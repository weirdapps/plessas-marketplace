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tags/tag4.xml" ContentType="application/vnd.openxmlformats-officedocument.presentationml.tags+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5.xml" ContentType="application/vnd.openxmlformats-officedocument.theme+xml"/>
  <Override PartName="/ppt/tags/tag5.xml" ContentType="application/vnd.openxmlformats-officedocument.presentationml.tags+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6.xml" ContentType="application/vnd.openxmlformats-officedocument.theme+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7.xml" ContentType="application/vnd.openxmlformats-officedocument.theme+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9.xml" ContentType="application/vnd.openxmlformats-officedocument.theme+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10.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11.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theme/theme12.xml" ContentType="application/vnd.openxmlformats-officedocument.theme+xml"/>
  <Override PartName="/ppt/slideLayouts/slideLayout117.xml" ContentType="application/vnd.openxmlformats-officedocument.presentationml.slideLayout+xml"/>
  <Override PartName="/ppt/theme/theme13.xml" ContentType="application/vnd.openxmlformats-officedocument.theme+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theme/theme14.xml" ContentType="application/vnd.openxmlformats-officedocument.theme+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15.xml" ContentType="application/vnd.openxmlformats-officedocument.theme+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drawings/drawing2.xml" ContentType="application/vnd.openxmlformats-officedocument.drawingml.chartshapes+xml"/>
  <Override PartName="/ppt/charts/chart4.xml" ContentType="application/vnd.openxmlformats-officedocument.drawingml.chart+xml"/>
  <Override PartName="/ppt/theme/themeOverride4.xml" ContentType="application/vnd.openxmlformats-officedocument.themeOverride+xml"/>
  <Override PartName="/ppt/drawings/drawing3.xml" ContentType="application/vnd.openxmlformats-officedocument.drawingml.chartshape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5.xml" ContentType="application/vnd.openxmlformats-officedocument.themeOverride+xml"/>
  <Override PartName="/ppt/drawings/drawing4.xml" ContentType="application/vnd.openxmlformats-officedocument.drawingml.chartshapes+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6.xml" ContentType="application/vnd.openxmlformats-officedocument.themeOverride+xml"/>
  <Override PartName="/ppt/drawings/drawing5.xml" ContentType="application/vnd.openxmlformats-officedocument.drawingml.chartshapes+xml"/>
  <Override PartName="/ppt/notesSlides/notesSlide33.xml" ContentType="application/vnd.openxmlformats-officedocument.presentationml.notesSlid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charts/chart8.xml" ContentType="application/vnd.openxmlformats-officedocument.drawingml.chart+xml"/>
  <Override PartName="/ppt/notesSlides/notesSlide34.xml" ContentType="application/vnd.openxmlformats-officedocument.presentationml.notesSlide+xml"/>
  <Override PartName="/ppt/charts/chart9.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35.xml" ContentType="application/vnd.openxmlformats-officedocument.presentationml.notesSlide+xml"/>
  <Override PartName="/ppt/charts/chart10.xml" ContentType="application/vnd.openxmlformats-officedocument.drawingml.chart+xml"/>
  <Override PartName="/ppt/notesSlides/notesSlide36.xml" ContentType="application/vnd.openxmlformats-officedocument.presentationml.notesSlide+xml"/>
  <Override PartName="/ppt/charts/chart11.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37.xml" ContentType="application/vnd.openxmlformats-officedocument.presentationml.notesSlide+xml"/>
  <Override PartName="/ppt/charts/chart12.xml" ContentType="application/vnd.openxmlformats-officedocument.drawingml.chart+xml"/>
  <Override PartName="/ppt/charts/style9.xml" ContentType="application/vnd.ms-office.chartstyle+xml"/>
  <Override PartName="/ppt/charts/colors9.xml" ContentType="application/vnd.ms-office.chartcolorstyle+xml"/>
  <Override PartName="/ppt/charts/chart13.xml" ContentType="application/vnd.openxmlformats-officedocument.drawingml.chart+xml"/>
  <Override PartName="/ppt/notesSlides/notesSlide38.xml" ContentType="application/vnd.openxmlformats-officedocument.presentationml.notesSlide+xml"/>
  <Override PartName="/ppt/charts/chart14.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5.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39.xml" ContentType="application/vnd.openxmlformats-officedocument.presentationml.notesSlide+xml"/>
  <Override PartName="/ppt/charts/chartEx1.xml" ContentType="application/vnd.ms-office.chartex+xml"/>
  <Override PartName="/ppt/charts/style12.xml" ContentType="application/vnd.ms-office.chartstyle+xml"/>
  <Override PartName="/ppt/charts/colors12.xml" ContentType="application/vnd.ms-office.chartcolorstyle+xml"/>
  <Override PartName="/ppt/charts/chartEx2.xml" ContentType="application/vnd.ms-office.chartex+xml"/>
  <Override PartName="/ppt/charts/style13.xml" ContentType="application/vnd.ms-office.chartstyle+xml"/>
  <Override PartName="/ppt/charts/colors13.xml" ContentType="application/vnd.ms-office.chartcolorstyle+xml"/>
  <Override PartName="/ppt/charts/chartEx3.xml" ContentType="application/vnd.ms-office.chartex+xml"/>
  <Override PartName="/ppt/charts/style14.xml" ContentType="application/vnd.ms-office.chartstyle+xml"/>
  <Override PartName="/ppt/charts/colors14.xml" ContentType="application/vnd.ms-office.chartcolorstyle+xml"/>
  <Override PartName="/ppt/charts/chartEx4.xml" ContentType="application/vnd.ms-office.chartex+xml"/>
  <Override PartName="/ppt/charts/style15.xml" ContentType="application/vnd.ms-office.chartstyle+xml"/>
  <Override PartName="/ppt/charts/colors15.xml" ContentType="application/vnd.ms-office.chartcolorstyle+xml"/>
  <Override PartName="/ppt/notesSlides/notesSlide40.xml" ContentType="application/vnd.openxmlformats-officedocument.presentationml.notesSl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notesSlides/notesSlide41.xml" ContentType="application/vnd.openxmlformats-officedocument.presentationml.notesSlide+xml"/>
  <Override PartName="/ppt/charts/chart18.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notesSlides/notesSlide42.xml" ContentType="application/vnd.openxmlformats-officedocument.presentationml.notesSlide+xml"/>
  <Override PartName="/ppt/charts/chartEx5.xml" ContentType="application/vnd.ms-office.chartex+xml"/>
  <Override PartName="/ppt/charts/style18.xml" ContentType="application/vnd.ms-office.chartstyle+xml"/>
  <Override PartName="/ppt/charts/colors18.xml" ContentType="application/vnd.ms-office.chartcolorstyle+xml"/>
  <Override PartName="/ppt/notesSlides/notesSlide43.xml" ContentType="application/vnd.openxmlformats-officedocument.presentationml.notesSlide+xml"/>
  <Override PartName="/ppt/charts/chart23.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44.xml" ContentType="application/vnd.openxmlformats-officedocument.presentationml.notesSlide+xml"/>
  <Override PartName="/ppt/charts/chart24.xml" ContentType="application/vnd.openxmlformats-officedocument.drawingml.chart+xml"/>
  <Override PartName="/ppt/charts/chart25.xml" ContentType="application/vnd.openxmlformats-officedocument.drawingml.chart+xml"/>
  <Override PartName="/ppt/notesSlides/notesSlide45.xml" ContentType="application/vnd.openxmlformats-officedocument.presentationml.notesSlide+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notesSlides/notesSlide46.xml" ContentType="application/vnd.openxmlformats-officedocument.presentationml.notesSlide+xml"/>
  <Override PartName="/ppt/charts/chart32.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33.xml" ContentType="application/vnd.openxmlformats-officedocument.drawingml.chart+xml"/>
  <Override PartName="/ppt/notesSlides/notesSlide47.xml" ContentType="application/vnd.openxmlformats-officedocument.presentationml.notesSlide+xml"/>
  <Override PartName="/ppt/charts/chart34.xml" ContentType="application/vnd.openxmlformats-officedocument.drawingml.chart+xml"/>
  <Override PartName="/ppt/charts/chart35.xml" ContentType="application/vnd.openxmlformats-officedocument.drawingml.chart+xml"/>
  <Override PartName="/ppt/notesSlides/notesSlide48.xml" ContentType="application/vnd.openxmlformats-officedocument.presentationml.notesSlide+xml"/>
  <Override PartName="/ppt/charts/chart36.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37.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38.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39.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40.xml" ContentType="application/vnd.openxmlformats-officedocument.drawingml.chart+xml"/>
  <Override PartName="/ppt/charts/style25.xml" ContentType="application/vnd.ms-office.chartstyle+xml"/>
  <Override PartName="/ppt/charts/colors25.xml" ContentType="application/vnd.ms-office.chartcolorstyle+xml"/>
  <Override PartName="/ppt/drawings/drawing6.xml" ContentType="application/vnd.openxmlformats-officedocument.drawingml.chartshapes+xml"/>
  <Override PartName="/ppt/charts/chart41.xml" ContentType="application/vnd.openxmlformats-officedocument.drawingml.chart+xml"/>
  <Override PartName="/ppt/charts/style26.xml" ContentType="application/vnd.ms-office.chartstyle+xml"/>
  <Override PartName="/ppt/charts/colors26.xml" ContentType="application/vnd.ms-office.chartcolorstyle+xml"/>
  <Override PartName="/ppt/drawings/drawing7.xml" ContentType="application/vnd.openxmlformats-officedocument.drawingml.chartshapes+xml"/>
  <Override PartName="/ppt/charts/chart42.xml" ContentType="application/vnd.openxmlformats-officedocument.drawingml.chart+xml"/>
  <Override PartName="/ppt/charts/style27.xml" ContentType="application/vnd.ms-office.chartstyle+xml"/>
  <Override PartName="/ppt/charts/colors27.xml" ContentType="application/vnd.ms-office.chartcolorstyle+xml"/>
  <Override PartName="/ppt/drawings/drawing8.xml" ContentType="application/vnd.openxmlformats-officedocument.drawingml.chartshapes+xml"/>
  <Override PartName="/ppt/charts/chart43.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44.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45.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46.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47.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48.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49.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50.xml" ContentType="application/vnd.openxmlformats-officedocument.drawingml.chart+xml"/>
  <Override PartName="/ppt/charts/style35.xml" ContentType="application/vnd.ms-office.chartstyle+xml"/>
  <Override PartName="/ppt/charts/colors35.xml" ContentType="application/vnd.ms-office.chartcolorstyle+xml"/>
  <Override PartName="/ppt/charts/chart51.xml" ContentType="application/vnd.openxmlformats-officedocument.drawingml.chart+xml"/>
  <Override PartName="/ppt/charts/style36.xml" ContentType="application/vnd.ms-office.chartstyle+xml"/>
  <Override PartName="/ppt/charts/colors36.xml" ContentType="application/vnd.ms-office.chartcolorstyle+xml"/>
  <Override PartName="/ppt/charts/chart52.xml" ContentType="application/vnd.openxmlformats-officedocument.drawingml.chart+xml"/>
  <Override PartName="/ppt/charts/style37.xml" ContentType="application/vnd.ms-office.chartstyle+xml"/>
  <Override PartName="/ppt/charts/colors37.xml" ContentType="application/vnd.ms-office.chartcolorstyle+xml"/>
  <Override PartName="/ppt/charts/chart53.xml" ContentType="application/vnd.openxmlformats-officedocument.drawingml.chart+xml"/>
  <Override PartName="/ppt/charts/style38.xml" ContentType="application/vnd.ms-office.chartstyle+xml"/>
  <Override PartName="/ppt/charts/colors38.xml" ContentType="application/vnd.ms-office.chartcolorstyle+xml"/>
  <Override PartName="/ppt/charts/chart54.xml" ContentType="application/vnd.openxmlformats-officedocument.drawingml.chart+xml"/>
  <Override PartName="/ppt/charts/style39.xml" ContentType="application/vnd.ms-office.chartstyle+xml"/>
  <Override PartName="/ppt/charts/colors39.xml" ContentType="application/vnd.ms-office.chartcolorstyl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rts/chart55.xml" ContentType="application/vnd.openxmlformats-officedocument.drawingml.chart+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88" r:id="rId4"/>
    <p:sldMasterId id="2147483679" r:id="rId5"/>
    <p:sldMasterId id="2147484019" r:id="rId6"/>
    <p:sldMasterId id="2147483988" r:id="rId7"/>
    <p:sldMasterId id="2147483916" r:id="rId8"/>
    <p:sldMasterId id="2147483694" r:id="rId9"/>
    <p:sldMasterId id="2147483948" r:id="rId10"/>
    <p:sldMasterId id="2147483700" r:id="rId11"/>
    <p:sldMasterId id="2147483706" r:id="rId12"/>
    <p:sldMasterId id="2147483716" r:id="rId13"/>
    <p:sldMasterId id="2147483724" r:id="rId14"/>
    <p:sldMasterId id="2147483827" r:id="rId15"/>
    <p:sldMasterId id="2147483842" r:id="rId16"/>
    <p:sldMasterId id="2147483854" r:id="rId17"/>
    <p:sldMasterId id="2147483807" r:id="rId18"/>
    <p:sldMasterId id="2147483747" r:id="rId19"/>
  </p:sldMasterIdLst>
  <p:notesMasterIdLst>
    <p:notesMasterId r:id="rId225"/>
  </p:notesMasterIdLst>
  <p:handoutMasterIdLst>
    <p:handoutMasterId r:id="rId226"/>
  </p:handoutMasterIdLst>
  <p:sldIdLst>
    <p:sldId id="348" r:id="rId20"/>
    <p:sldId id="426" r:id="rId21"/>
    <p:sldId id="373" r:id="rId22"/>
    <p:sldId id="350" r:id="rId23"/>
    <p:sldId id="401" r:id="rId24"/>
    <p:sldId id="403" r:id="rId25"/>
    <p:sldId id="402" r:id="rId26"/>
    <p:sldId id="508" r:id="rId27"/>
    <p:sldId id="461" r:id="rId28"/>
    <p:sldId id="505" r:id="rId29"/>
    <p:sldId id="351" r:id="rId30"/>
    <p:sldId id="507" r:id="rId31"/>
    <p:sldId id="400" r:id="rId32"/>
    <p:sldId id="374" r:id="rId33"/>
    <p:sldId id="256" r:id="rId34"/>
    <p:sldId id="278" r:id="rId35"/>
    <p:sldId id="279" r:id="rId36"/>
    <p:sldId id="280" r:id="rId37"/>
    <p:sldId id="281" r:id="rId38"/>
    <p:sldId id="282" r:id="rId39"/>
    <p:sldId id="283" r:id="rId40"/>
    <p:sldId id="493" r:id="rId41"/>
    <p:sldId id="432" r:id="rId42"/>
    <p:sldId id="433" r:id="rId43"/>
    <p:sldId id="434" r:id="rId44"/>
    <p:sldId id="435" r:id="rId45"/>
    <p:sldId id="436" r:id="rId46"/>
    <p:sldId id="437" r:id="rId47"/>
    <p:sldId id="438" r:id="rId48"/>
    <p:sldId id="535" r:id="rId49"/>
    <p:sldId id="536" r:id="rId50"/>
    <p:sldId id="537" r:id="rId51"/>
    <p:sldId id="538" r:id="rId52"/>
    <p:sldId id="539" r:id="rId53"/>
    <p:sldId id="540" r:id="rId54"/>
    <p:sldId id="541" r:id="rId55"/>
    <p:sldId id="542" r:id="rId56"/>
    <p:sldId id="543" r:id="rId57"/>
    <p:sldId id="544" r:id="rId58"/>
    <p:sldId id="545" r:id="rId59"/>
    <p:sldId id="546" r:id="rId60"/>
    <p:sldId id="547" r:id="rId61"/>
    <p:sldId id="548" r:id="rId62"/>
    <p:sldId id="509" r:id="rId63"/>
    <p:sldId id="510" r:id="rId64"/>
    <p:sldId id="511" r:id="rId65"/>
    <p:sldId id="512" r:id="rId66"/>
    <p:sldId id="513" r:id="rId67"/>
    <p:sldId id="514" r:id="rId68"/>
    <p:sldId id="515" r:id="rId69"/>
    <p:sldId id="516" r:id="rId70"/>
    <p:sldId id="523" r:id="rId71"/>
    <p:sldId id="524" r:id="rId72"/>
    <p:sldId id="525" r:id="rId73"/>
    <p:sldId id="526" r:id="rId74"/>
    <p:sldId id="527" r:id="rId75"/>
    <p:sldId id="528" r:id="rId76"/>
    <p:sldId id="529" r:id="rId77"/>
    <p:sldId id="530" r:id="rId78"/>
    <p:sldId id="531" r:id="rId79"/>
    <p:sldId id="375" r:id="rId80"/>
    <p:sldId id="427" r:id="rId81"/>
    <p:sldId id="428" r:id="rId82"/>
    <p:sldId id="429" r:id="rId83"/>
    <p:sldId id="376" r:id="rId84"/>
    <p:sldId id="285" r:id="rId85"/>
    <p:sldId id="284" r:id="rId86"/>
    <p:sldId id="286" r:id="rId87"/>
    <p:sldId id="287" r:id="rId88"/>
    <p:sldId id="288" r:id="rId89"/>
    <p:sldId id="522" r:id="rId90"/>
    <p:sldId id="517" r:id="rId91"/>
    <p:sldId id="518" r:id="rId92"/>
    <p:sldId id="519" r:id="rId93"/>
    <p:sldId id="520" r:id="rId94"/>
    <p:sldId id="521" r:id="rId95"/>
    <p:sldId id="532" r:id="rId96"/>
    <p:sldId id="533" r:id="rId97"/>
    <p:sldId id="534" r:id="rId98"/>
    <p:sldId id="289" r:id="rId99"/>
    <p:sldId id="290" r:id="rId100"/>
    <p:sldId id="291" r:id="rId101"/>
    <p:sldId id="292" r:id="rId102"/>
    <p:sldId id="293" r:id="rId103"/>
    <p:sldId id="294" r:id="rId104"/>
    <p:sldId id="295" r:id="rId105"/>
    <p:sldId id="296" r:id="rId106"/>
    <p:sldId id="297" r:id="rId107"/>
    <p:sldId id="298" r:id="rId108"/>
    <p:sldId id="371" r:id="rId109"/>
    <p:sldId id="485" r:id="rId110"/>
    <p:sldId id="265" r:id="rId111"/>
    <p:sldId id="266" r:id="rId112"/>
    <p:sldId id="267" r:id="rId113"/>
    <p:sldId id="268" r:id="rId114"/>
    <p:sldId id="269" r:id="rId115"/>
    <p:sldId id="258" r:id="rId116"/>
    <p:sldId id="270" r:id="rId117"/>
    <p:sldId id="271" r:id="rId118"/>
    <p:sldId id="462" r:id="rId119"/>
    <p:sldId id="273" r:id="rId120"/>
    <p:sldId id="274" r:id="rId121"/>
    <p:sldId id="377" r:id="rId122"/>
    <p:sldId id="447" r:id="rId123"/>
    <p:sldId id="451" r:id="rId124"/>
    <p:sldId id="452" r:id="rId125"/>
    <p:sldId id="453" r:id="rId126"/>
    <p:sldId id="454" r:id="rId127"/>
    <p:sldId id="378" r:id="rId128"/>
    <p:sldId id="455" r:id="rId129"/>
    <p:sldId id="456" r:id="rId130"/>
    <p:sldId id="458" r:id="rId131"/>
    <p:sldId id="459" r:id="rId132"/>
    <p:sldId id="259" r:id="rId133"/>
    <p:sldId id="263" r:id="rId134"/>
    <p:sldId id="393" r:id="rId135"/>
    <p:sldId id="385" r:id="rId136"/>
    <p:sldId id="471" r:id="rId137"/>
    <p:sldId id="480" r:id="rId138"/>
    <p:sldId id="386" r:id="rId139"/>
    <p:sldId id="470" r:id="rId140"/>
    <p:sldId id="387" r:id="rId141"/>
    <p:sldId id="472" r:id="rId142"/>
    <p:sldId id="481" r:id="rId143"/>
    <p:sldId id="388" r:id="rId144"/>
    <p:sldId id="389" r:id="rId145"/>
    <p:sldId id="483" r:id="rId146"/>
    <p:sldId id="390" r:id="rId147"/>
    <p:sldId id="475" r:id="rId148"/>
    <p:sldId id="391" r:id="rId149"/>
    <p:sldId id="477" r:id="rId150"/>
    <p:sldId id="392" r:id="rId151"/>
    <p:sldId id="478" r:id="rId152"/>
    <p:sldId id="479" r:id="rId153"/>
    <p:sldId id="328" r:id="rId154"/>
    <p:sldId id="320" r:id="rId155"/>
    <p:sldId id="445" r:id="rId156"/>
    <p:sldId id="396" r:id="rId157"/>
    <p:sldId id="308" r:id="rId158"/>
    <p:sldId id="309" r:id="rId159"/>
    <p:sldId id="313" r:id="rId160"/>
    <p:sldId id="311" r:id="rId161"/>
    <p:sldId id="312" r:id="rId162"/>
    <p:sldId id="444" r:id="rId163"/>
    <p:sldId id="316" r:id="rId164"/>
    <p:sldId id="324" r:id="rId165"/>
    <p:sldId id="319" r:id="rId166"/>
    <p:sldId id="327" r:id="rId167"/>
    <p:sldId id="418" r:id="rId168"/>
    <p:sldId id="321" r:id="rId169"/>
    <p:sldId id="318" r:id="rId170"/>
    <p:sldId id="325" r:id="rId171"/>
    <p:sldId id="314" r:id="rId172"/>
    <p:sldId id="315" r:id="rId173"/>
    <p:sldId id="317" r:id="rId174"/>
    <p:sldId id="443" r:id="rId175"/>
    <p:sldId id="322" r:id="rId176"/>
    <p:sldId id="323" r:id="rId177"/>
    <p:sldId id="329" r:id="rId178"/>
    <p:sldId id="330" r:id="rId179"/>
    <p:sldId id="359" r:id="rId180"/>
    <p:sldId id="360" r:id="rId181"/>
    <p:sldId id="344" r:id="rId182"/>
    <p:sldId id="333" r:id="rId183"/>
    <p:sldId id="334" r:id="rId184"/>
    <p:sldId id="335" r:id="rId185"/>
    <p:sldId id="336" r:id="rId186"/>
    <p:sldId id="338" r:id="rId187"/>
    <p:sldId id="339" r:id="rId188"/>
    <p:sldId id="340" r:id="rId189"/>
    <p:sldId id="341" r:id="rId190"/>
    <p:sldId id="342" r:id="rId191"/>
    <p:sldId id="343" r:id="rId192"/>
    <p:sldId id="345" r:id="rId193"/>
    <p:sldId id="346" r:id="rId194"/>
    <p:sldId id="326" r:id="rId195"/>
    <p:sldId id="337" r:id="rId196"/>
    <p:sldId id="362" r:id="rId197"/>
    <p:sldId id="361" r:id="rId198"/>
    <p:sldId id="363" r:id="rId199"/>
    <p:sldId id="441" r:id="rId200"/>
    <p:sldId id="430" r:id="rId201"/>
    <p:sldId id="364" r:id="rId202"/>
    <p:sldId id="365" r:id="rId203"/>
    <p:sldId id="366" r:id="rId204"/>
    <p:sldId id="398" r:id="rId205"/>
    <p:sldId id="358" r:id="rId206"/>
    <p:sldId id="420" r:id="rId207"/>
    <p:sldId id="431" r:id="rId208"/>
    <p:sldId id="399" r:id="rId209"/>
    <p:sldId id="301" r:id="rId210"/>
    <p:sldId id="300" r:id="rId211"/>
    <p:sldId id="413" r:id="rId212"/>
    <p:sldId id="414" r:id="rId213"/>
    <p:sldId id="422" r:id="rId214"/>
    <p:sldId id="423" r:id="rId215"/>
    <p:sldId id="486" r:id="rId216"/>
    <p:sldId id="506" r:id="rId217"/>
    <p:sldId id="489" r:id="rId218"/>
    <p:sldId id="495" r:id="rId219"/>
    <p:sldId id="488" r:id="rId220"/>
    <p:sldId id="497" r:id="rId221"/>
    <p:sldId id="490" r:id="rId222"/>
    <p:sldId id="498" r:id="rId223"/>
    <p:sldId id="491" r:id="rId224"/>
  </p:sldIdLst>
  <p:sldSz cx="12192000" cy="6858000"/>
  <p:notesSz cx="6858000" cy="9144000"/>
  <p:custDataLst>
    <p:tags r:id="rId227"/>
  </p:custDataLst>
  <p:defaultTextStyle>
    <a:defPPr>
      <a:defRPr lang="en-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Starting Page" id="{D0F3668C-F150-6647-82A7-592DA2C3972B}">
          <p14:sldIdLst>
            <p14:sldId id="348"/>
            <p14:sldId id="426"/>
          </p14:sldIdLst>
        </p14:section>
        <p14:section name="2. Instructions" id="{BC10521E-5C22-9747-A49C-BAB4CF299927}">
          <p14:sldIdLst>
            <p14:sldId id="373"/>
            <p14:sldId id="350"/>
            <p14:sldId id="401"/>
            <p14:sldId id="403"/>
            <p14:sldId id="402"/>
            <p14:sldId id="508"/>
            <p14:sldId id="461"/>
            <p14:sldId id="505"/>
            <p14:sldId id="351"/>
            <p14:sldId id="507"/>
            <p14:sldId id="400"/>
          </p14:sldIdLst>
        </p14:section>
        <p14:section name="3. Covers" id="{2D2CEC86-DF39-1F43-B2F6-BDBABE98D117}">
          <p14:sldIdLst>
            <p14:sldId id="374"/>
            <p14:sldId id="256"/>
            <p14:sldId id="278"/>
            <p14:sldId id="279"/>
            <p14:sldId id="280"/>
            <p14:sldId id="281"/>
            <p14:sldId id="282"/>
            <p14:sldId id="283"/>
            <p14:sldId id="493"/>
            <p14:sldId id="432"/>
            <p14:sldId id="433"/>
            <p14:sldId id="434"/>
            <p14:sldId id="435"/>
            <p14:sldId id="436"/>
            <p14:sldId id="437"/>
            <p14:sldId id="438"/>
            <p14:sldId id="535"/>
            <p14:sldId id="536"/>
            <p14:sldId id="537"/>
            <p14:sldId id="538"/>
            <p14:sldId id="539"/>
            <p14:sldId id="540"/>
            <p14:sldId id="541"/>
            <p14:sldId id="542"/>
            <p14:sldId id="543"/>
            <p14:sldId id="544"/>
            <p14:sldId id="545"/>
            <p14:sldId id="546"/>
            <p14:sldId id="547"/>
            <p14:sldId id="548"/>
            <p14:sldId id="509"/>
            <p14:sldId id="510"/>
            <p14:sldId id="511"/>
            <p14:sldId id="512"/>
            <p14:sldId id="513"/>
            <p14:sldId id="514"/>
            <p14:sldId id="515"/>
            <p14:sldId id="516"/>
            <p14:sldId id="523"/>
            <p14:sldId id="524"/>
            <p14:sldId id="525"/>
            <p14:sldId id="526"/>
            <p14:sldId id="527"/>
            <p14:sldId id="528"/>
            <p14:sldId id="529"/>
            <p14:sldId id="530"/>
            <p14:sldId id="531"/>
          </p14:sldIdLst>
        </p14:section>
        <p14:section name="4. Contents" id="{228C4C9B-9DD7-8C45-8807-3377EDA2A1D4}">
          <p14:sldIdLst>
            <p14:sldId id="375"/>
            <p14:sldId id="427"/>
            <p14:sldId id="428"/>
            <p14:sldId id="429"/>
          </p14:sldIdLst>
        </p14:section>
        <p14:section name="5. Dividers" id="{66FE218E-9D91-B943-AEDC-24FAF8A52D8E}">
          <p14:sldIdLst>
            <p14:sldId id="376"/>
            <p14:sldId id="285"/>
            <p14:sldId id="284"/>
            <p14:sldId id="286"/>
            <p14:sldId id="287"/>
            <p14:sldId id="288"/>
            <p14:sldId id="522"/>
            <p14:sldId id="517"/>
            <p14:sldId id="518"/>
            <p14:sldId id="519"/>
            <p14:sldId id="520"/>
            <p14:sldId id="521"/>
            <p14:sldId id="532"/>
            <p14:sldId id="533"/>
            <p14:sldId id="534"/>
            <p14:sldId id="289"/>
            <p14:sldId id="290"/>
            <p14:sldId id="291"/>
            <p14:sldId id="292"/>
            <p14:sldId id="293"/>
            <p14:sldId id="294"/>
            <p14:sldId id="295"/>
            <p14:sldId id="296"/>
            <p14:sldId id="297"/>
            <p14:sldId id="298"/>
          </p14:sldIdLst>
        </p14:section>
        <p14:section name="6. Sample Pages" id="{90ACDB87-B98F-8340-94C5-3854FF01C9F3}">
          <p14:sldIdLst>
            <p14:sldId id="371"/>
            <p14:sldId id="485"/>
            <p14:sldId id="265"/>
            <p14:sldId id="266"/>
            <p14:sldId id="267"/>
            <p14:sldId id="268"/>
            <p14:sldId id="269"/>
            <p14:sldId id="258"/>
            <p14:sldId id="270"/>
            <p14:sldId id="271"/>
            <p14:sldId id="462"/>
            <p14:sldId id="273"/>
            <p14:sldId id="274"/>
            <p14:sldId id="377"/>
            <p14:sldId id="447"/>
            <p14:sldId id="451"/>
            <p14:sldId id="452"/>
            <p14:sldId id="453"/>
            <p14:sldId id="454"/>
            <p14:sldId id="378"/>
            <p14:sldId id="455"/>
            <p14:sldId id="456"/>
            <p14:sldId id="458"/>
            <p14:sldId id="459"/>
            <p14:sldId id="259"/>
            <p14:sldId id="263"/>
          </p14:sldIdLst>
        </p14:section>
        <p14:section name="7. Examples of Sample Pages" id="{8FFA3E11-1706-A440-AD03-E837F76DC519}">
          <p14:sldIdLst>
            <p14:sldId id="393"/>
            <p14:sldId id="385"/>
            <p14:sldId id="471"/>
            <p14:sldId id="480"/>
            <p14:sldId id="386"/>
            <p14:sldId id="470"/>
            <p14:sldId id="387"/>
            <p14:sldId id="472"/>
            <p14:sldId id="481"/>
            <p14:sldId id="388"/>
            <p14:sldId id="389"/>
            <p14:sldId id="483"/>
            <p14:sldId id="390"/>
            <p14:sldId id="475"/>
            <p14:sldId id="391"/>
            <p14:sldId id="477"/>
            <p14:sldId id="392"/>
            <p14:sldId id="478"/>
            <p14:sldId id="479"/>
            <p14:sldId id="328"/>
            <p14:sldId id="320"/>
            <p14:sldId id="445"/>
          </p14:sldIdLst>
        </p14:section>
        <p14:section name="8. Charts &amp; Infographics" id="{635B85E5-D3E7-3D42-BFC7-A7182D5302BF}">
          <p14:sldIdLst>
            <p14:sldId id="396"/>
            <p14:sldId id="308"/>
            <p14:sldId id="309"/>
            <p14:sldId id="313"/>
            <p14:sldId id="311"/>
            <p14:sldId id="312"/>
            <p14:sldId id="444"/>
            <p14:sldId id="316"/>
            <p14:sldId id="324"/>
            <p14:sldId id="319"/>
            <p14:sldId id="327"/>
            <p14:sldId id="418"/>
            <p14:sldId id="321"/>
            <p14:sldId id="318"/>
            <p14:sldId id="325"/>
            <p14:sldId id="314"/>
            <p14:sldId id="315"/>
            <p14:sldId id="317"/>
            <p14:sldId id="443"/>
            <p14:sldId id="322"/>
            <p14:sldId id="323"/>
            <p14:sldId id="329"/>
            <p14:sldId id="330"/>
            <p14:sldId id="359"/>
            <p14:sldId id="360"/>
            <p14:sldId id="344"/>
            <p14:sldId id="333"/>
            <p14:sldId id="334"/>
            <p14:sldId id="335"/>
            <p14:sldId id="336"/>
            <p14:sldId id="338"/>
            <p14:sldId id="339"/>
            <p14:sldId id="340"/>
            <p14:sldId id="341"/>
            <p14:sldId id="342"/>
            <p14:sldId id="343"/>
            <p14:sldId id="345"/>
            <p14:sldId id="346"/>
            <p14:sldId id="326"/>
            <p14:sldId id="337"/>
            <p14:sldId id="362"/>
            <p14:sldId id="361"/>
            <p14:sldId id="363"/>
            <p14:sldId id="441"/>
          </p14:sldIdLst>
        </p14:section>
        <p14:section name="9. Tables" id="{E667B6EF-A3AE-EB42-A81E-FC67B9D5D1A2}">
          <p14:sldIdLst>
            <p14:sldId id="430"/>
            <p14:sldId id="364"/>
            <p14:sldId id="365"/>
            <p14:sldId id="366"/>
          </p14:sldIdLst>
        </p14:section>
        <p14:section name="10. Contact" id="{FE3DDDBA-6409-6949-B60F-97A33763568E}">
          <p14:sldIdLst>
            <p14:sldId id="398"/>
            <p14:sldId id="358"/>
            <p14:sldId id="420"/>
          </p14:sldIdLst>
        </p14:section>
        <p14:section name="11. Back Covers" id="{20CE9EDD-8595-1443-9A7C-1E99C8E6ADAB}">
          <p14:sldIdLst>
            <p14:sldId id="431"/>
            <p14:sldId id="399"/>
            <p14:sldId id="301"/>
            <p14:sldId id="300"/>
            <p14:sldId id="413"/>
            <p14:sldId id="414"/>
          </p14:sldIdLst>
        </p14:section>
        <p14:section name="12. Thank You Page" id="{AB27D17F-6A08-314C-B156-D804852ECDB1}">
          <p14:sldIdLst>
            <p14:sldId id="422"/>
            <p14:sldId id="423"/>
          </p14:sldIdLst>
        </p14:section>
        <p14:section name="Segment Logos" id="{7504CC58-7D50-2849-8CD4-E50FDB26194F}">
          <p14:sldIdLst>
            <p14:sldId id="486"/>
            <p14:sldId id="506"/>
            <p14:sldId id="489"/>
            <p14:sldId id="495"/>
            <p14:sldId id="488"/>
            <p14:sldId id="497"/>
            <p14:sldId id="490"/>
            <p14:sldId id="498"/>
            <p14:sldId id="491"/>
          </p14:sldIdLst>
        </p14:section>
      </p14:sectionLst>
    </p:ext>
    <p:ext uri="{EFAFB233-063F-42B5-8137-9DF3F51BA10A}">
      <p15:sldGuideLst xmlns:p15="http://schemas.microsoft.com/office/powerpoint/2012/main">
        <p15:guide id="4" pos="3840" userDrawn="1">
          <p15:clr>
            <a:srgbClr val="A4A3A4"/>
          </p15:clr>
        </p15:guide>
        <p15:guide id="5" orient="horz" pos="21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246935A-BAE3-FBE6-6491-20A981D14002}" name="Ioanna Griva" initials="IG" userId="S::Ioanna.Griva@gr.ey.com::6264cd64-747c-4114-b890-85a06009fe9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B85"/>
    <a:srgbClr val="5D8D2F"/>
    <a:srgbClr val="2659E0"/>
    <a:srgbClr val="4D1729"/>
    <a:srgbClr val="FA4505"/>
    <a:srgbClr val="CB0030"/>
    <a:srgbClr val="B88D49"/>
    <a:srgbClr val="FF7F1A"/>
    <a:srgbClr val="FFDC00"/>
    <a:srgbClr val="F0C8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30DF3A-4A9B-2446-AF24-376744D5F77F}" v="93" dt="2025-04-04T11:30:42.2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14"/>
    <p:restoredTop sz="94626"/>
  </p:normalViewPr>
  <p:slideViewPr>
    <p:cSldViewPr snapToGrid="0">
      <p:cViewPr varScale="1">
        <p:scale>
          <a:sx n="116" d="100"/>
          <a:sy n="116" d="100"/>
        </p:scale>
        <p:origin x="928" y="192"/>
      </p:cViewPr>
      <p:guideLst>
        <p:guide pos="3840"/>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98.xml"/><Relationship Id="rId21" Type="http://schemas.openxmlformats.org/officeDocument/2006/relationships/slide" Target="slides/slide2.xml"/><Relationship Id="rId42" Type="http://schemas.openxmlformats.org/officeDocument/2006/relationships/slide" Target="slides/slide23.xml"/><Relationship Id="rId63" Type="http://schemas.openxmlformats.org/officeDocument/2006/relationships/slide" Target="slides/slide44.xml"/><Relationship Id="rId84" Type="http://schemas.openxmlformats.org/officeDocument/2006/relationships/slide" Target="slides/slide65.xml"/><Relationship Id="rId138" Type="http://schemas.openxmlformats.org/officeDocument/2006/relationships/slide" Target="slides/slide119.xml"/><Relationship Id="rId159" Type="http://schemas.openxmlformats.org/officeDocument/2006/relationships/slide" Target="slides/slide140.xml"/><Relationship Id="rId170" Type="http://schemas.openxmlformats.org/officeDocument/2006/relationships/slide" Target="slides/slide151.xml"/><Relationship Id="rId191" Type="http://schemas.openxmlformats.org/officeDocument/2006/relationships/slide" Target="slides/slide172.xml"/><Relationship Id="rId205" Type="http://schemas.openxmlformats.org/officeDocument/2006/relationships/slide" Target="slides/slide186.xml"/><Relationship Id="rId226" Type="http://schemas.openxmlformats.org/officeDocument/2006/relationships/handoutMaster" Target="handoutMasters/handoutMaster1.xml"/><Relationship Id="rId107" Type="http://schemas.openxmlformats.org/officeDocument/2006/relationships/slide" Target="slides/slide88.xml"/><Relationship Id="rId11" Type="http://schemas.openxmlformats.org/officeDocument/2006/relationships/slideMaster" Target="slideMasters/slideMaster8.xml"/><Relationship Id="rId32" Type="http://schemas.openxmlformats.org/officeDocument/2006/relationships/slide" Target="slides/slide13.xml"/><Relationship Id="rId53" Type="http://schemas.openxmlformats.org/officeDocument/2006/relationships/slide" Target="slides/slide34.xml"/><Relationship Id="rId74" Type="http://schemas.openxmlformats.org/officeDocument/2006/relationships/slide" Target="slides/slide55.xml"/><Relationship Id="rId128" Type="http://schemas.openxmlformats.org/officeDocument/2006/relationships/slide" Target="slides/slide109.xml"/><Relationship Id="rId149" Type="http://schemas.openxmlformats.org/officeDocument/2006/relationships/slide" Target="slides/slide130.xml"/><Relationship Id="rId5" Type="http://schemas.openxmlformats.org/officeDocument/2006/relationships/slideMaster" Target="slideMasters/slideMaster2.xml"/><Relationship Id="rId95" Type="http://schemas.openxmlformats.org/officeDocument/2006/relationships/slide" Target="slides/slide76.xml"/><Relationship Id="rId160" Type="http://schemas.openxmlformats.org/officeDocument/2006/relationships/slide" Target="slides/slide141.xml"/><Relationship Id="rId181" Type="http://schemas.openxmlformats.org/officeDocument/2006/relationships/slide" Target="slides/slide162.xml"/><Relationship Id="rId216" Type="http://schemas.openxmlformats.org/officeDocument/2006/relationships/slide" Target="slides/slide197.xml"/><Relationship Id="rId22" Type="http://schemas.openxmlformats.org/officeDocument/2006/relationships/slide" Target="slides/slide3.xml"/><Relationship Id="rId43" Type="http://schemas.openxmlformats.org/officeDocument/2006/relationships/slide" Target="slides/slide24.xml"/><Relationship Id="rId64" Type="http://schemas.openxmlformats.org/officeDocument/2006/relationships/slide" Target="slides/slide45.xml"/><Relationship Id="rId118" Type="http://schemas.openxmlformats.org/officeDocument/2006/relationships/slide" Target="slides/slide99.xml"/><Relationship Id="rId139" Type="http://schemas.openxmlformats.org/officeDocument/2006/relationships/slide" Target="slides/slide120.xml"/><Relationship Id="rId85" Type="http://schemas.openxmlformats.org/officeDocument/2006/relationships/slide" Target="slides/slide66.xml"/><Relationship Id="rId150" Type="http://schemas.openxmlformats.org/officeDocument/2006/relationships/slide" Target="slides/slide131.xml"/><Relationship Id="rId171" Type="http://schemas.openxmlformats.org/officeDocument/2006/relationships/slide" Target="slides/slide152.xml"/><Relationship Id="rId192" Type="http://schemas.openxmlformats.org/officeDocument/2006/relationships/slide" Target="slides/slide173.xml"/><Relationship Id="rId206" Type="http://schemas.openxmlformats.org/officeDocument/2006/relationships/slide" Target="slides/slide187.xml"/><Relationship Id="rId227" Type="http://schemas.openxmlformats.org/officeDocument/2006/relationships/tags" Target="tags/tag1.xml"/><Relationship Id="rId12" Type="http://schemas.openxmlformats.org/officeDocument/2006/relationships/slideMaster" Target="slideMasters/slideMaster9.xml"/><Relationship Id="rId33" Type="http://schemas.openxmlformats.org/officeDocument/2006/relationships/slide" Target="slides/slide14.xml"/><Relationship Id="rId108" Type="http://schemas.openxmlformats.org/officeDocument/2006/relationships/slide" Target="slides/slide89.xml"/><Relationship Id="rId129" Type="http://schemas.openxmlformats.org/officeDocument/2006/relationships/slide" Target="slides/slide110.xml"/><Relationship Id="rId54" Type="http://schemas.openxmlformats.org/officeDocument/2006/relationships/slide" Target="slides/slide35.xml"/><Relationship Id="rId75" Type="http://schemas.openxmlformats.org/officeDocument/2006/relationships/slide" Target="slides/slide56.xml"/><Relationship Id="rId96" Type="http://schemas.openxmlformats.org/officeDocument/2006/relationships/slide" Target="slides/slide77.xml"/><Relationship Id="rId140" Type="http://schemas.openxmlformats.org/officeDocument/2006/relationships/slide" Target="slides/slide121.xml"/><Relationship Id="rId161" Type="http://schemas.openxmlformats.org/officeDocument/2006/relationships/slide" Target="slides/slide142.xml"/><Relationship Id="rId182" Type="http://schemas.openxmlformats.org/officeDocument/2006/relationships/slide" Target="slides/slide163.xml"/><Relationship Id="rId217" Type="http://schemas.openxmlformats.org/officeDocument/2006/relationships/slide" Target="slides/slide198.xml"/><Relationship Id="rId6" Type="http://schemas.openxmlformats.org/officeDocument/2006/relationships/slideMaster" Target="slideMasters/slideMaster3.xml"/><Relationship Id="rId23" Type="http://schemas.openxmlformats.org/officeDocument/2006/relationships/slide" Target="slides/slide4.xml"/><Relationship Id="rId119" Type="http://schemas.openxmlformats.org/officeDocument/2006/relationships/slide" Target="slides/slide100.xml"/><Relationship Id="rId44" Type="http://schemas.openxmlformats.org/officeDocument/2006/relationships/slide" Target="slides/slide25.xml"/><Relationship Id="rId65" Type="http://schemas.openxmlformats.org/officeDocument/2006/relationships/slide" Target="slides/slide46.xml"/><Relationship Id="rId86" Type="http://schemas.openxmlformats.org/officeDocument/2006/relationships/slide" Target="slides/slide67.xml"/><Relationship Id="rId130" Type="http://schemas.openxmlformats.org/officeDocument/2006/relationships/slide" Target="slides/slide111.xml"/><Relationship Id="rId151" Type="http://schemas.openxmlformats.org/officeDocument/2006/relationships/slide" Target="slides/slide132.xml"/><Relationship Id="rId172" Type="http://schemas.openxmlformats.org/officeDocument/2006/relationships/slide" Target="slides/slide153.xml"/><Relationship Id="rId193" Type="http://schemas.openxmlformats.org/officeDocument/2006/relationships/slide" Target="slides/slide174.xml"/><Relationship Id="rId207" Type="http://schemas.openxmlformats.org/officeDocument/2006/relationships/slide" Target="slides/slide188.xml"/><Relationship Id="rId228" Type="http://schemas.openxmlformats.org/officeDocument/2006/relationships/presProps" Target="presProps.xml"/><Relationship Id="rId13" Type="http://schemas.openxmlformats.org/officeDocument/2006/relationships/slideMaster" Target="slideMasters/slideMaster10.xml"/><Relationship Id="rId109" Type="http://schemas.openxmlformats.org/officeDocument/2006/relationships/slide" Target="slides/slide90.xml"/><Relationship Id="rId34" Type="http://schemas.openxmlformats.org/officeDocument/2006/relationships/slide" Target="slides/slide15.xml"/><Relationship Id="rId55" Type="http://schemas.openxmlformats.org/officeDocument/2006/relationships/slide" Target="slides/slide36.xml"/><Relationship Id="rId76" Type="http://schemas.openxmlformats.org/officeDocument/2006/relationships/slide" Target="slides/slide57.xml"/><Relationship Id="rId97" Type="http://schemas.openxmlformats.org/officeDocument/2006/relationships/slide" Target="slides/slide78.xml"/><Relationship Id="rId120" Type="http://schemas.openxmlformats.org/officeDocument/2006/relationships/slide" Target="slides/slide101.xml"/><Relationship Id="rId141" Type="http://schemas.openxmlformats.org/officeDocument/2006/relationships/slide" Target="slides/slide122.xml"/><Relationship Id="rId7" Type="http://schemas.openxmlformats.org/officeDocument/2006/relationships/slideMaster" Target="slideMasters/slideMaster4.xml"/><Relationship Id="rId162" Type="http://schemas.openxmlformats.org/officeDocument/2006/relationships/slide" Target="slides/slide143.xml"/><Relationship Id="rId183" Type="http://schemas.openxmlformats.org/officeDocument/2006/relationships/slide" Target="slides/slide164.xml"/><Relationship Id="rId218" Type="http://schemas.openxmlformats.org/officeDocument/2006/relationships/slide" Target="slides/slide199.xml"/><Relationship Id="rId24" Type="http://schemas.openxmlformats.org/officeDocument/2006/relationships/slide" Target="slides/slide5.xml"/><Relationship Id="rId45" Type="http://schemas.openxmlformats.org/officeDocument/2006/relationships/slide" Target="slides/slide26.xml"/><Relationship Id="rId66" Type="http://schemas.openxmlformats.org/officeDocument/2006/relationships/slide" Target="slides/slide47.xml"/><Relationship Id="rId87" Type="http://schemas.openxmlformats.org/officeDocument/2006/relationships/slide" Target="slides/slide68.xml"/><Relationship Id="rId110" Type="http://schemas.openxmlformats.org/officeDocument/2006/relationships/slide" Target="slides/slide91.xml"/><Relationship Id="rId131" Type="http://schemas.openxmlformats.org/officeDocument/2006/relationships/slide" Target="slides/slide112.xml"/><Relationship Id="rId152" Type="http://schemas.openxmlformats.org/officeDocument/2006/relationships/slide" Target="slides/slide133.xml"/><Relationship Id="rId173" Type="http://schemas.openxmlformats.org/officeDocument/2006/relationships/slide" Target="slides/slide154.xml"/><Relationship Id="rId194" Type="http://schemas.openxmlformats.org/officeDocument/2006/relationships/slide" Target="slides/slide175.xml"/><Relationship Id="rId208" Type="http://schemas.openxmlformats.org/officeDocument/2006/relationships/slide" Target="slides/slide189.xml"/><Relationship Id="rId229" Type="http://schemas.openxmlformats.org/officeDocument/2006/relationships/viewProps" Target="viewProps.xml"/><Relationship Id="rId14" Type="http://schemas.openxmlformats.org/officeDocument/2006/relationships/slideMaster" Target="slideMasters/slideMaster11.xml"/><Relationship Id="rId35" Type="http://schemas.openxmlformats.org/officeDocument/2006/relationships/slide" Target="slides/slide16.xml"/><Relationship Id="rId56" Type="http://schemas.openxmlformats.org/officeDocument/2006/relationships/slide" Target="slides/slide37.xml"/><Relationship Id="rId77" Type="http://schemas.openxmlformats.org/officeDocument/2006/relationships/slide" Target="slides/slide58.xml"/><Relationship Id="rId100" Type="http://schemas.openxmlformats.org/officeDocument/2006/relationships/slide" Target="slides/slide81.xml"/><Relationship Id="rId8" Type="http://schemas.openxmlformats.org/officeDocument/2006/relationships/slideMaster" Target="slideMasters/slideMaster5.xml"/><Relationship Id="rId98" Type="http://schemas.openxmlformats.org/officeDocument/2006/relationships/slide" Target="slides/slide79.xml"/><Relationship Id="rId121" Type="http://schemas.openxmlformats.org/officeDocument/2006/relationships/slide" Target="slides/slide102.xml"/><Relationship Id="rId142" Type="http://schemas.openxmlformats.org/officeDocument/2006/relationships/slide" Target="slides/slide123.xml"/><Relationship Id="rId163" Type="http://schemas.openxmlformats.org/officeDocument/2006/relationships/slide" Target="slides/slide144.xml"/><Relationship Id="rId184" Type="http://schemas.openxmlformats.org/officeDocument/2006/relationships/slide" Target="slides/slide165.xml"/><Relationship Id="rId219" Type="http://schemas.openxmlformats.org/officeDocument/2006/relationships/slide" Target="slides/slide200.xml"/><Relationship Id="rId230" Type="http://schemas.openxmlformats.org/officeDocument/2006/relationships/theme" Target="theme/theme1.xml"/><Relationship Id="rId25" Type="http://schemas.openxmlformats.org/officeDocument/2006/relationships/slide" Target="slides/slide6.xml"/><Relationship Id="rId46" Type="http://schemas.openxmlformats.org/officeDocument/2006/relationships/slide" Target="slides/slide27.xml"/><Relationship Id="rId67" Type="http://schemas.openxmlformats.org/officeDocument/2006/relationships/slide" Target="slides/slide48.xml"/><Relationship Id="rId20" Type="http://schemas.openxmlformats.org/officeDocument/2006/relationships/slide" Target="slides/slide1.xml"/><Relationship Id="rId41" Type="http://schemas.openxmlformats.org/officeDocument/2006/relationships/slide" Target="slides/slide22.xml"/><Relationship Id="rId62" Type="http://schemas.openxmlformats.org/officeDocument/2006/relationships/slide" Target="slides/slide43.xml"/><Relationship Id="rId83" Type="http://schemas.openxmlformats.org/officeDocument/2006/relationships/slide" Target="slides/slide64.xml"/><Relationship Id="rId88" Type="http://schemas.openxmlformats.org/officeDocument/2006/relationships/slide" Target="slides/slide69.xml"/><Relationship Id="rId111" Type="http://schemas.openxmlformats.org/officeDocument/2006/relationships/slide" Target="slides/slide92.xml"/><Relationship Id="rId132" Type="http://schemas.openxmlformats.org/officeDocument/2006/relationships/slide" Target="slides/slide113.xml"/><Relationship Id="rId153" Type="http://schemas.openxmlformats.org/officeDocument/2006/relationships/slide" Target="slides/slide134.xml"/><Relationship Id="rId174" Type="http://schemas.openxmlformats.org/officeDocument/2006/relationships/slide" Target="slides/slide155.xml"/><Relationship Id="rId179" Type="http://schemas.openxmlformats.org/officeDocument/2006/relationships/slide" Target="slides/slide160.xml"/><Relationship Id="rId195" Type="http://schemas.openxmlformats.org/officeDocument/2006/relationships/slide" Target="slides/slide176.xml"/><Relationship Id="rId209" Type="http://schemas.openxmlformats.org/officeDocument/2006/relationships/slide" Target="slides/slide190.xml"/><Relationship Id="rId190" Type="http://schemas.openxmlformats.org/officeDocument/2006/relationships/slide" Target="slides/slide171.xml"/><Relationship Id="rId204" Type="http://schemas.openxmlformats.org/officeDocument/2006/relationships/slide" Target="slides/slide185.xml"/><Relationship Id="rId220" Type="http://schemas.openxmlformats.org/officeDocument/2006/relationships/slide" Target="slides/slide201.xml"/><Relationship Id="rId225" Type="http://schemas.openxmlformats.org/officeDocument/2006/relationships/notesMaster" Target="notesMasters/notesMaster1.xml"/><Relationship Id="rId15" Type="http://schemas.openxmlformats.org/officeDocument/2006/relationships/slideMaster" Target="slideMasters/slideMaster12.xml"/><Relationship Id="rId36" Type="http://schemas.openxmlformats.org/officeDocument/2006/relationships/slide" Target="slides/slide17.xml"/><Relationship Id="rId57" Type="http://schemas.openxmlformats.org/officeDocument/2006/relationships/slide" Target="slides/slide38.xml"/><Relationship Id="rId106" Type="http://schemas.openxmlformats.org/officeDocument/2006/relationships/slide" Target="slides/slide87.xml"/><Relationship Id="rId127" Type="http://schemas.openxmlformats.org/officeDocument/2006/relationships/slide" Target="slides/slide108.xml"/><Relationship Id="rId10" Type="http://schemas.openxmlformats.org/officeDocument/2006/relationships/slideMaster" Target="slideMasters/slideMaster7.xml"/><Relationship Id="rId31" Type="http://schemas.openxmlformats.org/officeDocument/2006/relationships/slide" Target="slides/slide12.xml"/><Relationship Id="rId52" Type="http://schemas.openxmlformats.org/officeDocument/2006/relationships/slide" Target="slides/slide33.xml"/><Relationship Id="rId73" Type="http://schemas.openxmlformats.org/officeDocument/2006/relationships/slide" Target="slides/slide54.xml"/><Relationship Id="rId78" Type="http://schemas.openxmlformats.org/officeDocument/2006/relationships/slide" Target="slides/slide59.xml"/><Relationship Id="rId94" Type="http://schemas.openxmlformats.org/officeDocument/2006/relationships/slide" Target="slides/slide75.xml"/><Relationship Id="rId99" Type="http://schemas.openxmlformats.org/officeDocument/2006/relationships/slide" Target="slides/slide80.xml"/><Relationship Id="rId101" Type="http://schemas.openxmlformats.org/officeDocument/2006/relationships/slide" Target="slides/slide82.xml"/><Relationship Id="rId122" Type="http://schemas.openxmlformats.org/officeDocument/2006/relationships/slide" Target="slides/slide103.xml"/><Relationship Id="rId143" Type="http://schemas.openxmlformats.org/officeDocument/2006/relationships/slide" Target="slides/slide124.xml"/><Relationship Id="rId148" Type="http://schemas.openxmlformats.org/officeDocument/2006/relationships/slide" Target="slides/slide129.xml"/><Relationship Id="rId164" Type="http://schemas.openxmlformats.org/officeDocument/2006/relationships/slide" Target="slides/slide145.xml"/><Relationship Id="rId169" Type="http://schemas.openxmlformats.org/officeDocument/2006/relationships/slide" Target="slides/slide150.xml"/><Relationship Id="rId185" Type="http://schemas.openxmlformats.org/officeDocument/2006/relationships/slide" Target="slides/slide166.xml"/><Relationship Id="rId4" Type="http://schemas.openxmlformats.org/officeDocument/2006/relationships/slideMaster" Target="slideMasters/slideMaster1.xml"/><Relationship Id="rId9" Type="http://schemas.openxmlformats.org/officeDocument/2006/relationships/slideMaster" Target="slideMasters/slideMaster6.xml"/><Relationship Id="rId180" Type="http://schemas.openxmlformats.org/officeDocument/2006/relationships/slide" Target="slides/slide161.xml"/><Relationship Id="rId210" Type="http://schemas.openxmlformats.org/officeDocument/2006/relationships/slide" Target="slides/slide191.xml"/><Relationship Id="rId215" Type="http://schemas.openxmlformats.org/officeDocument/2006/relationships/slide" Target="slides/slide196.xml"/><Relationship Id="rId26" Type="http://schemas.openxmlformats.org/officeDocument/2006/relationships/slide" Target="slides/slide7.xml"/><Relationship Id="rId231" Type="http://schemas.openxmlformats.org/officeDocument/2006/relationships/tableStyles" Target="tableStyles.xml"/><Relationship Id="rId47" Type="http://schemas.openxmlformats.org/officeDocument/2006/relationships/slide" Target="slides/slide28.xml"/><Relationship Id="rId68" Type="http://schemas.openxmlformats.org/officeDocument/2006/relationships/slide" Target="slides/slide49.xml"/><Relationship Id="rId89" Type="http://schemas.openxmlformats.org/officeDocument/2006/relationships/slide" Target="slides/slide70.xml"/><Relationship Id="rId112" Type="http://schemas.openxmlformats.org/officeDocument/2006/relationships/slide" Target="slides/slide93.xml"/><Relationship Id="rId133" Type="http://schemas.openxmlformats.org/officeDocument/2006/relationships/slide" Target="slides/slide114.xml"/><Relationship Id="rId154" Type="http://schemas.openxmlformats.org/officeDocument/2006/relationships/slide" Target="slides/slide135.xml"/><Relationship Id="rId175" Type="http://schemas.openxmlformats.org/officeDocument/2006/relationships/slide" Target="slides/slide156.xml"/><Relationship Id="rId196" Type="http://schemas.openxmlformats.org/officeDocument/2006/relationships/slide" Target="slides/slide177.xml"/><Relationship Id="rId200" Type="http://schemas.openxmlformats.org/officeDocument/2006/relationships/slide" Target="slides/slide181.xml"/><Relationship Id="rId16" Type="http://schemas.openxmlformats.org/officeDocument/2006/relationships/slideMaster" Target="slideMasters/slideMaster13.xml"/><Relationship Id="rId221" Type="http://schemas.openxmlformats.org/officeDocument/2006/relationships/slide" Target="slides/slide202.xml"/><Relationship Id="rId37" Type="http://schemas.openxmlformats.org/officeDocument/2006/relationships/slide" Target="slides/slide18.xml"/><Relationship Id="rId58" Type="http://schemas.openxmlformats.org/officeDocument/2006/relationships/slide" Target="slides/slide39.xml"/><Relationship Id="rId79" Type="http://schemas.openxmlformats.org/officeDocument/2006/relationships/slide" Target="slides/slide60.xml"/><Relationship Id="rId102" Type="http://schemas.openxmlformats.org/officeDocument/2006/relationships/slide" Target="slides/slide83.xml"/><Relationship Id="rId123" Type="http://schemas.openxmlformats.org/officeDocument/2006/relationships/slide" Target="slides/slide104.xml"/><Relationship Id="rId144" Type="http://schemas.openxmlformats.org/officeDocument/2006/relationships/slide" Target="slides/slide125.xml"/><Relationship Id="rId90" Type="http://schemas.openxmlformats.org/officeDocument/2006/relationships/slide" Target="slides/slide71.xml"/><Relationship Id="rId165" Type="http://schemas.openxmlformats.org/officeDocument/2006/relationships/slide" Target="slides/slide146.xml"/><Relationship Id="rId186" Type="http://schemas.openxmlformats.org/officeDocument/2006/relationships/slide" Target="slides/slide167.xml"/><Relationship Id="rId211" Type="http://schemas.openxmlformats.org/officeDocument/2006/relationships/slide" Target="slides/slide192.xml"/><Relationship Id="rId232" Type="http://schemas.microsoft.com/office/2016/11/relationships/changesInfo" Target="changesInfos/changesInfo1.xml"/><Relationship Id="rId27" Type="http://schemas.openxmlformats.org/officeDocument/2006/relationships/slide" Target="slides/slide8.xml"/><Relationship Id="rId48" Type="http://schemas.openxmlformats.org/officeDocument/2006/relationships/slide" Target="slides/slide29.xml"/><Relationship Id="rId69" Type="http://schemas.openxmlformats.org/officeDocument/2006/relationships/slide" Target="slides/slide50.xml"/><Relationship Id="rId113" Type="http://schemas.openxmlformats.org/officeDocument/2006/relationships/slide" Target="slides/slide94.xml"/><Relationship Id="rId134" Type="http://schemas.openxmlformats.org/officeDocument/2006/relationships/slide" Target="slides/slide115.xml"/><Relationship Id="rId80" Type="http://schemas.openxmlformats.org/officeDocument/2006/relationships/slide" Target="slides/slide61.xml"/><Relationship Id="rId155" Type="http://schemas.openxmlformats.org/officeDocument/2006/relationships/slide" Target="slides/slide136.xml"/><Relationship Id="rId176" Type="http://schemas.openxmlformats.org/officeDocument/2006/relationships/slide" Target="slides/slide157.xml"/><Relationship Id="rId197" Type="http://schemas.openxmlformats.org/officeDocument/2006/relationships/slide" Target="slides/slide178.xml"/><Relationship Id="rId201" Type="http://schemas.openxmlformats.org/officeDocument/2006/relationships/slide" Target="slides/slide182.xml"/><Relationship Id="rId222" Type="http://schemas.openxmlformats.org/officeDocument/2006/relationships/slide" Target="slides/slide203.xml"/><Relationship Id="rId17" Type="http://schemas.openxmlformats.org/officeDocument/2006/relationships/slideMaster" Target="slideMasters/slideMaster14.xml"/><Relationship Id="rId38" Type="http://schemas.openxmlformats.org/officeDocument/2006/relationships/slide" Target="slides/slide19.xml"/><Relationship Id="rId59" Type="http://schemas.openxmlformats.org/officeDocument/2006/relationships/slide" Target="slides/slide40.xml"/><Relationship Id="rId103" Type="http://schemas.openxmlformats.org/officeDocument/2006/relationships/slide" Target="slides/slide84.xml"/><Relationship Id="rId124" Type="http://schemas.openxmlformats.org/officeDocument/2006/relationships/slide" Target="slides/slide105.xml"/><Relationship Id="rId70" Type="http://schemas.openxmlformats.org/officeDocument/2006/relationships/slide" Target="slides/slide51.xml"/><Relationship Id="rId91" Type="http://schemas.openxmlformats.org/officeDocument/2006/relationships/slide" Target="slides/slide72.xml"/><Relationship Id="rId145" Type="http://schemas.openxmlformats.org/officeDocument/2006/relationships/slide" Target="slides/slide126.xml"/><Relationship Id="rId166" Type="http://schemas.openxmlformats.org/officeDocument/2006/relationships/slide" Target="slides/slide147.xml"/><Relationship Id="rId187" Type="http://schemas.openxmlformats.org/officeDocument/2006/relationships/slide" Target="slides/slide168.xml"/><Relationship Id="rId1" Type="http://schemas.openxmlformats.org/officeDocument/2006/relationships/customXml" Target="../customXml/item1.xml"/><Relationship Id="rId212" Type="http://schemas.openxmlformats.org/officeDocument/2006/relationships/slide" Target="slides/slide193.xml"/><Relationship Id="rId233" Type="http://schemas.microsoft.com/office/2015/10/relationships/revisionInfo" Target="revisionInfo.xml"/><Relationship Id="rId28" Type="http://schemas.openxmlformats.org/officeDocument/2006/relationships/slide" Target="slides/slide9.xml"/><Relationship Id="rId49" Type="http://schemas.openxmlformats.org/officeDocument/2006/relationships/slide" Target="slides/slide30.xml"/><Relationship Id="rId114" Type="http://schemas.openxmlformats.org/officeDocument/2006/relationships/slide" Target="slides/slide95.xml"/><Relationship Id="rId60" Type="http://schemas.openxmlformats.org/officeDocument/2006/relationships/slide" Target="slides/slide41.xml"/><Relationship Id="rId81" Type="http://schemas.openxmlformats.org/officeDocument/2006/relationships/slide" Target="slides/slide62.xml"/><Relationship Id="rId135" Type="http://schemas.openxmlformats.org/officeDocument/2006/relationships/slide" Target="slides/slide116.xml"/><Relationship Id="rId156" Type="http://schemas.openxmlformats.org/officeDocument/2006/relationships/slide" Target="slides/slide137.xml"/><Relationship Id="rId177" Type="http://schemas.openxmlformats.org/officeDocument/2006/relationships/slide" Target="slides/slide158.xml"/><Relationship Id="rId198" Type="http://schemas.openxmlformats.org/officeDocument/2006/relationships/slide" Target="slides/slide179.xml"/><Relationship Id="rId202" Type="http://schemas.openxmlformats.org/officeDocument/2006/relationships/slide" Target="slides/slide183.xml"/><Relationship Id="rId223" Type="http://schemas.openxmlformats.org/officeDocument/2006/relationships/slide" Target="slides/slide204.xml"/><Relationship Id="rId18" Type="http://schemas.openxmlformats.org/officeDocument/2006/relationships/slideMaster" Target="slideMasters/slideMaster15.xml"/><Relationship Id="rId39" Type="http://schemas.openxmlformats.org/officeDocument/2006/relationships/slide" Target="slides/slide20.xml"/><Relationship Id="rId50" Type="http://schemas.openxmlformats.org/officeDocument/2006/relationships/slide" Target="slides/slide31.xml"/><Relationship Id="rId104" Type="http://schemas.openxmlformats.org/officeDocument/2006/relationships/slide" Target="slides/slide85.xml"/><Relationship Id="rId125" Type="http://schemas.openxmlformats.org/officeDocument/2006/relationships/slide" Target="slides/slide106.xml"/><Relationship Id="rId146" Type="http://schemas.openxmlformats.org/officeDocument/2006/relationships/slide" Target="slides/slide127.xml"/><Relationship Id="rId167" Type="http://schemas.openxmlformats.org/officeDocument/2006/relationships/slide" Target="slides/slide148.xml"/><Relationship Id="rId188" Type="http://schemas.openxmlformats.org/officeDocument/2006/relationships/slide" Target="slides/slide169.xml"/><Relationship Id="rId71" Type="http://schemas.openxmlformats.org/officeDocument/2006/relationships/slide" Target="slides/slide52.xml"/><Relationship Id="rId92" Type="http://schemas.openxmlformats.org/officeDocument/2006/relationships/slide" Target="slides/slide73.xml"/><Relationship Id="rId213" Type="http://schemas.openxmlformats.org/officeDocument/2006/relationships/slide" Target="slides/slide194.xml"/><Relationship Id="rId234" Type="http://schemas.microsoft.com/office/2018/10/relationships/authors" Target="authors.xml"/><Relationship Id="rId2" Type="http://schemas.openxmlformats.org/officeDocument/2006/relationships/customXml" Target="../customXml/item2.xml"/><Relationship Id="rId29" Type="http://schemas.openxmlformats.org/officeDocument/2006/relationships/slide" Target="slides/slide10.xml"/><Relationship Id="rId40" Type="http://schemas.openxmlformats.org/officeDocument/2006/relationships/slide" Target="slides/slide21.xml"/><Relationship Id="rId115" Type="http://schemas.openxmlformats.org/officeDocument/2006/relationships/slide" Target="slides/slide96.xml"/><Relationship Id="rId136" Type="http://schemas.openxmlformats.org/officeDocument/2006/relationships/slide" Target="slides/slide117.xml"/><Relationship Id="rId157" Type="http://schemas.openxmlformats.org/officeDocument/2006/relationships/slide" Target="slides/slide138.xml"/><Relationship Id="rId178" Type="http://schemas.openxmlformats.org/officeDocument/2006/relationships/slide" Target="slides/slide159.xml"/><Relationship Id="rId61" Type="http://schemas.openxmlformats.org/officeDocument/2006/relationships/slide" Target="slides/slide42.xml"/><Relationship Id="rId82" Type="http://schemas.openxmlformats.org/officeDocument/2006/relationships/slide" Target="slides/slide63.xml"/><Relationship Id="rId199" Type="http://schemas.openxmlformats.org/officeDocument/2006/relationships/slide" Target="slides/slide180.xml"/><Relationship Id="rId203" Type="http://schemas.openxmlformats.org/officeDocument/2006/relationships/slide" Target="slides/slide184.xml"/><Relationship Id="rId19" Type="http://schemas.openxmlformats.org/officeDocument/2006/relationships/slideMaster" Target="slideMasters/slideMaster16.xml"/><Relationship Id="rId224" Type="http://schemas.openxmlformats.org/officeDocument/2006/relationships/slide" Target="slides/slide205.xml"/><Relationship Id="rId30" Type="http://schemas.openxmlformats.org/officeDocument/2006/relationships/slide" Target="slides/slide11.xml"/><Relationship Id="rId105" Type="http://schemas.openxmlformats.org/officeDocument/2006/relationships/slide" Target="slides/slide86.xml"/><Relationship Id="rId126" Type="http://schemas.openxmlformats.org/officeDocument/2006/relationships/slide" Target="slides/slide107.xml"/><Relationship Id="rId147" Type="http://schemas.openxmlformats.org/officeDocument/2006/relationships/slide" Target="slides/slide128.xml"/><Relationship Id="rId168" Type="http://schemas.openxmlformats.org/officeDocument/2006/relationships/slide" Target="slides/slide149.xml"/><Relationship Id="rId51" Type="http://schemas.openxmlformats.org/officeDocument/2006/relationships/slide" Target="slides/slide32.xml"/><Relationship Id="rId72" Type="http://schemas.openxmlformats.org/officeDocument/2006/relationships/slide" Target="slides/slide53.xml"/><Relationship Id="rId93" Type="http://schemas.openxmlformats.org/officeDocument/2006/relationships/slide" Target="slides/slide74.xml"/><Relationship Id="rId189" Type="http://schemas.openxmlformats.org/officeDocument/2006/relationships/slide" Target="slides/slide170.xml"/><Relationship Id="rId3" Type="http://schemas.openxmlformats.org/officeDocument/2006/relationships/customXml" Target="../customXml/item3.xml"/><Relationship Id="rId214" Type="http://schemas.openxmlformats.org/officeDocument/2006/relationships/slide" Target="slides/slide195.xml"/><Relationship Id="rId116" Type="http://schemas.openxmlformats.org/officeDocument/2006/relationships/slide" Target="slides/slide97.xml"/><Relationship Id="rId137" Type="http://schemas.openxmlformats.org/officeDocument/2006/relationships/slide" Target="slides/slide118.xml"/><Relationship Id="rId158" Type="http://schemas.openxmlformats.org/officeDocument/2006/relationships/slide" Target="slides/slide13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k Lindop" userId="601bfe9b-8605-4a7e-95f2-d63fc61e64f2" providerId="ADAL" clId="{2008788F-CE59-B943-8CC2-7F66952042EC}"/>
    <pc:docChg chg="modSld">
      <pc:chgData name="Mark Lindop" userId="601bfe9b-8605-4a7e-95f2-d63fc61e64f2" providerId="ADAL" clId="{2008788F-CE59-B943-8CC2-7F66952042EC}" dt="2025-04-04T11:56:15.589" v="0" actId="20577"/>
      <pc:docMkLst>
        <pc:docMk/>
      </pc:docMkLst>
      <pc:sldChg chg="modSp mod">
        <pc:chgData name="Mark Lindop" userId="601bfe9b-8605-4a7e-95f2-d63fc61e64f2" providerId="ADAL" clId="{2008788F-CE59-B943-8CC2-7F66952042EC}" dt="2025-04-04T11:56:15.589" v="0" actId="20577"/>
        <pc:sldMkLst>
          <pc:docMk/>
          <pc:sldMk cId="2777978886" sldId="348"/>
        </pc:sldMkLst>
        <pc:spChg chg="mod">
          <ac:chgData name="Mark Lindop" userId="601bfe9b-8605-4a7e-95f2-d63fc61e64f2" providerId="ADAL" clId="{2008788F-CE59-B943-8CC2-7F66952042EC}" dt="2025-04-04T11:56:15.589" v="0" actId="20577"/>
          <ac:spMkLst>
            <pc:docMk/>
            <pc:sldMk cId="2777978886" sldId="348"/>
            <ac:spMk id="5" creationId="{95BDCB99-1E0F-7606-2086-417C99B15B01}"/>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5" Type="http://schemas.openxmlformats.org/officeDocument/2006/relationships/chartUserShapes" Target="../drawings/drawing1.xml"/><Relationship Id="rId4" Type="http://schemas.openxmlformats.org/officeDocument/2006/relationships/oleObject" Target="file:////V900580002\FILES\PUBLIC\P00080\gr80\Economy%20and%20financial%20markets\2023\Presentations\NBG%20Results%20Presentation\ECB_Residential%20Property%20Price%20Index_Cross%20Country_v3.xlsx"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V900580002\FILES\PUBLIC\P00080\gr80\Economy%20and%20financial%20markets\2012\BackPages2012\GrowthTable_51_Q2_2023_September2023.xlsx" TargetMode="Externa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5" Type="http://schemas.openxmlformats.org/officeDocument/2006/relationships/chartUserShapes" Target="../drawings/drawing2.xml"/><Relationship Id="rId4" Type="http://schemas.openxmlformats.org/officeDocument/2006/relationships/oleObject" Target="file:////V900580002\FILES\PUBLIC\P00080\gr80\Economy%20and%20financial%20markets\2023\Presentations\NBG%20Results%20Presentation\Eurostat_GFCF_%25GDP_CrossCountry_v2.xlsx" TargetMode="External"/></Relationships>
</file>

<file path=ppt/charts/_rels/chart4.xml.rels><?xml version="1.0" encoding="UTF-8" standalone="yes"?>
<Relationships xmlns="http://schemas.openxmlformats.org/package/2006/relationships"><Relationship Id="rId3" Type="http://schemas.openxmlformats.org/officeDocument/2006/relationships/chartUserShapes" Target="../drawings/drawing3.xml"/><Relationship Id="rId2" Type="http://schemas.openxmlformats.org/officeDocument/2006/relationships/oleObject" Target="file:////V900580002\FILES\PUBLIC\P00080\gr80\Economy%20and%20financial%20markets\2012\BackPages2012\GrowthTable_51_Q2_2023_September2023.xlsx" TargetMode="External"/><Relationship Id="rId1" Type="http://schemas.openxmlformats.org/officeDocument/2006/relationships/themeOverride" Target="../theme/themeOverride4.xml"/></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4.xml"/><Relationship Id="rId1" Type="http://schemas.microsoft.com/office/2011/relationships/chartStyle" Target="style4.xml"/><Relationship Id="rId5" Type="http://schemas.openxmlformats.org/officeDocument/2006/relationships/chartUserShapes" Target="../drawings/drawing4.xml"/><Relationship Id="rId4" Type="http://schemas.openxmlformats.org/officeDocument/2006/relationships/oleObject" Target="file:////V900580002\FILES\PUBLIC\P00080\gr80\Economy%20and%20financial%20markets\2023\Issues%20Greece%202023\Special%20Focus%20Reports\Daniel%20economic%20impact%20(Oct%202023)\Cross%20Country%20GDP.xlsx" TargetMode="Externa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5.xml"/><Relationship Id="rId1" Type="http://schemas.microsoft.com/office/2011/relationships/chartStyle" Target="style5.xml"/><Relationship Id="rId5" Type="http://schemas.openxmlformats.org/officeDocument/2006/relationships/chartUserShapes" Target="../drawings/drawing5.xml"/><Relationship Id="rId4" Type="http://schemas.openxmlformats.org/officeDocument/2006/relationships/oleObject" Target="file:////V900580002\FILES\PUBLIC\P00080\gr80\Economy%20and%20financial%20markets\2012\BackPages2012\ESI_newCCI_2023.xlsx" TargetMode="Externa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6.xml"/><Relationship Id="rId1" Type="http://schemas.microsoft.com/office/2011/relationships/chartStyle" Target="style6.xm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7.xml"/><Relationship Id="rId1" Type="http://schemas.microsoft.com/office/2011/relationships/chartStyle" Target="style7.xml"/></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8.xml"/><Relationship Id="rId1" Type="http://schemas.microsoft.com/office/2011/relationships/chartStyle" Target="style8.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9.xml"/><Relationship Id="rId1" Type="http://schemas.microsoft.com/office/2011/relationships/chartStyle" Target="style9.xml"/></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10.xml"/><Relationship Id="rId1" Type="http://schemas.microsoft.com/office/2011/relationships/chartStyle" Target="style10.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11.xml"/><Relationship Id="rId1" Type="http://schemas.microsoft.com/office/2011/relationships/chartStyle" Target="style11.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7.xml"/><Relationship Id="rId1" Type="http://schemas.microsoft.com/office/2011/relationships/chartStyle" Target="style17.xml"/></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19.xml"/><Relationship Id="rId1" Type="http://schemas.microsoft.com/office/2011/relationships/chartStyle" Target="style19.xml"/></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32.xml.rels><?xml version="1.0" encoding="UTF-8" standalone="yes"?>
<Relationships xmlns="http://schemas.openxmlformats.org/package/2006/relationships"><Relationship Id="rId3" Type="http://schemas.openxmlformats.org/officeDocument/2006/relationships/package" Target="../embeddings/Microsoft_Excel_Worksheet30.xlsx"/><Relationship Id="rId2" Type="http://schemas.microsoft.com/office/2011/relationships/chartColorStyle" Target="colors20.xml"/><Relationship Id="rId1" Type="http://schemas.microsoft.com/office/2011/relationships/chartStyle" Target="style20.xml"/></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Worksheet31.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Worksheet32.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33.xlsx"/></Relationships>
</file>

<file path=ppt/charts/_rels/chart36.xml.rels><?xml version="1.0" encoding="UTF-8" standalone="yes"?>
<Relationships xmlns="http://schemas.openxmlformats.org/package/2006/relationships"><Relationship Id="rId3" Type="http://schemas.openxmlformats.org/officeDocument/2006/relationships/package" Target="../embeddings/Microsoft_Excel_Worksheet34.xlsx"/><Relationship Id="rId2" Type="http://schemas.microsoft.com/office/2011/relationships/chartColorStyle" Target="colors21.xml"/><Relationship Id="rId1" Type="http://schemas.microsoft.com/office/2011/relationships/chartStyle" Target="style21.xml"/></Relationships>
</file>

<file path=ppt/charts/_rels/chart37.xml.rels><?xml version="1.0" encoding="UTF-8" standalone="yes"?>
<Relationships xmlns="http://schemas.openxmlformats.org/package/2006/relationships"><Relationship Id="rId3" Type="http://schemas.openxmlformats.org/officeDocument/2006/relationships/package" Target="../embeddings/Microsoft_Excel_Worksheet35.xlsx"/><Relationship Id="rId2" Type="http://schemas.microsoft.com/office/2011/relationships/chartColorStyle" Target="colors22.xml"/><Relationship Id="rId1" Type="http://schemas.microsoft.com/office/2011/relationships/chartStyle" Target="style22.xml"/></Relationships>
</file>

<file path=ppt/charts/_rels/chart38.xml.rels><?xml version="1.0" encoding="UTF-8" standalone="yes"?>
<Relationships xmlns="http://schemas.openxmlformats.org/package/2006/relationships"><Relationship Id="rId3" Type="http://schemas.openxmlformats.org/officeDocument/2006/relationships/package" Target="../embeddings/Microsoft_Excel_Worksheet36.xlsx"/><Relationship Id="rId2" Type="http://schemas.microsoft.com/office/2011/relationships/chartColorStyle" Target="colors23.xml"/><Relationship Id="rId1" Type="http://schemas.microsoft.com/office/2011/relationships/chartStyle" Target="style23.xml"/></Relationships>
</file>

<file path=ppt/charts/_rels/chart39.xml.rels><?xml version="1.0" encoding="UTF-8" standalone="yes"?>
<Relationships xmlns="http://schemas.openxmlformats.org/package/2006/relationships"><Relationship Id="rId3" Type="http://schemas.openxmlformats.org/officeDocument/2006/relationships/package" Target="../embeddings/Microsoft_Excel_Worksheet37.xlsx"/><Relationship Id="rId2" Type="http://schemas.microsoft.com/office/2011/relationships/chartColorStyle" Target="colors24.xml"/><Relationship Id="rId1" Type="http://schemas.microsoft.com/office/2011/relationships/chartStyle" Target="style24.xml"/></Relationships>
</file>

<file path=ppt/charts/_rels/chart40.xml.rels><?xml version="1.0" encoding="UTF-8" standalone="yes"?>
<Relationships xmlns="http://schemas.openxmlformats.org/package/2006/relationships"><Relationship Id="rId3" Type="http://schemas.openxmlformats.org/officeDocument/2006/relationships/package" Target="../embeddings/Microsoft_Excel_Worksheet38.xlsx"/><Relationship Id="rId2" Type="http://schemas.microsoft.com/office/2011/relationships/chartColorStyle" Target="colors25.xml"/><Relationship Id="rId1" Type="http://schemas.microsoft.com/office/2011/relationships/chartStyle" Target="style25.xml"/><Relationship Id="rId4" Type="http://schemas.openxmlformats.org/officeDocument/2006/relationships/chartUserShapes" Target="../drawings/drawing6.xml"/></Relationships>
</file>

<file path=ppt/charts/_rels/chart41.xml.rels><?xml version="1.0" encoding="UTF-8" standalone="yes"?>
<Relationships xmlns="http://schemas.openxmlformats.org/package/2006/relationships"><Relationship Id="rId3" Type="http://schemas.openxmlformats.org/officeDocument/2006/relationships/package" Target="../embeddings/Microsoft_Excel_Worksheet39.xlsx"/><Relationship Id="rId2" Type="http://schemas.microsoft.com/office/2011/relationships/chartColorStyle" Target="colors26.xml"/><Relationship Id="rId1" Type="http://schemas.microsoft.com/office/2011/relationships/chartStyle" Target="style26.xml"/><Relationship Id="rId4" Type="http://schemas.openxmlformats.org/officeDocument/2006/relationships/chartUserShapes" Target="../drawings/drawing7.xml"/></Relationships>
</file>

<file path=ppt/charts/_rels/chart42.xml.rels><?xml version="1.0" encoding="UTF-8" standalone="yes"?>
<Relationships xmlns="http://schemas.openxmlformats.org/package/2006/relationships"><Relationship Id="rId3" Type="http://schemas.openxmlformats.org/officeDocument/2006/relationships/package" Target="../embeddings/Microsoft_Excel_Worksheet40.xlsx"/><Relationship Id="rId2" Type="http://schemas.microsoft.com/office/2011/relationships/chartColorStyle" Target="colors27.xml"/><Relationship Id="rId1" Type="http://schemas.microsoft.com/office/2011/relationships/chartStyle" Target="style27.xml"/><Relationship Id="rId4" Type="http://schemas.openxmlformats.org/officeDocument/2006/relationships/chartUserShapes" Target="../drawings/drawing8.xml"/></Relationships>
</file>

<file path=ppt/charts/_rels/chart43.xml.rels><?xml version="1.0" encoding="UTF-8" standalone="yes"?>
<Relationships xmlns="http://schemas.openxmlformats.org/package/2006/relationships"><Relationship Id="rId3" Type="http://schemas.openxmlformats.org/officeDocument/2006/relationships/package" Target="../embeddings/Microsoft_Excel_Worksheet41.xlsx"/><Relationship Id="rId2" Type="http://schemas.microsoft.com/office/2011/relationships/chartColorStyle" Target="colors28.xml"/><Relationship Id="rId1" Type="http://schemas.microsoft.com/office/2011/relationships/chartStyle" Target="style28.xml"/></Relationships>
</file>

<file path=ppt/charts/_rels/chart44.xml.rels><?xml version="1.0" encoding="UTF-8" standalone="yes"?>
<Relationships xmlns="http://schemas.openxmlformats.org/package/2006/relationships"><Relationship Id="rId3" Type="http://schemas.openxmlformats.org/officeDocument/2006/relationships/package" Target="../embeddings/Microsoft_Excel_Worksheet42.xlsx"/><Relationship Id="rId2" Type="http://schemas.microsoft.com/office/2011/relationships/chartColorStyle" Target="colors29.xml"/><Relationship Id="rId1" Type="http://schemas.microsoft.com/office/2011/relationships/chartStyle" Target="style29.xml"/></Relationships>
</file>

<file path=ppt/charts/_rels/chart45.xml.rels><?xml version="1.0" encoding="UTF-8" standalone="yes"?>
<Relationships xmlns="http://schemas.openxmlformats.org/package/2006/relationships"><Relationship Id="rId3" Type="http://schemas.openxmlformats.org/officeDocument/2006/relationships/package" Target="../embeddings/Microsoft_Excel_Worksheet43.xlsx"/><Relationship Id="rId2" Type="http://schemas.microsoft.com/office/2011/relationships/chartColorStyle" Target="colors30.xml"/><Relationship Id="rId1" Type="http://schemas.microsoft.com/office/2011/relationships/chartStyle" Target="style30.xml"/></Relationships>
</file>

<file path=ppt/charts/_rels/chart46.xml.rels><?xml version="1.0" encoding="UTF-8" standalone="yes"?>
<Relationships xmlns="http://schemas.openxmlformats.org/package/2006/relationships"><Relationship Id="rId3" Type="http://schemas.openxmlformats.org/officeDocument/2006/relationships/package" Target="../embeddings/Microsoft_Excel_Worksheet44.xlsx"/><Relationship Id="rId2" Type="http://schemas.microsoft.com/office/2011/relationships/chartColorStyle" Target="colors31.xml"/><Relationship Id="rId1" Type="http://schemas.microsoft.com/office/2011/relationships/chartStyle" Target="style31.xml"/></Relationships>
</file>

<file path=ppt/charts/_rels/chart47.xml.rels><?xml version="1.0" encoding="UTF-8" standalone="yes"?>
<Relationships xmlns="http://schemas.openxmlformats.org/package/2006/relationships"><Relationship Id="rId3" Type="http://schemas.openxmlformats.org/officeDocument/2006/relationships/package" Target="../embeddings/Microsoft_Excel_Worksheet45.xlsx"/><Relationship Id="rId2" Type="http://schemas.microsoft.com/office/2011/relationships/chartColorStyle" Target="colors32.xml"/><Relationship Id="rId1" Type="http://schemas.microsoft.com/office/2011/relationships/chartStyle" Target="style32.xml"/></Relationships>
</file>

<file path=ppt/charts/_rels/chart48.xml.rels><?xml version="1.0" encoding="UTF-8" standalone="yes"?>
<Relationships xmlns="http://schemas.openxmlformats.org/package/2006/relationships"><Relationship Id="rId3" Type="http://schemas.openxmlformats.org/officeDocument/2006/relationships/package" Target="../embeddings/Microsoft_Excel_Worksheet46.xlsx"/><Relationship Id="rId2" Type="http://schemas.microsoft.com/office/2011/relationships/chartColorStyle" Target="colors33.xml"/><Relationship Id="rId1" Type="http://schemas.microsoft.com/office/2011/relationships/chartStyle" Target="style33.xml"/></Relationships>
</file>

<file path=ppt/charts/_rels/chart49.xml.rels><?xml version="1.0" encoding="UTF-8" standalone="yes"?>
<Relationships xmlns="http://schemas.openxmlformats.org/package/2006/relationships"><Relationship Id="rId3" Type="http://schemas.openxmlformats.org/officeDocument/2006/relationships/package" Target="../embeddings/Microsoft_Excel_Worksheet47.xlsx"/><Relationship Id="rId2" Type="http://schemas.microsoft.com/office/2011/relationships/chartColorStyle" Target="colors34.xml"/><Relationship Id="rId1" Type="http://schemas.microsoft.com/office/2011/relationships/chartStyle" Target="style34.xml"/></Relationships>
</file>

<file path=ppt/charts/_rels/chart50.xml.rels><?xml version="1.0" encoding="UTF-8" standalone="yes"?>
<Relationships xmlns="http://schemas.openxmlformats.org/package/2006/relationships"><Relationship Id="rId3" Type="http://schemas.openxmlformats.org/officeDocument/2006/relationships/package" Target="../embeddings/Microsoft_Excel_Worksheet48.xlsx"/><Relationship Id="rId2" Type="http://schemas.microsoft.com/office/2011/relationships/chartColorStyle" Target="colors35.xml"/><Relationship Id="rId1" Type="http://schemas.microsoft.com/office/2011/relationships/chartStyle" Target="style35.xml"/></Relationships>
</file>

<file path=ppt/charts/_rels/chart51.xml.rels><?xml version="1.0" encoding="UTF-8" standalone="yes"?>
<Relationships xmlns="http://schemas.openxmlformats.org/package/2006/relationships"><Relationship Id="rId3" Type="http://schemas.openxmlformats.org/officeDocument/2006/relationships/package" Target="../embeddings/Microsoft_Excel_Worksheet49.xlsx"/><Relationship Id="rId2" Type="http://schemas.microsoft.com/office/2011/relationships/chartColorStyle" Target="colors36.xml"/><Relationship Id="rId1" Type="http://schemas.microsoft.com/office/2011/relationships/chartStyle" Target="style36.xml"/></Relationships>
</file>

<file path=ppt/charts/_rels/chart52.xml.rels><?xml version="1.0" encoding="UTF-8" standalone="yes"?>
<Relationships xmlns="http://schemas.openxmlformats.org/package/2006/relationships"><Relationship Id="rId3" Type="http://schemas.openxmlformats.org/officeDocument/2006/relationships/package" Target="../embeddings/Microsoft_Excel_Worksheet50.xlsx"/><Relationship Id="rId2" Type="http://schemas.microsoft.com/office/2011/relationships/chartColorStyle" Target="colors37.xml"/><Relationship Id="rId1" Type="http://schemas.microsoft.com/office/2011/relationships/chartStyle" Target="style37.xml"/></Relationships>
</file>

<file path=ppt/charts/_rels/chart53.xml.rels><?xml version="1.0" encoding="UTF-8" standalone="yes"?>
<Relationships xmlns="http://schemas.openxmlformats.org/package/2006/relationships"><Relationship Id="rId3" Type="http://schemas.openxmlformats.org/officeDocument/2006/relationships/package" Target="../embeddings/Microsoft_Excel_Worksheet51.xlsx"/><Relationship Id="rId2" Type="http://schemas.microsoft.com/office/2011/relationships/chartColorStyle" Target="colors38.xml"/><Relationship Id="rId1" Type="http://schemas.microsoft.com/office/2011/relationships/chartStyle" Target="style38.xml"/></Relationships>
</file>

<file path=ppt/charts/_rels/chart54.xml.rels><?xml version="1.0" encoding="UTF-8" standalone="yes"?>
<Relationships xmlns="http://schemas.openxmlformats.org/package/2006/relationships"><Relationship Id="rId3" Type="http://schemas.openxmlformats.org/officeDocument/2006/relationships/package" Target="../embeddings/Microsoft_Excel_Worksheet52.xlsx"/><Relationship Id="rId2" Type="http://schemas.microsoft.com/office/2011/relationships/chartColorStyle" Target="colors39.xml"/><Relationship Id="rId1" Type="http://schemas.microsoft.com/office/2011/relationships/chartStyle" Target="style39.xml"/></Relationships>
</file>

<file path=ppt/charts/_rels/chart55.xml.rels><?xml version="1.0" encoding="UTF-8" standalone="yes"?>
<Relationships xmlns="http://schemas.openxmlformats.org/package/2006/relationships"><Relationship Id="rId1" Type="http://schemas.openxmlformats.org/officeDocument/2006/relationships/package" Target="../embeddings/Microsoft_Excel_Worksheet53.xlsx"/></Relationships>
</file>

<file path=ppt/charts/_rels/chartEx1.xml.rels><?xml version="1.0" encoding="UTF-8" standalone="yes"?>
<Relationships xmlns="http://schemas.openxmlformats.org/package/2006/relationships"><Relationship Id="rId3" Type="http://schemas.microsoft.com/office/2011/relationships/chartColorStyle" Target="colors12.xml"/><Relationship Id="rId2" Type="http://schemas.microsoft.com/office/2011/relationships/chartStyle" Target="style12.xml"/><Relationship Id="rId1" Type="http://schemas.openxmlformats.org/officeDocument/2006/relationships/package" Target="../embeddings/Microsoft_Excel_Worksheet9.xlsx"/></Relationships>
</file>

<file path=ppt/charts/_rels/chartEx2.xml.rels><?xml version="1.0" encoding="UTF-8" standalone="yes"?>
<Relationships xmlns="http://schemas.openxmlformats.org/package/2006/relationships"><Relationship Id="rId3" Type="http://schemas.microsoft.com/office/2011/relationships/chartColorStyle" Target="colors13.xml"/><Relationship Id="rId2" Type="http://schemas.microsoft.com/office/2011/relationships/chartStyle" Target="style13.xml"/><Relationship Id="rId1" Type="http://schemas.openxmlformats.org/officeDocument/2006/relationships/package" Target="../embeddings/Microsoft_Excel_Worksheet10.xlsx"/></Relationships>
</file>

<file path=ppt/charts/_rels/chartEx3.xml.rels><?xml version="1.0" encoding="UTF-8" standalone="yes"?>
<Relationships xmlns="http://schemas.openxmlformats.org/package/2006/relationships"><Relationship Id="rId3" Type="http://schemas.microsoft.com/office/2011/relationships/chartColorStyle" Target="colors14.xml"/><Relationship Id="rId2" Type="http://schemas.microsoft.com/office/2011/relationships/chartStyle" Target="style14.xml"/><Relationship Id="rId1" Type="http://schemas.openxmlformats.org/officeDocument/2006/relationships/package" Target="../embeddings/Microsoft_Excel_Worksheet11.xlsx"/></Relationships>
</file>

<file path=ppt/charts/_rels/chartEx4.xml.rels><?xml version="1.0" encoding="UTF-8" standalone="yes"?>
<Relationships xmlns="http://schemas.openxmlformats.org/package/2006/relationships"><Relationship Id="rId3" Type="http://schemas.microsoft.com/office/2011/relationships/chartColorStyle" Target="colors15.xml"/><Relationship Id="rId2" Type="http://schemas.microsoft.com/office/2011/relationships/chartStyle" Target="style15.xml"/><Relationship Id="rId1" Type="http://schemas.openxmlformats.org/officeDocument/2006/relationships/package" Target="../embeddings/Microsoft_Excel_Worksheet12.xlsx"/></Relationships>
</file>

<file path=ppt/charts/_rels/chartEx5.xml.rels><?xml version="1.0" encoding="UTF-8" standalone="yes"?>
<Relationships xmlns="http://schemas.openxmlformats.org/package/2006/relationships"><Relationship Id="rId3" Type="http://schemas.microsoft.com/office/2011/relationships/chartColorStyle" Target="colors18.xml"/><Relationship Id="rId2" Type="http://schemas.microsoft.com/office/2011/relationships/chartStyle" Target="style18.xml"/><Relationship Id="rId1" Type="http://schemas.openxmlformats.org/officeDocument/2006/relationships/package" Target="../embeddings/Microsoft_Excel_Worksheet2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39422059817821303"/>
          <c:y val="0.10186154270653941"/>
          <c:w val="0.54915060908023672"/>
          <c:h val="0.70007231139570514"/>
        </c:manualLayout>
      </c:layout>
      <c:lineChart>
        <c:grouping val="standard"/>
        <c:varyColors val="0"/>
        <c:ser>
          <c:idx val="0"/>
          <c:order val="1"/>
          <c:tx>
            <c:v>GR: Residential property prices</c:v>
          </c:tx>
          <c:spPr>
            <a:ln w="25400" cap="rnd" cmpd="sng">
              <a:solidFill>
                <a:srgbClr val="00B8B8"/>
              </a:solidFill>
              <a:round/>
            </a:ln>
            <a:effectLst/>
          </c:spPr>
          <c:marker>
            <c:symbol val="none"/>
          </c:marker>
          <c:cat>
            <c:strRef>
              <c:f>'[ECB_Residential Property Price Index_Cross Country_v3.xlsx]2001=100'!$I$9:$I$97</c:f>
              <c:strCache>
                <c:ptCount val="89"/>
                <c:pt idx="0">
                  <c:v>2Q01</c:v>
                </c:pt>
                <c:pt idx="1">
                  <c:v>3Q01</c:v>
                </c:pt>
                <c:pt idx="2">
                  <c:v>4Q01</c:v>
                </c:pt>
                <c:pt idx="3">
                  <c:v>1Q02</c:v>
                </c:pt>
                <c:pt idx="4">
                  <c:v>2Q02</c:v>
                </c:pt>
                <c:pt idx="5">
                  <c:v>3Q02</c:v>
                </c:pt>
                <c:pt idx="6">
                  <c:v>4Q02</c:v>
                </c:pt>
                <c:pt idx="7">
                  <c:v>1Q03</c:v>
                </c:pt>
                <c:pt idx="8">
                  <c:v>2Q03</c:v>
                </c:pt>
                <c:pt idx="9">
                  <c:v>3Q03</c:v>
                </c:pt>
                <c:pt idx="10">
                  <c:v>4Q03</c:v>
                </c:pt>
                <c:pt idx="11">
                  <c:v>1Q04</c:v>
                </c:pt>
                <c:pt idx="12">
                  <c:v>2Q04</c:v>
                </c:pt>
                <c:pt idx="13">
                  <c:v>3Q04</c:v>
                </c:pt>
                <c:pt idx="14">
                  <c:v>4Q04</c:v>
                </c:pt>
                <c:pt idx="15">
                  <c:v>1Q05</c:v>
                </c:pt>
                <c:pt idx="16">
                  <c:v>2Q05</c:v>
                </c:pt>
                <c:pt idx="17">
                  <c:v>3Q05</c:v>
                </c:pt>
                <c:pt idx="18">
                  <c:v>4Q05</c:v>
                </c:pt>
                <c:pt idx="19">
                  <c:v>1Q06</c:v>
                </c:pt>
                <c:pt idx="20">
                  <c:v>2Q06</c:v>
                </c:pt>
                <c:pt idx="21">
                  <c:v>3Q06</c:v>
                </c:pt>
                <c:pt idx="22">
                  <c:v>4Q06</c:v>
                </c:pt>
                <c:pt idx="23">
                  <c:v>1Q07</c:v>
                </c:pt>
                <c:pt idx="24">
                  <c:v>2Q07</c:v>
                </c:pt>
                <c:pt idx="25">
                  <c:v>3Q07</c:v>
                </c:pt>
                <c:pt idx="26">
                  <c:v>4Q07</c:v>
                </c:pt>
                <c:pt idx="27">
                  <c:v>1Q08</c:v>
                </c:pt>
                <c:pt idx="28">
                  <c:v>2Q08</c:v>
                </c:pt>
                <c:pt idx="29">
                  <c:v>3Q08</c:v>
                </c:pt>
                <c:pt idx="30">
                  <c:v>4Q08</c:v>
                </c:pt>
                <c:pt idx="31">
                  <c:v>1Q09</c:v>
                </c:pt>
                <c:pt idx="32">
                  <c:v>2Q09</c:v>
                </c:pt>
                <c:pt idx="33">
                  <c:v>3Q09</c:v>
                </c:pt>
                <c:pt idx="34">
                  <c:v>4Q09</c:v>
                </c:pt>
                <c:pt idx="35">
                  <c:v>1Q10</c:v>
                </c:pt>
                <c:pt idx="36">
                  <c:v>2Q10</c:v>
                </c:pt>
                <c:pt idx="37">
                  <c:v>3Q10</c:v>
                </c:pt>
                <c:pt idx="38">
                  <c:v>4Q10</c:v>
                </c:pt>
                <c:pt idx="39">
                  <c:v>1Q11</c:v>
                </c:pt>
                <c:pt idx="40">
                  <c:v>2Q11</c:v>
                </c:pt>
                <c:pt idx="41">
                  <c:v>3Q11</c:v>
                </c:pt>
                <c:pt idx="42">
                  <c:v>4Q11</c:v>
                </c:pt>
                <c:pt idx="43">
                  <c:v>1Q12</c:v>
                </c:pt>
                <c:pt idx="44">
                  <c:v>2Q12</c:v>
                </c:pt>
                <c:pt idx="45">
                  <c:v>3Q12</c:v>
                </c:pt>
                <c:pt idx="46">
                  <c:v>4Q12</c:v>
                </c:pt>
                <c:pt idx="47">
                  <c:v>1Q13</c:v>
                </c:pt>
                <c:pt idx="48">
                  <c:v>2Q13</c:v>
                </c:pt>
                <c:pt idx="49">
                  <c:v>3Q13</c:v>
                </c:pt>
                <c:pt idx="50">
                  <c:v>4Q13</c:v>
                </c:pt>
                <c:pt idx="51">
                  <c:v>1Q14</c:v>
                </c:pt>
                <c:pt idx="52">
                  <c:v>2Q14</c:v>
                </c:pt>
                <c:pt idx="53">
                  <c:v>3Q14</c:v>
                </c:pt>
                <c:pt idx="54">
                  <c:v>4Q14</c:v>
                </c:pt>
                <c:pt idx="55">
                  <c:v>1Q15</c:v>
                </c:pt>
                <c:pt idx="56">
                  <c:v>2Q15</c:v>
                </c:pt>
                <c:pt idx="57">
                  <c:v>3Q15</c:v>
                </c:pt>
                <c:pt idx="58">
                  <c:v>4Q15</c:v>
                </c:pt>
                <c:pt idx="59">
                  <c:v>1Q16</c:v>
                </c:pt>
                <c:pt idx="60">
                  <c:v>2Q16</c:v>
                </c:pt>
                <c:pt idx="61">
                  <c:v>3Q16</c:v>
                </c:pt>
                <c:pt idx="62">
                  <c:v>4Q16</c:v>
                </c:pt>
                <c:pt idx="63">
                  <c:v>1Q17</c:v>
                </c:pt>
                <c:pt idx="64">
                  <c:v>2Q17</c:v>
                </c:pt>
                <c:pt idx="65">
                  <c:v>3Q17</c:v>
                </c:pt>
                <c:pt idx="66">
                  <c:v>4Q17</c:v>
                </c:pt>
                <c:pt idx="67">
                  <c:v>1Q18</c:v>
                </c:pt>
                <c:pt idx="68">
                  <c:v>2Q18</c:v>
                </c:pt>
                <c:pt idx="69">
                  <c:v>3Q18</c:v>
                </c:pt>
                <c:pt idx="70">
                  <c:v>4Q18</c:v>
                </c:pt>
                <c:pt idx="71">
                  <c:v>1Q19</c:v>
                </c:pt>
                <c:pt idx="72">
                  <c:v>2Q19</c:v>
                </c:pt>
                <c:pt idx="73">
                  <c:v>3Q19</c:v>
                </c:pt>
                <c:pt idx="74">
                  <c:v>4Q19</c:v>
                </c:pt>
                <c:pt idx="75">
                  <c:v>1Q20</c:v>
                </c:pt>
                <c:pt idx="76">
                  <c:v>2Q20</c:v>
                </c:pt>
                <c:pt idx="77">
                  <c:v>3Q20</c:v>
                </c:pt>
                <c:pt idx="78">
                  <c:v>4Q20</c:v>
                </c:pt>
                <c:pt idx="79">
                  <c:v>1Q21</c:v>
                </c:pt>
                <c:pt idx="80">
                  <c:v>2Q21</c:v>
                </c:pt>
                <c:pt idx="81">
                  <c:v>3Q21</c:v>
                </c:pt>
                <c:pt idx="82">
                  <c:v>4Q21</c:v>
                </c:pt>
                <c:pt idx="83">
                  <c:v>1Q22</c:v>
                </c:pt>
                <c:pt idx="84">
                  <c:v>2Q22</c:v>
                </c:pt>
                <c:pt idx="85">
                  <c:v>3Q22</c:v>
                </c:pt>
                <c:pt idx="86">
                  <c:v>4Q22</c:v>
                </c:pt>
                <c:pt idx="87">
                  <c:v>1Q23</c:v>
                </c:pt>
                <c:pt idx="88">
                  <c:v>2Q23</c:v>
                </c:pt>
              </c:strCache>
            </c:strRef>
          </c:cat>
          <c:val>
            <c:numRef>
              <c:f>'[ECB_Residential Property Price Index_Cross Country_v3.xlsx]2001=100'!$S$9:$S$97</c:f>
              <c:numCache>
                <c:formatCode>0.0</c:formatCode>
                <c:ptCount val="89"/>
                <c:pt idx="0">
                  <c:v>67.508710801393718</c:v>
                </c:pt>
                <c:pt idx="1">
                  <c:v>68.621013133208251</c:v>
                </c:pt>
                <c:pt idx="2">
                  <c:v>70.289466630930036</c:v>
                </c:pt>
                <c:pt idx="3">
                  <c:v>72.62128115786652</c:v>
                </c:pt>
                <c:pt idx="4">
                  <c:v>74.62476547842401</c:v>
                </c:pt>
                <c:pt idx="5">
                  <c:v>76.407129455909939</c:v>
                </c:pt>
                <c:pt idx="6">
                  <c:v>79.187885285446256</c:v>
                </c:pt>
                <c:pt idx="7">
                  <c:v>79.851246314660941</c:v>
                </c:pt>
                <c:pt idx="8">
                  <c:v>80.521307960332351</c:v>
                </c:pt>
                <c:pt idx="9">
                  <c:v>81.519699812382726</c:v>
                </c:pt>
                <c:pt idx="10">
                  <c:v>82.967032967032964</c:v>
                </c:pt>
                <c:pt idx="11">
                  <c:v>83.302063789868669</c:v>
                </c:pt>
                <c:pt idx="12">
                  <c:v>84.186545162154914</c:v>
                </c:pt>
                <c:pt idx="13">
                  <c:v>84.856606807826324</c:v>
                </c:pt>
                <c:pt idx="14">
                  <c:v>85.412757973733576</c:v>
                </c:pt>
                <c:pt idx="15">
                  <c:v>87.972393460198333</c:v>
                </c:pt>
                <c:pt idx="16">
                  <c:v>90.304207987134816</c:v>
                </c:pt>
                <c:pt idx="17">
                  <c:v>94.090056285178221</c:v>
                </c:pt>
                <c:pt idx="18">
                  <c:v>96.535781291878848</c:v>
                </c:pt>
                <c:pt idx="19">
                  <c:v>99.524256231573304</c:v>
                </c:pt>
                <c:pt idx="20">
                  <c:v>102.37871884213345</c:v>
                </c:pt>
                <c:pt idx="21">
                  <c:v>104.02707049048512</c:v>
                </c:pt>
                <c:pt idx="22">
                  <c:v>108.39587242026268</c:v>
                </c:pt>
                <c:pt idx="23">
                  <c:v>108.16135084427765</c:v>
                </c:pt>
                <c:pt idx="24">
                  <c:v>109.33395872420262</c:v>
                </c:pt>
                <c:pt idx="25">
                  <c:v>110.45296167247388</c:v>
                </c:pt>
                <c:pt idx="26">
                  <c:v>111.01581345483784</c:v>
                </c:pt>
                <c:pt idx="27">
                  <c:v>111.29053872956311</c:v>
                </c:pt>
                <c:pt idx="28">
                  <c:v>111.2369337979094</c:v>
                </c:pt>
                <c:pt idx="29">
                  <c:v>112.18172071830608</c:v>
                </c:pt>
                <c:pt idx="30">
                  <c:v>111.6724738675958</c:v>
                </c:pt>
                <c:pt idx="31">
                  <c:v>107.62530152774055</c:v>
                </c:pt>
                <c:pt idx="32">
                  <c:v>108.48298043419994</c:v>
                </c:pt>
                <c:pt idx="33">
                  <c:v>106.45269364781559</c:v>
                </c:pt>
                <c:pt idx="34">
                  <c:v>107.20986330742429</c:v>
                </c:pt>
                <c:pt idx="35">
                  <c:v>105.71562583757705</c:v>
                </c:pt>
                <c:pt idx="36">
                  <c:v>103.39721254355401</c:v>
                </c:pt>
                <c:pt idx="37">
                  <c:v>100.91798445456983</c:v>
                </c:pt>
                <c:pt idx="38">
                  <c:v>99.731975341731442</c:v>
                </c:pt>
                <c:pt idx="39">
                  <c:v>100</c:v>
                </c:pt>
                <c:pt idx="40">
                  <c:v>98.110426159206625</c:v>
                </c:pt>
                <c:pt idx="41">
                  <c:v>96.133744304476011</c:v>
                </c:pt>
                <c:pt idx="42">
                  <c:v>93.125167515411405</c:v>
                </c:pt>
                <c:pt idx="43">
                  <c:v>89.45322969713213</c:v>
                </c:pt>
                <c:pt idx="44">
                  <c:v>87.489949075314925</c:v>
                </c:pt>
                <c:pt idx="45">
                  <c:v>84.032430983650485</c:v>
                </c:pt>
                <c:pt idx="46">
                  <c:v>81.231573304744032</c:v>
                </c:pt>
                <c:pt idx="47">
                  <c:v>79.181184668989545</c:v>
                </c:pt>
                <c:pt idx="48">
                  <c:v>77.016885553470914</c:v>
                </c:pt>
                <c:pt idx="49">
                  <c:v>75.46904315196997</c:v>
                </c:pt>
                <c:pt idx="50">
                  <c:v>73.405253283302045</c:v>
                </c:pt>
                <c:pt idx="51">
                  <c:v>71.978021978021971</c:v>
                </c:pt>
                <c:pt idx="52">
                  <c:v>70.6982042347896</c:v>
                </c:pt>
                <c:pt idx="53">
                  <c:v>70.276065398016613</c:v>
                </c:pt>
                <c:pt idx="54">
                  <c:v>69.337979094076658</c:v>
                </c:pt>
                <c:pt idx="55">
                  <c:v>69.016349504154377</c:v>
                </c:pt>
                <c:pt idx="56">
                  <c:v>67.187081211471451</c:v>
                </c:pt>
                <c:pt idx="57">
                  <c:v>66.034575180916647</c:v>
                </c:pt>
                <c:pt idx="58">
                  <c:v>65.793352988474936</c:v>
                </c:pt>
                <c:pt idx="59">
                  <c:v>66.007772715089786</c:v>
                </c:pt>
                <c:pt idx="60">
                  <c:v>65.485124631466093</c:v>
                </c:pt>
                <c:pt idx="61">
                  <c:v>65.042883945322956</c:v>
                </c:pt>
                <c:pt idx="62">
                  <c:v>65.109890109890117</c:v>
                </c:pt>
                <c:pt idx="63">
                  <c:v>64.768158670597686</c:v>
                </c:pt>
                <c:pt idx="64">
                  <c:v>64.794961136424547</c:v>
                </c:pt>
                <c:pt idx="65">
                  <c:v>64.614044492093271</c:v>
                </c:pt>
                <c:pt idx="66">
                  <c:v>64.835164835164832</c:v>
                </c:pt>
                <c:pt idx="67">
                  <c:v>65.076387027606543</c:v>
                </c:pt>
                <c:pt idx="68">
                  <c:v>65.61243634414366</c:v>
                </c:pt>
                <c:pt idx="69">
                  <c:v>66.088180112570356</c:v>
                </c:pt>
                <c:pt idx="70">
                  <c:v>66.912355936746167</c:v>
                </c:pt>
                <c:pt idx="71">
                  <c:v>68.65451621549181</c:v>
                </c:pt>
                <c:pt idx="72">
                  <c:v>70.59769498793888</c:v>
                </c:pt>
                <c:pt idx="73">
                  <c:v>71.562583757705696</c:v>
                </c:pt>
                <c:pt idx="74">
                  <c:v>71.91771642991155</c:v>
                </c:pt>
                <c:pt idx="75">
                  <c:v>73.277941570624492</c:v>
                </c:pt>
                <c:pt idx="76">
                  <c:v>73.626373626373621</c:v>
                </c:pt>
                <c:pt idx="77">
                  <c:v>74.336638970785302</c:v>
                </c:pt>
                <c:pt idx="78">
                  <c:v>74.195926025194311</c:v>
                </c:pt>
                <c:pt idx="79">
                  <c:v>76.601447333154638</c:v>
                </c:pt>
                <c:pt idx="80">
                  <c:v>78.705440900562834</c:v>
                </c:pt>
                <c:pt idx="81">
                  <c:v>80.889841865451615</c:v>
                </c:pt>
                <c:pt idx="82">
                  <c:v>81.693915840257304</c:v>
                </c:pt>
                <c:pt idx="83">
                  <c:v>84.273653176092182</c:v>
                </c:pt>
                <c:pt idx="84">
                  <c:v>87.23532564995979</c:v>
                </c:pt>
                <c:pt idx="85">
                  <c:v>91.041275797373359</c:v>
                </c:pt>
                <c:pt idx="86">
                  <c:v>92.944250871080129</c:v>
                </c:pt>
                <c:pt idx="87">
                  <c:v>96.944518895738412</c:v>
                </c:pt>
                <c:pt idx="88">
                  <c:v>99.403645135352448</c:v>
                </c:pt>
              </c:numCache>
            </c:numRef>
          </c:val>
          <c:smooth val="0"/>
          <c:extLst>
            <c:ext xmlns:c16="http://schemas.microsoft.com/office/drawing/2014/chart" uri="{C3380CC4-5D6E-409C-BE32-E72D297353CC}">
              <c16:uniqueId val="{00000000-C7CA-674D-960C-89CDA0E57124}"/>
            </c:ext>
          </c:extLst>
        </c:ser>
        <c:ser>
          <c:idx val="2"/>
          <c:order val="2"/>
          <c:tx>
            <c:v>GR: Commercial property prices (prime spaces)</c:v>
          </c:tx>
          <c:spPr>
            <a:ln w="25400" cap="rnd">
              <a:solidFill>
                <a:srgbClr val="003841"/>
              </a:solidFill>
              <a:prstDash val="sysDash"/>
              <a:round/>
            </a:ln>
            <a:effectLst/>
          </c:spPr>
          <c:marker>
            <c:symbol val="none"/>
          </c:marker>
          <c:val>
            <c:numRef>
              <c:f>'[ECB_Residential Property Price Index_Cross Country_v3.xlsx]2001=100'!$R$9:$R$97</c:f>
              <c:numCache>
                <c:formatCode>General</c:formatCode>
                <c:ptCount val="89"/>
                <c:pt idx="35" formatCode="0.0">
                  <c:v>106.70508119434258</c:v>
                </c:pt>
                <c:pt idx="36" formatCode="0.0">
                  <c:v>106.70508119434258</c:v>
                </c:pt>
                <c:pt idx="37" formatCode="0.0">
                  <c:v>102.82870612886327</c:v>
                </c:pt>
                <c:pt idx="38" formatCode="0.0">
                  <c:v>102.82870612886327</c:v>
                </c:pt>
                <c:pt idx="39" formatCode="0.0">
                  <c:v>100</c:v>
                </c:pt>
                <c:pt idx="40" formatCode="0.0">
                  <c:v>100</c:v>
                </c:pt>
                <c:pt idx="41" formatCode="0.0">
                  <c:v>94.604504976427435</c:v>
                </c:pt>
                <c:pt idx="42" formatCode="0.0">
                  <c:v>94.604504976427435</c:v>
                </c:pt>
                <c:pt idx="43" formatCode="0.0">
                  <c:v>88.161341016238865</c:v>
                </c:pt>
                <c:pt idx="44" formatCode="0.0">
                  <c:v>88.161341016238865</c:v>
                </c:pt>
                <c:pt idx="45" formatCode="0.0">
                  <c:v>84.127815610267149</c:v>
                </c:pt>
                <c:pt idx="46" formatCode="0.0">
                  <c:v>84.127815610267149</c:v>
                </c:pt>
                <c:pt idx="47" formatCode="0.0">
                  <c:v>80.094290204295447</c:v>
                </c:pt>
                <c:pt idx="48" formatCode="0.0">
                  <c:v>80.094290204295447</c:v>
                </c:pt>
                <c:pt idx="49" formatCode="0.0">
                  <c:v>76.113148245154534</c:v>
                </c:pt>
                <c:pt idx="50" formatCode="0.0">
                  <c:v>76.113148245154534</c:v>
                </c:pt>
                <c:pt idx="51" formatCode="0.0">
                  <c:v>76.270298585646941</c:v>
                </c:pt>
                <c:pt idx="52" formatCode="0.0">
                  <c:v>76.270298585646941</c:v>
                </c:pt>
                <c:pt idx="53" formatCode="0.0">
                  <c:v>75.903614457831324</c:v>
                </c:pt>
                <c:pt idx="54" formatCode="0.0">
                  <c:v>75.903614457831324</c:v>
                </c:pt>
                <c:pt idx="55" formatCode="0.0">
                  <c:v>74.594028287061278</c:v>
                </c:pt>
                <c:pt idx="56" formatCode="0.0">
                  <c:v>74.594028287061278</c:v>
                </c:pt>
                <c:pt idx="57" formatCode="0.0">
                  <c:v>74.751178627553685</c:v>
                </c:pt>
                <c:pt idx="58" formatCode="0.0">
                  <c:v>74.751178627553685</c:v>
                </c:pt>
                <c:pt idx="59" formatCode="0.0">
                  <c:v>74.594028287061292</c:v>
                </c:pt>
                <c:pt idx="60" formatCode="0.0">
                  <c:v>74.594028287061292</c:v>
                </c:pt>
                <c:pt idx="61" formatCode="0.0">
                  <c:v>74.594028287061292</c:v>
                </c:pt>
                <c:pt idx="62" formatCode="0.0">
                  <c:v>74.594028287061292</c:v>
                </c:pt>
                <c:pt idx="63" formatCode="0.0">
                  <c:v>74.960712414876895</c:v>
                </c:pt>
                <c:pt idx="64" formatCode="0.0">
                  <c:v>74.960712414876895</c:v>
                </c:pt>
                <c:pt idx="65" formatCode="0.0">
                  <c:v>76.898899947616556</c:v>
                </c:pt>
                <c:pt idx="66" formatCode="0.0">
                  <c:v>76.898899947616556</c:v>
                </c:pt>
                <c:pt idx="67" formatCode="0.0">
                  <c:v>79.099004714510215</c:v>
                </c:pt>
                <c:pt idx="68" formatCode="0.0">
                  <c:v>79.099004714510215</c:v>
                </c:pt>
                <c:pt idx="69" formatCode="0.0">
                  <c:v>81.246726034573072</c:v>
                </c:pt>
                <c:pt idx="70" formatCode="0.0">
                  <c:v>81.246726034573072</c:v>
                </c:pt>
                <c:pt idx="71" formatCode="0.0">
                  <c:v>83.708748035620744</c:v>
                </c:pt>
                <c:pt idx="72" formatCode="0.0">
                  <c:v>83.708748035620744</c:v>
                </c:pt>
                <c:pt idx="73" formatCode="0.0">
                  <c:v>85.280251440544802</c:v>
                </c:pt>
                <c:pt idx="74" formatCode="0.0">
                  <c:v>85.280251440544802</c:v>
                </c:pt>
                <c:pt idx="75" formatCode="0.0">
                  <c:v>86.013619696176008</c:v>
                </c:pt>
                <c:pt idx="76" formatCode="0.0">
                  <c:v>86.013619696176008</c:v>
                </c:pt>
                <c:pt idx="77" formatCode="0.0">
                  <c:v>86.223153483499232</c:v>
                </c:pt>
                <c:pt idx="78" formatCode="0.0">
                  <c:v>86.223153483499232</c:v>
                </c:pt>
                <c:pt idx="79" formatCode="0.0">
                  <c:v>87.218438973284435</c:v>
                </c:pt>
                <c:pt idx="80" formatCode="0.0">
                  <c:v>87.218438973284435</c:v>
                </c:pt>
                <c:pt idx="81" formatCode="0.0">
                  <c:v>88.632792037716072</c:v>
                </c:pt>
                <c:pt idx="82" formatCode="0.0">
                  <c:v>88.632792037716072</c:v>
                </c:pt>
                <c:pt idx="83" formatCode="0.0">
                  <c:v>90.309062336301722</c:v>
                </c:pt>
                <c:pt idx="84" formatCode="0.0">
                  <c:v>90.309062336301722</c:v>
                </c:pt>
                <c:pt idx="85" formatCode="0.0">
                  <c:v>92.352016762702988</c:v>
                </c:pt>
                <c:pt idx="86" formatCode="0.0">
                  <c:v>92.352016762702988</c:v>
                </c:pt>
              </c:numCache>
            </c:numRef>
          </c:val>
          <c:smooth val="0"/>
          <c:extLst>
            <c:ext xmlns:c16="http://schemas.microsoft.com/office/drawing/2014/chart" uri="{C3380CC4-5D6E-409C-BE32-E72D297353CC}">
              <c16:uniqueId val="{00000001-C7CA-674D-960C-89CDA0E57124}"/>
            </c:ext>
          </c:extLst>
        </c:ser>
        <c:dLbls>
          <c:showLegendKey val="0"/>
          <c:showVal val="0"/>
          <c:showCatName val="0"/>
          <c:showSerName val="0"/>
          <c:showPercent val="0"/>
          <c:showBubbleSize val="0"/>
        </c:dLbls>
        <c:marker val="1"/>
        <c:smooth val="0"/>
        <c:axId val="170630176"/>
        <c:axId val="170632256"/>
      </c:lineChart>
      <c:lineChart>
        <c:grouping val="standard"/>
        <c:varyColors val="0"/>
        <c:ser>
          <c:idx val="1"/>
          <c:order val="0"/>
          <c:tx>
            <c:v>EA: Residential property prices</c:v>
          </c:tx>
          <c:spPr>
            <a:ln w="28575" cap="rnd">
              <a:solidFill>
                <a:srgbClr val="939793"/>
              </a:solidFill>
              <a:round/>
            </a:ln>
            <a:effectLst/>
          </c:spPr>
          <c:marker>
            <c:symbol val="none"/>
          </c:marker>
          <c:cat>
            <c:strRef>
              <c:f>'[ECB_Residential Property Price Index_Cross Country_v3.xlsx]2001=100'!$I$9:$I$97</c:f>
              <c:strCache>
                <c:ptCount val="89"/>
                <c:pt idx="0">
                  <c:v>2Q01</c:v>
                </c:pt>
                <c:pt idx="1">
                  <c:v>3Q01</c:v>
                </c:pt>
                <c:pt idx="2">
                  <c:v>4Q01</c:v>
                </c:pt>
                <c:pt idx="3">
                  <c:v>1Q02</c:v>
                </c:pt>
                <c:pt idx="4">
                  <c:v>2Q02</c:v>
                </c:pt>
                <c:pt idx="5">
                  <c:v>3Q02</c:v>
                </c:pt>
                <c:pt idx="6">
                  <c:v>4Q02</c:v>
                </c:pt>
                <c:pt idx="7">
                  <c:v>1Q03</c:v>
                </c:pt>
                <c:pt idx="8">
                  <c:v>2Q03</c:v>
                </c:pt>
                <c:pt idx="9">
                  <c:v>3Q03</c:v>
                </c:pt>
                <c:pt idx="10">
                  <c:v>4Q03</c:v>
                </c:pt>
                <c:pt idx="11">
                  <c:v>1Q04</c:v>
                </c:pt>
                <c:pt idx="12">
                  <c:v>2Q04</c:v>
                </c:pt>
                <c:pt idx="13">
                  <c:v>3Q04</c:v>
                </c:pt>
                <c:pt idx="14">
                  <c:v>4Q04</c:v>
                </c:pt>
                <c:pt idx="15">
                  <c:v>1Q05</c:v>
                </c:pt>
                <c:pt idx="16">
                  <c:v>2Q05</c:v>
                </c:pt>
                <c:pt idx="17">
                  <c:v>3Q05</c:v>
                </c:pt>
                <c:pt idx="18">
                  <c:v>4Q05</c:v>
                </c:pt>
                <c:pt idx="19">
                  <c:v>1Q06</c:v>
                </c:pt>
                <c:pt idx="20">
                  <c:v>2Q06</c:v>
                </c:pt>
                <c:pt idx="21">
                  <c:v>3Q06</c:v>
                </c:pt>
                <c:pt idx="22">
                  <c:v>4Q06</c:v>
                </c:pt>
                <c:pt idx="23">
                  <c:v>1Q07</c:v>
                </c:pt>
                <c:pt idx="24">
                  <c:v>2Q07</c:v>
                </c:pt>
                <c:pt idx="25">
                  <c:v>3Q07</c:v>
                </c:pt>
                <c:pt idx="26">
                  <c:v>4Q07</c:v>
                </c:pt>
                <c:pt idx="27">
                  <c:v>1Q08</c:v>
                </c:pt>
                <c:pt idx="28">
                  <c:v>2Q08</c:v>
                </c:pt>
                <c:pt idx="29">
                  <c:v>3Q08</c:v>
                </c:pt>
                <c:pt idx="30">
                  <c:v>4Q08</c:v>
                </c:pt>
                <c:pt idx="31">
                  <c:v>1Q09</c:v>
                </c:pt>
                <c:pt idx="32">
                  <c:v>2Q09</c:v>
                </c:pt>
                <c:pt idx="33">
                  <c:v>3Q09</c:v>
                </c:pt>
                <c:pt idx="34">
                  <c:v>4Q09</c:v>
                </c:pt>
                <c:pt idx="35">
                  <c:v>1Q10</c:v>
                </c:pt>
                <c:pt idx="36">
                  <c:v>2Q10</c:v>
                </c:pt>
                <c:pt idx="37">
                  <c:v>3Q10</c:v>
                </c:pt>
                <c:pt idx="38">
                  <c:v>4Q10</c:v>
                </c:pt>
                <c:pt idx="39">
                  <c:v>1Q11</c:v>
                </c:pt>
                <c:pt idx="40">
                  <c:v>2Q11</c:v>
                </c:pt>
                <c:pt idx="41">
                  <c:v>3Q11</c:v>
                </c:pt>
                <c:pt idx="42">
                  <c:v>4Q11</c:v>
                </c:pt>
                <c:pt idx="43">
                  <c:v>1Q12</c:v>
                </c:pt>
                <c:pt idx="44">
                  <c:v>2Q12</c:v>
                </c:pt>
                <c:pt idx="45">
                  <c:v>3Q12</c:v>
                </c:pt>
                <c:pt idx="46">
                  <c:v>4Q12</c:v>
                </c:pt>
                <c:pt idx="47">
                  <c:v>1Q13</c:v>
                </c:pt>
                <c:pt idx="48">
                  <c:v>2Q13</c:v>
                </c:pt>
                <c:pt idx="49">
                  <c:v>3Q13</c:v>
                </c:pt>
                <c:pt idx="50">
                  <c:v>4Q13</c:v>
                </c:pt>
                <c:pt idx="51">
                  <c:v>1Q14</c:v>
                </c:pt>
                <c:pt idx="52">
                  <c:v>2Q14</c:v>
                </c:pt>
                <c:pt idx="53">
                  <c:v>3Q14</c:v>
                </c:pt>
                <c:pt idx="54">
                  <c:v>4Q14</c:v>
                </c:pt>
                <c:pt idx="55">
                  <c:v>1Q15</c:v>
                </c:pt>
                <c:pt idx="56">
                  <c:v>2Q15</c:v>
                </c:pt>
                <c:pt idx="57">
                  <c:v>3Q15</c:v>
                </c:pt>
                <c:pt idx="58">
                  <c:v>4Q15</c:v>
                </c:pt>
                <c:pt idx="59">
                  <c:v>1Q16</c:v>
                </c:pt>
                <c:pt idx="60">
                  <c:v>2Q16</c:v>
                </c:pt>
                <c:pt idx="61">
                  <c:v>3Q16</c:v>
                </c:pt>
                <c:pt idx="62">
                  <c:v>4Q16</c:v>
                </c:pt>
                <c:pt idx="63">
                  <c:v>1Q17</c:v>
                </c:pt>
                <c:pt idx="64">
                  <c:v>2Q17</c:v>
                </c:pt>
                <c:pt idx="65">
                  <c:v>3Q17</c:v>
                </c:pt>
                <c:pt idx="66">
                  <c:v>4Q17</c:v>
                </c:pt>
                <c:pt idx="67">
                  <c:v>1Q18</c:v>
                </c:pt>
                <c:pt idx="68">
                  <c:v>2Q18</c:v>
                </c:pt>
                <c:pt idx="69">
                  <c:v>3Q18</c:v>
                </c:pt>
                <c:pt idx="70">
                  <c:v>4Q18</c:v>
                </c:pt>
                <c:pt idx="71">
                  <c:v>1Q19</c:v>
                </c:pt>
                <c:pt idx="72">
                  <c:v>2Q19</c:v>
                </c:pt>
                <c:pt idx="73">
                  <c:v>3Q19</c:v>
                </c:pt>
                <c:pt idx="74">
                  <c:v>4Q19</c:v>
                </c:pt>
                <c:pt idx="75">
                  <c:v>1Q20</c:v>
                </c:pt>
                <c:pt idx="76">
                  <c:v>2Q20</c:v>
                </c:pt>
                <c:pt idx="77">
                  <c:v>3Q20</c:v>
                </c:pt>
                <c:pt idx="78">
                  <c:v>4Q20</c:v>
                </c:pt>
                <c:pt idx="79">
                  <c:v>1Q21</c:v>
                </c:pt>
                <c:pt idx="80">
                  <c:v>2Q21</c:v>
                </c:pt>
                <c:pt idx="81">
                  <c:v>3Q21</c:v>
                </c:pt>
                <c:pt idx="82">
                  <c:v>4Q21</c:v>
                </c:pt>
                <c:pt idx="83">
                  <c:v>1Q22</c:v>
                </c:pt>
                <c:pt idx="84">
                  <c:v>2Q22</c:v>
                </c:pt>
                <c:pt idx="85">
                  <c:v>3Q22</c:v>
                </c:pt>
                <c:pt idx="86">
                  <c:v>4Q22</c:v>
                </c:pt>
                <c:pt idx="87">
                  <c:v>1Q23</c:v>
                </c:pt>
                <c:pt idx="88">
                  <c:v>2Q23</c:v>
                </c:pt>
              </c:strCache>
            </c:strRef>
          </c:cat>
          <c:val>
            <c:numRef>
              <c:f>'[ECB_Residential Property Price Index_Cross Country_v3.xlsx]2001=100'!$T$9:$T$97</c:f>
              <c:numCache>
                <c:formatCode>0.0</c:formatCode>
                <c:ptCount val="89"/>
                <c:pt idx="0">
                  <c:v>68.844613731809744</c:v>
                </c:pt>
                <c:pt idx="1">
                  <c:v>69.918937396230106</c:v>
                </c:pt>
                <c:pt idx="2">
                  <c:v>70.270534231858591</c:v>
                </c:pt>
                <c:pt idx="3">
                  <c:v>71.813653677116903</c:v>
                </c:pt>
                <c:pt idx="4">
                  <c:v>73.220041019630827</c:v>
                </c:pt>
                <c:pt idx="5">
                  <c:v>74.567828889539982</c:v>
                </c:pt>
                <c:pt idx="6">
                  <c:v>74.987791776540675</c:v>
                </c:pt>
                <c:pt idx="7">
                  <c:v>76.140248071100686</c:v>
                </c:pt>
                <c:pt idx="8">
                  <c:v>77.517335677312232</c:v>
                </c:pt>
                <c:pt idx="9">
                  <c:v>78.855356968453947</c:v>
                </c:pt>
                <c:pt idx="10">
                  <c:v>79.685516163687865</c:v>
                </c:pt>
                <c:pt idx="11">
                  <c:v>80.662174040433641</c:v>
                </c:pt>
                <c:pt idx="12">
                  <c:v>82.488524269948229</c:v>
                </c:pt>
                <c:pt idx="13">
                  <c:v>84.207442133020805</c:v>
                </c:pt>
                <c:pt idx="14">
                  <c:v>85.389198163883194</c:v>
                </c:pt>
                <c:pt idx="15">
                  <c:v>87.782009961910333</c:v>
                </c:pt>
                <c:pt idx="16">
                  <c:v>89.071198359214762</c:v>
                </c:pt>
                <c:pt idx="17">
                  <c:v>91.288211739427666</c:v>
                </c:pt>
                <c:pt idx="18">
                  <c:v>91.864439886707686</c:v>
                </c:pt>
                <c:pt idx="19">
                  <c:v>93.554058013477885</c:v>
                </c:pt>
                <c:pt idx="20">
                  <c:v>95.478074030667059</c:v>
                </c:pt>
                <c:pt idx="21">
                  <c:v>96.786795585506397</c:v>
                </c:pt>
                <c:pt idx="22">
                  <c:v>97.909952143764031</c:v>
                </c:pt>
                <c:pt idx="23">
                  <c:v>97.978318195136239</c:v>
                </c:pt>
                <c:pt idx="24">
                  <c:v>99.70700263697627</c:v>
                </c:pt>
                <c:pt idx="25">
                  <c:v>100.7422599863268</c:v>
                </c:pt>
                <c:pt idx="26">
                  <c:v>100.93759156167594</c:v>
                </c:pt>
                <c:pt idx="27">
                  <c:v>101.4356870788163</c:v>
                </c:pt>
                <c:pt idx="28">
                  <c:v>101.76775075690985</c:v>
                </c:pt>
                <c:pt idx="29">
                  <c:v>101.26965523976949</c:v>
                </c:pt>
                <c:pt idx="30">
                  <c:v>99.667936321906438</c:v>
                </c:pt>
                <c:pt idx="31">
                  <c:v>98.339681609532178</c:v>
                </c:pt>
                <c:pt idx="32">
                  <c:v>98.075983982810826</c:v>
                </c:pt>
                <c:pt idx="33">
                  <c:v>98.017384510206071</c:v>
                </c:pt>
                <c:pt idx="34">
                  <c:v>98.437347397206764</c:v>
                </c:pt>
                <c:pt idx="35">
                  <c:v>98.03691766774098</c:v>
                </c:pt>
                <c:pt idx="36">
                  <c:v>99.199140541068459</c:v>
                </c:pt>
                <c:pt idx="37">
                  <c:v>99.70700263697627</c:v>
                </c:pt>
                <c:pt idx="38">
                  <c:v>99.638636585604061</c:v>
                </c:pt>
                <c:pt idx="39">
                  <c:v>100</c:v>
                </c:pt>
                <c:pt idx="40">
                  <c:v>100.82039261646645</c:v>
                </c:pt>
                <c:pt idx="41">
                  <c:v>100.52739525344272</c:v>
                </c:pt>
                <c:pt idx="42">
                  <c:v>99.472604746557266</c:v>
                </c:pt>
                <c:pt idx="43">
                  <c:v>98.544779763648805</c:v>
                </c:pt>
                <c:pt idx="44">
                  <c:v>98.261548979392515</c:v>
                </c:pt>
                <c:pt idx="45">
                  <c:v>97.880652407461668</c:v>
                </c:pt>
                <c:pt idx="46">
                  <c:v>97.431389784158611</c:v>
                </c:pt>
                <c:pt idx="47">
                  <c:v>95.849204023830453</c:v>
                </c:pt>
                <c:pt idx="48">
                  <c:v>96.112901650551805</c:v>
                </c:pt>
                <c:pt idx="49">
                  <c:v>96.298466647133509</c:v>
                </c:pt>
                <c:pt idx="50">
                  <c:v>95.663639027248763</c:v>
                </c:pt>
                <c:pt idx="51">
                  <c:v>95.478074030667059</c:v>
                </c:pt>
                <c:pt idx="52">
                  <c:v>96.317999804668432</c:v>
                </c:pt>
                <c:pt idx="53">
                  <c:v>96.669596640296902</c:v>
                </c:pt>
                <c:pt idx="54">
                  <c:v>96.151967965621637</c:v>
                </c:pt>
                <c:pt idx="55">
                  <c:v>95.966402969039962</c:v>
                </c:pt>
                <c:pt idx="56">
                  <c:v>97.55835530813556</c:v>
                </c:pt>
                <c:pt idx="57">
                  <c:v>98.525246606113868</c:v>
                </c:pt>
                <c:pt idx="58">
                  <c:v>98.613145815020999</c:v>
                </c:pt>
                <c:pt idx="59">
                  <c:v>99.540970797929489</c:v>
                </c:pt>
                <c:pt idx="60">
                  <c:v>101.14268971579257</c:v>
                </c:pt>
                <c:pt idx="61">
                  <c:v>102.62720968844614</c:v>
                </c:pt>
                <c:pt idx="62">
                  <c:v>103.10577204805156</c:v>
                </c:pt>
                <c:pt idx="63">
                  <c:v>103.80896571930853</c:v>
                </c:pt>
                <c:pt idx="64">
                  <c:v>105.3618517433343</c:v>
                </c:pt>
                <c:pt idx="65">
                  <c:v>106.97333723996485</c:v>
                </c:pt>
                <c:pt idx="66">
                  <c:v>107.87186248657095</c:v>
                </c:pt>
                <c:pt idx="67">
                  <c:v>108.78015431194453</c:v>
                </c:pt>
                <c:pt idx="68">
                  <c:v>110.40140638734253</c:v>
                </c:pt>
                <c:pt idx="69">
                  <c:v>112.10079109288016</c:v>
                </c:pt>
                <c:pt idx="70">
                  <c:v>112.8332845004395</c:v>
                </c:pt>
                <c:pt idx="71">
                  <c:v>113.27278054497509</c:v>
                </c:pt>
                <c:pt idx="72">
                  <c:v>115.31399550737376</c:v>
                </c:pt>
                <c:pt idx="73">
                  <c:v>116.89618126770192</c:v>
                </c:pt>
                <c:pt idx="74">
                  <c:v>117.90213888075007</c:v>
                </c:pt>
                <c:pt idx="75">
                  <c:v>119.16202754175214</c:v>
                </c:pt>
                <c:pt idx="76">
                  <c:v>121.09581013770875</c:v>
                </c:pt>
                <c:pt idx="77">
                  <c:v>122.71706221310677</c:v>
                </c:pt>
                <c:pt idx="78">
                  <c:v>124.43598007617931</c:v>
                </c:pt>
                <c:pt idx="79">
                  <c:v>126.19396425432173</c:v>
                </c:pt>
                <c:pt idx="80">
                  <c:v>129.62203340169938</c:v>
                </c:pt>
                <c:pt idx="81">
                  <c:v>133.81189569293878</c:v>
                </c:pt>
                <c:pt idx="82">
                  <c:v>136.31213985740794</c:v>
                </c:pt>
                <c:pt idx="83">
                  <c:v>138.51938665885342</c:v>
                </c:pt>
                <c:pt idx="84">
                  <c:v>141.48842660416057</c:v>
                </c:pt>
                <c:pt idx="85">
                  <c:v>142.7483152651626</c:v>
                </c:pt>
                <c:pt idx="86">
                  <c:v>140.16017189178629</c:v>
                </c:pt>
                <c:pt idx="87">
                  <c:v>138.94911612462155</c:v>
                </c:pt>
                <c:pt idx="88">
                  <c:v>139.04678191229613</c:v>
                </c:pt>
              </c:numCache>
            </c:numRef>
          </c:val>
          <c:smooth val="0"/>
          <c:extLst>
            <c:ext xmlns:c16="http://schemas.microsoft.com/office/drawing/2014/chart" uri="{C3380CC4-5D6E-409C-BE32-E72D297353CC}">
              <c16:uniqueId val="{00000002-C7CA-674D-960C-89CDA0E57124}"/>
            </c:ext>
          </c:extLst>
        </c:ser>
        <c:dLbls>
          <c:showLegendKey val="0"/>
          <c:showVal val="0"/>
          <c:showCatName val="0"/>
          <c:showSerName val="0"/>
          <c:showPercent val="0"/>
          <c:showBubbleSize val="0"/>
        </c:dLbls>
        <c:marker val="1"/>
        <c:smooth val="0"/>
        <c:axId val="1920712944"/>
        <c:axId val="1920732496"/>
      </c:lineChart>
      <c:catAx>
        <c:axId val="170630176"/>
        <c:scaling>
          <c:orientation val="minMax"/>
        </c:scaling>
        <c:delete val="0"/>
        <c:axPos val="b"/>
        <c:numFmt formatCode="General" sourceLinked="1"/>
        <c:majorTickMark val="none"/>
        <c:minorTickMark val="none"/>
        <c:tickLblPos val="nextTo"/>
        <c:spPr>
          <a:noFill/>
          <a:ln w="9525" cap="flat" cmpd="sng" algn="ctr">
            <a:solidFill>
              <a:srgbClr val="003841"/>
            </a:solidFill>
            <a:round/>
          </a:ln>
          <a:effectLst/>
        </c:spPr>
        <c:txPr>
          <a:bodyPr rot="-5400000" spcFirstLastPara="1" vertOverflow="ellipsis"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endParaRPr lang="en-GR"/>
          </a:p>
        </c:txPr>
        <c:crossAx val="170632256"/>
        <c:crosses val="autoZero"/>
        <c:auto val="1"/>
        <c:lblAlgn val="ctr"/>
        <c:lblOffset val="100"/>
        <c:tickLblSkip val="4"/>
        <c:noMultiLvlLbl val="0"/>
      </c:catAx>
      <c:valAx>
        <c:axId val="170632256"/>
        <c:scaling>
          <c:orientation val="minMax"/>
          <c:max val="150"/>
          <c:min val="50"/>
        </c:scaling>
        <c:delete val="0"/>
        <c:axPos val="l"/>
        <c:numFmt formatCode="0" sourceLinked="0"/>
        <c:majorTickMark val="out"/>
        <c:minorTickMark val="none"/>
        <c:tickLblPos val="nextTo"/>
        <c:spPr>
          <a:noFill/>
          <a:ln>
            <a:solidFill>
              <a:srgbClr val="003841"/>
            </a:solid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endParaRPr lang="en-GR"/>
          </a:p>
        </c:txPr>
        <c:crossAx val="170630176"/>
        <c:crossesAt val="1"/>
        <c:crossBetween val="between"/>
        <c:majorUnit val="25"/>
      </c:valAx>
      <c:valAx>
        <c:axId val="1920732496"/>
        <c:scaling>
          <c:orientation val="minMax"/>
          <c:max val="150"/>
          <c:min val="50"/>
        </c:scaling>
        <c:delete val="0"/>
        <c:axPos val="r"/>
        <c:numFmt formatCode="0" sourceLinked="0"/>
        <c:majorTickMark val="out"/>
        <c:minorTickMark val="none"/>
        <c:tickLblPos val="nextTo"/>
        <c:spPr>
          <a:noFill/>
          <a:ln>
            <a:solidFill>
              <a:srgbClr val="003841"/>
            </a:solid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endParaRPr lang="en-GR"/>
          </a:p>
        </c:txPr>
        <c:crossAx val="1920712944"/>
        <c:crosses val="max"/>
        <c:crossBetween val="between"/>
        <c:majorUnit val="25"/>
      </c:valAx>
      <c:catAx>
        <c:axId val="1920712944"/>
        <c:scaling>
          <c:orientation val="minMax"/>
        </c:scaling>
        <c:delete val="1"/>
        <c:axPos val="b"/>
        <c:numFmt formatCode="General" sourceLinked="1"/>
        <c:majorTickMark val="out"/>
        <c:minorTickMark val="none"/>
        <c:tickLblPos val="nextTo"/>
        <c:crossAx val="1920732496"/>
        <c:crosses val="autoZero"/>
        <c:auto val="1"/>
        <c:lblAlgn val="ctr"/>
        <c:lblOffset val="100"/>
        <c:noMultiLvlLbl val="0"/>
      </c:catAx>
      <c:spPr>
        <a:noFill/>
        <a:ln>
          <a:noFill/>
        </a:ln>
        <a:effectLst/>
      </c:spPr>
    </c:plotArea>
    <c:legend>
      <c:legendPos val="b"/>
      <c:legendEntry>
        <c:idx val="1"/>
        <c:txPr>
          <a:bodyPr rot="0" spcFirstLastPara="1" vertOverflow="ellipsis" vert="horz" wrap="square" anchor="b" anchorCtr="1"/>
          <a:lstStyle/>
          <a:p>
            <a:pPr marL="36000">
              <a:defRPr sz="9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endParaRPr lang="en-GR"/>
          </a:p>
        </c:txPr>
      </c:legendEntry>
      <c:layout>
        <c:manualLayout>
          <c:xMode val="edge"/>
          <c:yMode val="edge"/>
          <c:x val="1.3875633895223668E-2"/>
          <c:y val="0.40749421984567225"/>
          <c:w val="0.3216883623674599"/>
          <c:h val="0.50985052473335168"/>
        </c:manualLayout>
      </c:layout>
      <c:overlay val="1"/>
      <c:spPr>
        <a:noFill/>
        <a:ln w="25400">
          <a:noFill/>
        </a:ln>
        <a:effectLst>
          <a:softEdge rad="0"/>
        </a:effectLst>
      </c:spPr>
      <c:txPr>
        <a:bodyPr rot="0" spcFirstLastPara="1" vertOverflow="ellipsis" vert="horz" wrap="square" anchor="b" anchorCtr="1"/>
        <a:lstStyle/>
        <a:p>
          <a:pPr marL="36000">
            <a:defRPr sz="9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endParaRPr lang="en-G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sz="800">
          <a:solidFill>
            <a:schemeClr val="tx1"/>
          </a:solidFill>
          <a:latin typeface="Aptos" panose="020B0004020202020204" pitchFamily="34" charset="0"/>
          <a:cs typeface="Segoe UI" panose="020B0502040204020203" pitchFamily="34" charset="0"/>
        </a:defRPr>
      </a:pPr>
      <a:endParaRPr lang="en-GR"/>
    </a:p>
  </c:txPr>
  <c:externalData r:id="rId4">
    <c:autoUpdate val="0"/>
  </c:externalData>
  <c:userShapes r:id="rId5"/>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38877866459050686"/>
          <c:y val="0.15746688348233689"/>
          <c:w val="0.54274802976306968"/>
          <c:h val="0.66021424819654828"/>
        </c:manualLayout>
      </c:layout>
      <c:barChart>
        <c:barDir val="col"/>
        <c:grouping val="clustered"/>
        <c:varyColors val="0"/>
        <c:ser>
          <c:idx val="0"/>
          <c:order val="0"/>
          <c:tx>
            <c:v>Residential investment (€bn, left axis)</c:v>
          </c:tx>
          <c:spPr>
            <a:solidFill>
              <a:srgbClr val="007B85"/>
            </a:solidFill>
            <a:ln w="0" cmpd="sng">
              <a:solidFill>
                <a:srgbClr val="003841"/>
              </a:solidFill>
              <a:prstDash val="solid"/>
            </a:ln>
            <a:effectLst/>
          </c:spPr>
          <c:invertIfNegative val="0"/>
          <c:dPt>
            <c:idx val="15"/>
            <c:invertIfNegative val="0"/>
            <c:bubble3D val="0"/>
            <c:spPr>
              <a:solidFill>
                <a:srgbClr val="00ADBF"/>
              </a:solidFill>
              <a:ln w="0" cmpd="sng">
                <a:solidFill>
                  <a:srgbClr val="003841"/>
                </a:solidFill>
                <a:prstDash val="solid"/>
              </a:ln>
              <a:effectLst/>
            </c:spPr>
            <c:extLst>
              <c:ext xmlns:c16="http://schemas.microsoft.com/office/drawing/2014/chart" uri="{C3380CC4-5D6E-409C-BE32-E72D297353CC}">
                <c16:uniqueId val="{00000001-2151-DB4B-BA22-94FF7C14BE22}"/>
              </c:ext>
            </c:extLst>
          </c:dPt>
          <c:dPt>
            <c:idx val="16"/>
            <c:invertIfNegative val="0"/>
            <c:bubble3D val="0"/>
            <c:spPr>
              <a:solidFill>
                <a:srgbClr val="00ADBF"/>
              </a:solidFill>
              <a:ln w="0" cmpd="sng">
                <a:solidFill>
                  <a:srgbClr val="003841"/>
                </a:solidFill>
                <a:prstDash val="solid"/>
              </a:ln>
              <a:effectLst/>
            </c:spPr>
            <c:extLst>
              <c:ext xmlns:c16="http://schemas.microsoft.com/office/drawing/2014/chart" uri="{C3380CC4-5D6E-409C-BE32-E72D297353CC}">
                <c16:uniqueId val="{00000003-2151-DB4B-BA22-94FF7C14BE22}"/>
              </c:ext>
            </c:extLst>
          </c:dPt>
          <c:dPt>
            <c:idx val="17"/>
            <c:invertIfNegative val="0"/>
            <c:bubble3D val="0"/>
            <c:spPr>
              <a:solidFill>
                <a:srgbClr val="00ADBF"/>
              </a:solidFill>
              <a:ln w="0" cmpd="sng">
                <a:solidFill>
                  <a:srgbClr val="003841"/>
                </a:solidFill>
                <a:prstDash val="solid"/>
              </a:ln>
              <a:effectLst/>
            </c:spPr>
            <c:extLst>
              <c:ext xmlns:c16="http://schemas.microsoft.com/office/drawing/2014/chart" uri="{C3380CC4-5D6E-409C-BE32-E72D297353CC}">
                <c16:uniqueId val="{00000005-2151-DB4B-BA22-94FF7C14BE22}"/>
              </c:ext>
            </c:extLst>
          </c:dPt>
          <c:dPt>
            <c:idx val="18"/>
            <c:invertIfNegative val="0"/>
            <c:bubble3D val="0"/>
            <c:spPr>
              <a:solidFill>
                <a:srgbClr val="00ADBF"/>
              </a:solidFill>
              <a:ln w="0" cmpd="sng">
                <a:solidFill>
                  <a:srgbClr val="003841"/>
                </a:solidFill>
                <a:prstDash val="solid"/>
              </a:ln>
              <a:effectLst/>
            </c:spPr>
            <c:extLst>
              <c:ext xmlns:c16="http://schemas.microsoft.com/office/drawing/2014/chart" uri="{C3380CC4-5D6E-409C-BE32-E72D297353CC}">
                <c16:uniqueId val="{00000007-2151-DB4B-BA22-94FF7C14BE22}"/>
              </c:ext>
            </c:extLst>
          </c:dPt>
          <c:dPt>
            <c:idx val="19"/>
            <c:invertIfNegative val="0"/>
            <c:bubble3D val="0"/>
            <c:spPr>
              <a:solidFill>
                <a:srgbClr val="00ADBF"/>
              </a:solidFill>
              <a:ln w="0" cmpd="sng">
                <a:solidFill>
                  <a:srgbClr val="003841"/>
                </a:solidFill>
                <a:prstDash val="solid"/>
              </a:ln>
              <a:effectLst/>
            </c:spPr>
            <c:extLst>
              <c:ext xmlns:c16="http://schemas.microsoft.com/office/drawing/2014/chart" uri="{C3380CC4-5D6E-409C-BE32-E72D297353CC}">
                <c16:uniqueId val="{00000009-2151-DB4B-BA22-94FF7C14BE22}"/>
              </c:ext>
            </c:extLst>
          </c:dPt>
          <c:dPt>
            <c:idx val="20"/>
            <c:invertIfNegative val="0"/>
            <c:bubble3D val="0"/>
            <c:spPr>
              <a:solidFill>
                <a:srgbClr val="00ADBF"/>
              </a:solidFill>
              <a:ln w="0" cmpd="sng">
                <a:solidFill>
                  <a:srgbClr val="003841"/>
                </a:solidFill>
                <a:prstDash val="solid"/>
              </a:ln>
              <a:effectLst/>
            </c:spPr>
            <c:extLst>
              <c:ext xmlns:c16="http://schemas.microsoft.com/office/drawing/2014/chart" uri="{C3380CC4-5D6E-409C-BE32-E72D297353CC}">
                <c16:uniqueId val="{0000000B-2151-DB4B-BA22-94FF7C14BE22}"/>
              </c:ext>
            </c:extLst>
          </c:dPt>
          <c:dPt>
            <c:idx val="21"/>
            <c:invertIfNegative val="0"/>
            <c:bubble3D val="0"/>
            <c:spPr>
              <a:solidFill>
                <a:srgbClr val="00ADBF"/>
              </a:solidFill>
              <a:ln w="0" cmpd="sng">
                <a:solidFill>
                  <a:srgbClr val="003841"/>
                </a:solidFill>
                <a:prstDash val="solid"/>
              </a:ln>
              <a:effectLst/>
            </c:spPr>
            <c:extLst>
              <c:ext xmlns:c16="http://schemas.microsoft.com/office/drawing/2014/chart" uri="{C3380CC4-5D6E-409C-BE32-E72D297353CC}">
                <c16:uniqueId val="{0000000D-2151-DB4B-BA22-94FF7C14BE22}"/>
              </c:ext>
            </c:extLst>
          </c:dPt>
          <c:dPt>
            <c:idx val="22"/>
            <c:invertIfNegative val="0"/>
            <c:bubble3D val="0"/>
            <c:spPr>
              <a:solidFill>
                <a:srgbClr val="00ADBF"/>
              </a:solidFill>
              <a:ln w="0" cmpd="sng">
                <a:solidFill>
                  <a:srgbClr val="003841"/>
                </a:solidFill>
                <a:prstDash val="solid"/>
              </a:ln>
              <a:effectLst/>
            </c:spPr>
            <c:extLst>
              <c:ext xmlns:c16="http://schemas.microsoft.com/office/drawing/2014/chart" uri="{C3380CC4-5D6E-409C-BE32-E72D297353CC}">
                <c16:uniqueId val="{0000000F-2151-DB4B-BA22-94FF7C14BE22}"/>
              </c:ext>
            </c:extLst>
          </c:dPt>
          <c:cat>
            <c:strRef>
              <c:f>'[GrowthTable_51_Q2_2023_September2023.xlsx]GFCF ComponentsNSSG'!$A$145:$A$167</c:f>
              <c:strCache>
                <c:ptCount val="23"/>
                <c:pt idx="0">
                  <c:v>2008</c:v>
                </c:pt>
                <c:pt idx="1">
                  <c:v>2009</c:v>
                </c:pt>
                <c:pt idx="2">
                  <c:v>2010</c:v>
                </c:pt>
                <c:pt idx="3">
                  <c:v>2011</c:v>
                </c:pt>
                <c:pt idx="4">
                  <c:v>2012</c:v>
                </c:pt>
                <c:pt idx="5">
                  <c:v>2013</c:v>
                </c:pt>
                <c:pt idx="6">
                  <c:v>2014</c:v>
                </c:pt>
                <c:pt idx="7">
                  <c:v>2015</c:v>
                </c:pt>
                <c:pt idx="8">
                  <c:v>2016</c:v>
                </c:pt>
                <c:pt idx="9">
                  <c:v>2017</c:v>
                </c:pt>
                <c:pt idx="10">
                  <c:v>2018</c:v>
                </c:pt>
                <c:pt idx="11">
                  <c:v>2019</c:v>
                </c:pt>
                <c:pt idx="12">
                  <c:v>2020</c:v>
                </c:pt>
                <c:pt idx="13">
                  <c:v>2021</c:v>
                </c:pt>
                <c:pt idx="14">
                  <c:v>2022</c:v>
                </c:pt>
                <c:pt idx="15">
                  <c:v>2023e</c:v>
                </c:pt>
                <c:pt idx="16">
                  <c:v>2024f</c:v>
                </c:pt>
                <c:pt idx="17">
                  <c:v>2025f</c:v>
                </c:pt>
                <c:pt idx="18">
                  <c:v>2026f</c:v>
                </c:pt>
                <c:pt idx="19">
                  <c:v>2027f</c:v>
                </c:pt>
                <c:pt idx="20">
                  <c:v>2028f</c:v>
                </c:pt>
                <c:pt idx="21">
                  <c:v>2029f</c:v>
                </c:pt>
                <c:pt idx="22">
                  <c:v>2030f</c:v>
                </c:pt>
              </c:strCache>
            </c:strRef>
          </c:cat>
          <c:val>
            <c:numRef>
              <c:f>'[GrowthTable_51_Q2_2023_September2023.xlsx]GFCF ComponentsNSSG'!$F$145:$F$167</c:f>
              <c:numCache>
                <c:formatCode>0</c:formatCode>
                <c:ptCount val="23"/>
                <c:pt idx="0">
                  <c:v>18905.894110927362</c:v>
                </c:pt>
                <c:pt idx="1">
                  <c:v>15186.705943832567</c:v>
                </c:pt>
                <c:pt idx="2">
                  <c:v>10758.671033297549</c:v>
                </c:pt>
                <c:pt idx="3">
                  <c:v>9215.7713391271973</c:v>
                </c:pt>
                <c:pt idx="4">
                  <c:v>5697.985494454033</c:v>
                </c:pt>
                <c:pt idx="5">
                  <c:v>3923.0004845854883</c:v>
                </c:pt>
                <c:pt idx="6">
                  <c:v>1843.1131324700193</c:v>
                </c:pt>
                <c:pt idx="7">
                  <c:v>1361.8916320979811</c:v>
                </c:pt>
                <c:pt idx="8">
                  <c:v>1207.8262372123979</c:v>
                </c:pt>
                <c:pt idx="9">
                  <c:v>1123.6040102690022</c:v>
                </c:pt>
                <c:pt idx="10">
                  <c:v>1379.1173114423113</c:v>
                </c:pt>
                <c:pt idx="11">
                  <c:v>1553.4720027512694</c:v>
                </c:pt>
                <c:pt idx="12">
                  <c:v>1837.8663110054147</c:v>
                </c:pt>
                <c:pt idx="13">
                  <c:v>2350.9686498448837</c:v>
                </c:pt>
                <c:pt idx="14">
                  <c:v>3196.5487593638622</c:v>
                </c:pt>
                <c:pt idx="15">
                  <c:v>3943.8430404044193</c:v>
                </c:pt>
                <c:pt idx="16">
                  <c:v>4399.9304546999729</c:v>
                </c:pt>
                <c:pt idx="17">
                  <c:v>4980.7212747203694</c:v>
                </c:pt>
                <c:pt idx="18">
                  <c:v>5533.5813362143299</c:v>
                </c:pt>
                <c:pt idx="19">
                  <c:v>6059.2715631546907</c:v>
                </c:pt>
                <c:pt idx="20">
                  <c:v>6544.0132882070666</c:v>
                </c:pt>
                <c:pt idx="21">
                  <c:v>6982.4621785169393</c:v>
                </c:pt>
                <c:pt idx="22">
                  <c:v>7415.3748335849896</c:v>
                </c:pt>
              </c:numCache>
            </c:numRef>
          </c:val>
          <c:extLst>
            <c:ext xmlns:c16="http://schemas.microsoft.com/office/drawing/2014/chart" uri="{C3380CC4-5D6E-409C-BE32-E72D297353CC}">
              <c16:uniqueId val="{00000010-2151-DB4B-BA22-94FF7C14BE22}"/>
            </c:ext>
          </c:extLst>
        </c:ser>
        <c:dLbls>
          <c:showLegendKey val="0"/>
          <c:showVal val="0"/>
          <c:showCatName val="0"/>
          <c:showSerName val="0"/>
          <c:showPercent val="0"/>
          <c:showBubbleSize val="0"/>
        </c:dLbls>
        <c:gapWidth val="50"/>
        <c:axId val="1242316575"/>
        <c:axId val="1242326559"/>
      </c:barChart>
      <c:lineChart>
        <c:grouping val="standard"/>
        <c:varyColors val="0"/>
        <c:ser>
          <c:idx val="1"/>
          <c:order val="1"/>
          <c:tx>
            <c:v>Residential investment (%GDP, right axis)</c:v>
          </c:tx>
          <c:spPr>
            <a:ln w="22225" cap="rnd">
              <a:solidFill>
                <a:srgbClr val="939793"/>
              </a:solidFill>
              <a:round/>
            </a:ln>
            <a:effectLst/>
          </c:spPr>
          <c:marker>
            <c:symbol val="none"/>
          </c:marker>
          <c:dPt>
            <c:idx val="15"/>
            <c:marker>
              <c:symbol val="none"/>
            </c:marker>
            <c:bubble3D val="0"/>
            <c:spPr>
              <a:ln w="22225" cap="rnd">
                <a:solidFill>
                  <a:srgbClr val="939793"/>
                </a:solidFill>
                <a:prstDash val="sysDash"/>
                <a:round/>
              </a:ln>
              <a:effectLst/>
            </c:spPr>
            <c:extLst>
              <c:ext xmlns:c16="http://schemas.microsoft.com/office/drawing/2014/chart" uri="{C3380CC4-5D6E-409C-BE32-E72D297353CC}">
                <c16:uniqueId val="{00000012-2151-DB4B-BA22-94FF7C14BE22}"/>
              </c:ext>
            </c:extLst>
          </c:dPt>
          <c:dPt>
            <c:idx val="16"/>
            <c:marker>
              <c:symbol val="none"/>
            </c:marker>
            <c:bubble3D val="0"/>
            <c:spPr>
              <a:ln w="22225" cap="rnd">
                <a:solidFill>
                  <a:srgbClr val="939793"/>
                </a:solidFill>
                <a:prstDash val="sysDash"/>
                <a:round/>
              </a:ln>
              <a:effectLst/>
            </c:spPr>
            <c:extLst>
              <c:ext xmlns:c16="http://schemas.microsoft.com/office/drawing/2014/chart" uri="{C3380CC4-5D6E-409C-BE32-E72D297353CC}">
                <c16:uniqueId val="{00000014-2151-DB4B-BA22-94FF7C14BE22}"/>
              </c:ext>
            </c:extLst>
          </c:dPt>
          <c:dPt>
            <c:idx val="17"/>
            <c:marker>
              <c:symbol val="none"/>
            </c:marker>
            <c:bubble3D val="0"/>
            <c:spPr>
              <a:ln w="22225" cap="rnd">
                <a:solidFill>
                  <a:srgbClr val="939793"/>
                </a:solidFill>
                <a:prstDash val="sysDash"/>
                <a:round/>
              </a:ln>
              <a:effectLst/>
            </c:spPr>
            <c:extLst>
              <c:ext xmlns:c16="http://schemas.microsoft.com/office/drawing/2014/chart" uri="{C3380CC4-5D6E-409C-BE32-E72D297353CC}">
                <c16:uniqueId val="{00000016-2151-DB4B-BA22-94FF7C14BE22}"/>
              </c:ext>
            </c:extLst>
          </c:dPt>
          <c:dPt>
            <c:idx val="18"/>
            <c:marker>
              <c:symbol val="none"/>
            </c:marker>
            <c:bubble3D val="0"/>
            <c:spPr>
              <a:ln w="22225" cap="rnd">
                <a:solidFill>
                  <a:srgbClr val="939793"/>
                </a:solidFill>
                <a:prstDash val="sysDash"/>
                <a:round/>
              </a:ln>
              <a:effectLst/>
            </c:spPr>
            <c:extLst>
              <c:ext xmlns:c16="http://schemas.microsoft.com/office/drawing/2014/chart" uri="{C3380CC4-5D6E-409C-BE32-E72D297353CC}">
                <c16:uniqueId val="{00000018-2151-DB4B-BA22-94FF7C14BE22}"/>
              </c:ext>
            </c:extLst>
          </c:dPt>
          <c:dPt>
            <c:idx val="19"/>
            <c:marker>
              <c:symbol val="none"/>
            </c:marker>
            <c:bubble3D val="0"/>
            <c:spPr>
              <a:ln w="22225" cap="rnd">
                <a:solidFill>
                  <a:srgbClr val="939793"/>
                </a:solidFill>
                <a:prstDash val="sysDash"/>
                <a:round/>
              </a:ln>
              <a:effectLst/>
            </c:spPr>
            <c:extLst>
              <c:ext xmlns:c16="http://schemas.microsoft.com/office/drawing/2014/chart" uri="{C3380CC4-5D6E-409C-BE32-E72D297353CC}">
                <c16:uniqueId val="{0000001A-2151-DB4B-BA22-94FF7C14BE22}"/>
              </c:ext>
            </c:extLst>
          </c:dPt>
          <c:dPt>
            <c:idx val="20"/>
            <c:marker>
              <c:symbol val="none"/>
            </c:marker>
            <c:bubble3D val="0"/>
            <c:spPr>
              <a:ln w="22225" cap="rnd">
                <a:solidFill>
                  <a:srgbClr val="939793"/>
                </a:solidFill>
                <a:prstDash val="sysDash"/>
                <a:round/>
              </a:ln>
              <a:effectLst/>
            </c:spPr>
            <c:extLst>
              <c:ext xmlns:c16="http://schemas.microsoft.com/office/drawing/2014/chart" uri="{C3380CC4-5D6E-409C-BE32-E72D297353CC}">
                <c16:uniqueId val="{0000001C-2151-DB4B-BA22-94FF7C14BE22}"/>
              </c:ext>
            </c:extLst>
          </c:dPt>
          <c:dPt>
            <c:idx val="21"/>
            <c:marker>
              <c:symbol val="none"/>
            </c:marker>
            <c:bubble3D val="0"/>
            <c:spPr>
              <a:ln w="22225" cap="rnd">
                <a:solidFill>
                  <a:srgbClr val="939793"/>
                </a:solidFill>
                <a:prstDash val="sysDash"/>
                <a:round/>
              </a:ln>
              <a:effectLst/>
            </c:spPr>
            <c:extLst>
              <c:ext xmlns:c16="http://schemas.microsoft.com/office/drawing/2014/chart" uri="{C3380CC4-5D6E-409C-BE32-E72D297353CC}">
                <c16:uniqueId val="{0000001E-2151-DB4B-BA22-94FF7C14BE22}"/>
              </c:ext>
            </c:extLst>
          </c:dPt>
          <c:dPt>
            <c:idx val="22"/>
            <c:marker>
              <c:symbol val="diamond"/>
              <c:size val="5"/>
              <c:spPr>
                <a:solidFill>
                  <a:srgbClr val="939793"/>
                </a:solidFill>
                <a:ln w="9525">
                  <a:solidFill>
                    <a:srgbClr val="939793"/>
                  </a:solidFill>
                  <a:prstDash val="sysDash"/>
                </a:ln>
                <a:effectLst/>
                <a:scene3d>
                  <a:camera prst="orthographicFront"/>
                  <a:lightRig rig="threePt" dir="t"/>
                </a:scene3d>
                <a:sp3d>
                  <a:bevelT prst="relaxedInset"/>
                </a:sp3d>
              </c:spPr>
            </c:marker>
            <c:bubble3D val="0"/>
            <c:spPr>
              <a:ln w="22225" cap="rnd">
                <a:solidFill>
                  <a:srgbClr val="939793"/>
                </a:solidFill>
                <a:prstDash val="sysDash"/>
                <a:round/>
              </a:ln>
              <a:effectLst/>
            </c:spPr>
            <c:extLst>
              <c:ext xmlns:c16="http://schemas.microsoft.com/office/drawing/2014/chart" uri="{C3380CC4-5D6E-409C-BE32-E72D297353CC}">
                <c16:uniqueId val="{00000020-2151-DB4B-BA22-94FF7C14BE22}"/>
              </c:ext>
            </c:extLst>
          </c:dPt>
          <c:cat>
            <c:strRef>
              <c:f>'[GrowthTable_51_Q2_2023_September2023.xlsx]GFCF ComponentsNSSG'!$A$145:$A$167</c:f>
              <c:strCache>
                <c:ptCount val="23"/>
                <c:pt idx="0">
                  <c:v>2008</c:v>
                </c:pt>
                <c:pt idx="1">
                  <c:v>2009</c:v>
                </c:pt>
                <c:pt idx="2">
                  <c:v>2010</c:v>
                </c:pt>
                <c:pt idx="3">
                  <c:v>2011</c:v>
                </c:pt>
                <c:pt idx="4">
                  <c:v>2012</c:v>
                </c:pt>
                <c:pt idx="5">
                  <c:v>2013</c:v>
                </c:pt>
                <c:pt idx="6">
                  <c:v>2014</c:v>
                </c:pt>
                <c:pt idx="7">
                  <c:v>2015</c:v>
                </c:pt>
                <c:pt idx="8">
                  <c:v>2016</c:v>
                </c:pt>
                <c:pt idx="9">
                  <c:v>2017</c:v>
                </c:pt>
                <c:pt idx="10">
                  <c:v>2018</c:v>
                </c:pt>
                <c:pt idx="11">
                  <c:v>2019</c:v>
                </c:pt>
                <c:pt idx="12">
                  <c:v>2020</c:v>
                </c:pt>
                <c:pt idx="13">
                  <c:v>2021</c:v>
                </c:pt>
                <c:pt idx="14">
                  <c:v>2022</c:v>
                </c:pt>
                <c:pt idx="15">
                  <c:v>2023e</c:v>
                </c:pt>
                <c:pt idx="16">
                  <c:v>2024f</c:v>
                </c:pt>
                <c:pt idx="17">
                  <c:v>2025f</c:v>
                </c:pt>
                <c:pt idx="18">
                  <c:v>2026f</c:v>
                </c:pt>
                <c:pt idx="19">
                  <c:v>2027f</c:v>
                </c:pt>
                <c:pt idx="20">
                  <c:v>2028f</c:v>
                </c:pt>
                <c:pt idx="21">
                  <c:v>2029f</c:v>
                </c:pt>
                <c:pt idx="22">
                  <c:v>2030f</c:v>
                </c:pt>
              </c:strCache>
            </c:strRef>
          </c:cat>
          <c:val>
            <c:numRef>
              <c:f>'[GrowthTable_51_Q2_2023_September2023.xlsx]GFCF ComponentsNSSG'!$BK$145:$BK$167</c:f>
              <c:numCache>
                <c:formatCode>0.0</c:formatCode>
                <c:ptCount val="23"/>
                <c:pt idx="0">
                  <c:v>7.5648539629952367</c:v>
                </c:pt>
                <c:pt idx="1">
                  <c:v>6.3502900132661493</c:v>
                </c:pt>
                <c:pt idx="2">
                  <c:v>4.9682332509481633</c:v>
                </c:pt>
                <c:pt idx="3">
                  <c:v>4.7374820309309094</c:v>
                </c:pt>
                <c:pt idx="4">
                  <c:v>3.1573889785331448</c:v>
                </c:pt>
                <c:pt idx="5">
                  <c:v>2.2305678862249394</c:v>
                </c:pt>
                <c:pt idx="6">
                  <c:v>1.0422910120065858</c:v>
                </c:pt>
                <c:pt idx="7">
                  <c:v>0.77184604724793493</c:v>
                </c:pt>
                <c:pt idx="8">
                  <c:v>0.68781415629600129</c:v>
                </c:pt>
                <c:pt idx="9">
                  <c:v>0.63315487033072027</c:v>
                </c:pt>
                <c:pt idx="10">
                  <c:v>0.76522089533258031</c:v>
                </c:pt>
                <c:pt idx="11">
                  <c:v>0.84703630537087993</c:v>
                </c:pt>
                <c:pt idx="12">
                  <c:v>1.0971108061607722</c:v>
                </c:pt>
                <c:pt idx="13">
                  <c:v>1.2978066686015193</c:v>
                </c:pt>
                <c:pt idx="14">
                  <c:v>1.6656832539423536</c:v>
                </c:pt>
                <c:pt idx="15">
                  <c:v>2.0067134927913579</c:v>
                </c:pt>
                <c:pt idx="16">
                  <c:v>2.1800666195159599</c:v>
                </c:pt>
                <c:pt idx="17">
                  <c:v>2.4091972687494252</c:v>
                </c:pt>
                <c:pt idx="18">
                  <c:v>2.6166414217127496</c:v>
                </c:pt>
                <c:pt idx="19">
                  <c:v>2.8145713658061919</c:v>
                </c:pt>
                <c:pt idx="20">
                  <c:v>2.9981381532237288</c:v>
                </c:pt>
                <c:pt idx="21">
                  <c:v>3.1658418840971736</c:v>
                </c:pt>
                <c:pt idx="22">
                  <c:v>3.327748836410461</c:v>
                </c:pt>
              </c:numCache>
            </c:numRef>
          </c:val>
          <c:smooth val="0"/>
          <c:extLst>
            <c:ext xmlns:c16="http://schemas.microsoft.com/office/drawing/2014/chart" uri="{C3380CC4-5D6E-409C-BE32-E72D297353CC}">
              <c16:uniqueId val="{00000021-2151-DB4B-BA22-94FF7C14BE22}"/>
            </c:ext>
          </c:extLst>
        </c:ser>
        <c:dLbls>
          <c:showLegendKey val="0"/>
          <c:showVal val="0"/>
          <c:showCatName val="0"/>
          <c:showSerName val="0"/>
          <c:showPercent val="0"/>
          <c:showBubbleSize val="0"/>
        </c:dLbls>
        <c:marker val="1"/>
        <c:smooth val="0"/>
        <c:axId val="206001424"/>
        <c:axId val="205998096"/>
      </c:lineChart>
      <c:catAx>
        <c:axId val="1242316575"/>
        <c:scaling>
          <c:orientation val="minMax"/>
        </c:scaling>
        <c:delete val="0"/>
        <c:axPos val="b"/>
        <c:numFmt formatCode="General" sourceLinked="1"/>
        <c:majorTickMark val="none"/>
        <c:minorTickMark val="none"/>
        <c:tickLblPos val="nextTo"/>
        <c:spPr>
          <a:noFill/>
          <a:ln w="9525" cap="flat" cmpd="sng" algn="ctr">
            <a:solidFill>
              <a:sysClr val="windowText" lastClr="000000"/>
            </a:solidFill>
            <a:round/>
          </a:ln>
          <a:effectLst/>
        </c:spPr>
        <c:txPr>
          <a:bodyPr rot="-5400000" spcFirstLastPara="1" vertOverflow="ellipsis"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endParaRPr lang="en-GR"/>
          </a:p>
        </c:txPr>
        <c:crossAx val="1242326559"/>
        <c:crosses val="autoZero"/>
        <c:auto val="1"/>
        <c:lblAlgn val="ctr"/>
        <c:lblOffset val="60"/>
        <c:tickLblSkip val="1"/>
        <c:noMultiLvlLbl val="0"/>
      </c:catAx>
      <c:valAx>
        <c:axId val="1242326559"/>
        <c:scaling>
          <c:orientation val="minMax"/>
        </c:scaling>
        <c:delete val="0"/>
        <c:axPos val="l"/>
        <c:title>
          <c:tx>
            <c:rich>
              <a:bodyPr rot="0" spcFirstLastPara="1" vertOverflow="ellipsis"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r>
                  <a:rPr lang="el-GR">
                    <a:solidFill>
                      <a:schemeClr val="tx1">
                        <a:lumMod val="65000"/>
                        <a:lumOff val="35000"/>
                      </a:schemeClr>
                    </a:solidFill>
                  </a:rPr>
                  <a:t>€</a:t>
                </a:r>
                <a:r>
                  <a:rPr lang="en-US">
                    <a:solidFill>
                      <a:schemeClr val="tx1">
                        <a:lumMod val="65000"/>
                        <a:lumOff val="35000"/>
                      </a:schemeClr>
                    </a:solidFill>
                  </a:rPr>
                  <a:t>bn</a:t>
                </a:r>
              </a:p>
            </c:rich>
          </c:tx>
          <c:layout>
            <c:manualLayout>
              <c:xMode val="edge"/>
              <c:yMode val="edge"/>
              <c:x val="0.4134538524019577"/>
              <c:y val="0.14475010406511063"/>
            </c:manualLayout>
          </c:layout>
          <c:overlay val="0"/>
          <c:spPr>
            <a:noFill/>
            <a:ln>
              <a:noFill/>
            </a:ln>
            <a:effectLst/>
          </c:spPr>
          <c:txPr>
            <a:bodyPr rot="0" spcFirstLastPara="1" vertOverflow="ellipsis"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endParaRPr lang="en-GR"/>
            </a:p>
          </c:txPr>
        </c:title>
        <c:numFmt formatCode="0" sourceLinked="1"/>
        <c:majorTickMark val="out"/>
        <c:minorTickMark val="none"/>
        <c:tickLblPos val="nextTo"/>
        <c:spPr>
          <a:noFill/>
          <a:ln>
            <a:solidFill>
              <a:sysClr val="windowText" lastClr="000000"/>
            </a:solid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endParaRPr lang="en-GR"/>
          </a:p>
        </c:txPr>
        <c:crossAx val="1242316575"/>
        <c:crosses val="autoZero"/>
        <c:crossBetween val="between"/>
        <c:dispUnits>
          <c:builtInUnit val="thousands"/>
        </c:dispUnits>
      </c:valAx>
      <c:valAx>
        <c:axId val="205998096"/>
        <c:scaling>
          <c:orientation val="minMax"/>
        </c:scaling>
        <c:delete val="0"/>
        <c:axPos val="r"/>
        <c:title>
          <c:tx>
            <c:rich>
              <a:bodyPr rot="0" spcFirstLastPara="1" vertOverflow="ellipsis"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r>
                  <a:rPr lang="en-US">
                    <a:solidFill>
                      <a:schemeClr val="tx1">
                        <a:lumMod val="65000"/>
                        <a:lumOff val="35000"/>
                      </a:schemeClr>
                    </a:solidFill>
                  </a:rPr>
                  <a:t>%GDP</a:t>
                </a:r>
              </a:p>
            </c:rich>
          </c:tx>
          <c:layout>
            <c:manualLayout>
              <c:xMode val="edge"/>
              <c:yMode val="edge"/>
              <c:x val="0.86359859572451592"/>
              <c:y val="0.16406065038290008"/>
            </c:manualLayout>
          </c:layout>
          <c:overlay val="0"/>
          <c:spPr>
            <a:noFill/>
            <a:ln>
              <a:noFill/>
            </a:ln>
            <a:effectLst/>
          </c:spPr>
          <c:txPr>
            <a:bodyPr rot="0" spcFirstLastPara="1" vertOverflow="ellipsis"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endParaRPr lang="en-GR"/>
            </a:p>
          </c:txPr>
        </c:title>
        <c:numFmt formatCode="0" sourceLinked="0"/>
        <c:majorTickMark val="out"/>
        <c:minorTickMark val="none"/>
        <c:tickLblPos val="nextTo"/>
        <c:spPr>
          <a:noFill/>
          <a:ln>
            <a:solidFill>
              <a:sysClr val="windowText" lastClr="000000"/>
            </a:solid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endParaRPr lang="en-GR"/>
          </a:p>
        </c:txPr>
        <c:crossAx val="206001424"/>
        <c:crosses val="max"/>
        <c:crossBetween val="between"/>
        <c:majorUnit val="2"/>
      </c:valAx>
      <c:catAx>
        <c:axId val="206001424"/>
        <c:scaling>
          <c:orientation val="minMax"/>
        </c:scaling>
        <c:delete val="1"/>
        <c:axPos val="b"/>
        <c:numFmt formatCode="General" sourceLinked="1"/>
        <c:majorTickMark val="out"/>
        <c:minorTickMark val="none"/>
        <c:tickLblPos val="nextTo"/>
        <c:crossAx val="205998096"/>
        <c:crosses val="autoZero"/>
        <c:auto val="1"/>
        <c:lblAlgn val="ctr"/>
        <c:lblOffset val="100"/>
        <c:noMultiLvlLbl val="0"/>
      </c:catAx>
      <c:spPr>
        <a:noFill/>
        <a:ln>
          <a:noFill/>
        </a:ln>
        <a:effectLst/>
      </c:spPr>
    </c:plotArea>
    <c:legend>
      <c:legendPos val="b"/>
      <c:layout>
        <c:manualLayout>
          <c:xMode val="edge"/>
          <c:yMode val="edge"/>
          <c:x val="2.276176568213965E-3"/>
          <c:y val="0.60741923562859668"/>
          <c:w val="0.29852073614776292"/>
          <c:h val="0.30414808797245446"/>
        </c:manualLayout>
      </c:layout>
      <c:overlay val="0"/>
      <c:spPr>
        <a:noFill/>
        <a:ln w="0" cap="flat">
          <a:noFill/>
        </a:ln>
        <a:effectLst/>
      </c:spPr>
      <c:txPr>
        <a:bodyPr rot="0" spcFirstLastPara="1" vertOverflow="ellipsis" vert="horz" wrap="square" anchor="ctr" anchorCtr="1"/>
        <a:lstStyle/>
        <a:p>
          <a:pPr marL="36000">
            <a:defRPr sz="9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endParaRPr lang="en-G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sz="800">
          <a:solidFill>
            <a:schemeClr val="tx1"/>
          </a:solidFill>
          <a:latin typeface="Aptos" panose="020B0004020202020204" pitchFamily="34" charset="0"/>
          <a:cs typeface="Segoe UI" panose="020B0502040204020203" pitchFamily="34" charset="0"/>
        </a:defRPr>
      </a:pPr>
      <a:endParaRPr lang="en-GR"/>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38740582201035551"/>
          <c:y val="0.13008146814473839"/>
          <c:w val="0.54548450094223033"/>
          <c:h val="0.7068180353863831"/>
        </c:manualLayout>
      </c:layout>
      <c:barChart>
        <c:barDir val="col"/>
        <c:grouping val="clustered"/>
        <c:varyColors val="0"/>
        <c:ser>
          <c:idx val="0"/>
          <c:order val="0"/>
          <c:tx>
            <c:v>Loan-to-deposit ratio (2Q23, left axis)</c:v>
          </c:tx>
          <c:spPr>
            <a:solidFill>
              <a:srgbClr val="007B85"/>
            </a:solidFill>
            <a:ln>
              <a:noFill/>
            </a:ln>
            <a:effectLst/>
          </c:spPr>
          <c:invertIfNegative val="0"/>
          <c:dPt>
            <c:idx val="7"/>
            <c:invertIfNegative val="0"/>
            <c:bubble3D val="0"/>
            <c:spPr>
              <a:solidFill>
                <a:srgbClr val="939793"/>
              </a:solidFill>
              <a:ln>
                <a:noFill/>
              </a:ln>
              <a:effectLst/>
            </c:spPr>
            <c:extLst>
              <c:ext xmlns:c16="http://schemas.microsoft.com/office/drawing/2014/chart" uri="{C3380CC4-5D6E-409C-BE32-E72D297353CC}">
                <c16:uniqueId val="{00000001-0160-0049-869D-3E4DC899B3FE}"/>
              </c:ext>
            </c:extLst>
          </c:dPt>
          <c:dPt>
            <c:idx val="18"/>
            <c:invertIfNegative val="0"/>
            <c:bubble3D val="0"/>
            <c:spPr>
              <a:solidFill>
                <a:srgbClr val="00ADBF"/>
              </a:solidFill>
              <a:ln>
                <a:noFill/>
              </a:ln>
              <a:effectLst/>
            </c:spPr>
            <c:extLst>
              <c:ext xmlns:c16="http://schemas.microsoft.com/office/drawing/2014/chart" uri="{C3380CC4-5D6E-409C-BE32-E72D297353CC}">
                <c16:uniqueId val="{00000003-0160-0049-869D-3E4DC899B3FE}"/>
              </c:ext>
            </c:extLst>
          </c:dPt>
          <c:cat>
            <c:strRef>
              <c:f>'[Eurostat_GFCF_%GDP_CrossCountry_v2.xlsx]Sheet1'!$B$3:$B$22</c:f>
              <c:strCache>
                <c:ptCount val="20"/>
                <c:pt idx="0">
                  <c:v>FI</c:v>
                </c:pt>
                <c:pt idx="1">
                  <c:v>SK</c:v>
                </c:pt>
                <c:pt idx="2">
                  <c:v>AU</c:v>
                </c:pt>
                <c:pt idx="3">
                  <c:v>LU</c:v>
                </c:pt>
                <c:pt idx="4">
                  <c:v>FR</c:v>
                </c:pt>
                <c:pt idx="5">
                  <c:v>DE</c:v>
                </c:pt>
                <c:pt idx="6">
                  <c:v>NL</c:v>
                </c:pt>
                <c:pt idx="7">
                  <c:v>EA</c:v>
                </c:pt>
                <c:pt idx="8">
                  <c:v>ES</c:v>
                </c:pt>
                <c:pt idx="9">
                  <c:v>IE</c:v>
                </c:pt>
                <c:pt idx="10">
                  <c:v>EE</c:v>
                </c:pt>
                <c:pt idx="11">
                  <c:v>PT</c:v>
                </c:pt>
                <c:pt idx="12">
                  <c:v>IT</c:v>
                </c:pt>
                <c:pt idx="13">
                  <c:v>BE</c:v>
                </c:pt>
                <c:pt idx="14">
                  <c:v>MA</c:v>
                </c:pt>
                <c:pt idx="15">
                  <c:v>SI</c:v>
                </c:pt>
                <c:pt idx="16">
                  <c:v>LV</c:v>
                </c:pt>
                <c:pt idx="17">
                  <c:v>LT</c:v>
                </c:pt>
                <c:pt idx="18">
                  <c:v>EL</c:v>
                </c:pt>
                <c:pt idx="19">
                  <c:v>CY</c:v>
                </c:pt>
              </c:strCache>
            </c:strRef>
          </c:cat>
          <c:val>
            <c:numRef>
              <c:f>'[Eurostat_GFCF_%GDP_CrossCountry_v2.xlsx]Sheet1'!$C$3:$C$22</c:f>
              <c:numCache>
                <c:formatCode>0.0</c:formatCode>
                <c:ptCount val="20"/>
                <c:pt idx="0">
                  <c:v>151.58000000000001</c:v>
                </c:pt>
                <c:pt idx="1">
                  <c:v>117.87</c:v>
                </c:pt>
                <c:pt idx="2">
                  <c:v>111.7</c:v>
                </c:pt>
                <c:pt idx="3">
                  <c:v>103.12</c:v>
                </c:pt>
                <c:pt idx="4">
                  <c:v>102.23</c:v>
                </c:pt>
                <c:pt idx="5">
                  <c:v>99.28</c:v>
                </c:pt>
                <c:pt idx="6">
                  <c:v>96.88</c:v>
                </c:pt>
                <c:pt idx="7">
                  <c:v>95.34</c:v>
                </c:pt>
                <c:pt idx="8">
                  <c:v>91.45</c:v>
                </c:pt>
                <c:pt idx="9">
                  <c:v>91.13</c:v>
                </c:pt>
                <c:pt idx="10">
                  <c:v>85.86</c:v>
                </c:pt>
                <c:pt idx="11">
                  <c:v>81.56</c:v>
                </c:pt>
                <c:pt idx="12">
                  <c:v>81.14</c:v>
                </c:pt>
                <c:pt idx="13">
                  <c:v>75.55</c:v>
                </c:pt>
                <c:pt idx="14">
                  <c:v>74.19</c:v>
                </c:pt>
                <c:pt idx="15">
                  <c:v>66.81</c:v>
                </c:pt>
                <c:pt idx="16">
                  <c:v>61.82</c:v>
                </c:pt>
                <c:pt idx="17">
                  <c:v>61.42</c:v>
                </c:pt>
                <c:pt idx="18">
                  <c:v>58.12</c:v>
                </c:pt>
                <c:pt idx="19">
                  <c:v>52.76</c:v>
                </c:pt>
              </c:numCache>
            </c:numRef>
          </c:val>
          <c:extLst>
            <c:ext xmlns:c16="http://schemas.microsoft.com/office/drawing/2014/chart" uri="{C3380CC4-5D6E-409C-BE32-E72D297353CC}">
              <c16:uniqueId val="{00000004-0160-0049-869D-3E4DC899B3FE}"/>
            </c:ext>
          </c:extLst>
        </c:ser>
        <c:dLbls>
          <c:showLegendKey val="0"/>
          <c:showVal val="0"/>
          <c:showCatName val="0"/>
          <c:showSerName val="0"/>
          <c:showPercent val="0"/>
          <c:showBubbleSize val="0"/>
        </c:dLbls>
        <c:gapWidth val="50"/>
        <c:axId val="427078376"/>
        <c:axId val="427084648"/>
      </c:barChart>
      <c:lineChart>
        <c:grouping val="standard"/>
        <c:varyColors val="0"/>
        <c:ser>
          <c:idx val="1"/>
          <c:order val="1"/>
          <c:tx>
            <c:v>GFCF (2Q23, right axis)</c:v>
          </c:tx>
          <c:spPr>
            <a:ln w="28575" cap="rnd">
              <a:noFill/>
              <a:round/>
            </a:ln>
            <a:effectLst/>
          </c:spPr>
          <c:marker>
            <c:symbol val="diamond"/>
            <c:size val="6"/>
            <c:spPr>
              <a:solidFill>
                <a:srgbClr val="00CFE7"/>
              </a:solidFill>
              <a:ln w="9525">
                <a:noFill/>
              </a:ln>
              <a:effectLst/>
            </c:spPr>
          </c:marker>
          <c:dPt>
            <c:idx val="18"/>
            <c:marker>
              <c:symbol val="diamond"/>
              <c:size val="7"/>
              <c:spPr>
                <a:solidFill>
                  <a:srgbClr val="00CFE7"/>
                </a:solidFill>
                <a:ln w="9525">
                  <a:noFill/>
                </a:ln>
                <a:effectLst/>
              </c:spPr>
            </c:marker>
            <c:bubble3D val="0"/>
            <c:extLst>
              <c:ext xmlns:c16="http://schemas.microsoft.com/office/drawing/2014/chart" uri="{C3380CC4-5D6E-409C-BE32-E72D297353CC}">
                <c16:uniqueId val="{00000005-0160-0049-869D-3E4DC899B3FE}"/>
              </c:ext>
            </c:extLst>
          </c:dPt>
          <c:cat>
            <c:strRef>
              <c:f>'[Eurostat_GFCF_%GDP_CrossCountry_v2.xlsx]Sheet1'!$B$3:$B$22</c:f>
              <c:strCache>
                <c:ptCount val="20"/>
                <c:pt idx="0">
                  <c:v>FI</c:v>
                </c:pt>
                <c:pt idx="1">
                  <c:v>SK</c:v>
                </c:pt>
                <c:pt idx="2">
                  <c:v>AU</c:v>
                </c:pt>
                <c:pt idx="3">
                  <c:v>LU</c:v>
                </c:pt>
                <c:pt idx="4">
                  <c:v>FR</c:v>
                </c:pt>
                <c:pt idx="5">
                  <c:v>DE</c:v>
                </c:pt>
                <c:pt idx="6">
                  <c:v>NL</c:v>
                </c:pt>
                <c:pt idx="7">
                  <c:v>EA</c:v>
                </c:pt>
                <c:pt idx="8">
                  <c:v>ES</c:v>
                </c:pt>
                <c:pt idx="9">
                  <c:v>IE</c:v>
                </c:pt>
                <c:pt idx="10">
                  <c:v>EE</c:v>
                </c:pt>
                <c:pt idx="11">
                  <c:v>PT</c:v>
                </c:pt>
                <c:pt idx="12">
                  <c:v>IT</c:v>
                </c:pt>
                <c:pt idx="13">
                  <c:v>BE</c:v>
                </c:pt>
                <c:pt idx="14">
                  <c:v>MA</c:v>
                </c:pt>
                <c:pt idx="15">
                  <c:v>SI</c:v>
                </c:pt>
                <c:pt idx="16">
                  <c:v>LV</c:v>
                </c:pt>
                <c:pt idx="17">
                  <c:v>LT</c:v>
                </c:pt>
                <c:pt idx="18">
                  <c:v>EL</c:v>
                </c:pt>
                <c:pt idx="19">
                  <c:v>CY</c:v>
                </c:pt>
              </c:strCache>
            </c:strRef>
          </c:cat>
          <c:val>
            <c:numRef>
              <c:f>'[Eurostat_GFCF_%GDP_CrossCountry_v2.xlsx]Sheet1'!$D$3:$D$22</c:f>
              <c:numCache>
                <c:formatCode>0.0</c:formatCode>
                <c:ptCount val="20"/>
                <c:pt idx="0">
                  <c:v>21.979399606966187</c:v>
                </c:pt>
                <c:pt idx="1">
                  <c:v>21.175513001756414</c:v>
                </c:pt>
                <c:pt idx="2">
                  <c:v>23.991452144449063</c:v>
                </c:pt>
                <c:pt idx="3">
                  <c:v>16.785394307338557</c:v>
                </c:pt>
                <c:pt idx="4">
                  <c:v>24.179498052147142</c:v>
                </c:pt>
                <c:pt idx="5">
                  <c:v>20.430797335751112</c:v>
                </c:pt>
                <c:pt idx="6">
                  <c:v>21.374738487132309</c:v>
                </c:pt>
                <c:pt idx="7">
                  <c:v>21.349753173072724</c:v>
                </c:pt>
                <c:pt idx="8">
                  <c:v>18.953407271334125</c:v>
                </c:pt>
                <c:pt idx="9">
                  <c:v>18.488546284679281</c:v>
                </c:pt>
                <c:pt idx="10">
                  <c:v>27.407880044664225</c:v>
                </c:pt>
                <c:pt idx="11">
                  <c:v>18.307529218256036</c:v>
                </c:pt>
                <c:pt idx="12">
                  <c:v>21.635490797890881</c:v>
                </c:pt>
                <c:pt idx="13">
                  <c:v>24.118935252775607</c:v>
                </c:pt>
                <c:pt idx="14">
                  <c:v>19.550049080731171</c:v>
                </c:pt>
                <c:pt idx="15">
                  <c:v>21.258116816985638</c:v>
                </c:pt>
                <c:pt idx="16">
                  <c:v>24.381718932768898</c:v>
                </c:pt>
                <c:pt idx="17">
                  <c:v>24.785388743334206</c:v>
                </c:pt>
                <c:pt idx="18">
                  <c:v>14.358014265219118</c:v>
                </c:pt>
                <c:pt idx="19">
                  <c:v>17.697304725319341</c:v>
                </c:pt>
              </c:numCache>
            </c:numRef>
          </c:val>
          <c:smooth val="0"/>
          <c:extLst>
            <c:ext xmlns:c16="http://schemas.microsoft.com/office/drawing/2014/chart" uri="{C3380CC4-5D6E-409C-BE32-E72D297353CC}">
              <c16:uniqueId val="{00000006-0160-0049-869D-3E4DC899B3FE}"/>
            </c:ext>
          </c:extLst>
        </c:ser>
        <c:dLbls>
          <c:showLegendKey val="0"/>
          <c:showVal val="0"/>
          <c:showCatName val="0"/>
          <c:showSerName val="0"/>
          <c:showPercent val="0"/>
          <c:showBubbleSize val="0"/>
        </c:dLbls>
        <c:marker val="1"/>
        <c:smooth val="0"/>
        <c:axId val="2117647791"/>
        <c:axId val="2065796527"/>
      </c:lineChart>
      <c:catAx>
        <c:axId val="427078376"/>
        <c:scaling>
          <c:orientation val="minMax"/>
        </c:scaling>
        <c:delete val="0"/>
        <c:axPos val="b"/>
        <c:numFmt formatCode="General" sourceLinked="1"/>
        <c:majorTickMark val="none"/>
        <c:minorTickMark val="none"/>
        <c:tickLblPos val="nextTo"/>
        <c:spPr>
          <a:noFill/>
          <a:ln w="9525" cap="flat" cmpd="sng" algn="ctr">
            <a:solidFill>
              <a:sysClr val="windowText" lastClr="000000"/>
            </a:solidFill>
            <a:round/>
          </a:ln>
          <a:effectLst/>
        </c:spPr>
        <c:txPr>
          <a:bodyPr rot="-5400000" spcFirstLastPara="1" vertOverflow="ellipsis"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endParaRPr lang="en-GR"/>
          </a:p>
        </c:txPr>
        <c:crossAx val="427084648"/>
        <c:crosses val="autoZero"/>
        <c:auto val="1"/>
        <c:lblAlgn val="ctr"/>
        <c:lblOffset val="100"/>
        <c:noMultiLvlLbl val="0"/>
      </c:catAx>
      <c:valAx>
        <c:axId val="427084648"/>
        <c:scaling>
          <c:orientation val="minMax"/>
        </c:scaling>
        <c:delete val="0"/>
        <c:axPos val="l"/>
        <c:numFmt formatCode="0" sourceLinked="0"/>
        <c:majorTickMark val="out"/>
        <c:minorTickMark val="none"/>
        <c:tickLblPos val="nextTo"/>
        <c:spPr>
          <a:noFill/>
          <a:ln>
            <a:solidFill>
              <a:sysClr val="windowText" lastClr="000000"/>
            </a:solid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endParaRPr lang="en-GR"/>
          </a:p>
        </c:txPr>
        <c:crossAx val="427078376"/>
        <c:crosses val="autoZero"/>
        <c:crossBetween val="between"/>
      </c:valAx>
      <c:valAx>
        <c:axId val="2065796527"/>
        <c:scaling>
          <c:orientation val="minMax"/>
          <c:max val="80"/>
        </c:scaling>
        <c:delete val="0"/>
        <c:axPos val="r"/>
        <c:numFmt formatCode="#,##0" sourceLinked="0"/>
        <c:majorTickMark val="out"/>
        <c:minorTickMark val="none"/>
        <c:tickLblPos val="nextTo"/>
        <c:spPr>
          <a:noFill/>
          <a:ln>
            <a:solidFill>
              <a:sysClr val="windowText" lastClr="000000"/>
            </a:solid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endParaRPr lang="en-GR"/>
          </a:p>
        </c:txPr>
        <c:crossAx val="2117647791"/>
        <c:crosses val="max"/>
        <c:crossBetween val="between"/>
      </c:valAx>
      <c:catAx>
        <c:axId val="2117647791"/>
        <c:scaling>
          <c:orientation val="minMax"/>
        </c:scaling>
        <c:delete val="1"/>
        <c:axPos val="b"/>
        <c:numFmt formatCode="General" sourceLinked="1"/>
        <c:majorTickMark val="out"/>
        <c:minorTickMark val="none"/>
        <c:tickLblPos val="nextTo"/>
        <c:crossAx val="2065796527"/>
        <c:crosses val="autoZero"/>
        <c:auto val="1"/>
        <c:lblAlgn val="ctr"/>
        <c:lblOffset val="100"/>
        <c:noMultiLvlLbl val="0"/>
      </c:catAx>
      <c:spPr>
        <a:noFill/>
        <a:ln>
          <a:noFill/>
        </a:ln>
        <a:effectLst/>
      </c:spPr>
    </c:plotArea>
    <c:legend>
      <c:legendPos val="b"/>
      <c:layout>
        <c:manualLayout>
          <c:xMode val="edge"/>
          <c:yMode val="edge"/>
          <c:x val="1.8304129599002641E-2"/>
          <c:y val="0.62262951323141458"/>
          <c:w val="0.29300299423852305"/>
          <c:h val="0.30918207915582391"/>
        </c:manualLayout>
      </c:layout>
      <c:overlay val="0"/>
      <c:spPr>
        <a:noFill/>
        <a:ln>
          <a:noFill/>
        </a:ln>
        <a:effectLst/>
      </c:spPr>
      <c:txPr>
        <a:bodyPr rot="0" spcFirstLastPara="1" vertOverflow="ellipsis" vert="horz" wrap="square" anchor="ctr" anchorCtr="1"/>
        <a:lstStyle/>
        <a:p>
          <a:pPr marL="36000">
            <a:defRPr sz="9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endParaRPr lang="en-G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sz="900">
          <a:solidFill>
            <a:schemeClr val="tx1"/>
          </a:solidFill>
          <a:latin typeface="Aptos" panose="020B0004020202020204" pitchFamily="34" charset="0"/>
          <a:cs typeface="Segoe UI" panose="020B0502040204020203" pitchFamily="34" charset="0"/>
        </a:defRPr>
      </a:pPr>
      <a:endParaRPr lang="en-GR"/>
    </a:p>
  </c:txPr>
  <c:externalData r:id="rId4">
    <c:autoUpdate val="0"/>
  </c:externalData>
  <c:userShapes r:id="rId5"/>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3887840386308567"/>
          <c:y val="0.12965870433913815"/>
          <c:w val="0.544337475636678"/>
          <c:h val="0.68235015657837217"/>
        </c:manualLayout>
      </c:layout>
      <c:barChart>
        <c:barDir val="col"/>
        <c:grouping val="stacked"/>
        <c:varyColors val="0"/>
        <c:ser>
          <c:idx val="2"/>
          <c:order val="0"/>
          <c:tx>
            <c:v>GR: GFCF excl. residential investment (%GDP)</c:v>
          </c:tx>
          <c:spPr>
            <a:solidFill>
              <a:srgbClr val="007B85"/>
            </a:solidFill>
            <a:ln w="25400">
              <a:noFill/>
            </a:ln>
          </c:spPr>
          <c:invertIfNegative val="0"/>
          <c:dPt>
            <c:idx val="21"/>
            <c:invertIfNegative val="0"/>
            <c:bubble3D val="0"/>
            <c:spPr>
              <a:solidFill>
                <a:srgbClr val="00ADBF"/>
              </a:solidFill>
              <a:ln w="25400">
                <a:noFill/>
              </a:ln>
            </c:spPr>
            <c:extLst>
              <c:ext xmlns:c16="http://schemas.microsoft.com/office/drawing/2014/chart" uri="{C3380CC4-5D6E-409C-BE32-E72D297353CC}">
                <c16:uniqueId val="{00000001-981F-9741-932E-8CA24AD8F5A9}"/>
              </c:ext>
            </c:extLst>
          </c:dPt>
          <c:dPt>
            <c:idx val="22"/>
            <c:invertIfNegative val="0"/>
            <c:bubble3D val="0"/>
            <c:spPr>
              <a:solidFill>
                <a:srgbClr val="00ADBF"/>
              </a:solidFill>
              <a:ln w="25400">
                <a:noFill/>
              </a:ln>
            </c:spPr>
            <c:extLst>
              <c:ext xmlns:c16="http://schemas.microsoft.com/office/drawing/2014/chart" uri="{C3380CC4-5D6E-409C-BE32-E72D297353CC}">
                <c16:uniqueId val="{00000003-981F-9741-932E-8CA24AD8F5A9}"/>
              </c:ext>
            </c:extLst>
          </c:dPt>
          <c:dPt>
            <c:idx val="23"/>
            <c:invertIfNegative val="0"/>
            <c:bubble3D val="0"/>
            <c:spPr>
              <a:solidFill>
                <a:srgbClr val="00ADBF"/>
              </a:solidFill>
              <a:ln w="25400">
                <a:noFill/>
              </a:ln>
            </c:spPr>
            <c:extLst>
              <c:ext xmlns:c16="http://schemas.microsoft.com/office/drawing/2014/chart" uri="{C3380CC4-5D6E-409C-BE32-E72D297353CC}">
                <c16:uniqueId val="{00000005-981F-9741-932E-8CA24AD8F5A9}"/>
              </c:ext>
            </c:extLst>
          </c:dPt>
          <c:dPt>
            <c:idx val="24"/>
            <c:invertIfNegative val="0"/>
            <c:bubble3D val="0"/>
            <c:spPr>
              <a:solidFill>
                <a:srgbClr val="00ADBF"/>
              </a:solidFill>
              <a:ln w="25400">
                <a:noFill/>
              </a:ln>
            </c:spPr>
            <c:extLst>
              <c:ext xmlns:c16="http://schemas.microsoft.com/office/drawing/2014/chart" uri="{C3380CC4-5D6E-409C-BE32-E72D297353CC}">
                <c16:uniqueId val="{00000007-981F-9741-932E-8CA24AD8F5A9}"/>
              </c:ext>
            </c:extLst>
          </c:dPt>
          <c:cat>
            <c:strRef>
              <c:f>'[GrowthTable_51_Q2_2023_September2023.xlsx]GFCF ComponentsNSSG'!$BF$139:$BF$163</c:f>
              <c:strCache>
                <c:ptCount val="25"/>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pt idx="13">
                  <c:v>2015</c:v>
                </c:pt>
                <c:pt idx="14">
                  <c:v>2016</c:v>
                </c:pt>
                <c:pt idx="15">
                  <c:v>2017</c:v>
                </c:pt>
                <c:pt idx="16">
                  <c:v>2018</c:v>
                </c:pt>
                <c:pt idx="17">
                  <c:v>2019</c:v>
                </c:pt>
                <c:pt idx="18">
                  <c:v>2020</c:v>
                </c:pt>
                <c:pt idx="19">
                  <c:v>2021</c:v>
                </c:pt>
                <c:pt idx="20">
                  <c:v>2022</c:v>
                </c:pt>
                <c:pt idx="21">
                  <c:v>2023f</c:v>
                </c:pt>
                <c:pt idx="22">
                  <c:v>2024f</c:v>
                </c:pt>
                <c:pt idx="23">
                  <c:v>2025f</c:v>
                </c:pt>
                <c:pt idx="24">
                  <c:v>2026f</c:v>
                </c:pt>
              </c:strCache>
            </c:strRef>
          </c:cat>
          <c:val>
            <c:numRef>
              <c:f>'[GrowthTable_51_Q2_2023_September2023.xlsx]GFCF ComponentsNSSG'!$BI$139:$BI$163</c:f>
              <c:numCache>
                <c:formatCode>0.0</c:formatCode>
                <c:ptCount val="25"/>
                <c:pt idx="0">
                  <c:v>13.599152425986137</c:v>
                </c:pt>
                <c:pt idx="1">
                  <c:v>14.570291736987219</c:v>
                </c:pt>
                <c:pt idx="2">
                  <c:v>13.269026799983909</c:v>
                </c:pt>
                <c:pt idx="3">
                  <c:v>11.357650443565671</c:v>
                </c:pt>
                <c:pt idx="4">
                  <c:v>12.93522250051179</c:v>
                </c:pt>
                <c:pt idx="5">
                  <c:v>14.586884898049743</c:v>
                </c:pt>
                <c:pt idx="6">
                  <c:v>15.27772508330645</c:v>
                </c:pt>
                <c:pt idx="7">
                  <c:v>14.218945970455202</c:v>
                </c:pt>
                <c:pt idx="8">
                  <c:v>11.602293279296838</c:v>
                </c:pt>
                <c:pt idx="9">
                  <c:v>9.0140981176445365</c:v>
                </c:pt>
                <c:pt idx="10">
                  <c:v>8.4438298143173718</c:v>
                </c:pt>
                <c:pt idx="11">
                  <c:v>8.8811769901453044</c:v>
                </c:pt>
                <c:pt idx="12">
                  <c:v>9.6605502951905731</c:v>
                </c:pt>
                <c:pt idx="13">
                  <c:v>9.9710431735341452</c:v>
                </c:pt>
                <c:pt idx="14">
                  <c:v>10.365469525746013</c:v>
                </c:pt>
                <c:pt idx="15">
                  <c:v>11.263919059746092</c:v>
                </c:pt>
                <c:pt idx="16">
                  <c:v>10.461947810948462</c:v>
                </c:pt>
                <c:pt idx="17">
                  <c:v>9.9347123555990091</c:v>
                </c:pt>
                <c:pt idx="18">
                  <c:v>10.825419256946335</c:v>
                </c:pt>
                <c:pt idx="19">
                  <c:v>11.91098046629034</c:v>
                </c:pt>
                <c:pt idx="20">
                  <c:v>12.2543114163347</c:v>
                </c:pt>
                <c:pt idx="21">
                  <c:v>12.807446154402898</c:v>
                </c:pt>
                <c:pt idx="22">
                  <c:v>14.238975156239983</c:v>
                </c:pt>
                <c:pt idx="23">
                  <c:v>15.046285221355022</c:v>
                </c:pt>
                <c:pt idx="24">
                  <c:v>15.693401849210012</c:v>
                </c:pt>
              </c:numCache>
            </c:numRef>
          </c:val>
          <c:extLst>
            <c:ext xmlns:c16="http://schemas.microsoft.com/office/drawing/2014/chart" uri="{C3380CC4-5D6E-409C-BE32-E72D297353CC}">
              <c16:uniqueId val="{00000008-981F-9741-932E-8CA24AD8F5A9}"/>
            </c:ext>
          </c:extLst>
        </c:ser>
        <c:ser>
          <c:idx val="1"/>
          <c:order val="1"/>
          <c:tx>
            <c:v>GR: Residential investment (%GDP)</c:v>
          </c:tx>
          <c:spPr>
            <a:solidFill>
              <a:srgbClr val="003841"/>
            </a:solidFill>
          </c:spPr>
          <c:invertIfNegative val="0"/>
          <c:dPt>
            <c:idx val="21"/>
            <c:invertIfNegative val="0"/>
            <c:bubble3D val="0"/>
            <c:extLst>
              <c:ext xmlns:c16="http://schemas.microsoft.com/office/drawing/2014/chart" uri="{C3380CC4-5D6E-409C-BE32-E72D297353CC}">
                <c16:uniqueId val="{0000000A-981F-9741-932E-8CA24AD8F5A9}"/>
              </c:ext>
            </c:extLst>
          </c:dPt>
          <c:dPt>
            <c:idx val="22"/>
            <c:invertIfNegative val="0"/>
            <c:bubble3D val="0"/>
            <c:extLst>
              <c:ext xmlns:c16="http://schemas.microsoft.com/office/drawing/2014/chart" uri="{C3380CC4-5D6E-409C-BE32-E72D297353CC}">
                <c16:uniqueId val="{0000000C-981F-9741-932E-8CA24AD8F5A9}"/>
              </c:ext>
            </c:extLst>
          </c:dPt>
          <c:dPt>
            <c:idx val="23"/>
            <c:invertIfNegative val="0"/>
            <c:bubble3D val="0"/>
            <c:extLst>
              <c:ext xmlns:c16="http://schemas.microsoft.com/office/drawing/2014/chart" uri="{C3380CC4-5D6E-409C-BE32-E72D297353CC}">
                <c16:uniqueId val="{0000000E-981F-9741-932E-8CA24AD8F5A9}"/>
              </c:ext>
            </c:extLst>
          </c:dPt>
          <c:dPt>
            <c:idx val="24"/>
            <c:invertIfNegative val="0"/>
            <c:bubble3D val="0"/>
            <c:extLst>
              <c:ext xmlns:c16="http://schemas.microsoft.com/office/drawing/2014/chart" uri="{C3380CC4-5D6E-409C-BE32-E72D297353CC}">
                <c16:uniqueId val="{00000010-981F-9741-932E-8CA24AD8F5A9}"/>
              </c:ext>
            </c:extLst>
          </c:dPt>
          <c:cat>
            <c:strRef>
              <c:f>'[GrowthTable_51_Q2_2023_September2023.xlsx]GFCF ComponentsNSSG'!$BF$139:$BF$163</c:f>
              <c:strCache>
                <c:ptCount val="25"/>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pt idx="13">
                  <c:v>2015</c:v>
                </c:pt>
                <c:pt idx="14">
                  <c:v>2016</c:v>
                </c:pt>
                <c:pt idx="15">
                  <c:v>2017</c:v>
                </c:pt>
                <c:pt idx="16">
                  <c:v>2018</c:v>
                </c:pt>
                <c:pt idx="17">
                  <c:v>2019</c:v>
                </c:pt>
                <c:pt idx="18">
                  <c:v>2020</c:v>
                </c:pt>
                <c:pt idx="19">
                  <c:v>2021</c:v>
                </c:pt>
                <c:pt idx="20">
                  <c:v>2022</c:v>
                </c:pt>
                <c:pt idx="21">
                  <c:v>2023f</c:v>
                </c:pt>
                <c:pt idx="22">
                  <c:v>2024f</c:v>
                </c:pt>
                <c:pt idx="23">
                  <c:v>2025f</c:v>
                </c:pt>
                <c:pt idx="24">
                  <c:v>2026f</c:v>
                </c:pt>
              </c:strCache>
            </c:strRef>
          </c:cat>
          <c:val>
            <c:numRef>
              <c:f>'[GrowthTable_51_Q2_2023_September2023.xlsx]GFCF ComponentsNSSG'!$BK$139:$BK$163</c:f>
              <c:numCache>
                <c:formatCode>0.0</c:formatCode>
                <c:ptCount val="25"/>
                <c:pt idx="0">
                  <c:v>7.1340274837359887</c:v>
                </c:pt>
                <c:pt idx="1">
                  <c:v>7.9729047348067228</c:v>
                </c:pt>
                <c:pt idx="2">
                  <c:v>8.8690150779464823</c:v>
                </c:pt>
                <c:pt idx="3">
                  <c:v>7.9955172369247514</c:v>
                </c:pt>
                <c:pt idx="4">
                  <c:v>8.9060577519432034</c:v>
                </c:pt>
                <c:pt idx="5">
                  <c:v>9.9335988699762936</c:v>
                </c:pt>
                <c:pt idx="6">
                  <c:v>7.5648539629952367</c:v>
                </c:pt>
                <c:pt idx="7">
                  <c:v>6.3502900132661493</c:v>
                </c:pt>
                <c:pt idx="8">
                  <c:v>4.9682332509481633</c:v>
                </c:pt>
                <c:pt idx="9">
                  <c:v>4.7374820309309094</c:v>
                </c:pt>
                <c:pt idx="10">
                  <c:v>3.1573889785331448</c:v>
                </c:pt>
                <c:pt idx="11">
                  <c:v>2.2305678862249394</c:v>
                </c:pt>
                <c:pt idx="12">
                  <c:v>1.0422910120065858</c:v>
                </c:pt>
                <c:pt idx="13">
                  <c:v>0.77184604724793493</c:v>
                </c:pt>
                <c:pt idx="14">
                  <c:v>0.68781415629600129</c:v>
                </c:pt>
                <c:pt idx="15">
                  <c:v>0.63315487033072027</c:v>
                </c:pt>
                <c:pt idx="16">
                  <c:v>0.76522089533258031</c:v>
                </c:pt>
                <c:pt idx="17">
                  <c:v>0.84703630537087993</c:v>
                </c:pt>
                <c:pt idx="18">
                  <c:v>1.0971108061607722</c:v>
                </c:pt>
                <c:pt idx="19">
                  <c:v>1.2978066686015193</c:v>
                </c:pt>
                <c:pt idx="20">
                  <c:v>1.6656832539423536</c:v>
                </c:pt>
                <c:pt idx="21">
                  <c:v>2.0067134927913579</c:v>
                </c:pt>
                <c:pt idx="22">
                  <c:v>2.1800666195159599</c:v>
                </c:pt>
                <c:pt idx="23">
                  <c:v>2.4091972687494252</c:v>
                </c:pt>
                <c:pt idx="24">
                  <c:v>2.6166414217127496</c:v>
                </c:pt>
              </c:numCache>
            </c:numRef>
          </c:val>
          <c:extLst>
            <c:ext xmlns:c16="http://schemas.microsoft.com/office/drawing/2014/chart" uri="{C3380CC4-5D6E-409C-BE32-E72D297353CC}">
              <c16:uniqueId val="{00000011-981F-9741-932E-8CA24AD8F5A9}"/>
            </c:ext>
          </c:extLst>
        </c:ser>
        <c:dLbls>
          <c:showLegendKey val="0"/>
          <c:showVal val="0"/>
          <c:showCatName val="0"/>
          <c:showSerName val="0"/>
          <c:showPercent val="0"/>
          <c:showBubbleSize val="0"/>
        </c:dLbls>
        <c:gapWidth val="50"/>
        <c:overlap val="100"/>
        <c:axId val="2110039280"/>
        <c:axId val="2110033792"/>
      </c:barChart>
      <c:lineChart>
        <c:grouping val="standard"/>
        <c:varyColors val="0"/>
        <c:ser>
          <c:idx val="0"/>
          <c:order val="2"/>
          <c:tx>
            <c:v>GR: GFCF (%GDP)</c:v>
          </c:tx>
          <c:spPr>
            <a:ln>
              <a:solidFill>
                <a:srgbClr val="00DEF8"/>
              </a:solidFill>
            </a:ln>
          </c:spPr>
          <c:marker>
            <c:symbol val="none"/>
          </c:marker>
          <c:val>
            <c:numRef>
              <c:f>'[GrowthTable_51_Q2_2023_September2023.xlsx]GFCF ComponentsNSSG'!$BJ$139:$BJ$163</c:f>
              <c:numCache>
                <c:formatCode>0.0</c:formatCode>
                <c:ptCount val="25"/>
                <c:pt idx="0">
                  <c:v>20.733179909722125</c:v>
                </c:pt>
                <c:pt idx="1">
                  <c:v>22.543196471793941</c:v>
                </c:pt>
                <c:pt idx="2">
                  <c:v>22.138041877930391</c:v>
                </c:pt>
                <c:pt idx="3">
                  <c:v>19.353167680490422</c:v>
                </c:pt>
                <c:pt idx="4">
                  <c:v>21.841280252454993</c:v>
                </c:pt>
                <c:pt idx="5">
                  <c:v>24.520483768026036</c:v>
                </c:pt>
                <c:pt idx="6">
                  <c:v>22.842579046301687</c:v>
                </c:pt>
                <c:pt idx="7">
                  <c:v>20.569235983721352</c:v>
                </c:pt>
                <c:pt idx="8">
                  <c:v>16.570526530245001</c:v>
                </c:pt>
                <c:pt idx="9">
                  <c:v>13.751580148575446</c:v>
                </c:pt>
                <c:pt idx="10">
                  <c:v>11.601218792850517</c:v>
                </c:pt>
                <c:pt idx="11">
                  <c:v>11.111744876370244</c:v>
                </c:pt>
                <c:pt idx="12">
                  <c:v>10.70284130719716</c:v>
                </c:pt>
                <c:pt idx="13">
                  <c:v>10.742889220782081</c:v>
                </c:pt>
                <c:pt idx="14">
                  <c:v>11.053283682042014</c:v>
                </c:pt>
                <c:pt idx="15">
                  <c:v>11.897073930076813</c:v>
                </c:pt>
                <c:pt idx="16">
                  <c:v>11.227168706281043</c:v>
                </c:pt>
                <c:pt idx="17">
                  <c:v>10.781748660969889</c:v>
                </c:pt>
                <c:pt idx="18">
                  <c:v>11.922530063107107</c:v>
                </c:pt>
                <c:pt idx="19">
                  <c:v>13.208787134891859</c:v>
                </c:pt>
                <c:pt idx="20">
                  <c:v>13.919994670277053</c:v>
                </c:pt>
                <c:pt idx="21">
                  <c:v>14.814159647194256</c:v>
                </c:pt>
                <c:pt idx="22">
                  <c:v>16.419041775755943</c:v>
                </c:pt>
                <c:pt idx="23">
                  <c:v>17.455482490104448</c:v>
                </c:pt>
                <c:pt idx="24">
                  <c:v>18.310043270922762</c:v>
                </c:pt>
              </c:numCache>
            </c:numRef>
          </c:val>
          <c:smooth val="0"/>
          <c:extLst>
            <c:ext xmlns:c16="http://schemas.microsoft.com/office/drawing/2014/chart" uri="{C3380CC4-5D6E-409C-BE32-E72D297353CC}">
              <c16:uniqueId val="{00000012-981F-9741-932E-8CA24AD8F5A9}"/>
            </c:ext>
          </c:extLst>
        </c:ser>
        <c:ser>
          <c:idx val="3"/>
          <c:order val="3"/>
          <c:tx>
            <c:v>EA: GFCF (% of GDP)</c:v>
          </c:tx>
          <c:spPr>
            <a:ln w="28575" cmpd="dbl">
              <a:solidFill>
                <a:srgbClr val="FFFFFF">
                  <a:lumMod val="65000"/>
                </a:srgbClr>
              </a:solidFill>
              <a:prstDash val="solid"/>
            </a:ln>
          </c:spPr>
          <c:marker>
            <c:symbol val="none"/>
          </c:marker>
          <c:val>
            <c:numRef>
              <c:f>'[GrowthTable_51_Q2_2023_September2023.xlsx]GFCF ComponentsNSSG'!$DE$139:$DE$163</c:f>
              <c:numCache>
                <c:formatCode>0.0</c:formatCode>
                <c:ptCount val="25"/>
                <c:pt idx="0">
                  <c:v>21.238871717676869</c:v>
                </c:pt>
                <c:pt idx="1">
                  <c:v>21.238871717676869</c:v>
                </c:pt>
                <c:pt idx="2">
                  <c:v>21.238871717676869</c:v>
                </c:pt>
                <c:pt idx="3">
                  <c:v>21.238871717676869</c:v>
                </c:pt>
                <c:pt idx="4">
                  <c:v>21.238871717676869</c:v>
                </c:pt>
                <c:pt idx="5">
                  <c:v>21.238871717676869</c:v>
                </c:pt>
                <c:pt idx="6">
                  <c:v>21.238871717676869</c:v>
                </c:pt>
                <c:pt idx="7">
                  <c:v>21.238871717676869</c:v>
                </c:pt>
                <c:pt idx="8">
                  <c:v>21.238871717676869</c:v>
                </c:pt>
                <c:pt idx="9">
                  <c:v>21.238871717676869</c:v>
                </c:pt>
                <c:pt idx="10">
                  <c:v>21.238871717676869</c:v>
                </c:pt>
                <c:pt idx="11">
                  <c:v>21.238871717676869</c:v>
                </c:pt>
                <c:pt idx="12">
                  <c:v>21.238871717676869</c:v>
                </c:pt>
                <c:pt idx="13">
                  <c:v>21.238871717676869</c:v>
                </c:pt>
                <c:pt idx="14">
                  <c:v>21.238871717676869</c:v>
                </c:pt>
                <c:pt idx="15">
                  <c:v>21.238871717676869</c:v>
                </c:pt>
                <c:pt idx="16">
                  <c:v>21.238871717676869</c:v>
                </c:pt>
                <c:pt idx="17">
                  <c:v>21.238871717676869</c:v>
                </c:pt>
                <c:pt idx="18">
                  <c:v>21.238871717676869</c:v>
                </c:pt>
                <c:pt idx="19">
                  <c:v>21.238871717676869</c:v>
                </c:pt>
                <c:pt idx="20">
                  <c:v>21.238871717676869</c:v>
                </c:pt>
                <c:pt idx="21">
                  <c:v>21.238871717676869</c:v>
                </c:pt>
                <c:pt idx="22">
                  <c:v>21.238871717676869</c:v>
                </c:pt>
                <c:pt idx="23">
                  <c:v>21.238871717676869</c:v>
                </c:pt>
                <c:pt idx="24">
                  <c:v>21.238871717676869</c:v>
                </c:pt>
              </c:numCache>
            </c:numRef>
          </c:val>
          <c:smooth val="0"/>
          <c:extLst>
            <c:ext xmlns:c16="http://schemas.microsoft.com/office/drawing/2014/chart" uri="{C3380CC4-5D6E-409C-BE32-E72D297353CC}">
              <c16:uniqueId val="{00000013-981F-9741-932E-8CA24AD8F5A9}"/>
            </c:ext>
          </c:extLst>
        </c:ser>
        <c:dLbls>
          <c:showLegendKey val="0"/>
          <c:showVal val="0"/>
          <c:showCatName val="0"/>
          <c:showSerName val="0"/>
          <c:showPercent val="0"/>
          <c:showBubbleSize val="0"/>
        </c:dLbls>
        <c:marker val="1"/>
        <c:smooth val="0"/>
        <c:axId val="1632520271"/>
        <c:axId val="1682588063"/>
      </c:lineChart>
      <c:catAx>
        <c:axId val="2110039280"/>
        <c:scaling>
          <c:orientation val="minMax"/>
        </c:scaling>
        <c:delete val="0"/>
        <c:axPos val="b"/>
        <c:title>
          <c:tx>
            <c:rich>
              <a:bodyPr/>
              <a:lstStyle/>
              <a:p>
                <a:pPr>
                  <a:defRPr sz="800" b="0">
                    <a:solidFill>
                      <a:schemeClr val="tx1">
                        <a:lumMod val="65000"/>
                        <a:lumOff val="35000"/>
                      </a:schemeClr>
                    </a:solidFill>
                  </a:defRPr>
                </a:pPr>
                <a:r>
                  <a:rPr lang="en-US" sz="800" b="0">
                    <a:solidFill>
                      <a:schemeClr val="tx1">
                        <a:lumMod val="65000"/>
                        <a:lumOff val="35000"/>
                      </a:schemeClr>
                    </a:solidFill>
                  </a:rPr>
                  <a:t>%GDP</a:t>
                </a:r>
              </a:p>
            </c:rich>
          </c:tx>
          <c:layout>
            <c:manualLayout>
              <c:xMode val="edge"/>
              <c:yMode val="edge"/>
              <c:x val="0.39184570207301889"/>
              <c:y val="9.9371673073128525E-2"/>
            </c:manualLayout>
          </c:layout>
          <c:overlay val="0"/>
        </c:title>
        <c:numFmt formatCode="General" sourceLinked="0"/>
        <c:majorTickMark val="none"/>
        <c:minorTickMark val="none"/>
        <c:tickLblPos val="low"/>
        <c:spPr>
          <a:ln>
            <a:solidFill>
              <a:sysClr val="windowText" lastClr="000000"/>
            </a:solidFill>
          </a:ln>
        </c:spPr>
        <c:txPr>
          <a:bodyPr rot="-5400000" vert="horz"/>
          <a:lstStyle/>
          <a:p>
            <a:pPr>
              <a:defRPr sz="800">
                <a:solidFill>
                  <a:schemeClr val="tx1">
                    <a:lumMod val="65000"/>
                    <a:lumOff val="35000"/>
                  </a:schemeClr>
                </a:solidFill>
              </a:defRPr>
            </a:pPr>
            <a:endParaRPr lang="en-GR"/>
          </a:p>
        </c:txPr>
        <c:crossAx val="2110033792"/>
        <c:crosses val="autoZero"/>
        <c:auto val="1"/>
        <c:lblAlgn val="ctr"/>
        <c:lblOffset val="100"/>
        <c:tickLblSkip val="1"/>
        <c:noMultiLvlLbl val="0"/>
      </c:catAx>
      <c:valAx>
        <c:axId val="2110033792"/>
        <c:scaling>
          <c:orientation val="minMax"/>
          <c:max val="25"/>
          <c:min val="0"/>
        </c:scaling>
        <c:delete val="0"/>
        <c:axPos val="l"/>
        <c:numFmt formatCode="0" sourceLinked="0"/>
        <c:majorTickMark val="out"/>
        <c:minorTickMark val="none"/>
        <c:tickLblPos val="nextTo"/>
        <c:spPr>
          <a:ln>
            <a:solidFill>
              <a:sysClr val="windowText" lastClr="000000"/>
            </a:solidFill>
          </a:ln>
        </c:spPr>
        <c:txPr>
          <a:bodyPr/>
          <a:lstStyle/>
          <a:p>
            <a:pPr>
              <a:defRPr sz="800">
                <a:solidFill>
                  <a:schemeClr val="tx1">
                    <a:lumMod val="65000"/>
                    <a:lumOff val="35000"/>
                  </a:schemeClr>
                </a:solidFill>
              </a:defRPr>
            </a:pPr>
            <a:endParaRPr lang="en-GR"/>
          </a:p>
        </c:txPr>
        <c:crossAx val="2110039280"/>
        <c:crosses val="autoZero"/>
        <c:crossBetween val="between"/>
        <c:majorUnit val="5"/>
      </c:valAx>
      <c:valAx>
        <c:axId val="1682588063"/>
        <c:scaling>
          <c:orientation val="minMax"/>
          <c:max val="25"/>
        </c:scaling>
        <c:delete val="0"/>
        <c:axPos val="r"/>
        <c:numFmt formatCode="0" sourceLinked="0"/>
        <c:majorTickMark val="out"/>
        <c:minorTickMark val="none"/>
        <c:tickLblPos val="nextTo"/>
        <c:spPr>
          <a:ln>
            <a:solidFill>
              <a:sysClr val="windowText" lastClr="000000"/>
            </a:solidFill>
          </a:ln>
        </c:spPr>
        <c:txPr>
          <a:bodyPr/>
          <a:lstStyle/>
          <a:p>
            <a:pPr>
              <a:defRPr sz="800">
                <a:solidFill>
                  <a:schemeClr val="tx1">
                    <a:lumMod val="65000"/>
                    <a:lumOff val="35000"/>
                  </a:schemeClr>
                </a:solidFill>
              </a:defRPr>
            </a:pPr>
            <a:endParaRPr lang="en-GR"/>
          </a:p>
        </c:txPr>
        <c:crossAx val="1632520271"/>
        <c:crosses val="max"/>
        <c:crossBetween val="between"/>
      </c:valAx>
      <c:catAx>
        <c:axId val="1632520271"/>
        <c:scaling>
          <c:orientation val="minMax"/>
        </c:scaling>
        <c:delete val="1"/>
        <c:axPos val="b"/>
        <c:majorTickMark val="out"/>
        <c:minorTickMark val="none"/>
        <c:tickLblPos val="nextTo"/>
        <c:crossAx val="1682588063"/>
        <c:crosses val="autoZero"/>
        <c:auto val="1"/>
        <c:lblAlgn val="ctr"/>
        <c:lblOffset val="100"/>
        <c:noMultiLvlLbl val="0"/>
      </c:catAx>
    </c:plotArea>
    <c:legend>
      <c:legendPos val="b"/>
      <c:legendEntry>
        <c:idx val="3"/>
        <c:delete val="1"/>
      </c:legendEntry>
      <c:layout>
        <c:manualLayout>
          <c:xMode val="edge"/>
          <c:yMode val="edge"/>
          <c:x val="1.5960938251815847E-2"/>
          <c:y val="0.49418854640057663"/>
          <c:w val="0.30383647812292192"/>
          <c:h val="0.43194064563354617"/>
        </c:manualLayout>
      </c:layout>
      <c:overlay val="0"/>
      <c:txPr>
        <a:bodyPr/>
        <a:lstStyle/>
        <a:p>
          <a:pPr marL="36000">
            <a:defRPr sz="900">
              <a:solidFill>
                <a:schemeClr val="tx1">
                  <a:lumMod val="65000"/>
                  <a:lumOff val="35000"/>
                </a:schemeClr>
              </a:solidFill>
            </a:defRPr>
          </a:pPr>
          <a:endParaRPr lang="en-GR"/>
        </a:p>
      </c:txPr>
    </c:legend>
    <c:plotVisOnly val="1"/>
    <c:dispBlanksAs val="zero"/>
    <c:showDLblsOverMax val="0"/>
  </c:chart>
  <c:spPr>
    <a:noFill/>
    <a:ln>
      <a:noFill/>
    </a:ln>
  </c:spPr>
  <c:txPr>
    <a:bodyPr/>
    <a:lstStyle/>
    <a:p>
      <a:pPr>
        <a:defRPr sz="900">
          <a:latin typeface="Aptos" panose="020B0004020202020204" pitchFamily="34" charset="0"/>
          <a:cs typeface="Segoe UI" panose="020B0502040204020203" pitchFamily="34" charset="0"/>
        </a:defRPr>
      </a:pPr>
      <a:endParaRPr lang="en-GR"/>
    </a:p>
  </c:txPr>
  <c:externalData r:id="rId2">
    <c:autoUpdate val="0"/>
  </c:externalData>
  <c:userShapes r:id="rId3"/>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37071280927230676"/>
          <c:y val="0.14644368500506938"/>
          <c:w val="0.60269276719189324"/>
          <c:h val="0.65752207400328044"/>
        </c:manualLayout>
      </c:layout>
      <c:barChart>
        <c:barDir val="col"/>
        <c:grouping val="clustered"/>
        <c:varyColors val="0"/>
        <c:ser>
          <c:idx val="0"/>
          <c:order val="0"/>
          <c:tx>
            <c:v>GDP growth (2Q23, y-o-y)</c:v>
          </c:tx>
          <c:spPr>
            <a:solidFill>
              <a:srgbClr val="007B85"/>
            </a:solidFill>
            <a:ln>
              <a:noFill/>
            </a:ln>
            <a:effectLst/>
          </c:spPr>
          <c:invertIfNegative val="0"/>
          <c:dPt>
            <c:idx val="1"/>
            <c:invertIfNegative val="0"/>
            <c:bubble3D val="0"/>
            <c:spPr>
              <a:solidFill>
                <a:srgbClr val="00ADBF"/>
              </a:solidFill>
              <a:ln>
                <a:noFill/>
              </a:ln>
              <a:effectLst/>
            </c:spPr>
            <c:extLst>
              <c:ext xmlns:c16="http://schemas.microsoft.com/office/drawing/2014/chart" uri="{C3380CC4-5D6E-409C-BE32-E72D297353CC}">
                <c16:uniqueId val="{00000001-6548-7B4C-9952-9022B51C2078}"/>
              </c:ext>
            </c:extLst>
          </c:dPt>
          <c:dPt>
            <c:idx val="8"/>
            <c:invertIfNegative val="0"/>
            <c:bubble3D val="0"/>
            <c:spPr>
              <a:pattFill prst="dkDnDiag">
                <a:fgClr>
                  <a:srgbClr val="007B85"/>
                </a:fgClr>
                <a:bgClr>
                  <a:srgbClr val="FFFFFF"/>
                </a:bgClr>
              </a:pattFill>
              <a:ln>
                <a:noFill/>
              </a:ln>
              <a:effectLst/>
            </c:spPr>
            <c:extLst>
              <c:ext xmlns:c16="http://schemas.microsoft.com/office/drawing/2014/chart" uri="{C3380CC4-5D6E-409C-BE32-E72D297353CC}">
                <c16:uniqueId val="{00000003-6548-7B4C-9952-9022B51C2078}"/>
              </c:ext>
            </c:extLst>
          </c:dPt>
          <c:dPt>
            <c:idx val="9"/>
            <c:invertIfNegative val="0"/>
            <c:bubble3D val="0"/>
            <c:spPr>
              <a:solidFill>
                <a:srgbClr val="007B85"/>
              </a:solidFill>
              <a:ln>
                <a:noFill/>
              </a:ln>
              <a:effectLst/>
            </c:spPr>
            <c:extLst>
              <c:ext xmlns:c16="http://schemas.microsoft.com/office/drawing/2014/chart" uri="{C3380CC4-5D6E-409C-BE32-E72D297353CC}">
                <c16:uniqueId val="{00000005-6548-7B4C-9952-9022B51C2078}"/>
              </c:ext>
            </c:extLst>
          </c:dPt>
          <c:cat>
            <c:strRef>
              <c:f>('Cross Country'!$B$45:$B$46,'Cross Country'!$B$48:$B$50,'Cross Country'!$B$52,'Cross Country'!$B$56,'Cross Country'!$B$58:$B$61,'Cross Country'!$B$63:$B$64,'Cross Country'!$B$66,'Cross Country'!$B$68)</c:f>
              <c:strCache>
                <c:ptCount val="15"/>
                <c:pt idx="0">
                  <c:v>MT</c:v>
                </c:pt>
                <c:pt idx="1">
                  <c:v>EL</c:v>
                </c:pt>
                <c:pt idx="2">
                  <c:v>CY</c:v>
                </c:pt>
                <c:pt idx="3">
                  <c:v>HR</c:v>
                </c:pt>
                <c:pt idx="4">
                  <c:v>ES</c:v>
                </c:pt>
                <c:pt idx="5">
                  <c:v>SI</c:v>
                </c:pt>
                <c:pt idx="6">
                  <c:v>FR</c:v>
                </c:pt>
                <c:pt idx="7">
                  <c:v>LT</c:v>
                </c:pt>
                <c:pt idx="8">
                  <c:v>EA</c:v>
                </c:pt>
                <c:pt idx="9">
                  <c:v>IT</c:v>
                </c:pt>
                <c:pt idx="10">
                  <c:v>NL</c:v>
                </c:pt>
                <c:pt idx="11">
                  <c:v>FI</c:v>
                </c:pt>
                <c:pt idx="12">
                  <c:v>CZ</c:v>
                </c:pt>
                <c:pt idx="13">
                  <c:v>LV</c:v>
                </c:pt>
                <c:pt idx="14">
                  <c:v>AT</c:v>
                </c:pt>
              </c:strCache>
              <c:extLst/>
            </c:strRef>
          </c:cat>
          <c:val>
            <c:numRef>
              <c:f>('Cross Country'!$C$45:$C$46,'Cross Country'!$C$48:$C$50,'Cross Country'!$C$52,'Cross Country'!$C$56,'Cross Country'!$C$58:$C$61,'Cross Country'!$C$63:$C$64,'Cross Country'!$C$66,'Cross Country'!$C$68)</c:f>
              <c:numCache>
                <c:formatCode>0.0</c:formatCode>
                <c:ptCount val="15"/>
                <c:pt idx="0">
                  <c:v>3.8603548991513388</c:v>
                </c:pt>
                <c:pt idx="1">
                  <c:v>2.7396973872101489</c:v>
                </c:pt>
                <c:pt idx="2">
                  <c:v>2.3494438051400075</c:v>
                </c:pt>
                <c:pt idx="3">
                  <c:v>2.2829967644761902</c:v>
                </c:pt>
                <c:pt idx="4">
                  <c:v>2.1757313776397851</c:v>
                </c:pt>
                <c:pt idx="5">
                  <c:v>1.579905652569723</c:v>
                </c:pt>
                <c:pt idx="6">
                  <c:v>0.97357169145048328</c:v>
                </c:pt>
                <c:pt idx="7">
                  <c:v>0.74688303641903542</c:v>
                </c:pt>
                <c:pt idx="8">
                  <c:v>0.51969294708172165</c:v>
                </c:pt>
                <c:pt idx="9">
                  <c:v>0.34475989774529731</c:v>
                </c:pt>
                <c:pt idx="10">
                  <c:v>4.4253738575613079E-2</c:v>
                </c:pt>
                <c:pt idx="11">
                  <c:v>-5.9258757597819275E-2</c:v>
                </c:pt>
                <c:pt idx="12">
                  <c:v>-0.5545059241560456</c:v>
                </c:pt>
                <c:pt idx="13">
                  <c:v>-0.76829537917312019</c:v>
                </c:pt>
                <c:pt idx="14">
                  <c:v>-1.0933987328837176</c:v>
                </c:pt>
              </c:numCache>
              <c:extLst/>
            </c:numRef>
          </c:val>
          <c:extLst>
            <c:ext xmlns:c16="http://schemas.microsoft.com/office/drawing/2014/chart" uri="{C3380CC4-5D6E-409C-BE32-E72D297353CC}">
              <c16:uniqueId val="{00000006-6548-7B4C-9952-9022B51C2078}"/>
            </c:ext>
          </c:extLst>
        </c:ser>
        <c:dLbls>
          <c:showLegendKey val="0"/>
          <c:showVal val="0"/>
          <c:showCatName val="0"/>
          <c:showSerName val="0"/>
          <c:showPercent val="0"/>
          <c:showBubbleSize val="0"/>
        </c:dLbls>
        <c:gapWidth val="50"/>
        <c:axId val="962470863"/>
        <c:axId val="962447567"/>
      </c:barChart>
      <c:lineChart>
        <c:grouping val="standard"/>
        <c:varyColors val="0"/>
        <c:ser>
          <c:idx val="1"/>
          <c:order val="1"/>
          <c:tx>
            <c:v>GDP growth (2Q23, q-o-q)</c:v>
          </c:tx>
          <c:spPr>
            <a:ln w="28575" cap="rnd">
              <a:noFill/>
              <a:round/>
            </a:ln>
            <a:effectLst/>
          </c:spPr>
          <c:marker>
            <c:symbol val="diamond"/>
            <c:size val="7"/>
            <c:spPr>
              <a:solidFill>
                <a:srgbClr val="00CFE7"/>
              </a:solidFill>
              <a:ln w="9525">
                <a:noFill/>
              </a:ln>
              <a:effectLst/>
            </c:spPr>
          </c:marker>
          <c:cat>
            <c:strRef>
              <c:f>('Cross Country'!$B$45:$B$46,'Cross Country'!$B$48:$B$50,'Cross Country'!$B$52,'Cross Country'!$B$56,'Cross Country'!$B$58:$B$61,'Cross Country'!$B$63:$B$64,'Cross Country'!$B$66,'Cross Country'!$B$68)</c:f>
              <c:strCache>
                <c:ptCount val="15"/>
                <c:pt idx="0">
                  <c:v>MT</c:v>
                </c:pt>
                <c:pt idx="1">
                  <c:v>EL</c:v>
                </c:pt>
                <c:pt idx="2">
                  <c:v>CY</c:v>
                </c:pt>
                <c:pt idx="3">
                  <c:v>HR</c:v>
                </c:pt>
                <c:pt idx="4">
                  <c:v>ES</c:v>
                </c:pt>
                <c:pt idx="5">
                  <c:v>SI</c:v>
                </c:pt>
                <c:pt idx="6">
                  <c:v>FR</c:v>
                </c:pt>
                <c:pt idx="7">
                  <c:v>LT</c:v>
                </c:pt>
                <c:pt idx="8">
                  <c:v>EA</c:v>
                </c:pt>
                <c:pt idx="9">
                  <c:v>IT</c:v>
                </c:pt>
                <c:pt idx="10">
                  <c:v>NL</c:v>
                </c:pt>
                <c:pt idx="11">
                  <c:v>FI</c:v>
                </c:pt>
                <c:pt idx="12">
                  <c:v>CZ</c:v>
                </c:pt>
                <c:pt idx="13">
                  <c:v>LV</c:v>
                </c:pt>
                <c:pt idx="14">
                  <c:v>AT</c:v>
                </c:pt>
              </c:strCache>
              <c:extLst/>
            </c:strRef>
          </c:cat>
          <c:val>
            <c:numRef>
              <c:f>('Cross Country'!$D$45:$D$46,'Cross Country'!$D$48:$D$50,'Cross Country'!$D$52,'Cross Country'!$D$56,'Cross Country'!$D$58:$D$61,'Cross Country'!$D$63:$D$64,'Cross Country'!$D$66,'Cross Country'!$D$68)</c:f>
              <c:numCache>
                <c:formatCode>0.0</c:formatCode>
                <c:ptCount val="15"/>
                <c:pt idx="0">
                  <c:v>1.0590380181242962</c:v>
                </c:pt>
                <c:pt idx="1">
                  <c:v>1.2638272968562021</c:v>
                </c:pt>
                <c:pt idx="2">
                  <c:v>-0.3702781753687252</c:v>
                </c:pt>
                <c:pt idx="3">
                  <c:v>1.6211497692979173</c:v>
                </c:pt>
                <c:pt idx="4">
                  <c:v>0.52833244454978168</c:v>
                </c:pt>
                <c:pt idx="5">
                  <c:v>1.13045556040768</c:v>
                </c:pt>
                <c:pt idx="6">
                  <c:v>0.52575244577259683</c:v>
                </c:pt>
                <c:pt idx="7">
                  <c:v>2.4476339251037702</c:v>
                </c:pt>
                <c:pt idx="8">
                  <c:v>0.15607397385027497</c:v>
                </c:pt>
                <c:pt idx="9">
                  <c:v>-0.36769425258464405</c:v>
                </c:pt>
                <c:pt idx="10">
                  <c:v>-0.23455682221609186</c:v>
                </c:pt>
                <c:pt idx="11">
                  <c:v>0.63592191629017136</c:v>
                </c:pt>
                <c:pt idx="12">
                  <c:v>-2.4721063994594328E-2</c:v>
                </c:pt>
                <c:pt idx="13">
                  <c:v>-0.27080700487452608</c:v>
                </c:pt>
                <c:pt idx="14">
                  <c:v>-0.76548947072737417</c:v>
                </c:pt>
              </c:numCache>
              <c:extLst/>
            </c:numRef>
          </c:val>
          <c:smooth val="0"/>
          <c:extLst>
            <c:ext xmlns:c16="http://schemas.microsoft.com/office/drawing/2014/chart" uri="{C3380CC4-5D6E-409C-BE32-E72D297353CC}">
              <c16:uniqueId val="{00000007-6548-7B4C-9952-9022B51C2078}"/>
            </c:ext>
          </c:extLst>
        </c:ser>
        <c:dLbls>
          <c:showLegendKey val="0"/>
          <c:showVal val="0"/>
          <c:showCatName val="0"/>
          <c:showSerName val="0"/>
          <c:showPercent val="0"/>
          <c:showBubbleSize val="0"/>
        </c:dLbls>
        <c:marker val="1"/>
        <c:smooth val="0"/>
        <c:axId val="962470863"/>
        <c:axId val="962447567"/>
      </c:lineChart>
      <c:catAx>
        <c:axId val="962470863"/>
        <c:scaling>
          <c:orientation val="minMax"/>
        </c:scaling>
        <c:delete val="0"/>
        <c:axPos val="b"/>
        <c:numFmt formatCode="General" sourceLinked="1"/>
        <c:majorTickMark val="none"/>
        <c:minorTickMark val="none"/>
        <c:tickLblPos val="low"/>
        <c:spPr>
          <a:noFill/>
          <a:ln w="9525" cap="flat" cmpd="sng" algn="ctr">
            <a:solidFill>
              <a:sysClr val="windowText" lastClr="000000"/>
            </a:solidFill>
            <a:round/>
          </a:ln>
          <a:effectLst/>
        </c:spPr>
        <c:txPr>
          <a:bodyPr rot="-5400000" spcFirstLastPara="1" vertOverflow="ellipsis"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endParaRPr lang="en-GR"/>
          </a:p>
        </c:txPr>
        <c:crossAx val="962447567"/>
        <c:crosses val="autoZero"/>
        <c:auto val="1"/>
        <c:lblAlgn val="ctr"/>
        <c:lblOffset val="100"/>
        <c:noMultiLvlLbl val="0"/>
      </c:catAx>
      <c:valAx>
        <c:axId val="962447567"/>
        <c:scaling>
          <c:orientation val="minMax"/>
          <c:max val="4.5"/>
          <c:min val="-1"/>
        </c:scaling>
        <c:delete val="0"/>
        <c:axPos val="l"/>
        <c:numFmt formatCode="0" sourceLinked="0"/>
        <c:majorTickMark val="out"/>
        <c:minorTickMark val="none"/>
        <c:tickLblPos val="nextTo"/>
        <c:spPr>
          <a:noFill/>
          <a:ln>
            <a:solidFill>
              <a:sysClr val="windowText" lastClr="000000"/>
            </a:solid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endParaRPr lang="en-GR"/>
          </a:p>
        </c:txPr>
        <c:crossAx val="962470863"/>
        <c:crosses val="autoZero"/>
        <c:crossBetween val="between"/>
        <c:majorUnit val="1"/>
      </c:valAx>
      <c:spPr>
        <a:noFill/>
        <a:ln>
          <a:noFill/>
        </a:ln>
        <a:effectLst/>
      </c:spPr>
    </c:plotArea>
    <c:legend>
      <c:legendPos val="b"/>
      <c:layout>
        <c:manualLayout>
          <c:xMode val="edge"/>
          <c:yMode val="edge"/>
          <c:x val="1.4685129999246087E-2"/>
          <c:y val="0.48750280762887577"/>
          <c:w val="0.26061734898945488"/>
          <c:h val="0.35907313794920942"/>
        </c:manualLayout>
      </c:layout>
      <c:overlay val="0"/>
      <c:spPr>
        <a:noFill/>
        <a:ln>
          <a:noFill/>
        </a:ln>
        <a:effectLst/>
      </c:spPr>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endParaRPr lang="en-G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sz="900">
          <a:solidFill>
            <a:schemeClr val="tx1"/>
          </a:solidFill>
          <a:latin typeface="Aptos" panose="020B0004020202020204" pitchFamily="34" charset="0"/>
          <a:cs typeface="Segoe UI" panose="020B0502040204020203" pitchFamily="34" charset="0"/>
        </a:defRPr>
      </a:pPr>
      <a:endParaRPr lang="en-GR"/>
    </a:p>
  </c:txPr>
  <c:externalData r:id="rId4">
    <c:autoUpdate val="0"/>
  </c:externalData>
  <c:userShapes r:id="rId5"/>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3988609892040037"/>
          <c:y val="0.15071396548160118"/>
          <c:w val="0.51066568025784764"/>
          <c:h val="0.62956882874224496"/>
        </c:manualLayout>
      </c:layout>
      <c:lineChart>
        <c:grouping val="standard"/>
        <c:varyColors val="0"/>
        <c:ser>
          <c:idx val="5"/>
          <c:order val="0"/>
          <c:tx>
            <c:v>Greece</c:v>
          </c:tx>
          <c:spPr>
            <a:ln w="22225" cap="rnd">
              <a:solidFill>
                <a:srgbClr val="007B85"/>
              </a:solidFill>
              <a:round/>
            </a:ln>
            <a:effectLst/>
          </c:spPr>
          <c:marker>
            <c:symbol val="none"/>
          </c:marker>
          <c:dPt>
            <c:idx val="60"/>
            <c:marker>
              <c:symbol val="none"/>
            </c:marker>
            <c:bubble3D val="0"/>
            <c:extLst>
              <c:ext xmlns:c16="http://schemas.microsoft.com/office/drawing/2014/chart" uri="{C3380CC4-5D6E-409C-BE32-E72D297353CC}">
                <c16:uniqueId val="{00000000-428D-0347-B0A4-8CD0C97A483A}"/>
              </c:ext>
            </c:extLst>
          </c:dPt>
          <c:dPt>
            <c:idx val="228"/>
            <c:marker>
              <c:symbol val="circle"/>
              <c:size val="5"/>
              <c:spPr>
                <a:gradFill>
                  <a:gsLst>
                    <a:gs pos="68000">
                      <a:srgbClr val="4BACC6"/>
                    </a:gs>
                    <a:gs pos="0">
                      <a:srgbClr val="4BACC6">
                        <a:lumMod val="40000"/>
                        <a:lumOff val="60000"/>
                      </a:srgbClr>
                    </a:gs>
                  </a:gsLst>
                  <a:path path="circle">
                    <a:fillToRect l="50000" t="50000" r="50000" b="50000"/>
                  </a:path>
                </a:gradFill>
                <a:ln w="3175">
                  <a:solidFill>
                    <a:srgbClr val="007B85"/>
                  </a:solidFill>
                </a:ln>
                <a:effectLst/>
                <a:scene3d>
                  <a:camera prst="orthographicFront"/>
                  <a:lightRig rig="threePt" dir="t"/>
                </a:scene3d>
                <a:sp3d>
                  <a:bevelT/>
                </a:sp3d>
              </c:spPr>
            </c:marker>
            <c:bubble3D val="0"/>
            <c:extLst>
              <c:ext xmlns:c16="http://schemas.microsoft.com/office/drawing/2014/chart" uri="{C3380CC4-5D6E-409C-BE32-E72D297353CC}">
                <c16:uniqueId val="{00000001-428D-0347-B0A4-8CD0C97A483A}"/>
              </c:ext>
            </c:extLst>
          </c:dPt>
          <c:cat>
            <c:numRef>
              <c:f>'[ESI_newCCI_2023.xlsx]ESI MONTHLY'!$A$419:$A$467</c:f>
              <c:numCache>
                <c:formatCode>mmm\-yy</c:formatCode>
                <c:ptCount val="49"/>
                <c:pt idx="0">
                  <c:v>43769</c:v>
                </c:pt>
                <c:pt idx="1">
                  <c:v>43799</c:v>
                </c:pt>
                <c:pt idx="2">
                  <c:v>43830</c:v>
                </c:pt>
                <c:pt idx="3">
                  <c:v>43861</c:v>
                </c:pt>
                <c:pt idx="4">
                  <c:v>43890</c:v>
                </c:pt>
                <c:pt idx="5">
                  <c:v>43921</c:v>
                </c:pt>
                <c:pt idx="6">
                  <c:v>43951</c:v>
                </c:pt>
                <c:pt idx="7">
                  <c:v>43982</c:v>
                </c:pt>
                <c:pt idx="8">
                  <c:v>44012</c:v>
                </c:pt>
                <c:pt idx="9">
                  <c:v>44043</c:v>
                </c:pt>
                <c:pt idx="10">
                  <c:v>44074</c:v>
                </c:pt>
                <c:pt idx="11">
                  <c:v>44104</c:v>
                </c:pt>
                <c:pt idx="12">
                  <c:v>44135</c:v>
                </c:pt>
                <c:pt idx="13">
                  <c:v>44165</c:v>
                </c:pt>
                <c:pt idx="14">
                  <c:v>44196</c:v>
                </c:pt>
                <c:pt idx="15">
                  <c:v>44227</c:v>
                </c:pt>
                <c:pt idx="16">
                  <c:v>44255</c:v>
                </c:pt>
                <c:pt idx="17">
                  <c:v>44286</c:v>
                </c:pt>
                <c:pt idx="18">
                  <c:v>44316</c:v>
                </c:pt>
                <c:pt idx="19">
                  <c:v>44347</c:v>
                </c:pt>
                <c:pt idx="20">
                  <c:v>44377</c:v>
                </c:pt>
                <c:pt idx="21">
                  <c:v>44408</c:v>
                </c:pt>
                <c:pt idx="22">
                  <c:v>44439</c:v>
                </c:pt>
                <c:pt idx="23">
                  <c:v>44469</c:v>
                </c:pt>
                <c:pt idx="24">
                  <c:v>44500</c:v>
                </c:pt>
                <c:pt idx="25">
                  <c:v>44530</c:v>
                </c:pt>
                <c:pt idx="26">
                  <c:v>44561</c:v>
                </c:pt>
                <c:pt idx="27">
                  <c:v>44592</c:v>
                </c:pt>
                <c:pt idx="28">
                  <c:v>44620</c:v>
                </c:pt>
                <c:pt idx="29">
                  <c:v>44651</c:v>
                </c:pt>
                <c:pt idx="30">
                  <c:v>44681</c:v>
                </c:pt>
                <c:pt idx="31">
                  <c:v>44712</c:v>
                </c:pt>
                <c:pt idx="32">
                  <c:v>44742</c:v>
                </c:pt>
                <c:pt idx="33">
                  <c:v>44773</c:v>
                </c:pt>
                <c:pt idx="34">
                  <c:v>44804</c:v>
                </c:pt>
                <c:pt idx="35">
                  <c:v>44834</c:v>
                </c:pt>
                <c:pt idx="36">
                  <c:v>44865</c:v>
                </c:pt>
                <c:pt idx="37">
                  <c:v>44895</c:v>
                </c:pt>
                <c:pt idx="38">
                  <c:v>44926</c:v>
                </c:pt>
                <c:pt idx="39">
                  <c:v>44957</c:v>
                </c:pt>
                <c:pt idx="40">
                  <c:v>44985</c:v>
                </c:pt>
                <c:pt idx="41">
                  <c:v>45016</c:v>
                </c:pt>
                <c:pt idx="42">
                  <c:v>45046</c:v>
                </c:pt>
                <c:pt idx="43">
                  <c:v>45077</c:v>
                </c:pt>
                <c:pt idx="44">
                  <c:v>45107</c:v>
                </c:pt>
                <c:pt idx="45">
                  <c:v>45138</c:v>
                </c:pt>
                <c:pt idx="46">
                  <c:v>45169</c:v>
                </c:pt>
                <c:pt idx="47">
                  <c:v>45199</c:v>
                </c:pt>
                <c:pt idx="48">
                  <c:v>45230</c:v>
                </c:pt>
              </c:numCache>
            </c:numRef>
          </c:cat>
          <c:val>
            <c:numRef>
              <c:f>'[ESI_newCCI_2023.xlsx]ESI MONTHLY'!$CB$419:$CB$467</c:f>
              <c:numCache>
                <c:formatCode>0.0</c:formatCode>
                <c:ptCount val="49"/>
                <c:pt idx="0">
                  <c:v>109.1</c:v>
                </c:pt>
                <c:pt idx="1">
                  <c:v>108.5</c:v>
                </c:pt>
                <c:pt idx="2">
                  <c:v>111.3</c:v>
                </c:pt>
                <c:pt idx="3">
                  <c:v>109.7</c:v>
                </c:pt>
                <c:pt idx="4">
                  <c:v>112.9</c:v>
                </c:pt>
                <c:pt idx="5">
                  <c:v>107.7</c:v>
                </c:pt>
                <c:pt idx="6">
                  <c:v>96.4</c:v>
                </c:pt>
                <c:pt idx="7">
                  <c:v>83.5</c:v>
                </c:pt>
                <c:pt idx="8">
                  <c:v>85.2</c:v>
                </c:pt>
                <c:pt idx="9">
                  <c:v>89.5</c:v>
                </c:pt>
                <c:pt idx="10">
                  <c:v>90.1</c:v>
                </c:pt>
                <c:pt idx="11">
                  <c:v>90.7</c:v>
                </c:pt>
                <c:pt idx="12">
                  <c:v>93.8</c:v>
                </c:pt>
                <c:pt idx="13">
                  <c:v>92.1</c:v>
                </c:pt>
                <c:pt idx="14">
                  <c:v>94.2</c:v>
                </c:pt>
                <c:pt idx="15">
                  <c:v>92.6</c:v>
                </c:pt>
                <c:pt idx="16">
                  <c:v>94.8</c:v>
                </c:pt>
                <c:pt idx="17">
                  <c:v>98.7</c:v>
                </c:pt>
                <c:pt idx="18">
                  <c:v>98.1</c:v>
                </c:pt>
                <c:pt idx="19">
                  <c:v>107.4</c:v>
                </c:pt>
                <c:pt idx="20">
                  <c:v>107.9</c:v>
                </c:pt>
                <c:pt idx="21">
                  <c:v>112.1</c:v>
                </c:pt>
                <c:pt idx="22">
                  <c:v>114.3</c:v>
                </c:pt>
                <c:pt idx="23">
                  <c:v>110.8</c:v>
                </c:pt>
                <c:pt idx="24">
                  <c:v>113.3</c:v>
                </c:pt>
                <c:pt idx="25">
                  <c:v>113.1</c:v>
                </c:pt>
                <c:pt idx="26">
                  <c:v>110.1</c:v>
                </c:pt>
                <c:pt idx="27">
                  <c:v>113.2</c:v>
                </c:pt>
                <c:pt idx="28">
                  <c:v>114</c:v>
                </c:pt>
                <c:pt idx="29">
                  <c:v>111.6</c:v>
                </c:pt>
                <c:pt idx="30">
                  <c:v>103.7</c:v>
                </c:pt>
                <c:pt idx="31">
                  <c:v>107.2</c:v>
                </c:pt>
                <c:pt idx="32">
                  <c:v>104.1</c:v>
                </c:pt>
                <c:pt idx="33">
                  <c:v>100.2</c:v>
                </c:pt>
                <c:pt idx="34">
                  <c:v>100.7</c:v>
                </c:pt>
                <c:pt idx="35">
                  <c:v>106</c:v>
                </c:pt>
                <c:pt idx="36">
                  <c:v>99.3</c:v>
                </c:pt>
                <c:pt idx="37">
                  <c:v>101.7</c:v>
                </c:pt>
                <c:pt idx="38">
                  <c:v>103.9</c:v>
                </c:pt>
                <c:pt idx="39">
                  <c:v>106</c:v>
                </c:pt>
                <c:pt idx="40">
                  <c:v>107.6</c:v>
                </c:pt>
                <c:pt idx="41">
                  <c:v>106.7</c:v>
                </c:pt>
                <c:pt idx="42">
                  <c:v>108.5</c:v>
                </c:pt>
                <c:pt idx="43">
                  <c:v>107.8</c:v>
                </c:pt>
                <c:pt idx="44">
                  <c:v>109.5</c:v>
                </c:pt>
                <c:pt idx="45">
                  <c:v>110.2</c:v>
                </c:pt>
                <c:pt idx="46">
                  <c:v>111</c:v>
                </c:pt>
                <c:pt idx="47">
                  <c:v>107.7</c:v>
                </c:pt>
                <c:pt idx="48">
                  <c:v>106.4</c:v>
                </c:pt>
              </c:numCache>
            </c:numRef>
          </c:val>
          <c:smooth val="0"/>
          <c:extLst>
            <c:ext xmlns:c16="http://schemas.microsoft.com/office/drawing/2014/chart" uri="{C3380CC4-5D6E-409C-BE32-E72D297353CC}">
              <c16:uniqueId val="{00000002-428D-0347-B0A4-8CD0C97A483A}"/>
            </c:ext>
          </c:extLst>
        </c:ser>
        <c:dLbls>
          <c:showLegendKey val="0"/>
          <c:showVal val="0"/>
          <c:showCatName val="0"/>
          <c:showSerName val="0"/>
          <c:showPercent val="0"/>
          <c:showBubbleSize val="0"/>
        </c:dLbls>
        <c:marker val="1"/>
        <c:smooth val="0"/>
        <c:axId val="613423152"/>
        <c:axId val="613421192"/>
      </c:lineChart>
      <c:lineChart>
        <c:grouping val="standard"/>
        <c:varyColors val="0"/>
        <c:ser>
          <c:idx val="0"/>
          <c:order val="1"/>
          <c:tx>
            <c:v>Euro area</c:v>
          </c:tx>
          <c:spPr>
            <a:ln w="28575" cap="rnd">
              <a:solidFill>
                <a:srgbClr val="00ADBF"/>
              </a:solidFill>
              <a:prstDash val="solid"/>
              <a:round/>
            </a:ln>
            <a:effectLst/>
          </c:spPr>
          <c:marker>
            <c:symbol val="none"/>
          </c:marker>
          <c:dPt>
            <c:idx val="60"/>
            <c:marker>
              <c:symbol val="none"/>
            </c:marker>
            <c:bubble3D val="0"/>
            <c:extLst>
              <c:ext xmlns:c16="http://schemas.microsoft.com/office/drawing/2014/chart" uri="{C3380CC4-5D6E-409C-BE32-E72D297353CC}">
                <c16:uniqueId val="{00000003-428D-0347-B0A4-8CD0C97A483A}"/>
              </c:ext>
            </c:extLst>
          </c:dPt>
          <c:dPt>
            <c:idx val="228"/>
            <c:marker>
              <c:symbol val="circle"/>
              <c:size val="5"/>
              <c:spPr>
                <a:gradFill>
                  <a:gsLst>
                    <a:gs pos="88000">
                      <a:srgbClr val="F79646"/>
                    </a:gs>
                    <a:gs pos="0">
                      <a:srgbClr val="F79646">
                        <a:lumMod val="41000"/>
                        <a:lumOff val="59000"/>
                      </a:srgbClr>
                    </a:gs>
                  </a:gsLst>
                  <a:path path="circle">
                    <a:fillToRect l="50000" t="50000" r="50000" b="50000"/>
                  </a:path>
                </a:gradFill>
                <a:ln w="3175">
                  <a:solidFill>
                    <a:srgbClr val="00ADBF"/>
                  </a:solidFill>
                  <a:prstDash val="solid"/>
                </a:ln>
                <a:effectLst/>
                <a:scene3d>
                  <a:camera prst="orthographicFront"/>
                  <a:lightRig rig="threePt" dir="t"/>
                </a:scene3d>
                <a:sp3d>
                  <a:bevelT/>
                </a:sp3d>
              </c:spPr>
            </c:marker>
            <c:bubble3D val="0"/>
            <c:extLst>
              <c:ext xmlns:c16="http://schemas.microsoft.com/office/drawing/2014/chart" uri="{C3380CC4-5D6E-409C-BE32-E72D297353CC}">
                <c16:uniqueId val="{00000004-428D-0347-B0A4-8CD0C97A483A}"/>
              </c:ext>
            </c:extLst>
          </c:dPt>
          <c:cat>
            <c:numRef>
              <c:f>'[ESI_newCCI_2023.xlsx]ESI MONTHLY'!$A$419:$A$467</c:f>
              <c:numCache>
                <c:formatCode>mmm\-yy</c:formatCode>
                <c:ptCount val="49"/>
                <c:pt idx="0">
                  <c:v>43769</c:v>
                </c:pt>
                <c:pt idx="1">
                  <c:v>43799</c:v>
                </c:pt>
                <c:pt idx="2">
                  <c:v>43830</c:v>
                </c:pt>
                <c:pt idx="3">
                  <c:v>43861</c:v>
                </c:pt>
                <c:pt idx="4">
                  <c:v>43890</c:v>
                </c:pt>
                <c:pt idx="5">
                  <c:v>43921</c:v>
                </c:pt>
                <c:pt idx="6">
                  <c:v>43951</c:v>
                </c:pt>
                <c:pt idx="7">
                  <c:v>43982</c:v>
                </c:pt>
                <c:pt idx="8">
                  <c:v>44012</c:v>
                </c:pt>
                <c:pt idx="9">
                  <c:v>44043</c:v>
                </c:pt>
                <c:pt idx="10">
                  <c:v>44074</c:v>
                </c:pt>
                <c:pt idx="11">
                  <c:v>44104</c:v>
                </c:pt>
                <c:pt idx="12">
                  <c:v>44135</c:v>
                </c:pt>
                <c:pt idx="13">
                  <c:v>44165</c:v>
                </c:pt>
                <c:pt idx="14">
                  <c:v>44196</c:v>
                </c:pt>
                <c:pt idx="15">
                  <c:v>44227</c:v>
                </c:pt>
                <c:pt idx="16">
                  <c:v>44255</c:v>
                </c:pt>
                <c:pt idx="17">
                  <c:v>44286</c:v>
                </c:pt>
                <c:pt idx="18">
                  <c:v>44316</c:v>
                </c:pt>
                <c:pt idx="19">
                  <c:v>44347</c:v>
                </c:pt>
                <c:pt idx="20">
                  <c:v>44377</c:v>
                </c:pt>
                <c:pt idx="21">
                  <c:v>44408</c:v>
                </c:pt>
                <c:pt idx="22">
                  <c:v>44439</c:v>
                </c:pt>
                <c:pt idx="23">
                  <c:v>44469</c:v>
                </c:pt>
                <c:pt idx="24">
                  <c:v>44500</c:v>
                </c:pt>
                <c:pt idx="25">
                  <c:v>44530</c:v>
                </c:pt>
                <c:pt idx="26">
                  <c:v>44561</c:v>
                </c:pt>
                <c:pt idx="27">
                  <c:v>44592</c:v>
                </c:pt>
                <c:pt idx="28">
                  <c:v>44620</c:v>
                </c:pt>
                <c:pt idx="29">
                  <c:v>44651</c:v>
                </c:pt>
                <c:pt idx="30">
                  <c:v>44681</c:v>
                </c:pt>
                <c:pt idx="31">
                  <c:v>44712</c:v>
                </c:pt>
                <c:pt idx="32">
                  <c:v>44742</c:v>
                </c:pt>
                <c:pt idx="33">
                  <c:v>44773</c:v>
                </c:pt>
                <c:pt idx="34">
                  <c:v>44804</c:v>
                </c:pt>
                <c:pt idx="35">
                  <c:v>44834</c:v>
                </c:pt>
                <c:pt idx="36">
                  <c:v>44865</c:v>
                </c:pt>
                <c:pt idx="37">
                  <c:v>44895</c:v>
                </c:pt>
                <c:pt idx="38">
                  <c:v>44926</c:v>
                </c:pt>
                <c:pt idx="39">
                  <c:v>44957</c:v>
                </c:pt>
                <c:pt idx="40">
                  <c:v>44985</c:v>
                </c:pt>
                <c:pt idx="41">
                  <c:v>45016</c:v>
                </c:pt>
                <c:pt idx="42">
                  <c:v>45046</c:v>
                </c:pt>
                <c:pt idx="43">
                  <c:v>45077</c:v>
                </c:pt>
                <c:pt idx="44">
                  <c:v>45107</c:v>
                </c:pt>
                <c:pt idx="45">
                  <c:v>45138</c:v>
                </c:pt>
                <c:pt idx="46">
                  <c:v>45169</c:v>
                </c:pt>
                <c:pt idx="47">
                  <c:v>45199</c:v>
                </c:pt>
                <c:pt idx="48">
                  <c:v>45230</c:v>
                </c:pt>
              </c:numCache>
            </c:numRef>
          </c:cat>
          <c:val>
            <c:numRef>
              <c:f>'[ESI_newCCI_2023.xlsx]ESI MONTHLY'!$P$419:$P$467</c:f>
              <c:numCache>
                <c:formatCode>0.0</c:formatCode>
                <c:ptCount val="49"/>
                <c:pt idx="0">
                  <c:v>101.3</c:v>
                </c:pt>
                <c:pt idx="1">
                  <c:v>102.2</c:v>
                </c:pt>
                <c:pt idx="2">
                  <c:v>102.9</c:v>
                </c:pt>
                <c:pt idx="3">
                  <c:v>104.8</c:v>
                </c:pt>
                <c:pt idx="4">
                  <c:v>105.1</c:v>
                </c:pt>
                <c:pt idx="5">
                  <c:v>93.8</c:v>
                </c:pt>
                <c:pt idx="6">
                  <c:v>59.7</c:v>
                </c:pt>
                <c:pt idx="7">
                  <c:v>64.3</c:v>
                </c:pt>
                <c:pt idx="8">
                  <c:v>75.400000000000006</c:v>
                </c:pt>
                <c:pt idx="9">
                  <c:v>83.5</c:v>
                </c:pt>
                <c:pt idx="10">
                  <c:v>90.5</c:v>
                </c:pt>
                <c:pt idx="11">
                  <c:v>94.9</c:v>
                </c:pt>
                <c:pt idx="12">
                  <c:v>95.6</c:v>
                </c:pt>
                <c:pt idx="13">
                  <c:v>92.3</c:v>
                </c:pt>
                <c:pt idx="14">
                  <c:v>96.6</c:v>
                </c:pt>
                <c:pt idx="15">
                  <c:v>95.7</c:v>
                </c:pt>
                <c:pt idx="16">
                  <c:v>97.5</c:v>
                </c:pt>
                <c:pt idx="17">
                  <c:v>102.6</c:v>
                </c:pt>
                <c:pt idx="18">
                  <c:v>104.9</c:v>
                </c:pt>
                <c:pt idx="19">
                  <c:v>109.7</c:v>
                </c:pt>
                <c:pt idx="20">
                  <c:v>115.4</c:v>
                </c:pt>
                <c:pt idx="21">
                  <c:v>117.7</c:v>
                </c:pt>
                <c:pt idx="22">
                  <c:v>117.2</c:v>
                </c:pt>
                <c:pt idx="23">
                  <c:v>118</c:v>
                </c:pt>
                <c:pt idx="24">
                  <c:v>118.7</c:v>
                </c:pt>
                <c:pt idx="25">
                  <c:v>116.6</c:v>
                </c:pt>
                <c:pt idx="26">
                  <c:v>114.5</c:v>
                </c:pt>
                <c:pt idx="27">
                  <c:v>112.9</c:v>
                </c:pt>
                <c:pt idx="28">
                  <c:v>114.2</c:v>
                </c:pt>
                <c:pt idx="29">
                  <c:v>105.8</c:v>
                </c:pt>
                <c:pt idx="30">
                  <c:v>104</c:v>
                </c:pt>
                <c:pt idx="31">
                  <c:v>104.3</c:v>
                </c:pt>
                <c:pt idx="32">
                  <c:v>103.4</c:v>
                </c:pt>
                <c:pt idx="33">
                  <c:v>98.9</c:v>
                </c:pt>
                <c:pt idx="34">
                  <c:v>98.2</c:v>
                </c:pt>
                <c:pt idx="35">
                  <c:v>94.6</c:v>
                </c:pt>
                <c:pt idx="36">
                  <c:v>93.9</c:v>
                </c:pt>
                <c:pt idx="37">
                  <c:v>95.1</c:v>
                </c:pt>
                <c:pt idx="38">
                  <c:v>96.9</c:v>
                </c:pt>
                <c:pt idx="39">
                  <c:v>99.5</c:v>
                </c:pt>
                <c:pt idx="40">
                  <c:v>99.3</c:v>
                </c:pt>
                <c:pt idx="41">
                  <c:v>98.8</c:v>
                </c:pt>
                <c:pt idx="42">
                  <c:v>98.9</c:v>
                </c:pt>
                <c:pt idx="43">
                  <c:v>96.4</c:v>
                </c:pt>
                <c:pt idx="44">
                  <c:v>95.3</c:v>
                </c:pt>
                <c:pt idx="45">
                  <c:v>94.6</c:v>
                </c:pt>
                <c:pt idx="46">
                  <c:v>93.7</c:v>
                </c:pt>
                <c:pt idx="47">
                  <c:v>93.4</c:v>
                </c:pt>
                <c:pt idx="48">
                  <c:v>93.3</c:v>
                </c:pt>
              </c:numCache>
            </c:numRef>
          </c:val>
          <c:smooth val="0"/>
          <c:extLst>
            <c:ext xmlns:c16="http://schemas.microsoft.com/office/drawing/2014/chart" uri="{C3380CC4-5D6E-409C-BE32-E72D297353CC}">
              <c16:uniqueId val="{00000005-428D-0347-B0A4-8CD0C97A483A}"/>
            </c:ext>
          </c:extLst>
        </c:ser>
        <c:dLbls>
          <c:showLegendKey val="0"/>
          <c:showVal val="0"/>
          <c:showCatName val="0"/>
          <c:showSerName val="0"/>
          <c:showPercent val="0"/>
          <c:showBubbleSize val="0"/>
        </c:dLbls>
        <c:marker val="1"/>
        <c:smooth val="0"/>
        <c:axId val="613423544"/>
        <c:axId val="613421584"/>
      </c:lineChart>
      <c:dateAx>
        <c:axId val="613423152"/>
        <c:scaling>
          <c:orientation val="minMax"/>
        </c:scaling>
        <c:delete val="0"/>
        <c:axPos val="b"/>
        <c:numFmt formatCode="[$-409]mmm\-yy;@" sourceLinked="0"/>
        <c:majorTickMark val="none"/>
        <c:minorTickMark val="none"/>
        <c:tickLblPos val="low"/>
        <c:spPr>
          <a:noFill/>
          <a:ln w="9525" cap="flat" cmpd="sng" algn="ctr">
            <a:solidFill>
              <a:sysClr val="windowText" lastClr="000000"/>
            </a:solidFill>
            <a:prstDash val="dash"/>
            <a:round/>
          </a:ln>
          <a:effectLst/>
        </c:spPr>
        <c:txPr>
          <a:bodyPr rot="-5400000" spcFirstLastPara="1" vertOverflow="ellipsis"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endParaRPr lang="en-GR"/>
          </a:p>
        </c:txPr>
        <c:crossAx val="613421192"/>
        <c:crossesAt val="100"/>
        <c:auto val="1"/>
        <c:lblOffset val="100"/>
        <c:baseTimeUnit val="months"/>
        <c:majorUnit val="3"/>
        <c:majorTimeUnit val="months"/>
      </c:dateAx>
      <c:valAx>
        <c:axId val="613421192"/>
        <c:scaling>
          <c:orientation val="minMax"/>
          <c:max val="130"/>
          <c:min val="50"/>
        </c:scaling>
        <c:delete val="0"/>
        <c:axPos val="l"/>
        <c:numFmt formatCode="0" sourceLinked="0"/>
        <c:majorTickMark val="out"/>
        <c:minorTickMark val="none"/>
        <c:tickLblPos val="nextTo"/>
        <c:spPr>
          <a:noFill/>
          <a:ln>
            <a:solidFill>
              <a:sysClr val="windowText" lastClr="000000"/>
            </a:solid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endParaRPr lang="en-GR"/>
          </a:p>
        </c:txPr>
        <c:crossAx val="613423152"/>
        <c:crosses val="autoZero"/>
        <c:crossBetween val="between"/>
        <c:majorUnit val="10"/>
      </c:valAx>
      <c:valAx>
        <c:axId val="613421584"/>
        <c:scaling>
          <c:orientation val="minMax"/>
          <c:max val="130"/>
          <c:min val="50"/>
        </c:scaling>
        <c:delete val="0"/>
        <c:axPos val="r"/>
        <c:numFmt formatCode="0" sourceLinked="0"/>
        <c:majorTickMark val="out"/>
        <c:minorTickMark val="none"/>
        <c:tickLblPos val="nextTo"/>
        <c:spPr>
          <a:noFill/>
          <a:ln>
            <a:solidFill>
              <a:sysClr val="windowText" lastClr="000000"/>
            </a:solid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endParaRPr lang="en-GR"/>
          </a:p>
        </c:txPr>
        <c:crossAx val="613423544"/>
        <c:crosses val="max"/>
        <c:crossBetween val="between"/>
      </c:valAx>
      <c:dateAx>
        <c:axId val="613423544"/>
        <c:scaling>
          <c:orientation val="minMax"/>
        </c:scaling>
        <c:delete val="1"/>
        <c:axPos val="b"/>
        <c:numFmt formatCode="mmm\-yy" sourceLinked="1"/>
        <c:majorTickMark val="out"/>
        <c:minorTickMark val="none"/>
        <c:tickLblPos val="nextTo"/>
        <c:crossAx val="613421584"/>
        <c:crosses val="autoZero"/>
        <c:auto val="1"/>
        <c:lblOffset val="100"/>
        <c:baseTimeUnit val="months"/>
      </c:dateAx>
      <c:spPr>
        <a:noFill/>
        <a:ln>
          <a:noFill/>
        </a:ln>
        <a:effectLst/>
      </c:spPr>
    </c:plotArea>
    <c:legend>
      <c:legendPos val="b"/>
      <c:layout>
        <c:manualLayout>
          <c:xMode val="edge"/>
          <c:yMode val="edge"/>
          <c:x val="3.5244303847526297E-2"/>
          <c:y val="0.62230613042968586"/>
          <c:w val="0.2070031634306583"/>
          <c:h val="0.18525428840142785"/>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Aptos" panose="020B0004020202020204" pitchFamily="34" charset="0"/>
              <a:ea typeface="+mn-ea"/>
              <a:cs typeface="Segoe UI" panose="020B0502040204020203" pitchFamily="34" charset="0"/>
            </a:defRPr>
          </a:pPr>
          <a:endParaRPr lang="en-GR"/>
        </a:p>
      </c:txPr>
    </c:legend>
    <c:plotVisOnly val="1"/>
    <c:dispBlanksAs val="gap"/>
    <c:showDLblsOverMax val="0"/>
  </c:chart>
  <c:spPr>
    <a:noFill/>
    <a:ln w="9525" cap="flat" cmpd="sng" algn="ctr">
      <a:noFill/>
      <a:round/>
    </a:ln>
    <a:effectLst/>
  </c:spPr>
  <c:txPr>
    <a:bodyPr/>
    <a:lstStyle/>
    <a:p>
      <a:pPr>
        <a:defRPr sz="900">
          <a:solidFill>
            <a:sysClr val="windowText" lastClr="000000"/>
          </a:solidFill>
          <a:latin typeface="Aptos" panose="020B0004020202020204" pitchFamily="34" charset="0"/>
          <a:cs typeface="Segoe UI" panose="020B0502040204020203" pitchFamily="34" charset="0"/>
        </a:defRPr>
      </a:pPr>
      <a:endParaRPr lang="en-GR"/>
    </a:p>
  </c:txPr>
  <c:externalData r:id="rId4">
    <c:autoUpdate val="0"/>
  </c:externalData>
  <c:userShapes r:id="rId5"/>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1325638180840737"/>
          <c:y val="9.6231507842880759E-2"/>
          <c:w val="0.66246127459690818"/>
          <c:h val="0.7642310396737424"/>
        </c:manualLayout>
      </c:layout>
      <c:barChart>
        <c:barDir val="col"/>
        <c:grouping val="stacked"/>
        <c:varyColors val="0"/>
        <c:ser>
          <c:idx val="0"/>
          <c:order val="0"/>
          <c:tx>
            <c:strRef>
              <c:f>Sheet1!$B$1</c:f>
              <c:strCache>
                <c:ptCount val="1"/>
                <c:pt idx="0">
                  <c:v>Suspendisse interdum</c:v>
                </c:pt>
              </c:strCache>
            </c:strRef>
          </c:tx>
          <c:spPr>
            <a:solidFill>
              <a:schemeClr val="accent1"/>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Mar-Apr'22</c:v>
                </c:pt>
                <c:pt idx="1">
                  <c:v>May-July'22</c:v>
                </c:pt>
                <c:pt idx="2">
                  <c:v>Sept-Oct'22</c:v>
                </c:pt>
                <c:pt idx="3">
                  <c:v>Nov-Dec'22</c:v>
                </c:pt>
                <c:pt idx="4">
                  <c:v>Jan-Feb'23</c:v>
                </c:pt>
                <c:pt idx="5">
                  <c:v>Mar-Apr'23</c:v>
                </c:pt>
              </c:strCache>
            </c:strRef>
          </c:cat>
          <c:val>
            <c:numRef>
              <c:f>Sheet1!$B$2:$B$7</c:f>
              <c:numCache>
                <c:formatCode>General</c:formatCode>
                <c:ptCount val="6"/>
                <c:pt idx="0">
                  <c:v>0.3</c:v>
                </c:pt>
                <c:pt idx="1">
                  <c:v>0.7</c:v>
                </c:pt>
                <c:pt idx="2">
                  <c:v>0.7</c:v>
                </c:pt>
                <c:pt idx="3">
                  <c:v>0.3</c:v>
                </c:pt>
                <c:pt idx="4">
                  <c:v>0.3</c:v>
                </c:pt>
                <c:pt idx="5">
                  <c:v>0.2</c:v>
                </c:pt>
              </c:numCache>
            </c:numRef>
          </c:val>
          <c:extLst>
            <c:ext xmlns:c16="http://schemas.microsoft.com/office/drawing/2014/chart" uri="{C3380CC4-5D6E-409C-BE32-E72D297353CC}">
              <c16:uniqueId val="{00000000-C37B-4B47-895F-E41F26EA48BC}"/>
            </c:ext>
          </c:extLst>
        </c:ser>
        <c:ser>
          <c:idx val="1"/>
          <c:order val="1"/>
          <c:tx>
            <c:strRef>
              <c:f>Sheet1!$C$1</c:f>
              <c:strCache>
                <c:ptCount val="1"/>
                <c:pt idx="0">
                  <c:v>Urna nec</c:v>
                </c:pt>
              </c:strCache>
            </c:strRef>
          </c:tx>
          <c:spPr>
            <a:solidFill>
              <a:schemeClr val="accent2"/>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Mar-Apr'22</c:v>
                </c:pt>
                <c:pt idx="1">
                  <c:v>May-July'22</c:v>
                </c:pt>
                <c:pt idx="2">
                  <c:v>Sept-Oct'22</c:v>
                </c:pt>
                <c:pt idx="3">
                  <c:v>Nov-Dec'22</c:v>
                </c:pt>
                <c:pt idx="4">
                  <c:v>Jan-Feb'23</c:v>
                </c:pt>
                <c:pt idx="5">
                  <c:v>Mar-Apr'23</c:v>
                </c:pt>
              </c:strCache>
            </c:strRef>
          </c:cat>
          <c:val>
            <c:numRef>
              <c:f>Sheet1!$C$2:$C$7</c:f>
              <c:numCache>
                <c:formatCode>General</c:formatCode>
                <c:ptCount val="6"/>
                <c:pt idx="0">
                  <c:v>0.3</c:v>
                </c:pt>
                <c:pt idx="1">
                  <c:v>0.1</c:v>
                </c:pt>
                <c:pt idx="2">
                  <c:v>0.1</c:v>
                </c:pt>
                <c:pt idx="3">
                  <c:v>0.4</c:v>
                </c:pt>
                <c:pt idx="4">
                  <c:v>0.4</c:v>
                </c:pt>
                <c:pt idx="5">
                  <c:v>0.2</c:v>
                </c:pt>
              </c:numCache>
            </c:numRef>
          </c:val>
          <c:extLst>
            <c:ext xmlns:c16="http://schemas.microsoft.com/office/drawing/2014/chart" uri="{C3380CC4-5D6E-409C-BE32-E72D297353CC}">
              <c16:uniqueId val="{00000001-C37B-4B47-895F-E41F26EA48BC}"/>
            </c:ext>
          </c:extLst>
        </c:ser>
        <c:ser>
          <c:idx val="2"/>
          <c:order val="2"/>
          <c:tx>
            <c:strRef>
              <c:f>Sheet1!$D$1</c:f>
              <c:strCache>
                <c:ptCount val="1"/>
                <c:pt idx="0">
                  <c:v>Nunc</c:v>
                </c:pt>
              </c:strCache>
            </c:strRef>
          </c:tx>
          <c:spPr>
            <a:solidFill>
              <a:schemeClr val="accent3"/>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Mar-Apr'22</c:v>
                </c:pt>
                <c:pt idx="1">
                  <c:v>May-July'22</c:v>
                </c:pt>
                <c:pt idx="2">
                  <c:v>Sept-Oct'22</c:v>
                </c:pt>
                <c:pt idx="3">
                  <c:v>Nov-Dec'22</c:v>
                </c:pt>
                <c:pt idx="4">
                  <c:v>Jan-Feb'23</c:v>
                </c:pt>
                <c:pt idx="5">
                  <c:v>Mar-Apr'23</c:v>
                </c:pt>
              </c:strCache>
            </c:strRef>
          </c:cat>
          <c:val>
            <c:numRef>
              <c:f>Sheet1!$D$2:$D$7</c:f>
              <c:numCache>
                <c:formatCode>General</c:formatCode>
                <c:ptCount val="6"/>
                <c:pt idx="0">
                  <c:v>0.2</c:v>
                </c:pt>
                <c:pt idx="1">
                  <c:v>0.1</c:v>
                </c:pt>
                <c:pt idx="2">
                  <c:v>0.1</c:v>
                </c:pt>
                <c:pt idx="3">
                  <c:v>0.1</c:v>
                </c:pt>
                <c:pt idx="4">
                  <c:v>0.2</c:v>
                </c:pt>
                <c:pt idx="5">
                  <c:v>0.5</c:v>
                </c:pt>
              </c:numCache>
            </c:numRef>
          </c:val>
          <c:extLst>
            <c:ext xmlns:c16="http://schemas.microsoft.com/office/drawing/2014/chart" uri="{C3380CC4-5D6E-409C-BE32-E72D297353CC}">
              <c16:uniqueId val="{00000002-C37B-4B47-895F-E41F26EA48BC}"/>
            </c:ext>
          </c:extLst>
        </c:ser>
        <c:ser>
          <c:idx val="3"/>
          <c:order val="3"/>
          <c:tx>
            <c:strRef>
              <c:f>Sheet1!$E$1</c:f>
              <c:strCache>
                <c:ptCount val="1"/>
                <c:pt idx="0">
                  <c:v>Viverra</c:v>
                </c:pt>
              </c:strCache>
            </c:strRef>
          </c:tx>
          <c:spPr>
            <a:solidFill>
              <a:schemeClr val="accent4"/>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Mar-Apr'22</c:v>
                </c:pt>
                <c:pt idx="1">
                  <c:v>May-July'22</c:v>
                </c:pt>
                <c:pt idx="2">
                  <c:v>Sept-Oct'22</c:v>
                </c:pt>
                <c:pt idx="3">
                  <c:v>Nov-Dec'22</c:v>
                </c:pt>
                <c:pt idx="4">
                  <c:v>Jan-Feb'23</c:v>
                </c:pt>
                <c:pt idx="5">
                  <c:v>Mar-Apr'23</c:v>
                </c:pt>
              </c:strCache>
            </c:strRef>
          </c:cat>
          <c:val>
            <c:numRef>
              <c:f>Sheet1!$E$2:$E$7</c:f>
              <c:numCache>
                <c:formatCode>General</c:formatCode>
                <c:ptCount val="6"/>
                <c:pt idx="0">
                  <c:v>0.2</c:v>
                </c:pt>
                <c:pt idx="1">
                  <c:v>0.1</c:v>
                </c:pt>
                <c:pt idx="2">
                  <c:v>0.1</c:v>
                </c:pt>
                <c:pt idx="3">
                  <c:v>0.2</c:v>
                </c:pt>
                <c:pt idx="4">
                  <c:v>0.1</c:v>
                </c:pt>
                <c:pt idx="5">
                  <c:v>0.1</c:v>
                </c:pt>
              </c:numCache>
            </c:numRef>
          </c:val>
          <c:extLst>
            <c:ext xmlns:c16="http://schemas.microsoft.com/office/drawing/2014/chart" uri="{C3380CC4-5D6E-409C-BE32-E72D297353CC}">
              <c16:uniqueId val="{00000003-C37B-4B47-895F-E41F26EA48BC}"/>
            </c:ext>
          </c:extLst>
        </c:ser>
        <c:dLbls>
          <c:dLblPos val="ctr"/>
          <c:showLegendKey val="0"/>
          <c:showVal val="1"/>
          <c:showCatName val="0"/>
          <c:showSerName val="0"/>
          <c:showPercent val="0"/>
          <c:showBubbleSize val="0"/>
        </c:dLbls>
        <c:gapWidth val="96"/>
        <c:overlap val="100"/>
        <c:axId val="358739463"/>
        <c:axId val="358743727"/>
      </c:barChart>
      <c:catAx>
        <c:axId val="358739463"/>
        <c:scaling>
          <c:orientation val="minMax"/>
        </c:scaling>
        <c:delete val="0"/>
        <c:axPos val="b"/>
        <c:numFmt formatCode="General" sourceLinked="1"/>
        <c:majorTickMark val="none"/>
        <c:minorTickMark val="none"/>
        <c:tickLblPos val="nextTo"/>
        <c:spPr>
          <a:noFill/>
          <a:ln w="9525" cap="flat" cmpd="sng" algn="ctr">
            <a:solidFill>
              <a:srgbClr val="B5B7B5"/>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358743727"/>
        <c:crosses val="autoZero"/>
        <c:auto val="1"/>
        <c:lblAlgn val="ctr"/>
        <c:lblOffset val="100"/>
        <c:noMultiLvlLbl val="0"/>
      </c:catAx>
      <c:valAx>
        <c:axId val="358743727"/>
        <c:scaling>
          <c:orientation val="minMax"/>
          <c:max val="1"/>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358739463"/>
        <c:crosses val="autoZero"/>
        <c:crossBetween val="between"/>
        <c:majorUnit val="0.2"/>
      </c:valAx>
      <c:spPr>
        <a:noFill/>
        <a:ln>
          <a:noFill/>
        </a:ln>
        <a:effectLst/>
      </c:spPr>
    </c:plotArea>
    <c:legend>
      <c:legendPos val="b"/>
      <c:legendEntry>
        <c:idx val="0"/>
        <c:txPr>
          <a:bodyPr rot="0" spcFirstLastPara="1" vertOverflow="ellipsis" vert="horz" wrap="square" anchor="ctr" anchorCtr="0"/>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Entry>
      <c:legendEntry>
        <c:idx val="1"/>
        <c:txPr>
          <a:bodyPr rot="0" spcFirstLastPara="1" vertOverflow="ellipsis" vert="horz" wrap="square" anchor="ctr" anchorCtr="0"/>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Entry>
      <c:legendEntry>
        <c:idx val="2"/>
        <c:txPr>
          <a:bodyPr rot="0" spcFirstLastPara="1" vertOverflow="ellipsis" vert="horz" wrap="square" anchor="ctr" anchorCtr="0"/>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Entry>
      <c:layout>
        <c:manualLayout>
          <c:xMode val="edge"/>
          <c:yMode val="edge"/>
          <c:x val="0"/>
          <c:y val="0.64942902223593868"/>
          <c:w val="0.16580331298665632"/>
          <c:h val="0.23221458670154188"/>
        </c:manualLayout>
      </c:layout>
      <c:overlay val="0"/>
      <c:spPr>
        <a:noFill/>
        <a:ln>
          <a:noFill/>
        </a:ln>
        <a:effectLst/>
      </c:spPr>
      <c:txPr>
        <a:bodyPr rot="0" spcFirstLastPara="1" vertOverflow="ellipsis" vert="horz" wrap="square" anchor="ctr" anchorCtr="0"/>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Aptos" panose="020B0004020202020204" pitchFamily="34" charset="0"/>
        </a:defRPr>
      </a:pPr>
      <a:endParaRPr lang="en-GR"/>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21611598697114E-2"/>
          <c:y val="0.123736792812793"/>
          <c:w val="0.97755234342113695"/>
          <c:h val="0.67987262825627004"/>
        </c:manualLayout>
      </c:layout>
      <c:barChart>
        <c:barDir val="col"/>
        <c:grouping val="clustered"/>
        <c:varyColors val="0"/>
        <c:ser>
          <c:idx val="0"/>
          <c:order val="0"/>
          <c:tx>
            <c:strRef>
              <c:f>Sheet1!$B$1</c:f>
              <c:strCache>
                <c:ptCount val="1"/>
                <c:pt idx="0">
                  <c:v>Series 1</c:v>
                </c:pt>
              </c:strCache>
            </c:strRef>
          </c:tx>
          <c:spPr>
            <a:solidFill>
              <a:schemeClr val="accent1"/>
            </a:solidFill>
          </c:spPr>
          <c:invertIfNegative val="0"/>
          <c:dLbls>
            <c:spPr>
              <a:noFill/>
              <a:ln>
                <a:noFill/>
              </a:ln>
              <a:effectLst/>
            </c:spPr>
            <c:txPr>
              <a:bodyPr/>
              <a:lstStyle/>
              <a:p>
                <a:pPr>
                  <a:defRPr b="1">
                    <a:solidFill>
                      <a:schemeClr val="tx1">
                        <a:lumMod val="65000"/>
                        <a:lumOff val="35000"/>
                      </a:schemeClr>
                    </a:solidFill>
                  </a:defRPr>
                </a:pPr>
                <a:endParaRPr lang="en-G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4.3</c:v>
                </c:pt>
                <c:pt idx="1">
                  <c:v>4.7</c:v>
                </c:pt>
                <c:pt idx="2">
                  <c:v>5.0999999999999996</c:v>
                </c:pt>
                <c:pt idx="3">
                  <c:v>5.4</c:v>
                </c:pt>
                <c:pt idx="4">
                  <c:v>4.5</c:v>
                </c:pt>
                <c:pt idx="5">
                  <c:v>5.4</c:v>
                </c:pt>
              </c:numCache>
            </c:numRef>
          </c:val>
          <c:extLst>
            <c:ext xmlns:c16="http://schemas.microsoft.com/office/drawing/2014/chart" uri="{C3380CC4-5D6E-409C-BE32-E72D297353CC}">
              <c16:uniqueId val="{00000000-8C79-4240-BF21-437B545091BD}"/>
            </c:ext>
          </c:extLst>
        </c:ser>
        <c:ser>
          <c:idx val="1"/>
          <c:order val="1"/>
          <c:tx>
            <c:strRef>
              <c:f>Sheet1!$C$1</c:f>
              <c:strCache>
                <c:ptCount val="1"/>
                <c:pt idx="0">
                  <c:v>Series 2</c:v>
                </c:pt>
              </c:strCache>
            </c:strRef>
          </c:tx>
          <c:spPr>
            <a:solidFill>
              <a:schemeClr val="accent2"/>
            </a:solidFill>
          </c:spPr>
          <c:invertIfNegative val="0"/>
          <c:dLbls>
            <c:dLbl>
              <c:idx val="0"/>
              <c:tx>
                <c:rich>
                  <a:bodyPr/>
                  <a:lstStyle/>
                  <a:p>
                    <a:r>
                      <a:rPr lang="en-US"/>
                      <a:t> </a:t>
                    </a:r>
                    <a:fld id="{FEE2ECA5-E6C7-C448-8AD0-1270D3B94B42}" type="VALUE">
                      <a:rPr lang="en-US" smtClean="0"/>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78B4-234B-B6CE-2E29D3D071B8}"/>
                </c:ext>
              </c:extLst>
            </c:dLbl>
            <c:spPr>
              <a:noFill/>
              <a:ln>
                <a:noFill/>
              </a:ln>
              <a:effectLst/>
            </c:spPr>
            <c:txPr>
              <a:bodyPr/>
              <a:lstStyle/>
              <a:p>
                <a:pPr>
                  <a:defRPr b="1">
                    <a:solidFill>
                      <a:schemeClr val="tx1">
                        <a:lumMod val="65000"/>
                        <a:lumOff val="35000"/>
                      </a:schemeClr>
                    </a:solidFill>
                  </a:defRPr>
                </a:pPr>
                <a:endParaRPr lang="en-G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Category 1</c:v>
                </c:pt>
                <c:pt idx="1">
                  <c:v>Category 2</c:v>
                </c:pt>
                <c:pt idx="2">
                  <c:v>Category 3</c:v>
                </c:pt>
                <c:pt idx="3">
                  <c:v>Category 4</c:v>
                </c:pt>
                <c:pt idx="4">
                  <c:v>Category 5</c:v>
                </c:pt>
                <c:pt idx="5">
                  <c:v>Category 6</c:v>
                </c:pt>
              </c:strCache>
            </c:strRef>
          </c:cat>
          <c:val>
            <c:numRef>
              <c:f>Sheet1!$C$2:$C$7</c:f>
              <c:numCache>
                <c:formatCode>General</c:formatCode>
                <c:ptCount val="6"/>
                <c:pt idx="0">
                  <c:v>2.4</c:v>
                </c:pt>
                <c:pt idx="1">
                  <c:v>4.4000000000000004</c:v>
                </c:pt>
                <c:pt idx="2">
                  <c:v>1.8</c:v>
                </c:pt>
                <c:pt idx="3">
                  <c:v>1.9</c:v>
                </c:pt>
                <c:pt idx="4">
                  <c:v>1.8</c:v>
                </c:pt>
                <c:pt idx="5">
                  <c:v>1.9</c:v>
                </c:pt>
              </c:numCache>
            </c:numRef>
          </c:val>
          <c:extLst>
            <c:ext xmlns:c16="http://schemas.microsoft.com/office/drawing/2014/chart" uri="{C3380CC4-5D6E-409C-BE32-E72D297353CC}">
              <c16:uniqueId val="{00000001-8C79-4240-BF21-437B545091BD}"/>
            </c:ext>
          </c:extLst>
        </c:ser>
        <c:ser>
          <c:idx val="2"/>
          <c:order val="2"/>
          <c:tx>
            <c:strRef>
              <c:f>Sheet1!$D$1</c:f>
              <c:strCache>
                <c:ptCount val="1"/>
                <c:pt idx="0">
                  <c:v>Series 3</c:v>
                </c:pt>
              </c:strCache>
            </c:strRef>
          </c:tx>
          <c:spPr>
            <a:solidFill>
              <a:schemeClr val="accent3"/>
            </a:solidFill>
          </c:spPr>
          <c:invertIfNegative val="0"/>
          <c:dLbls>
            <c:spPr>
              <a:noFill/>
              <a:ln>
                <a:noFill/>
              </a:ln>
              <a:effectLst/>
            </c:spPr>
            <c:txPr>
              <a:bodyPr/>
              <a:lstStyle/>
              <a:p>
                <a:pPr>
                  <a:defRPr b="1">
                    <a:solidFill>
                      <a:schemeClr val="tx1">
                        <a:lumMod val="65000"/>
                        <a:lumOff val="35000"/>
                      </a:schemeClr>
                    </a:solidFill>
                  </a:defRPr>
                </a:pPr>
                <a:endParaRPr lang="en-G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Category 1</c:v>
                </c:pt>
                <c:pt idx="1">
                  <c:v>Category 2</c:v>
                </c:pt>
                <c:pt idx="2">
                  <c:v>Category 3</c:v>
                </c:pt>
                <c:pt idx="3">
                  <c:v>Category 4</c:v>
                </c:pt>
                <c:pt idx="4">
                  <c:v>Category 5</c:v>
                </c:pt>
                <c:pt idx="5">
                  <c:v>Category 6</c:v>
                </c:pt>
              </c:strCache>
            </c:strRef>
          </c:cat>
          <c:val>
            <c:numRef>
              <c:f>Sheet1!$D$2:$D$7</c:f>
              <c:numCache>
                <c:formatCode>General</c:formatCode>
                <c:ptCount val="6"/>
                <c:pt idx="0">
                  <c:v>2.1</c:v>
                </c:pt>
                <c:pt idx="1">
                  <c:v>2.9</c:v>
                </c:pt>
                <c:pt idx="2">
                  <c:v>3.3</c:v>
                </c:pt>
                <c:pt idx="3">
                  <c:v>4.0999999999999996</c:v>
                </c:pt>
                <c:pt idx="4">
                  <c:v>2.1</c:v>
                </c:pt>
                <c:pt idx="5">
                  <c:v>4.0999999999999996</c:v>
                </c:pt>
              </c:numCache>
            </c:numRef>
          </c:val>
          <c:extLst>
            <c:ext xmlns:c16="http://schemas.microsoft.com/office/drawing/2014/chart" uri="{C3380CC4-5D6E-409C-BE32-E72D297353CC}">
              <c16:uniqueId val="{00000002-8C79-4240-BF21-437B545091BD}"/>
            </c:ext>
          </c:extLst>
        </c:ser>
        <c:ser>
          <c:idx val="3"/>
          <c:order val="3"/>
          <c:tx>
            <c:strRef>
              <c:f>Sheet1!$E$1</c:f>
              <c:strCache>
                <c:ptCount val="1"/>
                <c:pt idx="0">
                  <c:v>Series 4</c:v>
                </c:pt>
              </c:strCache>
            </c:strRef>
          </c:tx>
          <c:spPr>
            <a:solidFill>
              <a:srgbClr val="00E2FC"/>
            </a:solidFill>
          </c:spPr>
          <c:invertIfNegative val="0"/>
          <c:dLbls>
            <c:spPr>
              <a:noFill/>
              <a:ln>
                <a:noFill/>
              </a:ln>
              <a:effectLst/>
            </c:spPr>
            <c:txPr>
              <a:bodyPr/>
              <a:lstStyle/>
              <a:p>
                <a:pPr>
                  <a:defRPr b="1">
                    <a:solidFill>
                      <a:schemeClr val="tx1">
                        <a:lumMod val="65000"/>
                        <a:lumOff val="35000"/>
                      </a:schemeClr>
                    </a:solidFill>
                  </a:defRPr>
                </a:pPr>
                <a:endParaRPr lang="en-G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Category 1</c:v>
                </c:pt>
                <c:pt idx="1">
                  <c:v>Category 2</c:v>
                </c:pt>
                <c:pt idx="2">
                  <c:v>Category 3</c:v>
                </c:pt>
                <c:pt idx="3">
                  <c:v>Category 4</c:v>
                </c:pt>
                <c:pt idx="4">
                  <c:v>Category 5</c:v>
                </c:pt>
                <c:pt idx="5">
                  <c:v>Category 6</c:v>
                </c:pt>
              </c:strCache>
            </c:strRef>
          </c:cat>
          <c:val>
            <c:numRef>
              <c:f>Sheet1!$E$2:$E$7</c:f>
              <c:numCache>
                <c:formatCode>General</c:formatCode>
                <c:ptCount val="6"/>
                <c:pt idx="0">
                  <c:v>3.9</c:v>
                </c:pt>
                <c:pt idx="1">
                  <c:v>2.5</c:v>
                </c:pt>
                <c:pt idx="2">
                  <c:v>3.5</c:v>
                </c:pt>
                <c:pt idx="3">
                  <c:v>4.5</c:v>
                </c:pt>
                <c:pt idx="4">
                  <c:v>4.0999999999999996</c:v>
                </c:pt>
                <c:pt idx="5">
                  <c:v>4.5</c:v>
                </c:pt>
              </c:numCache>
            </c:numRef>
          </c:val>
          <c:extLst>
            <c:ext xmlns:c16="http://schemas.microsoft.com/office/drawing/2014/chart" uri="{C3380CC4-5D6E-409C-BE32-E72D297353CC}">
              <c16:uniqueId val="{00000003-8C79-4240-BF21-437B545091BD}"/>
            </c:ext>
          </c:extLst>
        </c:ser>
        <c:ser>
          <c:idx val="4"/>
          <c:order val="4"/>
          <c:tx>
            <c:strRef>
              <c:f>Sheet1!$F$1</c:f>
              <c:strCache>
                <c:ptCount val="1"/>
                <c:pt idx="0">
                  <c:v>Series 5</c:v>
                </c:pt>
              </c:strCache>
            </c:strRef>
          </c:tx>
          <c:spPr>
            <a:solidFill>
              <a:schemeClr val="accent5"/>
            </a:solidFill>
          </c:spPr>
          <c:invertIfNegative val="0"/>
          <c:dLbls>
            <c:spPr>
              <a:noFill/>
              <a:ln>
                <a:noFill/>
              </a:ln>
              <a:effectLst/>
            </c:spPr>
            <c:txPr>
              <a:bodyPr/>
              <a:lstStyle/>
              <a:p>
                <a:pPr>
                  <a:defRPr b="1">
                    <a:solidFill>
                      <a:schemeClr val="tx1">
                        <a:lumMod val="65000"/>
                        <a:lumOff val="35000"/>
                      </a:schemeClr>
                    </a:solidFill>
                  </a:defRPr>
                </a:pPr>
                <a:endParaRPr lang="en-G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Category 1</c:v>
                </c:pt>
                <c:pt idx="1">
                  <c:v>Category 2</c:v>
                </c:pt>
                <c:pt idx="2">
                  <c:v>Category 3</c:v>
                </c:pt>
                <c:pt idx="3">
                  <c:v>Category 4</c:v>
                </c:pt>
                <c:pt idx="4">
                  <c:v>Category 5</c:v>
                </c:pt>
                <c:pt idx="5">
                  <c:v>Category 6</c:v>
                </c:pt>
              </c:strCache>
            </c:strRef>
          </c:cat>
          <c:val>
            <c:numRef>
              <c:f>Sheet1!$F$2:$F$7</c:f>
              <c:numCache>
                <c:formatCode>General</c:formatCode>
                <c:ptCount val="6"/>
                <c:pt idx="0">
                  <c:v>2.4</c:v>
                </c:pt>
                <c:pt idx="1">
                  <c:v>4.0999999999999996</c:v>
                </c:pt>
                <c:pt idx="2">
                  <c:v>4.0999999999999996</c:v>
                </c:pt>
                <c:pt idx="3">
                  <c:v>3.3</c:v>
                </c:pt>
                <c:pt idx="4">
                  <c:v>1.8</c:v>
                </c:pt>
                <c:pt idx="5">
                  <c:v>4.7</c:v>
                </c:pt>
              </c:numCache>
            </c:numRef>
          </c:val>
          <c:extLst>
            <c:ext xmlns:c16="http://schemas.microsoft.com/office/drawing/2014/chart" uri="{C3380CC4-5D6E-409C-BE32-E72D297353CC}">
              <c16:uniqueId val="{00000004-8C79-4240-BF21-437B545091BD}"/>
            </c:ext>
          </c:extLst>
        </c:ser>
        <c:ser>
          <c:idx val="5"/>
          <c:order val="5"/>
          <c:tx>
            <c:strRef>
              <c:f>Sheet1!$G$1</c:f>
              <c:strCache>
                <c:ptCount val="1"/>
                <c:pt idx="0">
                  <c:v>Series 6</c:v>
                </c:pt>
              </c:strCache>
            </c:strRef>
          </c:tx>
          <c:spPr>
            <a:solidFill>
              <a:schemeClr val="accent6"/>
            </a:solidFill>
          </c:spPr>
          <c:invertIfNegative val="0"/>
          <c:dLbls>
            <c:spPr>
              <a:noFill/>
              <a:ln>
                <a:noFill/>
              </a:ln>
              <a:effectLst/>
            </c:spPr>
            <c:txPr>
              <a:bodyPr/>
              <a:lstStyle/>
              <a:p>
                <a:pPr>
                  <a:defRPr b="1">
                    <a:solidFill>
                      <a:schemeClr val="tx1">
                        <a:lumMod val="65000"/>
                        <a:lumOff val="35000"/>
                      </a:schemeClr>
                    </a:solidFill>
                  </a:defRPr>
                </a:pPr>
                <a:endParaRPr lang="en-G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Category 1</c:v>
                </c:pt>
                <c:pt idx="1">
                  <c:v>Category 2</c:v>
                </c:pt>
                <c:pt idx="2">
                  <c:v>Category 3</c:v>
                </c:pt>
                <c:pt idx="3">
                  <c:v>Category 4</c:v>
                </c:pt>
                <c:pt idx="4">
                  <c:v>Category 5</c:v>
                </c:pt>
                <c:pt idx="5">
                  <c:v>Category 6</c:v>
                </c:pt>
              </c:strCache>
            </c:strRef>
          </c:cat>
          <c:val>
            <c:numRef>
              <c:f>Sheet1!$G$2:$G$7</c:f>
              <c:numCache>
                <c:formatCode>General</c:formatCode>
                <c:ptCount val="6"/>
                <c:pt idx="0">
                  <c:v>2.5</c:v>
                </c:pt>
                <c:pt idx="1">
                  <c:v>2.4</c:v>
                </c:pt>
                <c:pt idx="2">
                  <c:v>4.7</c:v>
                </c:pt>
                <c:pt idx="3">
                  <c:v>4.5</c:v>
                </c:pt>
                <c:pt idx="4">
                  <c:v>2.9</c:v>
                </c:pt>
                <c:pt idx="5">
                  <c:v>2.1</c:v>
                </c:pt>
              </c:numCache>
            </c:numRef>
          </c:val>
          <c:extLst>
            <c:ext xmlns:c16="http://schemas.microsoft.com/office/drawing/2014/chart" uri="{C3380CC4-5D6E-409C-BE32-E72D297353CC}">
              <c16:uniqueId val="{00000005-8C79-4240-BF21-437B545091BD}"/>
            </c:ext>
          </c:extLst>
        </c:ser>
        <c:ser>
          <c:idx val="6"/>
          <c:order val="6"/>
          <c:tx>
            <c:strRef>
              <c:f>Sheet1!$H$1</c:f>
              <c:strCache>
                <c:ptCount val="1"/>
                <c:pt idx="0">
                  <c:v>Series 7</c:v>
                </c:pt>
              </c:strCache>
            </c:strRef>
          </c:tx>
          <c:spPr>
            <a:solidFill>
              <a:srgbClr val="002227"/>
            </a:solidFill>
          </c:spPr>
          <c:invertIfNegative val="0"/>
          <c:dLbls>
            <c:spPr>
              <a:noFill/>
              <a:ln>
                <a:noFill/>
              </a:ln>
              <a:effectLst/>
            </c:spPr>
            <c:txPr>
              <a:bodyPr/>
              <a:lstStyle/>
              <a:p>
                <a:pPr>
                  <a:defRPr b="1">
                    <a:solidFill>
                      <a:schemeClr val="tx1">
                        <a:lumMod val="65000"/>
                        <a:lumOff val="35000"/>
                      </a:schemeClr>
                    </a:solidFill>
                  </a:defRPr>
                </a:pPr>
                <a:endParaRPr lang="en-G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Category 1</c:v>
                </c:pt>
                <c:pt idx="1">
                  <c:v>Category 2</c:v>
                </c:pt>
                <c:pt idx="2">
                  <c:v>Category 3</c:v>
                </c:pt>
                <c:pt idx="3">
                  <c:v>Category 4</c:v>
                </c:pt>
                <c:pt idx="4">
                  <c:v>Category 5</c:v>
                </c:pt>
                <c:pt idx="5">
                  <c:v>Category 6</c:v>
                </c:pt>
              </c:strCache>
            </c:strRef>
          </c:cat>
          <c:val>
            <c:numRef>
              <c:f>Sheet1!$H$2:$H$7</c:f>
              <c:numCache>
                <c:formatCode>General</c:formatCode>
                <c:ptCount val="6"/>
                <c:pt idx="0">
                  <c:v>2.5</c:v>
                </c:pt>
                <c:pt idx="1">
                  <c:v>3.5</c:v>
                </c:pt>
                <c:pt idx="2">
                  <c:v>1.9</c:v>
                </c:pt>
                <c:pt idx="3">
                  <c:v>5.0999999999999996</c:v>
                </c:pt>
                <c:pt idx="4">
                  <c:v>2.4</c:v>
                </c:pt>
                <c:pt idx="5">
                  <c:v>5.0999999999999996</c:v>
                </c:pt>
              </c:numCache>
            </c:numRef>
          </c:val>
          <c:extLst>
            <c:ext xmlns:c16="http://schemas.microsoft.com/office/drawing/2014/chart" uri="{C3380CC4-5D6E-409C-BE32-E72D297353CC}">
              <c16:uniqueId val="{00000006-8C79-4240-BF21-437B545091BD}"/>
            </c:ext>
          </c:extLst>
        </c:ser>
        <c:dLbls>
          <c:showLegendKey val="0"/>
          <c:showVal val="1"/>
          <c:showCatName val="0"/>
          <c:showSerName val="0"/>
          <c:showPercent val="0"/>
          <c:showBubbleSize val="0"/>
        </c:dLbls>
        <c:gapWidth val="272"/>
        <c:axId val="2145273432"/>
        <c:axId val="2145276312"/>
      </c:barChart>
      <c:catAx>
        <c:axId val="2145273432"/>
        <c:scaling>
          <c:orientation val="minMax"/>
        </c:scaling>
        <c:delete val="0"/>
        <c:axPos val="b"/>
        <c:numFmt formatCode="General" sourceLinked="0"/>
        <c:majorTickMark val="out"/>
        <c:minorTickMark val="none"/>
        <c:tickLblPos val="nextTo"/>
        <c:txPr>
          <a:bodyPr/>
          <a:lstStyle/>
          <a:p>
            <a:pPr>
              <a:defRPr sz="800" b="0">
                <a:solidFill>
                  <a:schemeClr val="tx1">
                    <a:lumMod val="65000"/>
                    <a:lumOff val="35000"/>
                  </a:schemeClr>
                </a:solidFill>
              </a:defRPr>
            </a:pPr>
            <a:endParaRPr lang="en-GR"/>
          </a:p>
        </c:txPr>
        <c:crossAx val="2145276312"/>
        <c:crosses val="autoZero"/>
        <c:auto val="1"/>
        <c:lblAlgn val="ctr"/>
        <c:lblOffset val="100"/>
        <c:noMultiLvlLbl val="0"/>
      </c:catAx>
      <c:valAx>
        <c:axId val="2145276312"/>
        <c:scaling>
          <c:orientation val="minMax"/>
        </c:scaling>
        <c:delete val="1"/>
        <c:axPos val="l"/>
        <c:numFmt formatCode="General" sourceLinked="1"/>
        <c:majorTickMark val="out"/>
        <c:minorTickMark val="none"/>
        <c:tickLblPos val="nextTo"/>
        <c:crossAx val="2145273432"/>
        <c:crosses val="autoZero"/>
        <c:crossBetween val="between"/>
      </c:valAx>
      <c:spPr>
        <a:noFill/>
        <a:ln w="25400">
          <a:noFill/>
        </a:ln>
      </c:spPr>
    </c:plotArea>
    <c:legend>
      <c:legendPos val="b"/>
      <c:legendEntry>
        <c:idx val="6"/>
        <c:delete val="1"/>
      </c:legendEntry>
      <c:overlay val="0"/>
      <c:txPr>
        <a:bodyPr/>
        <a:lstStyle/>
        <a:p>
          <a:pPr marL="36000">
            <a:defRPr sz="1000">
              <a:solidFill>
                <a:schemeClr val="tx1">
                  <a:lumMod val="65000"/>
                  <a:lumOff val="35000"/>
                </a:schemeClr>
              </a:solidFill>
            </a:defRPr>
          </a:pPr>
          <a:endParaRPr lang="en-GR"/>
        </a:p>
      </c:txPr>
    </c:legend>
    <c:plotVisOnly val="1"/>
    <c:dispBlanksAs val="gap"/>
    <c:showDLblsOverMax val="0"/>
  </c:chart>
  <c:txPr>
    <a:bodyPr/>
    <a:lstStyle/>
    <a:p>
      <a:pPr>
        <a:defRPr sz="1000">
          <a:latin typeface="Aptos" panose="020B0004020202020204" pitchFamily="34" charset="0"/>
        </a:defRPr>
      </a:pPr>
      <a:endParaRPr lang="en-G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99328698183359"/>
          <c:y val="5.2419289726159904E-2"/>
          <c:w val="0.72401003418080312"/>
          <c:h val="0.80325953526308269"/>
        </c:manualLayout>
      </c:layout>
      <c:barChart>
        <c:barDir val="col"/>
        <c:grouping val="clustered"/>
        <c:varyColors val="0"/>
        <c:ser>
          <c:idx val="0"/>
          <c:order val="0"/>
          <c:tx>
            <c:strRef>
              <c:f>Sheet1!$B$1</c:f>
              <c:strCache>
                <c:ptCount val="1"/>
                <c:pt idx="0">
                  <c:v>NASDAQ</c:v>
                </c:pt>
              </c:strCache>
            </c:strRef>
          </c:tx>
          <c:spPr>
            <a:solidFill>
              <a:schemeClr val="accent1"/>
            </a:solidFill>
            <a:ln>
              <a:noFill/>
            </a:ln>
            <a:effectLst/>
          </c:spPr>
          <c:invertIfNegative val="0"/>
          <c:cat>
            <c:strRef>
              <c:f>Sheet1!$A$2:$A$7</c:f>
              <c:strCache>
                <c:ptCount val="6"/>
                <c:pt idx="0">
                  <c:v>January</c:v>
                </c:pt>
                <c:pt idx="1">
                  <c:v>February</c:v>
                </c:pt>
                <c:pt idx="2">
                  <c:v>March </c:v>
                </c:pt>
                <c:pt idx="3">
                  <c:v>April</c:v>
                </c:pt>
                <c:pt idx="4">
                  <c:v>May</c:v>
                </c:pt>
                <c:pt idx="5">
                  <c:v>June</c:v>
                </c:pt>
              </c:strCache>
            </c:strRef>
          </c:cat>
          <c:val>
            <c:numRef>
              <c:f>Sheet1!$B$2:$B$7</c:f>
              <c:numCache>
                <c:formatCode>General</c:formatCode>
                <c:ptCount val="6"/>
                <c:pt idx="0">
                  <c:v>4.3</c:v>
                </c:pt>
                <c:pt idx="1">
                  <c:v>2.5</c:v>
                </c:pt>
                <c:pt idx="2">
                  <c:v>3.5</c:v>
                </c:pt>
                <c:pt idx="3">
                  <c:v>4.5</c:v>
                </c:pt>
                <c:pt idx="4">
                  <c:v>4.3</c:v>
                </c:pt>
                <c:pt idx="5">
                  <c:v>4.4000000000000004</c:v>
                </c:pt>
              </c:numCache>
            </c:numRef>
          </c:val>
          <c:extLst>
            <c:ext xmlns:c16="http://schemas.microsoft.com/office/drawing/2014/chart" uri="{C3380CC4-5D6E-409C-BE32-E72D297353CC}">
              <c16:uniqueId val="{00000000-EA0D-414C-B023-64FAB974B480}"/>
            </c:ext>
          </c:extLst>
        </c:ser>
        <c:ser>
          <c:idx val="1"/>
          <c:order val="1"/>
          <c:tx>
            <c:strRef>
              <c:f>Sheet1!$C$1</c:f>
              <c:strCache>
                <c:ptCount val="1"/>
                <c:pt idx="0">
                  <c:v>NYSE</c:v>
                </c:pt>
              </c:strCache>
            </c:strRef>
          </c:tx>
          <c:spPr>
            <a:solidFill>
              <a:schemeClr val="accent2"/>
            </a:solidFill>
            <a:ln>
              <a:noFill/>
            </a:ln>
            <a:effectLst/>
          </c:spPr>
          <c:invertIfNegative val="0"/>
          <c:cat>
            <c:strRef>
              <c:f>Sheet1!$A$2:$A$7</c:f>
              <c:strCache>
                <c:ptCount val="6"/>
                <c:pt idx="0">
                  <c:v>January</c:v>
                </c:pt>
                <c:pt idx="1">
                  <c:v>February</c:v>
                </c:pt>
                <c:pt idx="2">
                  <c:v>March </c:v>
                </c:pt>
                <c:pt idx="3">
                  <c:v>April</c:v>
                </c:pt>
                <c:pt idx="4">
                  <c:v>May</c:v>
                </c:pt>
                <c:pt idx="5">
                  <c:v>June</c:v>
                </c:pt>
              </c:strCache>
            </c:strRef>
          </c:cat>
          <c:val>
            <c:numRef>
              <c:f>Sheet1!$C$2:$C$7</c:f>
              <c:numCache>
                <c:formatCode>General</c:formatCode>
                <c:ptCount val="6"/>
                <c:pt idx="0">
                  <c:v>4.4000000000000004</c:v>
                </c:pt>
                <c:pt idx="1">
                  <c:v>4.4000000000000004</c:v>
                </c:pt>
                <c:pt idx="2">
                  <c:v>1.8</c:v>
                </c:pt>
                <c:pt idx="3">
                  <c:v>4.3</c:v>
                </c:pt>
                <c:pt idx="4">
                  <c:v>2.5</c:v>
                </c:pt>
                <c:pt idx="5">
                  <c:v>4.4000000000000004</c:v>
                </c:pt>
              </c:numCache>
            </c:numRef>
          </c:val>
          <c:extLst>
            <c:ext xmlns:c16="http://schemas.microsoft.com/office/drawing/2014/chart" uri="{C3380CC4-5D6E-409C-BE32-E72D297353CC}">
              <c16:uniqueId val="{00000001-EA0D-414C-B023-64FAB974B480}"/>
            </c:ext>
          </c:extLst>
        </c:ser>
        <c:ser>
          <c:idx val="2"/>
          <c:order val="2"/>
          <c:tx>
            <c:strRef>
              <c:f>Sheet1!$D$1</c:f>
              <c:strCache>
                <c:ptCount val="1"/>
                <c:pt idx="0">
                  <c:v>DOWN JONES</c:v>
                </c:pt>
              </c:strCache>
            </c:strRef>
          </c:tx>
          <c:spPr>
            <a:solidFill>
              <a:schemeClr val="accent3"/>
            </a:solidFill>
            <a:ln>
              <a:noFill/>
            </a:ln>
            <a:effectLst/>
          </c:spPr>
          <c:invertIfNegative val="0"/>
          <c:cat>
            <c:strRef>
              <c:f>Sheet1!$A$2:$A$7</c:f>
              <c:strCache>
                <c:ptCount val="6"/>
                <c:pt idx="0">
                  <c:v>January</c:v>
                </c:pt>
                <c:pt idx="1">
                  <c:v>February</c:v>
                </c:pt>
                <c:pt idx="2">
                  <c:v>March </c:v>
                </c:pt>
                <c:pt idx="3">
                  <c:v>April</c:v>
                </c:pt>
                <c:pt idx="4">
                  <c:v>May</c:v>
                </c:pt>
                <c:pt idx="5">
                  <c:v>June</c:v>
                </c:pt>
              </c:strCache>
            </c:strRef>
          </c:cat>
          <c:val>
            <c:numRef>
              <c:f>Sheet1!$D$2:$D$7</c:f>
              <c:numCache>
                <c:formatCode>General</c:formatCode>
                <c:ptCount val="6"/>
                <c:pt idx="0">
                  <c:v>5</c:v>
                </c:pt>
                <c:pt idx="1">
                  <c:v>2</c:v>
                </c:pt>
                <c:pt idx="2">
                  <c:v>2</c:v>
                </c:pt>
                <c:pt idx="3">
                  <c:v>3</c:v>
                </c:pt>
                <c:pt idx="4">
                  <c:v>5</c:v>
                </c:pt>
                <c:pt idx="5">
                  <c:v>2</c:v>
                </c:pt>
              </c:numCache>
            </c:numRef>
          </c:val>
          <c:extLst>
            <c:ext xmlns:c16="http://schemas.microsoft.com/office/drawing/2014/chart" uri="{C3380CC4-5D6E-409C-BE32-E72D297353CC}">
              <c16:uniqueId val="{00000002-EA0D-414C-B023-64FAB974B480}"/>
            </c:ext>
          </c:extLst>
        </c:ser>
        <c:dLbls>
          <c:showLegendKey val="0"/>
          <c:showVal val="0"/>
          <c:showCatName val="0"/>
          <c:showSerName val="0"/>
          <c:showPercent val="0"/>
          <c:showBubbleSize val="0"/>
        </c:dLbls>
        <c:gapWidth val="500"/>
        <c:overlap val="-15"/>
        <c:axId val="2129750800"/>
        <c:axId val="2129754496"/>
      </c:barChart>
      <c:catAx>
        <c:axId val="2129750800"/>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defRPr>
            </a:pPr>
            <a:endParaRPr lang="en-GR"/>
          </a:p>
        </c:txPr>
        <c:crossAx val="2129754496"/>
        <c:crosses val="autoZero"/>
        <c:auto val="1"/>
        <c:lblAlgn val="ctr"/>
        <c:lblOffset val="100"/>
        <c:noMultiLvlLbl val="0"/>
      </c:catAx>
      <c:valAx>
        <c:axId val="2129754496"/>
        <c:scaling>
          <c:orientation val="minMax"/>
        </c:scaling>
        <c:delete val="1"/>
        <c:axPos val="l"/>
        <c:numFmt formatCode="General" sourceLinked="1"/>
        <c:majorTickMark val="none"/>
        <c:minorTickMark val="none"/>
        <c:tickLblPos val="nextTo"/>
        <c:crossAx val="2129750800"/>
        <c:crosses val="autoZero"/>
        <c:crossBetween val="between"/>
      </c:valAx>
      <c:spPr>
        <a:noFill/>
        <a:ln w="25400">
          <a:noFill/>
        </a:ln>
        <a:effectLst/>
      </c:spPr>
    </c:plotArea>
    <c:legend>
      <c:legendPos val="l"/>
      <c:layout>
        <c:manualLayout>
          <c:xMode val="edge"/>
          <c:yMode val="edge"/>
          <c:x val="0"/>
          <c:y val="0.6965360828267585"/>
          <c:w val="0.12614252125764236"/>
          <c:h val="0.18597297346074776"/>
        </c:manualLayout>
      </c:layout>
      <c:overlay val="0"/>
      <c:spPr>
        <a:noFill/>
        <a:ln>
          <a:noFill/>
        </a:ln>
        <a:effectLst/>
      </c:spPr>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defRPr>
          </a:pPr>
          <a:endParaRPr lang="en-GR"/>
        </a:p>
      </c:txPr>
    </c:legend>
    <c:plotVisOnly val="1"/>
    <c:dispBlanksAs val="gap"/>
    <c:showDLblsOverMax val="0"/>
  </c:chart>
  <c:spPr>
    <a:noFill/>
    <a:ln>
      <a:noFill/>
    </a:ln>
    <a:effectLst/>
  </c:spPr>
  <c:txPr>
    <a:bodyPr/>
    <a:lstStyle/>
    <a:p>
      <a:pPr>
        <a:defRPr sz="1000" b="0" i="0">
          <a:solidFill>
            <a:schemeClr val="tx1"/>
          </a:solidFill>
          <a:latin typeface="Aptos" panose="020B0004020202020204" pitchFamily="34" charset="0"/>
          <a:ea typeface="Lato Light" panose="020F0502020204030203" pitchFamily="34" charset="0"/>
          <a:cs typeface="Lato Light" panose="020F0502020204030203" pitchFamily="34" charset="0"/>
        </a:defRPr>
      </a:pPr>
      <a:endParaRPr lang="en-GR"/>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103466134286847"/>
          <c:y val="0"/>
          <c:w val="0.72650656883793174"/>
          <c:h val="0.86030438869815262"/>
        </c:manualLayout>
      </c:layout>
      <c:barChart>
        <c:barDir val="col"/>
        <c:grouping val="clustered"/>
        <c:varyColors val="0"/>
        <c:ser>
          <c:idx val="0"/>
          <c:order val="0"/>
          <c:tx>
            <c:strRef>
              <c:f>Sheet1!$B$1</c:f>
              <c:strCache>
                <c:ptCount val="1"/>
                <c:pt idx="0">
                  <c:v>Series 1</c:v>
                </c:pt>
              </c:strCache>
            </c:strRef>
          </c:tx>
          <c:spPr>
            <a:solidFill>
              <a:schemeClr val="accent1"/>
            </a:solidFill>
          </c:spPr>
          <c:invertIfNegative val="0"/>
          <c:dLbls>
            <c:spPr>
              <a:noFill/>
              <a:ln>
                <a:noFill/>
              </a:ln>
              <a:effectLst/>
            </c:spPr>
            <c:txPr>
              <a:bodyPr/>
              <a:lstStyle/>
              <a:p>
                <a:pPr>
                  <a:defRPr b="1">
                    <a:solidFill>
                      <a:schemeClr val="tx1">
                        <a:lumMod val="65000"/>
                        <a:lumOff val="35000"/>
                      </a:schemeClr>
                    </a:solidFill>
                  </a:defRPr>
                </a:pPr>
                <a:endParaRPr lang="en-G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4.7</c:v>
                </c:pt>
                <c:pt idx="2">
                  <c:v>5.0999999999999996</c:v>
                </c:pt>
                <c:pt idx="3">
                  <c:v>5.4</c:v>
                </c:pt>
              </c:numCache>
            </c:numRef>
          </c:val>
          <c:extLst>
            <c:ext xmlns:c16="http://schemas.microsoft.com/office/drawing/2014/chart" uri="{C3380CC4-5D6E-409C-BE32-E72D297353CC}">
              <c16:uniqueId val="{00000000-913A-B848-AB47-FAA656A1E992}"/>
            </c:ext>
          </c:extLst>
        </c:ser>
        <c:ser>
          <c:idx val="1"/>
          <c:order val="1"/>
          <c:tx>
            <c:strRef>
              <c:f>Sheet1!$C$1</c:f>
              <c:strCache>
                <c:ptCount val="1"/>
                <c:pt idx="0">
                  <c:v>Series 2</c:v>
                </c:pt>
              </c:strCache>
            </c:strRef>
          </c:tx>
          <c:spPr>
            <a:solidFill>
              <a:schemeClr val="accent2"/>
            </a:solidFill>
          </c:spPr>
          <c:invertIfNegative val="0"/>
          <c:dLbls>
            <c:spPr>
              <a:noFill/>
              <a:ln>
                <a:noFill/>
              </a:ln>
              <a:effectLst/>
            </c:spPr>
            <c:txPr>
              <a:bodyPr/>
              <a:lstStyle/>
              <a:p>
                <a:pPr>
                  <a:defRPr b="1">
                    <a:solidFill>
                      <a:schemeClr val="tx1">
                        <a:lumMod val="65000"/>
                        <a:lumOff val="35000"/>
                      </a:schemeClr>
                    </a:solidFill>
                  </a:defRPr>
                </a:pPr>
                <a:endParaRPr lang="en-G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1.9</c:v>
                </c:pt>
              </c:numCache>
            </c:numRef>
          </c:val>
          <c:extLst>
            <c:ext xmlns:c16="http://schemas.microsoft.com/office/drawing/2014/chart" uri="{C3380CC4-5D6E-409C-BE32-E72D297353CC}">
              <c16:uniqueId val="{00000001-913A-B848-AB47-FAA656A1E992}"/>
            </c:ext>
          </c:extLst>
        </c:ser>
        <c:ser>
          <c:idx val="2"/>
          <c:order val="2"/>
          <c:tx>
            <c:strRef>
              <c:f>Sheet1!$D$1</c:f>
              <c:strCache>
                <c:ptCount val="1"/>
                <c:pt idx="0">
                  <c:v>Series 3</c:v>
                </c:pt>
              </c:strCache>
            </c:strRef>
          </c:tx>
          <c:spPr>
            <a:solidFill>
              <a:schemeClr val="accent3"/>
            </a:solidFill>
          </c:spPr>
          <c:invertIfNegative val="0"/>
          <c:dLbls>
            <c:spPr>
              <a:noFill/>
              <a:ln>
                <a:noFill/>
              </a:ln>
              <a:effectLst/>
            </c:spPr>
            <c:txPr>
              <a:bodyPr/>
              <a:lstStyle/>
              <a:p>
                <a:pPr>
                  <a:defRPr b="1">
                    <a:solidFill>
                      <a:schemeClr val="tx1">
                        <a:lumMod val="65000"/>
                        <a:lumOff val="35000"/>
                      </a:schemeClr>
                    </a:solidFill>
                  </a:defRPr>
                </a:pPr>
                <a:endParaRPr lang="en-G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2.1</c:v>
                </c:pt>
                <c:pt idx="1">
                  <c:v>2.9</c:v>
                </c:pt>
                <c:pt idx="2">
                  <c:v>3.3</c:v>
                </c:pt>
                <c:pt idx="3">
                  <c:v>5.2</c:v>
                </c:pt>
              </c:numCache>
            </c:numRef>
          </c:val>
          <c:extLst>
            <c:ext xmlns:c16="http://schemas.microsoft.com/office/drawing/2014/chart" uri="{C3380CC4-5D6E-409C-BE32-E72D297353CC}">
              <c16:uniqueId val="{00000002-913A-B848-AB47-FAA656A1E992}"/>
            </c:ext>
          </c:extLst>
        </c:ser>
        <c:ser>
          <c:idx val="3"/>
          <c:order val="3"/>
          <c:tx>
            <c:strRef>
              <c:f>Sheet1!$E$1</c:f>
              <c:strCache>
                <c:ptCount val="1"/>
                <c:pt idx="0">
                  <c:v>Series 4</c:v>
                </c:pt>
              </c:strCache>
            </c:strRef>
          </c:tx>
          <c:spPr>
            <a:solidFill>
              <a:srgbClr val="00E2FC"/>
            </a:solidFill>
          </c:spPr>
          <c:invertIfNegative val="0"/>
          <c:dLbls>
            <c:spPr>
              <a:noFill/>
              <a:ln>
                <a:noFill/>
              </a:ln>
              <a:effectLst/>
            </c:spPr>
            <c:txPr>
              <a:bodyPr/>
              <a:lstStyle/>
              <a:p>
                <a:pPr>
                  <a:defRPr b="1">
                    <a:solidFill>
                      <a:schemeClr val="tx1">
                        <a:lumMod val="65000"/>
                        <a:lumOff val="35000"/>
                      </a:schemeClr>
                    </a:solidFill>
                  </a:defRPr>
                </a:pPr>
                <a:endParaRPr lang="en-G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Category 1</c:v>
                </c:pt>
                <c:pt idx="1">
                  <c:v>Category 2</c:v>
                </c:pt>
                <c:pt idx="2">
                  <c:v>Category 3</c:v>
                </c:pt>
                <c:pt idx="3">
                  <c:v>Category 4</c:v>
                </c:pt>
              </c:strCache>
            </c:strRef>
          </c:cat>
          <c:val>
            <c:numRef>
              <c:f>Sheet1!$E$2:$E$5</c:f>
              <c:numCache>
                <c:formatCode>General</c:formatCode>
                <c:ptCount val="4"/>
                <c:pt idx="0">
                  <c:v>3.9</c:v>
                </c:pt>
                <c:pt idx="1">
                  <c:v>2.5</c:v>
                </c:pt>
                <c:pt idx="2">
                  <c:v>3.5</c:v>
                </c:pt>
                <c:pt idx="3">
                  <c:v>4.5</c:v>
                </c:pt>
              </c:numCache>
            </c:numRef>
          </c:val>
          <c:extLst>
            <c:ext xmlns:c16="http://schemas.microsoft.com/office/drawing/2014/chart" uri="{C3380CC4-5D6E-409C-BE32-E72D297353CC}">
              <c16:uniqueId val="{00000003-913A-B848-AB47-FAA656A1E992}"/>
            </c:ext>
          </c:extLst>
        </c:ser>
        <c:ser>
          <c:idx val="4"/>
          <c:order val="4"/>
          <c:tx>
            <c:strRef>
              <c:f>Sheet1!$F$1</c:f>
              <c:strCache>
                <c:ptCount val="1"/>
                <c:pt idx="0">
                  <c:v>Series 5</c:v>
                </c:pt>
              </c:strCache>
            </c:strRef>
          </c:tx>
          <c:spPr>
            <a:solidFill>
              <a:schemeClr val="accent5"/>
            </a:solidFill>
            <a:ln>
              <a:noFill/>
            </a:ln>
          </c:spPr>
          <c:invertIfNegative val="0"/>
          <c:dLbls>
            <c:spPr>
              <a:noFill/>
              <a:ln>
                <a:noFill/>
              </a:ln>
              <a:effectLst/>
            </c:spPr>
            <c:txPr>
              <a:bodyPr/>
              <a:lstStyle/>
              <a:p>
                <a:pPr>
                  <a:defRPr b="1">
                    <a:solidFill>
                      <a:schemeClr val="tx1">
                        <a:lumMod val="65000"/>
                        <a:lumOff val="35000"/>
                      </a:schemeClr>
                    </a:solidFill>
                  </a:defRPr>
                </a:pPr>
                <a:endParaRPr lang="en-G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Category 1</c:v>
                </c:pt>
                <c:pt idx="1">
                  <c:v>Category 2</c:v>
                </c:pt>
                <c:pt idx="2">
                  <c:v>Category 3</c:v>
                </c:pt>
                <c:pt idx="3">
                  <c:v>Category 4</c:v>
                </c:pt>
              </c:strCache>
            </c:strRef>
          </c:cat>
          <c:val>
            <c:numRef>
              <c:f>Sheet1!$F$2:$F$5</c:f>
              <c:numCache>
                <c:formatCode>General</c:formatCode>
                <c:ptCount val="4"/>
                <c:pt idx="0">
                  <c:v>2.9</c:v>
                </c:pt>
                <c:pt idx="1">
                  <c:v>4.0999999999999996</c:v>
                </c:pt>
                <c:pt idx="2">
                  <c:v>2.7</c:v>
                </c:pt>
                <c:pt idx="3">
                  <c:v>2.8</c:v>
                </c:pt>
              </c:numCache>
            </c:numRef>
          </c:val>
          <c:extLst>
            <c:ext xmlns:c16="http://schemas.microsoft.com/office/drawing/2014/chart" uri="{C3380CC4-5D6E-409C-BE32-E72D297353CC}">
              <c16:uniqueId val="{00000004-913A-B848-AB47-FAA656A1E992}"/>
            </c:ext>
          </c:extLst>
        </c:ser>
        <c:ser>
          <c:idx val="5"/>
          <c:order val="5"/>
          <c:tx>
            <c:strRef>
              <c:f>Sheet1!$G$1</c:f>
              <c:strCache>
                <c:ptCount val="1"/>
                <c:pt idx="0">
                  <c:v>Series 6</c:v>
                </c:pt>
              </c:strCache>
            </c:strRef>
          </c:tx>
          <c:spPr>
            <a:solidFill>
              <a:schemeClr val="accent6"/>
            </a:solidFill>
          </c:spPr>
          <c:invertIfNegative val="0"/>
          <c:dLbls>
            <c:spPr>
              <a:noFill/>
              <a:ln>
                <a:noFill/>
              </a:ln>
              <a:effectLst/>
            </c:spPr>
            <c:txPr>
              <a:bodyPr/>
              <a:lstStyle/>
              <a:p>
                <a:pPr>
                  <a:defRPr b="1">
                    <a:solidFill>
                      <a:schemeClr val="tx1">
                        <a:lumMod val="65000"/>
                        <a:lumOff val="35000"/>
                      </a:schemeClr>
                    </a:solidFill>
                  </a:defRPr>
                </a:pPr>
                <a:endParaRPr lang="en-G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Category 1</c:v>
                </c:pt>
                <c:pt idx="1">
                  <c:v>Category 2</c:v>
                </c:pt>
                <c:pt idx="2">
                  <c:v>Category 3</c:v>
                </c:pt>
                <c:pt idx="3">
                  <c:v>Category 4</c:v>
                </c:pt>
              </c:strCache>
            </c:strRef>
          </c:cat>
          <c:val>
            <c:numRef>
              <c:f>Sheet1!$G$2:$G$5</c:f>
              <c:numCache>
                <c:formatCode>General</c:formatCode>
                <c:ptCount val="4"/>
                <c:pt idx="0">
                  <c:v>1.9</c:v>
                </c:pt>
                <c:pt idx="1">
                  <c:v>2.1</c:v>
                </c:pt>
                <c:pt idx="2">
                  <c:v>2.2999999999999998</c:v>
                </c:pt>
                <c:pt idx="3">
                  <c:v>4.7</c:v>
                </c:pt>
              </c:numCache>
            </c:numRef>
          </c:val>
          <c:extLst>
            <c:ext xmlns:c16="http://schemas.microsoft.com/office/drawing/2014/chart" uri="{C3380CC4-5D6E-409C-BE32-E72D297353CC}">
              <c16:uniqueId val="{00000005-913A-B848-AB47-FAA656A1E992}"/>
            </c:ext>
          </c:extLst>
        </c:ser>
        <c:dLbls>
          <c:showLegendKey val="0"/>
          <c:showVal val="1"/>
          <c:showCatName val="0"/>
          <c:showSerName val="0"/>
          <c:showPercent val="0"/>
          <c:showBubbleSize val="0"/>
        </c:dLbls>
        <c:gapWidth val="150"/>
        <c:axId val="2145303944"/>
        <c:axId val="2145306920"/>
      </c:barChart>
      <c:catAx>
        <c:axId val="2145303944"/>
        <c:scaling>
          <c:orientation val="minMax"/>
        </c:scaling>
        <c:delete val="0"/>
        <c:axPos val="b"/>
        <c:numFmt formatCode="General" sourceLinked="0"/>
        <c:majorTickMark val="out"/>
        <c:minorTickMark val="none"/>
        <c:tickLblPos val="nextTo"/>
        <c:txPr>
          <a:bodyPr/>
          <a:lstStyle/>
          <a:p>
            <a:pPr>
              <a:defRPr sz="800">
                <a:solidFill>
                  <a:schemeClr val="tx1">
                    <a:lumMod val="65000"/>
                    <a:lumOff val="35000"/>
                  </a:schemeClr>
                </a:solidFill>
              </a:defRPr>
            </a:pPr>
            <a:endParaRPr lang="en-GR"/>
          </a:p>
        </c:txPr>
        <c:crossAx val="2145306920"/>
        <c:crosses val="autoZero"/>
        <c:auto val="1"/>
        <c:lblAlgn val="ctr"/>
        <c:lblOffset val="100"/>
        <c:noMultiLvlLbl val="0"/>
      </c:catAx>
      <c:valAx>
        <c:axId val="2145306920"/>
        <c:scaling>
          <c:orientation val="minMax"/>
        </c:scaling>
        <c:delete val="1"/>
        <c:axPos val="l"/>
        <c:numFmt formatCode="General" sourceLinked="1"/>
        <c:majorTickMark val="out"/>
        <c:minorTickMark val="none"/>
        <c:tickLblPos val="nextTo"/>
        <c:crossAx val="2145303944"/>
        <c:crosses val="autoZero"/>
        <c:crossBetween val="between"/>
      </c:valAx>
      <c:spPr>
        <a:noFill/>
        <a:ln w="25400">
          <a:noFill/>
        </a:ln>
      </c:spPr>
    </c:plotArea>
    <c:legend>
      <c:legendPos val="r"/>
      <c:layout>
        <c:manualLayout>
          <c:xMode val="edge"/>
          <c:yMode val="edge"/>
          <c:x val="0"/>
          <c:y val="0.52605383812738615"/>
          <c:w val="9.7124163836252816E-2"/>
          <c:h val="0.35393014963984504"/>
        </c:manualLayout>
      </c:layout>
      <c:overlay val="0"/>
      <c:txPr>
        <a:bodyPr/>
        <a:lstStyle/>
        <a:p>
          <a:pPr marL="36000">
            <a:defRPr sz="1000">
              <a:solidFill>
                <a:schemeClr val="tx1">
                  <a:lumMod val="65000"/>
                  <a:lumOff val="35000"/>
                </a:schemeClr>
              </a:solidFill>
            </a:defRPr>
          </a:pPr>
          <a:endParaRPr lang="en-GR"/>
        </a:p>
      </c:txPr>
    </c:legend>
    <c:plotVisOnly val="1"/>
    <c:dispBlanksAs val="gap"/>
    <c:showDLblsOverMax val="0"/>
  </c:chart>
  <c:txPr>
    <a:bodyPr/>
    <a:lstStyle/>
    <a:p>
      <a:pPr>
        <a:defRPr sz="1000">
          <a:latin typeface="Aptos" panose="020B0004020202020204" pitchFamily="34" charset="0"/>
        </a:defRPr>
      </a:pPr>
      <a:endParaRPr lang="en-G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6943998310152562"/>
          <c:y val="8.3635867274608228E-2"/>
          <c:w val="0.69870309393678631"/>
          <c:h val="0.78104525077589182"/>
        </c:manualLayout>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C768-AB40-B55F-BAAA3DD95F6F}"/>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C768-AB40-B55F-BAAA3DD95F6F}"/>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C768-AB40-B55F-BAAA3DD95F6F}"/>
            </c:ext>
          </c:extLst>
        </c:ser>
        <c:dLbls>
          <c:showLegendKey val="0"/>
          <c:showVal val="0"/>
          <c:showCatName val="0"/>
          <c:showSerName val="0"/>
          <c:showPercent val="0"/>
          <c:showBubbleSize val="0"/>
        </c:dLbls>
        <c:gapWidth val="182"/>
        <c:axId val="941387120"/>
        <c:axId val="941392944"/>
      </c:barChart>
      <c:catAx>
        <c:axId val="94138712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50000"/>
                    <a:lumOff val="50000"/>
                  </a:schemeClr>
                </a:solidFill>
                <a:latin typeface="Aptos" panose="020B0004020202020204" pitchFamily="34" charset="0"/>
                <a:ea typeface="+mn-ea"/>
                <a:cs typeface="+mn-cs"/>
              </a:defRPr>
            </a:pPr>
            <a:endParaRPr lang="en-GR"/>
          </a:p>
        </c:txPr>
        <c:crossAx val="941392944"/>
        <c:crosses val="autoZero"/>
        <c:auto val="1"/>
        <c:lblAlgn val="ctr"/>
        <c:lblOffset val="100"/>
        <c:noMultiLvlLbl val="0"/>
      </c:catAx>
      <c:valAx>
        <c:axId val="94139294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50000"/>
                    <a:lumOff val="50000"/>
                  </a:schemeClr>
                </a:solidFill>
                <a:latin typeface="Aptos" panose="020B0004020202020204" pitchFamily="34" charset="0"/>
                <a:ea typeface="+mn-ea"/>
                <a:cs typeface="+mn-cs"/>
              </a:defRPr>
            </a:pPr>
            <a:endParaRPr lang="en-GR"/>
          </a:p>
        </c:txPr>
        <c:crossAx val="941387120"/>
        <c:crosses val="autoZero"/>
        <c:crossBetween val="between"/>
      </c:valAx>
      <c:spPr>
        <a:noFill/>
        <a:ln>
          <a:noFill/>
        </a:ln>
        <a:effectLst/>
      </c:spPr>
    </c:plotArea>
    <c:legend>
      <c:legendPos val="l"/>
      <c:layout>
        <c:manualLayout>
          <c:xMode val="edge"/>
          <c:yMode val="edge"/>
          <c:x val="0"/>
          <c:y val="0.66679877581516533"/>
          <c:w val="9.7400608883610837E-2"/>
          <c:h val="0.18342387399900378"/>
        </c:manualLayout>
      </c:layout>
      <c:overlay val="0"/>
      <c:spPr>
        <a:noFill/>
        <a:ln>
          <a:noFill/>
        </a:ln>
        <a:effectLst/>
      </c:spPr>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2"/>
          </a:solidFill>
          <a:latin typeface="Aptos" panose="020B0004020202020204" pitchFamily="34" charset="0"/>
        </a:defRPr>
      </a:pPr>
      <a:endParaRPr lang="en-GR"/>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3861250808641108"/>
          <c:y val="0.1000331370355614"/>
          <c:w val="0.61615879049192979"/>
          <c:h val="0.77563592725178432"/>
        </c:manualLayout>
      </c:layout>
      <c:barChart>
        <c:barDir val="col"/>
        <c:grouping val="clustered"/>
        <c:varyColors val="0"/>
        <c:ser>
          <c:idx val="0"/>
          <c:order val="0"/>
          <c:tx>
            <c:strRef>
              <c:f>Sheet1!$B$1</c:f>
              <c:strCache>
                <c:ptCount val="1"/>
                <c:pt idx="0">
                  <c:v>Variant a</c:v>
                </c:pt>
              </c:strCache>
            </c:strRef>
          </c:tx>
          <c:spPr>
            <a:solidFill>
              <a:schemeClr val="tx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5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Mar-Apr'22</c:v>
                </c:pt>
                <c:pt idx="1">
                  <c:v>May-July'22</c:v>
                </c:pt>
                <c:pt idx="2">
                  <c:v>Sept-Oct'22</c:v>
                </c:pt>
                <c:pt idx="3">
                  <c:v>Nov-Dec'22</c:v>
                </c:pt>
                <c:pt idx="4">
                  <c:v>Jan-Feb'23</c:v>
                </c:pt>
                <c:pt idx="5">
                  <c:v>Mar-Apr'23</c:v>
                </c:pt>
              </c:strCache>
            </c:strRef>
          </c:cat>
          <c:val>
            <c:numRef>
              <c:f>Sheet1!$B$2:$B$7</c:f>
              <c:numCache>
                <c:formatCode>General</c:formatCode>
                <c:ptCount val="6"/>
                <c:pt idx="0">
                  <c:v>5</c:v>
                </c:pt>
                <c:pt idx="1">
                  <c:v>2.5</c:v>
                </c:pt>
                <c:pt idx="2">
                  <c:v>3.5</c:v>
                </c:pt>
                <c:pt idx="3">
                  <c:v>4.5</c:v>
                </c:pt>
                <c:pt idx="4">
                  <c:v>3.5</c:v>
                </c:pt>
                <c:pt idx="5">
                  <c:v>4.5</c:v>
                </c:pt>
              </c:numCache>
            </c:numRef>
          </c:val>
          <c:extLst>
            <c:ext xmlns:c16="http://schemas.microsoft.com/office/drawing/2014/chart" uri="{C3380CC4-5D6E-409C-BE32-E72D297353CC}">
              <c16:uniqueId val="{00000000-1B16-9E41-A739-282E91779505}"/>
            </c:ext>
          </c:extLst>
        </c:ser>
        <c:ser>
          <c:idx val="1"/>
          <c:order val="1"/>
          <c:tx>
            <c:strRef>
              <c:f>Sheet1!$C$1</c:f>
              <c:strCache>
                <c:ptCount val="1"/>
                <c:pt idx="0">
                  <c:v>Variant b</c:v>
                </c:pt>
              </c:strCache>
            </c:strRef>
          </c:tx>
          <c:spPr>
            <a:solidFill>
              <a:schemeClr val="accent3"/>
            </a:solidFill>
            <a:ln>
              <a:noFill/>
            </a:ln>
            <a:effectLst/>
          </c:spPr>
          <c:invertIfNegative val="0"/>
          <c:dLbls>
            <c:dLbl>
              <c:idx val="0"/>
              <c:tx>
                <c:rich>
                  <a:bodyPr/>
                  <a:lstStyle/>
                  <a:p>
                    <a:fld id="{981A4997-FA9E-5F41-A1D1-D4427A2D2CC8}" type="VALUE">
                      <a:rPr lang="en-US" sz="1000"/>
                      <a:pPr/>
                      <a:t>[VALUE]</a:t>
                    </a:fld>
                    <a:endParaRPr lang="en-GR"/>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1B16-9E41-A739-282E91779505}"/>
                </c:ext>
              </c:extLst>
            </c:dLbl>
            <c:spPr>
              <a:noFill/>
              <a:ln>
                <a:noFill/>
              </a:ln>
              <a:effectLst/>
            </c:spPr>
            <c:txPr>
              <a:bodyPr rot="0" spcFirstLastPara="1" vertOverflow="ellipsis" vert="horz" wrap="square" lIns="38100" tIns="19050" rIns="38100" bIns="19050" anchor="ctr" anchorCtr="1">
                <a:spAutoFit/>
              </a:bodyPr>
              <a:lstStyle/>
              <a:p>
                <a:pPr>
                  <a:defRPr sz="95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Mar-Apr'22</c:v>
                </c:pt>
                <c:pt idx="1">
                  <c:v>May-July'22</c:v>
                </c:pt>
                <c:pt idx="2">
                  <c:v>Sept-Oct'22</c:v>
                </c:pt>
                <c:pt idx="3">
                  <c:v>Nov-Dec'22</c:v>
                </c:pt>
                <c:pt idx="4">
                  <c:v>Jan-Feb'23</c:v>
                </c:pt>
                <c:pt idx="5">
                  <c:v>Mar-Apr'23</c:v>
                </c:pt>
              </c:strCache>
            </c:strRef>
          </c:cat>
          <c:val>
            <c:numRef>
              <c:f>Sheet1!$C$2:$C$7</c:f>
              <c:numCache>
                <c:formatCode>General</c:formatCode>
                <c:ptCount val="6"/>
                <c:pt idx="0">
                  <c:v>2.4</c:v>
                </c:pt>
                <c:pt idx="1">
                  <c:v>5.5</c:v>
                </c:pt>
                <c:pt idx="2">
                  <c:v>1.8</c:v>
                </c:pt>
                <c:pt idx="3">
                  <c:v>2.8</c:v>
                </c:pt>
                <c:pt idx="4">
                  <c:v>1.8</c:v>
                </c:pt>
                <c:pt idx="5">
                  <c:v>2.8</c:v>
                </c:pt>
              </c:numCache>
            </c:numRef>
          </c:val>
          <c:extLst>
            <c:ext xmlns:c16="http://schemas.microsoft.com/office/drawing/2014/chart" uri="{C3380CC4-5D6E-409C-BE32-E72D297353CC}">
              <c16:uniqueId val="{00000002-1B16-9E41-A739-282E91779505}"/>
            </c:ext>
          </c:extLst>
        </c:ser>
        <c:dLbls>
          <c:dLblPos val="ctr"/>
          <c:showLegendKey val="0"/>
          <c:showVal val="1"/>
          <c:showCatName val="0"/>
          <c:showSerName val="0"/>
          <c:showPercent val="0"/>
          <c:showBubbleSize val="0"/>
        </c:dLbls>
        <c:gapWidth val="96"/>
        <c:axId val="358739463"/>
        <c:axId val="358743727"/>
      </c:barChart>
      <c:lineChart>
        <c:grouping val="standard"/>
        <c:varyColors val="0"/>
        <c:ser>
          <c:idx val="2"/>
          <c:order val="2"/>
          <c:tx>
            <c:strRef>
              <c:f>Sheet1!$D$1</c:f>
              <c:strCache>
                <c:ptCount val="1"/>
                <c:pt idx="0">
                  <c:v>Line</c:v>
                </c:pt>
              </c:strCache>
            </c:strRef>
          </c:tx>
          <c:spPr>
            <a:ln w="28575" cap="rnd">
              <a:solidFill>
                <a:schemeClr val="accent1"/>
              </a:solidFill>
              <a:round/>
            </a:ln>
            <a:effectLst/>
          </c:spPr>
          <c:marker>
            <c:symbol val="none"/>
          </c:marker>
          <c:dLbls>
            <c:spPr>
              <a:solidFill>
                <a:schemeClr val="accent1"/>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2"/>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Mar-Apr'22</c:v>
                </c:pt>
                <c:pt idx="1">
                  <c:v>May-July'22</c:v>
                </c:pt>
                <c:pt idx="2">
                  <c:v>Sept-Oct'22</c:v>
                </c:pt>
                <c:pt idx="3">
                  <c:v>Nov-Dec'22</c:v>
                </c:pt>
                <c:pt idx="4">
                  <c:v>Jan-Feb'23</c:v>
                </c:pt>
                <c:pt idx="5">
                  <c:v>Mar-Apr'23</c:v>
                </c:pt>
              </c:strCache>
            </c:strRef>
          </c:cat>
          <c:val>
            <c:numRef>
              <c:f>Sheet1!$D$2:$D$7</c:f>
              <c:numCache>
                <c:formatCode>General</c:formatCode>
                <c:ptCount val="6"/>
                <c:pt idx="0">
                  <c:v>2</c:v>
                </c:pt>
                <c:pt idx="1">
                  <c:v>2</c:v>
                </c:pt>
                <c:pt idx="2">
                  <c:v>3</c:v>
                </c:pt>
                <c:pt idx="3">
                  <c:v>5</c:v>
                </c:pt>
                <c:pt idx="4">
                  <c:v>3</c:v>
                </c:pt>
                <c:pt idx="5">
                  <c:v>5</c:v>
                </c:pt>
              </c:numCache>
            </c:numRef>
          </c:val>
          <c:smooth val="0"/>
          <c:extLst>
            <c:ext xmlns:c16="http://schemas.microsoft.com/office/drawing/2014/chart" uri="{C3380CC4-5D6E-409C-BE32-E72D297353CC}">
              <c16:uniqueId val="{00000003-1B16-9E41-A739-282E91779505}"/>
            </c:ext>
          </c:extLst>
        </c:ser>
        <c:dLbls>
          <c:showLegendKey val="0"/>
          <c:showVal val="0"/>
          <c:showCatName val="0"/>
          <c:showSerName val="0"/>
          <c:showPercent val="0"/>
          <c:showBubbleSize val="0"/>
        </c:dLbls>
        <c:marker val="1"/>
        <c:smooth val="0"/>
        <c:axId val="358739463"/>
        <c:axId val="358743727"/>
      </c:lineChart>
      <c:catAx>
        <c:axId val="358739463"/>
        <c:scaling>
          <c:orientation val="minMax"/>
        </c:scaling>
        <c:delete val="0"/>
        <c:axPos val="b"/>
        <c:numFmt formatCode="General" sourceLinked="1"/>
        <c:majorTickMark val="none"/>
        <c:minorTickMark val="none"/>
        <c:tickLblPos val="nextTo"/>
        <c:spPr>
          <a:noFill/>
          <a:ln w="9525" cap="flat" cmpd="sng" algn="ctr">
            <a:solidFill>
              <a:srgbClr val="B5B7B5"/>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358743727"/>
        <c:crosses val="autoZero"/>
        <c:auto val="1"/>
        <c:lblAlgn val="ctr"/>
        <c:lblOffset val="100"/>
        <c:noMultiLvlLbl val="0"/>
      </c:catAx>
      <c:valAx>
        <c:axId val="358743727"/>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358739463"/>
        <c:crosses val="autoZero"/>
        <c:crossBetween val="between"/>
      </c:valAx>
      <c:spPr>
        <a:noFill/>
        <a:ln>
          <a:noFill/>
        </a:ln>
        <a:effectLst/>
      </c:spPr>
    </c:plotArea>
    <c:legend>
      <c:legendPos val="b"/>
      <c:legendEntry>
        <c:idx val="0"/>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Entry>
      <c:legendEntry>
        <c:idx val="1"/>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Entry>
      <c:legendEntry>
        <c:idx val="2"/>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Entry>
      <c:layout>
        <c:manualLayout>
          <c:xMode val="edge"/>
          <c:yMode val="edge"/>
          <c:x val="0"/>
          <c:y val="0.7178583477041901"/>
          <c:w val="0.23378234674647091"/>
          <c:h val="0.17949766409343268"/>
        </c:manualLayout>
      </c:layout>
      <c:overlay val="0"/>
      <c:spPr>
        <a:noFill/>
        <a:ln>
          <a:noFill/>
        </a:ln>
        <a:effectLst/>
      </c:spPr>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Aptos" panose="020B0004020202020204" pitchFamily="34" charset="0"/>
        </a:defRPr>
      </a:pPr>
      <a:endParaRPr lang="en-GR"/>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3861256451071786"/>
          <c:y val="8.8628249457519487E-2"/>
          <c:w val="0.61615879049192979"/>
          <c:h val="0.78704081482982624"/>
        </c:manualLayout>
      </c:layout>
      <c:barChart>
        <c:barDir val="col"/>
        <c:grouping val="stacked"/>
        <c:varyColors val="0"/>
        <c:ser>
          <c:idx val="0"/>
          <c:order val="0"/>
          <c:tx>
            <c:strRef>
              <c:f>Sheet1!$B$1</c:f>
              <c:strCache>
                <c:ptCount val="1"/>
                <c:pt idx="0">
                  <c:v>Percentage a</c:v>
                </c:pt>
              </c:strCache>
            </c:strRef>
          </c:tx>
          <c:spPr>
            <a:solidFill>
              <a:schemeClr val="accent1"/>
            </a:solidFill>
            <a:ln>
              <a:noFill/>
            </a:ln>
            <a:effectLst/>
          </c:spPr>
          <c:invertIfNegative val="0"/>
          <c:dLbls>
            <c:numFmt formatCode="0%" sourceLinked="0"/>
            <c:spPr>
              <a:noFill/>
              <a:ln>
                <a:noFill/>
              </a:ln>
              <a:effectLst/>
            </c:spPr>
            <c:txPr>
              <a:bodyPr rot="0" spcFirstLastPara="1" vertOverflow="ellipsis" vert="horz" wrap="square" lIns="0" tIns="19050" rIns="0" bIns="19050" anchor="ctr" anchorCtr="1">
                <a:spAutoFit/>
              </a:bodyPr>
              <a:lstStyle/>
              <a:p>
                <a:pPr>
                  <a:defRPr sz="100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Mar-Apr'22</c:v>
                </c:pt>
                <c:pt idx="1">
                  <c:v>May-July'22</c:v>
                </c:pt>
                <c:pt idx="2">
                  <c:v>Sept-Oct'22</c:v>
                </c:pt>
                <c:pt idx="3">
                  <c:v>Nov-Dec'22</c:v>
                </c:pt>
                <c:pt idx="4">
                  <c:v>Jan-Feb'23</c:v>
                </c:pt>
                <c:pt idx="5">
                  <c:v>Mar-Apr'23</c:v>
                </c:pt>
              </c:strCache>
            </c:strRef>
          </c:cat>
          <c:val>
            <c:numRef>
              <c:f>Sheet1!$B$2:$B$7</c:f>
              <c:numCache>
                <c:formatCode>General</c:formatCode>
                <c:ptCount val="6"/>
                <c:pt idx="0">
                  <c:v>0.1</c:v>
                </c:pt>
                <c:pt idx="1">
                  <c:v>0.3</c:v>
                </c:pt>
                <c:pt idx="2">
                  <c:v>0.25</c:v>
                </c:pt>
                <c:pt idx="3">
                  <c:v>0.5</c:v>
                </c:pt>
                <c:pt idx="4">
                  <c:v>0.4</c:v>
                </c:pt>
                <c:pt idx="5">
                  <c:v>0.2</c:v>
                </c:pt>
              </c:numCache>
            </c:numRef>
          </c:val>
          <c:extLst>
            <c:ext xmlns:c16="http://schemas.microsoft.com/office/drawing/2014/chart" uri="{C3380CC4-5D6E-409C-BE32-E72D297353CC}">
              <c16:uniqueId val="{00000000-AF2E-334D-AE48-6CA375DD47F8}"/>
            </c:ext>
          </c:extLst>
        </c:ser>
        <c:ser>
          <c:idx val="1"/>
          <c:order val="1"/>
          <c:tx>
            <c:strRef>
              <c:f>Sheet1!$C$1</c:f>
              <c:strCache>
                <c:ptCount val="1"/>
                <c:pt idx="0">
                  <c:v>Percentage b</c:v>
                </c:pt>
              </c:strCache>
            </c:strRef>
          </c:tx>
          <c:spPr>
            <a:solidFill>
              <a:schemeClr val="accent2"/>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Mar-Apr'22</c:v>
                </c:pt>
                <c:pt idx="1">
                  <c:v>May-July'22</c:v>
                </c:pt>
                <c:pt idx="2">
                  <c:v>Sept-Oct'22</c:v>
                </c:pt>
                <c:pt idx="3">
                  <c:v>Nov-Dec'22</c:v>
                </c:pt>
                <c:pt idx="4">
                  <c:v>Jan-Feb'23</c:v>
                </c:pt>
                <c:pt idx="5">
                  <c:v>Mar-Apr'23</c:v>
                </c:pt>
              </c:strCache>
            </c:strRef>
          </c:cat>
          <c:val>
            <c:numRef>
              <c:f>Sheet1!$C$2:$C$7</c:f>
              <c:numCache>
                <c:formatCode>General</c:formatCode>
                <c:ptCount val="6"/>
                <c:pt idx="0">
                  <c:v>0.2</c:v>
                </c:pt>
                <c:pt idx="1">
                  <c:v>0.3</c:v>
                </c:pt>
                <c:pt idx="2">
                  <c:v>0.25</c:v>
                </c:pt>
                <c:pt idx="3">
                  <c:v>0.25</c:v>
                </c:pt>
                <c:pt idx="4">
                  <c:v>0.4</c:v>
                </c:pt>
                <c:pt idx="5">
                  <c:v>0.6</c:v>
                </c:pt>
              </c:numCache>
            </c:numRef>
          </c:val>
          <c:extLst>
            <c:ext xmlns:c16="http://schemas.microsoft.com/office/drawing/2014/chart" uri="{C3380CC4-5D6E-409C-BE32-E72D297353CC}">
              <c16:uniqueId val="{00000001-AF2E-334D-AE48-6CA375DD47F8}"/>
            </c:ext>
          </c:extLst>
        </c:ser>
        <c:ser>
          <c:idx val="2"/>
          <c:order val="2"/>
          <c:tx>
            <c:strRef>
              <c:f>Sheet1!$D$1</c:f>
              <c:strCache>
                <c:ptCount val="1"/>
                <c:pt idx="0">
                  <c:v>Percentage c</c:v>
                </c:pt>
              </c:strCache>
            </c:strRef>
          </c:tx>
          <c:spPr>
            <a:solidFill>
              <a:schemeClr val="accent3"/>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Mar-Apr'22</c:v>
                </c:pt>
                <c:pt idx="1">
                  <c:v>May-July'22</c:v>
                </c:pt>
                <c:pt idx="2">
                  <c:v>Sept-Oct'22</c:v>
                </c:pt>
                <c:pt idx="3">
                  <c:v>Nov-Dec'22</c:v>
                </c:pt>
                <c:pt idx="4">
                  <c:v>Jan-Feb'23</c:v>
                </c:pt>
                <c:pt idx="5">
                  <c:v>Mar-Apr'23</c:v>
                </c:pt>
              </c:strCache>
            </c:strRef>
          </c:cat>
          <c:val>
            <c:numRef>
              <c:f>Sheet1!$D$2:$D$7</c:f>
              <c:numCache>
                <c:formatCode>General</c:formatCode>
                <c:ptCount val="6"/>
                <c:pt idx="0">
                  <c:v>0.7</c:v>
                </c:pt>
                <c:pt idx="1">
                  <c:v>0.4</c:v>
                </c:pt>
                <c:pt idx="2">
                  <c:v>0.5</c:v>
                </c:pt>
                <c:pt idx="3">
                  <c:v>0.25</c:v>
                </c:pt>
                <c:pt idx="4">
                  <c:v>0.2</c:v>
                </c:pt>
                <c:pt idx="5">
                  <c:v>0.2</c:v>
                </c:pt>
              </c:numCache>
            </c:numRef>
          </c:val>
          <c:extLst>
            <c:ext xmlns:c16="http://schemas.microsoft.com/office/drawing/2014/chart" uri="{C3380CC4-5D6E-409C-BE32-E72D297353CC}">
              <c16:uniqueId val="{00000002-AF2E-334D-AE48-6CA375DD47F8}"/>
            </c:ext>
          </c:extLst>
        </c:ser>
        <c:dLbls>
          <c:dLblPos val="ctr"/>
          <c:showLegendKey val="0"/>
          <c:showVal val="1"/>
          <c:showCatName val="0"/>
          <c:showSerName val="0"/>
          <c:showPercent val="0"/>
          <c:showBubbleSize val="0"/>
        </c:dLbls>
        <c:gapWidth val="96"/>
        <c:overlap val="100"/>
        <c:axId val="358739463"/>
        <c:axId val="358743727"/>
      </c:barChart>
      <c:catAx>
        <c:axId val="358739463"/>
        <c:scaling>
          <c:orientation val="minMax"/>
        </c:scaling>
        <c:delete val="0"/>
        <c:axPos val="b"/>
        <c:numFmt formatCode="General" sourceLinked="1"/>
        <c:majorTickMark val="none"/>
        <c:minorTickMark val="none"/>
        <c:tickLblPos val="nextTo"/>
        <c:spPr>
          <a:noFill/>
          <a:ln w="9525" cap="flat" cmpd="sng" algn="ctr">
            <a:solidFill>
              <a:srgbClr val="B5B7B5"/>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358743727"/>
        <c:crosses val="autoZero"/>
        <c:auto val="1"/>
        <c:lblAlgn val="ctr"/>
        <c:lblOffset val="100"/>
        <c:noMultiLvlLbl val="0"/>
      </c:catAx>
      <c:valAx>
        <c:axId val="358743727"/>
        <c:scaling>
          <c:orientation val="minMax"/>
          <c:max val="1"/>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0"/>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358739463"/>
        <c:crosses val="autoZero"/>
        <c:crossBetween val="between"/>
        <c:majorUnit val="0.2"/>
      </c:valAx>
      <c:spPr>
        <a:noFill/>
        <a:ln>
          <a:noFill/>
        </a:ln>
        <a:effectLst/>
      </c:spPr>
    </c:plotArea>
    <c:legend>
      <c:legendPos val="b"/>
      <c:legendEntry>
        <c:idx val="0"/>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Entry>
      <c:legendEntry>
        <c:idx val="1"/>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Entry>
      <c:legendEntry>
        <c:idx val="2"/>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Entry>
      <c:layout>
        <c:manualLayout>
          <c:xMode val="edge"/>
          <c:yMode val="edge"/>
          <c:x val="0"/>
          <c:y val="0.7178583477041901"/>
          <c:w val="0.24757250540712242"/>
          <c:h val="0.17854216800028014"/>
        </c:manualLayout>
      </c:layout>
      <c:overlay val="0"/>
      <c:spPr>
        <a:noFill/>
        <a:ln>
          <a:noFill/>
        </a:ln>
        <a:effectLst/>
      </c:spPr>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Aptos" panose="020B0004020202020204" pitchFamily="34" charset="0"/>
        </a:defRPr>
      </a:pPr>
      <a:endParaRPr lang="en-GR"/>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9680070359595934"/>
          <c:y val="4.8528101196063177E-2"/>
          <c:w val="0.68054472495406138"/>
          <c:h val="0.83304132386696372"/>
        </c:manualLayout>
      </c:layout>
      <c:barChart>
        <c:barDir val="col"/>
        <c:grouping val="stack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Category 1</c:v>
                </c:pt>
                <c:pt idx="1">
                  <c:v>Category 2</c:v>
                </c:pt>
              </c:strCache>
            </c:str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53EF-2744-88DC-243A7336E1F2}"/>
            </c:ext>
          </c:extLst>
        </c:ser>
        <c:ser>
          <c:idx val="1"/>
          <c:order val="1"/>
          <c:tx>
            <c:strRef>
              <c:f>Sheet1!$C$1</c:f>
              <c:strCache>
                <c:ptCount val="1"/>
                <c:pt idx="0">
                  <c:v>Series 2</c:v>
                </c:pt>
              </c:strCache>
            </c:strRef>
          </c:tx>
          <c:spPr>
            <a:solidFill>
              <a:schemeClr val="tx2"/>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Category 1</c:v>
                </c:pt>
                <c:pt idx="1">
                  <c:v>Category 2</c:v>
                </c:pt>
              </c:strCache>
            </c:strRef>
          </c:cat>
          <c:val>
            <c:numRef>
              <c:f>Sheet1!$C$2:$C$3</c:f>
              <c:numCache>
                <c:formatCode>General</c:formatCode>
                <c:ptCount val="2"/>
                <c:pt idx="0">
                  <c:v>2.4</c:v>
                </c:pt>
                <c:pt idx="1">
                  <c:v>4.4000000000000004</c:v>
                </c:pt>
              </c:numCache>
            </c:numRef>
          </c:val>
          <c:extLst>
            <c:ext xmlns:c16="http://schemas.microsoft.com/office/drawing/2014/chart" uri="{C3380CC4-5D6E-409C-BE32-E72D297353CC}">
              <c16:uniqueId val="{00000001-53EF-2744-88DC-243A7336E1F2}"/>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Category 1</c:v>
                </c:pt>
                <c:pt idx="1">
                  <c:v>Category 2</c:v>
                </c:pt>
              </c:strCache>
            </c:strRef>
          </c:cat>
          <c:val>
            <c:numRef>
              <c:f>Sheet1!$D$2:$D$3</c:f>
              <c:numCache>
                <c:formatCode>General</c:formatCode>
                <c:ptCount val="2"/>
                <c:pt idx="0">
                  <c:v>2.1</c:v>
                </c:pt>
                <c:pt idx="1">
                  <c:v>1.9</c:v>
                </c:pt>
              </c:numCache>
            </c:numRef>
          </c:val>
          <c:extLst>
            <c:ext xmlns:c16="http://schemas.microsoft.com/office/drawing/2014/chart" uri="{C3380CC4-5D6E-409C-BE32-E72D297353CC}">
              <c16:uniqueId val="{00000002-53EF-2744-88DC-243A7336E1F2}"/>
            </c:ext>
          </c:extLst>
        </c:ser>
        <c:ser>
          <c:idx val="3"/>
          <c:order val="3"/>
          <c:tx>
            <c:strRef>
              <c:f>Sheet1!$E$1</c:f>
              <c:strCache>
                <c:ptCount val="1"/>
                <c:pt idx="0">
                  <c:v>Series 4</c:v>
                </c:pt>
              </c:strCache>
            </c:strRef>
          </c:tx>
          <c:spPr>
            <a:solidFill>
              <a:srgbClr val="00E2FC"/>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Category 1</c:v>
                </c:pt>
                <c:pt idx="1">
                  <c:v>Category 2</c:v>
                </c:pt>
              </c:strCache>
            </c:strRef>
          </c:cat>
          <c:val>
            <c:numRef>
              <c:f>Sheet1!$E$2:$E$3</c:f>
              <c:numCache>
                <c:formatCode>General</c:formatCode>
                <c:ptCount val="2"/>
                <c:pt idx="0">
                  <c:v>3.5</c:v>
                </c:pt>
                <c:pt idx="1">
                  <c:v>4.5</c:v>
                </c:pt>
              </c:numCache>
            </c:numRef>
          </c:val>
          <c:extLst>
            <c:ext xmlns:c16="http://schemas.microsoft.com/office/drawing/2014/chart" uri="{C3380CC4-5D6E-409C-BE32-E72D297353CC}">
              <c16:uniqueId val="{00000003-53EF-2744-88DC-243A7336E1F2}"/>
            </c:ext>
          </c:extLst>
        </c:ser>
        <c:ser>
          <c:idx val="4"/>
          <c:order val="4"/>
          <c:tx>
            <c:strRef>
              <c:f>Sheet1!$F$1</c:f>
              <c:strCache>
                <c:ptCount val="1"/>
                <c:pt idx="0">
                  <c:v>Series 5</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Category 1</c:v>
                </c:pt>
                <c:pt idx="1">
                  <c:v>Category 2</c:v>
                </c:pt>
              </c:strCache>
            </c:strRef>
          </c:cat>
          <c:val>
            <c:numRef>
              <c:f>Sheet1!$F$2:$F$3</c:f>
              <c:numCache>
                <c:formatCode>General</c:formatCode>
                <c:ptCount val="2"/>
                <c:pt idx="0">
                  <c:v>1.8</c:v>
                </c:pt>
                <c:pt idx="1">
                  <c:v>2.8</c:v>
                </c:pt>
              </c:numCache>
            </c:numRef>
          </c:val>
          <c:extLst>
            <c:ext xmlns:c16="http://schemas.microsoft.com/office/drawing/2014/chart" uri="{C3380CC4-5D6E-409C-BE32-E72D297353CC}">
              <c16:uniqueId val="{00000004-53EF-2744-88DC-243A7336E1F2}"/>
            </c:ext>
          </c:extLst>
        </c:ser>
        <c:ser>
          <c:idx val="5"/>
          <c:order val="5"/>
          <c:tx>
            <c:strRef>
              <c:f>Sheet1!$G$1</c:f>
              <c:strCache>
                <c:ptCount val="1"/>
                <c:pt idx="0">
                  <c:v>Series 6</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Category 1</c:v>
                </c:pt>
                <c:pt idx="1">
                  <c:v>Category 2</c:v>
                </c:pt>
              </c:strCache>
            </c:strRef>
          </c:cat>
          <c:val>
            <c:numRef>
              <c:f>Sheet1!$G$2:$G$3</c:f>
              <c:numCache>
                <c:formatCode>General</c:formatCode>
                <c:ptCount val="2"/>
                <c:pt idx="0">
                  <c:v>3.2</c:v>
                </c:pt>
                <c:pt idx="1">
                  <c:v>3.7</c:v>
                </c:pt>
              </c:numCache>
            </c:numRef>
          </c:val>
          <c:extLst>
            <c:ext xmlns:c16="http://schemas.microsoft.com/office/drawing/2014/chart" uri="{C3380CC4-5D6E-409C-BE32-E72D297353CC}">
              <c16:uniqueId val="{00000005-53EF-2744-88DC-243A7336E1F2}"/>
            </c:ext>
          </c:extLst>
        </c:ser>
        <c:dLbls>
          <c:dLblPos val="ctr"/>
          <c:showLegendKey val="0"/>
          <c:showVal val="1"/>
          <c:showCatName val="0"/>
          <c:showSerName val="0"/>
          <c:showPercent val="0"/>
          <c:showBubbleSize val="0"/>
        </c:dLbls>
        <c:gapWidth val="87"/>
        <c:overlap val="100"/>
        <c:axId val="724322704"/>
        <c:axId val="724323424"/>
      </c:barChart>
      <c:catAx>
        <c:axId val="7243227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724323424"/>
        <c:crosses val="autoZero"/>
        <c:auto val="1"/>
        <c:lblAlgn val="ctr"/>
        <c:lblOffset val="100"/>
        <c:noMultiLvlLbl val="0"/>
      </c:catAx>
      <c:valAx>
        <c:axId val="724323424"/>
        <c:scaling>
          <c:orientation val="minMax"/>
          <c:max val="20"/>
        </c:scaling>
        <c:delete val="1"/>
        <c:axPos val="l"/>
        <c:numFmt formatCode="General" sourceLinked="1"/>
        <c:majorTickMark val="out"/>
        <c:minorTickMark val="none"/>
        <c:tickLblPos val="nextTo"/>
        <c:crossAx val="724322704"/>
        <c:crosses val="autoZero"/>
        <c:crossBetween val="between"/>
      </c:valAx>
      <c:spPr>
        <a:noFill/>
        <a:ln>
          <a:noFill/>
        </a:ln>
        <a:effectLst/>
      </c:spPr>
    </c:plotArea>
    <c:legend>
      <c:legendPos val="b"/>
      <c:layout>
        <c:manualLayout>
          <c:xMode val="edge"/>
          <c:yMode val="edge"/>
          <c:x val="0"/>
          <c:y val="0.53315685695958559"/>
          <c:w val="0.19513197765299473"/>
          <c:h val="0.34485622598501042"/>
        </c:manualLayout>
      </c:layout>
      <c:overlay val="0"/>
      <c:spPr>
        <a:noFill/>
        <a:ln>
          <a:noFill/>
        </a:ln>
        <a:effectLst/>
      </c:spPr>
      <c:txPr>
        <a:bodyPr rot="0" spcFirstLastPara="1" vertOverflow="ellipsis" vert="horz" wrap="square" anchor="ctr" anchorCtr="1"/>
        <a:lstStyle/>
        <a:p>
          <a:pPr marL="36000">
            <a:lnSpc>
              <a:spcPct val="100000"/>
            </a:lnSpc>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latin typeface="Aptos" panose="020B0004020202020204" pitchFamily="34" charset="0"/>
        </a:defRPr>
      </a:pPr>
      <a:endParaRPr lang="en-GR"/>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9453959971992477"/>
          <c:y val="2.9467692306768725E-2"/>
          <c:w val="0.68054472495406138"/>
          <c:h val="0.83685340564482269"/>
        </c:manualLayout>
      </c:layout>
      <c:barChart>
        <c:barDir val="col"/>
        <c:grouping val="stack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Category 1</c:v>
                </c:pt>
                <c:pt idx="1">
                  <c:v>Category 2</c:v>
                </c:pt>
              </c:strCache>
            </c:str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9587-DB42-B21D-D70CFE0A40B8}"/>
            </c:ext>
          </c:extLst>
        </c:ser>
        <c:ser>
          <c:idx val="1"/>
          <c:order val="1"/>
          <c:tx>
            <c:strRef>
              <c:f>Sheet1!$C$1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Category 1</c:v>
                </c:pt>
                <c:pt idx="1">
                  <c:v>Category 2</c:v>
                </c:pt>
              </c:strCache>
            </c:strRef>
          </c:cat>
          <c:val>
            <c:numRef>
              <c:f>Sheet1!$C$2:$C$3</c:f>
              <c:numCache>
                <c:formatCode>General</c:formatCode>
                <c:ptCount val="2"/>
                <c:pt idx="0">
                  <c:v>2.4</c:v>
                </c:pt>
                <c:pt idx="1">
                  <c:v>4.4000000000000004</c:v>
                </c:pt>
              </c:numCache>
            </c:numRef>
          </c:val>
          <c:extLst>
            <c:ext xmlns:c16="http://schemas.microsoft.com/office/drawing/2014/chart" uri="{C3380CC4-5D6E-409C-BE32-E72D297353CC}">
              <c16:uniqueId val="{00000001-9587-DB42-B21D-D70CFE0A40B8}"/>
            </c:ext>
          </c:extLst>
        </c:ser>
        <c:ser>
          <c:idx val="2"/>
          <c:order val="2"/>
          <c:tx>
            <c:strRef>
              <c:f>Sheet1!$D$1</c:f>
              <c:strCache>
                <c:ptCount val="1"/>
                <c:pt idx="0">
                  <c:v>Series 3</c:v>
                </c:pt>
              </c:strCache>
            </c:strRef>
          </c:tx>
          <c:spPr>
            <a:solidFill>
              <a:schemeClr val="accent3"/>
            </a:solidFill>
            <a:ln>
              <a:noFill/>
            </a:ln>
            <a:effectLst/>
          </c:spPr>
          <c:invertIfNegative val="0"/>
          <c:dLbls>
            <c:dLbl>
              <c:idx val="0"/>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extLst>
                <c:ext xmlns:c16="http://schemas.microsoft.com/office/drawing/2014/chart" uri="{C3380CC4-5D6E-409C-BE32-E72D297353CC}">
                  <c16:uniqueId val="{00000000-7602-EF4F-928A-723D46CA7DB5}"/>
                </c:ext>
              </c:extLst>
            </c:dLbl>
            <c:spPr>
              <a:noFill/>
              <a:ln>
                <a:noFill/>
              </a:ln>
              <a:effectLst/>
            </c:spPr>
            <c:txPr>
              <a:bodyPr rot="0" spcFirstLastPara="1" vertOverflow="ellipsis" vert="horz" wrap="square" anchor="ctr" anchorCtr="1"/>
              <a:lstStyle/>
              <a:p>
                <a:pPr>
                  <a:defRPr sz="100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Category 1</c:v>
                </c:pt>
                <c:pt idx="1">
                  <c:v>Category 2</c:v>
                </c:pt>
              </c:strCache>
            </c:strRef>
          </c:cat>
          <c:val>
            <c:numRef>
              <c:f>Sheet1!$D$2:$D$3</c:f>
              <c:numCache>
                <c:formatCode>General</c:formatCode>
                <c:ptCount val="2"/>
                <c:pt idx="0">
                  <c:v>2.1</c:v>
                </c:pt>
                <c:pt idx="1">
                  <c:v>1.9</c:v>
                </c:pt>
              </c:numCache>
            </c:numRef>
          </c:val>
          <c:extLst>
            <c:ext xmlns:c16="http://schemas.microsoft.com/office/drawing/2014/chart" uri="{C3380CC4-5D6E-409C-BE32-E72D297353CC}">
              <c16:uniqueId val="{00000002-9587-DB42-B21D-D70CFE0A40B8}"/>
            </c:ext>
          </c:extLst>
        </c:ser>
        <c:ser>
          <c:idx val="3"/>
          <c:order val="3"/>
          <c:tx>
            <c:strRef>
              <c:f>Sheet1!$E$1</c:f>
              <c:strCache>
                <c:ptCount val="1"/>
                <c:pt idx="0">
                  <c:v>Series 4</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Category 1</c:v>
                </c:pt>
                <c:pt idx="1">
                  <c:v>Category 2</c:v>
                </c:pt>
              </c:strCache>
            </c:strRef>
          </c:cat>
          <c:val>
            <c:numRef>
              <c:f>Sheet1!$E$2:$E$3</c:f>
              <c:numCache>
                <c:formatCode>General</c:formatCode>
                <c:ptCount val="2"/>
                <c:pt idx="0">
                  <c:v>3.5</c:v>
                </c:pt>
                <c:pt idx="1">
                  <c:v>4.5</c:v>
                </c:pt>
              </c:numCache>
            </c:numRef>
          </c:val>
          <c:extLst>
            <c:ext xmlns:c16="http://schemas.microsoft.com/office/drawing/2014/chart" uri="{C3380CC4-5D6E-409C-BE32-E72D297353CC}">
              <c16:uniqueId val="{00000003-9587-DB42-B21D-D70CFE0A40B8}"/>
            </c:ext>
          </c:extLst>
        </c:ser>
        <c:dLbls>
          <c:dLblPos val="ctr"/>
          <c:showLegendKey val="0"/>
          <c:showVal val="1"/>
          <c:showCatName val="0"/>
          <c:showSerName val="0"/>
          <c:showPercent val="0"/>
          <c:showBubbleSize val="0"/>
        </c:dLbls>
        <c:gapWidth val="87"/>
        <c:overlap val="100"/>
        <c:axId val="724322704"/>
        <c:axId val="724323424"/>
      </c:barChart>
      <c:catAx>
        <c:axId val="7243227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724323424"/>
        <c:crosses val="autoZero"/>
        <c:auto val="1"/>
        <c:lblAlgn val="ctr"/>
        <c:lblOffset val="100"/>
        <c:noMultiLvlLbl val="0"/>
      </c:catAx>
      <c:valAx>
        <c:axId val="724323424"/>
        <c:scaling>
          <c:orientation val="minMax"/>
          <c:max val="20"/>
        </c:scaling>
        <c:delete val="1"/>
        <c:axPos val="l"/>
        <c:numFmt formatCode="General" sourceLinked="1"/>
        <c:majorTickMark val="out"/>
        <c:minorTickMark val="none"/>
        <c:tickLblPos val="nextTo"/>
        <c:crossAx val="724322704"/>
        <c:crosses val="autoZero"/>
        <c:crossBetween val="between"/>
      </c:valAx>
      <c:spPr>
        <a:noFill/>
        <a:ln>
          <a:noFill/>
        </a:ln>
        <a:effectLst/>
      </c:spPr>
    </c:plotArea>
    <c:legend>
      <c:legendPos val="b"/>
      <c:layout>
        <c:manualLayout>
          <c:xMode val="edge"/>
          <c:yMode val="edge"/>
          <c:x val="0"/>
          <c:y val="0.65133139207321122"/>
          <c:w val="0.19740121705009561"/>
          <c:h val="0.23049377264924376"/>
        </c:manualLayout>
      </c:layout>
      <c:overlay val="0"/>
      <c:spPr>
        <a:noFill/>
        <a:ln>
          <a:noFill/>
        </a:ln>
        <a:effectLst/>
      </c:spPr>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latin typeface="Aptos" panose="020B0004020202020204" pitchFamily="34" charset="0"/>
        </a:defRPr>
      </a:pPr>
      <a:endParaRPr lang="en-GR"/>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36333309646404011"/>
          <c:y val="7.7569072715175658E-2"/>
          <c:w val="0.61167870521051737"/>
          <c:h val="0.78923780624018147"/>
        </c:manualLayout>
      </c:layout>
      <c:barChart>
        <c:barDir val="col"/>
        <c:grouping val="clustered"/>
        <c:varyColors val="0"/>
        <c:ser>
          <c:idx val="0"/>
          <c:order val="0"/>
          <c:tx>
            <c:strRef>
              <c:f>Sheet1!$B$1</c:f>
              <c:strCache>
                <c:ptCount val="1"/>
                <c:pt idx="0">
                  <c:v>Series 1</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CEDC-A041-BC42-EAC1E6520764}"/>
            </c:ext>
          </c:extLst>
        </c:ser>
        <c:ser>
          <c:idx val="1"/>
          <c:order val="1"/>
          <c:tx>
            <c:strRef>
              <c:f>Sheet1!$C$1</c:f>
              <c:strCache>
                <c:ptCount val="1"/>
                <c:pt idx="0">
                  <c:v>Series 2</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CEDC-A041-BC42-EAC1E6520764}"/>
            </c:ext>
          </c:extLst>
        </c:ser>
        <c:dLbls>
          <c:showLegendKey val="0"/>
          <c:showVal val="0"/>
          <c:showCatName val="0"/>
          <c:showSerName val="0"/>
          <c:showPercent val="0"/>
          <c:showBubbleSize val="0"/>
        </c:dLbls>
        <c:gapWidth val="182"/>
        <c:axId val="941387120"/>
        <c:axId val="941392944"/>
      </c:barChart>
      <c:lineChart>
        <c:grouping val="standard"/>
        <c:varyColors val="0"/>
        <c:ser>
          <c:idx val="2"/>
          <c:order val="2"/>
          <c:tx>
            <c:strRef>
              <c:f>Sheet1!$D$1</c:f>
              <c:strCache>
                <c:ptCount val="1"/>
                <c:pt idx="0">
                  <c:v>Series 3</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CEDC-A041-BC42-EAC1E6520764}"/>
            </c:ext>
          </c:extLst>
        </c:ser>
        <c:dLbls>
          <c:showLegendKey val="0"/>
          <c:showVal val="0"/>
          <c:showCatName val="0"/>
          <c:showSerName val="0"/>
          <c:showPercent val="0"/>
          <c:showBubbleSize val="0"/>
        </c:dLbls>
        <c:marker val="1"/>
        <c:smooth val="0"/>
        <c:axId val="941387120"/>
        <c:axId val="941392944"/>
      </c:lineChart>
      <c:catAx>
        <c:axId val="941387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941392944"/>
        <c:crosses val="autoZero"/>
        <c:auto val="1"/>
        <c:lblAlgn val="ctr"/>
        <c:lblOffset val="100"/>
        <c:noMultiLvlLbl val="0"/>
      </c:catAx>
      <c:valAx>
        <c:axId val="9413929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941387120"/>
        <c:crosses val="autoZero"/>
        <c:crossBetween val="between"/>
      </c:valAx>
      <c:spPr>
        <a:noFill/>
        <a:ln>
          <a:noFill/>
        </a:ln>
        <a:effectLst/>
      </c:spPr>
    </c:plotArea>
    <c:legend>
      <c:legendPos val="l"/>
      <c:layout>
        <c:manualLayout>
          <c:xMode val="edge"/>
          <c:yMode val="edge"/>
          <c:x val="0"/>
          <c:y val="0.70271714389560347"/>
          <c:w val="0.24046703500732247"/>
          <c:h val="0.18881233932541122"/>
        </c:manualLayout>
      </c:layout>
      <c:overlay val="0"/>
      <c:spPr>
        <a:noFill/>
        <a:ln>
          <a:noFill/>
        </a:ln>
        <a:effectLst/>
      </c:spPr>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latin typeface="Aptos" panose="020B0004020202020204" pitchFamily="34" charset="0"/>
        </a:defRPr>
      </a:pPr>
      <a:endParaRPr lang="en-GR"/>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0630557749170615"/>
          <c:y val="8.7370725949914921E-2"/>
          <c:w val="0.47441147782720883"/>
          <c:h val="0.78285023684897481"/>
        </c:manualLayout>
      </c:layout>
      <c:pieChart>
        <c:varyColors val="1"/>
        <c:ser>
          <c:idx val="0"/>
          <c:order val="0"/>
          <c:tx>
            <c:strRef>
              <c:f>Sheet1!$B$1</c:f>
              <c:strCache>
                <c:ptCount val="1"/>
                <c:pt idx="0">
                  <c:v>Sales</c:v>
                </c:pt>
              </c:strCache>
            </c:strRef>
          </c:tx>
          <c:dPt>
            <c:idx val="0"/>
            <c:bubble3D val="0"/>
            <c:spPr>
              <a:solidFill>
                <a:schemeClr val="accent4"/>
              </a:solidFill>
            </c:spPr>
            <c:extLst>
              <c:ext xmlns:c16="http://schemas.microsoft.com/office/drawing/2014/chart" uri="{C3380CC4-5D6E-409C-BE32-E72D297353CC}">
                <c16:uniqueId val="{00000001-BDE3-1240-AEA9-A6B81A55CF85}"/>
              </c:ext>
            </c:extLst>
          </c:dPt>
          <c:dPt>
            <c:idx val="1"/>
            <c:bubble3D val="0"/>
            <c:spPr>
              <a:solidFill>
                <a:schemeClr val="accent1"/>
              </a:solidFill>
            </c:spPr>
            <c:extLst>
              <c:ext xmlns:c16="http://schemas.microsoft.com/office/drawing/2014/chart" uri="{C3380CC4-5D6E-409C-BE32-E72D297353CC}">
                <c16:uniqueId val="{00000003-BDE3-1240-AEA9-A6B81A55CF85}"/>
              </c:ext>
            </c:extLst>
          </c:dPt>
          <c:dPt>
            <c:idx val="2"/>
            <c:bubble3D val="0"/>
            <c:spPr>
              <a:solidFill>
                <a:schemeClr val="accent2"/>
              </a:solidFill>
            </c:spPr>
            <c:extLst>
              <c:ext xmlns:c16="http://schemas.microsoft.com/office/drawing/2014/chart" uri="{C3380CC4-5D6E-409C-BE32-E72D297353CC}">
                <c16:uniqueId val="{00000005-BDE3-1240-AEA9-A6B81A55CF85}"/>
              </c:ext>
            </c:extLst>
          </c:dPt>
          <c:dPt>
            <c:idx val="3"/>
            <c:bubble3D val="0"/>
            <c:spPr>
              <a:solidFill>
                <a:schemeClr val="accent3"/>
              </a:solidFill>
            </c:spPr>
            <c:extLst>
              <c:ext xmlns:c16="http://schemas.microsoft.com/office/drawing/2014/chart" uri="{C3380CC4-5D6E-409C-BE32-E72D297353CC}">
                <c16:uniqueId val="{00000007-BDE3-1240-AEA9-A6B81A55CF85}"/>
              </c:ext>
            </c:extLst>
          </c:dPt>
          <c:dPt>
            <c:idx val="4"/>
            <c:bubble3D val="0"/>
            <c:spPr>
              <a:solidFill>
                <a:schemeClr val="accent5"/>
              </a:solidFill>
            </c:spPr>
            <c:extLst>
              <c:ext xmlns:c16="http://schemas.microsoft.com/office/drawing/2014/chart" uri="{C3380CC4-5D6E-409C-BE32-E72D297353CC}">
                <c16:uniqueId val="{00000009-BDE3-1240-AEA9-A6B81A55CF85}"/>
              </c:ext>
            </c:extLst>
          </c:dPt>
          <c:dPt>
            <c:idx val="5"/>
            <c:bubble3D val="0"/>
            <c:spPr>
              <a:solidFill>
                <a:schemeClr val="accent6"/>
              </a:solidFill>
            </c:spPr>
            <c:extLst>
              <c:ext xmlns:c16="http://schemas.microsoft.com/office/drawing/2014/chart" uri="{C3380CC4-5D6E-409C-BE32-E72D297353CC}">
                <c16:uniqueId val="{0000000B-BDE3-1240-AEA9-A6B81A55CF85}"/>
              </c:ext>
            </c:extLst>
          </c:dPt>
          <c:dLbls>
            <c:spPr>
              <a:noFill/>
              <a:ln>
                <a:noFill/>
              </a:ln>
              <a:effectLst/>
            </c:spPr>
            <c:txPr>
              <a:bodyPr/>
              <a:lstStyle/>
              <a:p>
                <a:pPr>
                  <a:defRPr b="1">
                    <a:solidFill>
                      <a:schemeClr val="bg1"/>
                    </a:solidFill>
                  </a:defRPr>
                </a:pPr>
                <a:endParaRPr lang="en-GR"/>
              </a:p>
            </c:txPr>
            <c:dLblPos val="inEnd"/>
            <c:showLegendKey val="0"/>
            <c:showVal val="1"/>
            <c:showCatName val="0"/>
            <c:showSerName val="0"/>
            <c:showPercent val="0"/>
            <c:showBubbleSize val="0"/>
            <c:showLeaderLines val="1"/>
            <c:extLst>
              <c:ext xmlns:c15="http://schemas.microsoft.com/office/drawing/2012/chart" uri="{CE6537A1-D6FC-4f65-9D91-7224C49458BB}"/>
            </c:extLst>
          </c:dLbls>
          <c:cat>
            <c:strRef>
              <c:f>Sheet1!$A$2:$A$7</c:f>
              <c:strCache>
                <c:ptCount val="6"/>
                <c:pt idx="0">
                  <c:v>Series One</c:v>
                </c:pt>
                <c:pt idx="1">
                  <c:v>Series Two</c:v>
                </c:pt>
                <c:pt idx="2">
                  <c:v>Series Three</c:v>
                </c:pt>
                <c:pt idx="3">
                  <c:v>Series Four</c:v>
                </c:pt>
                <c:pt idx="4">
                  <c:v>Series Five</c:v>
                </c:pt>
                <c:pt idx="5">
                  <c:v>Series Six</c:v>
                </c:pt>
              </c:strCache>
            </c:strRef>
          </c:cat>
          <c:val>
            <c:numRef>
              <c:f>Sheet1!$B$2:$B$7</c:f>
              <c:numCache>
                <c:formatCode>General</c:formatCode>
                <c:ptCount val="6"/>
                <c:pt idx="0">
                  <c:v>8.2000000000000011</c:v>
                </c:pt>
                <c:pt idx="1">
                  <c:v>4.2</c:v>
                </c:pt>
                <c:pt idx="2">
                  <c:v>3.1</c:v>
                </c:pt>
                <c:pt idx="3">
                  <c:v>2.6</c:v>
                </c:pt>
                <c:pt idx="4">
                  <c:v>1.4</c:v>
                </c:pt>
                <c:pt idx="5">
                  <c:v>1.2</c:v>
                </c:pt>
              </c:numCache>
            </c:numRef>
          </c:val>
          <c:extLst>
            <c:ext xmlns:c16="http://schemas.microsoft.com/office/drawing/2014/chart" uri="{C3380CC4-5D6E-409C-BE32-E72D297353CC}">
              <c16:uniqueId val="{0000000C-BDE3-1240-AEA9-A6B81A55CF85}"/>
            </c:ext>
          </c:extLst>
        </c:ser>
        <c:dLbls>
          <c:showLegendKey val="0"/>
          <c:showVal val="1"/>
          <c:showCatName val="0"/>
          <c:showSerName val="0"/>
          <c:showPercent val="0"/>
          <c:showBubbleSize val="0"/>
          <c:showLeaderLines val="1"/>
        </c:dLbls>
        <c:firstSliceAng val="0"/>
      </c:pieChart>
    </c:plotArea>
    <c:legend>
      <c:legendPos val="r"/>
      <c:layout>
        <c:manualLayout>
          <c:xMode val="edge"/>
          <c:yMode val="edge"/>
          <c:x val="0"/>
          <c:y val="0.52502341818216935"/>
          <c:w val="0.24911357220536662"/>
          <c:h val="0.36556272918196808"/>
        </c:manualLayout>
      </c:layout>
      <c:overlay val="0"/>
      <c:txPr>
        <a:bodyPr/>
        <a:lstStyle/>
        <a:p>
          <a:pPr marL="36000">
            <a:defRPr sz="1000">
              <a:solidFill>
                <a:schemeClr val="tx1">
                  <a:lumMod val="65000"/>
                  <a:lumOff val="35000"/>
                </a:schemeClr>
              </a:solidFill>
            </a:defRPr>
          </a:pPr>
          <a:endParaRPr lang="en-GR"/>
        </a:p>
      </c:txPr>
    </c:legend>
    <c:plotVisOnly val="1"/>
    <c:dispBlanksAs val="zero"/>
    <c:showDLblsOverMax val="0"/>
  </c:chart>
  <c:txPr>
    <a:bodyPr/>
    <a:lstStyle/>
    <a:p>
      <a:pPr>
        <a:defRPr sz="1000">
          <a:latin typeface="Aptos" panose="020B0004020202020204" pitchFamily="34" charset="0"/>
        </a:defRPr>
      </a:pPr>
      <a:endParaRPr lang="en-GR"/>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971165596946436"/>
          <c:y val="0.11852949792336488"/>
          <c:w val="0.74968294180965911"/>
          <c:h val="0.74203537198816027"/>
        </c:manualLayout>
      </c:layout>
      <c:barChart>
        <c:barDir val="col"/>
        <c:grouping val="stacked"/>
        <c:varyColors val="0"/>
        <c:ser>
          <c:idx val="0"/>
          <c:order val="0"/>
          <c:tx>
            <c:strRef>
              <c:f>Sheet1!$B$1</c:f>
              <c:strCache>
                <c:ptCount val="1"/>
                <c:pt idx="0">
                  <c:v>Series 1</c:v>
                </c:pt>
              </c:strCache>
            </c:strRef>
          </c:tx>
          <c:spPr>
            <a:solidFill>
              <a:schemeClr val="accent1"/>
            </a:solidFill>
            <a:ln>
              <a:noFill/>
            </a:ln>
            <a:effectLst/>
          </c:spPr>
          <c:invertIfNegative val="0"/>
          <c:cat>
            <c:strRef>
              <c:f>Sheet1!$A$2:$A$11</c:f>
              <c:strCache>
                <c:ptCount val="10"/>
                <c:pt idx="0">
                  <c:v>Jan</c:v>
                </c:pt>
                <c:pt idx="1">
                  <c:v>Feb</c:v>
                </c:pt>
                <c:pt idx="2">
                  <c:v>Mar</c:v>
                </c:pt>
                <c:pt idx="3">
                  <c:v>Apr</c:v>
                </c:pt>
                <c:pt idx="4">
                  <c:v>May</c:v>
                </c:pt>
                <c:pt idx="5">
                  <c:v>Jun</c:v>
                </c:pt>
                <c:pt idx="6">
                  <c:v>Jul</c:v>
                </c:pt>
                <c:pt idx="7">
                  <c:v>Aug</c:v>
                </c:pt>
                <c:pt idx="8">
                  <c:v>Sep</c:v>
                </c:pt>
                <c:pt idx="9">
                  <c:v>Oct</c:v>
                </c:pt>
              </c:strCache>
            </c:strRef>
          </c:cat>
          <c:val>
            <c:numRef>
              <c:f>Sheet1!$B$2:$B$11</c:f>
              <c:numCache>
                <c:formatCode>General</c:formatCode>
                <c:ptCount val="10"/>
                <c:pt idx="0">
                  <c:v>4.3</c:v>
                </c:pt>
                <c:pt idx="1">
                  <c:v>2.5</c:v>
                </c:pt>
                <c:pt idx="2">
                  <c:v>3.5</c:v>
                </c:pt>
                <c:pt idx="3">
                  <c:v>4.5</c:v>
                </c:pt>
                <c:pt idx="4">
                  <c:v>3.4</c:v>
                </c:pt>
                <c:pt idx="5">
                  <c:v>6.7</c:v>
                </c:pt>
                <c:pt idx="6">
                  <c:v>2.9</c:v>
                </c:pt>
                <c:pt idx="7">
                  <c:v>5</c:v>
                </c:pt>
                <c:pt idx="8">
                  <c:v>2.1</c:v>
                </c:pt>
                <c:pt idx="9">
                  <c:v>3.7</c:v>
                </c:pt>
              </c:numCache>
            </c:numRef>
          </c:val>
          <c:extLst>
            <c:ext xmlns:c16="http://schemas.microsoft.com/office/drawing/2014/chart" uri="{C3380CC4-5D6E-409C-BE32-E72D297353CC}">
              <c16:uniqueId val="{00000000-2AD6-A94C-8624-A9F398E09110}"/>
            </c:ext>
          </c:extLst>
        </c:ser>
        <c:ser>
          <c:idx val="1"/>
          <c:order val="1"/>
          <c:tx>
            <c:strRef>
              <c:f>Sheet1!$C$1</c:f>
              <c:strCache>
                <c:ptCount val="1"/>
                <c:pt idx="0">
                  <c:v>Series 2</c:v>
                </c:pt>
              </c:strCache>
            </c:strRef>
          </c:tx>
          <c:spPr>
            <a:solidFill>
              <a:schemeClr val="accent2"/>
            </a:solidFill>
            <a:ln>
              <a:noFill/>
            </a:ln>
            <a:effectLst/>
          </c:spPr>
          <c:invertIfNegative val="0"/>
          <c:cat>
            <c:strRef>
              <c:f>Sheet1!$A$2:$A$11</c:f>
              <c:strCache>
                <c:ptCount val="10"/>
                <c:pt idx="0">
                  <c:v>Jan</c:v>
                </c:pt>
                <c:pt idx="1">
                  <c:v>Feb</c:v>
                </c:pt>
                <c:pt idx="2">
                  <c:v>Mar</c:v>
                </c:pt>
                <c:pt idx="3">
                  <c:v>Apr</c:v>
                </c:pt>
                <c:pt idx="4">
                  <c:v>May</c:v>
                </c:pt>
                <c:pt idx="5">
                  <c:v>Jun</c:v>
                </c:pt>
                <c:pt idx="6">
                  <c:v>Jul</c:v>
                </c:pt>
                <c:pt idx="7">
                  <c:v>Aug</c:v>
                </c:pt>
                <c:pt idx="8">
                  <c:v>Sep</c:v>
                </c:pt>
                <c:pt idx="9">
                  <c:v>Oct</c:v>
                </c:pt>
              </c:strCache>
            </c:strRef>
          </c:cat>
          <c:val>
            <c:numRef>
              <c:f>Sheet1!$C$2:$C$11</c:f>
              <c:numCache>
                <c:formatCode>General</c:formatCode>
                <c:ptCount val="10"/>
                <c:pt idx="0">
                  <c:v>2.4</c:v>
                </c:pt>
                <c:pt idx="1">
                  <c:v>4.4000000000000004</c:v>
                </c:pt>
                <c:pt idx="2">
                  <c:v>1.8</c:v>
                </c:pt>
                <c:pt idx="3">
                  <c:v>2.8</c:v>
                </c:pt>
                <c:pt idx="4">
                  <c:v>2.2999999999999998</c:v>
                </c:pt>
                <c:pt idx="5">
                  <c:v>4.0999999999999996</c:v>
                </c:pt>
                <c:pt idx="6">
                  <c:v>3.1</c:v>
                </c:pt>
                <c:pt idx="7">
                  <c:v>4.7</c:v>
                </c:pt>
                <c:pt idx="8">
                  <c:v>4.9000000000000004</c:v>
                </c:pt>
                <c:pt idx="9">
                  <c:v>5.2</c:v>
                </c:pt>
              </c:numCache>
            </c:numRef>
          </c:val>
          <c:extLst>
            <c:ext xmlns:c16="http://schemas.microsoft.com/office/drawing/2014/chart" uri="{C3380CC4-5D6E-409C-BE32-E72D297353CC}">
              <c16:uniqueId val="{00000001-2AD6-A94C-8624-A9F398E09110}"/>
            </c:ext>
          </c:extLst>
        </c:ser>
        <c:dLbls>
          <c:showLegendKey val="0"/>
          <c:showVal val="0"/>
          <c:showCatName val="0"/>
          <c:showSerName val="0"/>
          <c:showPercent val="0"/>
          <c:showBubbleSize val="0"/>
        </c:dLbls>
        <c:gapWidth val="150"/>
        <c:overlap val="100"/>
        <c:axId val="1494714192"/>
        <c:axId val="1375119840"/>
      </c:barChart>
      <c:catAx>
        <c:axId val="1494714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1375119840"/>
        <c:crosses val="autoZero"/>
        <c:auto val="1"/>
        <c:lblAlgn val="ctr"/>
        <c:lblOffset val="100"/>
        <c:noMultiLvlLbl val="0"/>
      </c:catAx>
      <c:valAx>
        <c:axId val="1375119840"/>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494714192"/>
        <c:crosses val="autoZero"/>
        <c:crossBetween val="between"/>
      </c:valAx>
      <c:spPr>
        <a:noFill/>
        <a:ln>
          <a:noFill/>
        </a:ln>
        <a:effectLst/>
      </c:spPr>
    </c:plotArea>
    <c:legend>
      <c:legendPos val="l"/>
      <c:layout>
        <c:manualLayout>
          <c:xMode val="edge"/>
          <c:yMode val="edge"/>
          <c:x val="0"/>
          <c:y val="0.69821531588037289"/>
          <c:w val="0.14835781434190079"/>
          <c:h val="0.18747764764237665"/>
        </c:manualLayout>
      </c:layout>
      <c:overlay val="0"/>
      <c:spPr>
        <a:noFill/>
        <a:ln>
          <a:noFill/>
        </a:ln>
        <a:effectLst/>
      </c:spPr>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b="0" i="0">
          <a:solidFill>
            <a:schemeClr val="tx1"/>
          </a:solidFill>
          <a:latin typeface="Aptos" panose="020B0004020202020204" pitchFamily="34" charset="0"/>
        </a:defRPr>
      </a:pPr>
      <a:endParaRPr lang="en-GR"/>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4393245342193005"/>
          <c:y val="0.23942567806844092"/>
          <c:w val="0.52383407767901158"/>
          <c:h val="0.62675667043662131"/>
        </c:manualLayout>
      </c:layout>
      <c:doughnutChart>
        <c:varyColors val="1"/>
        <c:ser>
          <c:idx val="0"/>
          <c:order val="0"/>
          <c:tx>
            <c:strRef>
              <c:f>Sheet1!$B$1</c:f>
              <c:strCache>
                <c:ptCount val="1"/>
                <c:pt idx="0">
                  <c:v>A</c:v>
                </c:pt>
              </c:strCache>
            </c:strRef>
          </c:tx>
          <c:dPt>
            <c:idx val="0"/>
            <c:bubble3D val="0"/>
            <c:spPr>
              <a:solidFill>
                <a:schemeClr val="accent3"/>
              </a:solidFill>
            </c:spPr>
            <c:extLst>
              <c:ext xmlns:c16="http://schemas.microsoft.com/office/drawing/2014/chart" uri="{C3380CC4-5D6E-409C-BE32-E72D297353CC}">
                <c16:uniqueId val="{00000001-8A32-9542-AB96-98FF5B8AF94F}"/>
              </c:ext>
            </c:extLst>
          </c:dPt>
          <c:dPt>
            <c:idx val="1"/>
            <c:bubble3D val="0"/>
            <c:spPr>
              <a:solidFill>
                <a:schemeClr val="accent1"/>
              </a:solidFill>
            </c:spPr>
            <c:extLst>
              <c:ext xmlns:c16="http://schemas.microsoft.com/office/drawing/2014/chart" uri="{C3380CC4-5D6E-409C-BE32-E72D297353CC}">
                <c16:uniqueId val="{00000003-8A32-9542-AB96-98FF5B8AF94F}"/>
              </c:ext>
            </c:extLst>
          </c:dPt>
          <c:dPt>
            <c:idx val="2"/>
            <c:bubble3D val="0"/>
            <c:spPr>
              <a:solidFill>
                <a:schemeClr val="tx2"/>
              </a:solidFill>
            </c:spPr>
            <c:extLst>
              <c:ext xmlns:c16="http://schemas.microsoft.com/office/drawing/2014/chart" uri="{C3380CC4-5D6E-409C-BE32-E72D297353CC}">
                <c16:uniqueId val="{00000005-8A32-9542-AB96-98FF5B8AF94F}"/>
              </c:ext>
            </c:extLst>
          </c:dPt>
          <c:dPt>
            <c:idx val="4"/>
            <c:bubble3D val="0"/>
            <c:spPr>
              <a:solidFill>
                <a:schemeClr val="accent5"/>
              </a:solidFill>
            </c:spPr>
            <c:extLst>
              <c:ext xmlns:c16="http://schemas.microsoft.com/office/drawing/2014/chart" uri="{C3380CC4-5D6E-409C-BE32-E72D297353CC}">
                <c16:uniqueId val="{00000007-8A32-9542-AB96-98FF5B8AF94F}"/>
              </c:ext>
            </c:extLst>
          </c:dPt>
          <c:dPt>
            <c:idx val="5"/>
            <c:bubble3D val="0"/>
            <c:spPr>
              <a:solidFill>
                <a:schemeClr val="accent6"/>
              </a:solidFill>
            </c:spPr>
            <c:extLst>
              <c:ext xmlns:c16="http://schemas.microsoft.com/office/drawing/2014/chart" uri="{C3380CC4-5D6E-409C-BE32-E72D297353CC}">
                <c16:uniqueId val="{00000009-8A32-9542-AB96-98FF5B8AF94F}"/>
              </c:ext>
            </c:extLst>
          </c:dPt>
          <c:dLbls>
            <c:spPr>
              <a:noFill/>
              <a:ln>
                <a:noFill/>
              </a:ln>
              <a:effectLst/>
            </c:spPr>
            <c:txPr>
              <a:bodyPr/>
              <a:lstStyle/>
              <a:p>
                <a:pPr>
                  <a:defRPr b="1">
                    <a:solidFill>
                      <a:schemeClr val="bg1"/>
                    </a:solidFill>
                  </a:defRPr>
                </a:pPr>
                <a:endParaRPr lang="en-GR"/>
              </a:p>
            </c:txPr>
            <c:showLegendKey val="0"/>
            <c:showVal val="1"/>
            <c:showCatName val="0"/>
            <c:showSerName val="0"/>
            <c:showPercent val="0"/>
            <c:showBubbleSize val="0"/>
            <c:separator>
</c:separator>
            <c:showLeaderLines val="1"/>
            <c:extLst>
              <c:ext xmlns:c15="http://schemas.microsoft.com/office/drawing/2012/chart" uri="{CE6537A1-D6FC-4f65-9D91-7224C49458BB}"/>
            </c:extLst>
          </c:dLbls>
          <c:cat>
            <c:strRef>
              <c:f>Sheet1!$A$2:$A$4</c:f>
              <c:strCache>
                <c:ptCount val="3"/>
                <c:pt idx="0">
                  <c:v>Solerim</c:v>
                </c:pt>
                <c:pt idx="1">
                  <c:v>Sit amet</c:v>
                </c:pt>
                <c:pt idx="2">
                  <c:v>Dolor</c:v>
                </c:pt>
              </c:strCache>
            </c:strRef>
          </c:cat>
          <c:val>
            <c:numRef>
              <c:f>Sheet1!$B$2:$B$4</c:f>
              <c:numCache>
                <c:formatCode>0%</c:formatCode>
                <c:ptCount val="3"/>
                <c:pt idx="0">
                  <c:v>0.15</c:v>
                </c:pt>
                <c:pt idx="1">
                  <c:v>0.3</c:v>
                </c:pt>
                <c:pt idx="2">
                  <c:v>0.56000000000000005</c:v>
                </c:pt>
              </c:numCache>
            </c:numRef>
          </c:val>
          <c:extLst>
            <c:ext xmlns:c16="http://schemas.microsoft.com/office/drawing/2014/chart" uri="{C3380CC4-5D6E-409C-BE32-E72D297353CC}">
              <c16:uniqueId val="{0000000A-8A32-9542-AB96-98FF5B8AF94F}"/>
            </c:ext>
          </c:extLst>
        </c:ser>
        <c:dLbls>
          <c:showLegendKey val="0"/>
          <c:showVal val="0"/>
          <c:showCatName val="0"/>
          <c:showSerName val="0"/>
          <c:showPercent val="0"/>
          <c:showBubbleSize val="0"/>
          <c:showLeaderLines val="1"/>
        </c:dLbls>
        <c:firstSliceAng val="0"/>
        <c:holeSize val="50"/>
      </c:doughnutChart>
    </c:plotArea>
    <c:legend>
      <c:legendPos val="l"/>
      <c:layout>
        <c:manualLayout>
          <c:xMode val="edge"/>
          <c:yMode val="edge"/>
          <c:x val="0"/>
          <c:y val="0.6334145955728403"/>
          <c:w val="0.34189517011736292"/>
          <c:h val="0.26063163494354175"/>
        </c:manualLayout>
      </c:layout>
      <c:overlay val="0"/>
      <c:txPr>
        <a:bodyPr/>
        <a:lstStyle/>
        <a:p>
          <a:pPr marL="36000">
            <a:defRPr sz="1000">
              <a:solidFill>
                <a:schemeClr val="tx1">
                  <a:lumMod val="65000"/>
                  <a:lumOff val="35000"/>
                </a:schemeClr>
              </a:solidFill>
            </a:defRPr>
          </a:pPr>
          <a:endParaRPr lang="en-GR"/>
        </a:p>
      </c:txPr>
    </c:legend>
    <c:plotVisOnly val="1"/>
    <c:dispBlanksAs val="zero"/>
    <c:showDLblsOverMax val="0"/>
  </c:chart>
  <c:spPr>
    <a:ln w="12700">
      <a:noFill/>
    </a:ln>
  </c:spPr>
  <c:txPr>
    <a:bodyPr/>
    <a:lstStyle/>
    <a:p>
      <a:pPr>
        <a:defRPr sz="1000">
          <a:latin typeface="Aptos" panose="020B0004020202020204" pitchFamily="34" charset="0"/>
        </a:defRPr>
      </a:pPr>
      <a:endParaRPr lang="en-GR"/>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4393245342193005"/>
          <c:y val="0.23942567806844092"/>
          <c:w val="0.52383407767901158"/>
          <c:h val="0.62675667043662131"/>
        </c:manualLayout>
      </c:layout>
      <c:doughnutChart>
        <c:varyColors val="1"/>
        <c:ser>
          <c:idx val="0"/>
          <c:order val="0"/>
          <c:tx>
            <c:strRef>
              <c:f>Sheet1!$B$1</c:f>
              <c:strCache>
                <c:ptCount val="1"/>
                <c:pt idx="0">
                  <c:v>A</c:v>
                </c:pt>
              </c:strCache>
            </c:strRef>
          </c:tx>
          <c:dPt>
            <c:idx val="0"/>
            <c:bubble3D val="0"/>
            <c:spPr>
              <a:solidFill>
                <a:schemeClr val="accent3"/>
              </a:solidFill>
            </c:spPr>
            <c:extLst>
              <c:ext xmlns:c16="http://schemas.microsoft.com/office/drawing/2014/chart" uri="{C3380CC4-5D6E-409C-BE32-E72D297353CC}">
                <c16:uniqueId val="{00000001-99F2-724B-8BF6-3707FA0FA70F}"/>
              </c:ext>
            </c:extLst>
          </c:dPt>
          <c:dPt>
            <c:idx val="1"/>
            <c:bubble3D val="0"/>
            <c:spPr>
              <a:solidFill>
                <a:schemeClr val="accent1"/>
              </a:solidFill>
            </c:spPr>
            <c:extLst>
              <c:ext xmlns:c16="http://schemas.microsoft.com/office/drawing/2014/chart" uri="{C3380CC4-5D6E-409C-BE32-E72D297353CC}">
                <c16:uniqueId val="{00000003-99F2-724B-8BF6-3707FA0FA70F}"/>
              </c:ext>
            </c:extLst>
          </c:dPt>
          <c:dPt>
            <c:idx val="2"/>
            <c:bubble3D val="0"/>
            <c:spPr>
              <a:solidFill>
                <a:schemeClr val="tx2"/>
              </a:solidFill>
            </c:spPr>
            <c:extLst>
              <c:ext xmlns:c16="http://schemas.microsoft.com/office/drawing/2014/chart" uri="{C3380CC4-5D6E-409C-BE32-E72D297353CC}">
                <c16:uniqueId val="{00000005-99F2-724B-8BF6-3707FA0FA70F}"/>
              </c:ext>
            </c:extLst>
          </c:dPt>
          <c:dPt>
            <c:idx val="4"/>
            <c:bubble3D val="0"/>
            <c:spPr>
              <a:solidFill>
                <a:schemeClr val="accent5"/>
              </a:solidFill>
            </c:spPr>
            <c:extLst>
              <c:ext xmlns:c16="http://schemas.microsoft.com/office/drawing/2014/chart" uri="{C3380CC4-5D6E-409C-BE32-E72D297353CC}">
                <c16:uniqueId val="{00000007-99F2-724B-8BF6-3707FA0FA70F}"/>
              </c:ext>
            </c:extLst>
          </c:dPt>
          <c:dPt>
            <c:idx val="5"/>
            <c:bubble3D val="0"/>
            <c:spPr>
              <a:solidFill>
                <a:schemeClr val="accent6"/>
              </a:solidFill>
            </c:spPr>
            <c:extLst>
              <c:ext xmlns:c16="http://schemas.microsoft.com/office/drawing/2014/chart" uri="{C3380CC4-5D6E-409C-BE32-E72D297353CC}">
                <c16:uniqueId val="{00000009-99F2-724B-8BF6-3707FA0FA70F}"/>
              </c:ext>
            </c:extLst>
          </c:dPt>
          <c:dLbls>
            <c:spPr>
              <a:noFill/>
              <a:ln>
                <a:noFill/>
              </a:ln>
              <a:effectLst/>
            </c:spPr>
            <c:txPr>
              <a:bodyPr/>
              <a:lstStyle/>
              <a:p>
                <a:pPr>
                  <a:defRPr b="1">
                    <a:solidFill>
                      <a:schemeClr val="bg1"/>
                    </a:solidFill>
                  </a:defRPr>
                </a:pPr>
                <a:endParaRPr lang="en-GR"/>
              </a:p>
            </c:txPr>
            <c:showLegendKey val="0"/>
            <c:showVal val="1"/>
            <c:showCatName val="0"/>
            <c:showSerName val="0"/>
            <c:showPercent val="0"/>
            <c:showBubbleSize val="0"/>
            <c:separator>
</c:separator>
            <c:showLeaderLines val="1"/>
            <c:extLst>
              <c:ext xmlns:c15="http://schemas.microsoft.com/office/drawing/2012/chart" uri="{CE6537A1-D6FC-4f65-9D91-7224C49458BB}"/>
            </c:extLst>
          </c:dLbls>
          <c:cat>
            <c:strRef>
              <c:f>Sheet1!$A$2:$A$4</c:f>
              <c:strCache>
                <c:ptCount val="3"/>
                <c:pt idx="0">
                  <c:v>Excepteur</c:v>
                </c:pt>
                <c:pt idx="1">
                  <c:v>Canelit</c:v>
                </c:pt>
                <c:pt idx="2">
                  <c:v>Saperof</c:v>
                </c:pt>
              </c:strCache>
            </c:strRef>
          </c:cat>
          <c:val>
            <c:numRef>
              <c:f>Sheet1!$B$2:$B$4</c:f>
              <c:numCache>
                <c:formatCode>0%</c:formatCode>
                <c:ptCount val="3"/>
                <c:pt idx="0">
                  <c:v>0.39014571984133684</c:v>
                </c:pt>
                <c:pt idx="1">
                  <c:v>0.31608694501499113</c:v>
                </c:pt>
                <c:pt idx="2">
                  <c:v>0.29376733514367204</c:v>
                </c:pt>
              </c:numCache>
            </c:numRef>
          </c:val>
          <c:extLst>
            <c:ext xmlns:c16="http://schemas.microsoft.com/office/drawing/2014/chart" uri="{C3380CC4-5D6E-409C-BE32-E72D297353CC}">
              <c16:uniqueId val="{0000000A-99F2-724B-8BF6-3707FA0FA70F}"/>
            </c:ext>
          </c:extLst>
        </c:ser>
        <c:dLbls>
          <c:showLegendKey val="0"/>
          <c:showVal val="0"/>
          <c:showCatName val="0"/>
          <c:showSerName val="0"/>
          <c:showPercent val="0"/>
          <c:showBubbleSize val="0"/>
          <c:showLeaderLines val="1"/>
        </c:dLbls>
        <c:firstSliceAng val="0"/>
        <c:holeSize val="50"/>
      </c:doughnutChart>
    </c:plotArea>
    <c:legend>
      <c:legendPos val="l"/>
      <c:layout>
        <c:manualLayout>
          <c:xMode val="edge"/>
          <c:yMode val="edge"/>
          <c:x val="0"/>
          <c:y val="0.6334145955728403"/>
          <c:w val="0.36080785457188091"/>
          <c:h val="0.25492560596230607"/>
        </c:manualLayout>
      </c:layout>
      <c:overlay val="0"/>
      <c:txPr>
        <a:bodyPr/>
        <a:lstStyle/>
        <a:p>
          <a:pPr marL="36000">
            <a:defRPr sz="1000">
              <a:solidFill>
                <a:schemeClr val="tx1">
                  <a:lumMod val="65000"/>
                  <a:lumOff val="35000"/>
                </a:schemeClr>
              </a:solidFill>
            </a:defRPr>
          </a:pPr>
          <a:endParaRPr lang="en-GR"/>
        </a:p>
      </c:txPr>
    </c:legend>
    <c:plotVisOnly val="1"/>
    <c:dispBlanksAs val="zero"/>
    <c:showDLblsOverMax val="0"/>
  </c:chart>
  <c:spPr>
    <a:ln w="12700">
      <a:noFill/>
    </a:ln>
  </c:spPr>
  <c:txPr>
    <a:bodyPr/>
    <a:lstStyle/>
    <a:p>
      <a:pPr>
        <a:defRPr sz="1000">
          <a:latin typeface="Aptos" panose="020B0004020202020204" pitchFamily="34" charset="0"/>
        </a:defRPr>
      </a:pPr>
      <a:endParaRPr lang="en-GR"/>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4393245342193005"/>
          <c:y val="0.23942567806844092"/>
          <c:w val="0.52383407767901158"/>
          <c:h val="0.62675667043662131"/>
        </c:manualLayout>
      </c:layout>
      <c:doughnutChart>
        <c:varyColors val="1"/>
        <c:ser>
          <c:idx val="0"/>
          <c:order val="0"/>
          <c:tx>
            <c:strRef>
              <c:f>Sheet1!$B$1</c:f>
              <c:strCache>
                <c:ptCount val="1"/>
                <c:pt idx="0">
                  <c:v>A</c:v>
                </c:pt>
              </c:strCache>
            </c:strRef>
          </c:tx>
          <c:dPt>
            <c:idx val="0"/>
            <c:bubble3D val="0"/>
            <c:spPr>
              <a:solidFill>
                <a:schemeClr val="accent3"/>
              </a:solidFill>
            </c:spPr>
            <c:extLst>
              <c:ext xmlns:c16="http://schemas.microsoft.com/office/drawing/2014/chart" uri="{C3380CC4-5D6E-409C-BE32-E72D297353CC}">
                <c16:uniqueId val="{00000001-8158-BB40-8A16-1707FAACDFF2}"/>
              </c:ext>
            </c:extLst>
          </c:dPt>
          <c:dPt>
            <c:idx val="1"/>
            <c:bubble3D val="0"/>
            <c:spPr>
              <a:solidFill>
                <a:schemeClr val="accent1"/>
              </a:solidFill>
            </c:spPr>
            <c:extLst>
              <c:ext xmlns:c16="http://schemas.microsoft.com/office/drawing/2014/chart" uri="{C3380CC4-5D6E-409C-BE32-E72D297353CC}">
                <c16:uniqueId val="{00000003-8158-BB40-8A16-1707FAACDFF2}"/>
              </c:ext>
            </c:extLst>
          </c:dPt>
          <c:dPt>
            <c:idx val="2"/>
            <c:bubble3D val="0"/>
            <c:spPr>
              <a:solidFill>
                <a:schemeClr val="tx2"/>
              </a:solidFill>
            </c:spPr>
            <c:extLst>
              <c:ext xmlns:c16="http://schemas.microsoft.com/office/drawing/2014/chart" uri="{C3380CC4-5D6E-409C-BE32-E72D297353CC}">
                <c16:uniqueId val="{00000005-8158-BB40-8A16-1707FAACDFF2}"/>
              </c:ext>
            </c:extLst>
          </c:dPt>
          <c:dPt>
            <c:idx val="4"/>
            <c:bubble3D val="0"/>
            <c:spPr>
              <a:solidFill>
                <a:schemeClr val="accent5"/>
              </a:solidFill>
            </c:spPr>
            <c:extLst>
              <c:ext xmlns:c16="http://schemas.microsoft.com/office/drawing/2014/chart" uri="{C3380CC4-5D6E-409C-BE32-E72D297353CC}">
                <c16:uniqueId val="{00000007-8158-BB40-8A16-1707FAACDFF2}"/>
              </c:ext>
            </c:extLst>
          </c:dPt>
          <c:dPt>
            <c:idx val="5"/>
            <c:bubble3D val="0"/>
            <c:spPr>
              <a:solidFill>
                <a:schemeClr val="accent6"/>
              </a:solidFill>
            </c:spPr>
            <c:extLst>
              <c:ext xmlns:c16="http://schemas.microsoft.com/office/drawing/2014/chart" uri="{C3380CC4-5D6E-409C-BE32-E72D297353CC}">
                <c16:uniqueId val="{00000009-8158-BB40-8A16-1707FAACDFF2}"/>
              </c:ext>
            </c:extLst>
          </c:dPt>
          <c:dLbls>
            <c:spPr>
              <a:noFill/>
              <a:ln>
                <a:noFill/>
              </a:ln>
              <a:effectLst/>
            </c:spPr>
            <c:txPr>
              <a:bodyPr/>
              <a:lstStyle/>
              <a:p>
                <a:pPr>
                  <a:defRPr b="1">
                    <a:solidFill>
                      <a:schemeClr val="bg1"/>
                    </a:solidFill>
                  </a:defRPr>
                </a:pPr>
                <a:endParaRPr lang="en-GR"/>
              </a:p>
            </c:txPr>
            <c:showLegendKey val="0"/>
            <c:showVal val="1"/>
            <c:showCatName val="0"/>
            <c:showSerName val="0"/>
            <c:showPercent val="0"/>
            <c:showBubbleSize val="0"/>
            <c:separator>
</c:separator>
            <c:showLeaderLines val="1"/>
            <c:extLst>
              <c:ext xmlns:c15="http://schemas.microsoft.com/office/drawing/2012/chart" uri="{CE6537A1-D6FC-4f65-9D91-7224C49458BB}"/>
            </c:extLst>
          </c:dLbls>
          <c:cat>
            <c:strRef>
              <c:f>Sheet1!$A$2:$A$4</c:f>
              <c:strCache>
                <c:ptCount val="3"/>
                <c:pt idx="0">
                  <c:v>Lorem</c:v>
                </c:pt>
                <c:pt idx="1">
                  <c:v>Sit amet</c:v>
                </c:pt>
                <c:pt idx="2">
                  <c:v>Dolor</c:v>
                </c:pt>
              </c:strCache>
            </c:strRef>
          </c:cat>
          <c:val>
            <c:numRef>
              <c:f>Sheet1!$B$2:$B$4</c:f>
              <c:numCache>
                <c:formatCode>0%</c:formatCode>
                <c:ptCount val="3"/>
                <c:pt idx="0">
                  <c:v>0.18</c:v>
                </c:pt>
                <c:pt idx="1">
                  <c:v>0.32</c:v>
                </c:pt>
                <c:pt idx="2">
                  <c:v>0.5</c:v>
                </c:pt>
              </c:numCache>
            </c:numRef>
          </c:val>
          <c:extLst>
            <c:ext xmlns:c16="http://schemas.microsoft.com/office/drawing/2014/chart" uri="{C3380CC4-5D6E-409C-BE32-E72D297353CC}">
              <c16:uniqueId val="{0000000A-8158-BB40-8A16-1707FAACDFF2}"/>
            </c:ext>
          </c:extLst>
        </c:ser>
        <c:dLbls>
          <c:showLegendKey val="0"/>
          <c:showVal val="0"/>
          <c:showCatName val="0"/>
          <c:showSerName val="0"/>
          <c:showPercent val="0"/>
          <c:showBubbleSize val="0"/>
          <c:showLeaderLines val="1"/>
        </c:dLbls>
        <c:firstSliceAng val="0"/>
        <c:holeSize val="50"/>
      </c:doughnutChart>
    </c:plotArea>
    <c:legend>
      <c:legendPos val="l"/>
      <c:layout>
        <c:manualLayout>
          <c:xMode val="edge"/>
          <c:yMode val="edge"/>
          <c:x val="0"/>
          <c:y val="0.62200253761036894"/>
          <c:w val="0.32771065677647443"/>
          <c:h val="0.27774972188724889"/>
        </c:manualLayout>
      </c:layout>
      <c:overlay val="0"/>
      <c:txPr>
        <a:bodyPr/>
        <a:lstStyle/>
        <a:p>
          <a:pPr marL="36000">
            <a:defRPr sz="1000">
              <a:solidFill>
                <a:schemeClr val="tx1">
                  <a:lumMod val="65000"/>
                  <a:lumOff val="35000"/>
                </a:schemeClr>
              </a:solidFill>
            </a:defRPr>
          </a:pPr>
          <a:endParaRPr lang="en-GR"/>
        </a:p>
      </c:txPr>
    </c:legend>
    <c:plotVisOnly val="1"/>
    <c:dispBlanksAs val="zero"/>
    <c:showDLblsOverMax val="0"/>
  </c:chart>
  <c:spPr>
    <a:ln w="12700">
      <a:noFill/>
    </a:ln>
  </c:spPr>
  <c:txPr>
    <a:bodyPr/>
    <a:lstStyle/>
    <a:p>
      <a:pPr>
        <a:defRPr sz="1000">
          <a:latin typeface="Aptos" panose="020B0004020202020204" pitchFamily="34" charset="0"/>
        </a:defRPr>
      </a:pPr>
      <a:endParaRPr lang="en-GR"/>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4393245342193005"/>
          <c:y val="0.23942567806844092"/>
          <c:w val="0.52383407767901158"/>
          <c:h val="0.62675667043662131"/>
        </c:manualLayout>
      </c:layout>
      <c:doughnutChart>
        <c:varyColors val="1"/>
        <c:ser>
          <c:idx val="0"/>
          <c:order val="0"/>
          <c:tx>
            <c:strRef>
              <c:f>Sheet1!$B$1</c:f>
              <c:strCache>
                <c:ptCount val="1"/>
                <c:pt idx="0">
                  <c:v>A</c:v>
                </c:pt>
              </c:strCache>
            </c:strRef>
          </c:tx>
          <c:dPt>
            <c:idx val="0"/>
            <c:bubble3D val="0"/>
            <c:spPr>
              <a:solidFill>
                <a:schemeClr val="accent3"/>
              </a:solidFill>
            </c:spPr>
            <c:extLst>
              <c:ext xmlns:c16="http://schemas.microsoft.com/office/drawing/2014/chart" uri="{C3380CC4-5D6E-409C-BE32-E72D297353CC}">
                <c16:uniqueId val="{00000001-8158-BB40-8A16-1707FAACDFF2}"/>
              </c:ext>
            </c:extLst>
          </c:dPt>
          <c:dPt>
            <c:idx val="1"/>
            <c:bubble3D val="0"/>
            <c:spPr>
              <a:solidFill>
                <a:schemeClr val="accent1"/>
              </a:solidFill>
            </c:spPr>
            <c:extLst>
              <c:ext xmlns:c16="http://schemas.microsoft.com/office/drawing/2014/chart" uri="{C3380CC4-5D6E-409C-BE32-E72D297353CC}">
                <c16:uniqueId val="{00000003-8158-BB40-8A16-1707FAACDFF2}"/>
              </c:ext>
            </c:extLst>
          </c:dPt>
          <c:dPt>
            <c:idx val="2"/>
            <c:bubble3D val="0"/>
            <c:spPr>
              <a:solidFill>
                <a:schemeClr val="tx2"/>
              </a:solidFill>
            </c:spPr>
            <c:extLst>
              <c:ext xmlns:c16="http://schemas.microsoft.com/office/drawing/2014/chart" uri="{C3380CC4-5D6E-409C-BE32-E72D297353CC}">
                <c16:uniqueId val="{00000005-8158-BB40-8A16-1707FAACDFF2}"/>
              </c:ext>
            </c:extLst>
          </c:dPt>
          <c:dPt>
            <c:idx val="4"/>
            <c:bubble3D val="0"/>
            <c:spPr>
              <a:solidFill>
                <a:schemeClr val="accent5"/>
              </a:solidFill>
            </c:spPr>
            <c:extLst>
              <c:ext xmlns:c16="http://schemas.microsoft.com/office/drawing/2014/chart" uri="{C3380CC4-5D6E-409C-BE32-E72D297353CC}">
                <c16:uniqueId val="{00000007-8158-BB40-8A16-1707FAACDFF2}"/>
              </c:ext>
            </c:extLst>
          </c:dPt>
          <c:dPt>
            <c:idx val="5"/>
            <c:bubble3D val="0"/>
            <c:spPr>
              <a:solidFill>
                <a:schemeClr val="accent6"/>
              </a:solidFill>
            </c:spPr>
            <c:extLst>
              <c:ext xmlns:c16="http://schemas.microsoft.com/office/drawing/2014/chart" uri="{C3380CC4-5D6E-409C-BE32-E72D297353CC}">
                <c16:uniqueId val="{00000009-8158-BB40-8A16-1707FAACDFF2}"/>
              </c:ext>
            </c:extLst>
          </c:dPt>
          <c:dLbls>
            <c:spPr>
              <a:noFill/>
              <a:ln>
                <a:noFill/>
              </a:ln>
              <a:effectLst/>
            </c:spPr>
            <c:txPr>
              <a:bodyPr/>
              <a:lstStyle/>
              <a:p>
                <a:pPr>
                  <a:defRPr b="1">
                    <a:solidFill>
                      <a:schemeClr val="bg1"/>
                    </a:solidFill>
                  </a:defRPr>
                </a:pPr>
                <a:endParaRPr lang="en-GR"/>
              </a:p>
            </c:txPr>
            <c:showLegendKey val="0"/>
            <c:showVal val="1"/>
            <c:showCatName val="0"/>
            <c:showSerName val="0"/>
            <c:showPercent val="0"/>
            <c:showBubbleSize val="0"/>
            <c:separator>
</c:separator>
            <c:showLeaderLines val="1"/>
            <c:extLst>
              <c:ext xmlns:c15="http://schemas.microsoft.com/office/drawing/2012/chart" uri="{CE6537A1-D6FC-4f65-9D91-7224C49458BB}"/>
            </c:extLst>
          </c:dLbls>
          <c:cat>
            <c:strRef>
              <c:f>Sheet1!$A$2:$A$4</c:f>
              <c:strCache>
                <c:ptCount val="3"/>
                <c:pt idx="0">
                  <c:v>tempor</c:v>
                </c:pt>
                <c:pt idx="1">
                  <c:v>pariat</c:v>
                </c:pt>
                <c:pt idx="2">
                  <c:v>libero</c:v>
                </c:pt>
              </c:strCache>
            </c:strRef>
          </c:cat>
          <c:val>
            <c:numRef>
              <c:f>Sheet1!$B$2:$B$4</c:f>
              <c:numCache>
                <c:formatCode>0%</c:formatCode>
                <c:ptCount val="3"/>
                <c:pt idx="0">
                  <c:v>0.33</c:v>
                </c:pt>
                <c:pt idx="1">
                  <c:v>0.37</c:v>
                </c:pt>
                <c:pt idx="2">
                  <c:v>0.3</c:v>
                </c:pt>
              </c:numCache>
            </c:numRef>
          </c:val>
          <c:extLst>
            <c:ext xmlns:c16="http://schemas.microsoft.com/office/drawing/2014/chart" uri="{C3380CC4-5D6E-409C-BE32-E72D297353CC}">
              <c16:uniqueId val="{0000000A-8158-BB40-8A16-1707FAACDFF2}"/>
            </c:ext>
          </c:extLst>
        </c:ser>
        <c:dLbls>
          <c:showLegendKey val="0"/>
          <c:showVal val="0"/>
          <c:showCatName val="0"/>
          <c:showSerName val="0"/>
          <c:showPercent val="0"/>
          <c:showBubbleSize val="0"/>
          <c:showLeaderLines val="1"/>
        </c:dLbls>
        <c:firstSliceAng val="0"/>
        <c:holeSize val="50"/>
      </c:doughnutChart>
    </c:plotArea>
    <c:legend>
      <c:legendPos val="l"/>
      <c:layout>
        <c:manualLayout>
          <c:xMode val="edge"/>
          <c:yMode val="edge"/>
          <c:x val="0"/>
          <c:y val="0.6334145955728403"/>
          <c:w val="0.31352614343558594"/>
          <c:h val="0.26633766392477748"/>
        </c:manualLayout>
      </c:layout>
      <c:overlay val="0"/>
      <c:txPr>
        <a:bodyPr/>
        <a:lstStyle/>
        <a:p>
          <a:pPr marL="36000">
            <a:defRPr sz="1000">
              <a:solidFill>
                <a:schemeClr val="tx1">
                  <a:lumMod val="65000"/>
                  <a:lumOff val="35000"/>
                </a:schemeClr>
              </a:solidFill>
            </a:defRPr>
          </a:pPr>
          <a:endParaRPr lang="en-GR"/>
        </a:p>
      </c:txPr>
    </c:legend>
    <c:plotVisOnly val="1"/>
    <c:dispBlanksAs val="zero"/>
    <c:showDLblsOverMax val="0"/>
  </c:chart>
  <c:spPr>
    <a:ln w="12700">
      <a:noFill/>
    </a:ln>
  </c:spPr>
  <c:txPr>
    <a:bodyPr/>
    <a:lstStyle/>
    <a:p>
      <a:pPr>
        <a:defRPr sz="1000">
          <a:latin typeface="Aptos" panose="020B0004020202020204" pitchFamily="34" charset="0"/>
        </a:defRPr>
      </a:pPr>
      <a:endParaRPr lang="en-GR"/>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574803198296638"/>
          <c:y val="6.2785189523456825E-2"/>
          <c:w val="0.71633144638761814"/>
          <c:h val="0.82772442660649237"/>
        </c:manualLayout>
      </c:layout>
      <c:barChart>
        <c:barDir val="bar"/>
        <c:grouping val="stack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A</c:v>
                </c:pt>
                <c:pt idx="1">
                  <c:v>B</c:v>
                </c:pt>
                <c:pt idx="2">
                  <c:v>C</c:v>
                </c:pt>
                <c:pt idx="3">
                  <c:v>D</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83B7-0E4A-93B3-D524B859030B}"/>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A</c:v>
                </c:pt>
                <c:pt idx="1">
                  <c:v>B</c:v>
                </c:pt>
                <c:pt idx="2">
                  <c:v>C</c:v>
                </c:pt>
                <c:pt idx="3">
                  <c:v>D</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83B7-0E4A-93B3-D524B859030B}"/>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A</c:v>
                </c:pt>
                <c:pt idx="1">
                  <c:v>B</c:v>
                </c:pt>
                <c:pt idx="2">
                  <c:v>C</c:v>
                </c:pt>
                <c:pt idx="3">
                  <c:v>D</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83B7-0E4A-93B3-D524B859030B}"/>
            </c:ext>
          </c:extLst>
        </c:ser>
        <c:ser>
          <c:idx val="3"/>
          <c:order val="3"/>
          <c:tx>
            <c:strRef>
              <c:f>Sheet1!$E$1</c:f>
              <c:strCache>
                <c:ptCount val="1"/>
                <c:pt idx="0">
                  <c:v>Series 4</c:v>
                </c:pt>
              </c:strCache>
            </c:strRef>
          </c:tx>
          <c:spPr>
            <a:solidFill>
              <a:schemeClr val="accent4"/>
            </a:solidFill>
            <a:ln>
              <a:noFill/>
            </a:ln>
            <a:effectLst/>
          </c:spPr>
          <c:invertIfNegative val="0"/>
          <c:cat>
            <c:strRef>
              <c:f>Sheet1!$A$2:$A$5</c:f>
              <c:strCache>
                <c:ptCount val="4"/>
                <c:pt idx="0">
                  <c:v>A</c:v>
                </c:pt>
                <c:pt idx="1">
                  <c:v>B</c:v>
                </c:pt>
                <c:pt idx="2">
                  <c:v>C</c:v>
                </c:pt>
                <c:pt idx="3">
                  <c:v>D</c:v>
                </c:pt>
              </c:strCache>
            </c:strRef>
          </c:cat>
          <c:val>
            <c:numRef>
              <c:f>Sheet1!$E$2:$E$5</c:f>
              <c:numCache>
                <c:formatCode>General</c:formatCode>
                <c:ptCount val="4"/>
                <c:pt idx="0">
                  <c:v>4</c:v>
                </c:pt>
                <c:pt idx="1">
                  <c:v>7</c:v>
                </c:pt>
                <c:pt idx="2">
                  <c:v>2</c:v>
                </c:pt>
                <c:pt idx="3">
                  <c:v>4</c:v>
                </c:pt>
              </c:numCache>
            </c:numRef>
          </c:val>
          <c:extLst>
            <c:ext xmlns:c16="http://schemas.microsoft.com/office/drawing/2014/chart" uri="{C3380CC4-5D6E-409C-BE32-E72D297353CC}">
              <c16:uniqueId val="{00000003-83B7-0E4A-93B3-D524B859030B}"/>
            </c:ext>
          </c:extLst>
        </c:ser>
        <c:dLbls>
          <c:showLegendKey val="0"/>
          <c:showVal val="0"/>
          <c:showCatName val="0"/>
          <c:showSerName val="0"/>
          <c:showPercent val="0"/>
          <c:showBubbleSize val="0"/>
        </c:dLbls>
        <c:gapWidth val="182"/>
        <c:overlap val="100"/>
        <c:axId val="612945551"/>
        <c:axId val="612936551"/>
      </c:barChart>
      <c:catAx>
        <c:axId val="612945551"/>
        <c:scaling>
          <c:orientation val="minMax"/>
        </c:scaling>
        <c:delete val="0"/>
        <c:axPos val="l"/>
        <c:numFmt formatCode="General" sourceLinked="1"/>
        <c:majorTickMark val="none"/>
        <c:minorTickMark val="none"/>
        <c:tickLblPos val="nextTo"/>
        <c:spPr>
          <a:noFill/>
          <a:ln w="9525" cap="flat" cmpd="sng" algn="ctr">
            <a:solidFill>
              <a:srgbClr val="B5B7B5"/>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612936551"/>
        <c:crosses val="autoZero"/>
        <c:auto val="1"/>
        <c:lblAlgn val="ctr"/>
        <c:lblOffset val="100"/>
        <c:noMultiLvlLbl val="0"/>
      </c:catAx>
      <c:valAx>
        <c:axId val="612936551"/>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612945551"/>
        <c:crosses val="autoZero"/>
        <c:crossBetween val="between"/>
      </c:valAx>
      <c:spPr>
        <a:noFill/>
        <a:ln>
          <a:noFill/>
        </a:ln>
        <a:effectLst/>
      </c:spPr>
    </c:plotArea>
    <c:legend>
      <c:legendPos val="b"/>
      <c:layout>
        <c:manualLayout>
          <c:xMode val="edge"/>
          <c:yMode val="edge"/>
          <c:x val="1.1245452475816787E-3"/>
          <c:y val="0.69155928542060796"/>
          <c:w val="0.14255349382616961"/>
          <c:h val="0.20707149627784677"/>
        </c:manualLayout>
      </c:layout>
      <c:overlay val="0"/>
      <c:spPr>
        <a:noFill/>
        <a:ln>
          <a:noFill/>
        </a:ln>
        <a:effectLst/>
      </c:spPr>
      <c:txPr>
        <a:bodyPr rot="0" spcFirstLastPara="1" vertOverflow="ellipsis" vert="horz" wrap="square" anchor="ctr" anchorCtr="1"/>
        <a:lstStyle/>
        <a:p>
          <a:pPr marL="36000" algn="l">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latin typeface="Aptos" panose="020B0004020202020204" pitchFamily="34" charset="0"/>
        </a:defRPr>
      </a:pPr>
      <a:endParaRPr lang="en-GR"/>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0727596449359948"/>
          <c:y val="7.5884577159825883E-2"/>
          <c:w val="0.46802216699513149"/>
          <c:h val="0.78539531809478413"/>
        </c:manualLayout>
      </c:layout>
      <c:pieChart>
        <c:varyColors val="1"/>
        <c:ser>
          <c:idx val="0"/>
          <c:order val="0"/>
          <c:tx>
            <c:strRef>
              <c:f>Sheet1!$B$1</c:f>
              <c:strCache>
                <c:ptCount val="1"/>
                <c:pt idx="0">
                  <c:v>Column1</c:v>
                </c:pt>
              </c:strCache>
            </c:strRef>
          </c:tx>
          <c:dPt>
            <c:idx val="0"/>
            <c:bubble3D val="0"/>
            <c:spPr>
              <a:solidFill>
                <a:schemeClr val="accent1"/>
              </a:solidFill>
            </c:spPr>
            <c:extLst>
              <c:ext xmlns:c16="http://schemas.microsoft.com/office/drawing/2014/chart" uri="{C3380CC4-5D6E-409C-BE32-E72D297353CC}">
                <c16:uniqueId val="{00000001-5E7F-8646-8D52-C4C6AB044DA5}"/>
              </c:ext>
            </c:extLst>
          </c:dPt>
          <c:dPt>
            <c:idx val="1"/>
            <c:bubble3D val="0"/>
            <c:spPr>
              <a:solidFill>
                <a:schemeClr val="accent2"/>
              </a:solidFill>
            </c:spPr>
            <c:extLst>
              <c:ext xmlns:c16="http://schemas.microsoft.com/office/drawing/2014/chart" uri="{C3380CC4-5D6E-409C-BE32-E72D297353CC}">
                <c16:uniqueId val="{00000003-5E7F-8646-8D52-C4C6AB044DA5}"/>
              </c:ext>
            </c:extLst>
          </c:dPt>
          <c:dPt>
            <c:idx val="2"/>
            <c:bubble3D val="0"/>
            <c:spPr>
              <a:solidFill>
                <a:schemeClr val="accent3"/>
              </a:solidFill>
            </c:spPr>
            <c:extLst>
              <c:ext xmlns:c16="http://schemas.microsoft.com/office/drawing/2014/chart" uri="{C3380CC4-5D6E-409C-BE32-E72D297353CC}">
                <c16:uniqueId val="{00000005-5E7F-8646-8D52-C4C6AB044DA5}"/>
              </c:ext>
            </c:extLst>
          </c:dPt>
          <c:dPt>
            <c:idx val="3"/>
            <c:bubble3D val="0"/>
            <c:spPr>
              <a:solidFill>
                <a:schemeClr val="accent4"/>
              </a:solidFill>
            </c:spPr>
            <c:extLst>
              <c:ext xmlns:c16="http://schemas.microsoft.com/office/drawing/2014/chart" uri="{C3380CC4-5D6E-409C-BE32-E72D297353CC}">
                <c16:uniqueId val="{00000007-5E7F-8646-8D52-C4C6AB044DA5}"/>
              </c:ext>
            </c:extLst>
          </c:dPt>
          <c:dLbls>
            <c:dLbl>
              <c:idx val="0"/>
              <c:spPr>
                <a:noFill/>
                <a:ln>
                  <a:noFill/>
                </a:ln>
                <a:effectLst/>
              </c:spPr>
              <c:txPr>
                <a:bodyPr/>
                <a:lstStyle/>
                <a:p>
                  <a:pPr>
                    <a:defRPr sz="1200" b="1">
                      <a:solidFill>
                        <a:schemeClr val="bg1"/>
                      </a:solidFill>
                    </a:defRPr>
                  </a:pPr>
                  <a:endParaRPr lang="en-GR"/>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E7F-8646-8D52-C4C6AB044DA5}"/>
                </c:ext>
              </c:extLst>
            </c:dLbl>
            <c:dLbl>
              <c:idx val="1"/>
              <c:spPr/>
              <c:txPr>
                <a:bodyPr/>
                <a:lstStyle/>
                <a:p>
                  <a:pPr>
                    <a:defRPr sz="1200" b="1">
                      <a:solidFill>
                        <a:schemeClr val="bg1"/>
                      </a:solidFill>
                    </a:defRPr>
                  </a:pPr>
                  <a:endParaRPr lang="en-GR"/>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E7F-8646-8D52-C4C6AB044DA5}"/>
                </c:ext>
              </c:extLst>
            </c:dLbl>
            <c:dLbl>
              <c:idx val="2"/>
              <c:spPr>
                <a:noFill/>
                <a:ln>
                  <a:noFill/>
                </a:ln>
                <a:effectLst/>
              </c:spPr>
              <c:txPr>
                <a:bodyPr/>
                <a:lstStyle/>
                <a:p>
                  <a:pPr>
                    <a:defRPr sz="1200" b="1">
                      <a:solidFill>
                        <a:schemeClr val="bg1"/>
                      </a:solidFill>
                    </a:defRPr>
                  </a:pPr>
                  <a:endParaRPr lang="en-GR"/>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E7F-8646-8D52-C4C6AB044DA5}"/>
                </c:ext>
              </c:extLst>
            </c:dLbl>
            <c:dLbl>
              <c:idx val="3"/>
              <c:spPr>
                <a:noFill/>
                <a:ln>
                  <a:noFill/>
                </a:ln>
                <a:effectLst/>
              </c:spPr>
              <c:txPr>
                <a:bodyPr/>
                <a:lstStyle/>
                <a:p>
                  <a:pPr>
                    <a:defRPr sz="1200" b="1">
                      <a:solidFill>
                        <a:schemeClr val="bg1"/>
                      </a:solidFill>
                    </a:defRPr>
                  </a:pPr>
                  <a:endParaRPr lang="en-GR"/>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E7F-8646-8D52-C4C6AB044DA5}"/>
                </c:ext>
              </c:extLst>
            </c:dLbl>
            <c:spPr>
              <a:noFill/>
              <a:ln>
                <a:noFill/>
              </a:ln>
              <a:effectLst/>
            </c:spPr>
            <c:txPr>
              <a:bodyPr/>
              <a:lstStyle/>
              <a:p>
                <a:pPr>
                  <a:defRPr sz="1200">
                    <a:solidFill>
                      <a:schemeClr val="bg1"/>
                    </a:solidFill>
                  </a:defRPr>
                </a:pPr>
                <a:endParaRPr lang="en-GR"/>
              </a:p>
            </c:txPr>
            <c:showLegendKey val="0"/>
            <c:showVal val="0"/>
            <c:showCatName val="0"/>
            <c:showSerName val="0"/>
            <c:showPercent val="0"/>
            <c:showBubbleSize val="0"/>
            <c:extLst>
              <c:ext xmlns:c15="http://schemas.microsoft.com/office/drawing/2012/chart" uri="{CE6537A1-D6FC-4f65-9D91-7224C49458BB}"/>
            </c:extLst>
          </c:dLbls>
          <c:cat>
            <c:strRef>
              <c:f>Sheet1!$A$2:$A$5</c:f>
              <c:strCache>
                <c:ptCount val="4"/>
                <c:pt idx="0">
                  <c:v>1st Quarter</c:v>
                </c:pt>
                <c:pt idx="1">
                  <c:v>2nd Quarter</c:v>
                </c:pt>
                <c:pt idx="2">
                  <c:v>3rd Quarter</c:v>
                </c:pt>
                <c:pt idx="3">
                  <c:v>4th Quarter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5E7F-8646-8D52-C4C6AB044DA5}"/>
            </c:ext>
          </c:extLst>
        </c:ser>
        <c:dLbls>
          <c:showLegendKey val="0"/>
          <c:showVal val="1"/>
          <c:showCatName val="0"/>
          <c:showSerName val="0"/>
          <c:showPercent val="0"/>
          <c:showBubbleSize val="0"/>
          <c:showLeaderLines val="1"/>
        </c:dLbls>
        <c:firstSliceAng val="0"/>
      </c:pieChart>
    </c:plotArea>
    <c:legend>
      <c:legendPos val="r"/>
      <c:layout>
        <c:manualLayout>
          <c:xMode val="edge"/>
          <c:yMode val="edge"/>
          <c:x val="0"/>
          <c:y val="0.64526564104472839"/>
          <c:w val="0.23482064889009407"/>
          <c:h val="0.2337260585074562"/>
        </c:manualLayout>
      </c:layout>
      <c:overlay val="0"/>
      <c:txPr>
        <a:bodyPr/>
        <a:lstStyle/>
        <a:p>
          <a:pPr marL="36000">
            <a:defRPr sz="1000">
              <a:solidFill>
                <a:schemeClr val="tx1">
                  <a:lumMod val="65000"/>
                  <a:lumOff val="35000"/>
                </a:schemeClr>
              </a:solidFill>
            </a:defRPr>
          </a:pPr>
          <a:endParaRPr lang="en-GR"/>
        </a:p>
      </c:txPr>
    </c:legend>
    <c:plotVisOnly val="1"/>
    <c:dispBlanksAs val="zero"/>
    <c:showDLblsOverMax val="0"/>
  </c:chart>
  <c:txPr>
    <a:bodyPr/>
    <a:lstStyle/>
    <a:p>
      <a:pPr>
        <a:defRPr sz="1000">
          <a:latin typeface="Aptos" panose="020B0004020202020204" pitchFamily="34" charset="0"/>
        </a:defRPr>
      </a:pPr>
      <a:endParaRPr lang="en-GR"/>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9069820858061571"/>
          <c:y val="6.5709001962175079E-2"/>
          <c:w val="0.46739837876785717"/>
          <c:h val="0.78916448322035648"/>
        </c:manualLayout>
      </c:layout>
      <c:pieChart>
        <c:varyColors val="1"/>
        <c:ser>
          <c:idx val="0"/>
          <c:order val="0"/>
          <c:tx>
            <c:strRef>
              <c:f>Sheet1!$B$1</c:f>
              <c:strCache>
                <c:ptCount val="1"/>
                <c:pt idx="0">
                  <c:v>Sales</c:v>
                </c:pt>
              </c:strCache>
            </c:strRef>
          </c:tx>
          <c:dPt>
            <c:idx val="0"/>
            <c:bubble3D val="0"/>
            <c:spPr>
              <a:solidFill>
                <a:schemeClr val="accent1"/>
              </a:solidFill>
            </c:spPr>
            <c:extLst>
              <c:ext xmlns:c16="http://schemas.microsoft.com/office/drawing/2014/chart" uri="{C3380CC4-5D6E-409C-BE32-E72D297353CC}">
                <c16:uniqueId val="{00000001-7841-1440-A835-D13EE6F4A6FF}"/>
              </c:ext>
            </c:extLst>
          </c:dPt>
          <c:dPt>
            <c:idx val="1"/>
            <c:bubble3D val="0"/>
            <c:spPr>
              <a:solidFill>
                <a:schemeClr val="accent2"/>
              </a:solidFill>
            </c:spPr>
            <c:extLst>
              <c:ext xmlns:c16="http://schemas.microsoft.com/office/drawing/2014/chart" uri="{C3380CC4-5D6E-409C-BE32-E72D297353CC}">
                <c16:uniqueId val="{00000003-7841-1440-A835-D13EE6F4A6FF}"/>
              </c:ext>
            </c:extLst>
          </c:dPt>
          <c:dPt>
            <c:idx val="2"/>
            <c:bubble3D val="0"/>
            <c:spPr>
              <a:solidFill>
                <a:schemeClr val="accent3"/>
              </a:solidFill>
            </c:spPr>
            <c:extLst>
              <c:ext xmlns:c16="http://schemas.microsoft.com/office/drawing/2014/chart" uri="{C3380CC4-5D6E-409C-BE32-E72D297353CC}">
                <c16:uniqueId val="{00000005-7841-1440-A835-D13EE6F4A6FF}"/>
              </c:ext>
            </c:extLst>
          </c:dPt>
          <c:dPt>
            <c:idx val="3"/>
            <c:bubble3D val="0"/>
            <c:spPr>
              <a:solidFill>
                <a:schemeClr val="accent4"/>
              </a:solidFill>
            </c:spPr>
            <c:extLst>
              <c:ext xmlns:c16="http://schemas.microsoft.com/office/drawing/2014/chart" uri="{C3380CC4-5D6E-409C-BE32-E72D297353CC}">
                <c16:uniqueId val="{00000007-7841-1440-A835-D13EE6F4A6FF}"/>
              </c:ext>
            </c:extLst>
          </c:dPt>
          <c:dLbls>
            <c:dLbl>
              <c:idx val="1"/>
              <c:tx>
                <c:rich>
                  <a:bodyPr/>
                  <a:lstStyle/>
                  <a:p>
                    <a:pPr>
                      <a:defRPr b="1">
                        <a:solidFill>
                          <a:schemeClr val="bg1"/>
                        </a:solidFill>
                      </a:defRPr>
                    </a:pPr>
                    <a:fld id="{99A728C4-7170-AF46-81B5-7B2AB2D4C45A}" type="VALUE">
                      <a:rPr lang="en-US" b="1">
                        <a:solidFill>
                          <a:schemeClr val="bg1"/>
                        </a:solidFill>
                      </a:rPr>
                      <a:pPr>
                        <a:defRPr b="1">
                          <a:solidFill>
                            <a:schemeClr val="bg1"/>
                          </a:solidFill>
                        </a:defRPr>
                      </a:pPr>
                      <a:t>[VALUE]</a:t>
                    </a:fld>
                    <a:endParaRPr lang="en-GR"/>
                  </a:p>
                </c:rich>
              </c:tx>
              <c:spPr/>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7841-1440-A835-D13EE6F4A6FF}"/>
                </c:ext>
              </c:extLst>
            </c:dLbl>
            <c:spPr>
              <a:noFill/>
              <a:ln>
                <a:noFill/>
              </a:ln>
              <a:effectLst/>
            </c:spPr>
            <c:txPr>
              <a:bodyPr/>
              <a:lstStyle/>
              <a:p>
                <a:pPr>
                  <a:defRPr b="1">
                    <a:solidFill>
                      <a:schemeClr val="bg1"/>
                    </a:solidFill>
                  </a:defRPr>
                </a:pPr>
                <a:endParaRPr lang="en-GR"/>
              </a:p>
            </c:txPr>
            <c:dLblPos val="inEnd"/>
            <c:showLegendKey val="0"/>
            <c:showVal val="1"/>
            <c:showCatName val="0"/>
            <c:showSerName val="0"/>
            <c:showPercent val="0"/>
            <c:showBubbleSize val="0"/>
            <c:showLeaderLines val="1"/>
            <c:extLst>
              <c:ext xmlns:c15="http://schemas.microsoft.com/office/drawing/2012/chart" uri="{CE6537A1-D6FC-4f65-9D91-7224C49458BB}"/>
            </c:extLst>
          </c:dLbls>
          <c:cat>
            <c:strRef>
              <c:f>Sheet1!$A$2:$A$5</c:f>
              <c:strCache>
                <c:ptCount val="4"/>
                <c:pt idx="0">
                  <c:v>1st Quarter</c:v>
                </c:pt>
                <c:pt idx="1">
                  <c:v>2nd Quarter</c:v>
                </c:pt>
                <c:pt idx="2">
                  <c:v>3rd Quarter</c:v>
                </c:pt>
                <c:pt idx="3">
                  <c:v>4th Quarter</c:v>
                </c:pt>
              </c:strCache>
            </c:strRef>
          </c:cat>
          <c:val>
            <c:numRef>
              <c:f>Sheet1!$B$2:$B$5</c:f>
              <c:numCache>
                <c:formatCode>General</c:formatCode>
                <c:ptCount val="4"/>
                <c:pt idx="0">
                  <c:v>8.1999999999999993</c:v>
                </c:pt>
                <c:pt idx="1">
                  <c:v>4.2</c:v>
                </c:pt>
                <c:pt idx="2">
                  <c:v>3.1</c:v>
                </c:pt>
                <c:pt idx="3">
                  <c:v>2.6</c:v>
                </c:pt>
              </c:numCache>
            </c:numRef>
          </c:val>
          <c:extLst>
            <c:ext xmlns:c16="http://schemas.microsoft.com/office/drawing/2014/chart" uri="{C3380CC4-5D6E-409C-BE32-E72D297353CC}">
              <c16:uniqueId val="{00000008-7841-1440-A835-D13EE6F4A6FF}"/>
            </c:ext>
          </c:extLst>
        </c:ser>
        <c:dLbls>
          <c:showLegendKey val="0"/>
          <c:showVal val="1"/>
          <c:showCatName val="0"/>
          <c:showSerName val="0"/>
          <c:showPercent val="0"/>
          <c:showBubbleSize val="0"/>
          <c:showLeaderLines val="1"/>
        </c:dLbls>
        <c:firstSliceAng val="0"/>
      </c:pieChart>
    </c:plotArea>
    <c:legend>
      <c:legendPos val="r"/>
      <c:layout>
        <c:manualLayout>
          <c:xMode val="edge"/>
          <c:yMode val="edge"/>
          <c:x val="0"/>
          <c:y val="0.64290844953950266"/>
          <c:w val="0.23316399712162425"/>
          <c:h val="0.23640922861635891"/>
        </c:manualLayout>
      </c:layout>
      <c:overlay val="0"/>
      <c:txPr>
        <a:bodyPr/>
        <a:lstStyle/>
        <a:p>
          <a:pPr marL="36000">
            <a:defRPr sz="1000">
              <a:solidFill>
                <a:schemeClr val="tx1">
                  <a:lumMod val="65000"/>
                  <a:lumOff val="35000"/>
                </a:schemeClr>
              </a:solidFill>
            </a:defRPr>
          </a:pPr>
          <a:endParaRPr lang="en-GR"/>
        </a:p>
      </c:txPr>
    </c:legend>
    <c:plotVisOnly val="1"/>
    <c:dispBlanksAs val="zero"/>
    <c:showDLblsOverMax val="0"/>
  </c:chart>
  <c:txPr>
    <a:bodyPr/>
    <a:lstStyle/>
    <a:p>
      <a:pPr>
        <a:defRPr sz="1000">
          <a:latin typeface="Aptos" panose="020B0004020202020204" pitchFamily="34" charset="0"/>
        </a:defRPr>
      </a:pPr>
      <a:endParaRPr lang="en-GR"/>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50023610112185835"/>
          <c:y val="0.10944248425821748"/>
          <c:w val="0.39642274592046384"/>
          <c:h val="0.76234284473978586"/>
        </c:manualLayout>
      </c:layout>
      <c:doughnutChart>
        <c:varyColors val="1"/>
        <c:ser>
          <c:idx val="0"/>
          <c:order val="0"/>
          <c:tx>
            <c:strRef>
              <c:f>Sheet1!$B$1</c:f>
              <c:strCache>
                <c:ptCount val="1"/>
                <c:pt idx="0">
                  <c:v>A</c:v>
                </c:pt>
              </c:strCache>
            </c:strRef>
          </c:tx>
          <c:dPt>
            <c:idx val="0"/>
            <c:bubble3D val="0"/>
            <c:spPr>
              <a:solidFill>
                <a:schemeClr val="accent3"/>
              </a:solidFill>
            </c:spPr>
            <c:extLst>
              <c:ext xmlns:c16="http://schemas.microsoft.com/office/drawing/2014/chart" uri="{C3380CC4-5D6E-409C-BE32-E72D297353CC}">
                <c16:uniqueId val="{00000001-1573-C745-B4C9-33C556F6E47D}"/>
              </c:ext>
            </c:extLst>
          </c:dPt>
          <c:dPt>
            <c:idx val="1"/>
            <c:bubble3D val="0"/>
            <c:spPr>
              <a:solidFill>
                <a:schemeClr val="accent1"/>
              </a:solidFill>
            </c:spPr>
            <c:extLst>
              <c:ext xmlns:c16="http://schemas.microsoft.com/office/drawing/2014/chart" uri="{C3380CC4-5D6E-409C-BE32-E72D297353CC}">
                <c16:uniqueId val="{00000003-1573-C745-B4C9-33C556F6E47D}"/>
              </c:ext>
            </c:extLst>
          </c:dPt>
          <c:dPt>
            <c:idx val="2"/>
            <c:bubble3D val="0"/>
            <c:spPr>
              <a:solidFill>
                <a:schemeClr val="tx2"/>
              </a:solidFill>
            </c:spPr>
            <c:extLst>
              <c:ext xmlns:c16="http://schemas.microsoft.com/office/drawing/2014/chart" uri="{C3380CC4-5D6E-409C-BE32-E72D297353CC}">
                <c16:uniqueId val="{00000005-1573-C745-B4C9-33C556F6E47D}"/>
              </c:ext>
            </c:extLst>
          </c:dPt>
          <c:dPt>
            <c:idx val="4"/>
            <c:bubble3D val="0"/>
            <c:spPr>
              <a:solidFill>
                <a:schemeClr val="accent5"/>
              </a:solidFill>
            </c:spPr>
            <c:extLst>
              <c:ext xmlns:c16="http://schemas.microsoft.com/office/drawing/2014/chart" uri="{C3380CC4-5D6E-409C-BE32-E72D297353CC}">
                <c16:uniqueId val="{00000007-1573-C745-B4C9-33C556F6E47D}"/>
              </c:ext>
            </c:extLst>
          </c:dPt>
          <c:dPt>
            <c:idx val="5"/>
            <c:bubble3D val="0"/>
            <c:spPr>
              <a:solidFill>
                <a:schemeClr val="accent6"/>
              </a:solidFill>
            </c:spPr>
            <c:extLst>
              <c:ext xmlns:c16="http://schemas.microsoft.com/office/drawing/2014/chart" uri="{C3380CC4-5D6E-409C-BE32-E72D297353CC}">
                <c16:uniqueId val="{00000009-1573-C745-B4C9-33C556F6E47D}"/>
              </c:ext>
            </c:extLst>
          </c:dPt>
          <c:dLbls>
            <c:spPr>
              <a:noFill/>
              <a:ln>
                <a:noFill/>
              </a:ln>
              <a:effectLst/>
            </c:spPr>
            <c:txPr>
              <a:bodyPr/>
              <a:lstStyle/>
              <a:p>
                <a:pPr>
                  <a:defRPr b="1">
                    <a:solidFill>
                      <a:schemeClr val="bg1"/>
                    </a:solidFill>
                  </a:defRPr>
                </a:pPr>
                <a:endParaRPr lang="en-GR"/>
              </a:p>
            </c:txPr>
            <c:showLegendKey val="0"/>
            <c:showVal val="1"/>
            <c:showCatName val="0"/>
            <c:showSerName val="0"/>
            <c:showPercent val="0"/>
            <c:showBubbleSize val="0"/>
            <c:separator>
</c:separator>
            <c:showLeaderLines val="1"/>
            <c:extLst>
              <c:ext xmlns:c15="http://schemas.microsoft.com/office/drawing/2012/chart" uri="{CE6537A1-D6FC-4f65-9D91-7224C49458BB}"/>
            </c:extLst>
          </c:dLbls>
          <c:cat>
            <c:strRef>
              <c:f>Sheet1!$A$2:$A$4</c:f>
              <c:strCache>
                <c:ptCount val="3"/>
                <c:pt idx="0">
                  <c:v>Lorem ipsum</c:v>
                </c:pt>
                <c:pt idx="1">
                  <c:v>Sit amet</c:v>
                </c:pt>
                <c:pt idx="2">
                  <c:v>Dolor</c:v>
                </c:pt>
              </c:strCache>
            </c:strRef>
          </c:cat>
          <c:val>
            <c:numRef>
              <c:f>Sheet1!$B$2:$B$4</c:f>
              <c:numCache>
                <c:formatCode>0%</c:formatCode>
                <c:ptCount val="3"/>
                <c:pt idx="0">
                  <c:v>0.39014571984133684</c:v>
                </c:pt>
                <c:pt idx="1">
                  <c:v>0.31608694501499113</c:v>
                </c:pt>
                <c:pt idx="2">
                  <c:v>0.29376733514367204</c:v>
                </c:pt>
              </c:numCache>
            </c:numRef>
          </c:val>
          <c:extLst>
            <c:ext xmlns:c16="http://schemas.microsoft.com/office/drawing/2014/chart" uri="{C3380CC4-5D6E-409C-BE32-E72D297353CC}">
              <c16:uniqueId val="{0000000A-1573-C745-B4C9-33C556F6E47D}"/>
            </c:ext>
          </c:extLst>
        </c:ser>
        <c:dLbls>
          <c:showLegendKey val="0"/>
          <c:showVal val="0"/>
          <c:showCatName val="0"/>
          <c:showSerName val="0"/>
          <c:showPercent val="0"/>
          <c:showBubbleSize val="0"/>
          <c:showLeaderLines val="1"/>
        </c:dLbls>
        <c:firstSliceAng val="0"/>
        <c:holeSize val="50"/>
      </c:doughnutChart>
    </c:plotArea>
    <c:legend>
      <c:legendPos val="l"/>
      <c:layout>
        <c:manualLayout>
          <c:xMode val="edge"/>
          <c:yMode val="edge"/>
          <c:x val="3.5569208156607584E-3"/>
          <c:y val="0.60049938519391854"/>
          <c:w val="0.36236760972680598"/>
          <c:h val="0.31372506776870362"/>
        </c:manualLayout>
      </c:layout>
      <c:overlay val="0"/>
      <c:txPr>
        <a:bodyPr/>
        <a:lstStyle/>
        <a:p>
          <a:pPr marL="36000">
            <a:defRPr sz="1000">
              <a:solidFill>
                <a:schemeClr val="tx1">
                  <a:lumMod val="65000"/>
                  <a:lumOff val="35000"/>
                </a:schemeClr>
              </a:solidFill>
            </a:defRPr>
          </a:pPr>
          <a:endParaRPr lang="en-GR"/>
        </a:p>
      </c:txPr>
    </c:legend>
    <c:plotVisOnly val="1"/>
    <c:dispBlanksAs val="zero"/>
    <c:showDLblsOverMax val="0"/>
  </c:chart>
  <c:spPr>
    <a:ln w="12700">
      <a:noFill/>
    </a:ln>
  </c:spPr>
  <c:txPr>
    <a:bodyPr/>
    <a:lstStyle/>
    <a:p>
      <a:pPr>
        <a:defRPr sz="1000">
          <a:latin typeface="Aptos" panose="020B0004020202020204" pitchFamily="34" charset="0"/>
        </a:defRPr>
      </a:pPr>
      <a:endParaRPr lang="en-GR"/>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9814984103084609"/>
          <c:y val="0.11049424108020479"/>
          <c:w val="0.39775000952246525"/>
          <c:h val="0.76489442204789737"/>
        </c:manualLayout>
      </c:layout>
      <c:doughnutChart>
        <c:varyColors val="1"/>
        <c:ser>
          <c:idx val="0"/>
          <c:order val="0"/>
          <c:tx>
            <c:strRef>
              <c:f>Sheet1!$B$1</c:f>
              <c:strCache>
                <c:ptCount val="1"/>
                <c:pt idx="0">
                  <c:v>A</c:v>
                </c:pt>
              </c:strCache>
            </c:strRef>
          </c:tx>
          <c:dPt>
            <c:idx val="0"/>
            <c:bubble3D val="0"/>
            <c:spPr>
              <a:solidFill>
                <a:schemeClr val="accent3"/>
              </a:solidFill>
            </c:spPr>
            <c:extLst>
              <c:ext xmlns:c16="http://schemas.microsoft.com/office/drawing/2014/chart" uri="{C3380CC4-5D6E-409C-BE32-E72D297353CC}">
                <c16:uniqueId val="{00000001-5151-4E4D-8F7F-E42952929322}"/>
              </c:ext>
            </c:extLst>
          </c:dPt>
          <c:dPt>
            <c:idx val="1"/>
            <c:bubble3D val="0"/>
            <c:spPr>
              <a:solidFill>
                <a:schemeClr val="accent1"/>
              </a:solidFill>
            </c:spPr>
            <c:extLst>
              <c:ext xmlns:c16="http://schemas.microsoft.com/office/drawing/2014/chart" uri="{C3380CC4-5D6E-409C-BE32-E72D297353CC}">
                <c16:uniqueId val="{00000003-5151-4E4D-8F7F-E42952929322}"/>
              </c:ext>
            </c:extLst>
          </c:dPt>
          <c:dPt>
            <c:idx val="2"/>
            <c:bubble3D val="0"/>
            <c:spPr>
              <a:solidFill>
                <a:schemeClr val="tx2"/>
              </a:solidFill>
            </c:spPr>
            <c:extLst>
              <c:ext xmlns:c16="http://schemas.microsoft.com/office/drawing/2014/chart" uri="{C3380CC4-5D6E-409C-BE32-E72D297353CC}">
                <c16:uniqueId val="{00000005-5151-4E4D-8F7F-E42952929322}"/>
              </c:ext>
            </c:extLst>
          </c:dPt>
          <c:dPt>
            <c:idx val="3"/>
            <c:bubble3D val="0"/>
            <c:spPr>
              <a:solidFill>
                <a:schemeClr val="accent4"/>
              </a:solidFill>
            </c:spPr>
            <c:extLst>
              <c:ext xmlns:c16="http://schemas.microsoft.com/office/drawing/2014/chart" uri="{C3380CC4-5D6E-409C-BE32-E72D297353CC}">
                <c16:uniqueId val="{00000007-5151-4E4D-8F7F-E42952929322}"/>
              </c:ext>
            </c:extLst>
          </c:dPt>
          <c:dPt>
            <c:idx val="4"/>
            <c:bubble3D val="0"/>
            <c:spPr>
              <a:solidFill>
                <a:schemeClr val="accent5"/>
              </a:solidFill>
            </c:spPr>
            <c:extLst>
              <c:ext xmlns:c16="http://schemas.microsoft.com/office/drawing/2014/chart" uri="{C3380CC4-5D6E-409C-BE32-E72D297353CC}">
                <c16:uniqueId val="{00000009-5151-4E4D-8F7F-E42952929322}"/>
              </c:ext>
            </c:extLst>
          </c:dPt>
          <c:dPt>
            <c:idx val="5"/>
            <c:bubble3D val="0"/>
            <c:spPr>
              <a:solidFill>
                <a:schemeClr val="accent6"/>
              </a:solidFill>
            </c:spPr>
            <c:extLst>
              <c:ext xmlns:c16="http://schemas.microsoft.com/office/drawing/2014/chart" uri="{C3380CC4-5D6E-409C-BE32-E72D297353CC}">
                <c16:uniqueId val="{0000000B-5151-4E4D-8F7F-E42952929322}"/>
              </c:ext>
            </c:extLst>
          </c:dPt>
          <c:dLbls>
            <c:spPr>
              <a:noFill/>
              <a:ln>
                <a:noFill/>
              </a:ln>
              <a:effectLst/>
            </c:spPr>
            <c:txPr>
              <a:bodyPr/>
              <a:lstStyle/>
              <a:p>
                <a:pPr>
                  <a:defRPr b="1">
                    <a:solidFill>
                      <a:schemeClr val="bg1"/>
                    </a:solidFill>
                  </a:defRPr>
                </a:pPr>
                <a:endParaRPr lang="en-GR"/>
              </a:p>
            </c:txPr>
            <c:showLegendKey val="0"/>
            <c:showVal val="1"/>
            <c:showCatName val="0"/>
            <c:showSerName val="0"/>
            <c:showPercent val="0"/>
            <c:showBubbleSize val="0"/>
            <c:separator>
</c:separator>
            <c:showLeaderLines val="1"/>
            <c:extLst>
              <c:ext xmlns:c15="http://schemas.microsoft.com/office/drawing/2012/chart" uri="{CE6537A1-D6FC-4f65-9D91-7224C49458BB}"/>
            </c:extLst>
          </c:dLbls>
          <c:cat>
            <c:strRef>
              <c:f>Sheet1!$A$2:$A$4</c:f>
              <c:strCache>
                <c:ptCount val="3"/>
                <c:pt idx="0">
                  <c:v>Lorem ipsum</c:v>
                </c:pt>
                <c:pt idx="1">
                  <c:v>Sit amet</c:v>
                </c:pt>
                <c:pt idx="2">
                  <c:v>Dolor</c:v>
                </c:pt>
              </c:strCache>
            </c:strRef>
          </c:cat>
          <c:val>
            <c:numRef>
              <c:f>Sheet1!$B$2:$B$4</c:f>
              <c:numCache>
                <c:formatCode>0%</c:formatCode>
                <c:ptCount val="3"/>
                <c:pt idx="0">
                  <c:v>0.17</c:v>
                </c:pt>
                <c:pt idx="1">
                  <c:v>0.27</c:v>
                </c:pt>
                <c:pt idx="2">
                  <c:v>0.56000000000000005</c:v>
                </c:pt>
              </c:numCache>
            </c:numRef>
          </c:val>
          <c:extLst>
            <c:ext xmlns:c16="http://schemas.microsoft.com/office/drawing/2014/chart" uri="{C3380CC4-5D6E-409C-BE32-E72D297353CC}">
              <c16:uniqueId val="{0000000C-5151-4E4D-8F7F-E42952929322}"/>
            </c:ext>
          </c:extLst>
        </c:ser>
        <c:dLbls>
          <c:showLegendKey val="0"/>
          <c:showVal val="0"/>
          <c:showCatName val="0"/>
          <c:showSerName val="0"/>
          <c:showPercent val="0"/>
          <c:showBubbleSize val="0"/>
          <c:showLeaderLines val="1"/>
        </c:dLbls>
        <c:firstSliceAng val="0"/>
        <c:holeSize val="50"/>
      </c:doughnutChart>
    </c:plotArea>
    <c:legend>
      <c:legendPos val="l"/>
      <c:layout>
        <c:manualLayout>
          <c:xMode val="edge"/>
          <c:yMode val="edge"/>
          <c:x val="0"/>
          <c:y val="0.6004992769371218"/>
          <c:w val="0.36236760972680598"/>
          <c:h val="0.31372526842194559"/>
        </c:manualLayout>
      </c:layout>
      <c:overlay val="0"/>
      <c:txPr>
        <a:bodyPr/>
        <a:lstStyle/>
        <a:p>
          <a:pPr marL="36000">
            <a:defRPr sz="1000">
              <a:solidFill>
                <a:schemeClr val="tx1">
                  <a:lumMod val="65000"/>
                  <a:lumOff val="35000"/>
                </a:schemeClr>
              </a:solidFill>
            </a:defRPr>
          </a:pPr>
          <a:endParaRPr lang="en-GR"/>
        </a:p>
      </c:txPr>
    </c:legend>
    <c:plotVisOnly val="1"/>
    <c:dispBlanksAs val="zero"/>
    <c:showDLblsOverMax val="0"/>
  </c:chart>
  <c:spPr>
    <a:ln w="12700">
      <a:noFill/>
    </a:ln>
  </c:spPr>
  <c:txPr>
    <a:bodyPr/>
    <a:lstStyle/>
    <a:p>
      <a:pPr>
        <a:defRPr sz="1000">
          <a:latin typeface="Aptos" panose="020B0004020202020204" pitchFamily="34" charset="0"/>
        </a:defRPr>
      </a:pPr>
      <a:endParaRPr lang="en-GR"/>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9945525897744408"/>
          <c:y val="0.11049424108020479"/>
          <c:w val="0.39775000952246525"/>
          <c:h val="0.76489442204789737"/>
        </c:manualLayout>
      </c:layout>
      <c:doughnutChart>
        <c:varyColors val="1"/>
        <c:ser>
          <c:idx val="0"/>
          <c:order val="0"/>
          <c:tx>
            <c:strRef>
              <c:f>Sheet1!$B$1</c:f>
              <c:strCache>
                <c:ptCount val="1"/>
                <c:pt idx="0">
                  <c:v>A</c:v>
                </c:pt>
              </c:strCache>
            </c:strRef>
          </c:tx>
          <c:spPr>
            <a:solidFill>
              <a:schemeClr val="tx2"/>
            </a:solidFill>
          </c:spPr>
          <c:dPt>
            <c:idx val="0"/>
            <c:bubble3D val="0"/>
            <c:spPr>
              <a:solidFill>
                <a:schemeClr val="accent1"/>
              </a:solidFill>
            </c:spPr>
            <c:extLst>
              <c:ext xmlns:c16="http://schemas.microsoft.com/office/drawing/2014/chart" uri="{C3380CC4-5D6E-409C-BE32-E72D297353CC}">
                <c16:uniqueId val="{00000001-EF76-B746-AF2C-16B88FC13919}"/>
              </c:ext>
            </c:extLst>
          </c:dPt>
          <c:dPt>
            <c:idx val="1"/>
            <c:bubble3D val="0"/>
            <c:spPr>
              <a:solidFill>
                <a:schemeClr val="accent2"/>
              </a:solidFill>
            </c:spPr>
            <c:extLst>
              <c:ext xmlns:c16="http://schemas.microsoft.com/office/drawing/2014/chart" uri="{C3380CC4-5D6E-409C-BE32-E72D297353CC}">
                <c16:uniqueId val="{00000002-EF76-B746-AF2C-16B88FC13919}"/>
              </c:ext>
            </c:extLst>
          </c:dPt>
          <c:dPt>
            <c:idx val="2"/>
            <c:bubble3D val="0"/>
            <c:spPr>
              <a:solidFill>
                <a:schemeClr val="accent3"/>
              </a:solidFill>
            </c:spPr>
            <c:extLst>
              <c:ext xmlns:c16="http://schemas.microsoft.com/office/drawing/2014/chart" uri="{C3380CC4-5D6E-409C-BE32-E72D297353CC}">
                <c16:uniqueId val="{00000004-EF76-B746-AF2C-16B88FC13919}"/>
              </c:ext>
            </c:extLst>
          </c:dPt>
          <c:dPt>
            <c:idx val="3"/>
            <c:bubble3D val="0"/>
            <c:spPr>
              <a:solidFill>
                <a:srgbClr val="00E2FC"/>
              </a:solidFill>
            </c:spPr>
            <c:extLst>
              <c:ext xmlns:c16="http://schemas.microsoft.com/office/drawing/2014/chart" uri="{C3380CC4-5D6E-409C-BE32-E72D297353CC}">
                <c16:uniqueId val="{00000006-EF76-B746-AF2C-16B88FC13919}"/>
              </c:ext>
            </c:extLst>
          </c:dPt>
          <c:dPt>
            <c:idx val="4"/>
            <c:bubble3D val="0"/>
            <c:spPr>
              <a:solidFill>
                <a:schemeClr val="accent5"/>
              </a:solidFill>
            </c:spPr>
            <c:extLst>
              <c:ext xmlns:c16="http://schemas.microsoft.com/office/drawing/2014/chart" uri="{C3380CC4-5D6E-409C-BE32-E72D297353CC}">
                <c16:uniqueId val="{00000008-EF76-B746-AF2C-16B88FC13919}"/>
              </c:ext>
            </c:extLst>
          </c:dPt>
          <c:dPt>
            <c:idx val="5"/>
            <c:bubble3D val="0"/>
            <c:spPr>
              <a:solidFill>
                <a:schemeClr val="accent6"/>
              </a:solidFill>
            </c:spPr>
            <c:extLst>
              <c:ext xmlns:c16="http://schemas.microsoft.com/office/drawing/2014/chart" uri="{C3380CC4-5D6E-409C-BE32-E72D297353CC}">
                <c16:uniqueId val="{0000000A-EF76-B746-AF2C-16B88FC13919}"/>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F76-B746-AF2C-16B88FC13919}"/>
                </c:ext>
              </c:extLst>
            </c:dLbl>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EF76-B746-AF2C-16B88FC13919}"/>
                </c:ext>
              </c:extLst>
            </c:dLbl>
            <c:spPr>
              <a:noFill/>
              <a:ln>
                <a:noFill/>
              </a:ln>
              <a:effectLst/>
            </c:spPr>
            <c:txPr>
              <a:bodyPr/>
              <a:lstStyle/>
              <a:p>
                <a:pPr>
                  <a:defRPr b="1">
                    <a:solidFill>
                      <a:schemeClr val="bg1"/>
                    </a:solidFill>
                  </a:defRPr>
                </a:pPr>
                <a:endParaRPr lang="en-GR"/>
              </a:p>
            </c:txPr>
            <c:showLegendKey val="0"/>
            <c:showVal val="1"/>
            <c:showCatName val="0"/>
            <c:showSerName val="0"/>
            <c:showPercent val="0"/>
            <c:showBubbleSize val="0"/>
            <c:separator>
</c:separator>
            <c:showLeaderLines val="1"/>
            <c:extLst>
              <c:ext xmlns:c15="http://schemas.microsoft.com/office/drawing/2012/chart" uri="{CE6537A1-D6FC-4f65-9D91-7224C49458BB}"/>
            </c:extLst>
          </c:dLbls>
          <c:cat>
            <c:strRef>
              <c:f>Sheet1!$A$2:$A$7</c:f>
              <c:strCache>
                <c:ptCount val="6"/>
                <c:pt idx="0">
                  <c:v>Lorem ipsum</c:v>
                </c:pt>
                <c:pt idx="1">
                  <c:v>Sit amet</c:v>
                </c:pt>
                <c:pt idx="2">
                  <c:v>Dolor</c:v>
                </c:pt>
                <c:pt idx="3">
                  <c:v>Valuptate</c:v>
                </c:pt>
                <c:pt idx="4">
                  <c:v>Qui officia</c:v>
                </c:pt>
                <c:pt idx="5">
                  <c:v>Velit set</c:v>
                </c:pt>
              </c:strCache>
            </c:strRef>
          </c:cat>
          <c:val>
            <c:numRef>
              <c:f>Sheet1!$B$2:$B$7</c:f>
              <c:numCache>
                <c:formatCode>0%</c:formatCode>
                <c:ptCount val="6"/>
                <c:pt idx="0">
                  <c:v>0.28000000000000003</c:v>
                </c:pt>
                <c:pt idx="1">
                  <c:v>0.34</c:v>
                </c:pt>
                <c:pt idx="2">
                  <c:v>0.23</c:v>
                </c:pt>
                <c:pt idx="3">
                  <c:v>0.15</c:v>
                </c:pt>
                <c:pt idx="4">
                  <c:v>0.14000000000000001</c:v>
                </c:pt>
                <c:pt idx="5">
                  <c:v>0.13</c:v>
                </c:pt>
              </c:numCache>
            </c:numRef>
          </c:val>
          <c:extLst>
            <c:ext xmlns:c16="http://schemas.microsoft.com/office/drawing/2014/chart" uri="{C3380CC4-5D6E-409C-BE32-E72D297353CC}">
              <c16:uniqueId val="{0000000B-EF76-B746-AF2C-16B88FC13919}"/>
            </c:ext>
          </c:extLst>
        </c:ser>
        <c:dLbls>
          <c:showLegendKey val="0"/>
          <c:showVal val="0"/>
          <c:showCatName val="0"/>
          <c:showSerName val="0"/>
          <c:showPercent val="0"/>
          <c:showBubbleSize val="0"/>
          <c:showLeaderLines val="1"/>
        </c:dLbls>
        <c:firstSliceAng val="0"/>
        <c:holeSize val="50"/>
      </c:doughnutChart>
    </c:plotArea>
    <c:legend>
      <c:legendPos val="l"/>
      <c:layout>
        <c:manualLayout>
          <c:xMode val="edge"/>
          <c:yMode val="edge"/>
          <c:x val="1.4227683262643034E-2"/>
          <c:y val="0.30332608923969334"/>
          <c:w val="0.33746916401718074"/>
          <c:h val="0.60693009314988799"/>
        </c:manualLayout>
      </c:layout>
      <c:overlay val="0"/>
      <c:txPr>
        <a:bodyPr/>
        <a:lstStyle/>
        <a:p>
          <a:pPr marL="36000">
            <a:defRPr sz="1000">
              <a:solidFill>
                <a:schemeClr val="tx1">
                  <a:lumMod val="65000"/>
                  <a:lumOff val="35000"/>
                </a:schemeClr>
              </a:solidFill>
            </a:defRPr>
          </a:pPr>
          <a:endParaRPr lang="en-GR"/>
        </a:p>
      </c:txPr>
    </c:legend>
    <c:plotVisOnly val="1"/>
    <c:dispBlanksAs val="zero"/>
    <c:showDLblsOverMax val="0"/>
  </c:chart>
  <c:spPr>
    <a:ln w="12700">
      <a:noFill/>
    </a:ln>
  </c:spPr>
  <c:txPr>
    <a:bodyPr/>
    <a:lstStyle/>
    <a:p>
      <a:pPr>
        <a:defRPr sz="1000">
          <a:latin typeface="Aptos" panose="020B0004020202020204" pitchFamily="34" charset="0"/>
        </a:defRPr>
      </a:pPr>
      <a:endParaRPr lang="en-GR"/>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9731914598051141"/>
          <c:y val="0.13060673136713519"/>
          <c:w val="0.3984653147006697"/>
          <c:h val="0.75484457668448657"/>
        </c:manualLayout>
      </c:layout>
      <c:doughnutChart>
        <c:varyColors val="1"/>
        <c:ser>
          <c:idx val="0"/>
          <c:order val="0"/>
          <c:tx>
            <c:strRef>
              <c:f>Sheet1!$B$1</c:f>
              <c:strCache>
                <c:ptCount val="1"/>
                <c:pt idx="0">
                  <c:v>A</c:v>
                </c:pt>
              </c:strCache>
            </c:strRef>
          </c:tx>
          <c:dPt>
            <c:idx val="0"/>
            <c:bubble3D val="0"/>
            <c:spPr>
              <a:solidFill>
                <a:schemeClr val="accent3"/>
              </a:solidFill>
            </c:spPr>
            <c:extLst>
              <c:ext xmlns:c16="http://schemas.microsoft.com/office/drawing/2014/chart" uri="{C3380CC4-5D6E-409C-BE32-E72D297353CC}">
                <c16:uniqueId val="{00000001-D13E-8D4B-BFA0-512AA2F31D41}"/>
              </c:ext>
            </c:extLst>
          </c:dPt>
          <c:dPt>
            <c:idx val="1"/>
            <c:bubble3D val="0"/>
            <c:spPr>
              <a:solidFill>
                <a:schemeClr val="accent1"/>
              </a:solidFill>
            </c:spPr>
            <c:extLst>
              <c:ext xmlns:c16="http://schemas.microsoft.com/office/drawing/2014/chart" uri="{C3380CC4-5D6E-409C-BE32-E72D297353CC}">
                <c16:uniqueId val="{00000003-D13E-8D4B-BFA0-512AA2F31D41}"/>
              </c:ext>
            </c:extLst>
          </c:dPt>
          <c:dPt>
            <c:idx val="2"/>
            <c:bubble3D val="0"/>
            <c:spPr>
              <a:solidFill>
                <a:schemeClr val="tx2"/>
              </a:solidFill>
            </c:spPr>
            <c:extLst>
              <c:ext xmlns:c16="http://schemas.microsoft.com/office/drawing/2014/chart" uri="{C3380CC4-5D6E-409C-BE32-E72D297353CC}">
                <c16:uniqueId val="{00000005-D13E-8D4B-BFA0-512AA2F31D41}"/>
              </c:ext>
            </c:extLst>
          </c:dPt>
          <c:dPt>
            <c:idx val="3"/>
            <c:bubble3D val="0"/>
            <c:spPr>
              <a:solidFill>
                <a:schemeClr val="accent4"/>
              </a:solidFill>
            </c:spPr>
            <c:extLst>
              <c:ext xmlns:c16="http://schemas.microsoft.com/office/drawing/2014/chart" uri="{C3380CC4-5D6E-409C-BE32-E72D297353CC}">
                <c16:uniqueId val="{00000007-D13E-8D4B-BFA0-512AA2F31D41}"/>
              </c:ext>
            </c:extLst>
          </c:dPt>
          <c:dPt>
            <c:idx val="4"/>
            <c:bubble3D val="0"/>
            <c:spPr>
              <a:solidFill>
                <a:schemeClr val="accent5"/>
              </a:solidFill>
            </c:spPr>
            <c:extLst>
              <c:ext xmlns:c16="http://schemas.microsoft.com/office/drawing/2014/chart" uri="{C3380CC4-5D6E-409C-BE32-E72D297353CC}">
                <c16:uniqueId val="{00000009-D13E-8D4B-BFA0-512AA2F31D41}"/>
              </c:ext>
            </c:extLst>
          </c:dPt>
          <c:dPt>
            <c:idx val="5"/>
            <c:bubble3D val="0"/>
            <c:spPr>
              <a:solidFill>
                <a:schemeClr val="accent6"/>
              </a:solidFill>
            </c:spPr>
            <c:extLst>
              <c:ext xmlns:c16="http://schemas.microsoft.com/office/drawing/2014/chart" uri="{C3380CC4-5D6E-409C-BE32-E72D297353CC}">
                <c16:uniqueId val="{0000000B-D13E-8D4B-BFA0-512AA2F31D41}"/>
              </c:ext>
            </c:extLst>
          </c:dPt>
          <c:dLbls>
            <c:spPr>
              <a:noFill/>
              <a:ln>
                <a:noFill/>
              </a:ln>
              <a:effectLst/>
            </c:spPr>
            <c:txPr>
              <a:bodyPr/>
              <a:lstStyle/>
              <a:p>
                <a:pPr>
                  <a:defRPr b="1">
                    <a:solidFill>
                      <a:schemeClr val="bg1"/>
                    </a:solidFill>
                  </a:defRPr>
                </a:pPr>
                <a:endParaRPr lang="en-GR"/>
              </a:p>
            </c:txPr>
            <c:showLegendKey val="0"/>
            <c:showVal val="1"/>
            <c:showCatName val="0"/>
            <c:showSerName val="0"/>
            <c:showPercent val="0"/>
            <c:showBubbleSize val="0"/>
            <c:separator>
</c:separator>
            <c:showLeaderLines val="1"/>
            <c:extLst>
              <c:ext xmlns:c15="http://schemas.microsoft.com/office/drawing/2012/chart" uri="{CE6537A1-D6FC-4f65-9D91-7224C49458BB}"/>
            </c:extLst>
          </c:dLbls>
          <c:cat>
            <c:strRef>
              <c:f>Sheet1!$A$2:$A$4</c:f>
              <c:strCache>
                <c:ptCount val="3"/>
                <c:pt idx="0">
                  <c:v>X</c:v>
                </c:pt>
                <c:pt idx="1">
                  <c:v>Y</c:v>
                </c:pt>
                <c:pt idx="2">
                  <c:v>Z</c:v>
                </c:pt>
              </c:strCache>
            </c:strRef>
          </c:cat>
          <c:val>
            <c:numRef>
              <c:f>Sheet1!$B$2:$B$4</c:f>
              <c:numCache>
                <c:formatCode>0%</c:formatCode>
                <c:ptCount val="3"/>
                <c:pt idx="0">
                  <c:v>0.39014571984133684</c:v>
                </c:pt>
                <c:pt idx="1">
                  <c:v>0.31608694501499113</c:v>
                </c:pt>
                <c:pt idx="2">
                  <c:v>0.29376733514367204</c:v>
                </c:pt>
              </c:numCache>
            </c:numRef>
          </c:val>
          <c:extLst>
            <c:ext xmlns:c16="http://schemas.microsoft.com/office/drawing/2014/chart" uri="{C3380CC4-5D6E-409C-BE32-E72D297353CC}">
              <c16:uniqueId val="{0000000C-D13E-8D4B-BFA0-512AA2F31D41}"/>
            </c:ext>
          </c:extLst>
        </c:ser>
        <c:dLbls>
          <c:showLegendKey val="0"/>
          <c:showVal val="0"/>
          <c:showCatName val="0"/>
          <c:showSerName val="0"/>
          <c:showPercent val="0"/>
          <c:showBubbleSize val="0"/>
          <c:showLeaderLines val="1"/>
        </c:dLbls>
        <c:firstSliceAng val="0"/>
        <c:holeSize val="50"/>
      </c:doughnutChart>
    </c:plotArea>
    <c:legend>
      <c:legendPos val="l"/>
      <c:layout>
        <c:manualLayout>
          <c:xMode val="edge"/>
          <c:yMode val="edge"/>
          <c:x val="2.4898445709625308E-2"/>
          <c:y val="0.60803655371320275"/>
          <c:w val="0.14178446516234122"/>
          <c:h val="0.31505081738635859"/>
        </c:manualLayout>
      </c:layout>
      <c:overlay val="0"/>
      <c:txPr>
        <a:bodyPr/>
        <a:lstStyle/>
        <a:p>
          <a:pPr marL="36000">
            <a:defRPr sz="1000">
              <a:solidFill>
                <a:schemeClr val="tx1">
                  <a:lumMod val="65000"/>
                  <a:lumOff val="35000"/>
                </a:schemeClr>
              </a:solidFill>
            </a:defRPr>
          </a:pPr>
          <a:endParaRPr lang="en-GR"/>
        </a:p>
      </c:txPr>
    </c:legend>
    <c:plotVisOnly val="1"/>
    <c:dispBlanksAs val="zero"/>
    <c:showDLblsOverMax val="0"/>
  </c:chart>
  <c:spPr>
    <a:ln w="12700">
      <a:noFill/>
    </a:ln>
  </c:spPr>
  <c:txPr>
    <a:bodyPr/>
    <a:lstStyle/>
    <a:p>
      <a:pPr>
        <a:defRPr sz="1000">
          <a:latin typeface="Aptos" panose="020B0004020202020204" pitchFamily="34" charset="0"/>
        </a:defRPr>
      </a:pPr>
      <a:endParaRPr lang="en-GR"/>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50301217979310486"/>
          <c:y val="0.11733438897820578"/>
          <c:w val="0.40130693033812592"/>
          <c:h val="0.77173456994589817"/>
        </c:manualLayout>
      </c:layout>
      <c:doughnutChart>
        <c:varyColors val="1"/>
        <c:ser>
          <c:idx val="0"/>
          <c:order val="0"/>
          <c:tx>
            <c:strRef>
              <c:f>Sheet1!$B$1</c:f>
              <c:strCache>
                <c:ptCount val="1"/>
                <c:pt idx="0">
                  <c:v>A</c:v>
                </c:pt>
              </c:strCache>
            </c:strRef>
          </c:tx>
          <c:dPt>
            <c:idx val="0"/>
            <c:bubble3D val="0"/>
            <c:spPr>
              <a:solidFill>
                <a:schemeClr val="accent5"/>
              </a:solidFill>
            </c:spPr>
            <c:extLst>
              <c:ext xmlns:c16="http://schemas.microsoft.com/office/drawing/2014/chart" uri="{C3380CC4-5D6E-409C-BE32-E72D297353CC}">
                <c16:uniqueId val="{00000001-0E4D-4D42-9531-54B157E6542F}"/>
              </c:ext>
            </c:extLst>
          </c:dPt>
          <c:dPt>
            <c:idx val="1"/>
            <c:bubble3D val="0"/>
            <c:spPr>
              <a:solidFill>
                <a:schemeClr val="accent4">
                  <a:lumMod val="60000"/>
                  <a:lumOff val="40000"/>
                </a:schemeClr>
              </a:solidFill>
            </c:spPr>
            <c:extLst>
              <c:ext xmlns:c16="http://schemas.microsoft.com/office/drawing/2014/chart" uri="{C3380CC4-5D6E-409C-BE32-E72D297353CC}">
                <c16:uniqueId val="{00000003-0E4D-4D42-9531-54B157E6542F}"/>
              </c:ext>
            </c:extLst>
          </c:dPt>
          <c:dPt>
            <c:idx val="2"/>
            <c:bubble3D val="0"/>
            <c:spPr>
              <a:solidFill>
                <a:schemeClr val="accent3"/>
              </a:solidFill>
            </c:spPr>
            <c:extLst>
              <c:ext xmlns:c16="http://schemas.microsoft.com/office/drawing/2014/chart" uri="{C3380CC4-5D6E-409C-BE32-E72D297353CC}">
                <c16:uniqueId val="{00000005-0E4D-4D42-9531-54B157E6542F}"/>
              </c:ext>
            </c:extLst>
          </c:dPt>
          <c:dPt>
            <c:idx val="3"/>
            <c:bubble3D val="0"/>
            <c:spPr>
              <a:solidFill>
                <a:schemeClr val="accent2"/>
              </a:solidFill>
            </c:spPr>
            <c:extLst>
              <c:ext xmlns:c16="http://schemas.microsoft.com/office/drawing/2014/chart" uri="{C3380CC4-5D6E-409C-BE32-E72D297353CC}">
                <c16:uniqueId val="{00000007-0E4D-4D42-9531-54B157E6542F}"/>
              </c:ext>
            </c:extLst>
          </c:dPt>
          <c:dPt>
            <c:idx val="4"/>
            <c:bubble3D val="0"/>
            <c:spPr>
              <a:solidFill>
                <a:schemeClr val="accent1"/>
              </a:solidFill>
            </c:spPr>
            <c:extLst>
              <c:ext xmlns:c16="http://schemas.microsoft.com/office/drawing/2014/chart" uri="{C3380CC4-5D6E-409C-BE32-E72D297353CC}">
                <c16:uniqueId val="{00000009-0E4D-4D42-9531-54B157E6542F}"/>
              </c:ext>
            </c:extLst>
          </c:dPt>
          <c:dPt>
            <c:idx val="5"/>
            <c:bubble3D val="0"/>
            <c:spPr>
              <a:solidFill>
                <a:schemeClr val="accent6"/>
              </a:solidFill>
            </c:spPr>
            <c:extLst>
              <c:ext xmlns:c16="http://schemas.microsoft.com/office/drawing/2014/chart" uri="{C3380CC4-5D6E-409C-BE32-E72D297353CC}">
                <c16:uniqueId val="{0000000B-0E4D-4D42-9531-54B157E6542F}"/>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E4D-4D42-9531-54B157E6542F}"/>
                </c:ext>
              </c:extLst>
            </c:dLbl>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E4D-4D42-9531-54B157E6542F}"/>
                </c:ext>
              </c:extLst>
            </c:dLbl>
            <c:spPr>
              <a:noFill/>
              <a:ln>
                <a:noFill/>
              </a:ln>
              <a:effectLst/>
            </c:spPr>
            <c:txPr>
              <a:bodyPr/>
              <a:lstStyle/>
              <a:p>
                <a:pPr>
                  <a:defRPr b="1">
                    <a:solidFill>
                      <a:schemeClr val="bg1"/>
                    </a:solidFill>
                  </a:defRPr>
                </a:pPr>
                <a:endParaRPr lang="en-GR"/>
              </a:p>
            </c:txPr>
            <c:showLegendKey val="0"/>
            <c:showVal val="1"/>
            <c:showCatName val="0"/>
            <c:showSerName val="0"/>
            <c:showPercent val="0"/>
            <c:showBubbleSize val="0"/>
            <c:separator>
</c:separator>
            <c:showLeaderLines val="1"/>
            <c:extLst>
              <c:ext xmlns:c15="http://schemas.microsoft.com/office/drawing/2012/chart" uri="{CE6537A1-D6FC-4f65-9D91-7224C49458BB}"/>
            </c:extLst>
          </c:dLbls>
          <c:cat>
            <c:strRef>
              <c:f>Sheet1!$A$2:$A$6</c:f>
              <c:strCache>
                <c:ptCount val="5"/>
                <c:pt idx="0">
                  <c:v>Lorem ipsum</c:v>
                </c:pt>
                <c:pt idx="1">
                  <c:v>Sit amet</c:v>
                </c:pt>
                <c:pt idx="2">
                  <c:v>Dolor</c:v>
                </c:pt>
                <c:pt idx="3">
                  <c:v>Valuptate</c:v>
                </c:pt>
                <c:pt idx="4">
                  <c:v>Qui officia</c:v>
                </c:pt>
              </c:strCache>
            </c:strRef>
          </c:cat>
          <c:val>
            <c:numRef>
              <c:f>Sheet1!$B$2:$B$6</c:f>
              <c:numCache>
                <c:formatCode>0%</c:formatCode>
                <c:ptCount val="5"/>
                <c:pt idx="0">
                  <c:v>0.11</c:v>
                </c:pt>
                <c:pt idx="1">
                  <c:v>0.06</c:v>
                </c:pt>
                <c:pt idx="2">
                  <c:v>0.28999999999999998</c:v>
                </c:pt>
                <c:pt idx="3">
                  <c:v>0.32</c:v>
                </c:pt>
                <c:pt idx="4">
                  <c:v>0.22</c:v>
                </c:pt>
              </c:numCache>
            </c:numRef>
          </c:val>
          <c:extLst>
            <c:ext xmlns:c16="http://schemas.microsoft.com/office/drawing/2014/chart" uri="{C3380CC4-5D6E-409C-BE32-E72D297353CC}">
              <c16:uniqueId val="{0000000C-0E4D-4D42-9531-54B157E6542F}"/>
            </c:ext>
          </c:extLst>
        </c:ser>
        <c:dLbls>
          <c:showLegendKey val="0"/>
          <c:showVal val="0"/>
          <c:showCatName val="0"/>
          <c:showSerName val="0"/>
          <c:showPercent val="0"/>
          <c:showBubbleSize val="0"/>
          <c:showLeaderLines val="1"/>
        </c:dLbls>
        <c:firstSliceAng val="0"/>
        <c:holeSize val="50"/>
      </c:doughnutChart>
    </c:plotArea>
    <c:legend>
      <c:legendPos val="l"/>
      <c:layout>
        <c:manualLayout>
          <c:xMode val="edge"/>
          <c:yMode val="edge"/>
          <c:x val="3.2012287340946827E-2"/>
          <c:y val="0.41373038506801108"/>
          <c:w val="0.30901379749189473"/>
          <c:h val="0.49323444741568978"/>
        </c:manualLayout>
      </c:layout>
      <c:overlay val="0"/>
      <c:txPr>
        <a:bodyPr/>
        <a:lstStyle/>
        <a:p>
          <a:pPr marL="36000">
            <a:defRPr sz="1000">
              <a:solidFill>
                <a:schemeClr val="tx1">
                  <a:lumMod val="65000"/>
                  <a:lumOff val="35000"/>
                </a:schemeClr>
              </a:solidFill>
            </a:defRPr>
          </a:pPr>
          <a:endParaRPr lang="en-GR"/>
        </a:p>
      </c:txPr>
    </c:legend>
    <c:plotVisOnly val="1"/>
    <c:dispBlanksAs val="zero"/>
    <c:showDLblsOverMax val="0"/>
  </c:chart>
  <c:spPr>
    <a:ln w="12700">
      <a:noFill/>
    </a:ln>
  </c:spPr>
  <c:txPr>
    <a:bodyPr/>
    <a:lstStyle/>
    <a:p>
      <a:pPr>
        <a:defRPr sz="1000">
          <a:latin typeface="Aptos" panose="020B0004020202020204" pitchFamily="34" charset="0"/>
        </a:defRPr>
      </a:pPr>
      <a:endParaRPr lang="en-GR"/>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50401679986915016"/>
          <c:y val="0.11052948997799836"/>
          <c:w val="0.39929769018603545"/>
          <c:h val="0.77184029762832851"/>
        </c:manualLayout>
      </c:layout>
      <c:doughnutChart>
        <c:varyColors val="1"/>
        <c:ser>
          <c:idx val="0"/>
          <c:order val="0"/>
          <c:tx>
            <c:strRef>
              <c:f>Sheet1!$B$1</c:f>
              <c:strCache>
                <c:ptCount val="1"/>
                <c:pt idx="0">
                  <c:v>A</c:v>
                </c:pt>
              </c:strCache>
            </c:strRef>
          </c:tx>
          <c:dPt>
            <c:idx val="0"/>
            <c:bubble3D val="0"/>
            <c:spPr>
              <a:solidFill>
                <a:schemeClr val="accent4"/>
              </a:solidFill>
            </c:spPr>
            <c:extLst>
              <c:ext xmlns:c16="http://schemas.microsoft.com/office/drawing/2014/chart" uri="{C3380CC4-5D6E-409C-BE32-E72D297353CC}">
                <c16:uniqueId val="{00000001-23AB-7E4C-8F05-1AEEB2581A31}"/>
              </c:ext>
            </c:extLst>
          </c:dPt>
          <c:dPt>
            <c:idx val="1"/>
            <c:bubble3D val="0"/>
            <c:spPr>
              <a:solidFill>
                <a:schemeClr val="accent1"/>
              </a:solidFill>
            </c:spPr>
            <c:extLst>
              <c:ext xmlns:c16="http://schemas.microsoft.com/office/drawing/2014/chart" uri="{C3380CC4-5D6E-409C-BE32-E72D297353CC}">
                <c16:uniqueId val="{00000003-23AB-7E4C-8F05-1AEEB2581A31}"/>
              </c:ext>
            </c:extLst>
          </c:dPt>
          <c:dPt>
            <c:idx val="2"/>
            <c:bubble3D val="0"/>
            <c:spPr>
              <a:solidFill>
                <a:schemeClr val="accent2"/>
              </a:solidFill>
            </c:spPr>
            <c:extLst>
              <c:ext xmlns:c16="http://schemas.microsoft.com/office/drawing/2014/chart" uri="{C3380CC4-5D6E-409C-BE32-E72D297353CC}">
                <c16:uniqueId val="{00000005-23AB-7E4C-8F05-1AEEB2581A31}"/>
              </c:ext>
            </c:extLst>
          </c:dPt>
          <c:dPt>
            <c:idx val="3"/>
            <c:bubble3D val="0"/>
            <c:spPr>
              <a:solidFill>
                <a:schemeClr val="accent3"/>
              </a:solidFill>
            </c:spPr>
            <c:extLst>
              <c:ext xmlns:c16="http://schemas.microsoft.com/office/drawing/2014/chart" uri="{C3380CC4-5D6E-409C-BE32-E72D297353CC}">
                <c16:uniqueId val="{00000007-23AB-7E4C-8F05-1AEEB2581A31}"/>
              </c:ext>
            </c:extLst>
          </c:dPt>
          <c:dLbls>
            <c:spPr>
              <a:noFill/>
              <a:ln>
                <a:noFill/>
              </a:ln>
              <a:effectLst/>
            </c:spPr>
            <c:txPr>
              <a:bodyPr/>
              <a:lstStyle/>
              <a:p>
                <a:pPr>
                  <a:defRPr b="1">
                    <a:solidFill>
                      <a:schemeClr val="bg1"/>
                    </a:solidFill>
                  </a:defRPr>
                </a:pPr>
                <a:endParaRPr lang="en-GR"/>
              </a:p>
            </c:txPr>
            <c:showLegendKey val="0"/>
            <c:showVal val="1"/>
            <c:showCatName val="0"/>
            <c:showSerName val="0"/>
            <c:showPercent val="0"/>
            <c:showBubbleSize val="0"/>
            <c:separator>
</c:separator>
            <c:showLeaderLines val="1"/>
            <c:extLst>
              <c:ext xmlns:c15="http://schemas.microsoft.com/office/drawing/2012/chart" uri="{CE6537A1-D6FC-4f65-9D91-7224C49458BB}"/>
            </c:extLst>
          </c:dLbls>
          <c:cat>
            <c:strRef>
              <c:f>Sheet1!$A$2:$A$5</c:f>
              <c:strCache>
                <c:ptCount val="4"/>
                <c:pt idx="0">
                  <c:v>Lorem ipsum</c:v>
                </c:pt>
                <c:pt idx="1">
                  <c:v>Sit amet</c:v>
                </c:pt>
                <c:pt idx="2">
                  <c:v>Dolor</c:v>
                </c:pt>
                <c:pt idx="3">
                  <c:v>Valuptate</c:v>
                </c:pt>
              </c:strCache>
            </c:strRef>
          </c:cat>
          <c:val>
            <c:numRef>
              <c:f>Sheet1!$B$2:$B$5</c:f>
              <c:numCache>
                <c:formatCode>0%</c:formatCode>
                <c:ptCount val="4"/>
                <c:pt idx="0">
                  <c:v>0.33</c:v>
                </c:pt>
                <c:pt idx="1">
                  <c:v>0.1</c:v>
                </c:pt>
                <c:pt idx="2">
                  <c:v>0.17</c:v>
                </c:pt>
                <c:pt idx="3">
                  <c:v>0.4</c:v>
                </c:pt>
              </c:numCache>
            </c:numRef>
          </c:val>
          <c:extLst>
            <c:ext xmlns:c16="http://schemas.microsoft.com/office/drawing/2014/chart" uri="{C3380CC4-5D6E-409C-BE32-E72D297353CC}">
              <c16:uniqueId val="{00000008-23AB-7E4C-8F05-1AEEB2581A31}"/>
            </c:ext>
          </c:extLst>
        </c:ser>
        <c:dLbls>
          <c:showLegendKey val="0"/>
          <c:showVal val="0"/>
          <c:showCatName val="0"/>
          <c:showSerName val="0"/>
          <c:showPercent val="0"/>
          <c:showBubbleSize val="0"/>
          <c:showLeaderLines val="1"/>
        </c:dLbls>
        <c:firstSliceAng val="0"/>
        <c:holeSize val="50"/>
      </c:doughnutChart>
    </c:plotArea>
    <c:legend>
      <c:legendPos val="l"/>
      <c:layout>
        <c:manualLayout>
          <c:xMode val="edge"/>
          <c:yMode val="edge"/>
          <c:x val="4.9796891419250616E-2"/>
          <c:y val="0.5009826022556001"/>
          <c:w val="0.27700151015094787"/>
          <c:h val="0.41310385374980513"/>
        </c:manualLayout>
      </c:layout>
      <c:overlay val="0"/>
      <c:txPr>
        <a:bodyPr/>
        <a:lstStyle/>
        <a:p>
          <a:pPr marL="36000">
            <a:defRPr sz="1000">
              <a:solidFill>
                <a:schemeClr val="tx1">
                  <a:lumMod val="65000"/>
                  <a:lumOff val="35000"/>
                </a:schemeClr>
              </a:solidFill>
            </a:defRPr>
          </a:pPr>
          <a:endParaRPr lang="en-GR"/>
        </a:p>
      </c:txPr>
    </c:legend>
    <c:plotVisOnly val="1"/>
    <c:dispBlanksAs val="zero"/>
    <c:showDLblsOverMax val="0"/>
  </c:chart>
  <c:spPr>
    <a:ln w="12700">
      <a:noFill/>
    </a:ln>
  </c:spPr>
  <c:txPr>
    <a:bodyPr/>
    <a:lstStyle/>
    <a:p>
      <a:pPr>
        <a:defRPr sz="1000">
          <a:latin typeface="Aptos" panose="020B0004020202020204" pitchFamily="34" charset="0"/>
        </a:defRPr>
      </a:pPr>
      <a:endParaRPr lang="en-GR"/>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manualLayout>
          <c:layoutTarget val="inner"/>
          <c:xMode val="edge"/>
          <c:yMode val="edge"/>
          <c:x val="4.5839026282174823E-2"/>
          <c:y val="3.5597805928366338E-2"/>
          <c:w val="0.95416097371782516"/>
          <c:h val="0.90208934553303188"/>
        </c:manualLayout>
      </c:layout>
      <c:lineChart>
        <c:grouping val="standard"/>
        <c:varyColors val="0"/>
        <c:ser>
          <c:idx val="0"/>
          <c:order val="0"/>
          <c:tx>
            <c:strRef>
              <c:f>Sheet1!$B$1</c:f>
              <c:strCache>
                <c:ptCount val="1"/>
                <c:pt idx="0">
                  <c:v>Series 1</c:v>
                </c:pt>
              </c:strCache>
            </c:strRef>
          </c:tx>
          <c:spPr>
            <a:ln w="63500" cap="rnd" cmpd="sng" algn="ctr">
              <a:solidFill>
                <a:schemeClr val="accent2"/>
              </a:solidFill>
              <a:round/>
            </a:ln>
            <a:effectLst/>
          </c:spPr>
          <c:marker>
            <c:symbol val="circle"/>
            <c:size val="20"/>
            <c:spPr>
              <a:solidFill>
                <a:schemeClr val="accent1"/>
              </a:solidFill>
              <a:ln w="9525" cap="flat" cmpd="sng" algn="ctr">
                <a:noFill/>
                <a:round/>
              </a:ln>
              <a:effectLst/>
            </c:spPr>
          </c:marker>
          <c:dPt>
            <c:idx val="0"/>
            <c:marker>
              <c:symbol val="circle"/>
              <c:size val="20"/>
              <c:spPr>
                <a:solidFill>
                  <a:schemeClr val="accent1"/>
                </a:solidFill>
                <a:ln w="9525" cap="flat" cmpd="sng" algn="ctr">
                  <a:noFill/>
                  <a:round/>
                </a:ln>
                <a:effectLst/>
              </c:spPr>
            </c:marker>
            <c:bubble3D val="0"/>
            <c:spPr>
              <a:ln w="63500" cap="rnd" cmpd="sng" algn="ctr">
                <a:solidFill>
                  <a:schemeClr val="accent2"/>
                </a:solidFill>
                <a:round/>
              </a:ln>
              <a:effectLst/>
            </c:spPr>
            <c:extLst>
              <c:ext xmlns:c16="http://schemas.microsoft.com/office/drawing/2014/chart" uri="{C3380CC4-5D6E-409C-BE32-E72D297353CC}">
                <c16:uniqueId val="{00000000-2648-964D-B7AF-5B0D3C9CDE29}"/>
              </c:ext>
            </c:extLst>
          </c:dPt>
          <c:dLbls>
            <c:delete val="1"/>
          </c:dLbls>
          <c:cat>
            <c:strRef>
              <c:f>Sheet1!$A$2:$A$13</c:f>
              <c:strCache>
                <c:ptCount val="12"/>
                <c:pt idx="0">
                  <c:v>Jan</c:v>
                </c:pt>
                <c:pt idx="1">
                  <c:v>Feb</c:v>
                </c:pt>
                <c:pt idx="2">
                  <c:v>March</c:v>
                </c:pt>
                <c:pt idx="3">
                  <c:v>April</c:v>
                </c:pt>
                <c:pt idx="4">
                  <c:v>May</c:v>
                </c:pt>
                <c:pt idx="5">
                  <c:v>June</c:v>
                </c:pt>
                <c:pt idx="6">
                  <c:v>July</c:v>
                </c:pt>
                <c:pt idx="7">
                  <c:v>Aug</c:v>
                </c:pt>
                <c:pt idx="8">
                  <c:v>Sept</c:v>
                </c:pt>
                <c:pt idx="9">
                  <c:v>Oct</c:v>
                </c:pt>
                <c:pt idx="10">
                  <c:v>Nov</c:v>
                </c:pt>
                <c:pt idx="11">
                  <c:v>Dec</c:v>
                </c:pt>
              </c:strCache>
            </c:strRef>
          </c:cat>
          <c:val>
            <c:numRef>
              <c:f>Sheet1!$B$2:$B$13</c:f>
              <c:numCache>
                <c:formatCode>General</c:formatCode>
                <c:ptCount val="12"/>
                <c:pt idx="0">
                  <c:v>1.4</c:v>
                </c:pt>
                <c:pt idx="1">
                  <c:v>2</c:v>
                </c:pt>
                <c:pt idx="2">
                  <c:v>3.2</c:v>
                </c:pt>
                <c:pt idx="3">
                  <c:v>4</c:v>
                </c:pt>
                <c:pt idx="4">
                  <c:v>3.8</c:v>
                </c:pt>
                <c:pt idx="5">
                  <c:v>5</c:v>
                </c:pt>
                <c:pt idx="6">
                  <c:v>6</c:v>
                </c:pt>
                <c:pt idx="7">
                  <c:v>5.4</c:v>
                </c:pt>
                <c:pt idx="8">
                  <c:v>7</c:v>
                </c:pt>
                <c:pt idx="9">
                  <c:v>7.8</c:v>
                </c:pt>
                <c:pt idx="10">
                  <c:v>9</c:v>
                </c:pt>
                <c:pt idx="11">
                  <c:v>12.5</c:v>
                </c:pt>
              </c:numCache>
            </c:numRef>
          </c:val>
          <c:smooth val="0"/>
          <c:extLst>
            <c:ext xmlns:c16="http://schemas.microsoft.com/office/drawing/2014/chart" uri="{C3380CC4-5D6E-409C-BE32-E72D297353CC}">
              <c16:uniqueId val="{00000000-2F12-9945-A09A-1453542302E2}"/>
            </c:ext>
          </c:extLst>
        </c:ser>
        <c:dLbls>
          <c:dLblPos val="ctr"/>
          <c:showLegendKey val="0"/>
          <c:showVal val="1"/>
          <c:showCatName val="0"/>
          <c:showSerName val="0"/>
          <c:showPercent val="0"/>
          <c:showBubbleSize val="0"/>
        </c:dLbls>
        <c:dropLines>
          <c:spPr>
            <a:ln w="25400" cap="flat" cmpd="sng" algn="ctr">
              <a:solidFill>
                <a:schemeClr val="accent4"/>
              </a:solidFill>
              <a:prstDash val="sysDot"/>
              <a:round/>
            </a:ln>
            <a:effectLst/>
          </c:spPr>
        </c:dropLines>
        <c:marker val="1"/>
        <c:smooth val="0"/>
        <c:axId val="336702528"/>
        <c:axId val="336703312"/>
      </c:lineChart>
      <c:catAx>
        <c:axId val="336702528"/>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800" b="0" i="0" u="none" strike="noStrike" kern="1200" spc="20" baseline="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defRPr>
            </a:pPr>
            <a:endParaRPr lang="en-GR"/>
          </a:p>
        </c:txPr>
        <c:crossAx val="336703312"/>
        <c:crosses val="autoZero"/>
        <c:auto val="1"/>
        <c:lblAlgn val="ctr"/>
        <c:lblOffset val="100"/>
        <c:noMultiLvlLbl val="0"/>
      </c:catAx>
      <c:valAx>
        <c:axId val="336703312"/>
        <c:scaling>
          <c:orientation val="minMax"/>
        </c:scaling>
        <c:delete val="0"/>
        <c:axPos val="l"/>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spc="20" baseline="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defRPr>
            </a:pPr>
            <a:endParaRPr lang="en-GR"/>
          </a:p>
        </c:txPr>
        <c:crossAx val="336702528"/>
        <c:crosses val="autoZero"/>
        <c:crossBetween val="between"/>
      </c:valAx>
      <c:spPr>
        <a:noFill/>
        <a:ln>
          <a:noFill/>
        </a:ln>
        <a:effectLst/>
      </c:spPr>
    </c:plotArea>
    <c:plotVisOnly val="1"/>
    <c:dispBlanksAs val="gap"/>
    <c:showDLblsOverMax val="0"/>
  </c:chart>
  <c:spPr>
    <a:noFill/>
    <a:ln>
      <a:noFill/>
    </a:ln>
    <a:effectLst/>
  </c:spPr>
  <c:txPr>
    <a:bodyPr/>
    <a:lstStyle/>
    <a:p>
      <a:pPr>
        <a:defRPr sz="2000" b="0" i="0">
          <a:solidFill>
            <a:schemeClr val="tx1"/>
          </a:solidFill>
          <a:latin typeface="Century Gothic" panose="020B0502020202020204" pitchFamily="34" charset="0"/>
          <a:ea typeface="Lato Light" panose="020F0502020204030203" pitchFamily="34" charset="0"/>
          <a:cs typeface="Lato Light" panose="020F0502020204030203" pitchFamily="34" charset="0"/>
        </a:defRPr>
      </a:pPr>
      <a:endParaRPr lang="en-GR"/>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087941432386209"/>
          <c:y val="9.0218363070786151E-2"/>
          <c:w val="0.74738837788042878"/>
          <c:h val="0.73143237795591209"/>
        </c:manualLayout>
      </c:layout>
      <c:lineChart>
        <c:grouping val="standard"/>
        <c:varyColors val="0"/>
        <c:ser>
          <c:idx val="4"/>
          <c:order val="0"/>
          <c:tx>
            <c:strRef>
              <c:f>Sheet1!$A$2</c:f>
              <c:strCache>
                <c:ptCount val="1"/>
                <c:pt idx="0">
                  <c:v>NBG</c:v>
                </c:pt>
              </c:strCache>
            </c:strRef>
          </c:tx>
          <c:spPr>
            <a:ln w="25400">
              <a:solidFill>
                <a:schemeClr val="accent1"/>
              </a:solidFill>
              <a:prstDash val="solid"/>
            </a:ln>
          </c:spPr>
          <c:marker>
            <c:symbol val="none"/>
          </c:marker>
          <c:dPt>
            <c:idx val="3"/>
            <c:bubble3D val="0"/>
            <c:extLst>
              <c:ext xmlns:c16="http://schemas.microsoft.com/office/drawing/2014/chart" uri="{C3380CC4-5D6E-409C-BE32-E72D297353CC}">
                <c16:uniqueId val="{00000000-C590-4F45-B32A-1A7AE468E839}"/>
              </c:ext>
            </c:extLst>
          </c:dPt>
          <c:dPt>
            <c:idx val="12"/>
            <c:bubble3D val="0"/>
            <c:extLst>
              <c:ext xmlns:c16="http://schemas.microsoft.com/office/drawing/2014/chart" uri="{C3380CC4-5D6E-409C-BE32-E72D297353CC}">
                <c16:uniqueId val="{00000001-C590-4F45-B32A-1A7AE468E839}"/>
              </c:ext>
            </c:extLst>
          </c:dPt>
          <c:dPt>
            <c:idx val="13"/>
            <c:bubble3D val="0"/>
            <c:extLst>
              <c:ext xmlns:c16="http://schemas.microsoft.com/office/drawing/2014/chart" uri="{C3380CC4-5D6E-409C-BE32-E72D297353CC}">
                <c16:uniqueId val="{00000002-C590-4F45-B32A-1A7AE468E839}"/>
              </c:ext>
            </c:extLst>
          </c:dPt>
          <c:dLbls>
            <c:dLbl>
              <c:idx val="0"/>
              <c:delete val="1"/>
              <c:extLst>
                <c:ext xmlns:c15="http://schemas.microsoft.com/office/drawing/2012/chart" uri="{CE6537A1-D6FC-4f65-9D91-7224C49458BB}"/>
                <c:ext xmlns:c16="http://schemas.microsoft.com/office/drawing/2014/chart" uri="{C3380CC4-5D6E-409C-BE32-E72D297353CC}">
                  <c16:uniqueId val="{00000003-C590-4F45-B32A-1A7AE468E839}"/>
                </c:ext>
              </c:extLst>
            </c:dLbl>
            <c:dLbl>
              <c:idx val="1"/>
              <c:layout>
                <c:manualLayout>
                  <c:x val="-5.3308019664082003E-2"/>
                  <c:y val="-4.8010170997888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590-4F45-B32A-1A7AE468E839}"/>
                </c:ext>
              </c:extLst>
            </c:dLbl>
            <c:dLbl>
              <c:idx val="2"/>
              <c:layout>
                <c:manualLayout>
                  <c:x val="-5.3308019664081982E-2"/>
                  <c:y val="-4.8010170997888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590-4F45-B32A-1A7AE468E839}"/>
                </c:ext>
              </c:extLst>
            </c:dLbl>
            <c:dLbl>
              <c:idx val="3"/>
              <c:layout>
                <c:manualLayout>
                  <c:x val="-4.8803765981677308E-2"/>
                  <c:y val="-3.664342749382551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590-4F45-B32A-1A7AE468E839}"/>
                </c:ext>
              </c:extLst>
            </c:dLbl>
            <c:dLbl>
              <c:idx val="4"/>
              <c:layout>
                <c:manualLayout>
                  <c:x val="-4.8803765981677266E-2"/>
                  <c:y val="-3.664342749382551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590-4F45-B32A-1A7AE468E839}"/>
                </c:ext>
              </c:extLst>
            </c:dLbl>
            <c:dLbl>
              <c:idx val="5"/>
              <c:layout>
                <c:manualLayout>
                  <c:x val="-5.3308019664081982E-2"/>
                  <c:y val="-4.8010170997888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590-4F45-B32A-1A7AE468E839}"/>
                </c:ext>
              </c:extLst>
            </c:dLbl>
            <c:dLbl>
              <c:idx val="6"/>
              <c:layout>
                <c:manualLayout>
                  <c:x val="-5.7812273346486698E-2"/>
                  <c:y val="3.664387500341220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590-4F45-B32A-1A7AE468E839}"/>
                </c:ext>
              </c:extLst>
            </c:dLbl>
            <c:dLbl>
              <c:idx val="7"/>
              <c:layout>
                <c:manualLayout>
                  <c:x val="-5.7812273346486698E-2"/>
                  <c:y val="3.664387500341226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590-4F45-B32A-1A7AE468E839}"/>
                </c:ext>
              </c:extLst>
            </c:dLbl>
            <c:dLbl>
              <c:idx val="8"/>
              <c:layout>
                <c:manualLayout>
                  <c:x val="-5.3308019664082065E-2"/>
                  <c:y val="4.232724675544361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590-4F45-B32A-1A7AE468E839}"/>
                </c:ext>
              </c:extLst>
            </c:dLbl>
            <c:dLbl>
              <c:idx val="9"/>
              <c:layout>
                <c:manualLayout>
                  <c:x val="-4.0921325665816091E-2"/>
                  <c:y val="-3.8064382309229997E-2"/>
                </c:manualLayout>
              </c:layout>
              <c:dLblPos val="r"/>
              <c:showLegendKey val="0"/>
              <c:showVal val="1"/>
              <c:showCatName val="0"/>
              <c:showSerName val="0"/>
              <c:showPercent val="0"/>
              <c:showBubbleSize val="0"/>
              <c:extLst>
                <c:ext xmlns:c15="http://schemas.microsoft.com/office/drawing/2012/chart" uri="{CE6537A1-D6FC-4f65-9D91-7224C49458BB}">
                  <c15:layout>
                    <c:manualLayout>
                      <c:w val="4.658524784081753E-2"/>
                      <c:h val="5.5626001023006917E-2"/>
                    </c:manualLayout>
                  </c15:layout>
                </c:ext>
                <c:ext xmlns:c16="http://schemas.microsoft.com/office/drawing/2014/chart" uri="{C3380CC4-5D6E-409C-BE32-E72D297353CC}">
                  <c16:uniqueId val="{0000000B-C590-4F45-B32A-1A7AE468E839}"/>
                </c:ext>
              </c:extLst>
            </c:dLbl>
            <c:dLbl>
              <c:idx val="10"/>
              <c:layout>
                <c:manualLayout>
                  <c:x val="-4.3173541373125401E-2"/>
                  <c:y val="-3.664331561642883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C590-4F45-B32A-1A7AE468E839}"/>
                </c:ext>
              </c:extLst>
            </c:dLbl>
            <c:dLbl>
              <c:idx val="11"/>
              <c:layout>
                <c:manualLayout>
                  <c:x val="-4.3173541373125464E-2"/>
                  <c:y val="3.096039137398424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C590-4F45-B32A-1A7AE468E839}"/>
                </c:ext>
              </c:extLst>
            </c:dLbl>
            <c:dLbl>
              <c:idx val="12"/>
              <c:layout>
                <c:manualLayout>
                  <c:x val="-4.7677706788487297E-2"/>
                  <c:y val="3.09603913739841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590-4F45-B32A-1A7AE468E839}"/>
                </c:ext>
              </c:extLst>
            </c:dLbl>
            <c:dLbl>
              <c:idx val="13"/>
              <c:layout>
                <c:manualLayout>
                  <c:x val="-4.9640776902187281E-2"/>
                  <c:y val="3.15570335305508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590-4F45-B32A-1A7AE468E839}"/>
                </c:ext>
              </c:extLst>
            </c:dLbl>
            <c:dLbl>
              <c:idx val="14"/>
              <c:layout>
                <c:manualLayout>
                  <c:x val="-5.2015972721956134E-2"/>
                  <c:y val="3.724040528258211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C590-4F45-B32A-1A7AE468E839}"/>
                </c:ext>
              </c:extLst>
            </c:dLbl>
            <c:dLbl>
              <c:idx val="15"/>
              <c:layout>
                <c:manualLayout>
                  <c:x val="-5.0152914092532974E-2"/>
                  <c:y val="3.724040528258211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C590-4F45-B32A-1A7AE468E839}"/>
                </c:ext>
              </c:extLst>
            </c:dLbl>
            <c:dLbl>
              <c:idx val="16"/>
              <c:layout>
                <c:manualLayout>
                  <c:x val="-4.8508684165633115E-2"/>
                  <c:y val="3.724040528258216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C590-4F45-B32A-1A7AE468E839}"/>
                </c:ext>
              </c:extLst>
            </c:dLbl>
            <c:dLbl>
              <c:idx val="17"/>
              <c:layout>
                <c:manualLayout>
                  <c:x val="-5.1551715393588424E-2"/>
                  <c:y val="4.292377703461349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C590-4F45-B32A-1A7AE468E839}"/>
                </c:ext>
              </c:extLst>
            </c:dLbl>
            <c:dLbl>
              <c:idx val="18"/>
              <c:layout>
                <c:manualLayout>
                  <c:x val="-5.4748671511162923E-2"/>
                  <c:y val="3.15570335305508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C590-4F45-B32A-1A7AE468E839}"/>
                </c:ext>
              </c:extLst>
            </c:dLbl>
            <c:dLbl>
              <c:idx val="19"/>
              <c:layout>
                <c:manualLayout>
                  <c:x val="-5.3571890903429155E-2"/>
                  <c:y val="2.587366177851942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C590-4F45-B32A-1A7AE468E839}"/>
                </c:ext>
              </c:extLst>
            </c:dLbl>
            <c:dLbl>
              <c:idx val="20"/>
              <c:layout>
                <c:manualLayout>
                  <c:x val="-4.3498592464932651E-2"/>
                  <c:y val="2.587354990112275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C590-4F45-B32A-1A7AE468E839}"/>
                </c:ext>
              </c:extLst>
            </c:dLbl>
            <c:dLbl>
              <c:idx val="21"/>
              <c:layout>
                <c:manualLayout>
                  <c:x val="-4.4783368875267487E-2"/>
                  <c:y val="2.729461659392394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C590-4F45-B32A-1A7AE468E839}"/>
                </c:ext>
              </c:extLst>
            </c:dLbl>
            <c:dLbl>
              <c:idx val="22"/>
              <c:layout>
                <c:manualLayout>
                  <c:x val="-1.9126054199294595E-2"/>
                  <c:y val="2.587366177851950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C590-4F45-B32A-1A7AE468E839}"/>
                </c:ext>
              </c:extLst>
            </c:dLbl>
            <c:numFmt formatCode="0" sourceLinked="0"/>
            <c:spPr>
              <a:noFill/>
              <a:ln w="21203">
                <a:noFill/>
              </a:ln>
            </c:spPr>
            <c:txPr>
              <a:bodyPr wrap="square" lIns="38100" tIns="19050" rIns="38100" bIns="19050" anchor="ctr">
                <a:spAutoFit/>
              </a:bodyPr>
              <a:lstStyle/>
              <a:p>
                <a:pPr>
                  <a:defRPr b="1">
                    <a:solidFill>
                      <a:schemeClr val="tx1">
                        <a:lumMod val="65000"/>
                        <a:lumOff val="35000"/>
                      </a:schemeClr>
                    </a:solidFill>
                  </a:defRPr>
                </a:pPr>
                <a:endParaRPr lang="en-G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Sheet1!$H$1:$AD$1</c:f>
              <c:strCache>
                <c:ptCount val="23"/>
                <c:pt idx="0">
                  <c:v>May-20</c:v>
                </c:pt>
                <c:pt idx="1">
                  <c:v>Jun-20</c:v>
                </c:pt>
                <c:pt idx="2">
                  <c:v>Jul-20</c:v>
                </c:pt>
                <c:pt idx="3">
                  <c:v>Aug-20</c:v>
                </c:pt>
                <c:pt idx="4">
                  <c:v>Sep-20</c:v>
                </c:pt>
                <c:pt idx="5">
                  <c:v>Oct-20</c:v>
                </c:pt>
                <c:pt idx="6">
                  <c:v>Nov-20</c:v>
                </c:pt>
                <c:pt idx="7">
                  <c:v>Dec-20</c:v>
                </c:pt>
                <c:pt idx="8">
                  <c:v>Jan-21</c:v>
                </c:pt>
                <c:pt idx="9">
                  <c:v>Feb-21</c:v>
                </c:pt>
                <c:pt idx="10">
                  <c:v>Mar-21</c:v>
                </c:pt>
                <c:pt idx="11">
                  <c:v>Apr-21</c:v>
                </c:pt>
                <c:pt idx="12">
                  <c:v>May-21</c:v>
                </c:pt>
                <c:pt idx="13">
                  <c:v>Jun-21</c:v>
                </c:pt>
                <c:pt idx="14">
                  <c:v>Jul-21</c:v>
                </c:pt>
                <c:pt idx="15">
                  <c:v>Aug-21</c:v>
                </c:pt>
                <c:pt idx="16">
                  <c:v>Sep-21</c:v>
                </c:pt>
                <c:pt idx="17">
                  <c:v>Oct-21</c:v>
                </c:pt>
                <c:pt idx="18">
                  <c:v>Nov-21</c:v>
                </c:pt>
                <c:pt idx="19">
                  <c:v>Dec-21</c:v>
                </c:pt>
                <c:pt idx="20">
                  <c:v>Jan-22</c:v>
                </c:pt>
                <c:pt idx="21">
                  <c:v>Feb-22</c:v>
                </c:pt>
                <c:pt idx="22">
                  <c:v>Mar-22</c:v>
                </c:pt>
              </c:strCache>
            </c:strRef>
          </c:cat>
          <c:val>
            <c:numRef>
              <c:f>Sheet1!$H$2:$AD$2</c:f>
              <c:numCache>
                <c:formatCode>General</c:formatCode>
                <c:ptCount val="23"/>
                <c:pt idx="0">
                  <c:v>39.777000000000001</c:v>
                </c:pt>
                <c:pt idx="1">
                  <c:v>41.901000000000003</c:v>
                </c:pt>
                <c:pt idx="2">
                  <c:v>44.008000000000003</c:v>
                </c:pt>
                <c:pt idx="3">
                  <c:v>46.624000000000002</c:v>
                </c:pt>
                <c:pt idx="4">
                  <c:v>48.924999999999997</c:v>
                </c:pt>
                <c:pt idx="5">
                  <c:v>47.963999999999999</c:v>
                </c:pt>
                <c:pt idx="6">
                  <c:v>46.192999999999998</c:v>
                </c:pt>
                <c:pt idx="7">
                  <c:v>45.927999999999997</c:v>
                </c:pt>
                <c:pt idx="8">
                  <c:v>46.475999999999999</c:v>
                </c:pt>
                <c:pt idx="9">
                  <c:v>48.569000000000003</c:v>
                </c:pt>
                <c:pt idx="10">
                  <c:v>46.557000000000002</c:v>
                </c:pt>
                <c:pt idx="11">
                  <c:v>45.262</c:v>
                </c:pt>
                <c:pt idx="12">
                  <c:v>45.031999999999996</c:v>
                </c:pt>
                <c:pt idx="13">
                  <c:v>44.906999999999996</c:v>
                </c:pt>
                <c:pt idx="14">
                  <c:v>46.588000000000001</c:v>
                </c:pt>
                <c:pt idx="15">
                  <c:v>48.16</c:v>
                </c:pt>
                <c:pt idx="16">
                  <c:v>49.536000000000001</c:v>
                </c:pt>
                <c:pt idx="17">
                  <c:v>50.994999999999997</c:v>
                </c:pt>
                <c:pt idx="18">
                  <c:v>48.713999999999999</c:v>
                </c:pt>
                <c:pt idx="19">
                  <c:v>48.508000000000003</c:v>
                </c:pt>
                <c:pt idx="20">
                  <c:v>45.866</c:v>
                </c:pt>
                <c:pt idx="21">
                  <c:v>45.82</c:v>
                </c:pt>
                <c:pt idx="22">
                  <c:v>44.203000000000003</c:v>
                </c:pt>
              </c:numCache>
            </c:numRef>
          </c:val>
          <c:smooth val="0"/>
          <c:extLst>
            <c:ext xmlns:c16="http://schemas.microsoft.com/office/drawing/2014/chart" uri="{C3380CC4-5D6E-409C-BE32-E72D297353CC}">
              <c16:uniqueId val="{00000017-C590-4F45-B32A-1A7AE468E839}"/>
            </c:ext>
          </c:extLst>
        </c:ser>
        <c:ser>
          <c:idx val="5"/>
          <c:order val="1"/>
          <c:tx>
            <c:strRef>
              <c:f>Sheet1!$A$3</c:f>
              <c:strCache>
                <c:ptCount val="1"/>
                <c:pt idx="0">
                  <c:v>X</c:v>
                </c:pt>
              </c:strCache>
            </c:strRef>
          </c:tx>
          <c:spPr>
            <a:ln w="25400">
              <a:solidFill>
                <a:schemeClr val="accent2"/>
              </a:solidFill>
              <a:prstDash val="solid"/>
            </a:ln>
          </c:spPr>
          <c:marker>
            <c:symbol val="none"/>
          </c:marker>
          <c:dPt>
            <c:idx val="3"/>
            <c:bubble3D val="0"/>
            <c:spPr>
              <a:ln w="25400" cmpd="sng">
                <a:solidFill>
                  <a:schemeClr val="accent2"/>
                </a:solidFill>
                <a:prstDash val="solid"/>
              </a:ln>
            </c:spPr>
            <c:extLst>
              <c:ext xmlns:c16="http://schemas.microsoft.com/office/drawing/2014/chart" uri="{C3380CC4-5D6E-409C-BE32-E72D297353CC}">
                <c16:uniqueId val="{00000019-C590-4F45-B32A-1A7AE468E839}"/>
              </c:ext>
            </c:extLst>
          </c:dPt>
          <c:dPt>
            <c:idx val="12"/>
            <c:bubble3D val="0"/>
            <c:extLst>
              <c:ext xmlns:c16="http://schemas.microsoft.com/office/drawing/2014/chart" uri="{C3380CC4-5D6E-409C-BE32-E72D297353CC}">
                <c16:uniqueId val="{0000001A-C590-4F45-B32A-1A7AE468E839}"/>
              </c:ext>
            </c:extLst>
          </c:dPt>
          <c:dPt>
            <c:idx val="13"/>
            <c:bubble3D val="0"/>
            <c:extLst>
              <c:ext xmlns:c16="http://schemas.microsoft.com/office/drawing/2014/chart" uri="{C3380CC4-5D6E-409C-BE32-E72D297353CC}">
                <c16:uniqueId val="{0000001B-C590-4F45-B32A-1A7AE468E839}"/>
              </c:ext>
            </c:extLst>
          </c:dPt>
          <c:dLbls>
            <c:dLbl>
              <c:idx val="0"/>
              <c:delete val="1"/>
              <c:extLst>
                <c:ext xmlns:c15="http://schemas.microsoft.com/office/drawing/2012/chart" uri="{CE6537A1-D6FC-4f65-9D91-7224C49458BB}"/>
                <c:ext xmlns:c16="http://schemas.microsoft.com/office/drawing/2014/chart" uri="{C3380CC4-5D6E-409C-BE32-E72D297353CC}">
                  <c16:uniqueId val="{0000001C-C590-4F45-B32A-1A7AE468E839}"/>
                </c:ext>
              </c:extLst>
            </c:dLbl>
            <c:dLbl>
              <c:idx val="1"/>
              <c:layout>
                <c:manualLayout>
                  <c:x val="-5.3308019664082003E-2"/>
                  <c:y val="4.232724675544361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C590-4F45-B32A-1A7AE468E839}"/>
                </c:ext>
              </c:extLst>
            </c:dLbl>
            <c:dLbl>
              <c:idx val="2"/>
              <c:layout>
                <c:manualLayout>
                  <c:x val="-5.3308019664081982E-2"/>
                  <c:y val="3.664387500341226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C590-4F45-B32A-1A7AE468E839}"/>
                </c:ext>
              </c:extLst>
            </c:dLbl>
            <c:dLbl>
              <c:idx val="3"/>
              <c:layout>
                <c:manualLayout>
                  <c:x val="-5.7812273346486739E-2"/>
                  <c:y val="4.232724675544361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C590-4F45-B32A-1A7AE468E839}"/>
                </c:ext>
              </c:extLst>
            </c:dLbl>
            <c:dLbl>
              <c:idx val="4"/>
              <c:layout>
                <c:manualLayout>
                  <c:x val="-4.8803765981677266E-2"/>
                  <c:y val="4.801061850747497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C590-4F45-B32A-1A7AE468E839}"/>
                </c:ext>
              </c:extLst>
            </c:dLbl>
            <c:dLbl>
              <c:idx val="5"/>
              <c:layout>
                <c:manualLayout>
                  <c:x val="-5.3308019664081982E-2"/>
                  <c:y val="3.096050325138090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C590-4F45-B32A-1A7AE468E839}"/>
                </c:ext>
              </c:extLst>
            </c:dLbl>
            <c:dLbl>
              <c:idx val="6"/>
              <c:layout>
                <c:manualLayout>
                  <c:x val="-4.8803765981677266E-2"/>
                  <c:y val="-4.232679924585684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C590-4F45-B32A-1A7AE468E839}"/>
                </c:ext>
              </c:extLst>
            </c:dLbl>
            <c:dLbl>
              <c:idx val="7"/>
              <c:layout>
                <c:manualLayout>
                  <c:x val="-4.8803765981677225E-2"/>
                  <c:y val="-4.232679924585684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C590-4F45-B32A-1A7AE468E839}"/>
                </c:ext>
              </c:extLst>
            </c:dLbl>
            <c:dLbl>
              <c:idx val="8"/>
              <c:layout>
                <c:manualLayout>
                  <c:x val="-5.3308019664082065E-2"/>
                  <c:y val="-4.232679924585684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C590-4F45-B32A-1A7AE468E839}"/>
                </c:ext>
              </c:extLst>
            </c:dLbl>
            <c:dLbl>
              <c:idx val="9"/>
              <c:layout>
                <c:manualLayout>
                  <c:x val="-5.7812273346486781E-2"/>
                  <c:y val="3.09605032513808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C590-4F45-B32A-1A7AE468E839}"/>
                </c:ext>
              </c:extLst>
            </c:dLbl>
            <c:dLbl>
              <c:idx val="10"/>
              <c:layout>
                <c:manualLayout>
                  <c:x val="-5.3308019664082065E-2"/>
                  <c:y val="3.096050325138090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C590-4F45-B32A-1A7AE468E839}"/>
                </c:ext>
              </c:extLst>
            </c:dLbl>
            <c:dLbl>
              <c:idx val="11"/>
              <c:layout>
                <c:manualLayout>
                  <c:x val="-4.4299516227151663E-2"/>
                  <c:y val="-3.09600557417941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C590-4F45-B32A-1A7AE468E839}"/>
                </c:ext>
              </c:extLst>
            </c:dLbl>
            <c:dLbl>
              <c:idx val="12"/>
              <c:layout>
                <c:manualLayout>
                  <c:x val="-4.8803681642513551E-2"/>
                  <c:y val="-2.527679586715946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C590-4F45-B32A-1A7AE468E839}"/>
                </c:ext>
              </c:extLst>
            </c:dLbl>
            <c:dLbl>
              <c:idx val="13"/>
              <c:layout>
                <c:manualLayout>
                  <c:x val="-4.8514806449630778E-2"/>
                  <c:y val="-3.297754083636858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C590-4F45-B32A-1A7AE468E839}"/>
                </c:ext>
              </c:extLst>
            </c:dLbl>
            <c:dLbl>
              <c:idx val="14"/>
              <c:layout>
                <c:manualLayout>
                  <c:x val="-4.9763805959926147E-2"/>
                  <c:y val="-2.8715179838440089E-2"/>
                </c:manualLayout>
              </c:layout>
              <c:dLblPos val="r"/>
              <c:showLegendKey val="0"/>
              <c:showVal val="1"/>
              <c:showCatName val="0"/>
              <c:showSerName val="0"/>
              <c:showPercent val="0"/>
              <c:showBubbleSize val="0"/>
              <c:extLst>
                <c:ext xmlns:c15="http://schemas.microsoft.com/office/drawing/2012/chart" uri="{CE6537A1-D6FC-4f65-9D91-7224C49458BB}">
                  <c15:layout>
                    <c:manualLayout>
                      <c:w val="6.1573147838472495E-2"/>
                      <c:h val="5.6237187241143669E-2"/>
                    </c:manualLayout>
                  </c15:layout>
                </c:ext>
                <c:ext xmlns:c16="http://schemas.microsoft.com/office/drawing/2014/chart" uri="{C3380CC4-5D6E-409C-BE32-E72D297353CC}">
                  <c16:uniqueId val="{00000027-C590-4F45-B32A-1A7AE468E839}"/>
                </c:ext>
              </c:extLst>
            </c:dLbl>
            <c:dLbl>
              <c:idx val="15"/>
              <c:layout>
                <c:manualLayout>
                  <c:x val="-4.9026722019338678E-2"/>
                  <c:y val="-4.2923161708931706E-2"/>
                </c:manualLayout>
              </c:layout>
              <c:dLblPos val="r"/>
              <c:showLegendKey val="0"/>
              <c:showVal val="1"/>
              <c:showCatName val="0"/>
              <c:showSerName val="0"/>
              <c:showPercent val="0"/>
              <c:showBubbleSize val="0"/>
              <c:extLst>
                <c:ext xmlns:c15="http://schemas.microsoft.com/office/drawing/2012/chart" uri="{CE6537A1-D6FC-4f65-9D91-7224C49458BB}">
                  <c15:layout>
                    <c:manualLayout>
                      <c:w val="6.1573147838472495E-2"/>
                      <c:h val="6.7603930745206389E-2"/>
                    </c:manualLayout>
                  </c15:layout>
                </c:ext>
                <c:ext xmlns:c16="http://schemas.microsoft.com/office/drawing/2014/chart" uri="{C3380CC4-5D6E-409C-BE32-E72D297353CC}">
                  <c16:uniqueId val="{00000028-C590-4F45-B32A-1A7AE468E839}"/>
                </c:ext>
              </c:extLst>
            </c:dLbl>
            <c:dLbl>
              <c:idx val="16"/>
              <c:layout>
                <c:manualLayout>
                  <c:x val="-3.0491760806020309E-2"/>
                  <c:y val="-2.445248320832153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9-C590-4F45-B32A-1A7AE468E839}"/>
                </c:ext>
              </c:extLst>
            </c:dLbl>
            <c:dLbl>
              <c:idx val="17"/>
              <c:layout>
                <c:manualLayout>
                  <c:x val="-3.9164932573178393E-2"/>
                  <c:y val="-3.15564741435673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A-C590-4F45-B32A-1A7AE468E839}"/>
                </c:ext>
              </c:extLst>
            </c:dLbl>
            <c:dLbl>
              <c:idx val="18"/>
              <c:layout>
                <c:manualLayout>
                  <c:x val="-3.7857812225272645E-2"/>
                  <c:y val="-3.15564741435673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B-C590-4F45-B32A-1A7AE468E839}"/>
                </c:ext>
              </c:extLst>
            </c:dLbl>
            <c:dLbl>
              <c:idx val="19"/>
              <c:layout>
                <c:manualLayout>
                  <c:x val="-4.2311171782586039E-2"/>
                  <c:y val="-3.581900295759085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C-C590-4F45-B32A-1A7AE468E839}"/>
                </c:ext>
              </c:extLst>
            </c:dLbl>
            <c:dLbl>
              <c:idx val="20"/>
              <c:layout>
                <c:manualLayout>
                  <c:x val="-4.9128998733577664E-2"/>
                  <c:y val="-4.292332952502678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D-C590-4F45-B32A-1A7AE468E839}"/>
                </c:ext>
              </c:extLst>
            </c:dLbl>
            <c:dLbl>
              <c:idx val="21"/>
              <c:layout>
                <c:manualLayout>
                  <c:x val="-5.6043910444087491E-2"/>
                  <c:y val="-3.7240181527788803E-2"/>
                </c:manualLayout>
              </c:layout>
              <c:dLblPos val="r"/>
              <c:showLegendKey val="0"/>
              <c:showVal val="1"/>
              <c:showCatName val="0"/>
              <c:showSerName val="0"/>
              <c:showPercent val="0"/>
              <c:showBubbleSize val="0"/>
              <c:extLst>
                <c:ext xmlns:c15="http://schemas.microsoft.com/office/drawing/2012/chart" uri="{CE6537A1-D6FC-4f65-9D91-7224C49458BB}">
                  <c15:layout>
                    <c:manualLayout>
                      <c:w val="5.7068894156067779E-2"/>
                      <c:h val="5.6237187241143669E-2"/>
                    </c:manualLayout>
                  </c15:layout>
                </c:ext>
                <c:ext xmlns:c16="http://schemas.microsoft.com/office/drawing/2014/chart" uri="{C3380CC4-5D6E-409C-BE32-E72D297353CC}">
                  <c16:uniqueId val="{0000002E-C590-4F45-B32A-1A7AE468E839}"/>
                </c:ext>
              </c:extLst>
            </c:dLbl>
            <c:dLbl>
              <c:idx val="22"/>
              <c:layout>
                <c:manualLayout>
                  <c:x val="-1.4621800516889711E-2"/>
                  <c:y val="-3.155658602096406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F-C590-4F45-B32A-1A7AE468E839}"/>
                </c:ext>
              </c:extLst>
            </c:dLbl>
            <c:numFmt formatCode="0" sourceLinked="0"/>
            <c:spPr>
              <a:noFill/>
              <a:ln w="21203">
                <a:noFill/>
              </a:ln>
            </c:spPr>
            <c:txPr>
              <a:bodyPr wrap="square" lIns="38100" tIns="19050" rIns="38100" bIns="19050" anchor="ctr">
                <a:spAutoFit/>
              </a:bodyPr>
              <a:lstStyle/>
              <a:p>
                <a:pPr>
                  <a:defRPr b="1">
                    <a:solidFill>
                      <a:schemeClr val="tx1">
                        <a:lumMod val="65000"/>
                        <a:lumOff val="35000"/>
                      </a:schemeClr>
                    </a:solidFill>
                  </a:defRPr>
                </a:pPr>
                <a:endParaRPr lang="en-GR"/>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Sheet1!$H$1:$AD$1</c:f>
              <c:strCache>
                <c:ptCount val="23"/>
                <c:pt idx="0">
                  <c:v>May-20</c:v>
                </c:pt>
                <c:pt idx="1">
                  <c:v>Jun-20</c:v>
                </c:pt>
                <c:pt idx="2">
                  <c:v>Jul-20</c:v>
                </c:pt>
                <c:pt idx="3">
                  <c:v>Aug-20</c:v>
                </c:pt>
                <c:pt idx="4">
                  <c:v>Sep-20</c:v>
                </c:pt>
                <c:pt idx="5">
                  <c:v>Oct-20</c:v>
                </c:pt>
                <c:pt idx="6">
                  <c:v>Nov-20</c:v>
                </c:pt>
                <c:pt idx="7">
                  <c:v>Dec-20</c:v>
                </c:pt>
                <c:pt idx="8">
                  <c:v>Jan-21</c:v>
                </c:pt>
                <c:pt idx="9">
                  <c:v>Feb-21</c:v>
                </c:pt>
                <c:pt idx="10">
                  <c:v>Mar-21</c:v>
                </c:pt>
                <c:pt idx="11">
                  <c:v>Apr-21</c:v>
                </c:pt>
                <c:pt idx="12">
                  <c:v>May-21</c:v>
                </c:pt>
                <c:pt idx="13">
                  <c:v>Jun-21</c:v>
                </c:pt>
                <c:pt idx="14">
                  <c:v>Jul-21</c:v>
                </c:pt>
                <c:pt idx="15">
                  <c:v>Aug-21</c:v>
                </c:pt>
                <c:pt idx="16">
                  <c:v>Sep-21</c:v>
                </c:pt>
                <c:pt idx="17">
                  <c:v>Oct-21</c:v>
                </c:pt>
                <c:pt idx="18">
                  <c:v>Nov-21</c:v>
                </c:pt>
                <c:pt idx="19">
                  <c:v>Dec-21</c:v>
                </c:pt>
                <c:pt idx="20">
                  <c:v>Jan-22</c:v>
                </c:pt>
                <c:pt idx="21">
                  <c:v>Feb-22</c:v>
                </c:pt>
                <c:pt idx="22">
                  <c:v>Mar-22</c:v>
                </c:pt>
              </c:strCache>
            </c:strRef>
          </c:cat>
          <c:val>
            <c:numRef>
              <c:f>Sheet1!$H$3:$AD$3</c:f>
              <c:numCache>
                <c:formatCode>General</c:formatCode>
                <c:ptCount val="23"/>
                <c:pt idx="0">
                  <c:v>41.883000000000003</c:v>
                </c:pt>
                <c:pt idx="1">
                  <c:v>41.929000000000002</c:v>
                </c:pt>
                <c:pt idx="2">
                  <c:v>40.917000000000002</c:v>
                </c:pt>
                <c:pt idx="3">
                  <c:v>41.402999999999999</c:v>
                </c:pt>
                <c:pt idx="4">
                  <c:v>44.588000000000001</c:v>
                </c:pt>
                <c:pt idx="5">
                  <c:v>47.34</c:v>
                </c:pt>
                <c:pt idx="6">
                  <c:v>49.749000000000002</c:v>
                </c:pt>
                <c:pt idx="7">
                  <c:v>49.808999999999997</c:v>
                </c:pt>
                <c:pt idx="8">
                  <c:v>48.5</c:v>
                </c:pt>
                <c:pt idx="9">
                  <c:v>44.963999999999999</c:v>
                </c:pt>
                <c:pt idx="10">
                  <c:v>43.725000000000001</c:v>
                </c:pt>
                <c:pt idx="11">
                  <c:v>46.22</c:v>
                </c:pt>
                <c:pt idx="12">
                  <c:v>49.988999999999997</c:v>
                </c:pt>
                <c:pt idx="13">
                  <c:v>48.521999999999998</c:v>
                </c:pt>
                <c:pt idx="14">
                  <c:v>50.360999999999997</c:v>
                </c:pt>
                <c:pt idx="15">
                  <c:v>49.552999999999997</c:v>
                </c:pt>
                <c:pt idx="16">
                  <c:v>54.036999999999999</c:v>
                </c:pt>
                <c:pt idx="17">
                  <c:v>53.015000000000001</c:v>
                </c:pt>
                <c:pt idx="18">
                  <c:v>52.725999999999999</c:v>
                </c:pt>
                <c:pt idx="19">
                  <c:v>49.133000000000003</c:v>
                </c:pt>
                <c:pt idx="20">
                  <c:v>46.816000000000003</c:v>
                </c:pt>
                <c:pt idx="21">
                  <c:v>48.643000000000001</c:v>
                </c:pt>
                <c:pt idx="22">
                  <c:v>50.709000000000003</c:v>
                </c:pt>
              </c:numCache>
            </c:numRef>
          </c:val>
          <c:smooth val="0"/>
          <c:extLst>
            <c:ext xmlns:c16="http://schemas.microsoft.com/office/drawing/2014/chart" uri="{C3380CC4-5D6E-409C-BE32-E72D297353CC}">
              <c16:uniqueId val="{00000030-C590-4F45-B32A-1A7AE468E839}"/>
            </c:ext>
          </c:extLst>
        </c:ser>
        <c:ser>
          <c:idx val="0"/>
          <c:order val="2"/>
          <c:tx>
            <c:strRef>
              <c:f>Sheet1!$A$4</c:f>
              <c:strCache>
                <c:ptCount val="1"/>
                <c:pt idx="0">
                  <c:v>Y</c:v>
                </c:pt>
              </c:strCache>
            </c:strRef>
          </c:tx>
          <c:spPr>
            <a:ln w="22225">
              <a:solidFill>
                <a:schemeClr val="accent4"/>
              </a:solidFill>
              <a:prstDash val="solid"/>
            </a:ln>
          </c:spPr>
          <c:marker>
            <c:symbol val="none"/>
          </c:marker>
          <c:dPt>
            <c:idx val="3"/>
            <c:bubble3D val="0"/>
            <c:extLst>
              <c:ext xmlns:c16="http://schemas.microsoft.com/office/drawing/2014/chart" uri="{C3380CC4-5D6E-409C-BE32-E72D297353CC}">
                <c16:uniqueId val="{00000031-C590-4F45-B32A-1A7AE468E839}"/>
              </c:ext>
            </c:extLst>
          </c:dPt>
          <c:dPt>
            <c:idx val="12"/>
            <c:bubble3D val="0"/>
            <c:extLst>
              <c:ext xmlns:c16="http://schemas.microsoft.com/office/drawing/2014/chart" uri="{C3380CC4-5D6E-409C-BE32-E72D297353CC}">
                <c16:uniqueId val="{00000032-C590-4F45-B32A-1A7AE468E839}"/>
              </c:ext>
            </c:extLst>
          </c:dPt>
          <c:dPt>
            <c:idx val="13"/>
            <c:bubble3D val="0"/>
            <c:extLst>
              <c:ext xmlns:c16="http://schemas.microsoft.com/office/drawing/2014/chart" uri="{C3380CC4-5D6E-409C-BE32-E72D297353CC}">
                <c16:uniqueId val="{00000033-C590-4F45-B32A-1A7AE468E839}"/>
              </c:ext>
            </c:extLst>
          </c:dPt>
          <c:dLbls>
            <c:dLbl>
              <c:idx val="11"/>
              <c:layout>
                <c:manualLayout>
                  <c:x val="-4.3916477297362429E-2"/>
                  <c:y val="2.983770169816455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4-C590-4F45-B32A-1A7AE468E839}"/>
                </c:ext>
              </c:extLst>
            </c:dLbl>
            <c:dLbl>
              <c:idx val="22"/>
              <c:layout>
                <c:manualLayout>
                  <c:x val="-3.3781905613356955E-3"/>
                  <c:y val="5.683259874634664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5-C590-4F45-B32A-1A7AE468E839}"/>
                </c:ext>
              </c:extLst>
            </c:dLbl>
            <c:numFmt formatCode="#,##0" sourceLinked="0"/>
            <c:spPr>
              <a:noFill/>
              <a:ln>
                <a:noFill/>
              </a:ln>
              <a:effectLst/>
            </c:spPr>
            <c:txPr>
              <a:bodyPr wrap="square" lIns="38100" tIns="19050" rIns="38100" bIns="19050" anchor="ctr">
                <a:spAutoFit/>
              </a:bodyPr>
              <a:lstStyle/>
              <a:p>
                <a:pPr>
                  <a:defRPr b="1">
                    <a:solidFill>
                      <a:schemeClr val="tx1">
                        <a:lumMod val="65000"/>
                        <a:lumOff val="35000"/>
                      </a:schemeClr>
                    </a:solidFill>
                  </a:defRPr>
                </a:pPr>
                <a:endParaRPr lang="en-GR"/>
              </a:p>
            </c:txPr>
            <c:showLegendKey val="0"/>
            <c:showVal val="0"/>
            <c:showCatName val="0"/>
            <c:showSerName val="0"/>
            <c:showPercent val="0"/>
            <c:showBubbleSize val="0"/>
            <c:extLst>
              <c:ext xmlns:c15="http://schemas.microsoft.com/office/drawing/2012/chart" uri="{CE6537A1-D6FC-4f65-9D91-7224C49458BB}">
                <c15:showLeaderLines val="1"/>
              </c:ext>
            </c:extLst>
          </c:dLbls>
          <c:cat>
            <c:strRef>
              <c:f>Sheet1!$H$1:$AD$1</c:f>
              <c:strCache>
                <c:ptCount val="23"/>
                <c:pt idx="0">
                  <c:v>May-20</c:v>
                </c:pt>
                <c:pt idx="1">
                  <c:v>Jun-20</c:v>
                </c:pt>
                <c:pt idx="2">
                  <c:v>Jul-20</c:v>
                </c:pt>
                <c:pt idx="3">
                  <c:v>Aug-20</c:v>
                </c:pt>
                <c:pt idx="4">
                  <c:v>Sep-20</c:v>
                </c:pt>
                <c:pt idx="5">
                  <c:v>Oct-20</c:v>
                </c:pt>
                <c:pt idx="6">
                  <c:v>Nov-20</c:v>
                </c:pt>
                <c:pt idx="7">
                  <c:v>Dec-20</c:v>
                </c:pt>
                <c:pt idx="8">
                  <c:v>Jan-21</c:v>
                </c:pt>
                <c:pt idx="9">
                  <c:v>Feb-21</c:v>
                </c:pt>
                <c:pt idx="10">
                  <c:v>Mar-21</c:v>
                </c:pt>
                <c:pt idx="11">
                  <c:v>Apr-21</c:v>
                </c:pt>
                <c:pt idx="12">
                  <c:v>May-21</c:v>
                </c:pt>
                <c:pt idx="13">
                  <c:v>Jun-21</c:v>
                </c:pt>
                <c:pt idx="14">
                  <c:v>Jul-21</c:v>
                </c:pt>
                <c:pt idx="15">
                  <c:v>Aug-21</c:v>
                </c:pt>
                <c:pt idx="16">
                  <c:v>Sep-21</c:v>
                </c:pt>
                <c:pt idx="17">
                  <c:v>Oct-21</c:v>
                </c:pt>
                <c:pt idx="18">
                  <c:v>Nov-21</c:v>
                </c:pt>
                <c:pt idx="19">
                  <c:v>Dec-21</c:v>
                </c:pt>
                <c:pt idx="20">
                  <c:v>Jan-22</c:v>
                </c:pt>
                <c:pt idx="21">
                  <c:v>Feb-22</c:v>
                </c:pt>
                <c:pt idx="22">
                  <c:v>Mar-22</c:v>
                </c:pt>
              </c:strCache>
            </c:strRef>
          </c:cat>
          <c:val>
            <c:numRef>
              <c:f>Sheet1!$H$4:$AD$4</c:f>
              <c:numCache>
                <c:formatCode>General</c:formatCode>
                <c:ptCount val="23"/>
                <c:pt idx="0">
                  <c:v>23.393000000000001</c:v>
                </c:pt>
                <c:pt idx="1">
                  <c:v>22.937999999999999</c:v>
                </c:pt>
                <c:pt idx="2">
                  <c:v>24.023</c:v>
                </c:pt>
                <c:pt idx="3">
                  <c:v>23.035</c:v>
                </c:pt>
                <c:pt idx="4">
                  <c:v>25.222999999999999</c:v>
                </c:pt>
                <c:pt idx="5">
                  <c:v>24.140999999999998</c:v>
                </c:pt>
                <c:pt idx="6">
                  <c:v>25.593</c:v>
                </c:pt>
                <c:pt idx="7">
                  <c:v>24.059000000000001</c:v>
                </c:pt>
                <c:pt idx="8">
                  <c:v>26.074999999999999</c:v>
                </c:pt>
                <c:pt idx="9">
                  <c:v>27.875</c:v>
                </c:pt>
                <c:pt idx="10">
                  <c:v>29.074999999999999</c:v>
                </c:pt>
                <c:pt idx="11">
                  <c:v>28.585000000000001</c:v>
                </c:pt>
                <c:pt idx="12">
                  <c:v>28.45</c:v>
                </c:pt>
                <c:pt idx="13">
                  <c:v>27.716000000000001</c:v>
                </c:pt>
                <c:pt idx="14">
                  <c:v>28.838999999999999</c:v>
                </c:pt>
                <c:pt idx="15">
                  <c:v>28.655000000000001</c:v>
                </c:pt>
                <c:pt idx="16">
                  <c:v>31.12</c:v>
                </c:pt>
                <c:pt idx="17">
                  <c:v>31.068999999999999</c:v>
                </c:pt>
                <c:pt idx="18">
                  <c:v>31.428999999999998</c:v>
                </c:pt>
                <c:pt idx="19">
                  <c:v>27.882999999999999</c:v>
                </c:pt>
                <c:pt idx="20">
                  <c:v>26.635000000000002</c:v>
                </c:pt>
                <c:pt idx="21">
                  <c:v>25.143000000000001</c:v>
                </c:pt>
                <c:pt idx="22">
                  <c:v>24.968</c:v>
                </c:pt>
              </c:numCache>
            </c:numRef>
          </c:val>
          <c:smooth val="0"/>
          <c:extLst>
            <c:ext xmlns:c16="http://schemas.microsoft.com/office/drawing/2014/chart" uri="{C3380CC4-5D6E-409C-BE32-E72D297353CC}">
              <c16:uniqueId val="{00000036-C590-4F45-B32A-1A7AE468E839}"/>
            </c:ext>
          </c:extLst>
        </c:ser>
        <c:ser>
          <c:idx val="1"/>
          <c:order val="3"/>
          <c:tx>
            <c:strRef>
              <c:f>Sheet1!$A$5</c:f>
              <c:strCache>
                <c:ptCount val="1"/>
                <c:pt idx="0">
                  <c:v>Z</c:v>
                </c:pt>
              </c:strCache>
            </c:strRef>
          </c:tx>
          <c:spPr>
            <a:ln w="22225">
              <a:solidFill>
                <a:schemeClr val="accent3"/>
              </a:solidFill>
            </a:ln>
          </c:spPr>
          <c:marker>
            <c:symbol val="none"/>
          </c:marker>
          <c:dPt>
            <c:idx val="13"/>
            <c:bubble3D val="0"/>
            <c:extLst>
              <c:ext xmlns:c16="http://schemas.microsoft.com/office/drawing/2014/chart" uri="{C3380CC4-5D6E-409C-BE32-E72D297353CC}">
                <c16:uniqueId val="{00000037-C590-4F45-B32A-1A7AE468E839}"/>
              </c:ext>
            </c:extLst>
          </c:dPt>
          <c:dLbls>
            <c:dLbl>
              <c:idx val="11"/>
              <c:layout>
                <c:manualLayout>
                  <c:x val="-4.1872805007382871E-2"/>
                  <c:y val="-2.994409710242017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8-C590-4F45-B32A-1A7AE468E839}"/>
                </c:ext>
              </c:extLst>
            </c:dLbl>
            <c:dLbl>
              <c:idx val="22"/>
              <c:layout>
                <c:manualLayout>
                  <c:x val="-3.3781905613356955E-3"/>
                  <c:y val="-8.525057628047037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9-C590-4F45-B32A-1A7AE468E839}"/>
                </c:ext>
              </c:extLst>
            </c:dLbl>
            <c:numFmt formatCode="#,##0" sourceLinked="0"/>
            <c:spPr>
              <a:noFill/>
              <a:ln>
                <a:noFill/>
              </a:ln>
              <a:effectLst/>
            </c:spPr>
            <c:txPr>
              <a:bodyPr wrap="square" lIns="38100" tIns="19050" rIns="38100" bIns="19050" anchor="ctr">
                <a:spAutoFit/>
              </a:bodyPr>
              <a:lstStyle/>
              <a:p>
                <a:pPr>
                  <a:defRPr b="1">
                    <a:solidFill>
                      <a:schemeClr val="tx1">
                        <a:lumMod val="65000"/>
                        <a:lumOff val="35000"/>
                      </a:schemeClr>
                    </a:solidFill>
                  </a:defRPr>
                </a:pPr>
                <a:endParaRPr lang="en-GR"/>
              </a:p>
            </c:txPr>
            <c:showLegendKey val="0"/>
            <c:showVal val="0"/>
            <c:showCatName val="0"/>
            <c:showSerName val="0"/>
            <c:showPercent val="0"/>
            <c:showBubbleSize val="0"/>
            <c:extLst>
              <c:ext xmlns:c15="http://schemas.microsoft.com/office/drawing/2012/chart" uri="{CE6537A1-D6FC-4f65-9D91-7224C49458BB}">
                <c15:showLeaderLines val="1"/>
                <c15:leaderLines>
                  <c:spPr>
                    <a:ln>
                      <a:solidFill>
                        <a:schemeClr val="tx1">
                          <a:lumMod val="65000"/>
                          <a:lumOff val="35000"/>
                        </a:schemeClr>
                      </a:solidFill>
                    </a:ln>
                  </c:spPr>
                </c15:leaderLines>
              </c:ext>
            </c:extLst>
          </c:dLbls>
          <c:cat>
            <c:strRef>
              <c:f>Sheet1!$H$1:$AD$1</c:f>
              <c:strCache>
                <c:ptCount val="23"/>
                <c:pt idx="0">
                  <c:v>May-20</c:v>
                </c:pt>
                <c:pt idx="1">
                  <c:v>Jun-20</c:v>
                </c:pt>
                <c:pt idx="2">
                  <c:v>Jul-20</c:v>
                </c:pt>
                <c:pt idx="3">
                  <c:v>Aug-20</c:v>
                </c:pt>
                <c:pt idx="4">
                  <c:v>Sep-20</c:v>
                </c:pt>
                <c:pt idx="5">
                  <c:v>Oct-20</c:v>
                </c:pt>
                <c:pt idx="6">
                  <c:v>Nov-20</c:v>
                </c:pt>
                <c:pt idx="7">
                  <c:v>Dec-20</c:v>
                </c:pt>
                <c:pt idx="8">
                  <c:v>Jan-21</c:v>
                </c:pt>
                <c:pt idx="9">
                  <c:v>Feb-21</c:v>
                </c:pt>
                <c:pt idx="10">
                  <c:v>Mar-21</c:v>
                </c:pt>
                <c:pt idx="11">
                  <c:v>Apr-21</c:v>
                </c:pt>
                <c:pt idx="12">
                  <c:v>May-21</c:v>
                </c:pt>
                <c:pt idx="13">
                  <c:v>Jun-21</c:v>
                </c:pt>
                <c:pt idx="14">
                  <c:v>Jul-21</c:v>
                </c:pt>
                <c:pt idx="15">
                  <c:v>Aug-21</c:v>
                </c:pt>
                <c:pt idx="16">
                  <c:v>Sep-21</c:v>
                </c:pt>
                <c:pt idx="17">
                  <c:v>Oct-21</c:v>
                </c:pt>
                <c:pt idx="18">
                  <c:v>Nov-21</c:v>
                </c:pt>
                <c:pt idx="19">
                  <c:v>Dec-21</c:v>
                </c:pt>
                <c:pt idx="20">
                  <c:v>Jan-22</c:v>
                </c:pt>
                <c:pt idx="21">
                  <c:v>Feb-22</c:v>
                </c:pt>
                <c:pt idx="22">
                  <c:v>Mar-22</c:v>
                </c:pt>
              </c:strCache>
            </c:strRef>
          </c:cat>
          <c:val>
            <c:numRef>
              <c:f>Sheet1!$H$5:$AD$5</c:f>
              <c:numCache>
                <c:formatCode>General</c:formatCode>
                <c:ptCount val="23"/>
                <c:pt idx="0">
                  <c:v>28.62</c:v>
                </c:pt>
                <c:pt idx="1">
                  <c:v>29.556000000000001</c:v>
                </c:pt>
                <c:pt idx="2">
                  <c:v>29.721</c:v>
                </c:pt>
                <c:pt idx="3">
                  <c:v>29.033000000000001</c:v>
                </c:pt>
                <c:pt idx="4">
                  <c:v>28.189</c:v>
                </c:pt>
                <c:pt idx="5">
                  <c:v>27.195</c:v>
                </c:pt>
                <c:pt idx="6">
                  <c:v>29.042999999999999</c:v>
                </c:pt>
                <c:pt idx="7">
                  <c:v>31.029</c:v>
                </c:pt>
                <c:pt idx="8">
                  <c:v>32.572000000000003</c:v>
                </c:pt>
                <c:pt idx="9">
                  <c:v>31.98</c:v>
                </c:pt>
                <c:pt idx="10">
                  <c:v>31.707999999999998</c:v>
                </c:pt>
                <c:pt idx="11">
                  <c:v>31.123000000000001</c:v>
                </c:pt>
                <c:pt idx="12">
                  <c:v>30.507999999999999</c:v>
                </c:pt>
                <c:pt idx="13">
                  <c:v>27.974</c:v>
                </c:pt>
                <c:pt idx="14">
                  <c:v>27.891999999999999</c:v>
                </c:pt>
                <c:pt idx="15">
                  <c:v>27.856000000000002</c:v>
                </c:pt>
                <c:pt idx="16">
                  <c:v>28.765000000000001</c:v>
                </c:pt>
                <c:pt idx="17">
                  <c:v>28.756</c:v>
                </c:pt>
                <c:pt idx="18">
                  <c:v>28.567</c:v>
                </c:pt>
                <c:pt idx="19">
                  <c:v>27.285</c:v>
                </c:pt>
                <c:pt idx="20">
                  <c:v>27.218</c:v>
                </c:pt>
                <c:pt idx="21">
                  <c:v>26.465</c:v>
                </c:pt>
                <c:pt idx="22">
                  <c:v>26.327999999999999</c:v>
                </c:pt>
              </c:numCache>
            </c:numRef>
          </c:val>
          <c:smooth val="0"/>
          <c:extLst>
            <c:ext xmlns:c16="http://schemas.microsoft.com/office/drawing/2014/chart" uri="{C3380CC4-5D6E-409C-BE32-E72D297353CC}">
              <c16:uniqueId val="{0000003A-C590-4F45-B32A-1A7AE468E839}"/>
            </c:ext>
          </c:extLst>
        </c:ser>
        <c:dLbls>
          <c:showLegendKey val="0"/>
          <c:showVal val="1"/>
          <c:showCatName val="0"/>
          <c:showSerName val="0"/>
          <c:showPercent val="0"/>
          <c:showBubbleSize val="0"/>
        </c:dLbls>
        <c:smooth val="0"/>
        <c:axId val="419783584"/>
        <c:axId val="419807888"/>
      </c:lineChart>
      <c:catAx>
        <c:axId val="419783584"/>
        <c:scaling>
          <c:orientation val="minMax"/>
        </c:scaling>
        <c:delete val="0"/>
        <c:axPos val="b"/>
        <c:numFmt formatCode="General" sourceLinked="1"/>
        <c:majorTickMark val="out"/>
        <c:minorTickMark val="none"/>
        <c:tickLblPos val="nextTo"/>
        <c:spPr>
          <a:ln w="2650">
            <a:solidFill>
              <a:srgbClr val="CDC4C0"/>
            </a:solidFill>
            <a:prstDash val="solid"/>
          </a:ln>
        </c:spPr>
        <c:txPr>
          <a:bodyPr rot="-5400000" vert="horz"/>
          <a:lstStyle/>
          <a:p>
            <a:pPr>
              <a:defRPr sz="800">
                <a:solidFill>
                  <a:schemeClr val="tx1">
                    <a:lumMod val="65000"/>
                    <a:lumOff val="35000"/>
                  </a:schemeClr>
                </a:solidFill>
              </a:defRPr>
            </a:pPr>
            <a:endParaRPr lang="en-GR"/>
          </a:p>
        </c:txPr>
        <c:crossAx val="419807888"/>
        <c:crosses val="autoZero"/>
        <c:auto val="1"/>
        <c:lblAlgn val="ctr"/>
        <c:lblOffset val="0"/>
        <c:tickLblSkip val="1"/>
        <c:tickMarkSkip val="1"/>
        <c:noMultiLvlLbl val="0"/>
      </c:catAx>
      <c:valAx>
        <c:axId val="419807888"/>
        <c:scaling>
          <c:orientation val="minMax"/>
          <c:max val="60"/>
          <c:min val="0"/>
        </c:scaling>
        <c:delete val="0"/>
        <c:axPos val="l"/>
        <c:numFmt formatCode="General" sourceLinked="1"/>
        <c:majorTickMark val="out"/>
        <c:minorTickMark val="none"/>
        <c:tickLblPos val="nextTo"/>
        <c:spPr>
          <a:ln w="7951">
            <a:noFill/>
          </a:ln>
        </c:spPr>
        <c:txPr>
          <a:bodyPr rot="0" vert="horz"/>
          <a:lstStyle/>
          <a:p>
            <a:pPr>
              <a:defRPr sz="800">
                <a:solidFill>
                  <a:schemeClr val="tx1">
                    <a:lumMod val="65000"/>
                    <a:lumOff val="35000"/>
                  </a:schemeClr>
                </a:solidFill>
              </a:defRPr>
            </a:pPr>
            <a:endParaRPr lang="en-GR"/>
          </a:p>
        </c:txPr>
        <c:crossAx val="419783584"/>
        <c:crosses val="autoZero"/>
        <c:crossBetween val="between"/>
        <c:majorUnit val="10"/>
      </c:valAx>
      <c:spPr>
        <a:noFill/>
        <a:ln w="25400">
          <a:noFill/>
        </a:ln>
      </c:spPr>
    </c:plotArea>
    <c:legend>
      <c:legendPos val="l"/>
      <c:layout>
        <c:manualLayout>
          <c:xMode val="edge"/>
          <c:yMode val="edge"/>
          <c:x val="0"/>
          <c:y val="0.64502826049030726"/>
          <c:w val="0.10695346916838319"/>
          <c:h val="0.23126697425316303"/>
        </c:manualLayout>
      </c:layout>
      <c:overlay val="0"/>
      <c:txPr>
        <a:bodyPr/>
        <a:lstStyle/>
        <a:p>
          <a:pPr marL="72000">
            <a:defRPr sz="1000">
              <a:solidFill>
                <a:schemeClr val="tx1">
                  <a:lumMod val="65000"/>
                  <a:lumOff val="35000"/>
                </a:schemeClr>
              </a:solidFill>
            </a:defRPr>
          </a:pPr>
          <a:endParaRPr lang="en-GR"/>
        </a:p>
      </c:txPr>
    </c:legend>
    <c:plotVisOnly val="1"/>
    <c:dispBlanksAs val="gap"/>
    <c:showDLblsOverMax val="0"/>
  </c:chart>
  <c:spPr>
    <a:noFill/>
    <a:ln>
      <a:noFill/>
    </a:ln>
  </c:spPr>
  <c:txPr>
    <a:bodyPr/>
    <a:lstStyle/>
    <a:p>
      <a:pPr>
        <a:defRPr sz="1000" b="0" i="0" u="none" strike="noStrike" baseline="0">
          <a:solidFill>
            <a:schemeClr val="tx1"/>
          </a:solidFill>
          <a:latin typeface="Aptos" panose="020B0004020202020204" pitchFamily="34" charset="0"/>
          <a:ea typeface="Arial"/>
          <a:cs typeface="Arial"/>
        </a:defRPr>
      </a:pPr>
      <a:endParaRPr lang="en-GR"/>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3090585207589612"/>
          <c:y val="8.9632109432758192E-2"/>
          <c:w val="0.62976259975534876"/>
          <c:h val="0.76447955835002002"/>
        </c:manualLayout>
      </c:layout>
      <c:lineChart>
        <c:grouping val="standard"/>
        <c:varyColors val="0"/>
        <c:ser>
          <c:idx val="4"/>
          <c:order val="0"/>
          <c:tx>
            <c:strRef>
              <c:f>Sheet1!$A$2</c:f>
              <c:strCache>
                <c:ptCount val="1"/>
                <c:pt idx="0">
                  <c:v>NBG</c:v>
                </c:pt>
              </c:strCache>
            </c:strRef>
          </c:tx>
          <c:spPr>
            <a:ln w="25400">
              <a:solidFill>
                <a:schemeClr val="accent2"/>
              </a:solidFill>
              <a:prstDash val="solid"/>
            </a:ln>
          </c:spPr>
          <c:marker>
            <c:symbol val="none"/>
          </c:marker>
          <c:dPt>
            <c:idx val="3"/>
            <c:bubble3D val="0"/>
            <c:extLst>
              <c:ext xmlns:c16="http://schemas.microsoft.com/office/drawing/2014/chart" uri="{C3380CC4-5D6E-409C-BE32-E72D297353CC}">
                <c16:uniqueId val="{00000000-24C5-4A4A-B6ED-0A3F104D2299}"/>
              </c:ext>
            </c:extLst>
          </c:dPt>
          <c:dPt>
            <c:idx val="12"/>
            <c:bubble3D val="0"/>
            <c:extLst>
              <c:ext xmlns:c16="http://schemas.microsoft.com/office/drawing/2014/chart" uri="{C3380CC4-5D6E-409C-BE32-E72D297353CC}">
                <c16:uniqueId val="{00000001-24C5-4A4A-B6ED-0A3F104D2299}"/>
              </c:ext>
            </c:extLst>
          </c:dPt>
          <c:dPt>
            <c:idx val="13"/>
            <c:bubble3D val="0"/>
            <c:extLst>
              <c:ext xmlns:c16="http://schemas.microsoft.com/office/drawing/2014/chart" uri="{C3380CC4-5D6E-409C-BE32-E72D297353CC}">
                <c16:uniqueId val="{00000002-24C5-4A4A-B6ED-0A3F104D2299}"/>
              </c:ext>
            </c:extLst>
          </c:dPt>
          <c:dLbls>
            <c:numFmt formatCode="#,##0" sourceLinked="0"/>
            <c:spPr>
              <a:noFill/>
              <a:ln>
                <a:noFill/>
              </a:ln>
              <a:effectLst/>
            </c:spPr>
            <c:txPr>
              <a:bodyPr/>
              <a:lstStyle/>
              <a:p>
                <a:pPr>
                  <a:defRPr sz="700" b="1" i="0">
                    <a:solidFill>
                      <a:schemeClr val="tx1">
                        <a:lumMod val="65000"/>
                        <a:lumOff val="35000"/>
                      </a:schemeClr>
                    </a:solidFill>
                    <a:latin typeface="Aptos SemiBold" panose="020B0004020202020204" pitchFamily="34" charset="0"/>
                  </a:defRPr>
                </a:pPr>
                <a:endParaRPr lang="en-G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Sheet1!$B$1:$X$1</c:f>
              <c:strCache>
                <c:ptCount val="23"/>
                <c:pt idx="0">
                  <c:v>Jan-21</c:v>
                </c:pt>
                <c:pt idx="1">
                  <c:v>Jun-20</c:v>
                </c:pt>
                <c:pt idx="2">
                  <c:v>Jul-20</c:v>
                </c:pt>
                <c:pt idx="3">
                  <c:v>Aug-20</c:v>
                </c:pt>
                <c:pt idx="4">
                  <c:v>Sep-20</c:v>
                </c:pt>
                <c:pt idx="5">
                  <c:v>Oct-20</c:v>
                </c:pt>
                <c:pt idx="6">
                  <c:v>Nov-20</c:v>
                </c:pt>
                <c:pt idx="7">
                  <c:v>Dec-20</c:v>
                </c:pt>
                <c:pt idx="8">
                  <c:v>Jan-21</c:v>
                </c:pt>
                <c:pt idx="9">
                  <c:v>Feb-21</c:v>
                </c:pt>
                <c:pt idx="10">
                  <c:v>Mar-21</c:v>
                </c:pt>
                <c:pt idx="11">
                  <c:v>Apr-21</c:v>
                </c:pt>
                <c:pt idx="12">
                  <c:v>May-21</c:v>
                </c:pt>
                <c:pt idx="13">
                  <c:v>Jun-21</c:v>
                </c:pt>
                <c:pt idx="14">
                  <c:v>Jul-21</c:v>
                </c:pt>
                <c:pt idx="15">
                  <c:v>Aug-21</c:v>
                </c:pt>
                <c:pt idx="16">
                  <c:v>Sep-21</c:v>
                </c:pt>
                <c:pt idx="17">
                  <c:v>Oct-21</c:v>
                </c:pt>
                <c:pt idx="18">
                  <c:v>Nov-21</c:v>
                </c:pt>
                <c:pt idx="19">
                  <c:v>Dec-21</c:v>
                </c:pt>
                <c:pt idx="20">
                  <c:v>Jan-22</c:v>
                </c:pt>
                <c:pt idx="21">
                  <c:v>Feb-22</c:v>
                </c:pt>
                <c:pt idx="22">
                  <c:v>Mar-22</c:v>
                </c:pt>
              </c:strCache>
            </c:strRef>
          </c:cat>
          <c:val>
            <c:numRef>
              <c:f>Sheet1!$B$2:$X$2</c:f>
              <c:numCache>
                <c:formatCode>General</c:formatCode>
                <c:ptCount val="23"/>
                <c:pt idx="0">
                  <c:v>57.051000000000002</c:v>
                </c:pt>
                <c:pt idx="1">
                  <c:v>58.201000000000001</c:v>
                </c:pt>
                <c:pt idx="2">
                  <c:v>59.642000000000003</c:v>
                </c:pt>
                <c:pt idx="3">
                  <c:v>61.674999999999997</c:v>
                </c:pt>
                <c:pt idx="4">
                  <c:v>63.033000000000001</c:v>
                </c:pt>
                <c:pt idx="5">
                  <c:v>62.578000000000003</c:v>
                </c:pt>
                <c:pt idx="6">
                  <c:v>61.088999999999999</c:v>
                </c:pt>
                <c:pt idx="7">
                  <c:v>60.99</c:v>
                </c:pt>
                <c:pt idx="8">
                  <c:v>61.515000000000001</c:v>
                </c:pt>
                <c:pt idx="9">
                  <c:v>63.237000000000002</c:v>
                </c:pt>
                <c:pt idx="10">
                  <c:v>62.241</c:v>
                </c:pt>
                <c:pt idx="11">
                  <c:v>61.064999999999998</c:v>
                </c:pt>
                <c:pt idx="12">
                  <c:v>60.642000000000003</c:v>
                </c:pt>
                <c:pt idx="13">
                  <c:v>60.4</c:v>
                </c:pt>
                <c:pt idx="14">
                  <c:v>61.686999999999998</c:v>
                </c:pt>
                <c:pt idx="15">
                  <c:v>62.322000000000003</c:v>
                </c:pt>
                <c:pt idx="16">
                  <c:v>63.478000000000002</c:v>
                </c:pt>
                <c:pt idx="17">
                  <c:v>64.222999999999999</c:v>
                </c:pt>
                <c:pt idx="18">
                  <c:v>62.481999999999999</c:v>
                </c:pt>
                <c:pt idx="19">
                  <c:v>62.042000000000002</c:v>
                </c:pt>
                <c:pt idx="20">
                  <c:v>60.369</c:v>
                </c:pt>
                <c:pt idx="21">
                  <c:v>61.104999999999997</c:v>
                </c:pt>
                <c:pt idx="22">
                  <c:v>60.142000000000003</c:v>
                </c:pt>
              </c:numCache>
            </c:numRef>
          </c:val>
          <c:smooth val="0"/>
          <c:extLst>
            <c:ext xmlns:c16="http://schemas.microsoft.com/office/drawing/2014/chart" uri="{C3380CC4-5D6E-409C-BE32-E72D297353CC}">
              <c16:uniqueId val="{00000003-24C5-4A4A-B6ED-0A3F104D2299}"/>
            </c:ext>
          </c:extLst>
        </c:ser>
        <c:ser>
          <c:idx val="5"/>
          <c:order val="1"/>
          <c:tx>
            <c:strRef>
              <c:f>Sheet1!$A$3</c:f>
              <c:strCache>
                <c:ptCount val="1"/>
                <c:pt idx="0">
                  <c:v>X</c:v>
                </c:pt>
              </c:strCache>
            </c:strRef>
          </c:tx>
          <c:spPr>
            <a:ln w="25400">
              <a:solidFill>
                <a:schemeClr val="accent1"/>
              </a:solidFill>
              <a:prstDash val="solid"/>
            </a:ln>
          </c:spPr>
          <c:marker>
            <c:symbol val="none"/>
          </c:marker>
          <c:dPt>
            <c:idx val="3"/>
            <c:bubble3D val="0"/>
            <c:extLst>
              <c:ext xmlns:c16="http://schemas.microsoft.com/office/drawing/2014/chart" uri="{C3380CC4-5D6E-409C-BE32-E72D297353CC}">
                <c16:uniqueId val="{00000004-24C5-4A4A-B6ED-0A3F104D2299}"/>
              </c:ext>
            </c:extLst>
          </c:dPt>
          <c:dPt>
            <c:idx val="12"/>
            <c:bubble3D val="0"/>
            <c:extLst>
              <c:ext xmlns:c16="http://schemas.microsoft.com/office/drawing/2014/chart" uri="{C3380CC4-5D6E-409C-BE32-E72D297353CC}">
                <c16:uniqueId val="{00000005-24C5-4A4A-B6ED-0A3F104D2299}"/>
              </c:ext>
            </c:extLst>
          </c:dPt>
          <c:dLbls>
            <c:numFmt formatCode="#,##0" sourceLinked="0"/>
            <c:spPr>
              <a:noFill/>
              <a:ln>
                <a:noFill/>
              </a:ln>
              <a:effectLst/>
            </c:spPr>
            <c:txPr>
              <a:bodyPr/>
              <a:lstStyle/>
              <a:p>
                <a:pPr>
                  <a:defRPr sz="700" b="1" i="0">
                    <a:solidFill>
                      <a:schemeClr val="tx1">
                        <a:lumMod val="65000"/>
                        <a:lumOff val="35000"/>
                      </a:schemeClr>
                    </a:solidFill>
                    <a:latin typeface="Aptos SemiBold" panose="020B0004020202020204" pitchFamily="34" charset="0"/>
                  </a:defRPr>
                </a:pPr>
                <a:endParaRPr lang="en-G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Sheet1!$B$1:$X$1</c:f>
              <c:strCache>
                <c:ptCount val="23"/>
                <c:pt idx="0">
                  <c:v>Jan-21</c:v>
                </c:pt>
                <c:pt idx="1">
                  <c:v>Jun-20</c:v>
                </c:pt>
                <c:pt idx="2">
                  <c:v>Jul-20</c:v>
                </c:pt>
                <c:pt idx="3">
                  <c:v>Aug-20</c:v>
                </c:pt>
                <c:pt idx="4">
                  <c:v>Sep-20</c:v>
                </c:pt>
                <c:pt idx="5">
                  <c:v>Oct-20</c:v>
                </c:pt>
                <c:pt idx="6">
                  <c:v>Nov-20</c:v>
                </c:pt>
                <c:pt idx="7">
                  <c:v>Dec-20</c:v>
                </c:pt>
                <c:pt idx="8">
                  <c:v>Jan-21</c:v>
                </c:pt>
                <c:pt idx="9">
                  <c:v>Feb-21</c:v>
                </c:pt>
                <c:pt idx="10">
                  <c:v>Mar-21</c:v>
                </c:pt>
                <c:pt idx="11">
                  <c:v>Apr-21</c:v>
                </c:pt>
                <c:pt idx="12">
                  <c:v>May-21</c:v>
                </c:pt>
                <c:pt idx="13">
                  <c:v>Jun-21</c:v>
                </c:pt>
                <c:pt idx="14">
                  <c:v>Jul-21</c:v>
                </c:pt>
                <c:pt idx="15">
                  <c:v>Aug-21</c:v>
                </c:pt>
                <c:pt idx="16">
                  <c:v>Sep-21</c:v>
                </c:pt>
                <c:pt idx="17">
                  <c:v>Oct-21</c:v>
                </c:pt>
                <c:pt idx="18">
                  <c:v>Nov-21</c:v>
                </c:pt>
                <c:pt idx="19">
                  <c:v>Dec-21</c:v>
                </c:pt>
                <c:pt idx="20">
                  <c:v>Jan-22</c:v>
                </c:pt>
                <c:pt idx="21">
                  <c:v>Feb-22</c:v>
                </c:pt>
                <c:pt idx="22">
                  <c:v>Mar-22</c:v>
                </c:pt>
              </c:strCache>
            </c:strRef>
          </c:cat>
          <c:val>
            <c:numRef>
              <c:f>Sheet1!$B$3:$X$3</c:f>
              <c:numCache>
                <c:formatCode>General</c:formatCode>
                <c:ptCount val="23"/>
                <c:pt idx="0">
                  <c:v>73.200999999999993</c:v>
                </c:pt>
                <c:pt idx="1">
                  <c:v>74.099999999999994</c:v>
                </c:pt>
                <c:pt idx="2">
                  <c:v>72.760000000000005</c:v>
                </c:pt>
                <c:pt idx="3">
                  <c:v>72.680000000000007</c:v>
                </c:pt>
                <c:pt idx="4">
                  <c:v>73.483000000000004</c:v>
                </c:pt>
                <c:pt idx="5">
                  <c:v>75.695999999999998</c:v>
                </c:pt>
                <c:pt idx="6">
                  <c:v>77.570999999999998</c:v>
                </c:pt>
                <c:pt idx="7">
                  <c:v>77.914000000000001</c:v>
                </c:pt>
                <c:pt idx="8">
                  <c:v>77.965000000000003</c:v>
                </c:pt>
                <c:pt idx="9">
                  <c:v>76.679000000000002</c:v>
                </c:pt>
                <c:pt idx="10">
                  <c:v>76.088999999999999</c:v>
                </c:pt>
                <c:pt idx="11">
                  <c:v>76.519000000000005</c:v>
                </c:pt>
                <c:pt idx="12">
                  <c:v>77.997</c:v>
                </c:pt>
                <c:pt idx="13">
                  <c:v>76.849000000000004</c:v>
                </c:pt>
                <c:pt idx="14">
                  <c:v>77.894999999999996</c:v>
                </c:pt>
                <c:pt idx="15">
                  <c:v>77.683999999999997</c:v>
                </c:pt>
                <c:pt idx="16">
                  <c:v>80.207999999999998</c:v>
                </c:pt>
                <c:pt idx="17">
                  <c:v>79.191000000000003</c:v>
                </c:pt>
                <c:pt idx="18">
                  <c:v>78.801000000000002</c:v>
                </c:pt>
                <c:pt idx="19">
                  <c:v>77.274000000000001</c:v>
                </c:pt>
                <c:pt idx="20">
                  <c:v>76.688999999999993</c:v>
                </c:pt>
                <c:pt idx="21">
                  <c:v>77.254999999999995</c:v>
                </c:pt>
                <c:pt idx="22">
                  <c:v>78.004999999999995</c:v>
                </c:pt>
              </c:numCache>
            </c:numRef>
          </c:val>
          <c:smooth val="0"/>
          <c:extLst>
            <c:ext xmlns:c16="http://schemas.microsoft.com/office/drawing/2014/chart" uri="{C3380CC4-5D6E-409C-BE32-E72D297353CC}">
              <c16:uniqueId val="{00000006-24C5-4A4A-B6ED-0A3F104D2299}"/>
            </c:ext>
          </c:extLst>
        </c:ser>
        <c:ser>
          <c:idx val="0"/>
          <c:order val="2"/>
          <c:tx>
            <c:strRef>
              <c:f>Sheet1!$A$4</c:f>
              <c:strCache>
                <c:ptCount val="1"/>
                <c:pt idx="0">
                  <c:v>Y</c:v>
                </c:pt>
              </c:strCache>
            </c:strRef>
          </c:tx>
          <c:spPr>
            <a:ln w="22225">
              <a:solidFill>
                <a:schemeClr val="accent3"/>
              </a:solidFill>
              <a:prstDash val="solid"/>
            </a:ln>
          </c:spPr>
          <c:marker>
            <c:symbol val="none"/>
          </c:marker>
          <c:dPt>
            <c:idx val="3"/>
            <c:bubble3D val="0"/>
            <c:extLst>
              <c:ext xmlns:c16="http://schemas.microsoft.com/office/drawing/2014/chart" uri="{C3380CC4-5D6E-409C-BE32-E72D297353CC}">
                <c16:uniqueId val="{00000007-24C5-4A4A-B6ED-0A3F104D2299}"/>
              </c:ext>
            </c:extLst>
          </c:dPt>
          <c:dPt>
            <c:idx val="12"/>
            <c:bubble3D val="0"/>
            <c:extLst>
              <c:ext xmlns:c16="http://schemas.microsoft.com/office/drawing/2014/chart" uri="{C3380CC4-5D6E-409C-BE32-E72D297353CC}">
                <c16:uniqueId val="{00000008-24C5-4A4A-B6ED-0A3F104D2299}"/>
              </c:ext>
            </c:extLst>
          </c:dPt>
          <c:dLbls>
            <c:numFmt formatCode="#,##0" sourceLinked="0"/>
            <c:spPr>
              <a:noFill/>
              <a:ln>
                <a:noFill/>
              </a:ln>
              <a:effectLst/>
            </c:spPr>
            <c:txPr>
              <a:bodyPr/>
              <a:lstStyle/>
              <a:p>
                <a:pPr>
                  <a:defRPr sz="700" b="1" i="0">
                    <a:solidFill>
                      <a:schemeClr val="tx1">
                        <a:lumMod val="65000"/>
                        <a:lumOff val="35000"/>
                      </a:schemeClr>
                    </a:solidFill>
                    <a:latin typeface="Aptos SemiBold" panose="020B0004020202020204" pitchFamily="34" charset="0"/>
                  </a:defRPr>
                </a:pPr>
                <a:endParaRPr lang="en-G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Sheet1!$B$1:$X$1</c:f>
              <c:strCache>
                <c:ptCount val="23"/>
                <c:pt idx="0">
                  <c:v>Jan-21</c:v>
                </c:pt>
                <c:pt idx="1">
                  <c:v>Jun-20</c:v>
                </c:pt>
                <c:pt idx="2">
                  <c:v>Jul-20</c:v>
                </c:pt>
                <c:pt idx="3">
                  <c:v>Aug-20</c:v>
                </c:pt>
                <c:pt idx="4">
                  <c:v>Sep-20</c:v>
                </c:pt>
                <c:pt idx="5">
                  <c:v>Oct-20</c:v>
                </c:pt>
                <c:pt idx="6">
                  <c:v>Nov-20</c:v>
                </c:pt>
                <c:pt idx="7">
                  <c:v>Dec-20</c:v>
                </c:pt>
                <c:pt idx="8">
                  <c:v>Jan-21</c:v>
                </c:pt>
                <c:pt idx="9">
                  <c:v>Feb-21</c:v>
                </c:pt>
                <c:pt idx="10">
                  <c:v>Mar-21</c:v>
                </c:pt>
                <c:pt idx="11">
                  <c:v>Apr-21</c:v>
                </c:pt>
                <c:pt idx="12">
                  <c:v>May-21</c:v>
                </c:pt>
                <c:pt idx="13">
                  <c:v>Jun-21</c:v>
                </c:pt>
                <c:pt idx="14">
                  <c:v>Jul-21</c:v>
                </c:pt>
                <c:pt idx="15">
                  <c:v>Aug-21</c:v>
                </c:pt>
                <c:pt idx="16">
                  <c:v>Sep-21</c:v>
                </c:pt>
                <c:pt idx="17">
                  <c:v>Oct-21</c:v>
                </c:pt>
                <c:pt idx="18">
                  <c:v>Nov-21</c:v>
                </c:pt>
                <c:pt idx="19">
                  <c:v>Dec-21</c:v>
                </c:pt>
                <c:pt idx="20">
                  <c:v>Jan-22</c:v>
                </c:pt>
                <c:pt idx="21">
                  <c:v>Feb-22</c:v>
                </c:pt>
                <c:pt idx="22">
                  <c:v>Mar-22</c:v>
                </c:pt>
              </c:strCache>
            </c:strRef>
          </c:cat>
          <c:val>
            <c:numRef>
              <c:f>Sheet1!$B$4:$X$4</c:f>
              <c:numCache>
                <c:formatCode>General</c:formatCode>
                <c:ptCount val="23"/>
                <c:pt idx="0">
                  <c:v>37.109000000000002</c:v>
                </c:pt>
                <c:pt idx="1">
                  <c:v>37.057000000000002</c:v>
                </c:pt>
                <c:pt idx="2">
                  <c:v>38.433</c:v>
                </c:pt>
                <c:pt idx="3">
                  <c:v>38.451999999999998</c:v>
                </c:pt>
                <c:pt idx="4">
                  <c:v>39.880000000000003</c:v>
                </c:pt>
                <c:pt idx="5">
                  <c:v>38.219000000000001</c:v>
                </c:pt>
                <c:pt idx="6">
                  <c:v>39.128</c:v>
                </c:pt>
                <c:pt idx="7">
                  <c:v>38.262999999999998</c:v>
                </c:pt>
                <c:pt idx="8">
                  <c:v>40.914000000000001</c:v>
                </c:pt>
                <c:pt idx="9">
                  <c:v>42.36</c:v>
                </c:pt>
                <c:pt idx="10">
                  <c:v>43.262999999999998</c:v>
                </c:pt>
                <c:pt idx="11">
                  <c:v>42.969000000000001</c:v>
                </c:pt>
                <c:pt idx="12">
                  <c:v>42.204000000000001</c:v>
                </c:pt>
                <c:pt idx="13">
                  <c:v>41.368000000000002</c:v>
                </c:pt>
                <c:pt idx="14">
                  <c:v>41.33</c:v>
                </c:pt>
                <c:pt idx="15">
                  <c:v>41.523000000000003</c:v>
                </c:pt>
                <c:pt idx="16">
                  <c:v>43.445999999999998</c:v>
                </c:pt>
                <c:pt idx="17">
                  <c:v>43.606999999999999</c:v>
                </c:pt>
                <c:pt idx="18">
                  <c:v>43.622999999999998</c:v>
                </c:pt>
                <c:pt idx="19">
                  <c:v>40.252000000000002</c:v>
                </c:pt>
                <c:pt idx="20">
                  <c:v>39.491</c:v>
                </c:pt>
                <c:pt idx="21">
                  <c:v>38.19</c:v>
                </c:pt>
                <c:pt idx="22">
                  <c:v>39.009</c:v>
                </c:pt>
              </c:numCache>
            </c:numRef>
          </c:val>
          <c:smooth val="0"/>
          <c:extLst>
            <c:ext xmlns:c16="http://schemas.microsoft.com/office/drawing/2014/chart" uri="{C3380CC4-5D6E-409C-BE32-E72D297353CC}">
              <c16:uniqueId val="{00000009-24C5-4A4A-B6ED-0A3F104D2299}"/>
            </c:ext>
          </c:extLst>
        </c:ser>
        <c:ser>
          <c:idx val="1"/>
          <c:order val="3"/>
          <c:tx>
            <c:strRef>
              <c:f>Sheet1!$A$5</c:f>
              <c:strCache>
                <c:ptCount val="1"/>
                <c:pt idx="0">
                  <c:v>Z</c:v>
                </c:pt>
              </c:strCache>
            </c:strRef>
          </c:tx>
          <c:spPr>
            <a:ln w="22225">
              <a:solidFill>
                <a:schemeClr val="accent4"/>
              </a:solidFill>
            </a:ln>
          </c:spPr>
          <c:marker>
            <c:symbol val="none"/>
          </c:marker>
          <c:dLbls>
            <c:numFmt formatCode="#,##0" sourceLinked="0"/>
            <c:spPr>
              <a:noFill/>
              <a:ln>
                <a:noFill/>
              </a:ln>
              <a:effectLst/>
            </c:spPr>
            <c:txPr>
              <a:bodyPr/>
              <a:lstStyle/>
              <a:p>
                <a:pPr>
                  <a:defRPr sz="700" b="1" i="0">
                    <a:solidFill>
                      <a:schemeClr val="tx1">
                        <a:lumMod val="65000"/>
                        <a:lumOff val="35000"/>
                      </a:schemeClr>
                    </a:solidFill>
                    <a:latin typeface="Aptos SemiBold" panose="020B0004020202020204" pitchFamily="34" charset="0"/>
                  </a:defRPr>
                </a:pPr>
                <a:endParaRPr lang="en-GR"/>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Sheet1!$B$1:$X$1</c:f>
              <c:strCache>
                <c:ptCount val="23"/>
                <c:pt idx="0">
                  <c:v>Jan-21</c:v>
                </c:pt>
                <c:pt idx="1">
                  <c:v>Jun-20</c:v>
                </c:pt>
                <c:pt idx="2">
                  <c:v>Jul-20</c:v>
                </c:pt>
                <c:pt idx="3">
                  <c:v>Aug-20</c:v>
                </c:pt>
                <c:pt idx="4">
                  <c:v>Sep-20</c:v>
                </c:pt>
                <c:pt idx="5">
                  <c:v>Oct-20</c:v>
                </c:pt>
                <c:pt idx="6">
                  <c:v>Nov-20</c:v>
                </c:pt>
                <c:pt idx="7">
                  <c:v>Dec-20</c:v>
                </c:pt>
                <c:pt idx="8">
                  <c:v>Jan-21</c:v>
                </c:pt>
                <c:pt idx="9">
                  <c:v>Feb-21</c:v>
                </c:pt>
                <c:pt idx="10">
                  <c:v>Mar-21</c:v>
                </c:pt>
                <c:pt idx="11">
                  <c:v>Apr-21</c:v>
                </c:pt>
                <c:pt idx="12">
                  <c:v>May-21</c:v>
                </c:pt>
                <c:pt idx="13">
                  <c:v>Jun-21</c:v>
                </c:pt>
                <c:pt idx="14">
                  <c:v>Jul-21</c:v>
                </c:pt>
                <c:pt idx="15">
                  <c:v>Aug-21</c:v>
                </c:pt>
                <c:pt idx="16">
                  <c:v>Sep-21</c:v>
                </c:pt>
                <c:pt idx="17">
                  <c:v>Oct-21</c:v>
                </c:pt>
                <c:pt idx="18">
                  <c:v>Nov-21</c:v>
                </c:pt>
                <c:pt idx="19">
                  <c:v>Dec-21</c:v>
                </c:pt>
                <c:pt idx="20">
                  <c:v>Jan-22</c:v>
                </c:pt>
                <c:pt idx="21">
                  <c:v>Feb-22</c:v>
                </c:pt>
                <c:pt idx="22">
                  <c:v>Mar-22</c:v>
                </c:pt>
              </c:strCache>
            </c:strRef>
          </c:cat>
          <c:val>
            <c:numRef>
              <c:f>Sheet1!$B$5:$X$5</c:f>
              <c:numCache>
                <c:formatCode>General</c:formatCode>
                <c:ptCount val="23"/>
                <c:pt idx="0">
                  <c:v>36.656999999999996</c:v>
                </c:pt>
                <c:pt idx="1">
                  <c:v>35.613</c:v>
                </c:pt>
                <c:pt idx="2">
                  <c:v>35.518999999999998</c:v>
                </c:pt>
                <c:pt idx="3">
                  <c:v>34.073</c:v>
                </c:pt>
                <c:pt idx="4">
                  <c:v>34.161999999999999</c:v>
                </c:pt>
                <c:pt idx="5">
                  <c:v>33.177</c:v>
                </c:pt>
                <c:pt idx="6">
                  <c:v>35.456000000000003</c:v>
                </c:pt>
                <c:pt idx="7">
                  <c:v>36.313000000000002</c:v>
                </c:pt>
                <c:pt idx="8">
                  <c:v>37.933999999999997</c:v>
                </c:pt>
                <c:pt idx="9">
                  <c:v>35.924999999999997</c:v>
                </c:pt>
                <c:pt idx="10">
                  <c:v>35.869999999999997</c:v>
                </c:pt>
                <c:pt idx="11">
                  <c:v>35.209000000000003</c:v>
                </c:pt>
                <c:pt idx="12">
                  <c:v>35.423999999999999</c:v>
                </c:pt>
                <c:pt idx="13">
                  <c:v>32.909999999999997</c:v>
                </c:pt>
                <c:pt idx="14">
                  <c:v>32.537999999999997</c:v>
                </c:pt>
                <c:pt idx="15">
                  <c:v>32.741</c:v>
                </c:pt>
                <c:pt idx="16">
                  <c:v>34.832999999999998</c:v>
                </c:pt>
                <c:pt idx="17">
                  <c:v>34.783000000000001</c:v>
                </c:pt>
                <c:pt idx="18">
                  <c:v>34.936999999999998</c:v>
                </c:pt>
                <c:pt idx="19">
                  <c:v>32.362000000000002</c:v>
                </c:pt>
                <c:pt idx="20">
                  <c:v>32.415999999999997</c:v>
                </c:pt>
                <c:pt idx="21">
                  <c:v>31.117999999999999</c:v>
                </c:pt>
                <c:pt idx="22">
                  <c:v>31.46</c:v>
                </c:pt>
              </c:numCache>
            </c:numRef>
          </c:val>
          <c:smooth val="0"/>
          <c:extLst>
            <c:ext xmlns:c16="http://schemas.microsoft.com/office/drawing/2014/chart" uri="{C3380CC4-5D6E-409C-BE32-E72D297353CC}">
              <c16:uniqueId val="{0000000A-24C5-4A4A-B6ED-0A3F104D2299}"/>
            </c:ext>
          </c:extLst>
        </c:ser>
        <c:dLbls>
          <c:showLegendKey val="0"/>
          <c:showVal val="1"/>
          <c:showCatName val="0"/>
          <c:showSerName val="0"/>
          <c:showPercent val="0"/>
          <c:showBubbleSize val="0"/>
        </c:dLbls>
        <c:smooth val="0"/>
        <c:axId val="419792992"/>
        <c:axId val="419793776"/>
      </c:lineChart>
      <c:catAx>
        <c:axId val="419792992"/>
        <c:scaling>
          <c:orientation val="minMax"/>
        </c:scaling>
        <c:delete val="0"/>
        <c:axPos val="b"/>
        <c:numFmt formatCode="General" sourceLinked="1"/>
        <c:majorTickMark val="out"/>
        <c:minorTickMark val="none"/>
        <c:tickLblPos val="nextTo"/>
        <c:spPr>
          <a:ln w="2661">
            <a:solidFill>
              <a:srgbClr val="CDC4C0"/>
            </a:solidFill>
            <a:prstDash val="solid"/>
          </a:ln>
        </c:spPr>
        <c:txPr>
          <a:bodyPr rot="-5400000" vert="horz"/>
          <a:lstStyle/>
          <a:p>
            <a:pPr>
              <a:defRPr sz="800">
                <a:solidFill>
                  <a:schemeClr val="tx1">
                    <a:lumMod val="65000"/>
                    <a:lumOff val="35000"/>
                  </a:schemeClr>
                </a:solidFill>
              </a:defRPr>
            </a:pPr>
            <a:endParaRPr lang="en-GR"/>
          </a:p>
        </c:txPr>
        <c:crossAx val="419793776"/>
        <c:crosses val="autoZero"/>
        <c:auto val="1"/>
        <c:lblAlgn val="ctr"/>
        <c:lblOffset val="0"/>
        <c:tickLblSkip val="1"/>
        <c:tickMarkSkip val="1"/>
        <c:noMultiLvlLbl val="0"/>
      </c:catAx>
      <c:valAx>
        <c:axId val="419793776"/>
        <c:scaling>
          <c:orientation val="minMax"/>
          <c:max val="90"/>
          <c:min val="20"/>
        </c:scaling>
        <c:delete val="0"/>
        <c:axPos val="l"/>
        <c:numFmt formatCode="General" sourceLinked="1"/>
        <c:majorTickMark val="out"/>
        <c:minorTickMark val="none"/>
        <c:tickLblPos val="nextTo"/>
        <c:spPr>
          <a:ln w="7983">
            <a:noFill/>
          </a:ln>
        </c:spPr>
        <c:txPr>
          <a:bodyPr rot="0" vert="horz"/>
          <a:lstStyle/>
          <a:p>
            <a:pPr>
              <a:defRPr sz="800">
                <a:solidFill>
                  <a:schemeClr val="tx1">
                    <a:lumMod val="65000"/>
                    <a:lumOff val="35000"/>
                  </a:schemeClr>
                </a:solidFill>
              </a:defRPr>
            </a:pPr>
            <a:endParaRPr lang="en-GR"/>
          </a:p>
        </c:txPr>
        <c:crossAx val="419792992"/>
        <c:crosses val="autoZero"/>
        <c:crossBetween val="between"/>
        <c:majorUnit val="10"/>
      </c:valAx>
      <c:spPr>
        <a:noFill/>
        <a:ln w="25400">
          <a:noFill/>
        </a:ln>
      </c:spPr>
    </c:plotArea>
    <c:legend>
      <c:legendPos val="b"/>
      <c:layout>
        <c:manualLayout>
          <c:xMode val="edge"/>
          <c:yMode val="edge"/>
          <c:x val="0"/>
          <c:y val="0.64107864699068617"/>
          <c:w val="0.21390715526506981"/>
          <c:h val="0.23158378475566763"/>
        </c:manualLayout>
      </c:layout>
      <c:overlay val="0"/>
      <c:spPr>
        <a:ln w="3175">
          <a:noFill/>
        </a:ln>
      </c:spPr>
      <c:txPr>
        <a:bodyPr/>
        <a:lstStyle/>
        <a:p>
          <a:pPr marL="72000">
            <a:defRPr sz="1000">
              <a:solidFill>
                <a:schemeClr val="tx1">
                  <a:lumMod val="65000"/>
                  <a:lumOff val="35000"/>
                </a:schemeClr>
              </a:solidFill>
            </a:defRPr>
          </a:pPr>
          <a:endParaRPr lang="en-GR"/>
        </a:p>
      </c:txPr>
    </c:legend>
    <c:plotVisOnly val="1"/>
    <c:dispBlanksAs val="gap"/>
    <c:showDLblsOverMax val="0"/>
  </c:chart>
  <c:spPr>
    <a:noFill/>
    <a:ln>
      <a:noFill/>
    </a:ln>
  </c:spPr>
  <c:txPr>
    <a:bodyPr/>
    <a:lstStyle/>
    <a:p>
      <a:pPr>
        <a:defRPr sz="335" b="0" i="0" u="none" strike="noStrike" baseline="0">
          <a:solidFill>
            <a:schemeClr val="tx1"/>
          </a:solidFill>
          <a:latin typeface="Aptos" panose="020B0004020202020204" pitchFamily="34" charset="0"/>
          <a:ea typeface="Arial"/>
          <a:cs typeface="Arial"/>
        </a:defRPr>
      </a:pPr>
      <a:endParaRPr lang="en-GR"/>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3417684976498352"/>
          <c:y val="9.0493881597727394E-2"/>
          <c:w val="0.62841712473361699"/>
          <c:h val="0.76354244490556378"/>
        </c:manualLayout>
      </c:layout>
      <c:lineChart>
        <c:grouping val="standard"/>
        <c:varyColors val="0"/>
        <c:ser>
          <c:idx val="4"/>
          <c:order val="0"/>
          <c:tx>
            <c:strRef>
              <c:f>Sheet1!$A$2</c:f>
              <c:strCache>
                <c:ptCount val="1"/>
                <c:pt idx="0">
                  <c:v>NBG</c:v>
                </c:pt>
              </c:strCache>
            </c:strRef>
          </c:tx>
          <c:spPr>
            <a:ln w="25400">
              <a:solidFill>
                <a:schemeClr val="accent2"/>
              </a:solidFill>
              <a:prstDash val="solid"/>
            </a:ln>
          </c:spPr>
          <c:marker>
            <c:symbol val="none"/>
          </c:marker>
          <c:dPt>
            <c:idx val="3"/>
            <c:bubble3D val="0"/>
            <c:extLst>
              <c:ext xmlns:c16="http://schemas.microsoft.com/office/drawing/2014/chart" uri="{C3380CC4-5D6E-409C-BE32-E72D297353CC}">
                <c16:uniqueId val="{00000000-918D-834C-9D96-53606397D8BD}"/>
              </c:ext>
            </c:extLst>
          </c:dPt>
          <c:dPt>
            <c:idx val="12"/>
            <c:bubble3D val="0"/>
            <c:extLst>
              <c:ext xmlns:c16="http://schemas.microsoft.com/office/drawing/2014/chart" uri="{C3380CC4-5D6E-409C-BE32-E72D297353CC}">
                <c16:uniqueId val="{00000001-918D-834C-9D96-53606397D8BD}"/>
              </c:ext>
            </c:extLst>
          </c:dPt>
          <c:dPt>
            <c:idx val="13"/>
            <c:bubble3D val="0"/>
            <c:extLst>
              <c:ext xmlns:c16="http://schemas.microsoft.com/office/drawing/2014/chart" uri="{C3380CC4-5D6E-409C-BE32-E72D297353CC}">
                <c16:uniqueId val="{00000002-918D-834C-9D96-53606397D8BD}"/>
              </c:ext>
            </c:extLst>
          </c:dPt>
          <c:dLbls>
            <c:dLbl>
              <c:idx val="0"/>
              <c:layout>
                <c:manualLayout>
                  <c:x val="-3.0354996514835111E-2"/>
                  <c:y val="-2.131850482024912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18D-834C-9D96-53606397D8BD}"/>
                </c:ext>
              </c:extLst>
            </c:dLbl>
            <c:dLbl>
              <c:idx val="1"/>
              <c:layout>
                <c:manualLayout>
                  <c:x val="-3.4814168933732847E-2"/>
                  <c:y val="-2.694992613985905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18D-834C-9D96-53606397D8BD}"/>
                </c:ext>
              </c:extLst>
            </c:dLbl>
            <c:dLbl>
              <c:idx val="2"/>
              <c:layout>
                <c:manualLayout>
                  <c:x val="-4.0801533708274398E-2"/>
                  <c:y val="-2.694992613985910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18D-834C-9D96-53606397D8BD}"/>
                </c:ext>
              </c:extLst>
            </c:dLbl>
            <c:dLbl>
              <c:idx val="3"/>
              <c:layout>
                <c:manualLayout>
                  <c:x val="-4.6788898482815935E-2"/>
                  <c:y val="-2.504429766557751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18D-834C-9D96-53606397D8BD}"/>
                </c:ext>
              </c:extLst>
            </c:dLbl>
            <c:dLbl>
              <c:idx val="4"/>
              <c:layout>
                <c:manualLayout>
                  <c:x val="-5.277631766985745E-2"/>
                  <c:y val="-3.067552396205232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18D-834C-9D96-53606397D8BD}"/>
                </c:ext>
              </c:extLst>
            </c:dLbl>
            <c:dLbl>
              <c:idx val="5"/>
              <c:layout>
                <c:manualLayout>
                  <c:x val="-5.277631766985745E-2"/>
                  <c:y val="-3.067552396205235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18D-834C-9D96-53606397D8BD}"/>
                </c:ext>
              </c:extLst>
            </c:dLbl>
            <c:dLbl>
              <c:idx val="6"/>
              <c:layout>
                <c:manualLayout>
                  <c:x val="-5.2776317669857367E-2"/>
                  <c:y val="-2.504438402423432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918D-834C-9D96-53606397D8BD}"/>
                </c:ext>
              </c:extLst>
            </c:dLbl>
            <c:dLbl>
              <c:idx val="7"/>
              <c:layout>
                <c:manualLayout>
                  <c:x val="-5.277631766985745E-2"/>
                  <c:y val="-3.067552396205232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18D-834C-9D96-53606397D8BD}"/>
                </c:ext>
              </c:extLst>
            </c:dLbl>
            <c:dLbl>
              <c:idx val="8"/>
              <c:layout>
                <c:manualLayout>
                  <c:x val="-5.2776317669857367E-2"/>
                  <c:y val="-2.50443840242342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918D-834C-9D96-53606397D8BD}"/>
                </c:ext>
              </c:extLst>
            </c:dLbl>
            <c:dLbl>
              <c:idx val="9"/>
              <c:layout>
                <c:manualLayout>
                  <c:x val="-5.277631766985745E-2"/>
                  <c:y val="-3.067552396205232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918D-834C-9D96-53606397D8BD}"/>
                </c:ext>
              </c:extLst>
            </c:dLbl>
            <c:dLbl>
              <c:idx val="10"/>
              <c:layout>
                <c:manualLayout>
                  <c:x val="-5.37243636943317E-2"/>
                  <c:y val="-2.504438402423432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918D-834C-9D96-53606397D8BD}"/>
                </c:ext>
              </c:extLst>
            </c:dLbl>
            <c:dLbl>
              <c:idx val="11"/>
              <c:layout>
                <c:manualLayout>
                  <c:x val="-4.3751963790412823E-2"/>
                  <c:y val="-2.77025371492008E-2"/>
                </c:manualLayout>
              </c:layout>
              <c:dLblPos val="r"/>
              <c:showLegendKey val="0"/>
              <c:showVal val="1"/>
              <c:showCatName val="0"/>
              <c:showSerName val="0"/>
              <c:showPercent val="0"/>
              <c:showBubbleSize val="0"/>
              <c:extLst>
                <c:ext xmlns:c15="http://schemas.microsoft.com/office/drawing/2012/chart" uri="{CE6537A1-D6FC-4f65-9D91-7224C49458BB}">
                  <c15:layout>
                    <c:manualLayout>
                      <c:w val="6.5300375003161701E-2"/>
                      <c:h val="5.0404045133199113E-2"/>
                    </c:manualLayout>
                  </c15:layout>
                </c:ext>
                <c:ext xmlns:c16="http://schemas.microsoft.com/office/drawing/2014/chart" uri="{C3380CC4-5D6E-409C-BE32-E72D297353CC}">
                  <c16:uniqueId val="{0000000D-918D-834C-9D96-53606397D8BD}"/>
                </c:ext>
              </c:extLst>
            </c:dLbl>
            <c:dLbl>
              <c:idx val="12"/>
              <c:layout>
                <c:manualLayout>
                  <c:x val="-4.1979477963723547E-2"/>
                  <c:y val="-3.067552396205232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18D-834C-9D96-53606397D8BD}"/>
                </c:ext>
              </c:extLst>
            </c:dLbl>
            <c:dLbl>
              <c:idx val="13"/>
              <c:layout>
                <c:manualLayout>
                  <c:x val="-4.9588776258680412E-2"/>
                  <c:y val="-3.630666389987037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18D-834C-9D96-53606397D8BD}"/>
                </c:ext>
              </c:extLst>
            </c:dLbl>
            <c:dLbl>
              <c:idx val="14"/>
              <c:layout>
                <c:manualLayout>
                  <c:x val="-4.3028648897475145E-2"/>
                  <c:y val="-3.067552396205232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918D-834C-9D96-53606397D8BD}"/>
                </c:ext>
              </c:extLst>
            </c:dLbl>
            <c:dLbl>
              <c:idx val="15"/>
              <c:layout>
                <c:manualLayout>
                  <c:x val="-5.0109148187669574E-2"/>
                  <c:y val="-3.630666389987032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918D-834C-9D96-53606397D8BD}"/>
                </c:ext>
              </c:extLst>
            </c:dLbl>
            <c:dLbl>
              <c:idx val="16"/>
              <c:layout>
                <c:manualLayout>
                  <c:x val="-5.2946263697948324E-2"/>
                  <c:y val="-3.067552396205232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918D-834C-9D96-53606397D8BD}"/>
                </c:ext>
              </c:extLst>
            </c:dLbl>
            <c:dLbl>
              <c:idx val="17"/>
              <c:layout>
                <c:manualLayout>
                  <c:x val="-4.7045203887831406E-2"/>
                  <c:y val="-3.630666389987034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918D-834C-9D96-53606397D8BD}"/>
                </c:ext>
              </c:extLst>
            </c:dLbl>
            <c:dLbl>
              <c:idx val="18"/>
              <c:layout>
                <c:manualLayout>
                  <c:x val="-5.0214486634833549E-2"/>
                  <c:y val="-3.630666389987034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918D-834C-9D96-53606397D8BD}"/>
                </c:ext>
              </c:extLst>
            </c:dLbl>
            <c:dLbl>
              <c:idx val="19"/>
              <c:layout>
                <c:manualLayout>
                  <c:x val="-4.9053656947088145E-2"/>
                  <c:y val="-4.19378038376883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918D-834C-9D96-53606397D8BD}"/>
                </c:ext>
              </c:extLst>
            </c:dLbl>
            <c:dLbl>
              <c:idx val="20"/>
              <c:layout>
                <c:manualLayout>
                  <c:x val="-5.2462409097309197E-2"/>
                  <c:y val="-3.067552396205232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918D-834C-9D96-53606397D8BD}"/>
                </c:ext>
              </c:extLst>
            </c:dLbl>
            <c:dLbl>
              <c:idx val="21"/>
              <c:layout>
                <c:manualLayout>
                  <c:x val="-5.1507340509690608E-2"/>
                  <c:y val="-2.50443840242342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918D-834C-9D96-53606397D8BD}"/>
                </c:ext>
              </c:extLst>
            </c:dLbl>
            <c:dLbl>
              <c:idx val="22"/>
              <c:layout>
                <c:manualLayout>
                  <c:x val="-1.9420196119120929E-2"/>
                  <c:y val="-3.067552396205232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918D-834C-9D96-53606397D8BD}"/>
                </c:ext>
              </c:extLst>
            </c:dLbl>
            <c:numFmt formatCode="0" sourceLinked="0"/>
            <c:spPr>
              <a:noFill/>
              <a:ln w="21199">
                <a:noFill/>
              </a:ln>
            </c:spPr>
            <c:txPr>
              <a:bodyPr rot="0" vert="horz"/>
              <a:lstStyle/>
              <a:p>
                <a:pPr>
                  <a:defRPr sz="700" b="1" i="0">
                    <a:solidFill>
                      <a:schemeClr val="tx1">
                        <a:lumMod val="65000"/>
                        <a:lumOff val="35000"/>
                      </a:schemeClr>
                    </a:solidFill>
                    <a:latin typeface="Aptos SemiBold" panose="020B0004020202020204" pitchFamily="34" charset="0"/>
                  </a:defRPr>
                </a:pPr>
                <a:endParaRPr lang="en-G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Sheet1!$H$1:$AD$1</c:f>
              <c:strCache>
                <c:ptCount val="23"/>
                <c:pt idx="0">
                  <c:v>May-20</c:v>
                </c:pt>
                <c:pt idx="1">
                  <c:v>Jun-20</c:v>
                </c:pt>
                <c:pt idx="2">
                  <c:v>Jul-20</c:v>
                </c:pt>
                <c:pt idx="3">
                  <c:v>Aug-20</c:v>
                </c:pt>
                <c:pt idx="4">
                  <c:v>Sep-20</c:v>
                </c:pt>
                <c:pt idx="5">
                  <c:v>Oct-20</c:v>
                </c:pt>
                <c:pt idx="6">
                  <c:v>Nov-20</c:v>
                </c:pt>
                <c:pt idx="7">
                  <c:v>Dec-20</c:v>
                </c:pt>
                <c:pt idx="8">
                  <c:v>Jan-21</c:v>
                </c:pt>
                <c:pt idx="9">
                  <c:v>Feb-21</c:v>
                </c:pt>
                <c:pt idx="10">
                  <c:v>Mar-21</c:v>
                </c:pt>
                <c:pt idx="11">
                  <c:v>Apr-21</c:v>
                </c:pt>
                <c:pt idx="12">
                  <c:v>May-21</c:v>
                </c:pt>
                <c:pt idx="13">
                  <c:v>Jun-21</c:v>
                </c:pt>
                <c:pt idx="14">
                  <c:v>Jul-21</c:v>
                </c:pt>
                <c:pt idx="15">
                  <c:v>Aug-21</c:v>
                </c:pt>
                <c:pt idx="16">
                  <c:v>Sep-21</c:v>
                </c:pt>
                <c:pt idx="17">
                  <c:v>Oct-21</c:v>
                </c:pt>
                <c:pt idx="18">
                  <c:v>Nov-21</c:v>
                </c:pt>
                <c:pt idx="19">
                  <c:v>Dec-21</c:v>
                </c:pt>
                <c:pt idx="20">
                  <c:v>Jan-22</c:v>
                </c:pt>
                <c:pt idx="21">
                  <c:v>Feb-22</c:v>
                </c:pt>
                <c:pt idx="22">
                  <c:v>Mar-22</c:v>
                </c:pt>
              </c:strCache>
            </c:strRef>
          </c:cat>
          <c:val>
            <c:numRef>
              <c:f>Sheet1!$H$2:$AD$2</c:f>
              <c:numCache>
                <c:formatCode>General</c:formatCode>
                <c:ptCount val="23"/>
                <c:pt idx="0">
                  <c:v>91.492999999999995</c:v>
                </c:pt>
                <c:pt idx="1">
                  <c:v>89.884</c:v>
                </c:pt>
                <c:pt idx="2">
                  <c:v>89.866</c:v>
                </c:pt>
                <c:pt idx="3">
                  <c:v>90.269000000000005</c:v>
                </c:pt>
                <c:pt idx="4">
                  <c:v>89.665000000000006</c:v>
                </c:pt>
                <c:pt idx="5">
                  <c:v>89.667000000000002</c:v>
                </c:pt>
                <c:pt idx="6">
                  <c:v>89.186000000000007</c:v>
                </c:pt>
                <c:pt idx="7">
                  <c:v>89.953999999999994</c:v>
                </c:pt>
                <c:pt idx="8">
                  <c:v>90.355000000000004</c:v>
                </c:pt>
                <c:pt idx="9">
                  <c:v>90.22</c:v>
                </c:pt>
                <c:pt idx="10">
                  <c:v>90.974000000000004</c:v>
                </c:pt>
                <c:pt idx="11">
                  <c:v>90.394999999999996</c:v>
                </c:pt>
                <c:pt idx="12">
                  <c:v>90.230999999999995</c:v>
                </c:pt>
                <c:pt idx="13">
                  <c:v>88.998999999999995</c:v>
                </c:pt>
                <c:pt idx="14">
                  <c:v>89.566999999999993</c:v>
                </c:pt>
                <c:pt idx="15">
                  <c:v>88.370999999999995</c:v>
                </c:pt>
                <c:pt idx="16">
                  <c:v>89.340999999999994</c:v>
                </c:pt>
                <c:pt idx="17">
                  <c:v>88.846000000000004</c:v>
                </c:pt>
                <c:pt idx="18">
                  <c:v>88.951999999999998</c:v>
                </c:pt>
                <c:pt idx="19">
                  <c:v>88.206000000000003</c:v>
                </c:pt>
                <c:pt idx="20">
                  <c:v>89.510999999999996</c:v>
                </c:pt>
                <c:pt idx="21">
                  <c:v>90.275000000000006</c:v>
                </c:pt>
                <c:pt idx="22">
                  <c:v>90.84</c:v>
                </c:pt>
              </c:numCache>
            </c:numRef>
          </c:val>
          <c:smooth val="0"/>
          <c:extLst>
            <c:ext xmlns:c16="http://schemas.microsoft.com/office/drawing/2014/chart" uri="{C3380CC4-5D6E-409C-BE32-E72D297353CC}">
              <c16:uniqueId val="{00000017-918D-834C-9D96-53606397D8BD}"/>
            </c:ext>
          </c:extLst>
        </c:ser>
        <c:ser>
          <c:idx val="5"/>
          <c:order val="1"/>
          <c:tx>
            <c:strRef>
              <c:f>Sheet1!$A$3</c:f>
              <c:strCache>
                <c:ptCount val="1"/>
                <c:pt idx="0">
                  <c:v>X</c:v>
                </c:pt>
              </c:strCache>
            </c:strRef>
          </c:tx>
          <c:spPr>
            <a:ln w="25400">
              <a:solidFill>
                <a:schemeClr val="accent1"/>
              </a:solidFill>
              <a:prstDash val="solid"/>
            </a:ln>
          </c:spPr>
          <c:marker>
            <c:symbol val="none"/>
          </c:marker>
          <c:dPt>
            <c:idx val="3"/>
            <c:bubble3D val="0"/>
            <c:extLst>
              <c:ext xmlns:c16="http://schemas.microsoft.com/office/drawing/2014/chart" uri="{C3380CC4-5D6E-409C-BE32-E72D297353CC}">
                <c16:uniqueId val="{00000018-918D-834C-9D96-53606397D8BD}"/>
              </c:ext>
            </c:extLst>
          </c:dPt>
          <c:dPt>
            <c:idx val="12"/>
            <c:bubble3D val="0"/>
            <c:extLst>
              <c:ext xmlns:c16="http://schemas.microsoft.com/office/drawing/2014/chart" uri="{C3380CC4-5D6E-409C-BE32-E72D297353CC}">
                <c16:uniqueId val="{00000019-918D-834C-9D96-53606397D8BD}"/>
              </c:ext>
            </c:extLst>
          </c:dPt>
          <c:dPt>
            <c:idx val="13"/>
            <c:bubble3D val="0"/>
            <c:extLst>
              <c:ext xmlns:c16="http://schemas.microsoft.com/office/drawing/2014/chart" uri="{C3380CC4-5D6E-409C-BE32-E72D297353CC}">
                <c16:uniqueId val="{0000001A-918D-834C-9D96-53606397D8BD}"/>
              </c:ext>
            </c:extLst>
          </c:dPt>
          <c:dLbls>
            <c:dLbl>
              <c:idx val="0"/>
              <c:layout>
                <c:manualLayout>
                  <c:x val="-5.2776317669857381E-2"/>
                  <c:y val="-3.630666389987034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918D-834C-9D96-53606397D8BD}"/>
                </c:ext>
              </c:extLst>
            </c:dLbl>
            <c:dLbl>
              <c:idx val="1"/>
              <c:layout>
                <c:manualLayout>
                  <c:x val="-5.7235645266458871E-2"/>
                  <c:y val="-3.067552396205232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918D-834C-9D96-53606397D8BD}"/>
                </c:ext>
              </c:extLst>
            </c:dLbl>
            <c:dLbl>
              <c:idx val="5"/>
              <c:layout>
                <c:manualLayout>
                  <c:x val="-5.2776317669857367E-2"/>
                  <c:y val="-4.19378038376883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918D-834C-9D96-53606397D8BD}"/>
                </c:ext>
              </c:extLst>
            </c:dLbl>
            <c:dLbl>
              <c:idx val="6"/>
              <c:layout>
                <c:manualLayout>
                  <c:x val="-5.2776317669857367E-2"/>
                  <c:y val="-3.067552396205233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918D-834C-9D96-53606397D8BD}"/>
                </c:ext>
              </c:extLst>
            </c:dLbl>
            <c:dLbl>
              <c:idx val="7"/>
              <c:layout>
                <c:manualLayout>
                  <c:x val="-5.2776317669857367E-2"/>
                  <c:y val="-3.067552396205232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918D-834C-9D96-53606397D8BD}"/>
                </c:ext>
              </c:extLst>
            </c:dLbl>
            <c:dLbl>
              <c:idx val="8"/>
              <c:layout>
                <c:manualLayout>
                  <c:x val="-5.7235645266458871E-2"/>
                  <c:y val="-3.630666389987034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918D-834C-9D96-53606397D8BD}"/>
                </c:ext>
              </c:extLst>
            </c:dLbl>
            <c:dLbl>
              <c:idx val="9"/>
              <c:layout>
                <c:manualLayout>
                  <c:x val="-5.277631766985745E-2"/>
                  <c:y val="-4.19378038376883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918D-834C-9D96-53606397D8BD}"/>
                </c:ext>
              </c:extLst>
            </c:dLbl>
            <c:dLbl>
              <c:idx val="10"/>
              <c:layout>
                <c:manualLayout>
                  <c:x val="-5.277631766985745E-2"/>
                  <c:y val="-3.630666389987035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918D-834C-9D96-53606397D8BD}"/>
                </c:ext>
              </c:extLst>
            </c:dLbl>
            <c:dLbl>
              <c:idx val="11"/>
              <c:layout>
                <c:manualLayout>
                  <c:x val="-3.9398422662092168E-2"/>
                  <c:y val="-4.193791468689975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918D-834C-9D96-53606397D8BD}"/>
                </c:ext>
              </c:extLst>
            </c:dLbl>
            <c:dLbl>
              <c:idx val="12"/>
              <c:layout>
                <c:manualLayout>
                  <c:x val="-3.9398422662092293E-2"/>
                  <c:y val="-4.193791468689975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918D-834C-9D96-53606397D8BD}"/>
                </c:ext>
              </c:extLst>
            </c:dLbl>
            <c:dLbl>
              <c:idx val="13"/>
              <c:layout>
                <c:manualLayout>
                  <c:x val="-5.2776317669857367E-2"/>
                  <c:y val="-4.756894377550640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918D-834C-9D96-53606397D8BD}"/>
                </c:ext>
              </c:extLst>
            </c:dLbl>
            <c:dLbl>
              <c:idx val="14"/>
              <c:layout>
                <c:manualLayout>
                  <c:x val="-5.6406631687279808E-2"/>
                  <c:y val="-4.756894377550640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918D-834C-9D96-53606397D8BD}"/>
                </c:ext>
              </c:extLst>
            </c:dLbl>
            <c:dLbl>
              <c:idx val="16"/>
              <c:layout>
                <c:manualLayout>
                  <c:x val="-5.2946263697948324E-2"/>
                  <c:y val="-4.19378038376883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918D-834C-9D96-53606397D8BD}"/>
                </c:ext>
              </c:extLst>
            </c:dLbl>
            <c:dLbl>
              <c:idx val="17"/>
              <c:layout>
                <c:manualLayout>
                  <c:x val="-4.7045203887831406E-2"/>
                  <c:y val="-4.756894377550639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918D-834C-9D96-53606397D8BD}"/>
                </c:ext>
              </c:extLst>
            </c:dLbl>
            <c:dLbl>
              <c:idx val="18"/>
              <c:layout>
                <c:manualLayout>
                  <c:x val="-5.0214486634833549E-2"/>
                  <c:y val="-4.756894377550641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918D-834C-9D96-53606397D8BD}"/>
                </c:ext>
              </c:extLst>
            </c:dLbl>
            <c:dLbl>
              <c:idx val="19"/>
              <c:layout>
                <c:manualLayout>
                  <c:x val="-5.3512984543689648E-2"/>
                  <c:y val="-3.630666389987034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918D-834C-9D96-53606397D8BD}"/>
                </c:ext>
              </c:extLst>
            </c:dLbl>
            <c:dLbl>
              <c:idx val="20"/>
              <c:layout>
                <c:manualLayout>
                  <c:x val="-4.800308150070786E-2"/>
                  <c:y val="-3.067552396205232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9-918D-834C-9D96-53606397D8BD}"/>
                </c:ext>
              </c:extLst>
            </c:dLbl>
            <c:dLbl>
              <c:idx val="21"/>
              <c:layout>
                <c:manualLayout>
                  <c:x val="-4.9277676711389863E-2"/>
                  <c:y val="-3.0675302263629588E-2"/>
                </c:manualLayout>
              </c:layout>
              <c:dLblPos val="r"/>
              <c:showLegendKey val="0"/>
              <c:showVal val="1"/>
              <c:showCatName val="0"/>
              <c:showSerName val="0"/>
              <c:showPercent val="0"/>
              <c:showBubbleSize val="0"/>
              <c:extLst>
                <c:ext xmlns:c15="http://schemas.microsoft.com/office/drawing/2012/chart" uri="{CE6537A1-D6FC-4f65-9D91-7224C49458BB}">
                  <c15:layout>
                    <c:manualLayout>
                      <c:w val="6.0959008245542519E-2"/>
                      <c:h val="5.5720351383132111E-2"/>
                    </c:manualLayout>
                  </c15:layout>
                </c:ext>
                <c:ext xmlns:c16="http://schemas.microsoft.com/office/drawing/2014/chart" uri="{C3380CC4-5D6E-409C-BE32-E72D297353CC}">
                  <c16:uniqueId val="{0000002A-918D-834C-9D96-53606397D8BD}"/>
                </c:ext>
              </c:extLst>
            </c:dLbl>
            <c:dLbl>
              <c:idx val="22"/>
              <c:layout>
                <c:manualLayout>
                  <c:x val="-2.3879523715722595E-2"/>
                  <c:y val="-2.504438402423428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B-918D-834C-9D96-53606397D8BD}"/>
                </c:ext>
              </c:extLst>
            </c:dLbl>
            <c:numFmt formatCode="0" sourceLinked="0"/>
            <c:spPr>
              <a:noFill/>
              <a:ln w="21199">
                <a:noFill/>
              </a:ln>
            </c:spPr>
            <c:txPr>
              <a:bodyPr/>
              <a:lstStyle/>
              <a:p>
                <a:pPr>
                  <a:defRPr sz="700" b="1" i="0">
                    <a:solidFill>
                      <a:schemeClr val="tx1">
                        <a:lumMod val="65000"/>
                        <a:lumOff val="35000"/>
                      </a:schemeClr>
                    </a:solidFill>
                    <a:latin typeface="Aptos SemiBold" panose="020B0004020202020204" pitchFamily="34" charset="0"/>
                  </a:defRPr>
                </a:pPr>
                <a:endParaRPr lang="en-G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Sheet1!$H$1:$AD$1</c:f>
              <c:strCache>
                <c:ptCount val="23"/>
                <c:pt idx="0">
                  <c:v>May-20</c:v>
                </c:pt>
                <c:pt idx="1">
                  <c:v>Jun-20</c:v>
                </c:pt>
                <c:pt idx="2">
                  <c:v>Jul-20</c:v>
                </c:pt>
                <c:pt idx="3">
                  <c:v>Aug-20</c:v>
                </c:pt>
                <c:pt idx="4">
                  <c:v>Sep-20</c:v>
                </c:pt>
                <c:pt idx="5">
                  <c:v>Oct-20</c:v>
                </c:pt>
                <c:pt idx="6">
                  <c:v>Nov-20</c:v>
                </c:pt>
                <c:pt idx="7">
                  <c:v>Dec-20</c:v>
                </c:pt>
                <c:pt idx="8">
                  <c:v>Jan-21</c:v>
                </c:pt>
                <c:pt idx="9">
                  <c:v>Feb-21</c:v>
                </c:pt>
                <c:pt idx="10">
                  <c:v>Mar-21</c:v>
                </c:pt>
                <c:pt idx="11">
                  <c:v>Apr-21</c:v>
                </c:pt>
                <c:pt idx="12">
                  <c:v>May-21</c:v>
                </c:pt>
                <c:pt idx="13">
                  <c:v>Jun-21</c:v>
                </c:pt>
                <c:pt idx="14">
                  <c:v>Jul-21</c:v>
                </c:pt>
                <c:pt idx="15">
                  <c:v>Aug-21</c:v>
                </c:pt>
                <c:pt idx="16">
                  <c:v>Sep-21</c:v>
                </c:pt>
                <c:pt idx="17">
                  <c:v>Oct-21</c:v>
                </c:pt>
                <c:pt idx="18">
                  <c:v>Nov-21</c:v>
                </c:pt>
                <c:pt idx="19">
                  <c:v>Dec-21</c:v>
                </c:pt>
                <c:pt idx="20">
                  <c:v>Jan-22</c:v>
                </c:pt>
                <c:pt idx="21">
                  <c:v>Feb-22</c:v>
                </c:pt>
                <c:pt idx="22">
                  <c:v>Mar-22</c:v>
                </c:pt>
              </c:strCache>
            </c:strRef>
          </c:cat>
          <c:val>
            <c:numRef>
              <c:f>Sheet1!$H$3:$AD$3</c:f>
              <c:numCache>
                <c:formatCode>General</c:formatCode>
                <c:ptCount val="23"/>
                <c:pt idx="0">
                  <c:v>93.884</c:v>
                </c:pt>
                <c:pt idx="1">
                  <c:v>94.989000000000004</c:v>
                </c:pt>
                <c:pt idx="2">
                  <c:v>92.370999999999995</c:v>
                </c:pt>
                <c:pt idx="3">
                  <c:v>91.632000000000005</c:v>
                </c:pt>
                <c:pt idx="4">
                  <c:v>91.021000000000001</c:v>
                </c:pt>
                <c:pt idx="5">
                  <c:v>93.840999999999994</c:v>
                </c:pt>
                <c:pt idx="6">
                  <c:v>94.790999999999997</c:v>
                </c:pt>
                <c:pt idx="7">
                  <c:v>94.953999999999994</c:v>
                </c:pt>
                <c:pt idx="8">
                  <c:v>95.21</c:v>
                </c:pt>
                <c:pt idx="9">
                  <c:v>95.688000000000002</c:v>
                </c:pt>
                <c:pt idx="10">
                  <c:v>96.233999999999995</c:v>
                </c:pt>
                <c:pt idx="11">
                  <c:v>96.085999999999999</c:v>
                </c:pt>
                <c:pt idx="12">
                  <c:v>96.064999999999998</c:v>
                </c:pt>
                <c:pt idx="13">
                  <c:v>94.016999999999996</c:v>
                </c:pt>
                <c:pt idx="14">
                  <c:v>93.863</c:v>
                </c:pt>
                <c:pt idx="15">
                  <c:v>93.227999999999994</c:v>
                </c:pt>
                <c:pt idx="16">
                  <c:v>94.403999999999996</c:v>
                </c:pt>
                <c:pt idx="17">
                  <c:v>93.58</c:v>
                </c:pt>
                <c:pt idx="18">
                  <c:v>93.605000000000004</c:v>
                </c:pt>
                <c:pt idx="19">
                  <c:v>94.055999999999997</c:v>
                </c:pt>
                <c:pt idx="20">
                  <c:v>94.841999999999999</c:v>
                </c:pt>
                <c:pt idx="21">
                  <c:v>94.86</c:v>
                </c:pt>
                <c:pt idx="22">
                  <c:v>94.269000000000005</c:v>
                </c:pt>
              </c:numCache>
            </c:numRef>
          </c:val>
          <c:smooth val="0"/>
          <c:extLst>
            <c:ext xmlns:c16="http://schemas.microsoft.com/office/drawing/2014/chart" uri="{C3380CC4-5D6E-409C-BE32-E72D297353CC}">
              <c16:uniqueId val="{0000002C-918D-834C-9D96-53606397D8BD}"/>
            </c:ext>
          </c:extLst>
        </c:ser>
        <c:ser>
          <c:idx val="0"/>
          <c:order val="2"/>
          <c:tx>
            <c:strRef>
              <c:f>Sheet1!$A$4</c:f>
              <c:strCache>
                <c:ptCount val="1"/>
                <c:pt idx="0">
                  <c:v>Y</c:v>
                </c:pt>
              </c:strCache>
            </c:strRef>
          </c:tx>
          <c:spPr>
            <a:ln w="22225">
              <a:solidFill>
                <a:schemeClr val="accent3"/>
              </a:solidFill>
              <a:prstDash val="solid"/>
            </a:ln>
          </c:spPr>
          <c:marker>
            <c:symbol val="none"/>
          </c:marker>
          <c:dPt>
            <c:idx val="3"/>
            <c:bubble3D val="0"/>
            <c:extLst>
              <c:ext xmlns:c16="http://schemas.microsoft.com/office/drawing/2014/chart" uri="{C3380CC4-5D6E-409C-BE32-E72D297353CC}">
                <c16:uniqueId val="{0000002D-918D-834C-9D96-53606397D8BD}"/>
              </c:ext>
            </c:extLst>
          </c:dPt>
          <c:dPt>
            <c:idx val="12"/>
            <c:bubble3D val="0"/>
            <c:extLst>
              <c:ext xmlns:c16="http://schemas.microsoft.com/office/drawing/2014/chart" uri="{C3380CC4-5D6E-409C-BE32-E72D297353CC}">
                <c16:uniqueId val="{0000002E-918D-834C-9D96-53606397D8BD}"/>
              </c:ext>
            </c:extLst>
          </c:dPt>
          <c:dPt>
            <c:idx val="13"/>
            <c:bubble3D val="0"/>
            <c:extLst>
              <c:ext xmlns:c16="http://schemas.microsoft.com/office/drawing/2014/chart" uri="{C3380CC4-5D6E-409C-BE32-E72D297353CC}">
                <c16:uniqueId val="{0000002F-918D-834C-9D96-53606397D8BD}"/>
              </c:ext>
            </c:extLst>
          </c:dPt>
          <c:dLbls>
            <c:dLbl>
              <c:idx val="11"/>
              <c:delete val="1"/>
              <c:extLst>
                <c:ext xmlns:c15="http://schemas.microsoft.com/office/drawing/2012/chart" uri="{CE6537A1-D6FC-4f65-9D91-7224C49458BB}"/>
                <c:ext xmlns:c16="http://schemas.microsoft.com/office/drawing/2014/chart" uri="{C3380CC4-5D6E-409C-BE32-E72D297353CC}">
                  <c16:uniqueId val="{00000030-918D-834C-9D96-53606397D8BD}"/>
                </c:ext>
              </c:extLst>
            </c:dLbl>
            <c:dLbl>
              <c:idx val="16"/>
              <c:delete val="1"/>
              <c:extLst>
                <c:ext xmlns:c15="http://schemas.microsoft.com/office/drawing/2012/chart" uri="{CE6537A1-D6FC-4f65-9D91-7224C49458BB}"/>
                <c:ext xmlns:c16="http://schemas.microsoft.com/office/drawing/2014/chart" uri="{C3380CC4-5D6E-409C-BE32-E72D297353CC}">
                  <c16:uniqueId val="{00000031-918D-834C-9D96-53606397D8BD}"/>
                </c:ext>
              </c:extLst>
            </c:dLbl>
            <c:dLbl>
              <c:idx val="17"/>
              <c:delete val="1"/>
              <c:extLst>
                <c:ext xmlns:c15="http://schemas.microsoft.com/office/drawing/2012/chart" uri="{CE6537A1-D6FC-4f65-9D91-7224C49458BB}"/>
                <c:ext xmlns:c16="http://schemas.microsoft.com/office/drawing/2014/chart" uri="{C3380CC4-5D6E-409C-BE32-E72D297353CC}">
                  <c16:uniqueId val="{00000032-918D-834C-9D96-53606397D8BD}"/>
                </c:ext>
              </c:extLst>
            </c:dLbl>
            <c:dLbl>
              <c:idx val="18"/>
              <c:delete val="1"/>
              <c:extLst>
                <c:ext xmlns:c15="http://schemas.microsoft.com/office/drawing/2012/chart" uri="{CE6537A1-D6FC-4f65-9D91-7224C49458BB}"/>
                <c:ext xmlns:c16="http://schemas.microsoft.com/office/drawing/2014/chart" uri="{C3380CC4-5D6E-409C-BE32-E72D297353CC}">
                  <c16:uniqueId val="{00000033-918D-834C-9D96-53606397D8BD}"/>
                </c:ext>
              </c:extLst>
            </c:dLbl>
            <c:dLbl>
              <c:idx val="19"/>
              <c:delete val="1"/>
              <c:extLst>
                <c:ext xmlns:c15="http://schemas.microsoft.com/office/drawing/2012/chart" uri="{CE6537A1-D6FC-4f65-9D91-7224C49458BB}"/>
                <c:ext xmlns:c16="http://schemas.microsoft.com/office/drawing/2014/chart" uri="{C3380CC4-5D6E-409C-BE32-E72D297353CC}">
                  <c16:uniqueId val="{00000034-918D-834C-9D96-53606397D8BD}"/>
                </c:ext>
              </c:extLst>
            </c:dLbl>
            <c:dLbl>
              <c:idx val="20"/>
              <c:delete val="1"/>
              <c:extLst>
                <c:ext xmlns:c15="http://schemas.microsoft.com/office/drawing/2012/chart" uri="{CE6537A1-D6FC-4f65-9D91-7224C49458BB}"/>
                <c:ext xmlns:c16="http://schemas.microsoft.com/office/drawing/2014/chart" uri="{C3380CC4-5D6E-409C-BE32-E72D297353CC}">
                  <c16:uniqueId val="{00000035-918D-834C-9D96-53606397D8BD}"/>
                </c:ext>
              </c:extLst>
            </c:dLbl>
            <c:dLbl>
              <c:idx val="21"/>
              <c:delete val="1"/>
              <c:extLst>
                <c:ext xmlns:c15="http://schemas.microsoft.com/office/drawing/2012/chart" uri="{CE6537A1-D6FC-4f65-9D91-7224C49458BB}"/>
                <c:ext xmlns:c16="http://schemas.microsoft.com/office/drawing/2014/chart" uri="{C3380CC4-5D6E-409C-BE32-E72D297353CC}">
                  <c16:uniqueId val="{00000036-918D-834C-9D96-53606397D8BD}"/>
                </c:ext>
              </c:extLst>
            </c:dLbl>
            <c:dLbl>
              <c:idx val="22"/>
              <c:layout>
                <c:manualLayout>
                  <c:x val="0"/>
                  <c:y val="-2.000429208146441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7-918D-834C-9D96-53606397D8BD}"/>
                </c:ext>
              </c:extLst>
            </c:dLbl>
            <c:numFmt formatCode="#,##0" sourceLinked="0"/>
            <c:spPr>
              <a:noFill/>
              <a:ln>
                <a:noFill/>
              </a:ln>
              <a:effectLst/>
            </c:spPr>
            <c:txPr>
              <a:bodyPr wrap="square" lIns="38100" tIns="19050" rIns="38100" bIns="19050" anchor="ctr">
                <a:spAutoFit/>
              </a:bodyPr>
              <a:lstStyle/>
              <a:p>
                <a:pPr>
                  <a:defRPr sz="700" b="1" i="0">
                    <a:solidFill>
                      <a:schemeClr val="tx1">
                        <a:lumMod val="65000"/>
                        <a:lumOff val="35000"/>
                      </a:schemeClr>
                    </a:solidFill>
                    <a:latin typeface="Aptos SemiBold" panose="020B0004020202020204" pitchFamily="34" charset="0"/>
                  </a:defRPr>
                </a:pPr>
                <a:endParaRPr lang="en-GR"/>
              </a:p>
            </c:txPr>
            <c:dLblPos val="b"/>
            <c:showLegendKey val="0"/>
            <c:showVal val="0"/>
            <c:showCatName val="0"/>
            <c:showSerName val="0"/>
            <c:showPercent val="0"/>
            <c:showBubbleSize val="0"/>
            <c:extLst>
              <c:ext xmlns:c15="http://schemas.microsoft.com/office/drawing/2012/chart" uri="{CE6537A1-D6FC-4f65-9D91-7224C49458BB}">
                <c15:showLeaderLines val="1"/>
              </c:ext>
            </c:extLst>
          </c:dLbls>
          <c:cat>
            <c:strRef>
              <c:f>Sheet1!$H$1:$AD$1</c:f>
              <c:strCache>
                <c:ptCount val="23"/>
                <c:pt idx="0">
                  <c:v>May-20</c:v>
                </c:pt>
                <c:pt idx="1">
                  <c:v>Jun-20</c:v>
                </c:pt>
                <c:pt idx="2">
                  <c:v>Jul-20</c:v>
                </c:pt>
                <c:pt idx="3">
                  <c:v>Aug-20</c:v>
                </c:pt>
                <c:pt idx="4">
                  <c:v>Sep-20</c:v>
                </c:pt>
                <c:pt idx="5">
                  <c:v>Oct-20</c:v>
                </c:pt>
                <c:pt idx="6">
                  <c:v>Nov-20</c:v>
                </c:pt>
                <c:pt idx="7">
                  <c:v>Dec-20</c:v>
                </c:pt>
                <c:pt idx="8">
                  <c:v>Jan-21</c:v>
                </c:pt>
                <c:pt idx="9">
                  <c:v>Feb-21</c:v>
                </c:pt>
                <c:pt idx="10">
                  <c:v>Mar-21</c:v>
                </c:pt>
                <c:pt idx="11">
                  <c:v>Apr-21</c:v>
                </c:pt>
                <c:pt idx="12">
                  <c:v>May-21</c:v>
                </c:pt>
                <c:pt idx="13">
                  <c:v>Jun-21</c:v>
                </c:pt>
                <c:pt idx="14">
                  <c:v>Jul-21</c:v>
                </c:pt>
                <c:pt idx="15">
                  <c:v>Aug-21</c:v>
                </c:pt>
                <c:pt idx="16">
                  <c:v>Sep-21</c:v>
                </c:pt>
                <c:pt idx="17">
                  <c:v>Oct-21</c:v>
                </c:pt>
                <c:pt idx="18">
                  <c:v>Nov-21</c:v>
                </c:pt>
                <c:pt idx="19">
                  <c:v>Dec-21</c:v>
                </c:pt>
                <c:pt idx="20">
                  <c:v>Jan-22</c:v>
                </c:pt>
                <c:pt idx="21">
                  <c:v>Feb-22</c:v>
                </c:pt>
                <c:pt idx="22">
                  <c:v>Mar-22</c:v>
                </c:pt>
              </c:strCache>
            </c:strRef>
          </c:cat>
          <c:val>
            <c:numRef>
              <c:f>Sheet1!$H$4:$AD$4</c:f>
              <c:numCache>
                <c:formatCode>General</c:formatCode>
                <c:ptCount val="23"/>
                <c:pt idx="0">
                  <c:v>88.382999999999996</c:v>
                </c:pt>
                <c:pt idx="1">
                  <c:v>86.778000000000006</c:v>
                </c:pt>
                <c:pt idx="2">
                  <c:v>87.421000000000006</c:v>
                </c:pt>
                <c:pt idx="3">
                  <c:v>88.18</c:v>
                </c:pt>
                <c:pt idx="4">
                  <c:v>86.316999999999993</c:v>
                </c:pt>
                <c:pt idx="5">
                  <c:v>83.986000000000004</c:v>
                </c:pt>
                <c:pt idx="6">
                  <c:v>83.084000000000003</c:v>
                </c:pt>
                <c:pt idx="7">
                  <c:v>84.977999999999994</c:v>
                </c:pt>
                <c:pt idx="8">
                  <c:v>87.234999999999999</c:v>
                </c:pt>
                <c:pt idx="9">
                  <c:v>87.045000000000002</c:v>
                </c:pt>
                <c:pt idx="10">
                  <c:v>87.792000000000002</c:v>
                </c:pt>
                <c:pt idx="11">
                  <c:v>87.912000000000006</c:v>
                </c:pt>
                <c:pt idx="12">
                  <c:v>87.03</c:v>
                </c:pt>
                <c:pt idx="13">
                  <c:v>87.706000000000003</c:v>
                </c:pt>
                <c:pt idx="14">
                  <c:v>85.558000000000007</c:v>
                </c:pt>
                <c:pt idx="15">
                  <c:v>86.55</c:v>
                </c:pt>
                <c:pt idx="16">
                  <c:v>84.444999999999993</c:v>
                </c:pt>
                <c:pt idx="17">
                  <c:v>86.481999999999999</c:v>
                </c:pt>
                <c:pt idx="18">
                  <c:v>87.513999999999996</c:v>
                </c:pt>
                <c:pt idx="19">
                  <c:v>85.58</c:v>
                </c:pt>
                <c:pt idx="20">
                  <c:v>82.882999999999996</c:v>
                </c:pt>
                <c:pt idx="21">
                  <c:v>81.941000000000003</c:v>
                </c:pt>
                <c:pt idx="22">
                  <c:v>84.736000000000004</c:v>
                </c:pt>
              </c:numCache>
            </c:numRef>
          </c:val>
          <c:smooth val="0"/>
          <c:extLst>
            <c:ext xmlns:c16="http://schemas.microsoft.com/office/drawing/2014/chart" uri="{C3380CC4-5D6E-409C-BE32-E72D297353CC}">
              <c16:uniqueId val="{00000038-918D-834C-9D96-53606397D8BD}"/>
            </c:ext>
          </c:extLst>
        </c:ser>
        <c:ser>
          <c:idx val="1"/>
          <c:order val="3"/>
          <c:tx>
            <c:strRef>
              <c:f>Sheet1!$A$5</c:f>
              <c:strCache>
                <c:ptCount val="1"/>
                <c:pt idx="0">
                  <c:v>Z</c:v>
                </c:pt>
              </c:strCache>
            </c:strRef>
          </c:tx>
          <c:spPr>
            <a:ln w="22225">
              <a:solidFill>
                <a:schemeClr val="accent4"/>
              </a:solidFill>
              <a:prstDash val="solid"/>
            </a:ln>
          </c:spPr>
          <c:marker>
            <c:symbol val="none"/>
          </c:marker>
          <c:dPt>
            <c:idx val="13"/>
            <c:bubble3D val="0"/>
            <c:extLst>
              <c:ext xmlns:c16="http://schemas.microsoft.com/office/drawing/2014/chart" uri="{C3380CC4-5D6E-409C-BE32-E72D297353CC}">
                <c16:uniqueId val="{00000039-918D-834C-9D96-53606397D8BD}"/>
              </c:ext>
            </c:extLst>
          </c:dPt>
          <c:dLbls>
            <c:dLbl>
              <c:idx val="11"/>
              <c:delete val="1"/>
              <c:extLst>
                <c:ext xmlns:c15="http://schemas.microsoft.com/office/drawing/2012/chart" uri="{CE6537A1-D6FC-4f65-9D91-7224C49458BB}"/>
                <c:ext xmlns:c16="http://schemas.microsoft.com/office/drawing/2014/chart" uri="{C3380CC4-5D6E-409C-BE32-E72D297353CC}">
                  <c16:uniqueId val="{0000003A-918D-834C-9D96-53606397D8BD}"/>
                </c:ext>
              </c:extLst>
            </c:dLbl>
            <c:dLbl>
              <c:idx val="16"/>
              <c:delete val="1"/>
              <c:extLst>
                <c:ext xmlns:c15="http://schemas.microsoft.com/office/drawing/2012/chart" uri="{CE6537A1-D6FC-4f65-9D91-7224C49458BB}"/>
                <c:ext xmlns:c16="http://schemas.microsoft.com/office/drawing/2014/chart" uri="{C3380CC4-5D6E-409C-BE32-E72D297353CC}">
                  <c16:uniqueId val="{0000003B-918D-834C-9D96-53606397D8BD}"/>
                </c:ext>
              </c:extLst>
            </c:dLbl>
            <c:dLbl>
              <c:idx val="17"/>
              <c:delete val="1"/>
              <c:extLst>
                <c:ext xmlns:c15="http://schemas.microsoft.com/office/drawing/2012/chart" uri="{CE6537A1-D6FC-4f65-9D91-7224C49458BB}"/>
                <c:ext xmlns:c16="http://schemas.microsoft.com/office/drawing/2014/chart" uri="{C3380CC4-5D6E-409C-BE32-E72D297353CC}">
                  <c16:uniqueId val="{0000003C-918D-834C-9D96-53606397D8BD}"/>
                </c:ext>
              </c:extLst>
            </c:dLbl>
            <c:dLbl>
              <c:idx val="18"/>
              <c:delete val="1"/>
              <c:extLst>
                <c:ext xmlns:c15="http://schemas.microsoft.com/office/drawing/2012/chart" uri="{CE6537A1-D6FC-4f65-9D91-7224C49458BB}"/>
                <c:ext xmlns:c16="http://schemas.microsoft.com/office/drawing/2014/chart" uri="{C3380CC4-5D6E-409C-BE32-E72D297353CC}">
                  <c16:uniqueId val="{0000003D-918D-834C-9D96-53606397D8BD}"/>
                </c:ext>
              </c:extLst>
            </c:dLbl>
            <c:dLbl>
              <c:idx val="19"/>
              <c:delete val="1"/>
              <c:extLst>
                <c:ext xmlns:c15="http://schemas.microsoft.com/office/drawing/2012/chart" uri="{CE6537A1-D6FC-4f65-9D91-7224C49458BB}"/>
                <c:ext xmlns:c16="http://schemas.microsoft.com/office/drawing/2014/chart" uri="{C3380CC4-5D6E-409C-BE32-E72D297353CC}">
                  <c16:uniqueId val="{0000003E-918D-834C-9D96-53606397D8BD}"/>
                </c:ext>
              </c:extLst>
            </c:dLbl>
            <c:dLbl>
              <c:idx val="20"/>
              <c:delete val="1"/>
              <c:extLst>
                <c:ext xmlns:c15="http://schemas.microsoft.com/office/drawing/2012/chart" uri="{CE6537A1-D6FC-4f65-9D91-7224C49458BB}"/>
                <c:ext xmlns:c16="http://schemas.microsoft.com/office/drawing/2014/chart" uri="{C3380CC4-5D6E-409C-BE32-E72D297353CC}">
                  <c16:uniqueId val="{0000003F-918D-834C-9D96-53606397D8BD}"/>
                </c:ext>
              </c:extLst>
            </c:dLbl>
            <c:dLbl>
              <c:idx val="21"/>
              <c:delete val="1"/>
              <c:extLst>
                <c:ext xmlns:c15="http://schemas.microsoft.com/office/drawing/2012/chart" uri="{CE6537A1-D6FC-4f65-9D91-7224C49458BB}"/>
                <c:ext xmlns:c16="http://schemas.microsoft.com/office/drawing/2014/chart" uri="{C3380CC4-5D6E-409C-BE32-E72D297353CC}">
                  <c16:uniqueId val="{00000040-918D-834C-9D96-53606397D8BD}"/>
                </c:ext>
              </c:extLst>
            </c:dLbl>
            <c:dLbl>
              <c:idx val="22"/>
              <c:layout>
                <c:manualLayout>
                  <c:x val="-1.5828857327149265E-3"/>
                  <c:y val="-3.1108722680103363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1-918D-834C-9D96-53606397D8BD}"/>
                </c:ext>
              </c:extLst>
            </c:dLbl>
            <c:numFmt formatCode="#,##0" sourceLinked="0"/>
            <c:spPr>
              <a:noFill/>
              <a:ln>
                <a:noFill/>
              </a:ln>
              <a:effectLst/>
            </c:spPr>
            <c:txPr>
              <a:bodyPr wrap="square" lIns="38100" tIns="19050" rIns="38100" bIns="19050" anchor="ctr">
                <a:spAutoFit/>
              </a:bodyPr>
              <a:lstStyle/>
              <a:p>
                <a:pPr>
                  <a:defRPr sz="700" b="1" i="0">
                    <a:solidFill>
                      <a:schemeClr val="tx1">
                        <a:lumMod val="65000"/>
                        <a:lumOff val="35000"/>
                      </a:schemeClr>
                    </a:solidFill>
                    <a:latin typeface="Aptos SemiBold" panose="020B0004020202020204" pitchFamily="34" charset="0"/>
                  </a:defRPr>
                </a:pPr>
                <a:endParaRPr lang="en-GR"/>
              </a:p>
            </c:txPr>
            <c:dLblPos val="b"/>
            <c:showLegendKey val="0"/>
            <c:showVal val="0"/>
            <c:showCatName val="0"/>
            <c:showSerName val="0"/>
            <c:showPercent val="0"/>
            <c:showBubbleSize val="0"/>
            <c:extLst>
              <c:ext xmlns:c15="http://schemas.microsoft.com/office/drawing/2012/chart" uri="{CE6537A1-D6FC-4f65-9D91-7224C49458BB}">
                <c15:showLeaderLines val="1"/>
              </c:ext>
            </c:extLst>
          </c:dLbls>
          <c:cat>
            <c:strRef>
              <c:f>Sheet1!$H$1:$AD$1</c:f>
              <c:strCache>
                <c:ptCount val="23"/>
                <c:pt idx="0">
                  <c:v>May-20</c:v>
                </c:pt>
                <c:pt idx="1">
                  <c:v>Jun-20</c:v>
                </c:pt>
                <c:pt idx="2">
                  <c:v>Jul-20</c:v>
                </c:pt>
                <c:pt idx="3">
                  <c:v>Aug-20</c:v>
                </c:pt>
                <c:pt idx="4">
                  <c:v>Sep-20</c:v>
                </c:pt>
                <c:pt idx="5">
                  <c:v>Oct-20</c:v>
                </c:pt>
                <c:pt idx="6">
                  <c:v>Nov-20</c:v>
                </c:pt>
                <c:pt idx="7">
                  <c:v>Dec-20</c:v>
                </c:pt>
                <c:pt idx="8">
                  <c:v>Jan-21</c:v>
                </c:pt>
                <c:pt idx="9">
                  <c:v>Feb-21</c:v>
                </c:pt>
                <c:pt idx="10">
                  <c:v>Mar-21</c:v>
                </c:pt>
                <c:pt idx="11">
                  <c:v>Apr-21</c:v>
                </c:pt>
                <c:pt idx="12">
                  <c:v>May-21</c:v>
                </c:pt>
                <c:pt idx="13">
                  <c:v>Jun-21</c:v>
                </c:pt>
                <c:pt idx="14">
                  <c:v>Jul-21</c:v>
                </c:pt>
                <c:pt idx="15">
                  <c:v>Aug-21</c:v>
                </c:pt>
                <c:pt idx="16">
                  <c:v>Sep-21</c:v>
                </c:pt>
                <c:pt idx="17">
                  <c:v>Oct-21</c:v>
                </c:pt>
                <c:pt idx="18">
                  <c:v>Nov-21</c:v>
                </c:pt>
                <c:pt idx="19">
                  <c:v>Dec-21</c:v>
                </c:pt>
                <c:pt idx="20">
                  <c:v>Jan-22</c:v>
                </c:pt>
                <c:pt idx="21">
                  <c:v>Feb-22</c:v>
                </c:pt>
                <c:pt idx="22">
                  <c:v>Mar-22</c:v>
                </c:pt>
              </c:strCache>
            </c:strRef>
          </c:cat>
          <c:val>
            <c:numRef>
              <c:f>Sheet1!$H$5:$AD$5</c:f>
              <c:numCache>
                <c:formatCode>General</c:formatCode>
                <c:ptCount val="23"/>
                <c:pt idx="0">
                  <c:v>87.283000000000001</c:v>
                </c:pt>
                <c:pt idx="1">
                  <c:v>85.57</c:v>
                </c:pt>
                <c:pt idx="2">
                  <c:v>86.753</c:v>
                </c:pt>
                <c:pt idx="3">
                  <c:v>88.033000000000001</c:v>
                </c:pt>
                <c:pt idx="4">
                  <c:v>87.774000000000001</c:v>
                </c:pt>
                <c:pt idx="5">
                  <c:v>86.427000000000007</c:v>
                </c:pt>
                <c:pt idx="6">
                  <c:v>81.700999999999993</c:v>
                </c:pt>
                <c:pt idx="7">
                  <c:v>78.893000000000001</c:v>
                </c:pt>
                <c:pt idx="8">
                  <c:v>79.760999999999996</c:v>
                </c:pt>
                <c:pt idx="9">
                  <c:v>77.001999999999995</c:v>
                </c:pt>
                <c:pt idx="10">
                  <c:v>78.087000000000003</c:v>
                </c:pt>
                <c:pt idx="11">
                  <c:v>73.209000000000003</c:v>
                </c:pt>
                <c:pt idx="12">
                  <c:v>79.265000000000001</c:v>
                </c:pt>
                <c:pt idx="13">
                  <c:v>81.792000000000002</c:v>
                </c:pt>
                <c:pt idx="14">
                  <c:v>82.513000000000005</c:v>
                </c:pt>
                <c:pt idx="15">
                  <c:v>81.003</c:v>
                </c:pt>
                <c:pt idx="16">
                  <c:v>81.7</c:v>
                </c:pt>
                <c:pt idx="17">
                  <c:v>83.992000000000004</c:v>
                </c:pt>
                <c:pt idx="18">
                  <c:v>85.915999999999997</c:v>
                </c:pt>
                <c:pt idx="19">
                  <c:v>79.796000000000006</c:v>
                </c:pt>
                <c:pt idx="20">
                  <c:v>79.995999999999995</c:v>
                </c:pt>
                <c:pt idx="21">
                  <c:v>74.897999999999996</c:v>
                </c:pt>
                <c:pt idx="22">
                  <c:v>79.343000000000004</c:v>
                </c:pt>
              </c:numCache>
            </c:numRef>
          </c:val>
          <c:smooth val="0"/>
          <c:extLst>
            <c:ext xmlns:c16="http://schemas.microsoft.com/office/drawing/2014/chart" uri="{C3380CC4-5D6E-409C-BE32-E72D297353CC}">
              <c16:uniqueId val="{00000042-918D-834C-9D96-53606397D8BD}"/>
            </c:ext>
          </c:extLst>
        </c:ser>
        <c:dLbls>
          <c:showLegendKey val="0"/>
          <c:showVal val="1"/>
          <c:showCatName val="0"/>
          <c:showSerName val="0"/>
          <c:showPercent val="0"/>
          <c:showBubbleSize val="0"/>
        </c:dLbls>
        <c:smooth val="0"/>
        <c:axId val="419797696"/>
        <c:axId val="419808280"/>
      </c:lineChart>
      <c:catAx>
        <c:axId val="419797696"/>
        <c:scaling>
          <c:orientation val="minMax"/>
        </c:scaling>
        <c:delete val="0"/>
        <c:axPos val="b"/>
        <c:numFmt formatCode="General" sourceLinked="1"/>
        <c:majorTickMark val="out"/>
        <c:minorTickMark val="none"/>
        <c:tickLblPos val="nextTo"/>
        <c:spPr>
          <a:ln w="2650">
            <a:solidFill>
              <a:srgbClr val="CDC4C0"/>
            </a:solidFill>
            <a:prstDash val="solid"/>
          </a:ln>
        </c:spPr>
        <c:txPr>
          <a:bodyPr rot="-5400000" vert="horz"/>
          <a:lstStyle/>
          <a:p>
            <a:pPr>
              <a:defRPr sz="800">
                <a:solidFill>
                  <a:schemeClr val="tx1">
                    <a:lumMod val="65000"/>
                    <a:lumOff val="35000"/>
                  </a:schemeClr>
                </a:solidFill>
              </a:defRPr>
            </a:pPr>
            <a:endParaRPr lang="en-GR"/>
          </a:p>
        </c:txPr>
        <c:crossAx val="419808280"/>
        <c:crosses val="autoZero"/>
        <c:auto val="1"/>
        <c:lblAlgn val="ctr"/>
        <c:lblOffset val="0"/>
        <c:tickLblSkip val="1"/>
        <c:tickMarkSkip val="1"/>
        <c:noMultiLvlLbl val="0"/>
      </c:catAx>
      <c:valAx>
        <c:axId val="419808280"/>
        <c:scaling>
          <c:orientation val="minMax"/>
          <c:max val="100"/>
          <c:min val="60"/>
        </c:scaling>
        <c:delete val="0"/>
        <c:axPos val="l"/>
        <c:numFmt formatCode="General" sourceLinked="1"/>
        <c:majorTickMark val="out"/>
        <c:minorTickMark val="none"/>
        <c:tickLblPos val="nextTo"/>
        <c:spPr>
          <a:ln w="7950">
            <a:noFill/>
          </a:ln>
        </c:spPr>
        <c:txPr>
          <a:bodyPr rot="0" vert="horz"/>
          <a:lstStyle/>
          <a:p>
            <a:pPr>
              <a:defRPr sz="800">
                <a:solidFill>
                  <a:schemeClr val="tx1">
                    <a:lumMod val="65000"/>
                    <a:lumOff val="35000"/>
                  </a:schemeClr>
                </a:solidFill>
              </a:defRPr>
            </a:pPr>
            <a:endParaRPr lang="en-GR"/>
          </a:p>
        </c:txPr>
        <c:crossAx val="419797696"/>
        <c:crosses val="autoZero"/>
        <c:crossBetween val="between"/>
        <c:majorUnit val="10"/>
      </c:valAx>
      <c:spPr>
        <a:noFill/>
        <a:ln w="21199">
          <a:noFill/>
        </a:ln>
      </c:spPr>
    </c:plotArea>
    <c:legend>
      <c:legendPos val="l"/>
      <c:layout>
        <c:manualLayout>
          <c:xMode val="edge"/>
          <c:yMode val="edge"/>
          <c:x val="0"/>
          <c:y val="0.64041498336938818"/>
          <c:w val="0.22622125811281654"/>
          <c:h val="0.22998961130803566"/>
        </c:manualLayout>
      </c:layout>
      <c:overlay val="0"/>
      <c:txPr>
        <a:bodyPr/>
        <a:lstStyle/>
        <a:p>
          <a:pPr marL="72000">
            <a:defRPr sz="1000">
              <a:solidFill>
                <a:schemeClr val="tx1">
                  <a:lumMod val="65000"/>
                  <a:lumOff val="35000"/>
                </a:schemeClr>
              </a:solidFill>
            </a:defRPr>
          </a:pPr>
          <a:endParaRPr lang="en-GR"/>
        </a:p>
      </c:txPr>
    </c:legend>
    <c:plotVisOnly val="1"/>
    <c:dispBlanksAs val="gap"/>
    <c:showDLblsOverMax val="0"/>
  </c:chart>
  <c:spPr>
    <a:noFill/>
    <a:ln>
      <a:noFill/>
    </a:ln>
  </c:spPr>
  <c:txPr>
    <a:bodyPr/>
    <a:lstStyle/>
    <a:p>
      <a:pPr>
        <a:defRPr sz="334" b="0" i="0" u="none" strike="noStrike" baseline="0">
          <a:solidFill>
            <a:schemeClr val="tx1"/>
          </a:solidFill>
          <a:latin typeface="Aptos" panose="020B0004020202020204" pitchFamily="34" charset="0"/>
          <a:ea typeface="Arial"/>
          <a:cs typeface="Arial"/>
        </a:defRPr>
      </a:pPr>
      <a:endParaRPr lang="en-GR"/>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spcAft>
                <a:spcPts val="0"/>
              </a:spcAft>
              <a:defRPr sz="1200" b="1" i="0" u="none" strike="noStrike" kern="1200" spc="0" baseline="0">
                <a:solidFill>
                  <a:schemeClr val="accent1"/>
                </a:solidFill>
                <a:latin typeface="Aptos SemiBold" panose="020B0004020202020204" pitchFamily="34" charset="0"/>
                <a:ea typeface="+mn-ea"/>
                <a:cs typeface="+mn-cs"/>
              </a:defRPr>
            </a:pPr>
            <a:r>
              <a:rPr lang="en-US" sz="1200" b="1" i="0" u="none" strike="noStrike" baseline="0">
                <a:solidFill>
                  <a:schemeClr val="accent1"/>
                </a:solidFill>
                <a:effectLst/>
                <a:latin typeface="Aptos SemiBold" panose="020B0004020202020204" pitchFamily="34" charset="0"/>
              </a:rPr>
              <a:t>Facilis </a:t>
            </a:r>
            <a:r>
              <a:rPr lang="en-GB" sz="1200" b="1" i="0" u="none" strike="noStrike" baseline="0">
                <a:solidFill>
                  <a:schemeClr val="accent1"/>
                </a:solidFill>
                <a:effectLst/>
                <a:latin typeface="Aptos SemiBold" panose="020B0004020202020204" pitchFamily="34" charset="0"/>
              </a:rPr>
              <a:t>culpa qui</a:t>
            </a:r>
          </a:p>
          <a:p>
            <a:pPr algn="l">
              <a:spcAft>
                <a:spcPts val="0"/>
              </a:spcAft>
              <a:defRPr sz="1200" b="1">
                <a:solidFill>
                  <a:schemeClr val="accent1"/>
                </a:solidFill>
                <a:latin typeface="Aptos SemiBold" panose="020B0004020202020204" pitchFamily="34" charset="0"/>
              </a:defRPr>
            </a:pPr>
            <a:r>
              <a:rPr lang="en-GB" sz="1200" b="1" i="0" u="none" strike="noStrike" baseline="0" err="1">
                <a:solidFill>
                  <a:schemeClr val="accent1"/>
                </a:solidFill>
                <a:effectLst/>
                <a:latin typeface="Aptos SemiBold" panose="020B0004020202020204" pitchFamily="34" charset="0"/>
              </a:rPr>
              <a:t>officia</a:t>
            </a:r>
            <a:r>
              <a:rPr lang="en-GB" sz="1200" b="1" i="0" u="none" strike="noStrike" baseline="0">
                <a:solidFill>
                  <a:schemeClr val="accent1"/>
                </a:solidFill>
                <a:effectLst/>
                <a:latin typeface="Aptos SemiBold" panose="020B0004020202020204" pitchFamily="34" charset="0"/>
              </a:rPr>
              <a:t> </a:t>
            </a:r>
            <a:r>
              <a:rPr lang="en-GB" sz="1200" b="1" i="0" u="none" strike="noStrike" baseline="0" err="1">
                <a:solidFill>
                  <a:schemeClr val="accent1"/>
                </a:solidFill>
                <a:effectLst/>
                <a:latin typeface="Aptos SemiBold" panose="020B0004020202020204" pitchFamily="34" charset="0"/>
              </a:rPr>
              <a:t>est</a:t>
            </a:r>
            <a:r>
              <a:rPr lang="en-GB" sz="1200" b="1" i="0" u="none" strike="noStrike" baseline="0">
                <a:solidFill>
                  <a:schemeClr val="accent1"/>
                </a:solidFill>
                <a:effectLst/>
                <a:latin typeface="Aptos SemiBold" panose="020B0004020202020204" pitchFamily="34" charset="0"/>
              </a:rPr>
              <a:t> one </a:t>
            </a:r>
            <a:r>
              <a:rPr lang="en-US" sz="1200" b="1" i="0" u="none" strike="noStrike" baseline="0">
                <a:solidFill>
                  <a:schemeClr val="accent1"/>
                </a:solidFill>
                <a:effectLst/>
                <a:latin typeface="Aptos SemiBold" panose="020B0004020202020204" pitchFamily="34" charset="0"/>
              </a:rPr>
              <a:t> </a:t>
            </a:r>
            <a:endParaRPr lang="en-US" sz="1200" b="1" i="0">
              <a:solidFill>
                <a:schemeClr val="accent1"/>
              </a:solidFill>
              <a:latin typeface="Aptos SemiBold" panose="020B0004020202020204" pitchFamily="34" charset="0"/>
            </a:endParaRPr>
          </a:p>
        </c:rich>
      </c:tx>
      <c:layout>
        <c:manualLayout>
          <c:xMode val="edge"/>
          <c:yMode val="edge"/>
          <c:x val="3.1111610490113007E-2"/>
          <c:y val="5.2106459917797991E-2"/>
        </c:manualLayout>
      </c:layout>
      <c:overlay val="0"/>
      <c:spPr>
        <a:noFill/>
        <a:ln>
          <a:noFill/>
        </a:ln>
        <a:effectLst/>
      </c:spPr>
      <c:txPr>
        <a:bodyPr rot="0" spcFirstLastPara="1" vertOverflow="ellipsis" vert="horz" wrap="square" anchor="ctr" anchorCtr="1"/>
        <a:lstStyle/>
        <a:p>
          <a:pPr algn="l">
            <a:spcAft>
              <a:spcPts val="0"/>
            </a:spcAft>
            <a:defRPr sz="1200" b="1" i="0" u="none" strike="noStrike" kern="1200" spc="0" baseline="0">
              <a:solidFill>
                <a:schemeClr val="accent1"/>
              </a:solidFill>
              <a:latin typeface="Aptos SemiBold" panose="020B0004020202020204" pitchFamily="34" charset="0"/>
              <a:ea typeface="+mn-ea"/>
              <a:cs typeface="+mn-cs"/>
            </a:defRPr>
          </a:pPr>
          <a:endParaRPr lang="en-GR"/>
        </a:p>
      </c:txPr>
    </c:title>
    <c:autoTitleDeleted val="0"/>
    <c:plotArea>
      <c:layout>
        <c:manualLayout>
          <c:layoutTarget val="inner"/>
          <c:xMode val="edge"/>
          <c:yMode val="edge"/>
          <c:x val="0.38940881650043796"/>
          <c:y val="0.1676120881510455"/>
          <c:w val="0.58467789337565379"/>
          <c:h val="0.59586654389162863"/>
        </c:manualLayout>
      </c:layout>
      <c:lineChart>
        <c:grouping val="standard"/>
        <c:varyColors val="0"/>
        <c:ser>
          <c:idx val="0"/>
          <c:order val="0"/>
          <c:tx>
            <c:strRef>
              <c:f>Sheet1!$B$1</c:f>
              <c:strCache>
                <c:ptCount val="1"/>
                <c:pt idx="0">
                  <c:v>Suspendisse interdum</c:v>
                </c:pt>
              </c:strCache>
            </c:strRef>
          </c:tx>
          <c:spPr>
            <a:ln w="19050"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1"/>
                    </a:solidFill>
                    <a:latin typeface="Aptos" panose="020B0004020202020204" pitchFamily="34" charset="0"/>
                    <a:ea typeface="+mn-ea"/>
                    <a:cs typeface="+mn-cs"/>
                  </a:defRPr>
                </a:pPr>
                <a:endParaRPr lang="en-G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Mar-
Apr'22</c:v>
                </c:pt>
                <c:pt idx="1">
                  <c:v>May-
July'22</c:v>
                </c:pt>
                <c:pt idx="2">
                  <c:v>Sept-
Oct'22</c:v>
                </c:pt>
                <c:pt idx="3">
                  <c:v>Nov-
Dec'22</c:v>
                </c:pt>
                <c:pt idx="4">
                  <c:v>Jan-
Feb'23</c:v>
                </c:pt>
                <c:pt idx="5">
                  <c:v>Mar-
Apr'23</c:v>
                </c:pt>
              </c:strCache>
            </c:strRef>
          </c:cat>
          <c:val>
            <c:numRef>
              <c:f>Sheet1!$B$2:$B$7</c:f>
              <c:numCache>
                <c:formatCode>General</c:formatCode>
                <c:ptCount val="6"/>
                <c:pt idx="0">
                  <c:v>4</c:v>
                </c:pt>
                <c:pt idx="1">
                  <c:v>4</c:v>
                </c:pt>
                <c:pt idx="2">
                  <c:v>4.5</c:v>
                </c:pt>
                <c:pt idx="3">
                  <c:v>5</c:v>
                </c:pt>
                <c:pt idx="4">
                  <c:v>6</c:v>
                </c:pt>
                <c:pt idx="5">
                  <c:v>7</c:v>
                </c:pt>
              </c:numCache>
            </c:numRef>
          </c:val>
          <c:smooth val="0"/>
          <c:extLst>
            <c:ext xmlns:c16="http://schemas.microsoft.com/office/drawing/2014/chart" uri="{C3380CC4-5D6E-409C-BE32-E72D297353CC}">
              <c16:uniqueId val="{00000000-DB33-0B4A-B84B-BB943FC7F4B2}"/>
            </c:ext>
          </c:extLst>
        </c:ser>
        <c:ser>
          <c:idx val="1"/>
          <c:order val="1"/>
          <c:tx>
            <c:strRef>
              <c:f>Sheet1!$C$1</c:f>
              <c:strCache>
                <c:ptCount val="1"/>
                <c:pt idx="0">
                  <c:v>Urna nec</c:v>
                </c:pt>
              </c:strCache>
            </c:strRef>
          </c:tx>
          <c:spPr>
            <a:ln w="19050" cap="rnd">
              <a:solidFill>
                <a:schemeClr val="accent2"/>
              </a:solidFill>
              <a:round/>
            </a:ln>
            <a:effectLst/>
          </c:spPr>
          <c:marker>
            <c:symbol val="none"/>
          </c:marker>
          <c:dPt>
            <c:idx val="2"/>
            <c:marker>
              <c:symbol val="none"/>
            </c:marker>
            <c:bubble3D val="0"/>
            <c:spPr>
              <a:ln w="19050" cap="rnd">
                <a:solidFill>
                  <a:schemeClr val="accent2"/>
                </a:solidFill>
                <a:round/>
              </a:ln>
              <a:effectLst/>
            </c:spPr>
            <c:extLst>
              <c:ext xmlns:c16="http://schemas.microsoft.com/office/drawing/2014/chart" uri="{C3380CC4-5D6E-409C-BE32-E72D297353CC}">
                <c16:uniqueId val="{00000002-DB33-0B4A-B84B-BB943FC7F4B2}"/>
              </c:ext>
            </c:extLst>
          </c:dPt>
          <c:dLbls>
            <c:dLbl>
              <c:idx val="0"/>
              <c:layout>
                <c:manualLayout>
                  <c:x val="-2.603048888009608E-2"/>
                  <c:y val="-3.136456865691730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B33-0B4A-B84B-BB943FC7F4B2}"/>
                </c:ext>
              </c:extLst>
            </c:dLbl>
            <c:dLbl>
              <c:idx val="1"/>
              <c:layout>
                <c:manualLayout>
                  <c:x val="-3.6471034345328467E-2"/>
                  <c:y val="-3.136456865691735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B33-0B4A-B84B-BB943FC7F4B2}"/>
                </c:ext>
              </c:extLst>
            </c:dLbl>
            <c:dLbl>
              <c:idx val="2"/>
              <c:layout>
                <c:manualLayout>
                  <c:x val="-3.6471034345328467E-2"/>
                  <c:y val="-2.613714054743113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B33-0B4A-B84B-BB943FC7F4B2}"/>
                </c:ext>
              </c:extLst>
            </c:dLbl>
            <c:dLbl>
              <c:idx val="3"/>
              <c:layout>
                <c:manualLayout>
                  <c:x val="-3.6471034345328467E-2"/>
                  <c:y val="-4.181942487588974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B33-0B4A-B84B-BB943FC7F4B2}"/>
                </c:ext>
              </c:extLst>
            </c:dLbl>
            <c:dLbl>
              <c:idx val="4"/>
              <c:layout>
                <c:manualLayout>
                  <c:x val="-2.6030488880095997E-2"/>
                  <c:y val="-3.659199676640352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DB33-0B4A-B84B-BB943FC7F4B2}"/>
                </c:ext>
              </c:extLst>
            </c:dLbl>
            <c:dLbl>
              <c:idx val="5"/>
              <c:layout>
                <c:manualLayout>
                  <c:x val="-2.6030488880095997E-2"/>
                  <c:y val="-2.61371405474310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DB33-0B4A-B84B-BB943FC7F4B2}"/>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Mar-
Apr'22</c:v>
                </c:pt>
                <c:pt idx="1">
                  <c:v>May-
July'22</c:v>
                </c:pt>
                <c:pt idx="2">
                  <c:v>Sept-
Oct'22</c:v>
                </c:pt>
                <c:pt idx="3">
                  <c:v>Nov-
Dec'22</c:v>
                </c:pt>
                <c:pt idx="4">
                  <c:v>Jan-
Feb'23</c:v>
                </c:pt>
                <c:pt idx="5">
                  <c:v>Mar-
Apr'23</c:v>
                </c:pt>
              </c:strCache>
            </c:strRef>
          </c:cat>
          <c:val>
            <c:numRef>
              <c:f>Sheet1!$C$2:$C$7</c:f>
              <c:numCache>
                <c:formatCode>General</c:formatCode>
                <c:ptCount val="6"/>
                <c:pt idx="0">
                  <c:v>3</c:v>
                </c:pt>
                <c:pt idx="1">
                  <c:v>3.5</c:v>
                </c:pt>
                <c:pt idx="2">
                  <c:v>3.5</c:v>
                </c:pt>
                <c:pt idx="3">
                  <c:v>3.7</c:v>
                </c:pt>
                <c:pt idx="4">
                  <c:v>5</c:v>
                </c:pt>
                <c:pt idx="5">
                  <c:v>6</c:v>
                </c:pt>
              </c:numCache>
            </c:numRef>
          </c:val>
          <c:smooth val="0"/>
          <c:extLst>
            <c:ext xmlns:c16="http://schemas.microsoft.com/office/drawing/2014/chart" uri="{C3380CC4-5D6E-409C-BE32-E72D297353CC}">
              <c16:uniqueId val="{00000008-DB33-0B4A-B84B-BB943FC7F4B2}"/>
            </c:ext>
          </c:extLst>
        </c:ser>
        <c:ser>
          <c:idx val="2"/>
          <c:order val="2"/>
          <c:tx>
            <c:strRef>
              <c:f>Sheet1!$D$1</c:f>
              <c:strCache>
                <c:ptCount val="1"/>
                <c:pt idx="0">
                  <c:v>Nunc</c:v>
                </c:pt>
              </c:strCache>
            </c:strRef>
          </c:tx>
          <c:spPr>
            <a:ln w="19050"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Mar-
Apr'22</c:v>
                </c:pt>
                <c:pt idx="1">
                  <c:v>May-
July'22</c:v>
                </c:pt>
                <c:pt idx="2">
                  <c:v>Sept-
Oct'22</c:v>
                </c:pt>
                <c:pt idx="3">
                  <c:v>Nov-
Dec'22</c:v>
                </c:pt>
                <c:pt idx="4">
                  <c:v>Jan-
Feb'23</c:v>
                </c:pt>
                <c:pt idx="5">
                  <c:v>Mar-
Apr'23</c:v>
                </c:pt>
              </c:strCache>
            </c:strRef>
          </c:cat>
          <c:val>
            <c:numRef>
              <c:f>Sheet1!$D$2:$D$7</c:f>
              <c:numCache>
                <c:formatCode>General</c:formatCode>
                <c:ptCount val="6"/>
                <c:pt idx="0">
                  <c:v>2</c:v>
                </c:pt>
                <c:pt idx="1">
                  <c:v>2.5</c:v>
                </c:pt>
                <c:pt idx="2">
                  <c:v>3</c:v>
                </c:pt>
                <c:pt idx="3">
                  <c:v>3.5</c:v>
                </c:pt>
                <c:pt idx="4">
                  <c:v>4</c:v>
                </c:pt>
                <c:pt idx="5">
                  <c:v>5</c:v>
                </c:pt>
              </c:numCache>
            </c:numRef>
          </c:val>
          <c:smooth val="0"/>
          <c:extLst>
            <c:ext xmlns:c16="http://schemas.microsoft.com/office/drawing/2014/chart" uri="{C3380CC4-5D6E-409C-BE32-E72D297353CC}">
              <c16:uniqueId val="{00000009-DB33-0B4A-B84B-BB943FC7F4B2}"/>
            </c:ext>
          </c:extLst>
        </c:ser>
        <c:ser>
          <c:idx val="3"/>
          <c:order val="3"/>
          <c:tx>
            <c:strRef>
              <c:f>Sheet1!$E$1</c:f>
              <c:strCache>
                <c:ptCount val="1"/>
                <c:pt idx="0">
                  <c:v>Tristique</c:v>
                </c:pt>
              </c:strCache>
            </c:strRef>
          </c:tx>
          <c:spPr>
            <a:ln w="19050"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1"/>
                    </a:solidFill>
                    <a:latin typeface="Aptos" panose="020B0004020202020204" pitchFamily="34" charset="0"/>
                    <a:ea typeface="+mn-ea"/>
                    <a:cs typeface="+mn-cs"/>
                  </a:defRPr>
                </a:pPr>
                <a:endParaRPr lang="en-GR"/>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Mar-
Apr'22</c:v>
                </c:pt>
                <c:pt idx="1">
                  <c:v>May-
July'22</c:v>
                </c:pt>
                <c:pt idx="2">
                  <c:v>Sept-
Oct'22</c:v>
                </c:pt>
                <c:pt idx="3">
                  <c:v>Nov-
Dec'22</c:v>
                </c:pt>
                <c:pt idx="4">
                  <c:v>Jan-
Feb'23</c:v>
                </c:pt>
                <c:pt idx="5">
                  <c:v>Mar-
Apr'23</c:v>
                </c:pt>
              </c:strCache>
            </c:strRef>
          </c:cat>
          <c:val>
            <c:numRef>
              <c:f>Sheet1!$E$2:$E$7</c:f>
              <c:numCache>
                <c:formatCode>General</c:formatCode>
                <c:ptCount val="6"/>
                <c:pt idx="0">
                  <c:v>1</c:v>
                </c:pt>
                <c:pt idx="1">
                  <c:v>1.5</c:v>
                </c:pt>
                <c:pt idx="2">
                  <c:v>3</c:v>
                </c:pt>
                <c:pt idx="3">
                  <c:v>3</c:v>
                </c:pt>
                <c:pt idx="4">
                  <c:v>3</c:v>
                </c:pt>
                <c:pt idx="5">
                  <c:v>5</c:v>
                </c:pt>
              </c:numCache>
            </c:numRef>
          </c:val>
          <c:smooth val="0"/>
          <c:extLst>
            <c:ext xmlns:c16="http://schemas.microsoft.com/office/drawing/2014/chart" uri="{C3380CC4-5D6E-409C-BE32-E72D297353CC}">
              <c16:uniqueId val="{0000000A-DB33-0B4A-B84B-BB943FC7F4B2}"/>
            </c:ext>
          </c:extLst>
        </c:ser>
        <c:dLbls>
          <c:dLblPos val="ctr"/>
          <c:showLegendKey val="0"/>
          <c:showVal val="1"/>
          <c:showCatName val="0"/>
          <c:showSerName val="0"/>
          <c:showPercent val="0"/>
          <c:showBubbleSize val="0"/>
        </c:dLbls>
        <c:smooth val="0"/>
        <c:axId val="358739463"/>
        <c:axId val="358743727"/>
      </c:lineChart>
      <c:catAx>
        <c:axId val="358739463"/>
        <c:scaling>
          <c:orientation val="minMax"/>
        </c:scaling>
        <c:delete val="0"/>
        <c:axPos val="b"/>
        <c:numFmt formatCode="General" sourceLinked="1"/>
        <c:majorTickMark val="none"/>
        <c:minorTickMark val="none"/>
        <c:tickLblPos val="nextTo"/>
        <c:spPr>
          <a:noFill/>
          <a:ln w="9525" cap="flat" cmpd="sng" algn="ctr">
            <a:solidFill>
              <a:srgbClr val="B5B7B5"/>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358743727"/>
        <c:crosses val="autoZero"/>
        <c:auto val="1"/>
        <c:lblAlgn val="ctr"/>
        <c:lblOffset val="100"/>
        <c:noMultiLvlLbl val="0"/>
      </c:catAx>
      <c:valAx>
        <c:axId val="358743727"/>
        <c:scaling>
          <c:orientation val="minMax"/>
          <c:max val="7"/>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358739463"/>
        <c:crosses val="autoZero"/>
        <c:crossBetween val="between"/>
      </c:valAx>
      <c:spPr>
        <a:noFill/>
        <a:ln>
          <a:noFill/>
        </a:ln>
        <a:effectLst/>
      </c:spPr>
    </c:plotArea>
    <c:legend>
      <c:legendPos val="b"/>
      <c:legendEntry>
        <c:idx val="0"/>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Entry>
      <c:legendEntry>
        <c:idx val="1"/>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Entry>
      <c:legendEntry>
        <c:idx val="2"/>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Entry>
      <c:layout>
        <c:manualLayout>
          <c:xMode val="edge"/>
          <c:yMode val="edge"/>
          <c:x val="1.760633547086661E-2"/>
          <c:y val="0.44907073077098608"/>
          <c:w val="0.30403418189533687"/>
          <c:h val="0.34010609481418641"/>
        </c:manualLayout>
      </c:layout>
      <c:overlay val="0"/>
      <c:spPr>
        <a:noFill/>
        <a:ln>
          <a:noFill/>
        </a:ln>
        <a:effectLst/>
      </c:spPr>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Aptos" panose="020B0004020202020204" pitchFamily="34" charset="0"/>
        </a:defRPr>
      </a:pPr>
      <a:endParaRPr lang="en-GR"/>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t" anchorCtr="0"/>
          <a:lstStyle/>
          <a:p>
            <a:pPr algn="l">
              <a:defRPr sz="1200" b="1" i="0" u="none" strike="noStrike" kern="1200" spc="0" baseline="0">
                <a:solidFill>
                  <a:schemeClr val="accent1"/>
                </a:solidFill>
                <a:latin typeface="Aptos SemiBold" panose="020B0004020202020204" pitchFamily="34" charset="0"/>
                <a:ea typeface="+mn-ea"/>
                <a:cs typeface="+mn-cs"/>
              </a:defRPr>
            </a:pPr>
            <a:r>
              <a:rPr lang="en-US" b="1" i="0">
                <a:solidFill>
                  <a:schemeClr val="accent1"/>
                </a:solidFill>
                <a:latin typeface="Aptos SemiBold" panose="020B0004020202020204" pitchFamily="34" charset="0"/>
              </a:rPr>
              <a:t>Lorem ipsum dol</a:t>
            </a:r>
          </a:p>
          <a:p>
            <a:pPr algn="l">
              <a:defRPr b="1">
                <a:solidFill>
                  <a:schemeClr val="accent1"/>
                </a:solidFill>
                <a:latin typeface="Aptos SemiBold" panose="020B0004020202020204" pitchFamily="34" charset="0"/>
              </a:defRPr>
            </a:pPr>
            <a:r>
              <a:rPr lang="en-GB" b="1" i="0" err="1">
                <a:solidFill>
                  <a:schemeClr val="accent1"/>
                </a:solidFill>
                <a:latin typeface="Aptos SemiBold" panose="020B0004020202020204" pitchFamily="34" charset="0"/>
              </a:rPr>
              <a:t>deserunt</a:t>
            </a:r>
            <a:r>
              <a:rPr lang="en-GB" b="1" i="0">
                <a:solidFill>
                  <a:schemeClr val="accent1"/>
                </a:solidFill>
                <a:latin typeface="Aptos SemiBold" panose="020B0004020202020204" pitchFamily="34" charset="0"/>
              </a:rPr>
              <a:t> </a:t>
            </a:r>
            <a:r>
              <a:rPr lang="en-GB" b="1" i="0" err="1">
                <a:solidFill>
                  <a:schemeClr val="accent1"/>
                </a:solidFill>
                <a:latin typeface="Aptos SemiBold" panose="020B0004020202020204" pitchFamily="34" charset="0"/>
              </a:rPr>
              <a:t>mollit</a:t>
            </a:r>
            <a:r>
              <a:rPr lang="en-GB" b="1" i="0">
                <a:solidFill>
                  <a:schemeClr val="accent1"/>
                </a:solidFill>
                <a:latin typeface="Aptos SemiBold" panose="020B0004020202020204" pitchFamily="34" charset="0"/>
              </a:rPr>
              <a:t> </a:t>
            </a:r>
            <a:r>
              <a:rPr lang="en-US" b="1" i="0">
                <a:solidFill>
                  <a:schemeClr val="accent1"/>
                </a:solidFill>
                <a:latin typeface="Aptos SemiBold" panose="020B0004020202020204" pitchFamily="34" charset="0"/>
              </a:rPr>
              <a:t> </a:t>
            </a:r>
          </a:p>
        </c:rich>
      </c:tx>
      <c:layout>
        <c:manualLayout>
          <c:xMode val="edge"/>
          <c:yMode val="edge"/>
          <c:x val="2.2008016637037536E-2"/>
          <c:y val="5.2106459917797991E-2"/>
        </c:manualLayout>
      </c:layout>
      <c:overlay val="0"/>
      <c:spPr>
        <a:noFill/>
        <a:ln>
          <a:noFill/>
        </a:ln>
        <a:effectLst/>
      </c:spPr>
      <c:txPr>
        <a:bodyPr rot="0" spcFirstLastPara="1" vertOverflow="ellipsis" vert="horz" wrap="square" anchor="t" anchorCtr="0"/>
        <a:lstStyle/>
        <a:p>
          <a:pPr algn="l">
            <a:defRPr sz="1200" b="1" i="0" u="none" strike="noStrike" kern="1200" spc="0" baseline="0">
              <a:solidFill>
                <a:schemeClr val="accent1"/>
              </a:solidFill>
              <a:latin typeface="Aptos SemiBold" panose="020B0004020202020204" pitchFamily="34" charset="0"/>
              <a:ea typeface="+mn-ea"/>
              <a:cs typeface="+mn-cs"/>
            </a:defRPr>
          </a:pPr>
          <a:endParaRPr lang="en-GR"/>
        </a:p>
      </c:txPr>
    </c:title>
    <c:autoTitleDeleted val="0"/>
    <c:plotArea>
      <c:layout>
        <c:manualLayout>
          <c:layoutTarget val="inner"/>
          <c:xMode val="edge"/>
          <c:yMode val="edge"/>
          <c:x val="0.37120179260336067"/>
          <c:y val="0.13351785383506445"/>
          <c:w val="0.58997728422884654"/>
          <c:h val="0.62996077820760976"/>
        </c:manualLayout>
      </c:layout>
      <c:areaChart>
        <c:grouping val="standard"/>
        <c:varyColors val="0"/>
        <c:ser>
          <c:idx val="0"/>
          <c:order val="0"/>
          <c:tx>
            <c:strRef>
              <c:f>Sheet1!$B$1</c:f>
              <c:strCache>
                <c:ptCount val="1"/>
                <c:pt idx="0">
                  <c:v>Suspendisse interdum</c:v>
                </c:pt>
              </c:strCache>
            </c:strRef>
          </c:tx>
          <c:spPr>
            <a:solidFill>
              <a:schemeClr val="accent1"/>
            </a:solidFill>
            <a:ln w="19050">
              <a:no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00-8563-0649-8CB9-D5F7F5EA1B0F}"/>
                </c:ext>
              </c:extLst>
            </c:dLbl>
            <c:dLbl>
              <c:idx val="1"/>
              <c:layout>
                <c:manualLayout>
                  <c:x val="0"/>
                  <c:y val="-0.2352342649268797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563-0649-8CB9-D5F7F5EA1B0F}"/>
                </c:ext>
              </c:extLst>
            </c:dLbl>
            <c:dLbl>
              <c:idx val="2"/>
              <c:layout>
                <c:manualLayout>
                  <c:x val="0"/>
                  <c:y val="-0.2770536898027695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563-0649-8CB9-D5F7F5EA1B0F}"/>
                </c:ext>
              </c:extLst>
            </c:dLbl>
            <c:dLbl>
              <c:idx val="3"/>
              <c:layout>
                <c:manualLayout>
                  <c:x val="0"/>
                  <c:y val="-0.2875085460217419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563-0649-8CB9-D5F7F5EA1B0F}"/>
                </c:ext>
              </c:extLst>
            </c:dLbl>
            <c:dLbl>
              <c:idx val="4"/>
              <c:layout>
                <c:manualLayout>
                  <c:x val="0"/>
                  <c:y val="-0.2143245524889349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563-0649-8CB9-D5F7F5EA1B0F}"/>
                </c:ext>
              </c:extLst>
            </c:dLbl>
            <c:dLbl>
              <c:idx val="5"/>
              <c:layout>
                <c:manualLayout>
                  <c:x val="0"/>
                  <c:y val="-0.2143245524889349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563-0649-8CB9-D5F7F5EA1B0F}"/>
                </c:ext>
              </c:extLst>
            </c:dLbl>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Aptos" panose="020B0004020202020204" pitchFamily="34" charset="0"/>
                    <a:ea typeface="+mn-ea"/>
                    <a:cs typeface="+mn-cs"/>
                  </a:defRPr>
                </a:pPr>
                <a:endParaRPr lang="en-G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Mar-
Apr'22</c:v>
                </c:pt>
                <c:pt idx="1">
                  <c:v>May-
July'22</c:v>
                </c:pt>
                <c:pt idx="2">
                  <c:v>Sept-
Oct'22</c:v>
                </c:pt>
                <c:pt idx="3">
                  <c:v>Nov-
Dec'22</c:v>
                </c:pt>
                <c:pt idx="4">
                  <c:v>Jan-
Feb'23</c:v>
                </c:pt>
                <c:pt idx="5">
                  <c:v>Mar-
Apr'23</c:v>
                </c:pt>
              </c:strCache>
            </c:strRef>
          </c:cat>
          <c:val>
            <c:numRef>
              <c:f>Sheet1!$B$2:$B$7</c:f>
              <c:numCache>
                <c:formatCode>General</c:formatCode>
                <c:ptCount val="6"/>
                <c:pt idx="0">
                  <c:v>4</c:v>
                </c:pt>
                <c:pt idx="1">
                  <c:v>4</c:v>
                </c:pt>
                <c:pt idx="2">
                  <c:v>5</c:v>
                </c:pt>
                <c:pt idx="3">
                  <c:v>5</c:v>
                </c:pt>
                <c:pt idx="4">
                  <c:v>5</c:v>
                </c:pt>
                <c:pt idx="5">
                  <c:v>4</c:v>
                </c:pt>
              </c:numCache>
            </c:numRef>
          </c:val>
          <c:extLst>
            <c:ext xmlns:c16="http://schemas.microsoft.com/office/drawing/2014/chart" uri="{C3380CC4-5D6E-409C-BE32-E72D297353CC}">
              <c16:uniqueId val="{00000006-8563-0649-8CB9-D5F7F5EA1B0F}"/>
            </c:ext>
          </c:extLst>
        </c:ser>
        <c:ser>
          <c:idx val="1"/>
          <c:order val="1"/>
          <c:tx>
            <c:strRef>
              <c:f>Sheet1!$C$1</c:f>
              <c:strCache>
                <c:ptCount val="1"/>
                <c:pt idx="0">
                  <c:v>Urna nec</c:v>
                </c:pt>
              </c:strCache>
            </c:strRef>
          </c:tx>
          <c:spPr>
            <a:solidFill>
              <a:schemeClr val="accent3"/>
            </a:solidFill>
            <a:ln w="19050">
              <a:noFill/>
            </a:ln>
            <a:effectLst/>
          </c:spPr>
          <c:dPt>
            <c:idx val="2"/>
            <c:bubble3D val="0"/>
            <c:spPr>
              <a:solidFill>
                <a:schemeClr val="accent3"/>
              </a:solidFill>
              <a:ln w="19050" cap="rnd">
                <a:noFill/>
                <a:round/>
              </a:ln>
              <a:effectLst/>
            </c:spPr>
            <c:extLst>
              <c:ext xmlns:c16="http://schemas.microsoft.com/office/drawing/2014/chart" uri="{C3380CC4-5D6E-409C-BE32-E72D297353CC}">
                <c16:uniqueId val="{00000008-8563-0649-8CB9-D5F7F5EA1B0F}"/>
              </c:ext>
            </c:extLst>
          </c:dPt>
          <c:dLbls>
            <c:dLbl>
              <c:idx val="0"/>
              <c:delete val="1"/>
              <c:extLst>
                <c:ext xmlns:c15="http://schemas.microsoft.com/office/drawing/2012/chart" uri="{CE6537A1-D6FC-4f65-9D91-7224C49458BB}"/>
                <c:ext xmlns:c16="http://schemas.microsoft.com/office/drawing/2014/chart" uri="{C3380CC4-5D6E-409C-BE32-E72D297353CC}">
                  <c16:uniqueId val="{00000009-8563-0649-8CB9-D5F7F5EA1B0F}"/>
                </c:ext>
              </c:extLst>
            </c:dLbl>
            <c:dLbl>
              <c:idx val="1"/>
              <c:layout>
                <c:manualLayout>
                  <c:x val="0"/>
                  <c:y val="-0.1097759902992106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8563-0649-8CB9-D5F7F5EA1B0F}"/>
                </c:ext>
              </c:extLst>
            </c:dLbl>
            <c:dLbl>
              <c:idx val="2"/>
              <c:layout>
                <c:manualLayout>
                  <c:x val="0"/>
                  <c:y val="-0.1202308465181830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563-0649-8CB9-D5F7F5EA1B0F}"/>
                </c:ext>
              </c:extLst>
            </c:dLbl>
            <c:dLbl>
              <c:idx val="3"/>
              <c:layout>
                <c:manualLayout>
                  <c:x val="0"/>
                  <c:y val="-0.1568228432845865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8563-0649-8CB9-D5F7F5EA1B0F}"/>
                </c:ext>
              </c:extLst>
            </c:dLbl>
            <c:dLbl>
              <c:idx val="4"/>
              <c:delete val="1"/>
              <c:extLst>
                <c:ext xmlns:c15="http://schemas.microsoft.com/office/drawing/2012/chart" uri="{CE6537A1-D6FC-4f65-9D91-7224C49458BB}">
                  <c15:layout>
                    <c:manualLayout>
                      <c:w val="2.7026140698719631E-2"/>
                      <c:h val="8.5886643838858565E-2"/>
                    </c:manualLayout>
                  </c15:layout>
                </c:ext>
                <c:ext xmlns:c16="http://schemas.microsoft.com/office/drawing/2014/chart" uri="{C3380CC4-5D6E-409C-BE32-E72D297353CC}">
                  <c16:uniqueId val="{0000000C-8563-0649-8CB9-D5F7F5EA1B0F}"/>
                </c:ext>
              </c:extLst>
            </c:dLbl>
            <c:dLbl>
              <c:idx val="5"/>
              <c:layout>
                <c:manualLayout>
                  <c:x val="0"/>
                  <c:y val="-0.3084182584596868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8563-0649-8CB9-D5F7F5EA1B0F}"/>
                </c:ext>
              </c:extLst>
            </c:dLbl>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Aptos" panose="020B0004020202020204" pitchFamily="34" charset="0"/>
                    <a:ea typeface="+mn-ea"/>
                    <a:cs typeface="+mn-cs"/>
                  </a:defRPr>
                </a:pPr>
                <a:endParaRPr lang="en-G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Mar-
Apr'22</c:v>
                </c:pt>
                <c:pt idx="1">
                  <c:v>May-
July'22</c:v>
                </c:pt>
                <c:pt idx="2">
                  <c:v>Sept-
Oct'22</c:v>
                </c:pt>
                <c:pt idx="3">
                  <c:v>Nov-
Dec'22</c:v>
                </c:pt>
                <c:pt idx="4">
                  <c:v>Jan-
Feb'23</c:v>
                </c:pt>
                <c:pt idx="5">
                  <c:v>Mar-
Apr'23</c:v>
                </c:pt>
              </c:strCache>
            </c:strRef>
          </c:cat>
          <c:val>
            <c:numRef>
              <c:f>Sheet1!$C$2:$C$7</c:f>
              <c:numCache>
                <c:formatCode>General</c:formatCode>
                <c:ptCount val="6"/>
                <c:pt idx="0">
                  <c:v>3</c:v>
                </c:pt>
                <c:pt idx="1">
                  <c:v>3.2</c:v>
                </c:pt>
                <c:pt idx="2">
                  <c:v>3.5</c:v>
                </c:pt>
                <c:pt idx="3">
                  <c:v>4</c:v>
                </c:pt>
                <c:pt idx="4">
                  <c:v>5</c:v>
                </c:pt>
                <c:pt idx="5">
                  <c:v>6</c:v>
                </c:pt>
              </c:numCache>
            </c:numRef>
          </c:val>
          <c:extLst>
            <c:ext xmlns:c16="http://schemas.microsoft.com/office/drawing/2014/chart" uri="{C3380CC4-5D6E-409C-BE32-E72D297353CC}">
              <c16:uniqueId val="{0000000E-8563-0649-8CB9-D5F7F5EA1B0F}"/>
            </c:ext>
          </c:extLst>
        </c:ser>
        <c:ser>
          <c:idx val="2"/>
          <c:order val="2"/>
          <c:tx>
            <c:strRef>
              <c:f>Sheet1!$D$1</c:f>
              <c:strCache>
                <c:ptCount val="1"/>
                <c:pt idx="0">
                  <c:v>Nunc</c:v>
                </c:pt>
              </c:strCache>
            </c:strRef>
          </c:tx>
          <c:spPr>
            <a:solidFill>
              <a:schemeClr val="accent4"/>
            </a:solidFill>
            <a:ln w="19050">
              <a:no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0F-8563-0649-8CB9-D5F7F5EA1B0F}"/>
                </c:ext>
              </c:extLst>
            </c:dLbl>
            <c:dLbl>
              <c:idx val="1"/>
              <c:layout>
                <c:manualLayout>
                  <c:x val="0"/>
                  <c:y val="-4.704685298537596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8563-0649-8CB9-D5F7F5EA1B0F}"/>
                </c:ext>
              </c:extLst>
            </c:dLbl>
            <c:dLbl>
              <c:idx val="2"/>
              <c:layout>
                <c:manualLayout>
                  <c:x val="0"/>
                  <c:y val="-2.61371405474310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8563-0649-8CB9-D5F7F5EA1B0F}"/>
                </c:ext>
              </c:extLst>
            </c:dLbl>
            <c:dLbl>
              <c:idx val="3"/>
              <c:layout>
                <c:manualLayout>
                  <c:x val="0"/>
                  <c:y val="-9.409370597075192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8563-0649-8CB9-D5F7F5EA1B0F}"/>
                </c:ext>
              </c:extLst>
            </c:dLbl>
            <c:dLbl>
              <c:idx val="4"/>
              <c:layout>
                <c:manualLayout>
                  <c:x val="-1.6689579106212154E-16"/>
                  <c:y val="-9.4093705970752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8563-0649-8CB9-D5F7F5EA1B0F}"/>
                </c:ext>
              </c:extLst>
            </c:dLbl>
            <c:dLbl>
              <c:idx val="5"/>
              <c:layout>
                <c:manualLayout>
                  <c:x val="0"/>
                  <c:y val="-5.75017092043484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8563-0649-8CB9-D5F7F5EA1B0F}"/>
                </c:ext>
              </c:extLst>
            </c:dLbl>
            <c:spPr>
              <a:noFill/>
              <a:ln>
                <a:noFill/>
              </a:ln>
              <a:effectLst/>
            </c:spPr>
            <c:txPr>
              <a:bodyPr rot="0" spcFirstLastPara="1" vertOverflow="ellipsis" vert="horz" wrap="square" anchor="ctr" anchorCtr="1"/>
              <a:lstStyle/>
              <a:p>
                <a:pPr>
                  <a:defRPr sz="1000" b="1" i="0" u="none" strike="noStrike" kern="1200" baseline="0">
                    <a:solidFill>
                      <a:schemeClr val="tx1">
                        <a:lumMod val="75000"/>
                        <a:lumOff val="25000"/>
                      </a:schemeClr>
                    </a:solidFill>
                    <a:latin typeface="Aptos" panose="020B0004020202020204" pitchFamily="34" charset="0"/>
                    <a:ea typeface="+mn-ea"/>
                    <a:cs typeface="+mn-cs"/>
                  </a:defRPr>
                </a:pPr>
                <a:endParaRPr lang="en-G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Mar-
Apr'22</c:v>
                </c:pt>
                <c:pt idx="1">
                  <c:v>May-
July'22</c:v>
                </c:pt>
                <c:pt idx="2">
                  <c:v>Sept-
Oct'22</c:v>
                </c:pt>
                <c:pt idx="3">
                  <c:v>Nov-
Dec'22</c:v>
                </c:pt>
                <c:pt idx="4">
                  <c:v>Jan-
Feb'23</c:v>
                </c:pt>
                <c:pt idx="5">
                  <c:v>Mar-
Apr'23</c:v>
                </c:pt>
              </c:strCache>
            </c:strRef>
          </c:cat>
          <c:val>
            <c:numRef>
              <c:f>Sheet1!$D$2:$D$7</c:f>
              <c:numCache>
                <c:formatCode>General</c:formatCode>
                <c:ptCount val="6"/>
                <c:pt idx="0">
                  <c:v>2</c:v>
                </c:pt>
                <c:pt idx="1">
                  <c:v>2</c:v>
                </c:pt>
                <c:pt idx="2">
                  <c:v>1.5</c:v>
                </c:pt>
                <c:pt idx="3">
                  <c:v>3</c:v>
                </c:pt>
                <c:pt idx="4">
                  <c:v>3.5</c:v>
                </c:pt>
                <c:pt idx="5">
                  <c:v>2</c:v>
                </c:pt>
              </c:numCache>
            </c:numRef>
          </c:val>
          <c:extLst>
            <c:ext xmlns:c16="http://schemas.microsoft.com/office/drawing/2014/chart" uri="{C3380CC4-5D6E-409C-BE32-E72D297353CC}">
              <c16:uniqueId val="{00000015-8563-0649-8CB9-D5F7F5EA1B0F}"/>
            </c:ext>
          </c:extLst>
        </c:ser>
        <c:dLbls>
          <c:showLegendKey val="0"/>
          <c:showVal val="1"/>
          <c:showCatName val="0"/>
          <c:showSerName val="0"/>
          <c:showPercent val="0"/>
          <c:showBubbleSize val="0"/>
        </c:dLbls>
        <c:axId val="358739463"/>
        <c:axId val="358743727"/>
      </c:areaChart>
      <c:catAx>
        <c:axId val="358739463"/>
        <c:scaling>
          <c:orientation val="minMax"/>
        </c:scaling>
        <c:delete val="0"/>
        <c:axPos val="b"/>
        <c:numFmt formatCode="General" sourceLinked="1"/>
        <c:majorTickMark val="none"/>
        <c:minorTickMark val="none"/>
        <c:tickLblPos val="nextTo"/>
        <c:spPr>
          <a:noFill/>
          <a:ln w="9525" cap="flat" cmpd="sng" algn="ctr">
            <a:solidFill>
              <a:srgbClr val="B5B7B5"/>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358743727"/>
        <c:crosses val="autoZero"/>
        <c:auto val="1"/>
        <c:lblAlgn val="ctr"/>
        <c:lblOffset val="100"/>
        <c:noMultiLvlLbl val="0"/>
      </c:catAx>
      <c:valAx>
        <c:axId val="358743727"/>
        <c:scaling>
          <c:orientation val="minMax"/>
          <c:max val="7"/>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358739463"/>
        <c:crosses val="autoZero"/>
        <c:crossBetween val="midCat"/>
      </c:valAx>
      <c:spPr>
        <a:noFill/>
        <a:ln>
          <a:noFill/>
        </a:ln>
        <a:effectLst/>
      </c:spPr>
    </c:plotArea>
    <c:legend>
      <c:legendPos val="b"/>
      <c:legendEntry>
        <c:idx val="0"/>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Entry>
      <c:legendEntry>
        <c:idx val="1"/>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Entry>
      <c:legendEntry>
        <c:idx val="2"/>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Entry>
      <c:layout>
        <c:manualLayout>
          <c:xMode val="edge"/>
          <c:yMode val="edge"/>
          <c:x val="0"/>
          <c:y val="0.52891029994872441"/>
          <c:w val="0.29368520915856311"/>
          <c:h val="0.26503166468454781"/>
        </c:manualLayout>
      </c:layout>
      <c:overlay val="0"/>
      <c:spPr>
        <a:noFill/>
        <a:ln>
          <a:noFill/>
        </a:ln>
        <a:effectLst/>
      </c:spPr>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latin typeface="Aptos" panose="020B0004020202020204" pitchFamily="34" charset="0"/>
        </a:defRPr>
      </a:pPr>
      <a:endParaRPr lang="en-GR"/>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200" b="1" i="0" u="none" strike="noStrike" kern="1200" spc="0" baseline="0">
                <a:solidFill>
                  <a:schemeClr val="accent1"/>
                </a:solidFill>
                <a:latin typeface="Aptos SemiBold" panose="020B0004020202020204" pitchFamily="34" charset="0"/>
                <a:ea typeface="+mn-ea"/>
                <a:cs typeface="+mn-cs"/>
              </a:defRPr>
            </a:pPr>
            <a:r>
              <a:rPr lang="en-US" b="1" i="0">
                <a:solidFill>
                  <a:schemeClr val="accent1"/>
                </a:solidFill>
                <a:latin typeface="Aptos SemiBold" panose="020B0004020202020204" pitchFamily="34" charset="0"/>
              </a:rPr>
              <a:t>Lorem ipsum dol</a:t>
            </a:r>
          </a:p>
          <a:p>
            <a:pPr algn="l">
              <a:defRPr b="1">
                <a:solidFill>
                  <a:schemeClr val="accent1"/>
                </a:solidFill>
                <a:latin typeface="Aptos SemiBold" panose="020B0004020202020204" pitchFamily="34" charset="0"/>
              </a:defRPr>
            </a:pPr>
            <a:r>
              <a:rPr lang="en-GB" b="1" i="0">
                <a:solidFill>
                  <a:schemeClr val="accent1"/>
                </a:solidFill>
                <a:latin typeface="Aptos SemiBold" panose="020B0004020202020204" pitchFamily="34" charset="0"/>
              </a:rPr>
              <a:t>ex </a:t>
            </a:r>
            <a:r>
              <a:rPr lang="en-GB" b="1" i="0" err="1">
                <a:solidFill>
                  <a:schemeClr val="accent1"/>
                </a:solidFill>
                <a:latin typeface="Aptos SemiBold" panose="020B0004020202020204" pitchFamily="34" charset="0"/>
              </a:rPr>
              <a:t>ea</a:t>
            </a:r>
            <a:r>
              <a:rPr lang="en-GB" b="1" i="0">
                <a:solidFill>
                  <a:schemeClr val="accent1"/>
                </a:solidFill>
                <a:latin typeface="Aptos SemiBold" panose="020B0004020202020204" pitchFamily="34" charset="0"/>
              </a:rPr>
              <a:t> </a:t>
            </a:r>
            <a:r>
              <a:rPr lang="en-GB" b="1" i="0" err="1">
                <a:solidFill>
                  <a:schemeClr val="accent1"/>
                </a:solidFill>
                <a:latin typeface="Aptos SemiBold" panose="020B0004020202020204" pitchFamily="34" charset="0"/>
              </a:rPr>
              <a:t>commodo</a:t>
            </a:r>
            <a:r>
              <a:rPr lang="en-US" b="1" i="0">
                <a:solidFill>
                  <a:schemeClr val="accent1"/>
                </a:solidFill>
                <a:latin typeface="Aptos SemiBold" panose="020B0004020202020204" pitchFamily="34" charset="0"/>
              </a:rPr>
              <a:t> </a:t>
            </a:r>
          </a:p>
        </c:rich>
      </c:tx>
      <c:layout>
        <c:manualLayout>
          <c:xMode val="edge"/>
          <c:yMode val="edge"/>
          <c:x val="1.2904586593035741E-2"/>
          <c:y val="4.642406676023933E-2"/>
        </c:manualLayout>
      </c:layout>
      <c:overlay val="0"/>
      <c:spPr>
        <a:noFill/>
        <a:ln>
          <a:noFill/>
        </a:ln>
        <a:effectLst/>
      </c:spPr>
      <c:txPr>
        <a:bodyPr rot="0" spcFirstLastPara="1" vertOverflow="ellipsis" vert="horz" wrap="square" anchor="ctr" anchorCtr="1"/>
        <a:lstStyle/>
        <a:p>
          <a:pPr algn="l">
            <a:defRPr sz="1200" b="1" i="0" u="none" strike="noStrike" kern="1200" spc="0" baseline="0">
              <a:solidFill>
                <a:schemeClr val="accent1"/>
              </a:solidFill>
              <a:latin typeface="Aptos SemiBold" panose="020B0004020202020204" pitchFamily="34" charset="0"/>
              <a:ea typeface="+mn-ea"/>
              <a:cs typeface="+mn-cs"/>
            </a:defRPr>
          </a:pPr>
          <a:endParaRPr lang="en-GR"/>
        </a:p>
      </c:txPr>
    </c:title>
    <c:autoTitleDeleted val="0"/>
    <c:plotArea>
      <c:layout>
        <c:manualLayout>
          <c:layoutTarget val="inner"/>
          <c:xMode val="edge"/>
          <c:yMode val="edge"/>
          <c:x val="0.37802942656476468"/>
          <c:y val="0.13920016393860715"/>
          <c:w val="0.59150552733705786"/>
          <c:h val="0.6867846422098064"/>
        </c:manualLayout>
      </c:layout>
      <c:barChart>
        <c:barDir val="col"/>
        <c:grouping val="clustered"/>
        <c:varyColors val="0"/>
        <c:ser>
          <c:idx val="0"/>
          <c:order val="0"/>
          <c:tx>
            <c:strRef>
              <c:f>Sheet1!$B$1</c:f>
              <c:strCache>
                <c:ptCount val="1"/>
                <c:pt idx="0">
                  <c:v>Suspendisse interdum</c:v>
                </c:pt>
              </c:strCache>
            </c:strRef>
          </c:tx>
          <c:spPr>
            <a:solidFill>
              <a:schemeClr val="accent2"/>
            </a:solidFill>
            <a:ln w="19050">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Mar-
Apr'22</c:v>
                </c:pt>
                <c:pt idx="1">
                  <c:v>May-
July'22</c:v>
                </c:pt>
                <c:pt idx="2">
                  <c:v>Sept-
Oct'22</c:v>
                </c:pt>
                <c:pt idx="3">
                  <c:v>Nov-
Dec'22</c:v>
                </c:pt>
                <c:pt idx="4">
                  <c:v>Jan-
Feb'23</c:v>
                </c:pt>
                <c:pt idx="5">
                  <c:v>Mar-
Apr'23</c:v>
                </c:pt>
              </c:strCache>
            </c:strRef>
          </c:cat>
          <c:val>
            <c:numRef>
              <c:f>Sheet1!$B$2:$B$7</c:f>
              <c:numCache>
                <c:formatCode>General</c:formatCode>
                <c:ptCount val="6"/>
                <c:pt idx="0">
                  <c:v>4</c:v>
                </c:pt>
                <c:pt idx="1">
                  <c:v>4</c:v>
                </c:pt>
                <c:pt idx="2">
                  <c:v>4.5</c:v>
                </c:pt>
                <c:pt idx="3">
                  <c:v>5</c:v>
                </c:pt>
                <c:pt idx="4">
                  <c:v>5</c:v>
                </c:pt>
                <c:pt idx="5">
                  <c:v>4</c:v>
                </c:pt>
              </c:numCache>
            </c:numRef>
          </c:val>
          <c:extLst>
            <c:ext xmlns:c16="http://schemas.microsoft.com/office/drawing/2014/chart" uri="{C3380CC4-5D6E-409C-BE32-E72D297353CC}">
              <c16:uniqueId val="{00000000-60C3-9141-9C39-569E94DED9A5}"/>
            </c:ext>
          </c:extLst>
        </c:ser>
        <c:ser>
          <c:idx val="1"/>
          <c:order val="1"/>
          <c:tx>
            <c:strRef>
              <c:f>Sheet1!$C$1</c:f>
              <c:strCache>
                <c:ptCount val="1"/>
                <c:pt idx="0">
                  <c:v>Urna nec</c:v>
                </c:pt>
              </c:strCache>
            </c:strRef>
          </c:tx>
          <c:spPr>
            <a:solidFill>
              <a:schemeClr val="accent3"/>
            </a:solidFill>
            <a:ln w="19050">
              <a:noFill/>
            </a:ln>
            <a:effectLst/>
          </c:spPr>
          <c:invertIfNegative val="0"/>
          <c:dPt>
            <c:idx val="2"/>
            <c:invertIfNegative val="0"/>
            <c:bubble3D val="0"/>
            <c:spPr>
              <a:solidFill>
                <a:schemeClr val="accent3"/>
              </a:solidFill>
              <a:ln w="19050" cap="rnd">
                <a:noFill/>
                <a:round/>
              </a:ln>
              <a:effectLst/>
            </c:spPr>
            <c:extLst>
              <c:ext xmlns:c16="http://schemas.microsoft.com/office/drawing/2014/chart" uri="{C3380CC4-5D6E-409C-BE32-E72D297353CC}">
                <c16:uniqueId val="{00000002-60C3-9141-9C39-569E94DED9A5}"/>
              </c:ext>
            </c:extLst>
          </c:dPt>
          <c:dLbls>
            <c:spPr>
              <a:noFill/>
              <a:ln>
                <a:noFill/>
              </a:ln>
              <a:effectLst/>
            </c:spPr>
            <c:txPr>
              <a:bodyPr rot="0" spcFirstLastPara="1" vertOverflow="ellipsis" vert="horz" wrap="square" anchor="ctr" anchorCtr="1"/>
              <a:lstStyle/>
              <a:p>
                <a:pPr>
                  <a:defRPr sz="100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Mar-
Apr'22</c:v>
                </c:pt>
                <c:pt idx="1">
                  <c:v>May-
July'22</c:v>
                </c:pt>
                <c:pt idx="2">
                  <c:v>Sept-
Oct'22</c:v>
                </c:pt>
                <c:pt idx="3">
                  <c:v>Nov-
Dec'22</c:v>
                </c:pt>
                <c:pt idx="4">
                  <c:v>Jan-
Feb'23</c:v>
                </c:pt>
                <c:pt idx="5">
                  <c:v>Mar-
Apr'23</c:v>
                </c:pt>
              </c:strCache>
            </c:strRef>
          </c:cat>
          <c:val>
            <c:numRef>
              <c:f>Sheet1!$C$2:$C$7</c:f>
              <c:numCache>
                <c:formatCode>General</c:formatCode>
                <c:ptCount val="6"/>
                <c:pt idx="0">
                  <c:v>3</c:v>
                </c:pt>
                <c:pt idx="1">
                  <c:v>3.5</c:v>
                </c:pt>
                <c:pt idx="2">
                  <c:v>3.5</c:v>
                </c:pt>
                <c:pt idx="3">
                  <c:v>4</c:v>
                </c:pt>
                <c:pt idx="4">
                  <c:v>5</c:v>
                </c:pt>
                <c:pt idx="5">
                  <c:v>6</c:v>
                </c:pt>
              </c:numCache>
            </c:numRef>
          </c:val>
          <c:extLst>
            <c:ext xmlns:c16="http://schemas.microsoft.com/office/drawing/2014/chart" uri="{C3380CC4-5D6E-409C-BE32-E72D297353CC}">
              <c16:uniqueId val="{00000003-60C3-9141-9C39-569E94DED9A5}"/>
            </c:ext>
          </c:extLst>
        </c:ser>
        <c:dLbls>
          <c:dLblPos val="ctr"/>
          <c:showLegendKey val="0"/>
          <c:showVal val="1"/>
          <c:showCatName val="0"/>
          <c:showSerName val="0"/>
          <c:showPercent val="0"/>
          <c:showBubbleSize val="0"/>
        </c:dLbls>
        <c:gapWidth val="0"/>
        <c:overlap val="-56"/>
        <c:axId val="358739463"/>
        <c:axId val="358743727"/>
      </c:barChart>
      <c:lineChart>
        <c:grouping val="standard"/>
        <c:varyColors val="0"/>
        <c:ser>
          <c:idx val="2"/>
          <c:order val="2"/>
          <c:tx>
            <c:strRef>
              <c:f>Sheet1!$D$1</c:f>
              <c:strCache>
                <c:ptCount val="1"/>
                <c:pt idx="0">
                  <c:v>Nunc</c:v>
                </c:pt>
              </c:strCache>
            </c:strRef>
          </c:tx>
          <c:spPr>
            <a:ln w="19050" cap="rnd">
              <a:solidFill>
                <a:schemeClr val="accent1"/>
              </a:solidFill>
              <a:round/>
            </a:ln>
            <a:effectLst/>
          </c:spPr>
          <c:marker>
            <c:symbol val="none"/>
          </c:marker>
          <c:dLbls>
            <c:spPr>
              <a:solidFill>
                <a:schemeClr val="accent1"/>
              </a:solidFill>
              <a:ln>
                <a:noFill/>
              </a:ln>
              <a:effectLst/>
            </c:spPr>
            <c:txPr>
              <a:bodyPr rot="0" spcFirstLastPara="1" vertOverflow="ellipsis" vert="horz" wrap="square" anchor="ctr" anchorCtr="1"/>
              <a:lstStyle/>
              <a:p>
                <a:pPr>
                  <a:defRPr sz="100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Mar-
Apr'22</c:v>
                </c:pt>
                <c:pt idx="1">
                  <c:v>May-
July'22</c:v>
                </c:pt>
                <c:pt idx="2">
                  <c:v>Sept-
Oct'22</c:v>
                </c:pt>
                <c:pt idx="3">
                  <c:v>Nov-
Dec'22</c:v>
                </c:pt>
                <c:pt idx="4">
                  <c:v>Jan-
Feb'23</c:v>
                </c:pt>
                <c:pt idx="5">
                  <c:v>Mar-
Apr'23</c:v>
                </c:pt>
              </c:strCache>
            </c:strRef>
          </c:cat>
          <c:val>
            <c:numRef>
              <c:f>Sheet1!$D$2:$D$7</c:f>
              <c:numCache>
                <c:formatCode>General</c:formatCode>
                <c:ptCount val="6"/>
                <c:pt idx="0">
                  <c:v>2</c:v>
                </c:pt>
                <c:pt idx="1">
                  <c:v>2.5</c:v>
                </c:pt>
                <c:pt idx="2">
                  <c:v>3</c:v>
                </c:pt>
                <c:pt idx="3">
                  <c:v>3</c:v>
                </c:pt>
                <c:pt idx="4">
                  <c:v>3.5</c:v>
                </c:pt>
                <c:pt idx="5">
                  <c:v>2</c:v>
                </c:pt>
              </c:numCache>
            </c:numRef>
          </c:val>
          <c:smooth val="0"/>
          <c:extLst>
            <c:ext xmlns:c16="http://schemas.microsoft.com/office/drawing/2014/chart" uri="{C3380CC4-5D6E-409C-BE32-E72D297353CC}">
              <c16:uniqueId val="{00000004-60C3-9141-9C39-569E94DED9A5}"/>
            </c:ext>
          </c:extLst>
        </c:ser>
        <c:dLbls>
          <c:showLegendKey val="0"/>
          <c:showVal val="0"/>
          <c:showCatName val="0"/>
          <c:showSerName val="0"/>
          <c:showPercent val="0"/>
          <c:showBubbleSize val="0"/>
        </c:dLbls>
        <c:marker val="1"/>
        <c:smooth val="0"/>
        <c:axId val="358739463"/>
        <c:axId val="358743727"/>
      </c:lineChart>
      <c:catAx>
        <c:axId val="358739463"/>
        <c:scaling>
          <c:orientation val="minMax"/>
        </c:scaling>
        <c:delete val="0"/>
        <c:axPos val="b"/>
        <c:numFmt formatCode="General" sourceLinked="1"/>
        <c:majorTickMark val="none"/>
        <c:minorTickMark val="none"/>
        <c:tickLblPos val="nextTo"/>
        <c:spPr>
          <a:noFill/>
          <a:ln w="9525" cap="flat" cmpd="sng" algn="ctr">
            <a:solidFill>
              <a:srgbClr val="B5B7B5"/>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358743727"/>
        <c:crosses val="autoZero"/>
        <c:auto val="1"/>
        <c:lblAlgn val="ctr"/>
        <c:lblOffset val="100"/>
        <c:noMultiLvlLbl val="0"/>
      </c:catAx>
      <c:valAx>
        <c:axId val="358743727"/>
        <c:scaling>
          <c:orientation val="minMax"/>
          <c:max val="7"/>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358739463"/>
        <c:crosses val="autoZero"/>
        <c:crossBetween val="between"/>
      </c:valAx>
      <c:spPr>
        <a:noFill/>
        <a:ln>
          <a:noFill/>
        </a:ln>
        <a:effectLst/>
      </c:spPr>
    </c:plotArea>
    <c:legend>
      <c:legendPos val="b"/>
      <c:legendEntry>
        <c:idx val="0"/>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Entry>
      <c:legendEntry>
        <c:idx val="1"/>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Entry>
      <c:legendEntry>
        <c:idx val="2"/>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Entry>
      <c:layout>
        <c:manualLayout>
          <c:xMode val="edge"/>
          <c:yMode val="edge"/>
          <c:x val="0"/>
          <c:y val="0.5925700553427028"/>
          <c:w val="0.31169958984019397"/>
          <c:h val="0.26027670009123111"/>
        </c:manualLayout>
      </c:layout>
      <c:overlay val="0"/>
      <c:spPr>
        <a:noFill/>
        <a:ln>
          <a:noFill/>
        </a:ln>
        <a:effectLst/>
      </c:spPr>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latin typeface="Aptos" panose="020B0004020202020204" pitchFamily="34" charset="0"/>
        </a:defRPr>
      </a:pPr>
      <a:endParaRPr lang="en-GR"/>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200" b="1" i="0" u="none" strike="noStrike" kern="1200" spc="0" baseline="0">
                <a:solidFill>
                  <a:schemeClr val="accent1"/>
                </a:solidFill>
                <a:latin typeface="Aptos SemiBold" panose="020B0004020202020204" pitchFamily="34" charset="0"/>
                <a:ea typeface="+mn-ea"/>
                <a:cs typeface="+mn-cs"/>
              </a:defRPr>
            </a:pPr>
            <a:r>
              <a:rPr lang="en-US" b="1" i="0">
                <a:solidFill>
                  <a:schemeClr val="accent1"/>
                </a:solidFill>
                <a:latin typeface="Aptos SemiBold" panose="020B0004020202020204" pitchFamily="34" charset="0"/>
              </a:rPr>
              <a:t>Verde vent du dolor </a:t>
            </a:r>
            <a:r>
              <a:rPr lang="en-GB" b="1" i="0" err="1">
                <a:solidFill>
                  <a:schemeClr val="accent1"/>
                </a:solidFill>
                <a:latin typeface="Aptos SemiBold" panose="020B0004020202020204" pitchFamily="34" charset="0"/>
              </a:rPr>
              <a:t>esse</a:t>
            </a:r>
            <a:endParaRPr lang="en-GB" b="1" i="0">
              <a:solidFill>
                <a:schemeClr val="accent1"/>
              </a:solidFill>
              <a:latin typeface="Aptos SemiBold" panose="020B0004020202020204" pitchFamily="34" charset="0"/>
            </a:endParaRPr>
          </a:p>
          <a:p>
            <a:pPr algn="l">
              <a:defRPr b="1">
                <a:solidFill>
                  <a:schemeClr val="accent1"/>
                </a:solidFill>
                <a:latin typeface="Aptos SemiBold" panose="020B0004020202020204" pitchFamily="34" charset="0"/>
              </a:defRPr>
            </a:pPr>
            <a:r>
              <a:rPr lang="en-GB" b="1" i="0" err="1">
                <a:solidFill>
                  <a:schemeClr val="accent1"/>
                </a:solidFill>
                <a:latin typeface="Aptos SemiBold" panose="020B0004020202020204" pitchFamily="34" charset="0"/>
              </a:rPr>
              <a:t>cillum</a:t>
            </a:r>
            <a:r>
              <a:rPr lang="en-GB" b="1" i="0">
                <a:solidFill>
                  <a:schemeClr val="accent1"/>
                </a:solidFill>
                <a:latin typeface="Aptos SemiBold" panose="020B0004020202020204" pitchFamily="34" charset="0"/>
              </a:rPr>
              <a:t> dolore </a:t>
            </a:r>
            <a:r>
              <a:rPr lang="en-GB" b="1" i="0" err="1">
                <a:solidFill>
                  <a:schemeClr val="accent1"/>
                </a:solidFill>
                <a:latin typeface="Aptos SemiBold" panose="020B0004020202020204" pitchFamily="34" charset="0"/>
              </a:rPr>
              <a:t>eu</a:t>
            </a:r>
            <a:r>
              <a:rPr lang="en-GB" b="1" i="0">
                <a:solidFill>
                  <a:schemeClr val="accent1"/>
                </a:solidFill>
                <a:latin typeface="Aptos SemiBold" panose="020B0004020202020204" pitchFamily="34" charset="0"/>
              </a:rPr>
              <a:t> </a:t>
            </a:r>
            <a:r>
              <a:rPr lang="en-GB" b="1" i="0" err="1">
                <a:solidFill>
                  <a:schemeClr val="accent1"/>
                </a:solidFill>
                <a:latin typeface="Aptos SemiBold" panose="020B0004020202020204" pitchFamily="34" charset="0"/>
              </a:rPr>
              <a:t>fugiat</a:t>
            </a:r>
            <a:r>
              <a:rPr lang="en-GB" b="1" i="0">
                <a:solidFill>
                  <a:schemeClr val="accent1"/>
                </a:solidFill>
                <a:latin typeface="Aptos SemiBold" panose="020B0004020202020204" pitchFamily="34" charset="0"/>
              </a:rPr>
              <a:t> </a:t>
            </a:r>
            <a:endParaRPr lang="en-US" b="1" i="0">
              <a:solidFill>
                <a:schemeClr val="accent1"/>
              </a:solidFill>
              <a:latin typeface="Aptos SemiBold" panose="020B0004020202020204" pitchFamily="34" charset="0"/>
            </a:endParaRPr>
          </a:p>
        </c:rich>
      </c:tx>
      <c:layout>
        <c:manualLayout>
          <c:xMode val="edge"/>
          <c:yMode val="edge"/>
          <c:x val="2.8835684498111223E-2"/>
          <c:y val="4.6424178601138157E-2"/>
        </c:manualLayout>
      </c:layout>
      <c:overlay val="0"/>
      <c:spPr>
        <a:noFill/>
        <a:ln>
          <a:noFill/>
        </a:ln>
        <a:effectLst/>
      </c:spPr>
      <c:txPr>
        <a:bodyPr rot="0" spcFirstLastPara="1" vertOverflow="ellipsis" vert="horz" wrap="square" anchor="ctr" anchorCtr="1"/>
        <a:lstStyle/>
        <a:p>
          <a:pPr algn="l">
            <a:defRPr sz="1200" b="1" i="0" u="none" strike="noStrike" kern="1200" spc="0" baseline="0">
              <a:solidFill>
                <a:schemeClr val="accent1"/>
              </a:solidFill>
              <a:latin typeface="Aptos SemiBold" panose="020B0004020202020204" pitchFamily="34" charset="0"/>
              <a:ea typeface="+mn-ea"/>
              <a:cs typeface="+mn-cs"/>
            </a:defRPr>
          </a:pPr>
          <a:endParaRPr lang="en-GB"/>
        </a:p>
      </c:txPr>
    </c:title>
    <c:autoTitleDeleted val="0"/>
    <c:plotArea>
      <c:layout>
        <c:manualLayout>
          <c:layoutTarget val="inner"/>
          <c:xMode val="edge"/>
          <c:yMode val="edge"/>
          <c:x val="0.50617067579598374"/>
          <c:y val="0.14510599536611138"/>
          <c:w val="0.6028849963838615"/>
          <c:h val="0.68110218611008999"/>
        </c:manualLayout>
      </c:layout>
      <c:pieChart>
        <c:varyColors val="1"/>
        <c:ser>
          <c:idx val="0"/>
          <c:order val="0"/>
          <c:tx>
            <c:strRef>
              <c:f>Sheet1!$B$1</c:f>
              <c:strCache>
                <c:ptCount val="1"/>
                <c:pt idx="0">
                  <c:v>Suspendisse interdum</c:v>
                </c:pt>
              </c:strCache>
            </c:strRef>
          </c:tx>
          <c:spPr>
            <a:solidFill>
              <a:schemeClr val="tx2"/>
            </a:solidFill>
            <a:ln w="19050"/>
          </c:spPr>
          <c:dPt>
            <c:idx val="0"/>
            <c:bubble3D val="0"/>
            <c:spPr>
              <a:solidFill>
                <a:schemeClr val="accent3"/>
              </a:solidFill>
              <a:ln w="19050">
                <a:noFill/>
              </a:ln>
              <a:effectLst/>
            </c:spPr>
            <c:extLst>
              <c:ext xmlns:c16="http://schemas.microsoft.com/office/drawing/2014/chart" uri="{C3380CC4-5D6E-409C-BE32-E72D297353CC}">
                <c16:uniqueId val="{00000001-D738-BA45-9D45-EE0FDC968BD9}"/>
              </c:ext>
            </c:extLst>
          </c:dPt>
          <c:dPt>
            <c:idx val="1"/>
            <c:bubble3D val="0"/>
            <c:spPr>
              <a:solidFill>
                <a:schemeClr val="accent1"/>
              </a:solidFill>
              <a:ln w="19050">
                <a:noFill/>
              </a:ln>
              <a:effectLst/>
            </c:spPr>
            <c:extLst>
              <c:ext xmlns:c16="http://schemas.microsoft.com/office/drawing/2014/chart" uri="{C3380CC4-5D6E-409C-BE32-E72D297353CC}">
                <c16:uniqueId val="{00000003-D738-BA45-9D45-EE0FDC968BD9}"/>
              </c:ext>
            </c:extLst>
          </c:dPt>
          <c:dPt>
            <c:idx val="2"/>
            <c:bubble3D val="0"/>
            <c:spPr>
              <a:solidFill>
                <a:schemeClr val="tx2"/>
              </a:solidFill>
              <a:ln w="19050">
                <a:noFill/>
              </a:ln>
              <a:effectLst/>
            </c:spPr>
            <c:extLst>
              <c:ext xmlns:c16="http://schemas.microsoft.com/office/drawing/2014/chart" uri="{C3380CC4-5D6E-409C-BE32-E72D297353CC}">
                <c16:uniqueId val="{00000005-D738-BA45-9D45-EE0FDC968BD9}"/>
              </c:ext>
            </c:extLst>
          </c:dPt>
          <c:dLbls>
            <c:numFmt formatCode="0%" sourceLinked="0"/>
            <c:spPr>
              <a:noFill/>
              <a:ln>
                <a:noFill/>
              </a:ln>
              <a:effectLst/>
            </c:spPr>
            <c:txPr>
              <a:bodyPr rot="0" spcFirstLastPara="1" vertOverflow="ellipsis" vert="horz" wrap="square" anchor="ctr" anchorCtr="1"/>
              <a:lstStyle/>
              <a:p>
                <a:pPr>
                  <a:defRPr sz="1000" b="1" i="0" u="none" strike="noStrike" kern="1200" baseline="0">
                    <a:solidFill>
                      <a:schemeClr val="bg1"/>
                    </a:solidFill>
                    <a:latin typeface="Aptos" panose="020B0004020202020204" pitchFamily="34" charset="0"/>
                    <a:ea typeface="+mn-ea"/>
                    <a:cs typeface="+mn-cs"/>
                  </a:defRPr>
                </a:pPr>
                <a:endParaRPr lang="en-GR"/>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Suspendisse interdum</c:v>
                </c:pt>
                <c:pt idx="1">
                  <c:v>Urna nec</c:v>
                </c:pt>
                <c:pt idx="2">
                  <c:v>Nuc</c:v>
                </c:pt>
              </c:strCache>
            </c:strRef>
          </c:cat>
          <c:val>
            <c:numRef>
              <c:f>Sheet1!$B$2:$B$4</c:f>
              <c:numCache>
                <c:formatCode>General</c:formatCode>
                <c:ptCount val="3"/>
                <c:pt idx="0">
                  <c:v>0.2</c:v>
                </c:pt>
                <c:pt idx="1">
                  <c:v>0.2</c:v>
                </c:pt>
                <c:pt idx="2">
                  <c:v>0.6</c:v>
                </c:pt>
              </c:numCache>
            </c:numRef>
          </c:val>
          <c:extLst>
            <c:ext xmlns:c16="http://schemas.microsoft.com/office/drawing/2014/chart" uri="{C3380CC4-5D6E-409C-BE32-E72D297353CC}">
              <c16:uniqueId val="{00000006-D738-BA45-9D45-EE0FDC968BD9}"/>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2.2758779871346587E-3"/>
          <c:y val="0.59177183898043073"/>
          <c:w val="0.29991430512964973"/>
          <c:h val="0.26117335120669821"/>
        </c:manualLayout>
      </c:layout>
      <c:overlay val="0"/>
      <c:spPr>
        <a:noFill/>
        <a:ln>
          <a:noFill/>
        </a:ln>
        <a:effectLst/>
      </c:spPr>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latin typeface="Aptos" panose="020B0004020202020204" pitchFamily="34" charset="0"/>
        </a:defRPr>
      </a:pPr>
      <a:endParaRPr lang="en-GR"/>
    </a:p>
  </c:txPr>
  <c:externalData r:id="rId3">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313325417702881"/>
          <c:y val="0.20141785210451207"/>
          <c:w val="0.72714409508760003"/>
          <c:h val="0.78277038038029889"/>
        </c:manualLayout>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A1D6-9549-ADF7-4D7374C353D6}"/>
              </c:ext>
            </c:extLst>
          </c:dPt>
          <c:dPt>
            <c:idx val="1"/>
            <c:bubble3D val="0"/>
            <c:spPr>
              <a:solidFill>
                <a:schemeClr val="accent5">
                  <a:lumMod val="40000"/>
                  <a:lumOff val="60000"/>
                </a:schemeClr>
              </a:solidFill>
              <a:ln w="19050">
                <a:noFill/>
              </a:ln>
              <a:effectLst/>
            </c:spPr>
            <c:extLst>
              <c:ext xmlns:c16="http://schemas.microsoft.com/office/drawing/2014/chart" uri="{C3380CC4-5D6E-409C-BE32-E72D297353CC}">
                <c16:uniqueId val="{00000003-A1D6-9549-ADF7-4D7374C353D6}"/>
              </c:ext>
            </c:extLst>
          </c:dPt>
          <c:dPt>
            <c:idx val="2"/>
            <c:bubble3D val="0"/>
            <c:spPr>
              <a:solidFill>
                <a:srgbClr val="F5F9F6">
                  <a:alpha val="0"/>
                </a:srgbClr>
              </a:solidFill>
              <a:ln w="19050">
                <a:noFill/>
              </a:ln>
              <a:effectLst/>
            </c:spPr>
            <c:extLst>
              <c:ext xmlns:c16="http://schemas.microsoft.com/office/drawing/2014/chart" uri="{C3380CC4-5D6E-409C-BE32-E72D297353CC}">
                <c16:uniqueId val="{00000005-A1D6-9549-ADF7-4D7374C353D6}"/>
              </c:ext>
            </c:extLst>
          </c:dPt>
          <c:cat>
            <c:strRef>
              <c:f>Sheet1!$A$2:$A$4</c:f>
              <c:strCache>
                <c:ptCount val="3"/>
                <c:pt idx="0">
                  <c:v>1st Qtr</c:v>
                </c:pt>
                <c:pt idx="1">
                  <c:v>2nd Qtr</c:v>
                </c:pt>
                <c:pt idx="2">
                  <c:v>3rd Qtr</c:v>
                </c:pt>
              </c:strCache>
            </c:strRef>
          </c:cat>
          <c:val>
            <c:numRef>
              <c:f>Sheet1!$B$2:$B$4</c:f>
              <c:numCache>
                <c:formatCode>General</c:formatCode>
                <c:ptCount val="3"/>
                <c:pt idx="0">
                  <c:v>35</c:v>
                </c:pt>
                <c:pt idx="1">
                  <c:v>15</c:v>
                </c:pt>
                <c:pt idx="2">
                  <c:v>50</c:v>
                </c:pt>
              </c:numCache>
            </c:numRef>
          </c:val>
          <c:extLst>
            <c:ext xmlns:c16="http://schemas.microsoft.com/office/drawing/2014/chart" uri="{C3380CC4-5D6E-409C-BE32-E72D297353CC}">
              <c16:uniqueId val="{00000006-A1D6-9549-ADF7-4D7374C353D6}"/>
            </c:ext>
          </c:extLst>
        </c:ser>
        <c:dLbls>
          <c:showLegendKey val="0"/>
          <c:showVal val="0"/>
          <c:showCatName val="0"/>
          <c:showSerName val="0"/>
          <c:showPercent val="0"/>
          <c:showBubbleSize val="0"/>
          <c:showLeaderLines val="1"/>
        </c:dLbls>
        <c:firstSliceAng val="27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GR"/>
    </a:p>
  </c:txPr>
  <c:externalData r:id="rId3">
    <c:autoUpdate val="0"/>
  </c:externalData>
  <c:userShapes r:id="rId4"/>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313325417702881"/>
          <c:y val="0.20141785210451207"/>
          <c:w val="0.72714409508760003"/>
          <c:h val="0.78277038038029889"/>
        </c:manualLayout>
      </c:layout>
      <c:doughnutChart>
        <c:varyColors val="1"/>
        <c:ser>
          <c:idx val="0"/>
          <c:order val="0"/>
          <c:tx>
            <c:strRef>
              <c:f>Sheet1!$B$1</c:f>
              <c:strCache>
                <c:ptCount val="1"/>
                <c:pt idx="0">
                  <c:v>Sales</c:v>
                </c:pt>
              </c:strCache>
            </c:strRef>
          </c:tx>
          <c:spPr>
            <a:ln>
              <a:noFill/>
            </a:ln>
          </c:spPr>
          <c:dPt>
            <c:idx val="0"/>
            <c:bubble3D val="0"/>
            <c:spPr>
              <a:solidFill>
                <a:schemeClr val="accent3"/>
              </a:solidFill>
              <a:ln w="19050">
                <a:noFill/>
              </a:ln>
              <a:effectLst/>
            </c:spPr>
            <c:extLst>
              <c:ext xmlns:c16="http://schemas.microsoft.com/office/drawing/2014/chart" uri="{C3380CC4-5D6E-409C-BE32-E72D297353CC}">
                <c16:uniqueId val="{00000001-5DA7-4B46-ABAB-C8D530FEE174}"/>
              </c:ext>
            </c:extLst>
          </c:dPt>
          <c:dPt>
            <c:idx val="1"/>
            <c:bubble3D val="0"/>
            <c:spPr>
              <a:solidFill>
                <a:schemeClr val="accent5">
                  <a:lumMod val="40000"/>
                  <a:lumOff val="60000"/>
                </a:schemeClr>
              </a:solidFill>
              <a:ln w="19050">
                <a:noFill/>
              </a:ln>
              <a:effectLst/>
            </c:spPr>
            <c:extLst>
              <c:ext xmlns:c16="http://schemas.microsoft.com/office/drawing/2014/chart" uri="{C3380CC4-5D6E-409C-BE32-E72D297353CC}">
                <c16:uniqueId val="{00000003-5DA7-4B46-ABAB-C8D530FEE174}"/>
              </c:ext>
            </c:extLst>
          </c:dPt>
          <c:dPt>
            <c:idx val="2"/>
            <c:bubble3D val="0"/>
            <c:spPr>
              <a:solidFill>
                <a:srgbClr val="F5F9F6">
                  <a:alpha val="0"/>
                </a:srgbClr>
              </a:solidFill>
              <a:ln w="19050">
                <a:noFill/>
              </a:ln>
              <a:effectLst/>
            </c:spPr>
            <c:extLst>
              <c:ext xmlns:c16="http://schemas.microsoft.com/office/drawing/2014/chart" uri="{C3380CC4-5D6E-409C-BE32-E72D297353CC}">
                <c16:uniqueId val="{00000005-5DA7-4B46-ABAB-C8D530FEE174}"/>
              </c:ext>
            </c:extLst>
          </c:dPt>
          <c:cat>
            <c:strRef>
              <c:f>Sheet1!$A$2:$A$4</c:f>
              <c:strCache>
                <c:ptCount val="3"/>
                <c:pt idx="0">
                  <c:v>1st Qtr</c:v>
                </c:pt>
                <c:pt idx="1">
                  <c:v>2nd Qtr</c:v>
                </c:pt>
                <c:pt idx="2">
                  <c:v>3rd Qtr</c:v>
                </c:pt>
              </c:strCache>
            </c:strRef>
          </c:cat>
          <c:val>
            <c:numRef>
              <c:f>Sheet1!$B$2:$B$4</c:f>
              <c:numCache>
                <c:formatCode>General</c:formatCode>
                <c:ptCount val="3"/>
                <c:pt idx="0">
                  <c:v>25</c:v>
                </c:pt>
                <c:pt idx="1">
                  <c:v>25</c:v>
                </c:pt>
                <c:pt idx="2">
                  <c:v>50</c:v>
                </c:pt>
              </c:numCache>
            </c:numRef>
          </c:val>
          <c:extLst>
            <c:ext xmlns:c16="http://schemas.microsoft.com/office/drawing/2014/chart" uri="{C3380CC4-5D6E-409C-BE32-E72D297353CC}">
              <c16:uniqueId val="{00000006-5DA7-4B46-ABAB-C8D530FEE174}"/>
            </c:ext>
          </c:extLst>
        </c:ser>
        <c:dLbls>
          <c:showLegendKey val="0"/>
          <c:showVal val="0"/>
          <c:showCatName val="0"/>
          <c:showSerName val="0"/>
          <c:showPercent val="0"/>
          <c:showBubbleSize val="0"/>
          <c:showLeaderLines val="1"/>
        </c:dLbls>
        <c:firstSliceAng val="27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GR"/>
    </a:p>
  </c:txPr>
  <c:externalData r:id="rId3">
    <c:autoUpdate val="0"/>
  </c:externalData>
  <c:userShapes r:id="rId4"/>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313325417702881"/>
          <c:y val="0.20141785210451207"/>
          <c:w val="0.72714409508760003"/>
          <c:h val="0.78277038038029889"/>
        </c:manualLayout>
      </c:layout>
      <c:doughnutChart>
        <c:varyColors val="1"/>
        <c:ser>
          <c:idx val="0"/>
          <c:order val="0"/>
          <c:tx>
            <c:strRef>
              <c:f>Sheet1!$B$1</c:f>
              <c:strCache>
                <c:ptCount val="1"/>
                <c:pt idx="0">
                  <c:v>Sales</c:v>
                </c:pt>
              </c:strCache>
            </c:strRef>
          </c:tx>
          <c:spPr>
            <a:ln>
              <a:noFill/>
            </a:ln>
          </c:spPr>
          <c:dPt>
            <c:idx val="0"/>
            <c:bubble3D val="0"/>
            <c:spPr>
              <a:solidFill>
                <a:schemeClr val="accent2"/>
              </a:solidFill>
              <a:ln w="19050">
                <a:noFill/>
              </a:ln>
              <a:effectLst/>
            </c:spPr>
            <c:extLst>
              <c:ext xmlns:c16="http://schemas.microsoft.com/office/drawing/2014/chart" uri="{C3380CC4-5D6E-409C-BE32-E72D297353CC}">
                <c16:uniqueId val="{00000001-9DA3-DA4C-A64A-9B291BD5EDC3}"/>
              </c:ext>
            </c:extLst>
          </c:dPt>
          <c:dPt>
            <c:idx val="1"/>
            <c:bubble3D val="0"/>
            <c:spPr>
              <a:solidFill>
                <a:schemeClr val="accent5">
                  <a:lumMod val="40000"/>
                  <a:lumOff val="60000"/>
                </a:schemeClr>
              </a:solidFill>
              <a:ln w="19050">
                <a:noFill/>
              </a:ln>
              <a:effectLst/>
            </c:spPr>
            <c:extLst>
              <c:ext xmlns:c16="http://schemas.microsoft.com/office/drawing/2014/chart" uri="{C3380CC4-5D6E-409C-BE32-E72D297353CC}">
                <c16:uniqueId val="{00000003-9DA3-DA4C-A64A-9B291BD5EDC3}"/>
              </c:ext>
            </c:extLst>
          </c:dPt>
          <c:dPt>
            <c:idx val="2"/>
            <c:bubble3D val="0"/>
            <c:spPr>
              <a:solidFill>
                <a:srgbClr val="F5F9F6">
                  <a:alpha val="0"/>
                </a:srgbClr>
              </a:solidFill>
              <a:ln w="19050">
                <a:noFill/>
              </a:ln>
              <a:effectLst/>
            </c:spPr>
            <c:extLst>
              <c:ext xmlns:c16="http://schemas.microsoft.com/office/drawing/2014/chart" uri="{C3380CC4-5D6E-409C-BE32-E72D297353CC}">
                <c16:uniqueId val="{00000005-9DA3-DA4C-A64A-9B291BD5EDC3}"/>
              </c:ext>
            </c:extLst>
          </c:dPt>
          <c:cat>
            <c:strRef>
              <c:f>Sheet1!$A$2:$A$4</c:f>
              <c:strCache>
                <c:ptCount val="3"/>
                <c:pt idx="0">
                  <c:v>1st Qtr</c:v>
                </c:pt>
                <c:pt idx="1">
                  <c:v>2nd Qtr</c:v>
                </c:pt>
                <c:pt idx="2">
                  <c:v>3rd Qtr</c:v>
                </c:pt>
              </c:strCache>
            </c:strRef>
          </c:cat>
          <c:val>
            <c:numRef>
              <c:f>Sheet1!$B$2:$B$4</c:f>
              <c:numCache>
                <c:formatCode>General</c:formatCode>
                <c:ptCount val="3"/>
                <c:pt idx="0">
                  <c:v>15</c:v>
                </c:pt>
                <c:pt idx="1">
                  <c:v>35</c:v>
                </c:pt>
                <c:pt idx="2">
                  <c:v>50</c:v>
                </c:pt>
              </c:numCache>
            </c:numRef>
          </c:val>
          <c:extLst>
            <c:ext xmlns:c16="http://schemas.microsoft.com/office/drawing/2014/chart" uri="{C3380CC4-5D6E-409C-BE32-E72D297353CC}">
              <c16:uniqueId val="{00000006-9DA3-DA4C-A64A-9B291BD5EDC3}"/>
            </c:ext>
          </c:extLst>
        </c:ser>
        <c:dLbls>
          <c:showLegendKey val="0"/>
          <c:showVal val="0"/>
          <c:showCatName val="0"/>
          <c:showSerName val="0"/>
          <c:showPercent val="0"/>
          <c:showBubbleSize val="0"/>
          <c:showLeaderLines val="1"/>
        </c:dLbls>
        <c:firstSliceAng val="27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GR"/>
    </a:p>
  </c:txPr>
  <c:externalData r:id="rId3">
    <c:autoUpdate val="0"/>
  </c:externalData>
  <c:userShapes r:id="rId4"/>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accent1"/>
                </a:solidFill>
                <a:latin typeface="Aptos SemiBold" panose="020B0004020202020204" pitchFamily="34" charset="0"/>
                <a:ea typeface="+mn-ea"/>
                <a:cs typeface="+mn-cs"/>
              </a:defRPr>
            </a:pPr>
            <a:r>
              <a:rPr lang="en-GB" sz="1200" b="0" i="0" u="none" strike="noStrike" baseline="0">
                <a:solidFill>
                  <a:schemeClr val="accent1"/>
                </a:solidFill>
                <a:effectLst/>
              </a:rPr>
              <a:t>Duis </a:t>
            </a:r>
            <a:r>
              <a:rPr lang="en-GB" sz="1200" b="0" i="0" u="none" strike="noStrike" baseline="0" err="1">
                <a:solidFill>
                  <a:schemeClr val="accent1"/>
                </a:solidFill>
                <a:effectLst/>
              </a:rPr>
              <a:t>aute</a:t>
            </a:r>
            <a:r>
              <a:rPr lang="en-GB" sz="1200" b="0" i="0" u="none" strike="noStrike" baseline="0">
                <a:solidFill>
                  <a:schemeClr val="accent1"/>
                </a:solidFill>
                <a:effectLst/>
              </a:rPr>
              <a:t> </a:t>
            </a:r>
            <a:r>
              <a:rPr lang="en-GB" sz="1200" b="0" i="0" u="none" strike="noStrike" baseline="0" err="1">
                <a:solidFill>
                  <a:schemeClr val="accent1"/>
                </a:solidFill>
                <a:effectLst/>
              </a:rPr>
              <a:t>irure</a:t>
            </a:r>
            <a:r>
              <a:rPr lang="en-GB" sz="1200" b="0" i="0" u="none" strike="noStrike" baseline="0">
                <a:solidFill>
                  <a:schemeClr val="accent1"/>
                </a:solidFill>
                <a:effectLst/>
              </a:rPr>
              <a:t> </a:t>
            </a:r>
            <a:r>
              <a:rPr lang="en-GB" sz="1200" b="0" i="0" u="none" strike="noStrike" baseline="0" err="1">
                <a:solidFill>
                  <a:schemeClr val="accent1"/>
                </a:solidFill>
                <a:effectLst/>
              </a:rPr>
              <a:t>dolor</a:t>
            </a:r>
            <a:endParaRPr lang="en-US" sz="1200" b="1" i="0">
              <a:solidFill>
                <a:schemeClr val="accent1"/>
              </a:solidFill>
              <a:latin typeface="Aptos SemiBold" panose="020B0004020202020204" pitchFamily="34" charset="0"/>
            </a:endParaRPr>
          </a:p>
        </c:rich>
      </c:tx>
      <c:layout>
        <c:manualLayout>
          <c:xMode val="edge"/>
          <c:yMode val="edge"/>
          <c:x val="0.14488829453768756"/>
          <c:y val="7.6558651915015541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accent1"/>
              </a:solidFill>
              <a:latin typeface="Aptos SemiBold" panose="020B0004020202020204" pitchFamily="34" charset="0"/>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spPr>
            <a:ln>
              <a:noFill/>
            </a:ln>
          </c:spPr>
          <c:dPt>
            <c:idx val="0"/>
            <c:bubble3D val="0"/>
            <c:spPr>
              <a:solidFill>
                <a:schemeClr val="tx2"/>
              </a:solidFill>
              <a:ln w="19050">
                <a:noFill/>
              </a:ln>
              <a:effectLst/>
            </c:spPr>
            <c:extLst>
              <c:ext xmlns:c16="http://schemas.microsoft.com/office/drawing/2014/chart" uri="{C3380CC4-5D6E-409C-BE32-E72D297353CC}">
                <c16:uniqueId val="{00000001-6FA8-0A47-9CA0-CF2BFA72AC7C}"/>
              </c:ext>
            </c:extLst>
          </c:dPt>
          <c:dPt>
            <c:idx val="1"/>
            <c:bubble3D val="0"/>
            <c:spPr>
              <a:solidFill>
                <a:schemeClr val="accent5">
                  <a:lumMod val="40000"/>
                  <a:lumOff val="60000"/>
                </a:schemeClr>
              </a:solidFill>
              <a:ln w="19050">
                <a:noFill/>
              </a:ln>
              <a:effectLst/>
            </c:spPr>
            <c:extLst>
              <c:ext xmlns:c16="http://schemas.microsoft.com/office/drawing/2014/chart" uri="{C3380CC4-5D6E-409C-BE32-E72D297353CC}">
                <c16:uniqueId val="{00000003-6FA8-0A47-9CA0-CF2BFA72AC7C}"/>
              </c:ext>
            </c:extLst>
          </c:dPt>
          <c:dPt>
            <c:idx val="2"/>
            <c:bubble3D val="0"/>
            <c:spPr>
              <a:solidFill>
                <a:srgbClr val="F5F9F6"/>
              </a:solidFill>
              <a:ln w="19050">
                <a:noFill/>
              </a:ln>
              <a:effectLst/>
            </c:spPr>
            <c:extLst>
              <c:ext xmlns:c16="http://schemas.microsoft.com/office/drawing/2014/chart" uri="{C3380CC4-5D6E-409C-BE32-E72D297353CC}">
                <c16:uniqueId val="{00000005-6FA8-0A47-9CA0-CF2BFA72AC7C}"/>
              </c:ext>
            </c:extLst>
          </c:dPt>
          <c:cat>
            <c:strRef>
              <c:f>Sheet1!$A$2:$A$4</c:f>
              <c:strCache>
                <c:ptCount val="3"/>
                <c:pt idx="0">
                  <c:v>1st Qtr</c:v>
                </c:pt>
                <c:pt idx="1">
                  <c:v>2nd Qtr</c:v>
                </c:pt>
                <c:pt idx="2">
                  <c:v>3rd Qtr</c:v>
                </c:pt>
              </c:strCache>
            </c:strRef>
          </c:cat>
          <c:val>
            <c:numRef>
              <c:f>Sheet1!$B$2:$B$4</c:f>
              <c:numCache>
                <c:formatCode>General</c:formatCode>
                <c:ptCount val="3"/>
                <c:pt idx="0">
                  <c:v>30</c:v>
                </c:pt>
                <c:pt idx="1">
                  <c:v>60</c:v>
                </c:pt>
                <c:pt idx="2">
                  <c:v>90</c:v>
                </c:pt>
              </c:numCache>
            </c:numRef>
          </c:val>
          <c:extLst>
            <c:ext xmlns:c16="http://schemas.microsoft.com/office/drawing/2014/chart" uri="{C3380CC4-5D6E-409C-BE32-E72D297353CC}">
              <c16:uniqueId val="{00000006-6FA8-0A47-9CA0-CF2BFA72AC7C}"/>
            </c:ext>
          </c:extLst>
        </c:ser>
        <c:dLbls>
          <c:showLegendKey val="0"/>
          <c:showVal val="0"/>
          <c:showCatName val="0"/>
          <c:showSerName val="0"/>
          <c:showPercent val="0"/>
          <c:showBubbleSize val="0"/>
          <c:showLeaderLines val="1"/>
        </c:dLbls>
        <c:firstSliceAng val="27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GR"/>
    </a:p>
  </c:txPr>
  <c:externalData r:id="rId3">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503624920204659"/>
          <c:y val="0.10003321029708982"/>
          <c:w val="0.61615879049192979"/>
          <c:h val="0.77563592725178432"/>
        </c:manualLayout>
      </c:layout>
      <c:barChart>
        <c:barDir val="col"/>
        <c:grouping val="clustered"/>
        <c:varyColors val="0"/>
        <c:ser>
          <c:idx val="0"/>
          <c:order val="0"/>
          <c:tx>
            <c:strRef>
              <c:f>Sheet1!$B$1</c:f>
              <c:strCache>
                <c:ptCount val="1"/>
                <c:pt idx="0">
                  <c:v>Consectetur adipiscing elit</c:v>
                </c:pt>
              </c:strCache>
            </c:strRef>
          </c:tx>
          <c:spPr>
            <a:solidFill>
              <a:schemeClr val="bg2"/>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7-062D-C340-B5EF-0D42D57AAE37}"/>
              </c:ext>
            </c:extLst>
          </c:dPt>
          <c:dPt>
            <c:idx val="1"/>
            <c:invertIfNegative val="0"/>
            <c:bubble3D val="0"/>
            <c:spPr>
              <a:solidFill>
                <a:schemeClr val="tx2"/>
              </a:solidFill>
              <a:ln>
                <a:noFill/>
              </a:ln>
              <a:effectLst/>
            </c:spPr>
            <c:extLst>
              <c:ext xmlns:c16="http://schemas.microsoft.com/office/drawing/2014/chart" uri="{C3380CC4-5D6E-409C-BE32-E72D297353CC}">
                <c16:uniqueId val="{00000001-779A-7F4E-8CE2-EEA46794491E}"/>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6-062D-C340-B5EF-0D42D57AAE37}"/>
              </c:ext>
            </c:extLst>
          </c:dPt>
          <c:dPt>
            <c:idx val="3"/>
            <c:invertIfNegative val="0"/>
            <c:bubble3D val="0"/>
            <c:spPr>
              <a:solidFill>
                <a:schemeClr val="tx2"/>
              </a:solidFill>
              <a:ln>
                <a:noFill/>
              </a:ln>
              <a:effectLst/>
            </c:spPr>
            <c:extLst>
              <c:ext xmlns:c16="http://schemas.microsoft.com/office/drawing/2014/chart" uri="{C3380CC4-5D6E-409C-BE32-E72D297353CC}">
                <c16:uniqueId val="{00000003-779A-7F4E-8CE2-EEA46794491E}"/>
              </c:ext>
            </c:extLst>
          </c:dPt>
          <c:dPt>
            <c:idx val="4"/>
            <c:invertIfNegative val="0"/>
            <c:bubble3D val="0"/>
            <c:spPr>
              <a:solidFill>
                <a:schemeClr val="accent1"/>
              </a:solidFill>
              <a:ln>
                <a:noFill/>
              </a:ln>
              <a:effectLst/>
            </c:spPr>
            <c:extLst>
              <c:ext xmlns:c16="http://schemas.microsoft.com/office/drawing/2014/chart" uri="{C3380CC4-5D6E-409C-BE32-E72D297353CC}">
                <c16:uniqueId val="{00000008-062D-C340-B5EF-0D42D57AAE37}"/>
              </c:ext>
            </c:extLst>
          </c:dPt>
          <c:dPt>
            <c:idx val="5"/>
            <c:invertIfNegative val="0"/>
            <c:bubble3D val="0"/>
            <c:spPr>
              <a:solidFill>
                <a:schemeClr val="tx2"/>
              </a:solidFill>
              <a:ln>
                <a:noFill/>
              </a:ln>
              <a:effectLst/>
            </c:spPr>
            <c:extLst>
              <c:ext xmlns:c16="http://schemas.microsoft.com/office/drawing/2014/chart" uri="{C3380CC4-5D6E-409C-BE32-E72D297353CC}">
                <c16:uniqueId val="{00000005-779A-7F4E-8CE2-EEA46794491E}"/>
              </c:ext>
            </c:extLst>
          </c:dPt>
          <c:dLbls>
            <c:delete val="1"/>
          </c:dLbls>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20</c:v>
                </c:pt>
                <c:pt idx="1">
                  <c:v>20</c:v>
                </c:pt>
                <c:pt idx="2">
                  <c:v>30</c:v>
                </c:pt>
                <c:pt idx="3">
                  <c:v>40</c:v>
                </c:pt>
                <c:pt idx="4">
                  <c:v>50</c:v>
                </c:pt>
                <c:pt idx="5">
                  <c:v>60</c:v>
                </c:pt>
              </c:numCache>
            </c:numRef>
          </c:val>
          <c:extLst>
            <c:ext xmlns:c16="http://schemas.microsoft.com/office/drawing/2014/chart" uri="{C3380CC4-5D6E-409C-BE32-E72D297353CC}">
              <c16:uniqueId val="{00000006-779A-7F4E-8CE2-EEA46794491E}"/>
            </c:ext>
          </c:extLst>
        </c:ser>
        <c:dLbls>
          <c:dLblPos val="ctr"/>
          <c:showLegendKey val="0"/>
          <c:showVal val="1"/>
          <c:showCatName val="0"/>
          <c:showSerName val="0"/>
          <c:showPercent val="0"/>
          <c:showBubbleSize val="0"/>
        </c:dLbls>
        <c:gapWidth val="15"/>
        <c:overlap val="-18"/>
        <c:axId val="358739463"/>
        <c:axId val="358743727"/>
      </c:barChart>
      <c:catAx>
        <c:axId val="358739463"/>
        <c:scaling>
          <c:orientation val="minMax"/>
        </c:scaling>
        <c:delete val="1"/>
        <c:axPos val="b"/>
        <c:numFmt formatCode="General" sourceLinked="1"/>
        <c:majorTickMark val="none"/>
        <c:minorTickMark val="none"/>
        <c:tickLblPos val="nextTo"/>
        <c:crossAx val="358743727"/>
        <c:crosses val="autoZero"/>
        <c:auto val="1"/>
        <c:lblAlgn val="ctr"/>
        <c:lblOffset val="100"/>
        <c:noMultiLvlLbl val="0"/>
      </c:catAx>
      <c:valAx>
        <c:axId val="358743727"/>
        <c:scaling>
          <c:orientation val="minMax"/>
          <c:max val="100"/>
          <c:min val="0"/>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0"/>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358739463"/>
        <c:crosses val="autoZero"/>
        <c:crossBetween val="between"/>
        <c:majorUnit val="4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Aptos" panose="020B0004020202020204" pitchFamily="34" charset="0"/>
        </a:defRPr>
      </a:pPr>
      <a:endParaRPr lang="en-GR"/>
    </a:p>
  </c:txPr>
  <c:externalData r:id="rId3">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accent1"/>
                </a:solidFill>
                <a:latin typeface="Aptos SemiBold" panose="020B0004020202020204" pitchFamily="34" charset="0"/>
                <a:ea typeface="+mn-ea"/>
                <a:cs typeface="+mn-cs"/>
              </a:defRPr>
            </a:pPr>
            <a:r>
              <a:rPr lang="en-US" sz="1200" b="1" i="0">
                <a:solidFill>
                  <a:schemeClr val="accent1"/>
                </a:solidFill>
                <a:latin typeface="Aptos SemiBold" panose="020B0004020202020204" pitchFamily="34" charset="0"/>
              </a:rPr>
              <a:t>Lorem</a:t>
            </a:r>
            <a:r>
              <a:rPr lang="en-US" sz="1200" b="1" i="0" baseline="0">
                <a:solidFill>
                  <a:schemeClr val="accent1"/>
                </a:solidFill>
                <a:latin typeface="Aptos SemiBold" panose="020B0004020202020204" pitchFamily="34" charset="0"/>
              </a:rPr>
              <a:t> </a:t>
            </a:r>
            <a:r>
              <a:rPr lang="en-US" sz="1200" b="1" i="0" baseline="0" err="1">
                <a:solidFill>
                  <a:schemeClr val="accent1"/>
                </a:solidFill>
                <a:latin typeface="Aptos SemiBold" panose="020B0004020202020204" pitchFamily="34" charset="0"/>
              </a:rPr>
              <a:t>ipsom</a:t>
            </a:r>
            <a:endParaRPr lang="en-US" sz="1200" b="1" i="0">
              <a:solidFill>
                <a:schemeClr val="accent1"/>
              </a:solidFill>
              <a:latin typeface="Aptos SemiBold" panose="020B0004020202020204" pitchFamily="34" charset="0"/>
            </a:endParaRPr>
          </a:p>
        </c:rich>
      </c:tx>
      <c:layout>
        <c:manualLayout>
          <c:xMode val="edge"/>
          <c:yMode val="edge"/>
          <c:x val="0.26063009008481813"/>
          <c:y val="7.6558651915015541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accent1"/>
              </a:solidFill>
              <a:latin typeface="Aptos SemiBold" panose="020B0004020202020204" pitchFamily="34" charset="0"/>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spPr>
            <a:ln>
              <a:noFill/>
            </a:ln>
          </c:spPr>
          <c:dPt>
            <c:idx val="0"/>
            <c:bubble3D val="0"/>
            <c:spPr>
              <a:solidFill>
                <a:schemeClr val="tx2"/>
              </a:solidFill>
              <a:ln w="19050">
                <a:noFill/>
              </a:ln>
              <a:effectLst/>
            </c:spPr>
            <c:extLst>
              <c:ext xmlns:c16="http://schemas.microsoft.com/office/drawing/2014/chart" uri="{C3380CC4-5D6E-409C-BE32-E72D297353CC}">
                <c16:uniqueId val="{00000001-7B98-9047-947B-567B6BF3C1DC}"/>
              </c:ext>
            </c:extLst>
          </c:dPt>
          <c:dPt>
            <c:idx val="1"/>
            <c:bubble3D val="0"/>
            <c:spPr>
              <a:solidFill>
                <a:schemeClr val="accent5">
                  <a:lumMod val="40000"/>
                  <a:lumOff val="60000"/>
                </a:schemeClr>
              </a:solidFill>
              <a:ln w="19050">
                <a:noFill/>
              </a:ln>
              <a:effectLst/>
            </c:spPr>
            <c:extLst>
              <c:ext xmlns:c16="http://schemas.microsoft.com/office/drawing/2014/chart" uri="{C3380CC4-5D6E-409C-BE32-E72D297353CC}">
                <c16:uniqueId val="{00000003-7B98-9047-947B-567B6BF3C1DC}"/>
              </c:ext>
            </c:extLst>
          </c:dPt>
          <c:dPt>
            <c:idx val="2"/>
            <c:bubble3D val="0"/>
            <c:spPr>
              <a:solidFill>
                <a:srgbClr val="F5F9F6"/>
              </a:solidFill>
              <a:ln w="19050">
                <a:noFill/>
              </a:ln>
              <a:effectLst/>
            </c:spPr>
            <c:extLst>
              <c:ext xmlns:c16="http://schemas.microsoft.com/office/drawing/2014/chart" uri="{C3380CC4-5D6E-409C-BE32-E72D297353CC}">
                <c16:uniqueId val="{00000005-7B98-9047-947B-567B6BF3C1DC}"/>
              </c:ext>
            </c:extLst>
          </c:dPt>
          <c:cat>
            <c:strRef>
              <c:f>Sheet1!$A$2:$A$4</c:f>
              <c:strCache>
                <c:ptCount val="3"/>
                <c:pt idx="0">
                  <c:v>1st Qtr</c:v>
                </c:pt>
                <c:pt idx="1">
                  <c:v>2nd Qtr</c:v>
                </c:pt>
                <c:pt idx="2">
                  <c:v>3rd Qtr</c:v>
                </c:pt>
              </c:strCache>
            </c:strRef>
          </c:cat>
          <c:val>
            <c:numRef>
              <c:f>Sheet1!$B$2:$B$4</c:f>
              <c:numCache>
                <c:formatCode>General</c:formatCode>
                <c:ptCount val="3"/>
                <c:pt idx="0">
                  <c:v>50</c:v>
                </c:pt>
                <c:pt idx="1">
                  <c:v>50</c:v>
                </c:pt>
                <c:pt idx="2">
                  <c:v>100</c:v>
                </c:pt>
              </c:numCache>
            </c:numRef>
          </c:val>
          <c:extLst>
            <c:ext xmlns:c16="http://schemas.microsoft.com/office/drawing/2014/chart" uri="{C3380CC4-5D6E-409C-BE32-E72D297353CC}">
              <c16:uniqueId val="{00000006-7B98-9047-947B-567B6BF3C1DC}"/>
            </c:ext>
          </c:extLst>
        </c:ser>
        <c:dLbls>
          <c:showLegendKey val="0"/>
          <c:showVal val="0"/>
          <c:showCatName val="0"/>
          <c:showSerName val="0"/>
          <c:showPercent val="0"/>
          <c:showBubbleSize val="0"/>
          <c:showLeaderLines val="1"/>
        </c:dLbls>
        <c:firstSliceAng val="27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GR"/>
    </a:p>
  </c:txPr>
  <c:externalData r:id="rId3">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503624920204659"/>
          <c:y val="0.10003321029708982"/>
          <c:w val="0.61615879049192979"/>
          <c:h val="0.77563592725178432"/>
        </c:manualLayout>
      </c:layout>
      <c:barChart>
        <c:barDir val="col"/>
        <c:grouping val="clustered"/>
        <c:varyColors val="0"/>
        <c:ser>
          <c:idx val="0"/>
          <c:order val="0"/>
          <c:tx>
            <c:strRef>
              <c:f>Sheet1!$B$1</c:f>
              <c:strCache>
                <c:ptCount val="1"/>
                <c:pt idx="0">
                  <c:v>Consectetur adipiscing elit</c:v>
                </c:pt>
              </c:strCache>
            </c:strRef>
          </c:tx>
          <c:spPr>
            <a:solidFill>
              <a:schemeClr val="bg2"/>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7-231C-A143-9960-4B71BDD1FAA0}"/>
              </c:ext>
            </c:extLst>
          </c:dPt>
          <c:dPt>
            <c:idx val="1"/>
            <c:invertIfNegative val="0"/>
            <c:bubble3D val="0"/>
            <c:spPr>
              <a:solidFill>
                <a:schemeClr val="tx2"/>
              </a:solidFill>
              <a:ln>
                <a:noFill/>
              </a:ln>
              <a:effectLst/>
            </c:spPr>
            <c:extLst>
              <c:ext xmlns:c16="http://schemas.microsoft.com/office/drawing/2014/chart" uri="{C3380CC4-5D6E-409C-BE32-E72D297353CC}">
                <c16:uniqueId val="{00000001-5CE9-3141-BA09-339F55517A17}"/>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6-231C-A143-9960-4B71BDD1FAA0}"/>
              </c:ext>
            </c:extLst>
          </c:dPt>
          <c:dPt>
            <c:idx val="3"/>
            <c:invertIfNegative val="0"/>
            <c:bubble3D val="0"/>
            <c:spPr>
              <a:solidFill>
                <a:schemeClr val="tx2"/>
              </a:solidFill>
              <a:ln>
                <a:noFill/>
              </a:ln>
              <a:effectLst/>
            </c:spPr>
            <c:extLst>
              <c:ext xmlns:c16="http://schemas.microsoft.com/office/drawing/2014/chart" uri="{C3380CC4-5D6E-409C-BE32-E72D297353CC}">
                <c16:uniqueId val="{00000003-5CE9-3141-BA09-339F55517A17}"/>
              </c:ext>
            </c:extLst>
          </c:dPt>
          <c:dPt>
            <c:idx val="4"/>
            <c:invertIfNegative val="0"/>
            <c:bubble3D val="0"/>
            <c:spPr>
              <a:solidFill>
                <a:schemeClr val="accent1"/>
              </a:solidFill>
              <a:ln>
                <a:noFill/>
              </a:ln>
              <a:effectLst/>
            </c:spPr>
            <c:extLst>
              <c:ext xmlns:c16="http://schemas.microsoft.com/office/drawing/2014/chart" uri="{C3380CC4-5D6E-409C-BE32-E72D297353CC}">
                <c16:uniqueId val="{00000008-231C-A143-9960-4B71BDD1FAA0}"/>
              </c:ext>
            </c:extLst>
          </c:dPt>
          <c:dPt>
            <c:idx val="5"/>
            <c:invertIfNegative val="0"/>
            <c:bubble3D val="0"/>
            <c:spPr>
              <a:solidFill>
                <a:schemeClr val="tx2"/>
              </a:solidFill>
              <a:ln>
                <a:noFill/>
              </a:ln>
              <a:effectLst/>
            </c:spPr>
            <c:extLst>
              <c:ext xmlns:c16="http://schemas.microsoft.com/office/drawing/2014/chart" uri="{C3380CC4-5D6E-409C-BE32-E72D297353CC}">
                <c16:uniqueId val="{00000005-5CE9-3141-BA09-339F55517A17}"/>
              </c:ext>
            </c:extLst>
          </c:dPt>
          <c:dLbls>
            <c:delete val="1"/>
          </c:dLbls>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20</c:v>
                </c:pt>
                <c:pt idx="1">
                  <c:v>20</c:v>
                </c:pt>
                <c:pt idx="2">
                  <c:v>50</c:v>
                </c:pt>
                <c:pt idx="3">
                  <c:v>30</c:v>
                </c:pt>
                <c:pt idx="4">
                  <c:v>50</c:v>
                </c:pt>
                <c:pt idx="5">
                  <c:v>60</c:v>
                </c:pt>
              </c:numCache>
            </c:numRef>
          </c:val>
          <c:extLst>
            <c:ext xmlns:c16="http://schemas.microsoft.com/office/drawing/2014/chart" uri="{C3380CC4-5D6E-409C-BE32-E72D297353CC}">
              <c16:uniqueId val="{00000006-5CE9-3141-BA09-339F55517A17}"/>
            </c:ext>
          </c:extLst>
        </c:ser>
        <c:dLbls>
          <c:dLblPos val="ctr"/>
          <c:showLegendKey val="0"/>
          <c:showVal val="1"/>
          <c:showCatName val="0"/>
          <c:showSerName val="0"/>
          <c:showPercent val="0"/>
          <c:showBubbleSize val="0"/>
        </c:dLbls>
        <c:gapWidth val="15"/>
        <c:overlap val="-18"/>
        <c:axId val="358739463"/>
        <c:axId val="358743727"/>
      </c:barChart>
      <c:catAx>
        <c:axId val="358739463"/>
        <c:scaling>
          <c:orientation val="minMax"/>
        </c:scaling>
        <c:delete val="1"/>
        <c:axPos val="b"/>
        <c:numFmt formatCode="General" sourceLinked="1"/>
        <c:majorTickMark val="none"/>
        <c:minorTickMark val="none"/>
        <c:tickLblPos val="nextTo"/>
        <c:crossAx val="358743727"/>
        <c:crosses val="autoZero"/>
        <c:auto val="1"/>
        <c:lblAlgn val="ctr"/>
        <c:lblOffset val="100"/>
        <c:noMultiLvlLbl val="0"/>
      </c:catAx>
      <c:valAx>
        <c:axId val="358743727"/>
        <c:scaling>
          <c:orientation val="minMax"/>
          <c:max val="100"/>
          <c:min val="0"/>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0"/>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358739463"/>
        <c:crosses val="autoZero"/>
        <c:crossBetween val="between"/>
        <c:majorUnit val="4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Aptos" panose="020B0004020202020204" pitchFamily="34" charset="0"/>
        </a:defRPr>
      </a:pPr>
      <a:endParaRPr lang="en-GR"/>
    </a:p>
  </c:txPr>
  <c:externalData r:id="rId3">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accent1"/>
                </a:solidFill>
                <a:latin typeface="Aptos SemiBold" panose="020B0004020202020204" pitchFamily="34" charset="0"/>
                <a:ea typeface="+mn-ea"/>
                <a:cs typeface="+mn-cs"/>
              </a:defRPr>
            </a:pPr>
            <a:r>
              <a:rPr lang="en-US" sz="1200" b="1" i="0">
                <a:solidFill>
                  <a:schemeClr val="accent1"/>
                </a:solidFill>
                <a:latin typeface="Aptos SemiBold" panose="020B0004020202020204" pitchFamily="34" charset="0"/>
              </a:rPr>
              <a:t>Verde vente </a:t>
            </a:r>
          </a:p>
        </c:rich>
      </c:tx>
      <c:layout>
        <c:manualLayout>
          <c:xMode val="edge"/>
          <c:yMode val="edge"/>
          <c:x val="0.30327180423376099"/>
          <c:y val="7.6558651915015541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accent1"/>
              </a:solidFill>
              <a:latin typeface="Aptos SemiBold" panose="020B0004020202020204" pitchFamily="34" charset="0"/>
              <a:ea typeface="+mn-ea"/>
              <a:cs typeface="+mn-cs"/>
            </a:defRPr>
          </a:pPr>
          <a:endParaRPr lang="en-GR"/>
        </a:p>
      </c:txPr>
    </c:title>
    <c:autoTitleDeleted val="0"/>
    <c:plotArea>
      <c:layout/>
      <c:doughnutChart>
        <c:varyColors val="1"/>
        <c:ser>
          <c:idx val="0"/>
          <c:order val="0"/>
          <c:tx>
            <c:strRef>
              <c:f>Sheet1!$B$1</c:f>
              <c:strCache>
                <c:ptCount val="1"/>
                <c:pt idx="0">
                  <c:v>Sales</c:v>
                </c:pt>
              </c:strCache>
            </c:strRef>
          </c:tx>
          <c:spPr>
            <a:ln>
              <a:noFill/>
            </a:ln>
          </c:spPr>
          <c:dPt>
            <c:idx val="0"/>
            <c:bubble3D val="0"/>
            <c:spPr>
              <a:solidFill>
                <a:schemeClr val="tx2"/>
              </a:solidFill>
              <a:ln w="19050">
                <a:noFill/>
              </a:ln>
              <a:effectLst/>
            </c:spPr>
            <c:extLst>
              <c:ext xmlns:c16="http://schemas.microsoft.com/office/drawing/2014/chart" uri="{C3380CC4-5D6E-409C-BE32-E72D297353CC}">
                <c16:uniqueId val="{00000001-2575-1C48-A0DB-15A3E8A5B151}"/>
              </c:ext>
            </c:extLst>
          </c:dPt>
          <c:dPt>
            <c:idx val="1"/>
            <c:bubble3D val="0"/>
            <c:spPr>
              <a:solidFill>
                <a:schemeClr val="accent5">
                  <a:lumMod val="40000"/>
                  <a:lumOff val="60000"/>
                </a:schemeClr>
              </a:solidFill>
              <a:ln w="19050">
                <a:noFill/>
              </a:ln>
              <a:effectLst/>
            </c:spPr>
            <c:extLst>
              <c:ext xmlns:c16="http://schemas.microsoft.com/office/drawing/2014/chart" uri="{C3380CC4-5D6E-409C-BE32-E72D297353CC}">
                <c16:uniqueId val="{00000003-2575-1C48-A0DB-15A3E8A5B151}"/>
              </c:ext>
            </c:extLst>
          </c:dPt>
          <c:dPt>
            <c:idx val="2"/>
            <c:bubble3D val="0"/>
            <c:spPr>
              <a:solidFill>
                <a:srgbClr val="F5F9F6"/>
              </a:solidFill>
              <a:ln w="19050">
                <a:noFill/>
              </a:ln>
              <a:effectLst/>
            </c:spPr>
            <c:extLst>
              <c:ext xmlns:c16="http://schemas.microsoft.com/office/drawing/2014/chart" uri="{C3380CC4-5D6E-409C-BE32-E72D297353CC}">
                <c16:uniqueId val="{00000005-2575-1C48-A0DB-15A3E8A5B151}"/>
              </c:ext>
            </c:extLst>
          </c:dPt>
          <c:cat>
            <c:strRef>
              <c:f>Sheet1!$A$2:$A$4</c:f>
              <c:strCache>
                <c:ptCount val="3"/>
                <c:pt idx="0">
                  <c:v>1st Qtr</c:v>
                </c:pt>
                <c:pt idx="1">
                  <c:v>2nd Qtr</c:v>
                </c:pt>
                <c:pt idx="2">
                  <c:v>3rd Qtr</c:v>
                </c:pt>
              </c:strCache>
            </c:strRef>
          </c:cat>
          <c:val>
            <c:numRef>
              <c:f>Sheet1!$B$2:$B$4</c:f>
              <c:numCache>
                <c:formatCode>General</c:formatCode>
                <c:ptCount val="3"/>
                <c:pt idx="0">
                  <c:v>80</c:v>
                </c:pt>
                <c:pt idx="1">
                  <c:v>10</c:v>
                </c:pt>
                <c:pt idx="2">
                  <c:v>90</c:v>
                </c:pt>
              </c:numCache>
            </c:numRef>
          </c:val>
          <c:extLst>
            <c:ext xmlns:c16="http://schemas.microsoft.com/office/drawing/2014/chart" uri="{C3380CC4-5D6E-409C-BE32-E72D297353CC}">
              <c16:uniqueId val="{00000006-2575-1C48-A0DB-15A3E8A5B151}"/>
            </c:ext>
          </c:extLst>
        </c:ser>
        <c:dLbls>
          <c:showLegendKey val="0"/>
          <c:showVal val="0"/>
          <c:showCatName val="0"/>
          <c:showSerName val="0"/>
          <c:showPercent val="0"/>
          <c:showBubbleSize val="0"/>
          <c:showLeaderLines val="1"/>
        </c:dLbls>
        <c:firstSliceAng val="27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GR"/>
    </a:p>
  </c:txPr>
  <c:externalData r:id="rId3">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503624920204659"/>
          <c:y val="0.10003321029708982"/>
          <c:w val="0.61615879049192979"/>
          <c:h val="0.77563592725178432"/>
        </c:manualLayout>
      </c:layout>
      <c:barChart>
        <c:barDir val="col"/>
        <c:grouping val="clustered"/>
        <c:varyColors val="0"/>
        <c:ser>
          <c:idx val="0"/>
          <c:order val="0"/>
          <c:tx>
            <c:strRef>
              <c:f>Sheet1!$B$1</c:f>
              <c:strCache>
                <c:ptCount val="1"/>
                <c:pt idx="0">
                  <c:v>Consectetur adipiscing elit</c:v>
                </c:pt>
              </c:strCache>
            </c:strRef>
          </c:tx>
          <c:spPr>
            <a:solidFill>
              <a:schemeClr val="bg2"/>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6-CBE2-8E4F-BAA6-55D6B3829603}"/>
              </c:ext>
            </c:extLst>
          </c:dPt>
          <c:dPt>
            <c:idx val="1"/>
            <c:invertIfNegative val="0"/>
            <c:bubble3D val="0"/>
            <c:spPr>
              <a:solidFill>
                <a:schemeClr val="tx2"/>
              </a:solidFill>
              <a:ln>
                <a:noFill/>
              </a:ln>
              <a:effectLst/>
            </c:spPr>
            <c:extLst>
              <c:ext xmlns:c16="http://schemas.microsoft.com/office/drawing/2014/chart" uri="{C3380CC4-5D6E-409C-BE32-E72D297353CC}">
                <c16:uniqueId val="{00000001-F4F0-CE44-AAFC-2B1D58F78EE3}"/>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7-CBE2-8E4F-BAA6-55D6B3829603}"/>
              </c:ext>
            </c:extLst>
          </c:dPt>
          <c:dPt>
            <c:idx val="3"/>
            <c:invertIfNegative val="0"/>
            <c:bubble3D val="0"/>
            <c:spPr>
              <a:solidFill>
                <a:schemeClr val="tx2"/>
              </a:solidFill>
              <a:ln>
                <a:noFill/>
              </a:ln>
              <a:effectLst/>
            </c:spPr>
            <c:extLst>
              <c:ext xmlns:c16="http://schemas.microsoft.com/office/drawing/2014/chart" uri="{C3380CC4-5D6E-409C-BE32-E72D297353CC}">
                <c16:uniqueId val="{00000003-F4F0-CE44-AAFC-2B1D58F78EE3}"/>
              </c:ext>
            </c:extLst>
          </c:dPt>
          <c:dPt>
            <c:idx val="4"/>
            <c:invertIfNegative val="0"/>
            <c:bubble3D val="0"/>
            <c:spPr>
              <a:solidFill>
                <a:schemeClr val="accent1"/>
              </a:solidFill>
              <a:ln>
                <a:noFill/>
              </a:ln>
              <a:effectLst/>
            </c:spPr>
            <c:extLst>
              <c:ext xmlns:c16="http://schemas.microsoft.com/office/drawing/2014/chart" uri="{C3380CC4-5D6E-409C-BE32-E72D297353CC}">
                <c16:uniqueId val="{00000008-CBE2-8E4F-BAA6-55D6B3829603}"/>
              </c:ext>
            </c:extLst>
          </c:dPt>
          <c:dPt>
            <c:idx val="5"/>
            <c:invertIfNegative val="0"/>
            <c:bubble3D val="0"/>
            <c:spPr>
              <a:solidFill>
                <a:schemeClr val="tx2"/>
              </a:solidFill>
              <a:ln>
                <a:noFill/>
              </a:ln>
              <a:effectLst/>
            </c:spPr>
            <c:extLst>
              <c:ext xmlns:c16="http://schemas.microsoft.com/office/drawing/2014/chart" uri="{C3380CC4-5D6E-409C-BE32-E72D297353CC}">
                <c16:uniqueId val="{00000005-F4F0-CE44-AAFC-2B1D58F78EE3}"/>
              </c:ext>
            </c:extLst>
          </c:dPt>
          <c:dLbls>
            <c:delete val="1"/>
          </c:dLbls>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50</c:v>
                </c:pt>
                <c:pt idx="1">
                  <c:v>20</c:v>
                </c:pt>
                <c:pt idx="2">
                  <c:v>30</c:v>
                </c:pt>
                <c:pt idx="3">
                  <c:v>40</c:v>
                </c:pt>
                <c:pt idx="4">
                  <c:v>50</c:v>
                </c:pt>
                <c:pt idx="5">
                  <c:v>30</c:v>
                </c:pt>
              </c:numCache>
            </c:numRef>
          </c:val>
          <c:extLst>
            <c:ext xmlns:c16="http://schemas.microsoft.com/office/drawing/2014/chart" uri="{C3380CC4-5D6E-409C-BE32-E72D297353CC}">
              <c16:uniqueId val="{00000006-F4F0-CE44-AAFC-2B1D58F78EE3}"/>
            </c:ext>
          </c:extLst>
        </c:ser>
        <c:dLbls>
          <c:dLblPos val="ctr"/>
          <c:showLegendKey val="0"/>
          <c:showVal val="1"/>
          <c:showCatName val="0"/>
          <c:showSerName val="0"/>
          <c:showPercent val="0"/>
          <c:showBubbleSize val="0"/>
        </c:dLbls>
        <c:gapWidth val="15"/>
        <c:overlap val="-18"/>
        <c:axId val="358739463"/>
        <c:axId val="358743727"/>
      </c:barChart>
      <c:catAx>
        <c:axId val="358739463"/>
        <c:scaling>
          <c:orientation val="minMax"/>
        </c:scaling>
        <c:delete val="1"/>
        <c:axPos val="b"/>
        <c:numFmt formatCode="General" sourceLinked="1"/>
        <c:majorTickMark val="none"/>
        <c:minorTickMark val="none"/>
        <c:tickLblPos val="nextTo"/>
        <c:crossAx val="358743727"/>
        <c:crosses val="autoZero"/>
        <c:auto val="1"/>
        <c:lblAlgn val="ctr"/>
        <c:lblOffset val="100"/>
        <c:noMultiLvlLbl val="0"/>
      </c:catAx>
      <c:valAx>
        <c:axId val="358743727"/>
        <c:scaling>
          <c:orientation val="minMax"/>
          <c:max val="100"/>
          <c:min val="0"/>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0"/>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358739463"/>
        <c:crosses val="autoZero"/>
        <c:crossBetween val="between"/>
        <c:majorUnit val="4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Aptos" panose="020B0004020202020204" pitchFamily="34" charset="0"/>
        </a:defRPr>
      </a:pPr>
      <a:endParaRPr lang="en-GR"/>
    </a:p>
  </c:txPr>
  <c:externalData r:id="rId3">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accent1"/>
                </a:solidFill>
                <a:latin typeface="Aptos SemiBold" panose="020B0004020202020204" pitchFamily="34" charset="0"/>
                <a:ea typeface="+mn-ea"/>
                <a:cs typeface="+mn-cs"/>
              </a:defRPr>
            </a:pPr>
            <a:r>
              <a:rPr lang="en-US" sz="1200" b="1" i="0">
                <a:solidFill>
                  <a:schemeClr val="accent1"/>
                </a:solidFill>
                <a:latin typeface="Aptos SemiBold" panose="020B0004020202020204" pitchFamily="34" charset="0"/>
              </a:rPr>
              <a:t>Dolore magna</a:t>
            </a:r>
          </a:p>
        </c:rich>
      </c:tx>
      <c:layout>
        <c:manualLayout>
          <c:xMode val="edge"/>
          <c:yMode val="edge"/>
          <c:x val="0.26063009008481813"/>
          <c:y val="7.6558651915015541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accent1"/>
              </a:solidFill>
              <a:latin typeface="Aptos SemiBold" panose="020B0004020202020204" pitchFamily="34" charset="0"/>
              <a:ea typeface="+mn-ea"/>
              <a:cs typeface="+mn-cs"/>
            </a:defRPr>
          </a:pPr>
          <a:endParaRPr lang="en-GR"/>
        </a:p>
      </c:txPr>
    </c:title>
    <c:autoTitleDeleted val="0"/>
    <c:plotArea>
      <c:layout/>
      <c:doughnutChart>
        <c:varyColors val="1"/>
        <c:ser>
          <c:idx val="0"/>
          <c:order val="0"/>
          <c:tx>
            <c:strRef>
              <c:f>Sheet1!$B$1</c:f>
              <c:strCache>
                <c:ptCount val="1"/>
                <c:pt idx="0">
                  <c:v>Sales</c:v>
                </c:pt>
              </c:strCache>
            </c:strRef>
          </c:tx>
          <c:spPr>
            <a:ln>
              <a:noFill/>
            </a:ln>
          </c:spPr>
          <c:dPt>
            <c:idx val="0"/>
            <c:bubble3D val="0"/>
            <c:spPr>
              <a:solidFill>
                <a:schemeClr val="tx2"/>
              </a:solidFill>
              <a:ln w="19050">
                <a:noFill/>
              </a:ln>
              <a:effectLst/>
            </c:spPr>
            <c:extLst>
              <c:ext xmlns:c16="http://schemas.microsoft.com/office/drawing/2014/chart" uri="{C3380CC4-5D6E-409C-BE32-E72D297353CC}">
                <c16:uniqueId val="{00000001-5D72-E34A-BB83-1167D263F455}"/>
              </c:ext>
            </c:extLst>
          </c:dPt>
          <c:dPt>
            <c:idx val="1"/>
            <c:bubble3D val="0"/>
            <c:spPr>
              <a:solidFill>
                <a:schemeClr val="accent5">
                  <a:lumMod val="40000"/>
                  <a:lumOff val="60000"/>
                </a:schemeClr>
              </a:solidFill>
              <a:ln w="19050">
                <a:noFill/>
              </a:ln>
              <a:effectLst/>
            </c:spPr>
            <c:extLst>
              <c:ext xmlns:c16="http://schemas.microsoft.com/office/drawing/2014/chart" uri="{C3380CC4-5D6E-409C-BE32-E72D297353CC}">
                <c16:uniqueId val="{00000003-5D72-E34A-BB83-1167D263F455}"/>
              </c:ext>
            </c:extLst>
          </c:dPt>
          <c:dPt>
            <c:idx val="2"/>
            <c:bubble3D val="0"/>
            <c:spPr>
              <a:solidFill>
                <a:srgbClr val="F5F9F6"/>
              </a:solidFill>
              <a:ln w="19050">
                <a:noFill/>
              </a:ln>
              <a:effectLst/>
            </c:spPr>
            <c:extLst>
              <c:ext xmlns:c16="http://schemas.microsoft.com/office/drawing/2014/chart" uri="{C3380CC4-5D6E-409C-BE32-E72D297353CC}">
                <c16:uniqueId val="{00000005-5D72-E34A-BB83-1167D263F455}"/>
              </c:ext>
            </c:extLst>
          </c:dPt>
          <c:cat>
            <c:strRef>
              <c:f>Sheet1!$A$2:$A$4</c:f>
              <c:strCache>
                <c:ptCount val="3"/>
                <c:pt idx="0">
                  <c:v>1st Qtr</c:v>
                </c:pt>
                <c:pt idx="1">
                  <c:v>2nd Qtr</c:v>
                </c:pt>
                <c:pt idx="2">
                  <c:v>3rd Qtr</c:v>
                </c:pt>
              </c:strCache>
            </c:strRef>
          </c:cat>
          <c:val>
            <c:numRef>
              <c:f>Sheet1!$B$2:$B$4</c:f>
              <c:numCache>
                <c:formatCode>General</c:formatCode>
                <c:ptCount val="3"/>
                <c:pt idx="0">
                  <c:v>200</c:v>
                </c:pt>
                <c:pt idx="1">
                  <c:v>600</c:v>
                </c:pt>
                <c:pt idx="2">
                  <c:v>800</c:v>
                </c:pt>
              </c:numCache>
            </c:numRef>
          </c:val>
          <c:extLst>
            <c:ext xmlns:c16="http://schemas.microsoft.com/office/drawing/2014/chart" uri="{C3380CC4-5D6E-409C-BE32-E72D297353CC}">
              <c16:uniqueId val="{00000006-5D72-E34A-BB83-1167D263F455}"/>
            </c:ext>
          </c:extLst>
        </c:ser>
        <c:dLbls>
          <c:showLegendKey val="0"/>
          <c:showVal val="0"/>
          <c:showCatName val="0"/>
          <c:showSerName val="0"/>
          <c:showPercent val="0"/>
          <c:showBubbleSize val="0"/>
          <c:showLeaderLines val="1"/>
        </c:dLbls>
        <c:firstSliceAng val="27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GR"/>
    </a:p>
  </c:txPr>
  <c:externalData r:id="rId3">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503624920204659"/>
          <c:y val="0.10003321029708982"/>
          <c:w val="0.61615879049192979"/>
          <c:h val="0.77563592725178432"/>
        </c:manualLayout>
      </c:layout>
      <c:barChart>
        <c:barDir val="col"/>
        <c:grouping val="clustered"/>
        <c:varyColors val="0"/>
        <c:ser>
          <c:idx val="0"/>
          <c:order val="0"/>
          <c:tx>
            <c:strRef>
              <c:f>Sheet1!$B$1</c:f>
              <c:strCache>
                <c:ptCount val="1"/>
                <c:pt idx="0">
                  <c:v>Consectetur adipiscing elit</c:v>
                </c:pt>
              </c:strCache>
            </c:strRef>
          </c:tx>
          <c:spPr>
            <a:solidFill>
              <a:schemeClr val="bg2"/>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6-9AD5-9E43-8527-1CEB6CF96155}"/>
              </c:ext>
            </c:extLst>
          </c:dPt>
          <c:dPt>
            <c:idx val="1"/>
            <c:invertIfNegative val="0"/>
            <c:bubble3D val="0"/>
            <c:spPr>
              <a:solidFill>
                <a:schemeClr val="tx2"/>
              </a:solidFill>
              <a:ln>
                <a:noFill/>
              </a:ln>
              <a:effectLst/>
            </c:spPr>
            <c:extLst>
              <c:ext xmlns:c16="http://schemas.microsoft.com/office/drawing/2014/chart" uri="{C3380CC4-5D6E-409C-BE32-E72D297353CC}">
                <c16:uniqueId val="{00000001-474B-0A45-B8C0-22D7AFCFA2A3}"/>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7-9AD5-9E43-8527-1CEB6CF96155}"/>
              </c:ext>
            </c:extLst>
          </c:dPt>
          <c:dPt>
            <c:idx val="3"/>
            <c:invertIfNegative val="0"/>
            <c:bubble3D val="0"/>
            <c:spPr>
              <a:solidFill>
                <a:schemeClr val="tx2"/>
              </a:solidFill>
              <a:ln>
                <a:noFill/>
              </a:ln>
              <a:effectLst/>
            </c:spPr>
            <c:extLst>
              <c:ext xmlns:c16="http://schemas.microsoft.com/office/drawing/2014/chart" uri="{C3380CC4-5D6E-409C-BE32-E72D297353CC}">
                <c16:uniqueId val="{00000003-474B-0A45-B8C0-22D7AFCFA2A3}"/>
              </c:ext>
            </c:extLst>
          </c:dPt>
          <c:dPt>
            <c:idx val="4"/>
            <c:invertIfNegative val="0"/>
            <c:bubble3D val="0"/>
            <c:spPr>
              <a:solidFill>
                <a:schemeClr val="accent1"/>
              </a:solidFill>
              <a:ln>
                <a:noFill/>
              </a:ln>
              <a:effectLst/>
            </c:spPr>
            <c:extLst>
              <c:ext xmlns:c16="http://schemas.microsoft.com/office/drawing/2014/chart" uri="{C3380CC4-5D6E-409C-BE32-E72D297353CC}">
                <c16:uniqueId val="{00000008-9AD5-9E43-8527-1CEB6CF96155}"/>
              </c:ext>
            </c:extLst>
          </c:dPt>
          <c:dPt>
            <c:idx val="5"/>
            <c:invertIfNegative val="0"/>
            <c:bubble3D val="0"/>
            <c:spPr>
              <a:solidFill>
                <a:schemeClr val="tx2"/>
              </a:solidFill>
              <a:ln>
                <a:noFill/>
              </a:ln>
              <a:effectLst/>
            </c:spPr>
            <c:extLst>
              <c:ext xmlns:c16="http://schemas.microsoft.com/office/drawing/2014/chart" uri="{C3380CC4-5D6E-409C-BE32-E72D297353CC}">
                <c16:uniqueId val="{00000005-474B-0A45-B8C0-22D7AFCFA2A3}"/>
              </c:ext>
            </c:extLst>
          </c:dPt>
          <c:dLbls>
            <c:delete val="1"/>
          </c:dLbls>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20</c:v>
                </c:pt>
                <c:pt idx="1">
                  <c:v>20</c:v>
                </c:pt>
                <c:pt idx="2">
                  <c:v>30</c:v>
                </c:pt>
                <c:pt idx="3">
                  <c:v>40</c:v>
                </c:pt>
                <c:pt idx="4">
                  <c:v>50</c:v>
                </c:pt>
                <c:pt idx="5">
                  <c:v>60</c:v>
                </c:pt>
              </c:numCache>
            </c:numRef>
          </c:val>
          <c:extLst>
            <c:ext xmlns:c16="http://schemas.microsoft.com/office/drawing/2014/chart" uri="{C3380CC4-5D6E-409C-BE32-E72D297353CC}">
              <c16:uniqueId val="{00000006-474B-0A45-B8C0-22D7AFCFA2A3}"/>
            </c:ext>
          </c:extLst>
        </c:ser>
        <c:dLbls>
          <c:dLblPos val="ctr"/>
          <c:showLegendKey val="0"/>
          <c:showVal val="1"/>
          <c:showCatName val="0"/>
          <c:showSerName val="0"/>
          <c:showPercent val="0"/>
          <c:showBubbleSize val="0"/>
        </c:dLbls>
        <c:gapWidth val="15"/>
        <c:overlap val="-18"/>
        <c:axId val="358739463"/>
        <c:axId val="358743727"/>
      </c:barChart>
      <c:catAx>
        <c:axId val="358739463"/>
        <c:scaling>
          <c:orientation val="minMax"/>
        </c:scaling>
        <c:delete val="1"/>
        <c:axPos val="b"/>
        <c:numFmt formatCode="General" sourceLinked="1"/>
        <c:majorTickMark val="none"/>
        <c:minorTickMark val="none"/>
        <c:tickLblPos val="nextTo"/>
        <c:crossAx val="358743727"/>
        <c:crosses val="autoZero"/>
        <c:auto val="1"/>
        <c:lblAlgn val="ctr"/>
        <c:lblOffset val="100"/>
        <c:noMultiLvlLbl val="0"/>
      </c:catAx>
      <c:valAx>
        <c:axId val="358743727"/>
        <c:scaling>
          <c:orientation val="minMax"/>
          <c:max val="100"/>
          <c:min val="0"/>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0"/>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358739463"/>
        <c:crosses val="autoZero"/>
        <c:crossBetween val="between"/>
        <c:majorUnit val="4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Aptos" panose="020B0004020202020204" pitchFamily="34" charset="0"/>
        </a:defRPr>
      </a:pPr>
      <a:endParaRPr lang="en-GR"/>
    </a:p>
  </c:txPr>
  <c:externalData r:id="rId3">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accent1"/>
                </a:solidFill>
                <a:latin typeface="Aptos SemiBold" panose="020B0004020202020204" pitchFamily="34" charset="0"/>
                <a:ea typeface="+mn-ea"/>
                <a:cs typeface="+mn-cs"/>
              </a:defRPr>
            </a:pPr>
            <a:r>
              <a:rPr lang="en-US" sz="1200" b="1" i="0" err="1">
                <a:solidFill>
                  <a:schemeClr val="accent1"/>
                </a:solidFill>
                <a:latin typeface="Aptos SemiBold" panose="020B0004020202020204" pitchFamily="34" charset="0"/>
              </a:rPr>
              <a:t>Vrarti</a:t>
            </a:r>
            <a:r>
              <a:rPr lang="en-US" sz="1200" b="1" i="0">
                <a:solidFill>
                  <a:schemeClr val="accent1"/>
                </a:solidFill>
                <a:latin typeface="Aptos SemiBold" panose="020B0004020202020204" pitchFamily="34" charset="0"/>
              </a:rPr>
              <a:t> </a:t>
            </a:r>
            <a:r>
              <a:rPr lang="en-US" sz="1200" b="1" i="0" err="1">
                <a:solidFill>
                  <a:schemeClr val="accent1"/>
                </a:solidFill>
                <a:latin typeface="Aptos SemiBold" panose="020B0004020202020204" pitchFamily="34" charset="0"/>
              </a:rPr>
              <a:t>siple</a:t>
            </a:r>
            <a:endParaRPr lang="en-US" sz="1200" b="1" i="0">
              <a:solidFill>
                <a:schemeClr val="accent1"/>
              </a:solidFill>
              <a:latin typeface="Aptos SemiBold" panose="020B0004020202020204" pitchFamily="34" charset="0"/>
            </a:endParaRPr>
          </a:p>
        </c:rich>
      </c:tx>
      <c:layout>
        <c:manualLayout>
          <c:xMode val="edge"/>
          <c:yMode val="edge"/>
          <c:x val="0.30936347768361"/>
          <c:y val="7.6558651915015541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accent1"/>
              </a:solidFill>
              <a:latin typeface="Aptos SemiBold" panose="020B0004020202020204" pitchFamily="34" charset="0"/>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spPr>
            <a:ln>
              <a:noFill/>
            </a:ln>
          </c:spPr>
          <c:dPt>
            <c:idx val="0"/>
            <c:bubble3D val="0"/>
            <c:spPr>
              <a:solidFill>
                <a:schemeClr val="tx2"/>
              </a:solidFill>
              <a:ln w="19050">
                <a:noFill/>
              </a:ln>
              <a:effectLst/>
            </c:spPr>
            <c:extLst>
              <c:ext xmlns:c16="http://schemas.microsoft.com/office/drawing/2014/chart" uri="{C3380CC4-5D6E-409C-BE32-E72D297353CC}">
                <c16:uniqueId val="{00000001-6C4D-EF4A-B0EF-3CAAFAD2C5E6}"/>
              </c:ext>
            </c:extLst>
          </c:dPt>
          <c:dPt>
            <c:idx val="1"/>
            <c:bubble3D val="0"/>
            <c:spPr>
              <a:solidFill>
                <a:schemeClr val="accent5">
                  <a:lumMod val="40000"/>
                  <a:lumOff val="60000"/>
                </a:schemeClr>
              </a:solidFill>
              <a:ln w="19050">
                <a:noFill/>
              </a:ln>
              <a:effectLst/>
            </c:spPr>
            <c:extLst>
              <c:ext xmlns:c16="http://schemas.microsoft.com/office/drawing/2014/chart" uri="{C3380CC4-5D6E-409C-BE32-E72D297353CC}">
                <c16:uniqueId val="{00000003-6C4D-EF4A-B0EF-3CAAFAD2C5E6}"/>
              </c:ext>
            </c:extLst>
          </c:dPt>
          <c:dPt>
            <c:idx val="2"/>
            <c:bubble3D val="0"/>
            <c:spPr>
              <a:solidFill>
                <a:srgbClr val="F5F9F6"/>
              </a:solidFill>
              <a:ln w="19050">
                <a:noFill/>
              </a:ln>
              <a:effectLst/>
            </c:spPr>
            <c:extLst>
              <c:ext xmlns:c16="http://schemas.microsoft.com/office/drawing/2014/chart" uri="{C3380CC4-5D6E-409C-BE32-E72D297353CC}">
                <c16:uniqueId val="{00000005-6C4D-EF4A-B0EF-3CAAFAD2C5E6}"/>
              </c:ext>
            </c:extLst>
          </c:dPt>
          <c:cat>
            <c:strRef>
              <c:f>Sheet1!$A$2:$A$4</c:f>
              <c:strCache>
                <c:ptCount val="3"/>
                <c:pt idx="0">
                  <c:v>1st Qtr</c:v>
                </c:pt>
                <c:pt idx="1">
                  <c:v>2nd Qtr</c:v>
                </c:pt>
                <c:pt idx="2">
                  <c:v>3rd Qtr</c:v>
                </c:pt>
              </c:strCache>
            </c:strRef>
          </c:cat>
          <c:val>
            <c:numRef>
              <c:f>Sheet1!$B$2:$B$4</c:f>
              <c:numCache>
                <c:formatCode>General</c:formatCode>
                <c:ptCount val="3"/>
                <c:pt idx="0">
                  <c:v>1000</c:v>
                </c:pt>
                <c:pt idx="1">
                  <c:v>3000</c:v>
                </c:pt>
                <c:pt idx="2">
                  <c:v>4000</c:v>
                </c:pt>
              </c:numCache>
            </c:numRef>
          </c:val>
          <c:extLst>
            <c:ext xmlns:c16="http://schemas.microsoft.com/office/drawing/2014/chart" uri="{C3380CC4-5D6E-409C-BE32-E72D297353CC}">
              <c16:uniqueId val="{00000006-6C4D-EF4A-B0EF-3CAAFAD2C5E6}"/>
            </c:ext>
          </c:extLst>
        </c:ser>
        <c:dLbls>
          <c:showLegendKey val="0"/>
          <c:showVal val="0"/>
          <c:showCatName val="0"/>
          <c:showSerName val="0"/>
          <c:showPercent val="0"/>
          <c:showBubbleSize val="0"/>
          <c:showLeaderLines val="1"/>
        </c:dLbls>
        <c:firstSliceAng val="27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GR"/>
    </a:p>
  </c:txPr>
  <c:externalData r:id="rId3">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503624920204659"/>
          <c:y val="0.10003321029708982"/>
          <c:w val="0.61615879049192979"/>
          <c:h val="0.77563592725178432"/>
        </c:manualLayout>
      </c:layout>
      <c:barChart>
        <c:barDir val="col"/>
        <c:grouping val="clustered"/>
        <c:varyColors val="0"/>
        <c:ser>
          <c:idx val="0"/>
          <c:order val="0"/>
          <c:tx>
            <c:strRef>
              <c:f>Sheet1!$B$1</c:f>
              <c:strCache>
                <c:ptCount val="1"/>
                <c:pt idx="0">
                  <c:v>Consectetur adipiscing elit</c:v>
                </c:pt>
              </c:strCache>
            </c:strRef>
          </c:tx>
          <c:spPr>
            <a:solidFill>
              <a:schemeClr val="bg2"/>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6-C29D-E64B-A308-E9FA6F912560}"/>
              </c:ext>
            </c:extLst>
          </c:dPt>
          <c:dPt>
            <c:idx val="1"/>
            <c:invertIfNegative val="0"/>
            <c:bubble3D val="0"/>
            <c:spPr>
              <a:solidFill>
                <a:schemeClr val="tx2"/>
              </a:solidFill>
              <a:ln>
                <a:noFill/>
              </a:ln>
              <a:effectLst/>
            </c:spPr>
            <c:extLst>
              <c:ext xmlns:c16="http://schemas.microsoft.com/office/drawing/2014/chart" uri="{C3380CC4-5D6E-409C-BE32-E72D297353CC}">
                <c16:uniqueId val="{00000001-34DD-7D4E-B00E-026CC74A8545}"/>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7-C29D-E64B-A308-E9FA6F912560}"/>
              </c:ext>
            </c:extLst>
          </c:dPt>
          <c:dPt>
            <c:idx val="3"/>
            <c:invertIfNegative val="0"/>
            <c:bubble3D val="0"/>
            <c:spPr>
              <a:solidFill>
                <a:schemeClr val="tx2"/>
              </a:solidFill>
              <a:ln>
                <a:noFill/>
              </a:ln>
              <a:effectLst/>
            </c:spPr>
            <c:extLst>
              <c:ext xmlns:c16="http://schemas.microsoft.com/office/drawing/2014/chart" uri="{C3380CC4-5D6E-409C-BE32-E72D297353CC}">
                <c16:uniqueId val="{00000003-34DD-7D4E-B00E-026CC74A8545}"/>
              </c:ext>
            </c:extLst>
          </c:dPt>
          <c:dPt>
            <c:idx val="4"/>
            <c:invertIfNegative val="0"/>
            <c:bubble3D val="0"/>
            <c:spPr>
              <a:solidFill>
                <a:schemeClr val="accent1"/>
              </a:solidFill>
              <a:ln>
                <a:noFill/>
              </a:ln>
              <a:effectLst/>
            </c:spPr>
            <c:extLst>
              <c:ext xmlns:c16="http://schemas.microsoft.com/office/drawing/2014/chart" uri="{C3380CC4-5D6E-409C-BE32-E72D297353CC}">
                <c16:uniqueId val="{00000008-C29D-E64B-A308-E9FA6F912560}"/>
              </c:ext>
            </c:extLst>
          </c:dPt>
          <c:dPt>
            <c:idx val="5"/>
            <c:invertIfNegative val="0"/>
            <c:bubble3D val="0"/>
            <c:spPr>
              <a:solidFill>
                <a:schemeClr val="tx2"/>
              </a:solidFill>
              <a:ln>
                <a:noFill/>
              </a:ln>
              <a:effectLst/>
            </c:spPr>
            <c:extLst>
              <c:ext xmlns:c16="http://schemas.microsoft.com/office/drawing/2014/chart" uri="{C3380CC4-5D6E-409C-BE32-E72D297353CC}">
                <c16:uniqueId val="{00000005-34DD-7D4E-B00E-026CC74A8545}"/>
              </c:ext>
            </c:extLst>
          </c:dPt>
          <c:dLbls>
            <c:delete val="1"/>
          </c:dLbls>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20</c:v>
                </c:pt>
                <c:pt idx="1">
                  <c:v>20</c:v>
                </c:pt>
                <c:pt idx="2">
                  <c:v>30</c:v>
                </c:pt>
                <c:pt idx="3">
                  <c:v>40</c:v>
                </c:pt>
                <c:pt idx="4">
                  <c:v>70</c:v>
                </c:pt>
                <c:pt idx="5">
                  <c:v>80</c:v>
                </c:pt>
              </c:numCache>
            </c:numRef>
          </c:val>
          <c:extLst>
            <c:ext xmlns:c16="http://schemas.microsoft.com/office/drawing/2014/chart" uri="{C3380CC4-5D6E-409C-BE32-E72D297353CC}">
              <c16:uniqueId val="{00000006-34DD-7D4E-B00E-026CC74A8545}"/>
            </c:ext>
          </c:extLst>
        </c:ser>
        <c:dLbls>
          <c:dLblPos val="ctr"/>
          <c:showLegendKey val="0"/>
          <c:showVal val="1"/>
          <c:showCatName val="0"/>
          <c:showSerName val="0"/>
          <c:showPercent val="0"/>
          <c:showBubbleSize val="0"/>
        </c:dLbls>
        <c:gapWidth val="15"/>
        <c:overlap val="-18"/>
        <c:axId val="358739463"/>
        <c:axId val="358743727"/>
      </c:barChart>
      <c:catAx>
        <c:axId val="358739463"/>
        <c:scaling>
          <c:orientation val="minMax"/>
        </c:scaling>
        <c:delete val="1"/>
        <c:axPos val="b"/>
        <c:numFmt formatCode="General" sourceLinked="1"/>
        <c:majorTickMark val="none"/>
        <c:minorTickMark val="none"/>
        <c:tickLblPos val="nextTo"/>
        <c:crossAx val="358743727"/>
        <c:crosses val="autoZero"/>
        <c:auto val="1"/>
        <c:lblAlgn val="ctr"/>
        <c:lblOffset val="100"/>
        <c:noMultiLvlLbl val="0"/>
      </c:catAx>
      <c:valAx>
        <c:axId val="358743727"/>
        <c:scaling>
          <c:orientation val="minMax"/>
          <c:max val="100"/>
          <c:min val="0"/>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0"/>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358739463"/>
        <c:crosses val="autoZero"/>
        <c:crossBetween val="between"/>
        <c:majorUnit val="4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Aptos" panose="020B0004020202020204" pitchFamily="34" charset="0"/>
        </a:defRPr>
      </a:pPr>
      <a:endParaRPr lang="en-GR"/>
    </a:p>
  </c:txPr>
  <c:externalData r:id="rId3">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3890485586247132"/>
          <c:y val="0.11993002916710745"/>
          <c:w val="0.61618357793255707"/>
          <c:h val="0.61127524667427691"/>
        </c:manualLayout>
      </c:layout>
      <c:lineChart>
        <c:grouping val="standard"/>
        <c:varyColors val="0"/>
        <c:ser>
          <c:idx val="0"/>
          <c:order val="0"/>
          <c:tx>
            <c:strRef>
              <c:f>Sheet1!$B$1</c:f>
              <c:strCache>
                <c:ptCount val="1"/>
                <c:pt idx="0">
                  <c:v>Variant a</c:v>
                </c:pt>
              </c:strCache>
            </c:strRef>
          </c:tx>
          <c:spPr>
            <a:ln w="19050" cap="rnd">
              <a:solidFill>
                <a:schemeClr val="accent1">
                  <a:alpha val="97000"/>
                </a:schemeClr>
              </a:solidFill>
              <a:round/>
            </a:ln>
            <a:effectLst/>
          </c:spPr>
          <c:marker>
            <c:symbol val="none"/>
          </c:marker>
          <c:cat>
            <c:strRef>
              <c:f>Sheet1!$A$2:$A$14</c:f>
              <c:strCache>
                <c:ptCount val="13"/>
                <c:pt idx="0">
                  <c:v>Q4 2019</c:v>
                </c:pt>
                <c:pt idx="1">
                  <c:v>Q1 2020</c:v>
                </c:pt>
                <c:pt idx="2">
                  <c:v>Q2 2020</c:v>
                </c:pt>
                <c:pt idx="3">
                  <c:v>Q3 2020</c:v>
                </c:pt>
                <c:pt idx="4">
                  <c:v>Q4 2020</c:v>
                </c:pt>
                <c:pt idx="5">
                  <c:v>Q1 2021</c:v>
                </c:pt>
                <c:pt idx="6">
                  <c:v>Q2 2021</c:v>
                </c:pt>
                <c:pt idx="7">
                  <c:v>Q3 2021</c:v>
                </c:pt>
                <c:pt idx="8">
                  <c:v>Q4 2021</c:v>
                </c:pt>
                <c:pt idx="9">
                  <c:v>Q1 2022</c:v>
                </c:pt>
                <c:pt idx="10">
                  <c:v>Q2 2022</c:v>
                </c:pt>
                <c:pt idx="11">
                  <c:v>Q3 2022</c:v>
                </c:pt>
                <c:pt idx="12">
                  <c:v>Q4 2022</c:v>
                </c:pt>
              </c:strCache>
            </c:strRef>
          </c:cat>
          <c:val>
            <c:numRef>
              <c:f>Sheet1!$B$2:$B$14</c:f>
              <c:numCache>
                <c:formatCode>General</c:formatCode>
                <c:ptCount val="13"/>
                <c:pt idx="0">
                  <c:v>0</c:v>
                </c:pt>
                <c:pt idx="1">
                  <c:v>5</c:v>
                </c:pt>
                <c:pt idx="2">
                  <c:v>-1</c:v>
                </c:pt>
                <c:pt idx="3">
                  <c:v>1</c:v>
                </c:pt>
                <c:pt idx="4">
                  <c:v>-5</c:v>
                </c:pt>
                <c:pt idx="5">
                  <c:v>1</c:v>
                </c:pt>
                <c:pt idx="6">
                  <c:v>3</c:v>
                </c:pt>
                <c:pt idx="7">
                  <c:v>4</c:v>
                </c:pt>
                <c:pt idx="8">
                  <c:v>-15</c:v>
                </c:pt>
                <c:pt idx="9">
                  <c:v>-7</c:v>
                </c:pt>
                <c:pt idx="10">
                  <c:v>20</c:v>
                </c:pt>
                <c:pt idx="11">
                  <c:v>15</c:v>
                </c:pt>
                <c:pt idx="12">
                  <c:v>5</c:v>
                </c:pt>
              </c:numCache>
            </c:numRef>
          </c:val>
          <c:smooth val="0"/>
          <c:extLst>
            <c:ext xmlns:c16="http://schemas.microsoft.com/office/drawing/2014/chart" uri="{C3380CC4-5D6E-409C-BE32-E72D297353CC}">
              <c16:uniqueId val="{00000000-DD9D-4941-9EF2-08FC3DBDABE4}"/>
            </c:ext>
          </c:extLst>
        </c:ser>
        <c:dLbls>
          <c:showLegendKey val="0"/>
          <c:showVal val="0"/>
          <c:showCatName val="0"/>
          <c:showSerName val="0"/>
          <c:showPercent val="0"/>
          <c:showBubbleSize val="0"/>
        </c:dLbls>
        <c:marker val="1"/>
        <c:smooth val="0"/>
        <c:axId val="358739463"/>
        <c:axId val="358743727"/>
      </c:lineChart>
      <c:lineChart>
        <c:grouping val="standard"/>
        <c:varyColors val="0"/>
        <c:ser>
          <c:idx val="1"/>
          <c:order val="1"/>
          <c:tx>
            <c:strRef>
              <c:f>Sheet1!$C$1</c:f>
              <c:strCache>
                <c:ptCount val="1"/>
                <c:pt idx="0">
                  <c:v>Variant b</c:v>
                </c:pt>
              </c:strCache>
            </c:strRef>
          </c:tx>
          <c:spPr>
            <a:ln w="19050" cap="rnd">
              <a:solidFill>
                <a:schemeClr val="accent2"/>
              </a:solidFill>
              <a:round/>
            </a:ln>
            <a:effectLst/>
          </c:spPr>
          <c:marker>
            <c:symbol val="none"/>
          </c:marker>
          <c:cat>
            <c:strRef>
              <c:f>Sheet1!$A$2:$A$14</c:f>
              <c:strCache>
                <c:ptCount val="13"/>
                <c:pt idx="0">
                  <c:v>Q4 2019</c:v>
                </c:pt>
                <c:pt idx="1">
                  <c:v>Q1 2020</c:v>
                </c:pt>
                <c:pt idx="2">
                  <c:v>Q2 2020</c:v>
                </c:pt>
                <c:pt idx="3">
                  <c:v>Q3 2020</c:v>
                </c:pt>
                <c:pt idx="4">
                  <c:v>Q4 2020</c:v>
                </c:pt>
                <c:pt idx="5">
                  <c:v>Q1 2021</c:v>
                </c:pt>
                <c:pt idx="6">
                  <c:v>Q2 2021</c:v>
                </c:pt>
                <c:pt idx="7">
                  <c:v>Q3 2021</c:v>
                </c:pt>
                <c:pt idx="8">
                  <c:v>Q4 2021</c:v>
                </c:pt>
                <c:pt idx="9">
                  <c:v>Q1 2022</c:v>
                </c:pt>
                <c:pt idx="10">
                  <c:v>Q2 2022</c:v>
                </c:pt>
                <c:pt idx="11">
                  <c:v>Q3 2022</c:v>
                </c:pt>
                <c:pt idx="12">
                  <c:v>Q4 2022</c:v>
                </c:pt>
              </c:strCache>
            </c:strRef>
          </c:cat>
          <c:val>
            <c:numRef>
              <c:f>Sheet1!$C$2:$C$14</c:f>
              <c:numCache>
                <c:formatCode>General</c:formatCode>
                <c:ptCount val="13"/>
                <c:pt idx="0">
                  <c:v>0</c:v>
                </c:pt>
                <c:pt idx="1">
                  <c:v>3</c:v>
                </c:pt>
                <c:pt idx="2">
                  <c:v>1.8</c:v>
                </c:pt>
                <c:pt idx="3">
                  <c:v>4</c:v>
                </c:pt>
                <c:pt idx="4">
                  <c:v>5</c:v>
                </c:pt>
                <c:pt idx="5">
                  <c:v>4</c:v>
                </c:pt>
                <c:pt idx="6">
                  <c:v>2</c:v>
                </c:pt>
                <c:pt idx="7">
                  <c:v>1</c:v>
                </c:pt>
                <c:pt idx="8">
                  <c:v>-5</c:v>
                </c:pt>
                <c:pt idx="9">
                  <c:v>-3</c:v>
                </c:pt>
                <c:pt idx="10">
                  <c:v>5</c:v>
                </c:pt>
                <c:pt idx="11">
                  <c:v>10</c:v>
                </c:pt>
                <c:pt idx="12">
                  <c:v>7</c:v>
                </c:pt>
              </c:numCache>
            </c:numRef>
          </c:val>
          <c:smooth val="0"/>
          <c:extLst>
            <c:ext xmlns:c16="http://schemas.microsoft.com/office/drawing/2014/chart" uri="{C3380CC4-5D6E-409C-BE32-E72D297353CC}">
              <c16:uniqueId val="{00000001-DD9D-4941-9EF2-08FC3DBDABE4}"/>
            </c:ext>
          </c:extLst>
        </c:ser>
        <c:dLbls>
          <c:showLegendKey val="0"/>
          <c:showVal val="0"/>
          <c:showCatName val="0"/>
          <c:showSerName val="0"/>
          <c:showPercent val="0"/>
          <c:showBubbleSize val="0"/>
        </c:dLbls>
        <c:marker val="1"/>
        <c:smooth val="0"/>
        <c:axId val="1727312640"/>
        <c:axId val="1727314080"/>
      </c:lineChart>
      <c:catAx>
        <c:axId val="358739463"/>
        <c:scaling>
          <c:orientation val="minMax"/>
        </c:scaling>
        <c:delete val="0"/>
        <c:axPos val="b"/>
        <c:numFmt formatCode="General" sourceLinked="1"/>
        <c:majorTickMark val="none"/>
        <c:minorTickMark val="none"/>
        <c:tickLblPos val="low"/>
        <c:spPr>
          <a:noFill/>
          <a:ln w="9525" cap="flat" cmpd="sng" algn="ctr">
            <a:solidFill>
              <a:srgbClr val="B5B7B5"/>
            </a:solidFill>
            <a:round/>
          </a:ln>
          <a:effectLst/>
        </c:spPr>
        <c:txPr>
          <a:bodyPr rot="-5400000" spcFirstLastPara="1" vertOverflow="ellipsis" wrap="square" anchor="ctr" anchorCtr="0"/>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358743727"/>
        <c:crosses val="autoZero"/>
        <c:auto val="1"/>
        <c:lblAlgn val="ctr"/>
        <c:lblOffset val="100"/>
        <c:noMultiLvlLbl val="0"/>
      </c:catAx>
      <c:valAx>
        <c:axId val="358743727"/>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358739463"/>
        <c:crosses val="autoZero"/>
        <c:crossBetween val="between"/>
      </c:valAx>
      <c:valAx>
        <c:axId val="1727314080"/>
        <c:scaling>
          <c:orientation val="minMax"/>
          <c:max val="30"/>
          <c:min val="-20"/>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1727312640"/>
        <c:crosses val="max"/>
        <c:crossBetween val="between"/>
        <c:majorUnit val="10"/>
        <c:minorUnit val="2"/>
      </c:valAx>
      <c:catAx>
        <c:axId val="1727312640"/>
        <c:scaling>
          <c:orientation val="minMax"/>
        </c:scaling>
        <c:delete val="1"/>
        <c:axPos val="b"/>
        <c:numFmt formatCode="General" sourceLinked="1"/>
        <c:majorTickMark val="out"/>
        <c:minorTickMark val="none"/>
        <c:tickLblPos val="nextTo"/>
        <c:crossAx val="1727314080"/>
        <c:crosses val="autoZero"/>
        <c:auto val="1"/>
        <c:lblAlgn val="ctr"/>
        <c:lblOffset val="100"/>
        <c:noMultiLvlLbl val="0"/>
      </c:catAx>
      <c:spPr>
        <a:noFill/>
        <a:ln>
          <a:noFill/>
        </a:ln>
        <a:effectLst/>
      </c:spPr>
    </c:plotArea>
    <c:legend>
      <c:legendPos val="b"/>
      <c:legendEntry>
        <c:idx val="0"/>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Entry>
      <c:legendEntry>
        <c:idx val="1"/>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Entry>
      <c:layout>
        <c:manualLayout>
          <c:xMode val="edge"/>
          <c:yMode val="edge"/>
          <c:x val="2.4774026783911877E-2"/>
          <c:y val="0.64326909818370881"/>
          <c:w val="0.20863063123109388"/>
          <c:h val="0.17258089673022364"/>
        </c:manualLayout>
      </c:layout>
      <c:overlay val="0"/>
      <c:spPr>
        <a:noFill/>
        <a:ln>
          <a:noFill/>
        </a:ln>
        <a:effectLst/>
      </c:spPr>
      <c:txPr>
        <a:bodyPr rot="0" spcFirstLastPara="1" vertOverflow="ellipsis" vert="horz" wrap="square" anchor="ctr" anchorCtr="1"/>
        <a:lstStyle/>
        <a:p>
          <a:pPr marL="36000">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12700">
      <a:noFill/>
    </a:ln>
    <a:effectLst/>
  </c:spPr>
  <c:txPr>
    <a:bodyPr/>
    <a:lstStyle/>
    <a:p>
      <a:pPr>
        <a:defRPr>
          <a:latin typeface="Aptos" panose="020B0004020202020204" pitchFamily="34" charset="0"/>
        </a:defRPr>
      </a:pPr>
      <a:endParaRPr lang="en-GR"/>
    </a:p>
  </c:txPr>
  <c:externalData r:id="rId3">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3590271513174302"/>
          <c:y val="0.1192429505627244"/>
          <c:w val="0.61845679853618285"/>
          <c:h val="0.66840442321019522"/>
        </c:manualLayout>
      </c:layout>
      <c:barChart>
        <c:barDir val="col"/>
        <c:grouping val="clustered"/>
        <c:varyColors val="0"/>
        <c:ser>
          <c:idx val="2"/>
          <c:order val="2"/>
          <c:tx>
            <c:strRef>
              <c:f>Sheet1!$D$1</c:f>
              <c:strCache>
                <c:ptCount val="1"/>
                <c:pt idx="0">
                  <c:v>Lorem ipsum</c:v>
                </c:pt>
              </c:strCache>
            </c:strRef>
          </c:tx>
          <c:spPr>
            <a:solidFill>
              <a:schemeClr val="tx2"/>
            </a:solidFill>
            <a:ln>
              <a:solidFill>
                <a:schemeClr val="tx2"/>
              </a:solidFill>
            </a:ln>
            <a:effectLst/>
          </c:spPr>
          <c:invertIfNegative val="0"/>
          <c:cat>
            <c:strRef>
              <c:f>Sheet1!$A$2:$A$14</c:f>
              <c:strCache>
                <c:ptCount val="13"/>
                <c:pt idx="0">
                  <c:v>Q1 2019</c:v>
                </c:pt>
                <c:pt idx="1">
                  <c:v>Q2 2019</c:v>
                </c:pt>
                <c:pt idx="2">
                  <c:v>Q3 2019</c:v>
                </c:pt>
                <c:pt idx="3">
                  <c:v>Q4 2019</c:v>
                </c:pt>
                <c:pt idx="4">
                  <c:v>Q1 2020</c:v>
                </c:pt>
                <c:pt idx="5">
                  <c:v>Q2 2020</c:v>
                </c:pt>
                <c:pt idx="6">
                  <c:v>Q3 2020</c:v>
                </c:pt>
                <c:pt idx="7">
                  <c:v>Q4 2020</c:v>
                </c:pt>
                <c:pt idx="8">
                  <c:v>Q1 2021</c:v>
                </c:pt>
                <c:pt idx="9">
                  <c:v>Q2 2021</c:v>
                </c:pt>
                <c:pt idx="10">
                  <c:v>Q3 2021</c:v>
                </c:pt>
                <c:pt idx="11">
                  <c:v>Q4 2021</c:v>
                </c:pt>
                <c:pt idx="12">
                  <c:v>Q1 2022</c:v>
                </c:pt>
              </c:strCache>
            </c:strRef>
          </c:cat>
          <c:val>
            <c:numRef>
              <c:f>Sheet1!$D$2:$D$14</c:f>
              <c:numCache>
                <c:formatCode>General</c:formatCode>
                <c:ptCount val="13"/>
                <c:pt idx="0">
                  <c:v>3</c:v>
                </c:pt>
                <c:pt idx="1">
                  <c:v>4</c:v>
                </c:pt>
                <c:pt idx="2">
                  <c:v>5</c:v>
                </c:pt>
                <c:pt idx="3">
                  <c:v>2</c:v>
                </c:pt>
                <c:pt idx="4">
                  <c:v>6</c:v>
                </c:pt>
                <c:pt idx="5">
                  <c:v>6</c:v>
                </c:pt>
                <c:pt idx="6">
                  <c:v>7</c:v>
                </c:pt>
                <c:pt idx="7">
                  <c:v>10</c:v>
                </c:pt>
                <c:pt idx="8">
                  <c:v>4</c:v>
                </c:pt>
                <c:pt idx="9">
                  <c:v>4</c:v>
                </c:pt>
                <c:pt idx="10">
                  <c:v>6</c:v>
                </c:pt>
                <c:pt idx="11">
                  <c:v>8</c:v>
                </c:pt>
                <c:pt idx="12">
                  <c:v>5</c:v>
                </c:pt>
              </c:numCache>
            </c:numRef>
          </c:val>
          <c:extLst>
            <c:ext xmlns:c16="http://schemas.microsoft.com/office/drawing/2014/chart" uri="{C3380CC4-5D6E-409C-BE32-E72D297353CC}">
              <c16:uniqueId val="{00000000-8F7E-E240-879B-000D9E471677}"/>
            </c:ext>
          </c:extLst>
        </c:ser>
        <c:dLbls>
          <c:showLegendKey val="0"/>
          <c:showVal val="0"/>
          <c:showCatName val="0"/>
          <c:showSerName val="0"/>
          <c:showPercent val="0"/>
          <c:showBubbleSize val="0"/>
        </c:dLbls>
        <c:gapWidth val="150"/>
        <c:axId val="618694384"/>
        <c:axId val="618692944"/>
      </c:barChart>
      <c:lineChart>
        <c:grouping val="standard"/>
        <c:varyColors val="0"/>
        <c:ser>
          <c:idx val="0"/>
          <c:order val="0"/>
          <c:tx>
            <c:strRef>
              <c:f>Sheet1!$B$1</c:f>
              <c:strCache>
                <c:ptCount val="1"/>
                <c:pt idx="0">
                  <c:v>Variant a</c:v>
                </c:pt>
              </c:strCache>
            </c:strRef>
          </c:tx>
          <c:spPr>
            <a:ln w="19050" cap="rnd">
              <a:solidFill>
                <a:schemeClr val="accent3"/>
              </a:solidFill>
              <a:round/>
            </a:ln>
            <a:effectLst/>
          </c:spPr>
          <c:marker>
            <c:symbol val="none"/>
          </c:marker>
          <c:cat>
            <c:strRef>
              <c:f>Sheet1!$A$2:$A$14</c:f>
              <c:strCache>
                <c:ptCount val="13"/>
                <c:pt idx="0">
                  <c:v>Q1 2019</c:v>
                </c:pt>
                <c:pt idx="1">
                  <c:v>Q2 2019</c:v>
                </c:pt>
                <c:pt idx="2">
                  <c:v>Q3 2019</c:v>
                </c:pt>
                <c:pt idx="3">
                  <c:v>Q4 2019</c:v>
                </c:pt>
                <c:pt idx="4">
                  <c:v>Q1 2020</c:v>
                </c:pt>
                <c:pt idx="5">
                  <c:v>Q2 2020</c:v>
                </c:pt>
                <c:pt idx="6">
                  <c:v>Q3 2020</c:v>
                </c:pt>
                <c:pt idx="7">
                  <c:v>Q4 2020</c:v>
                </c:pt>
                <c:pt idx="8">
                  <c:v>Q1 2021</c:v>
                </c:pt>
                <c:pt idx="9">
                  <c:v>Q2 2021</c:v>
                </c:pt>
                <c:pt idx="10">
                  <c:v>Q3 2021</c:v>
                </c:pt>
                <c:pt idx="11">
                  <c:v>Q4 2021</c:v>
                </c:pt>
                <c:pt idx="12">
                  <c:v>Q1 2022</c:v>
                </c:pt>
              </c:strCache>
            </c:strRef>
          </c:cat>
          <c:val>
            <c:numRef>
              <c:f>Sheet1!$B$2:$B$14</c:f>
              <c:numCache>
                <c:formatCode>General</c:formatCode>
                <c:ptCount val="13"/>
                <c:pt idx="0">
                  <c:v>0</c:v>
                </c:pt>
                <c:pt idx="1">
                  <c:v>5</c:v>
                </c:pt>
                <c:pt idx="2">
                  <c:v>-1</c:v>
                </c:pt>
                <c:pt idx="3">
                  <c:v>1</c:v>
                </c:pt>
                <c:pt idx="4">
                  <c:v>-5</c:v>
                </c:pt>
                <c:pt idx="5">
                  <c:v>1</c:v>
                </c:pt>
                <c:pt idx="6">
                  <c:v>3</c:v>
                </c:pt>
                <c:pt idx="7">
                  <c:v>4</c:v>
                </c:pt>
                <c:pt idx="8">
                  <c:v>-15</c:v>
                </c:pt>
                <c:pt idx="9">
                  <c:v>-7</c:v>
                </c:pt>
                <c:pt idx="10">
                  <c:v>20</c:v>
                </c:pt>
                <c:pt idx="11">
                  <c:v>15</c:v>
                </c:pt>
                <c:pt idx="12">
                  <c:v>5</c:v>
                </c:pt>
              </c:numCache>
            </c:numRef>
          </c:val>
          <c:smooth val="0"/>
          <c:extLst>
            <c:ext xmlns:c16="http://schemas.microsoft.com/office/drawing/2014/chart" uri="{C3380CC4-5D6E-409C-BE32-E72D297353CC}">
              <c16:uniqueId val="{00000001-8F7E-E240-879B-000D9E471677}"/>
            </c:ext>
          </c:extLst>
        </c:ser>
        <c:dLbls>
          <c:showLegendKey val="0"/>
          <c:showVal val="0"/>
          <c:showCatName val="0"/>
          <c:showSerName val="0"/>
          <c:showPercent val="0"/>
          <c:showBubbleSize val="0"/>
        </c:dLbls>
        <c:marker val="1"/>
        <c:smooth val="0"/>
        <c:axId val="358739463"/>
        <c:axId val="358743727"/>
      </c:lineChart>
      <c:lineChart>
        <c:grouping val="standard"/>
        <c:varyColors val="0"/>
        <c:ser>
          <c:idx val="1"/>
          <c:order val="1"/>
          <c:tx>
            <c:strRef>
              <c:f>Sheet1!$C$1</c:f>
              <c:strCache>
                <c:ptCount val="1"/>
                <c:pt idx="0">
                  <c:v>Variant b</c:v>
                </c:pt>
              </c:strCache>
            </c:strRef>
          </c:tx>
          <c:spPr>
            <a:ln w="19050" cap="rnd">
              <a:solidFill>
                <a:schemeClr val="accent1"/>
              </a:solidFill>
              <a:round/>
            </a:ln>
            <a:effectLst/>
          </c:spPr>
          <c:marker>
            <c:symbol val="none"/>
          </c:marker>
          <c:cat>
            <c:strRef>
              <c:f>Sheet1!$A$2:$A$14</c:f>
              <c:strCache>
                <c:ptCount val="13"/>
                <c:pt idx="0">
                  <c:v>Q1 2019</c:v>
                </c:pt>
                <c:pt idx="1">
                  <c:v>Q2 2019</c:v>
                </c:pt>
                <c:pt idx="2">
                  <c:v>Q3 2019</c:v>
                </c:pt>
                <c:pt idx="3">
                  <c:v>Q4 2019</c:v>
                </c:pt>
                <c:pt idx="4">
                  <c:v>Q1 2020</c:v>
                </c:pt>
                <c:pt idx="5">
                  <c:v>Q2 2020</c:v>
                </c:pt>
                <c:pt idx="6">
                  <c:v>Q3 2020</c:v>
                </c:pt>
                <c:pt idx="7">
                  <c:v>Q4 2020</c:v>
                </c:pt>
                <c:pt idx="8">
                  <c:v>Q1 2021</c:v>
                </c:pt>
                <c:pt idx="9">
                  <c:v>Q2 2021</c:v>
                </c:pt>
                <c:pt idx="10">
                  <c:v>Q3 2021</c:v>
                </c:pt>
                <c:pt idx="11">
                  <c:v>Q4 2021</c:v>
                </c:pt>
                <c:pt idx="12">
                  <c:v>Q1 2022</c:v>
                </c:pt>
              </c:strCache>
            </c:strRef>
          </c:cat>
          <c:val>
            <c:numRef>
              <c:f>Sheet1!$C$2:$C$14</c:f>
              <c:numCache>
                <c:formatCode>General</c:formatCode>
                <c:ptCount val="13"/>
                <c:pt idx="0">
                  <c:v>0</c:v>
                </c:pt>
                <c:pt idx="1">
                  <c:v>3</c:v>
                </c:pt>
                <c:pt idx="2">
                  <c:v>1.8</c:v>
                </c:pt>
                <c:pt idx="3">
                  <c:v>4</c:v>
                </c:pt>
                <c:pt idx="4">
                  <c:v>5</c:v>
                </c:pt>
                <c:pt idx="5">
                  <c:v>4</c:v>
                </c:pt>
                <c:pt idx="6">
                  <c:v>2</c:v>
                </c:pt>
                <c:pt idx="7">
                  <c:v>1</c:v>
                </c:pt>
                <c:pt idx="8">
                  <c:v>-5</c:v>
                </c:pt>
                <c:pt idx="9">
                  <c:v>-3</c:v>
                </c:pt>
                <c:pt idx="10">
                  <c:v>5</c:v>
                </c:pt>
                <c:pt idx="11">
                  <c:v>10</c:v>
                </c:pt>
                <c:pt idx="12">
                  <c:v>7</c:v>
                </c:pt>
              </c:numCache>
            </c:numRef>
          </c:val>
          <c:smooth val="0"/>
          <c:extLst>
            <c:ext xmlns:c16="http://schemas.microsoft.com/office/drawing/2014/chart" uri="{C3380CC4-5D6E-409C-BE32-E72D297353CC}">
              <c16:uniqueId val="{00000002-8F7E-E240-879B-000D9E471677}"/>
            </c:ext>
          </c:extLst>
        </c:ser>
        <c:dLbls>
          <c:showLegendKey val="0"/>
          <c:showVal val="0"/>
          <c:showCatName val="0"/>
          <c:showSerName val="0"/>
          <c:showPercent val="0"/>
          <c:showBubbleSize val="0"/>
        </c:dLbls>
        <c:marker val="1"/>
        <c:smooth val="0"/>
        <c:axId val="618694384"/>
        <c:axId val="618692944"/>
      </c:lineChart>
      <c:catAx>
        <c:axId val="358739463"/>
        <c:scaling>
          <c:orientation val="minMax"/>
        </c:scaling>
        <c:delete val="0"/>
        <c:axPos val="b"/>
        <c:numFmt formatCode="General" sourceLinked="1"/>
        <c:majorTickMark val="none"/>
        <c:minorTickMark val="none"/>
        <c:tickLblPos val="low"/>
        <c:spPr>
          <a:noFill/>
          <a:ln w="9525" cap="flat" cmpd="sng" algn="ctr">
            <a:solidFill>
              <a:srgbClr val="B5B7B5"/>
            </a:solidFill>
            <a:round/>
          </a:ln>
          <a:effectLst/>
        </c:spPr>
        <c:txPr>
          <a:bodyPr rot="-5400000" spcFirstLastPara="1" vertOverflow="ellipsis" wrap="square" anchor="ctr" anchorCtr="0"/>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358743727"/>
        <c:crosses val="autoZero"/>
        <c:auto val="1"/>
        <c:lblAlgn val="ctr"/>
        <c:lblOffset val="100"/>
        <c:noMultiLvlLbl val="0"/>
      </c:catAx>
      <c:valAx>
        <c:axId val="358743727"/>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358739463"/>
        <c:crosses val="autoZero"/>
        <c:crossBetween val="between"/>
      </c:valAx>
      <c:valAx>
        <c:axId val="618692944"/>
        <c:scaling>
          <c:orientation val="minMax"/>
          <c:max val="30"/>
          <c:min val="-20"/>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crossAx val="618694384"/>
        <c:crosses val="max"/>
        <c:crossBetween val="between"/>
        <c:majorUnit val="10"/>
        <c:minorUnit val="2"/>
      </c:valAx>
      <c:catAx>
        <c:axId val="618694384"/>
        <c:scaling>
          <c:orientation val="minMax"/>
        </c:scaling>
        <c:delete val="1"/>
        <c:axPos val="b"/>
        <c:numFmt formatCode="General" sourceLinked="1"/>
        <c:majorTickMark val="out"/>
        <c:minorTickMark val="none"/>
        <c:tickLblPos val="nextTo"/>
        <c:crossAx val="618692944"/>
        <c:crosses val="autoZero"/>
        <c:auto val="1"/>
        <c:lblAlgn val="ctr"/>
        <c:lblOffset val="100"/>
        <c:noMultiLvlLbl val="0"/>
      </c:catAx>
      <c:spPr>
        <a:noFill/>
        <a:ln>
          <a:noFill/>
        </a:ln>
        <a:effectLst/>
      </c:spPr>
    </c:plotArea>
    <c:legend>
      <c:legendPos val="b"/>
      <c:legendEntry>
        <c:idx val="1"/>
        <c:txPr>
          <a:bodyPr rot="0" spcFirstLastPara="1" vertOverflow="ellipsis" vert="horz" wrap="square" anchor="ctr" anchorCtr="1"/>
          <a:lstStyle/>
          <a:p>
            <a:pPr marL="36000">
              <a:spcBef>
                <a:spcPts val="0"/>
              </a:spcBef>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Entry>
      <c:legendEntry>
        <c:idx val="2"/>
        <c:txPr>
          <a:bodyPr rot="0" spcFirstLastPara="1" vertOverflow="ellipsis" vert="horz" wrap="square" anchor="ctr" anchorCtr="1"/>
          <a:lstStyle/>
          <a:p>
            <a:pPr marL="36000">
              <a:spcBef>
                <a:spcPts val="0"/>
              </a:spcBef>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Entry>
      <c:layout>
        <c:manualLayout>
          <c:xMode val="edge"/>
          <c:yMode val="edge"/>
          <c:x val="2.4412330802844672E-2"/>
          <c:y val="0.54969281999053965"/>
          <c:w val="0.2439014825973721"/>
          <c:h val="0.26252159381897211"/>
        </c:manualLayout>
      </c:layout>
      <c:overlay val="0"/>
      <c:spPr>
        <a:noFill/>
        <a:ln>
          <a:noFill/>
        </a:ln>
        <a:effectLst/>
      </c:spPr>
      <c:txPr>
        <a:bodyPr rot="0" spcFirstLastPara="1" vertOverflow="ellipsis" vert="horz" wrap="square" anchor="ctr" anchorCtr="1"/>
        <a:lstStyle/>
        <a:p>
          <a:pPr marL="36000">
            <a:spcBef>
              <a:spcPts val="0"/>
            </a:spcBef>
            <a:defRPr sz="1000" b="0" i="0" u="none" strike="noStrike" kern="1200" baseline="0">
              <a:solidFill>
                <a:schemeClr val="tx1">
                  <a:lumMod val="65000"/>
                  <a:lumOff val="35000"/>
                </a:schemeClr>
              </a:solidFill>
              <a:latin typeface="Aptos" panose="020B0004020202020204" pitchFamily="34" charset="0"/>
              <a:ea typeface="+mn-ea"/>
              <a:cs typeface="+mn-cs"/>
            </a:defRPr>
          </a:pPr>
          <a:endParaRPr lang="en-G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12700">
      <a:noFill/>
    </a:ln>
    <a:effectLst/>
  </c:spPr>
  <c:txPr>
    <a:bodyPr/>
    <a:lstStyle/>
    <a:p>
      <a:pPr>
        <a:defRPr>
          <a:latin typeface="Aptos" panose="020B0004020202020204" pitchFamily="34" charset="0"/>
        </a:defRPr>
      </a:pPr>
      <a:endParaRPr lang="en-GR"/>
    </a:p>
  </c:txPr>
  <c:externalData r:id="rId3">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chemeClr val="accent1"/>
              </a:solidFill>
              <a:ln>
                <a:noFill/>
              </a:ln>
              <a:effectLst/>
              <a:scene3d>
                <a:camera prst="orthographicFront"/>
                <a:lightRig rig="threePt" dir="t"/>
              </a:scene3d>
            </c:spPr>
            <c:extLst>
              <c:ext xmlns:c16="http://schemas.microsoft.com/office/drawing/2014/chart" uri="{C3380CC4-5D6E-409C-BE32-E72D297353CC}">
                <c16:uniqueId val="{00000001-D692-AA48-8504-54EDE0C6C25B}"/>
              </c:ext>
            </c:extLst>
          </c:dPt>
          <c:dPt>
            <c:idx val="1"/>
            <c:bubble3D val="0"/>
            <c:spPr>
              <a:solidFill>
                <a:schemeClr val="accent2"/>
              </a:solidFill>
              <a:ln>
                <a:noFill/>
              </a:ln>
              <a:effectLst/>
              <a:scene3d>
                <a:camera prst="orthographicFront"/>
                <a:lightRig rig="threePt" dir="t"/>
              </a:scene3d>
            </c:spPr>
            <c:extLst>
              <c:ext xmlns:c16="http://schemas.microsoft.com/office/drawing/2014/chart" uri="{C3380CC4-5D6E-409C-BE32-E72D297353CC}">
                <c16:uniqueId val="{00000003-D692-AA48-8504-54EDE0C6C25B}"/>
              </c:ext>
            </c:extLst>
          </c:dPt>
          <c:dPt>
            <c:idx val="2"/>
            <c:bubble3D val="0"/>
            <c:spPr>
              <a:solidFill>
                <a:schemeClr val="accent3"/>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D692-AA48-8504-54EDE0C6C25B}"/>
              </c:ext>
            </c:extLst>
          </c:dPt>
          <c:dPt>
            <c:idx val="3"/>
            <c:bubble3D val="0"/>
            <c:spPr>
              <a:solidFill>
                <a:schemeClr val="accent4"/>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7-D692-AA48-8504-54EDE0C6C25B}"/>
              </c:ext>
            </c:extLst>
          </c:dPt>
          <c:dLbls>
            <c:dLbl>
              <c:idx val="0"/>
              <c:layout>
                <c:manualLayout>
                  <c:x val="-0.17248834833698312"/>
                  <c:y val="7.4220340820229241E-2"/>
                </c:manualLayout>
              </c:layout>
              <c:spPr>
                <a:noFill/>
                <a:ln>
                  <a:noFill/>
                </a:ln>
                <a:effectLst/>
              </c:spPr>
              <c:txPr>
                <a:bodyPr rot="0" spcFirstLastPara="1" vertOverflow="ellipsis" vert="horz" wrap="square" anchor="ctr" anchorCtr="1"/>
                <a:lstStyle/>
                <a:p>
                  <a:pPr>
                    <a:defRPr sz="1800" b="1" i="0" u="none" strike="noStrike" kern="1200" baseline="0">
                      <a:solidFill>
                        <a:schemeClr val="lt1"/>
                      </a:solidFill>
                      <a:latin typeface="Aptos" panose="020B0004020202020204" pitchFamily="34" charset="0"/>
                      <a:ea typeface="Lato Light" panose="020F0502020204030203" pitchFamily="34" charset="0"/>
                      <a:cs typeface="Lato Light" panose="020F0502020204030203" pitchFamily="34" charset="0"/>
                    </a:defRPr>
                  </a:pPr>
                  <a:endParaRPr lang="en-GR"/>
                </a:p>
              </c:txPr>
              <c:dLblPos val="bestFit"/>
              <c:showLegendKey val="0"/>
              <c:showVal val="0"/>
              <c:showCatName val="0"/>
              <c:showSerName val="0"/>
              <c:showPercent val="1"/>
              <c:showBubbleSize val="0"/>
              <c:extLst>
                <c:ext xmlns:c15="http://schemas.microsoft.com/office/drawing/2012/chart" uri="{CE6537A1-D6FC-4f65-9D91-7224C49458BB}">
                  <c15:layout>
                    <c:manualLayout>
                      <c:w val="0.243680085150349"/>
                      <c:h val="0.11074253023694429"/>
                    </c:manualLayout>
                  </c15:layout>
                </c:ext>
                <c:ext xmlns:c16="http://schemas.microsoft.com/office/drawing/2014/chart" uri="{C3380CC4-5D6E-409C-BE32-E72D297353CC}">
                  <c16:uniqueId val="{00000001-D692-AA48-8504-54EDE0C6C25B}"/>
                </c:ext>
              </c:extLst>
            </c:dLbl>
            <c:dLbl>
              <c:idx val="1"/>
              <c:layout>
                <c:manualLayout>
                  <c:x val="0.16699302437463381"/>
                  <c:y val="-8.9725648232024183E-2"/>
                </c:manualLayout>
              </c:layout>
              <c:spPr>
                <a:noFill/>
                <a:ln>
                  <a:noFill/>
                </a:ln>
                <a:effectLst/>
              </c:spPr>
              <c:txPr>
                <a:bodyPr rot="0" spcFirstLastPara="1" vertOverflow="ellipsis" vert="horz" wrap="square" anchor="ctr" anchorCtr="1"/>
                <a:lstStyle/>
                <a:p>
                  <a:pPr>
                    <a:defRPr sz="1800" b="1" i="0" u="none" strike="noStrike" kern="1200" baseline="0">
                      <a:solidFill>
                        <a:schemeClr val="lt1"/>
                      </a:solidFill>
                      <a:latin typeface="Aptos" panose="020B0004020202020204" pitchFamily="34" charset="0"/>
                      <a:ea typeface="Lato Light" panose="020F0502020204030203" pitchFamily="34" charset="0"/>
                      <a:cs typeface="Lato Light" panose="020F0502020204030203" pitchFamily="34" charset="0"/>
                    </a:defRPr>
                  </a:pPr>
                  <a:endParaRPr lang="en-GR"/>
                </a:p>
              </c:txPr>
              <c:dLblPos val="bestFit"/>
              <c:showLegendKey val="0"/>
              <c:showVal val="0"/>
              <c:showCatName val="0"/>
              <c:showSerName val="0"/>
              <c:showPercent val="1"/>
              <c:showBubbleSize val="0"/>
              <c:extLst>
                <c:ext xmlns:c15="http://schemas.microsoft.com/office/drawing/2012/chart" uri="{CE6537A1-D6FC-4f65-9D91-7224C49458BB}">
                  <c15:layout>
                    <c:manualLayout>
                      <c:w val="0.24917952286531958"/>
                      <c:h val="0.11074253023694429"/>
                    </c:manualLayout>
                  </c15:layout>
                </c:ext>
                <c:ext xmlns:c16="http://schemas.microsoft.com/office/drawing/2014/chart" uri="{C3380CC4-5D6E-409C-BE32-E72D297353CC}">
                  <c16:uniqueId val="{00000003-D692-AA48-8504-54EDE0C6C25B}"/>
                </c:ext>
              </c:extLst>
            </c:dLbl>
            <c:spPr>
              <a:noFill/>
              <a:ln>
                <a:noFill/>
              </a:ln>
              <a:effectLst/>
            </c:spPr>
            <c:txPr>
              <a:bodyPr rot="0" spcFirstLastPara="1" vertOverflow="ellipsis" vert="horz" wrap="square" anchor="ctr" anchorCtr="1"/>
              <a:lstStyle/>
              <a:p>
                <a:pPr>
                  <a:defRPr sz="1800" b="0" i="0" u="none" strike="noStrike" kern="1200" baseline="0">
                    <a:solidFill>
                      <a:schemeClr val="lt1"/>
                    </a:solidFill>
                    <a:latin typeface="Aptos" panose="020B0004020202020204" pitchFamily="34" charset="0"/>
                    <a:ea typeface="Lato Light" panose="020F0502020204030203" pitchFamily="34" charset="0"/>
                    <a:cs typeface="Lato Light" panose="020F0502020204030203" pitchFamily="34" charset="0"/>
                  </a:defRPr>
                </a:pPr>
                <a:endParaRPr lang="en-GR"/>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A</c:v>
                </c:pt>
                <c:pt idx="1">
                  <c:v>B</c:v>
                </c:pt>
              </c:strCache>
            </c:strRef>
          </c:cat>
          <c:val>
            <c:numRef>
              <c:f>Sheet1!$B$2:$B$3</c:f>
              <c:numCache>
                <c:formatCode>General</c:formatCode>
                <c:ptCount val="2"/>
                <c:pt idx="0">
                  <c:v>4.9000000000000004</c:v>
                </c:pt>
                <c:pt idx="1">
                  <c:v>7.2</c:v>
                </c:pt>
              </c:numCache>
            </c:numRef>
          </c:val>
          <c:extLst>
            <c:ext xmlns:c16="http://schemas.microsoft.com/office/drawing/2014/chart" uri="{C3380CC4-5D6E-409C-BE32-E72D297353CC}">
              <c16:uniqueId val="{00000008-D692-AA48-8504-54EDE0C6C25B}"/>
            </c:ext>
          </c:extLst>
        </c:ser>
        <c:dLbls>
          <c:dLblPos val="inEnd"/>
          <c:showLegendKey val="0"/>
          <c:showVal val="0"/>
          <c:showCatName val="0"/>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2400" b="0" i="0">
          <a:latin typeface="Lato Light" panose="020F0502020204030203" pitchFamily="34" charset="0"/>
          <a:ea typeface="Lato Light" panose="020F0502020204030203" pitchFamily="34" charset="0"/>
          <a:cs typeface="Lato Light" panose="020F0502020204030203" pitchFamily="34" charset="0"/>
        </a:defRPr>
      </a:pPr>
      <a:endParaRPr lang="en-GR"/>
    </a:p>
  </c:txPr>
  <c:externalData r:id="rId1">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Sheet1!$A$2:$A$77</cx:f>
        <cx:lvl ptCount="76" formatCode="General">
          <cx:pt idx="0">1</cx:pt>
          <cx:pt idx="1">3</cx:pt>
          <cx:pt idx="2">3</cx:pt>
          <cx:pt idx="3">3</cx:pt>
          <cx:pt idx="4">5</cx:pt>
          <cx:pt idx="5">6</cx:pt>
          <cx:pt idx="6">6</cx:pt>
          <cx:pt idx="7">6</cx:pt>
          <cx:pt idx="8">7</cx:pt>
          <cx:pt idx="9">8</cx:pt>
          <cx:pt idx="10">8</cx:pt>
          <cx:pt idx="11">9</cx:pt>
          <cx:pt idx="12">9</cx:pt>
          <cx:pt idx="13">9</cx:pt>
          <cx:pt idx="14">9</cx:pt>
          <cx:pt idx="15">9</cx:pt>
          <cx:pt idx="16">10</cx:pt>
          <cx:pt idx="17">10</cx:pt>
          <cx:pt idx="18">10</cx:pt>
          <cx:pt idx="19">10</cx:pt>
          <cx:pt idx="20">10</cx:pt>
          <cx:pt idx="21">10</cx:pt>
          <cx:pt idx="22">11</cx:pt>
          <cx:pt idx="23">11</cx:pt>
          <cx:pt idx="24">11</cx:pt>
          <cx:pt idx="25">11</cx:pt>
          <cx:pt idx="26">11</cx:pt>
          <cx:pt idx="27">11</cx:pt>
          <cx:pt idx="28">12</cx:pt>
          <cx:pt idx="29">12</cx:pt>
          <cx:pt idx="30">12</cx:pt>
          <cx:pt idx="31">12</cx:pt>
          <cx:pt idx="32">12</cx:pt>
          <cx:pt idx="33">12</cx:pt>
          <cx:pt idx="34">13</cx:pt>
          <cx:pt idx="35">13</cx:pt>
          <cx:pt idx="36">13</cx:pt>
          <cx:pt idx="37">13</cx:pt>
          <cx:pt idx="38">13</cx:pt>
        </cx:lvl>
      </cx:numDim>
    </cx:data>
  </cx:chartData>
  <cx:chart>
    <cx:plotArea>
      <cx:plotAreaRegion>
        <cx:series layoutId="clusteredColumn" uniqueId="{5E7B779F-DBD5-1044-86D4-A6A264C658B5}">
          <cx:tx>
            <cx:txData>
              <cx:f>Sheet1!$A$1</cx:f>
              <cx:v>Series1</cx:v>
            </cx:txData>
          </cx:tx>
          <cx:spPr>
            <a:solidFill>
              <a:schemeClr val="accent1"/>
            </a:solidFill>
          </cx:spPr>
          <cx:dataId val="0"/>
          <cx:layoutPr>
            <cx:binning intervalClosed="r"/>
          </cx:layoutPr>
        </cx:series>
      </cx:plotAreaRegion>
      <cx:axis id="0" hidden="1">
        <cx:catScaling gapWidth="0"/>
        <cx:tickLabels/>
        <cx:txPr>
          <a:bodyPr vertOverflow="overflow" horzOverflow="overflow" wrap="square" lIns="0" tIns="0" rIns="0" bIns="0"/>
          <a:lstStyle/>
          <a:p>
            <a:pPr algn="ctr" rtl="0">
              <a:defRPr sz="1000" b="0" i="0">
                <a:solidFill>
                  <a:schemeClr val="tx1"/>
                </a:solidFill>
                <a:latin typeface="+mn-lt"/>
                <a:ea typeface="Century Gothic" panose="020B0502020202020204" pitchFamily="34" charset="0"/>
                <a:cs typeface="Century Gothic" panose="020B0502020202020204" pitchFamily="34" charset="0"/>
              </a:defRPr>
            </a:pPr>
            <a:endParaRPr lang="en-US" sz="1000" b="0" i="0">
              <a:solidFill>
                <a:schemeClr val="tx1"/>
              </a:solidFill>
              <a:latin typeface="+mn-lt"/>
              <a:cs typeface="Poppins Light" pitchFamily="2" charset="77"/>
            </a:endParaRPr>
          </a:p>
        </cx:txPr>
      </cx:axis>
      <cx:axis id="1">
        <cx:valScaling/>
        <cx:majorGridlines/>
        <cx:tickLabels/>
        <cx:txPr>
          <a:bodyPr vertOverflow="overflow" horzOverflow="overflow" wrap="square" lIns="0" tIns="0" rIns="0" bIns="0"/>
          <a:lstStyle/>
          <a:p>
            <a:pPr algn="ctr" rtl="0">
              <a:defRPr sz="800" b="0" i="0">
                <a:solidFill>
                  <a:schemeClr val="tx1">
                    <a:lumMod val="65000"/>
                    <a:lumOff val="35000"/>
                  </a:schemeClr>
                </a:solidFill>
                <a:latin typeface="Aptos" panose="020B0004020202020204" pitchFamily="34" charset="0"/>
                <a:ea typeface="Aptos" panose="020B0004020202020204" pitchFamily="34" charset="0"/>
                <a:cs typeface="Aptos" panose="020B0004020202020204" pitchFamily="34" charset="0"/>
              </a:defRPr>
            </a:pPr>
            <a:endParaRPr lang="en-US" sz="800" b="0" i="0">
              <a:solidFill>
                <a:schemeClr val="tx1">
                  <a:lumMod val="65000"/>
                  <a:lumOff val="35000"/>
                </a:schemeClr>
              </a:solidFill>
              <a:latin typeface="Aptos" panose="020B0004020202020204" pitchFamily="34" charset="0"/>
              <a:cs typeface="Poppins Light" pitchFamily="2" charset="77"/>
            </a:endParaRPr>
          </a:p>
        </cx:txPr>
      </cx:axis>
    </cx:plotArea>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Sheet1!$A$2:$A$77</cx:f>
        <cx:lvl ptCount="76" formatCode="General">
          <cx:pt idx="0">1</cx:pt>
          <cx:pt idx="1">3</cx:pt>
          <cx:pt idx="2">3</cx:pt>
          <cx:pt idx="3">3</cx:pt>
          <cx:pt idx="4">5</cx:pt>
          <cx:pt idx="5">6</cx:pt>
          <cx:pt idx="6">6</cx:pt>
          <cx:pt idx="7">6</cx:pt>
          <cx:pt idx="8">7</cx:pt>
          <cx:pt idx="9">8</cx:pt>
          <cx:pt idx="10">8</cx:pt>
          <cx:pt idx="11">9</cx:pt>
          <cx:pt idx="12">9</cx:pt>
          <cx:pt idx="13">9</cx:pt>
          <cx:pt idx="14">9</cx:pt>
          <cx:pt idx="15">9</cx:pt>
          <cx:pt idx="16">10</cx:pt>
          <cx:pt idx="17">10</cx:pt>
          <cx:pt idx="18">10</cx:pt>
          <cx:pt idx="19">10</cx:pt>
          <cx:pt idx="20">10</cx:pt>
          <cx:pt idx="21">10</cx:pt>
          <cx:pt idx="22">11</cx:pt>
          <cx:pt idx="23">11</cx:pt>
          <cx:pt idx="24">11</cx:pt>
          <cx:pt idx="25">11</cx:pt>
          <cx:pt idx="26">11</cx:pt>
          <cx:pt idx="27">11</cx:pt>
          <cx:pt idx="28">12</cx:pt>
          <cx:pt idx="29">12</cx:pt>
          <cx:pt idx="30">12</cx:pt>
          <cx:pt idx="31">12</cx:pt>
          <cx:pt idx="32">12</cx:pt>
          <cx:pt idx="33">12</cx:pt>
          <cx:pt idx="34">13</cx:pt>
          <cx:pt idx="35">13</cx:pt>
          <cx:pt idx="36">13</cx:pt>
          <cx:pt idx="37">13</cx:pt>
          <cx:pt idx="38">13</cx:pt>
        </cx:lvl>
      </cx:numDim>
    </cx:data>
  </cx:chartData>
  <cx:chart>
    <cx:plotArea>
      <cx:plotAreaRegion>
        <cx:series layoutId="clusteredColumn" uniqueId="{5E7B779F-DBD5-1044-86D4-A6A264C658B5}">
          <cx:tx>
            <cx:txData>
              <cx:f>Sheet1!$A$1</cx:f>
              <cx:v>Series1</cx:v>
            </cx:txData>
          </cx:tx>
          <cx:spPr>
            <a:solidFill>
              <a:schemeClr val="accent2"/>
            </a:solidFill>
          </cx:spPr>
          <cx:dataId val="0"/>
          <cx:layoutPr>
            <cx:binning intervalClosed="r"/>
          </cx:layoutPr>
        </cx:series>
      </cx:plotAreaRegion>
      <cx:axis id="0" hidden="1">
        <cx:catScaling gapWidth="0"/>
        <cx:tickLabels/>
        <cx:txPr>
          <a:bodyPr vertOverflow="overflow" horzOverflow="overflow" wrap="square" lIns="0" tIns="0" rIns="0" bIns="0"/>
          <a:lstStyle/>
          <a:p>
            <a:pPr algn="ctr" rtl="0">
              <a:defRPr sz="1000" b="0" i="0">
                <a:solidFill>
                  <a:schemeClr val="tx1"/>
                </a:solidFill>
                <a:latin typeface="+mn-lt"/>
                <a:ea typeface="Century Gothic" panose="020B0502020202020204" pitchFamily="34" charset="0"/>
                <a:cs typeface="Century Gothic" panose="020B0502020202020204" pitchFamily="34" charset="0"/>
              </a:defRPr>
            </a:pPr>
            <a:endParaRPr lang="en-US" sz="1000" b="0" i="0">
              <a:solidFill>
                <a:schemeClr val="tx1"/>
              </a:solidFill>
              <a:latin typeface="+mn-lt"/>
              <a:cs typeface="Poppins Light" pitchFamily="2" charset="77"/>
            </a:endParaRPr>
          </a:p>
        </cx:txPr>
      </cx:axis>
      <cx:axis id="1">
        <cx:valScaling/>
        <cx:majorGridlines/>
        <cx:tickLabels/>
        <cx:txPr>
          <a:bodyPr vertOverflow="overflow" horzOverflow="overflow" wrap="square" lIns="0" tIns="0" rIns="0" bIns="0"/>
          <a:lstStyle/>
          <a:p>
            <a:pPr algn="ctr" rtl="0">
              <a:defRPr sz="800" b="0" i="0">
                <a:solidFill>
                  <a:schemeClr val="tx1">
                    <a:lumMod val="65000"/>
                    <a:lumOff val="35000"/>
                  </a:schemeClr>
                </a:solidFill>
                <a:latin typeface="Aptos" panose="020B0004020202020204" pitchFamily="34" charset="0"/>
                <a:ea typeface="Aptos" panose="020B0004020202020204" pitchFamily="34" charset="0"/>
                <a:cs typeface="Aptos" panose="020B0004020202020204" pitchFamily="34" charset="0"/>
              </a:defRPr>
            </a:pPr>
            <a:endParaRPr lang="en-US" sz="800" b="0" i="0">
              <a:solidFill>
                <a:schemeClr val="tx1">
                  <a:lumMod val="65000"/>
                  <a:lumOff val="35000"/>
                </a:schemeClr>
              </a:solidFill>
              <a:latin typeface="Aptos" panose="020B0004020202020204" pitchFamily="34" charset="0"/>
              <a:cs typeface="Poppins Light" pitchFamily="2" charset="77"/>
            </a:endParaRPr>
          </a:p>
        </cx:txPr>
      </cx:axis>
    </cx:plotArea>
  </cx:chart>
</cx:chartSpace>
</file>

<file path=ppt/charts/chartEx3.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Sheet1!$A$2:$A$77</cx:f>
        <cx:lvl ptCount="76" formatCode="General">
          <cx:pt idx="0">1</cx:pt>
          <cx:pt idx="1">3</cx:pt>
          <cx:pt idx="2">3</cx:pt>
          <cx:pt idx="3">3</cx:pt>
          <cx:pt idx="4">5</cx:pt>
          <cx:pt idx="5">6</cx:pt>
          <cx:pt idx="6">6</cx:pt>
          <cx:pt idx="7">6</cx:pt>
          <cx:pt idx="8">7</cx:pt>
          <cx:pt idx="9">8</cx:pt>
          <cx:pt idx="10">8</cx:pt>
          <cx:pt idx="11">9</cx:pt>
          <cx:pt idx="12">9</cx:pt>
          <cx:pt idx="13">9</cx:pt>
          <cx:pt idx="14">9</cx:pt>
          <cx:pt idx="15">9</cx:pt>
          <cx:pt idx="16">10</cx:pt>
          <cx:pt idx="17">10</cx:pt>
          <cx:pt idx="18">10</cx:pt>
          <cx:pt idx="19">10</cx:pt>
          <cx:pt idx="20">10</cx:pt>
          <cx:pt idx="21">10</cx:pt>
          <cx:pt idx="22">11</cx:pt>
          <cx:pt idx="23">11</cx:pt>
          <cx:pt idx="24">11</cx:pt>
          <cx:pt idx="25">11</cx:pt>
          <cx:pt idx="26">11</cx:pt>
          <cx:pt idx="27">11</cx:pt>
          <cx:pt idx="28">12</cx:pt>
          <cx:pt idx="29">12</cx:pt>
          <cx:pt idx="30">12</cx:pt>
          <cx:pt idx="31">12</cx:pt>
          <cx:pt idx="32">12</cx:pt>
          <cx:pt idx="33">12</cx:pt>
          <cx:pt idx="34">13</cx:pt>
          <cx:pt idx="35">13</cx:pt>
          <cx:pt idx="36">13</cx:pt>
          <cx:pt idx="37">13</cx:pt>
          <cx:pt idx="38">13</cx:pt>
        </cx:lvl>
      </cx:numDim>
    </cx:data>
  </cx:chartData>
  <cx:chart>
    <cx:plotArea>
      <cx:plotAreaRegion>
        <cx:series layoutId="clusteredColumn" uniqueId="{5E7B779F-DBD5-1044-86D4-A6A264C658B5}">
          <cx:tx>
            <cx:txData>
              <cx:f>Sheet1!$A$1</cx:f>
              <cx:v>Series1</cx:v>
            </cx:txData>
          </cx:tx>
          <cx:spPr>
            <a:solidFill>
              <a:schemeClr val="accent3"/>
            </a:solidFill>
          </cx:spPr>
          <cx:dataId val="0"/>
          <cx:layoutPr>
            <cx:binning intervalClosed="r"/>
          </cx:layoutPr>
        </cx:series>
      </cx:plotAreaRegion>
      <cx:axis id="0" hidden="1">
        <cx:catScaling gapWidth="0"/>
        <cx:tickLabels/>
        <cx:txPr>
          <a:bodyPr vertOverflow="overflow" horzOverflow="overflow" wrap="square" lIns="0" tIns="0" rIns="0" bIns="0"/>
          <a:lstStyle/>
          <a:p>
            <a:pPr algn="ctr" rtl="0">
              <a:defRPr sz="1000" b="0" i="0">
                <a:solidFill>
                  <a:schemeClr val="tx1"/>
                </a:solidFill>
                <a:latin typeface="+mn-lt"/>
                <a:ea typeface="Century Gothic" panose="020B0502020202020204" pitchFamily="34" charset="0"/>
                <a:cs typeface="Century Gothic" panose="020B0502020202020204" pitchFamily="34" charset="0"/>
              </a:defRPr>
            </a:pPr>
            <a:endParaRPr lang="en-US" sz="1000" b="0" i="0">
              <a:solidFill>
                <a:schemeClr val="tx1"/>
              </a:solidFill>
              <a:latin typeface="+mn-lt"/>
              <a:cs typeface="Poppins Light" pitchFamily="2" charset="77"/>
            </a:endParaRPr>
          </a:p>
        </cx:txPr>
      </cx:axis>
      <cx:axis id="1">
        <cx:valScaling/>
        <cx:majorGridlines/>
        <cx:tickLabels/>
        <cx:txPr>
          <a:bodyPr vertOverflow="overflow" horzOverflow="overflow" wrap="square" lIns="0" tIns="0" rIns="0" bIns="0"/>
          <a:lstStyle/>
          <a:p>
            <a:pPr algn="ctr" rtl="0">
              <a:defRPr sz="800" b="0" i="0">
                <a:solidFill>
                  <a:schemeClr val="tx1">
                    <a:lumMod val="65000"/>
                    <a:lumOff val="35000"/>
                  </a:schemeClr>
                </a:solidFill>
                <a:latin typeface="Aptos" panose="020B0004020202020204" pitchFamily="34" charset="0"/>
                <a:ea typeface="Aptos" panose="020B0004020202020204" pitchFamily="34" charset="0"/>
                <a:cs typeface="Aptos" panose="020B0004020202020204" pitchFamily="34" charset="0"/>
              </a:defRPr>
            </a:pPr>
            <a:endParaRPr lang="en-US" sz="800" b="0" i="0">
              <a:solidFill>
                <a:schemeClr val="tx1">
                  <a:lumMod val="65000"/>
                  <a:lumOff val="35000"/>
                </a:schemeClr>
              </a:solidFill>
              <a:latin typeface="Aptos" panose="020B0004020202020204" pitchFamily="34" charset="0"/>
              <a:cs typeface="Poppins Light" pitchFamily="2" charset="77"/>
            </a:endParaRPr>
          </a:p>
        </cx:txPr>
      </cx:axis>
    </cx:plotArea>
  </cx:chart>
</cx:chartSpace>
</file>

<file path=ppt/charts/chartEx4.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Sheet1!$A$2:$A$77</cx:f>
        <cx:lvl ptCount="76" formatCode="General">
          <cx:pt idx="0">1</cx:pt>
          <cx:pt idx="1">3</cx:pt>
          <cx:pt idx="2">3</cx:pt>
          <cx:pt idx="3">3</cx:pt>
          <cx:pt idx="4">5</cx:pt>
          <cx:pt idx="5">6</cx:pt>
          <cx:pt idx="6">6</cx:pt>
          <cx:pt idx="7">6</cx:pt>
          <cx:pt idx="8">7</cx:pt>
          <cx:pt idx="9">8</cx:pt>
          <cx:pt idx="10">8</cx:pt>
          <cx:pt idx="11">9</cx:pt>
          <cx:pt idx="12">9</cx:pt>
          <cx:pt idx="13">9</cx:pt>
          <cx:pt idx="14">9</cx:pt>
          <cx:pt idx="15">9</cx:pt>
          <cx:pt idx="16">10</cx:pt>
          <cx:pt idx="17">10</cx:pt>
          <cx:pt idx="18">10</cx:pt>
          <cx:pt idx="19">10</cx:pt>
          <cx:pt idx="20">10</cx:pt>
          <cx:pt idx="21">10</cx:pt>
          <cx:pt idx="22">11</cx:pt>
          <cx:pt idx="23">11</cx:pt>
          <cx:pt idx="24">11</cx:pt>
          <cx:pt idx="25">11</cx:pt>
          <cx:pt idx="26">11</cx:pt>
          <cx:pt idx="27">11</cx:pt>
          <cx:pt idx="28">12</cx:pt>
          <cx:pt idx="29">12</cx:pt>
          <cx:pt idx="30">12</cx:pt>
          <cx:pt idx="31">12</cx:pt>
          <cx:pt idx="32">12</cx:pt>
          <cx:pt idx="33">12</cx:pt>
          <cx:pt idx="34">13</cx:pt>
          <cx:pt idx="35">13</cx:pt>
          <cx:pt idx="36">13</cx:pt>
          <cx:pt idx="37">13</cx:pt>
          <cx:pt idx="38">13</cx:pt>
        </cx:lvl>
      </cx:numDim>
    </cx:data>
  </cx:chartData>
  <cx:chart>
    <cx:plotArea>
      <cx:plotAreaRegion>
        <cx:series layoutId="clusteredColumn" uniqueId="{5E7B779F-DBD5-1044-86D4-A6A264C658B5}">
          <cx:tx>
            <cx:txData>
              <cx:f>Sheet1!$A$1</cx:f>
              <cx:v>Series1</cx:v>
            </cx:txData>
          </cx:tx>
          <cx:spPr>
            <a:solidFill>
              <a:schemeClr val="accent4"/>
            </a:solidFill>
          </cx:spPr>
          <cx:dataId val="0"/>
          <cx:layoutPr>
            <cx:binning intervalClosed="r"/>
          </cx:layoutPr>
        </cx:series>
      </cx:plotAreaRegion>
      <cx:axis id="0" hidden="1">
        <cx:catScaling gapWidth="0"/>
        <cx:tickLabels/>
        <cx:txPr>
          <a:bodyPr vertOverflow="overflow" horzOverflow="overflow" wrap="square" lIns="0" tIns="0" rIns="0" bIns="0"/>
          <a:lstStyle/>
          <a:p>
            <a:pPr algn="ctr" rtl="0">
              <a:defRPr sz="1000" b="0" i="0">
                <a:solidFill>
                  <a:schemeClr val="tx1"/>
                </a:solidFill>
                <a:latin typeface="+mn-lt"/>
                <a:ea typeface="Century Gothic" panose="020B0502020202020204" pitchFamily="34" charset="0"/>
                <a:cs typeface="Century Gothic" panose="020B0502020202020204" pitchFamily="34" charset="0"/>
              </a:defRPr>
            </a:pPr>
            <a:endParaRPr lang="en-US" sz="1000" b="0" i="0">
              <a:solidFill>
                <a:schemeClr val="tx1"/>
              </a:solidFill>
              <a:latin typeface="+mn-lt"/>
              <a:cs typeface="Poppins Light" pitchFamily="2" charset="77"/>
            </a:endParaRPr>
          </a:p>
        </cx:txPr>
      </cx:axis>
      <cx:axis id="1">
        <cx:valScaling/>
        <cx:majorGridlines/>
        <cx:tickLabels/>
        <cx:txPr>
          <a:bodyPr vertOverflow="overflow" horzOverflow="overflow" wrap="square" lIns="0" tIns="0" rIns="0" bIns="0"/>
          <a:lstStyle/>
          <a:p>
            <a:pPr algn="ctr" rtl="0">
              <a:defRPr sz="800" b="0" i="0">
                <a:solidFill>
                  <a:schemeClr val="tx1">
                    <a:lumMod val="65000"/>
                    <a:lumOff val="35000"/>
                  </a:schemeClr>
                </a:solidFill>
                <a:latin typeface="Aptos" panose="020B0004020202020204" pitchFamily="34" charset="0"/>
                <a:ea typeface="Aptos" panose="020B0004020202020204" pitchFamily="34" charset="0"/>
                <a:cs typeface="Aptos" panose="020B0004020202020204" pitchFamily="34" charset="0"/>
              </a:defRPr>
            </a:pPr>
            <a:endParaRPr lang="en-US" sz="800" b="0" i="0">
              <a:solidFill>
                <a:schemeClr val="tx1">
                  <a:lumMod val="65000"/>
                  <a:lumOff val="35000"/>
                </a:schemeClr>
              </a:solidFill>
              <a:latin typeface="Aptos" panose="020B0004020202020204" pitchFamily="34" charset="0"/>
              <a:cs typeface="Poppins Light" pitchFamily="2" charset="77"/>
            </a:endParaRPr>
          </a:p>
        </cx:txPr>
      </cx:axis>
    </cx:plotArea>
  </cx:chart>
</cx:chartSpace>
</file>

<file path=ppt/charts/chartEx5.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Sheet1!$A$2:$A$9</cx:f>
        <cx:lvl ptCount="8">
          <cx:pt idx="0">Category 1</cx:pt>
          <cx:pt idx="1">Category 2</cx:pt>
          <cx:pt idx="2">Category 3</cx:pt>
          <cx:pt idx="3">Category 4</cx:pt>
          <cx:pt idx="4">Category 5</cx:pt>
          <cx:pt idx="5">Category 6</cx:pt>
          <cx:pt idx="6">Category 7</cx:pt>
          <cx:pt idx="7">Category 8</cx:pt>
        </cx:lvl>
      </cx:strDim>
      <cx:numDim type="val">
        <cx:f>Sheet1!$B$2:$B$9</cx:f>
        <cx:lvl ptCount="8" formatCode="General">
          <cx:pt idx="0">100</cx:pt>
          <cx:pt idx="1">20</cx:pt>
          <cx:pt idx="2">50</cx:pt>
          <cx:pt idx="3">-40</cx:pt>
          <cx:pt idx="4">130</cx:pt>
          <cx:pt idx="5">-60</cx:pt>
          <cx:pt idx="6">70</cx:pt>
          <cx:pt idx="7">140</cx:pt>
        </cx:lvl>
      </cx:numDim>
    </cx:data>
  </cx:chartData>
  <cx:chart>
    <cx:title pos="t" align="ctr" overlay="0">
      <cx:tx>
        <cx:txData>
          <cx:v>Chart Title</cx:v>
        </cx:txData>
      </cx:tx>
      <cx:txPr>
        <a:bodyPr spcFirstLastPara="1" vertOverflow="ellipsis" horzOverflow="overflow" wrap="square" lIns="0" tIns="0" rIns="0" bIns="0" anchor="ctr" anchorCtr="1"/>
        <a:lstStyle/>
        <a:p>
          <a:pPr algn="ctr" rtl="0">
            <a:defRPr sz="1200" b="1">
              <a:solidFill>
                <a:schemeClr val="accent1"/>
              </a:solidFill>
              <a:latin typeface="Aptos" panose="020B0004020202020204" pitchFamily="34" charset="0"/>
              <a:ea typeface="Aptos" panose="020B0004020202020204" pitchFamily="34" charset="0"/>
              <a:cs typeface="Aptos" panose="020B0004020202020204" pitchFamily="34" charset="0"/>
            </a:defRPr>
          </a:pPr>
          <a:r>
            <a:rPr lang="en-GB" sz="1200" b="1" i="0" u="none" strike="noStrike" baseline="0">
              <a:solidFill>
                <a:schemeClr val="accent1"/>
              </a:solidFill>
              <a:latin typeface="Aptos" panose="020B0004020202020204" pitchFamily="34" charset="0"/>
            </a:rPr>
            <a:t>Chart Title</a:t>
          </a:r>
        </a:p>
      </cx:txPr>
    </cx:title>
    <cx:plotArea>
      <cx:plotAreaRegion>
        <cx:series layoutId="waterfall" uniqueId="{795345A2-F1B9-4B45-B055-BE96E462E632}">
          <cx:tx>
            <cx:txData>
              <cx:f>Sheet1!$B$1</cx:f>
              <cx:v>Series1</cx:v>
            </cx:txData>
          </cx:tx>
          <cx:dataLabels pos="outEnd">
            <cx:txPr>
              <a:bodyPr spcFirstLastPara="1" vertOverflow="ellipsis" horzOverflow="overflow" wrap="square" lIns="0" tIns="0" rIns="0" bIns="0" anchor="ctr" anchorCtr="1"/>
              <a:lstStyle/>
              <a:p>
                <a:pPr algn="ctr" rtl="0">
                  <a:defRPr sz="1000">
                    <a:solidFill>
                      <a:schemeClr val="tx1">
                        <a:lumMod val="65000"/>
                        <a:lumOff val="35000"/>
                      </a:schemeClr>
                    </a:solidFill>
                    <a:latin typeface="Aptos" panose="020B0004020202020204" pitchFamily="34" charset="0"/>
                    <a:ea typeface="Aptos" panose="020B0004020202020204" pitchFamily="34" charset="0"/>
                    <a:cs typeface="Aptos" panose="020B0004020202020204" pitchFamily="34" charset="0"/>
                  </a:defRPr>
                </a:pPr>
                <a:endParaRPr lang="en-GB" sz="1000" b="0" i="0" u="none" strike="noStrike" baseline="0">
                  <a:solidFill>
                    <a:schemeClr val="tx1">
                      <a:lumMod val="65000"/>
                      <a:lumOff val="35000"/>
                    </a:schemeClr>
                  </a:solidFill>
                  <a:latin typeface="Aptos" panose="020B0004020202020204" pitchFamily="34" charset="0"/>
                </a:endParaRPr>
              </a:p>
            </cx:txPr>
            <cx:visibility seriesName="0" categoryName="0" value="1"/>
          </cx:dataLabels>
          <cx:dataId val="0"/>
          <cx:layoutPr>
            <cx:subtotals>
              <cx:idx val="0"/>
              <cx:idx val="4"/>
              <cx:idx val="7"/>
            </cx:subtotals>
          </cx:layoutPr>
        </cx:series>
      </cx:plotAreaRegion>
      <cx:axis id="0">
        <cx:catScaling gapWidth="0.5"/>
        <cx:tickLabels/>
        <cx:txPr>
          <a:bodyPr spcFirstLastPara="1" vertOverflow="ellipsis" horzOverflow="overflow" wrap="square" lIns="0" tIns="0" rIns="0" bIns="0" anchor="ctr" anchorCtr="1"/>
          <a:lstStyle/>
          <a:p>
            <a:pPr algn="ctr" rtl="0">
              <a:defRPr sz="800">
                <a:solidFill>
                  <a:schemeClr val="tx1">
                    <a:lumMod val="65000"/>
                    <a:lumOff val="35000"/>
                  </a:schemeClr>
                </a:solidFill>
                <a:latin typeface="Aptos" panose="020B0004020202020204" pitchFamily="34" charset="0"/>
                <a:ea typeface="Aptos" panose="020B0004020202020204" pitchFamily="34" charset="0"/>
                <a:cs typeface="Aptos" panose="020B0004020202020204" pitchFamily="34" charset="0"/>
              </a:defRPr>
            </a:pPr>
            <a:endParaRPr lang="en-GB" sz="800" b="0" i="0" u="none" strike="noStrike" baseline="0">
              <a:solidFill>
                <a:schemeClr val="tx1">
                  <a:lumMod val="65000"/>
                  <a:lumOff val="35000"/>
                </a:schemeClr>
              </a:solidFill>
              <a:latin typeface="Aptos" panose="020B0004020202020204" pitchFamily="34" charset="0"/>
            </a:endParaRPr>
          </a:p>
        </cx:txPr>
      </cx:axis>
      <cx:axis id="1">
        <cx:valScaling/>
        <cx:majorGridlines/>
        <cx:tickLabels/>
        <cx:txPr>
          <a:bodyPr spcFirstLastPara="1" vertOverflow="ellipsis" horzOverflow="overflow" wrap="square" lIns="0" tIns="0" rIns="0" bIns="0" anchor="ctr" anchorCtr="1"/>
          <a:lstStyle/>
          <a:p>
            <a:pPr algn="ctr" rtl="0">
              <a:defRPr sz="800">
                <a:solidFill>
                  <a:schemeClr val="tx1">
                    <a:lumMod val="65000"/>
                    <a:lumOff val="35000"/>
                  </a:schemeClr>
                </a:solidFill>
                <a:latin typeface="Aptos" panose="020B0004020202020204" pitchFamily="34" charset="0"/>
                <a:ea typeface="Aptos" panose="020B0004020202020204" pitchFamily="34" charset="0"/>
                <a:cs typeface="Aptos" panose="020B0004020202020204" pitchFamily="34" charset="0"/>
              </a:defRPr>
            </a:pPr>
            <a:endParaRPr lang="en-GB" sz="800" b="0" i="0" u="none" strike="noStrike" baseline="0">
              <a:solidFill>
                <a:schemeClr val="tx1">
                  <a:lumMod val="65000"/>
                  <a:lumOff val="35000"/>
                </a:schemeClr>
              </a:solidFill>
              <a:latin typeface="Aptos" panose="020B0004020202020204" pitchFamily="34" charset="0"/>
            </a:endParaRPr>
          </a:p>
        </cx:txPr>
      </cx:axis>
    </cx:plotArea>
    <cx:legend pos="b" align="ctr" overlay="0">
      <cx:txPr>
        <a:bodyPr spcFirstLastPara="1" vertOverflow="ellipsis" horzOverflow="overflow" wrap="square" lIns="0" tIns="0" rIns="0" bIns="0" anchor="ctr" anchorCtr="1"/>
        <a:lstStyle/>
        <a:p>
          <a:pPr algn="ctr" rtl="0">
            <a:defRPr sz="1000">
              <a:solidFill>
                <a:schemeClr val="tx1">
                  <a:lumMod val="65000"/>
                  <a:lumOff val="35000"/>
                </a:schemeClr>
              </a:solidFill>
            </a:defRPr>
          </a:pPr>
          <a:endParaRPr lang="en-GB" sz="1000" b="0" i="0" u="none" strike="noStrike" baseline="0">
            <a:solidFill>
              <a:schemeClr val="tx1">
                <a:lumMod val="65000"/>
                <a:lumOff val="35000"/>
              </a:schemeClr>
            </a:solidFill>
            <a:latin typeface="Calibri" panose="020F0502020204030204"/>
          </a:endParaRPr>
        </a:p>
      </cx:txPr>
    </cx:legend>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withinLinear" id="14">
  <a:schemeClr val="accent1"/>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13.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14.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15.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1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1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1197"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862"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1197" kern="1200" spc="20" baseline="0"/>
  </cs:valueAxis>
  <cs:wall>
    <cs:lnRef idx="0"/>
    <cs:fillRef idx="0"/>
    <cs:effectRef idx="0"/>
    <cs:fontRef idx="minor">
      <a:schemeClr val="dk1"/>
    </cs:fontRef>
  </cs:wall>
</cs:chartStyle>
</file>

<file path=ppt/charts/style2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0.39318</cdr:x>
      <cdr:y>0.13702</cdr:y>
    </cdr:from>
    <cdr:to>
      <cdr:x>0.56944</cdr:x>
      <cdr:y>0.26971</cdr:y>
    </cdr:to>
    <cdr:sp macro="" textlink="">
      <cdr:nvSpPr>
        <cdr:cNvPr id="2" name="TextBox 2">
          <a:extLst xmlns:a="http://schemas.openxmlformats.org/drawingml/2006/main">
            <a:ext uri="{FF2B5EF4-FFF2-40B4-BE49-F238E27FC236}">
              <a16:creationId xmlns:a16="http://schemas.microsoft.com/office/drawing/2014/main" id="{CAB68C91-3822-2448-2A3F-E6F467E234D4}"/>
            </a:ext>
          </a:extLst>
        </cdr:cNvPr>
        <cdr:cNvSpPr txBox="1"/>
      </cdr:nvSpPr>
      <cdr:spPr>
        <a:xfrm xmlns:a="http://schemas.openxmlformats.org/drawingml/2006/main">
          <a:off x="2159196" y="288026"/>
          <a:ext cx="967957" cy="278917"/>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none" rtlCol="0" anchor="t">
          <a:no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pPr algn="l"/>
          <a:r>
            <a:rPr lang="en-US" sz="800" dirty="0">
              <a:solidFill>
                <a:schemeClr val="tx1">
                  <a:lumMod val="65000"/>
                  <a:lumOff val="35000"/>
                </a:schemeClr>
              </a:solidFill>
              <a:latin typeface="Aptos" panose="020B0004020202020204" pitchFamily="34" charset="0"/>
              <a:cs typeface="Segoe UI" panose="020B0502040204020203" pitchFamily="34" charset="0"/>
            </a:rPr>
            <a:t>index,</a:t>
          </a:r>
          <a:br>
            <a:rPr lang="en-US" sz="800" dirty="0">
              <a:solidFill>
                <a:schemeClr val="tx1">
                  <a:lumMod val="65000"/>
                  <a:lumOff val="35000"/>
                </a:schemeClr>
              </a:solidFill>
              <a:latin typeface="Aptos" panose="020B0004020202020204" pitchFamily="34" charset="0"/>
              <a:cs typeface="Segoe UI" panose="020B0502040204020203" pitchFamily="34" charset="0"/>
            </a:rPr>
          </a:br>
          <a:r>
            <a:rPr lang="en-US" sz="800" dirty="0">
              <a:solidFill>
                <a:schemeClr val="tx1">
                  <a:lumMod val="65000"/>
                  <a:lumOff val="35000"/>
                </a:schemeClr>
              </a:solidFill>
              <a:latin typeface="Aptos" panose="020B0004020202020204" pitchFamily="34" charset="0"/>
              <a:cs typeface="Segoe UI" panose="020B0502040204020203" pitchFamily="34" charset="0"/>
            </a:rPr>
            <a:t>1Q11=100</a:t>
          </a:r>
          <a:endParaRPr lang="el-GR" sz="800" dirty="0">
            <a:solidFill>
              <a:schemeClr val="tx1">
                <a:lumMod val="65000"/>
                <a:lumOff val="35000"/>
              </a:schemeClr>
            </a:solidFill>
            <a:latin typeface="Aptos" panose="020B0004020202020204" pitchFamily="34" charset="0"/>
            <a:cs typeface="Segoe UI" panose="020B0502040204020203" pitchFamily="34" charset="0"/>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0.38172</cdr:x>
      <cdr:y>0.07964</cdr:y>
    </cdr:from>
    <cdr:to>
      <cdr:x>0.55887</cdr:x>
      <cdr:y>0.17436</cdr:y>
    </cdr:to>
    <cdr:sp macro="" textlink="">
      <cdr:nvSpPr>
        <cdr:cNvPr id="3" name="TextBox 1">
          <a:extLst xmlns:a="http://schemas.openxmlformats.org/drawingml/2006/main">
            <a:ext uri="{FF2B5EF4-FFF2-40B4-BE49-F238E27FC236}">
              <a16:creationId xmlns:a16="http://schemas.microsoft.com/office/drawing/2014/main" id="{F1D7D9DB-C8E4-4C3E-9115-6D83A1D54C5E}"/>
            </a:ext>
          </a:extLst>
        </cdr:cNvPr>
        <cdr:cNvSpPr txBox="1"/>
      </cdr:nvSpPr>
      <cdr:spPr>
        <a:xfrm xmlns:a="http://schemas.openxmlformats.org/drawingml/2006/main">
          <a:off x="2118790" y="177994"/>
          <a:ext cx="983299" cy="211698"/>
        </a:xfrm>
        <a:prstGeom xmlns:a="http://schemas.openxmlformats.org/drawingml/2006/main" prst="rect">
          <a:avLst/>
        </a:prstGeom>
      </cdr:spPr>
      <cdr:txBody>
        <a:bodyPr xmlns:a="http://schemas.openxmlformats.org/drawingml/2006/main" wrap="square" rtlCol="0" anchor="ct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sz="800" dirty="0">
              <a:solidFill>
                <a:schemeClr val="tx1">
                  <a:lumMod val="65000"/>
                  <a:lumOff val="35000"/>
                </a:schemeClr>
              </a:solidFill>
              <a:latin typeface="Aptos" panose="020B0004020202020204" pitchFamily="34" charset="0"/>
              <a:cs typeface="Segoe UI" panose="020B0502040204020203" pitchFamily="34" charset="0"/>
            </a:rPr>
            <a:t>%</a:t>
          </a:r>
          <a:endParaRPr lang="el-GR" sz="800" dirty="0">
            <a:solidFill>
              <a:schemeClr val="tx1">
                <a:lumMod val="65000"/>
                <a:lumOff val="35000"/>
              </a:schemeClr>
            </a:solidFill>
            <a:latin typeface="Aptos" panose="020B0004020202020204" pitchFamily="34" charset="0"/>
            <a:cs typeface="Segoe UI" panose="020B0502040204020203" pitchFamily="34" charset="0"/>
          </a:endParaRPr>
        </a:p>
      </cdr:txBody>
    </cdr:sp>
  </cdr:relSizeAnchor>
  <cdr:relSizeAnchor xmlns:cdr="http://schemas.openxmlformats.org/drawingml/2006/chartDrawing">
    <cdr:from>
      <cdr:x>0.76384</cdr:x>
      <cdr:y>0.11973</cdr:y>
    </cdr:from>
    <cdr:to>
      <cdr:x>0.94099</cdr:x>
      <cdr:y>0.21283</cdr:y>
    </cdr:to>
    <cdr:sp macro="" textlink="">
      <cdr:nvSpPr>
        <cdr:cNvPr id="2" name="TextBox 1">
          <a:extLst xmlns:a="http://schemas.openxmlformats.org/drawingml/2006/main">
            <a:ext uri="{FF2B5EF4-FFF2-40B4-BE49-F238E27FC236}">
              <a16:creationId xmlns:a16="http://schemas.microsoft.com/office/drawing/2014/main" id="{13580DBB-8B7B-31F7-44E8-679E8C29E214}"/>
            </a:ext>
          </a:extLst>
        </cdr:cNvPr>
        <cdr:cNvSpPr txBox="1"/>
      </cdr:nvSpPr>
      <cdr:spPr>
        <a:xfrm xmlns:a="http://schemas.openxmlformats.org/drawingml/2006/main">
          <a:off x="4239823" y="267592"/>
          <a:ext cx="983299" cy="208077"/>
        </a:xfrm>
        <a:prstGeom xmlns:a="http://schemas.openxmlformats.org/drawingml/2006/main" prst="rect">
          <a:avLst/>
        </a:prstGeom>
      </cdr:spPr>
      <cdr:txBody>
        <a:bodyPr xmlns:a="http://schemas.openxmlformats.org/drawingml/2006/main" wrap="square" rtlCol="0" anchor="ct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r"/>
          <a:r>
            <a:rPr lang="en-US" sz="800" dirty="0">
              <a:solidFill>
                <a:schemeClr val="tx1">
                  <a:lumMod val="65000"/>
                  <a:lumOff val="35000"/>
                </a:schemeClr>
              </a:solidFill>
              <a:latin typeface="Aptos" panose="020B0004020202020204" pitchFamily="34" charset="0"/>
              <a:cs typeface="Segoe UI" panose="020B0502040204020203" pitchFamily="34" charset="0"/>
            </a:rPr>
            <a:t>%</a:t>
          </a:r>
          <a:r>
            <a:rPr lang="en-US" sz="800" baseline="0" dirty="0">
              <a:solidFill>
                <a:schemeClr val="tx1">
                  <a:lumMod val="65000"/>
                  <a:lumOff val="35000"/>
                </a:schemeClr>
              </a:solidFill>
              <a:latin typeface="Aptos" panose="020B0004020202020204" pitchFamily="34" charset="0"/>
              <a:cs typeface="Segoe UI" panose="020B0502040204020203" pitchFamily="34" charset="0"/>
            </a:rPr>
            <a:t>GDP</a:t>
          </a:r>
          <a:endParaRPr lang="el-GR" sz="800" dirty="0">
            <a:solidFill>
              <a:schemeClr val="tx1">
                <a:lumMod val="65000"/>
                <a:lumOff val="35000"/>
              </a:schemeClr>
            </a:solidFill>
            <a:latin typeface="Aptos" panose="020B0004020202020204" pitchFamily="34" charset="0"/>
            <a:cs typeface="Segoe UI" panose="020B0502040204020203" pitchFamily="34" charset="0"/>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0.85313</cdr:x>
      <cdr:y>0.02111</cdr:y>
    </cdr:from>
    <cdr:to>
      <cdr:x>0.85313</cdr:x>
      <cdr:y>0.78475</cdr:y>
    </cdr:to>
    <cdr:cxnSp macro="">
      <cdr:nvCxnSpPr>
        <cdr:cNvPr id="2" name="Straight Connector 4">
          <a:extLst xmlns:a="http://schemas.openxmlformats.org/drawingml/2006/main">
            <a:ext uri="{FF2B5EF4-FFF2-40B4-BE49-F238E27FC236}">
              <a16:creationId xmlns:a16="http://schemas.microsoft.com/office/drawing/2014/main" id="{8DC65677-03DD-EC20-C951-F8EC3941789E}"/>
            </a:ext>
          </a:extLst>
        </cdr:cNvPr>
        <cdr:cNvCxnSpPr/>
      </cdr:nvCxnSpPr>
      <cdr:spPr>
        <a:xfrm xmlns:a="http://schemas.openxmlformats.org/drawingml/2006/main">
          <a:off x="4751823" y="47191"/>
          <a:ext cx="0" cy="1706723"/>
        </a:xfrm>
        <a:prstGeom xmlns:a="http://schemas.openxmlformats.org/drawingml/2006/main" prst="line">
          <a:avLst/>
        </a:prstGeom>
        <a:ln xmlns:a="http://schemas.openxmlformats.org/drawingml/2006/main" w="12700">
          <a:solidFill>
            <a:schemeClr val="bg1">
              <a:lumMod val="65000"/>
            </a:schemeClr>
          </a:solidFill>
          <a:prstDash val="sys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0.68749</cdr:x>
      <cdr:y>0.08745</cdr:y>
    </cdr:from>
    <cdr:to>
      <cdr:x>0.90997</cdr:x>
      <cdr:y>0.17877</cdr:y>
    </cdr:to>
    <cdr:sp macro="" textlink="">
      <cdr:nvSpPr>
        <cdr:cNvPr id="3" name="TextBox 2">
          <a:extLst xmlns:a="http://schemas.openxmlformats.org/drawingml/2006/main">
            <a:ext uri="{FF2B5EF4-FFF2-40B4-BE49-F238E27FC236}">
              <a16:creationId xmlns:a16="http://schemas.microsoft.com/office/drawing/2014/main" id="{ED2A0D3C-8DE8-8385-2E53-D55EA2552E02}"/>
            </a:ext>
          </a:extLst>
        </cdr:cNvPr>
        <cdr:cNvSpPr txBox="1"/>
      </cdr:nvSpPr>
      <cdr:spPr>
        <a:xfrm xmlns:a="http://schemas.openxmlformats.org/drawingml/2006/main">
          <a:off x="3829215" y="195449"/>
          <a:ext cx="1239180" cy="20409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r"/>
          <a:r>
            <a:rPr lang="en-US" sz="800" b="0" dirty="0">
              <a:solidFill>
                <a:srgbClr val="595959"/>
              </a:solidFill>
              <a:latin typeface="Aptos" panose="020B0004020202020204" pitchFamily="34" charset="0"/>
              <a:cs typeface="Segoe UI" panose="020B0502040204020203" pitchFamily="34" charset="0"/>
            </a:rPr>
            <a:t>GFCF (%GDP):</a:t>
          </a:r>
          <a:r>
            <a:rPr lang="en-US" sz="800" b="0" baseline="0" dirty="0">
              <a:solidFill>
                <a:srgbClr val="595959"/>
              </a:solidFill>
              <a:latin typeface="Aptos" panose="020B0004020202020204" pitchFamily="34" charset="0"/>
              <a:cs typeface="Segoe UI" panose="020B0502040204020203" pitchFamily="34" charset="0"/>
            </a:rPr>
            <a:t> </a:t>
          </a:r>
          <a:r>
            <a:rPr lang="en-US" sz="800" b="0" dirty="0">
              <a:solidFill>
                <a:srgbClr val="595959"/>
              </a:solidFill>
              <a:latin typeface="Aptos" panose="020B0004020202020204" pitchFamily="34" charset="0"/>
              <a:cs typeface="Segoe UI" panose="020B0502040204020203" pitchFamily="34" charset="0"/>
            </a:rPr>
            <a:t>EA 2022</a:t>
          </a:r>
          <a:endParaRPr lang="el-GR" sz="800" b="0" dirty="0">
            <a:solidFill>
              <a:srgbClr val="595959"/>
            </a:solidFill>
            <a:latin typeface="Aptos" panose="020B0004020202020204" pitchFamily="34" charset="0"/>
            <a:cs typeface="Segoe UI" panose="020B0502040204020203" pitchFamily="34" charset="0"/>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0.37037</cdr:x>
      <cdr:y>0.13635</cdr:y>
    </cdr:from>
    <cdr:to>
      <cdr:x>0.44449</cdr:x>
      <cdr:y>0.22934</cdr:y>
    </cdr:to>
    <cdr:sp macro="" textlink="">
      <cdr:nvSpPr>
        <cdr:cNvPr id="2" name="TextBox 1">
          <a:extLst xmlns:a="http://schemas.openxmlformats.org/drawingml/2006/main">
            <a:ext uri="{FF2B5EF4-FFF2-40B4-BE49-F238E27FC236}">
              <a16:creationId xmlns:a16="http://schemas.microsoft.com/office/drawing/2014/main" id="{FE331FE8-52C3-9A60-8780-3F301CCA1344}"/>
            </a:ext>
          </a:extLst>
        </cdr:cNvPr>
        <cdr:cNvSpPr txBox="1"/>
      </cdr:nvSpPr>
      <cdr:spPr>
        <a:xfrm xmlns:a="http://schemas.openxmlformats.org/drawingml/2006/main">
          <a:off x="1601539" y="304732"/>
          <a:ext cx="320475" cy="207847"/>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l"/>
          <a:r>
            <a:rPr lang="en-US" sz="800" dirty="0">
              <a:solidFill>
                <a:schemeClr val="tx1">
                  <a:lumMod val="65000"/>
                  <a:lumOff val="35000"/>
                </a:schemeClr>
              </a:solidFill>
              <a:latin typeface="Segoe UI" panose="020B0502040204020203" pitchFamily="34" charset="0"/>
              <a:cs typeface="Segoe UI" panose="020B0502040204020203" pitchFamily="34" charset="0"/>
            </a:rPr>
            <a:t>%</a:t>
          </a:r>
          <a:endParaRPr lang="el-GR" sz="800" dirty="0">
            <a:solidFill>
              <a:schemeClr val="tx1">
                <a:lumMod val="65000"/>
                <a:lumOff val="35000"/>
              </a:schemeClr>
            </a:solidFill>
            <a:latin typeface="Segoe UI" panose="020B0502040204020203" pitchFamily="34" charset="0"/>
            <a:cs typeface="Segoe UI" panose="020B0502040204020203" pitchFamily="34" charset="0"/>
          </a:endParaRPr>
        </a:p>
      </cdr:txBody>
    </cdr:sp>
  </cdr:relSizeAnchor>
</c:userShapes>
</file>

<file path=ppt/drawings/drawing5.xml><?xml version="1.0" encoding="utf-8"?>
<c:userShapes xmlns:c="http://schemas.openxmlformats.org/drawingml/2006/chart">
  <cdr:relSizeAnchor xmlns:cdr="http://schemas.openxmlformats.org/drawingml/2006/chartDrawing">
    <cdr:from>
      <cdr:x>0.39164</cdr:x>
      <cdr:y>0.13945</cdr:y>
    </cdr:from>
    <cdr:to>
      <cdr:x>0.60311</cdr:x>
      <cdr:y>0.20709</cdr:y>
    </cdr:to>
    <cdr:sp macro="" textlink="">
      <cdr:nvSpPr>
        <cdr:cNvPr id="4" name="TextBox 1"/>
        <cdr:cNvSpPr txBox="1"/>
      </cdr:nvSpPr>
      <cdr:spPr>
        <a:xfrm xmlns:a="http://schemas.openxmlformats.org/drawingml/2006/main">
          <a:off x="1693490" y="311665"/>
          <a:ext cx="914418" cy="151174"/>
        </a:xfrm>
        <a:prstGeom xmlns:a="http://schemas.openxmlformats.org/drawingml/2006/main" prst="rect">
          <a:avLst/>
        </a:prstGeom>
      </cdr:spPr>
      <cdr:txBody>
        <a:bodyPr xmlns:a="http://schemas.openxmlformats.org/drawingml/2006/main" wrap="square" rtlCol="0" anchor="ct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sz="800" baseline="0" dirty="0">
              <a:solidFill>
                <a:schemeClr val="tx1">
                  <a:lumMod val="65000"/>
                  <a:lumOff val="35000"/>
                </a:schemeClr>
              </a:solidFill>
              <a:latin typeface="Segoe UI" panose="020B0502040204020203" pitchFamily="34" charset="0"/>
              <a:cs typeface="Segoe UI" panose="020B0502040204020203" pitchFamily="34" charset="0"/>
            </a:rPr>
            <a:t>index</a:t>
          </a:r>
          <a:endParaRPr lang="el-GR" sz="800" dirty="0">
            <a:solidFill>
              <a:schemeClr val="tx1">
                <a:lumMod val="65000"/>
                <a:lumOff val="35000"/>
              </a:schemeClr>
            </a:solidFill>
            <a:latin typeface="Segoe UI" panose="020B0502040204020203" pitchFamily="34" charset="0"/>
            <a:cs typeface="Segoe UI" panose="020B0502040204020203" pitchFamily="34" charset="0"/>
          </a:endParaRPr>
        </a:p>
      </cdr:txBody>
    </cdr:sp>
  </cdr:relSizeAnchor>
</c:userShapes>
</file>

<file path=ppt/drawings/drawing6.xml><?xml version="1.0" encoding="utf-8"?>
<c:userShapes xmlns:c="http://schemas.openxmlformats.org/drawingml/2006/chart">
  <cdr:relSizeAnchor xmlns:cdr="http://schemas.openxmlformats.org/drawingml/2006/chartDrawing">
    <cdr:from>
      <cdr:x>0.35553</cdr:x>
      <cdr:y>0.57056</cdr:y>
    </cdr:from>
    <cdr:to>
      <cdr:x>0.63831</cdr:x>
      <cdr:y>0.71207</cdr:y>
    </cdr:to>
    <cdr:sp macro="" textlink="">
      <cdr:nvSpPr>
        <cdr:cNvPr id="7" name="Rectangle 6">
          <a:extLst xmlns:a="http://schemas.openxmlformats.org/drawingml/2006/main">
            <a:ext uri="{FF2B5EF4-FFF2-40B4-BE49-F238E27FC236}">
              <a16:creationId xmlns:a16="http://schemas.microsoft.com/office/drawing/2014/main" id="{54CA7567-DA66-4293-7A9B-D89D8070BCAD}"/>
            </a:ext>
          </a:extLst>
        </cdr:cNvPr>
        <cdr:cNvSpPr>
          <a:spLocks xmlns:a="http://schemas.openxmlformats.org/drawingml/2006/main"/>
        </cdr:cNvSpPr>
      </cdr:nvSpPr>
      <cdr:spPr bwMode="auto">
        <a:xfrm xmlns:a="http://schemas.openxmlformats.org/drawingml/2006/main">
          <a:off x="1267200" y="1892377"/>
          <a:ext cx="1007900" cy="469355"/>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extLst xmlns:a="http://schemas.openxmlformats.org/drawingml/2006/main">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cdr:spPr>
      <cdr:txBody>
        <a:bodyPr xmlns:a="http://schemas.openxmlformats.org/drawingml/2006/main" wrap="square" lIns="19048" tIns="19048" rIns="19048" bIns="19048" anchor="ctr">
          <a:spAutoFit/>
        </a:bodyPr>
        <a:lstStyle xmlns:a="http://schemas.openxmlformats.org/drawingml/2006/main">
          <a:defPPr>
            <a:defRPr lang="en-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defTabSz="171416">
            <a:defRPr/>
          </a:pPr>
          <a:r>
            <a:rPr lang="en-US" altLang="x-none" sz="1400" b="1" dirty="0">
              <a:solidFill>
                <a:schemeClr val="accent1"/>
              </a:solidFill>
              <a:latin typeface="Aptos" panose="020B0004020202020204" pitchFamily="34" charset="0"/>
              <a:ea typeface="Open Sans Light" charset="0"/>
              <a:cs typeface="Open Sans Light" charset="0"/>
              <a:sym typeface="Open Sans Light" charset="0"/>
            </a:rPr>
            <a:t>70%</a:t>
          </a:r>
          <a:endParaRPr lang="el-GR" altLang="x-none" sz="1400" b="1" dirty="0">
            <a:solidFill>
              <a:schemeClr val="accent1"/>
            </a:solidFill>
            <a:latin typeface="Aptos" panose="020B0004020202020204" pitchFamily="34" charset="0"/>
            <a:ea typeface="Open Sans Light" charset="0"/>
            <a:cs typeface="Open Sans Light" charset="0"/>
            <a:sym typeface="Open Sans Light" charset="0"/>
          </a:endParaRPr>
        </a:p>
        <a:p xmlns:a="http://schemas.openxmlformats.org/drawingml/2006/main">
          <a:pPr algn="ctr" defTabSz="171416">
            <a:defRPr/>
          </a:pPr>
          <a:r>
            <a:rPr lang="en-US" altLang="x-none" sz="1400" dirty="0">
              <a:solidFill>
                <a:schemeClr val="accent1"/>
              </a:solidFill>
              <a:latin typeface="Aptos" panose="020B0004020202020204" pitchFamily="34" charset="0"/>
              <a:ea typeface="Open Sans" charset="0"/>
              <a:cs typeface="Open Sans" charset="0"/>
              <a:sym typeface="Open Sans" charset="0"/>
            </a:rPr>
            <a:t>Payments</a:t>
          </a:r>
          <a:endParaRPr lang="x-none" altLang="x-none" sz="1400">
            <a:solidFill>
              <a:schemeClr val="accent1"/>
            </a:solidFill>
            <a:latin typeface="Aptos" panose="020B0004020202020204" pitchFamily="34" charset="0"/>
            <a:ea typeface="Open Sans Light" charset="0"/>
            <a:cs typeface="Open Sans Light" charset="0"/>
            <a:sym typeface="Open Sans Light" charset="0"/>
          </a:endParaRPr>
        </a:p>
      </cdr:txBody>
    </cdr:sp>
  </cdr:relSizeAnchor>
</c:userShapes>
</file>

<file path=ppt/drawings/drawing7.xml><?xml version="1.0" encoding="utf-8"?>
<c:userShapes xmlns:c="http://schemas.openxmlformats.org/drawingml/2006/chart">
  <cdr:relSizeAnchor xmlns:cdr="http://schemas.openxmlformats.org/drawingml/2006/chartDrawing">
    <cdr:from>
      <cdr:x>0.35861</cdr:x>
      <cdr:y>0.54501</cdr:y>
    </cdr:from>
    <cdr:to>
      <cdr:x>0.64139</cdr:x>
      <cdr:y>0.68652</cdr:y>
    </cdr:to>
    <cdr:sp macro="" textlink="">
      <cdr:nvSpPr>
        <cdr:cNvPr id="7" name="Rectangle 6">
          <a:extLst xmlns:a="http://schemas.openxmlformats.org/drawingml/2006/main">
            <a:ext uri="{FF2B5EF4-FFF2-40B4-BE49-F238E27FC236}">
              <a16:creationId xmlns:a16="http://schemas.microsoft.com/office/drawing/2014/main" id="{54CA7567-DA66-4293-7A9B-D89D8070BCAD}"/>
            </a:ext>
          </a:extLst>
        </cdr:cNvPr>
        <cdr:cNvSpPr>
          <a:spLocks xmlns:a="http://schemas.openxmlformats.org/drawingml/2006/main"/>
        </cdr:cNvSpPr>
      </cdr:nvSpPr>
      <cdr:spPr bwMode="auto">
        <a:xfrm xmlns:a="http://schemas.openxmlformats.org/drawingml/2006/main">
          <a:off x="1278178" y="1807642"/>
          <a:ext cx="1007900" cy="469348"/>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extLst xmlns:a="http://schemas.openxmlformats.org/drawingml/2006/main">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cdr:spPr>
      <cdr:txBody>
        <a:bodyPr xmlns:a="http://schemas.openxmlformats.org/drawingml/2006/main" wrap="square" lIns="19048" tIns="19048" rIns="19048" bIns="19048" anchor="ctr">
          <a:spAutoFit/>
        </a:bodyPr>
        <a:lstStyle xmlns:a="http://schemas.openxmlformats.org/drawingml/2006/main">
          <a:defPPr>
            <a:defRPr lang="en-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defTabSz="171416">
            <a:defRPr/>
          </a:pPr>
          <a:r>
            <a:rPr lang="en-US" altLang="x-none" sz="1400" b="1" dirty="0">
              <a:solidFill>
                <a:schemeClr val="accent4"/>
              </a:solidFill>
              <a:latin typeface="Aptos" panose="020B0004020202020204" pitchFamily="34" charset="0"/>
              <a:ea typeface="Open Sans Light" charset="0"/>
              <a:cs typeface="Open Sans Light" charset="0"/>
              <a:sym typeface="Open Sans Light" charset="0"/>
            </a:rPr>
            <a:t>5</a:t>
          </a:r>
          <a:r>
            <a:rPr lang="en-US" altLang="x-none" sz="1400" b="1">
              <a:solidFill>
                <a:schemeClr val="accent4"/>
              </a:solidFill>
              <a:latin typeface="Aptos" panose="020B0004020202020204" pitchFamily="34" charset="0"/>
              <a:ea typeface="Open Sans Light" charset="0"/>
              <a:cs typeface="Open Sans Light" charset="0"/>
              <a:sym typeface="Open Sans Light" charset="0"/>
            </a:rPr>
            <a:t>0</a:t>
          </a:r>
          <a:r>
            <a:rPr lang="en-US" altLang="x-none" sz="1400" b="1" dirty="0">
              <a:solidFill>
                <a:schemeClr val="accent4"/>
              </a:solidFill>
              <a:latin typeface="Aptos" panose="020B0004020202020204" pitchFamily="34" charset="0"/>
              <a:ea typeface="Open Sans Light" charset="0"/>
              <a:cs typeface="Open Sans Light" charset="0"/>
              <a:sym typeface="Open Sans Light" charset="0"/>
            </a:rPr>
            <a:t>%</a:t>
          </a:r>
          <a:endParaRPr lang="el-GR" altLang="x-none" sz="1400" b="1" dirty="0">
            <a:solidFill>
              <a:schemeClr val="accent4"/>
            </a:solidFill>
            <a:latin typeface="Aptos" panose="020B0004020202020204" pitchFamily="34" charset="0"/>
            <a:ea typeface="Open Sans Light" charset="0"/>
            <a:cs typeface="Open Sans Light" charset="0"/>
            <a:sym typeface="Open Sans Light" charset="0"/>
          </a:endParaRPr>
        </a:p>
        <a:p xmlns:a="http://schemas.openxmlformats.org/drawingml/2006/main">
          <a:pPr algn="ctr" defTabSz="171416">
            <a:defRPr/>
          </a:pPr>
          <a:r>
            <a:rPr lang="en-US" altLang="x-none" sz="1400" dirty="0">
              <a:solidFill>
                <a:schemeClr val="accent4"/>
              </a:solidFill>
              <a:latin typeface="Aptos" panose="020B0004020202020204" pitchFamily="34" charset="0"/>
              <a:ea typeface="Open Sans" charset="0"/>
              <a:cs typeface="Open Sans" charset="0"/>
              <a:sym typeface="Open Sans" charset="0"/>
            </a:rPr>
            <a:t>Payments</a:t>
          </a:r>
          <a:endParaRPr lang="x-none" altLang="x-none" sz="1400">
            <a:solidFill>
              <a:schemeClr val="accent4"/>
            </a:solidFill>
            <a:latin typeface="Aptos" panose="020B0004020202020204" pitchFamily="34" charset="0"/>
            <a:ea typeface="Open Sans Light" charset="0"/>
            <a:cs typeface="Open Sans Light" charset="0"/>
            <a:sym typeface="Open Sans Light" charset="0"/>
          </a:endParaRPr>
        </a:p>
      </cdr:txBody>
    </cdr:sp>
  </cdr:relSizeAnchor>
</c:userShapes>
</file>

<file path=ppt/drawings/drawing8.xml><?xml version="1.0" encoding="utf-8"?>
<c:userShapes xmlns:c="http://schemas.openxmlformats.org/drawingml/2006/chart">
  <cdr:relSizeAnchor xmlns:cdr="http://schemas.openxmlformats.org/drawingml/2006/chartDrawing">
    <cdr:from>
      <cdr:x>0.36951</cdr:x>
      <cdr:y>0.58806</cdr:y>
    </cdr:from>
    <cdr:to>
      <cdr:x>0.65229</cdr:x>
      <cdr:y>0.72957</cdr:y>
    </cdr:to>
    <cdr:sp macro="" textlink="">
      <cdr:nvSpPr>
        <cdr:cNvPr id="7" name="Rectangle 6">
          <a:extLst xmlns:a="http://schemas.openxmlformats.org/drawingml/2006/main">
            <a:ext uri="{FF2B5EF4-FFF2-40B4-BE49-F238E27FC236}">
              <a16:creationId xmlns:a16="http://schemas.microsoft.com/office/drawing/2014/main" id="{54CA7567-DA66-4293-7A9B-D89D8070BCAD}"/>
            </a:ext>
          </a:extLst>
        </cdr:cNvPr>
        <cdr:cNvSpPr>
          <a:spLocks xmlns:a="http://schemas.openxmlformats.org/drawingml/2006/main"/>
        </cdr:cNvSpPr>
      </cdr:nvSpPr>
      <cdr:spPr bwMode="auto">
        <a:xfrm xmlns:a="http://schemas.openxmlformats.org/drawingml/2006/main">
          <a:off x="1317028" y="1950423"/>
          <a:ext cx="1007900" cy="469347"/>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extLst xmlns:a="http://schemas.openxmlformats.org/drawingml/2006/main">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cdr:spPr>
      <cdr:txBody>
        <a:bodyPr xmlns:a="http://schemas.openxmlformats.org/drawingml/2006/main" wrap="square" lIns="19048" tIns="19048" rIns="19048" bIns="19048" anchor="ctr">
          <a:spAutoFit/>
        </a:bodyPr>
        <a:lstStyle xmlns:a="http://schemas.openxmlformats.org/drawingml/2006/main">
          <a:defPPr>
            <a:defRPr lang="en-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defTabSz="171416">
            <a:defRPr/>
          </a:pPr>
          <a:r>
            <a:rPr lang="en-US" altLang="x-none" sz="1400" b="1" dirty="0">
              <a:solidFill>
                <a:schemeClr val="accent2"/>
              </a:solidFill>
              <a:latin typeface="Aptos" panose="020B0004020202020204" pitchFamily="34" charset="0"/>
              <a:ea typeface="Open Sans Light" charset="0"/>
              <a:cs typeface="Open Sans Light" charset="0"/>
              <a:sym typeface="Open Sans Light" charset="0"/>
            </a:rPr>
            <a:t>30%</a:t>
          </a:r>
          <a:endParaRPr lang="el-GR" altLang="x-none" sz="1400" b="1" dirty="0">
            <a:solidFill>
              <a:schemeClr val="accent2"/>
            </a:solidFill>
            <a:latin typeface="Aptos" panose="020B0004020202020204" pitchFamily="34" charset="0"/>
            <a:ea typeface="Open Sans Light" charset="0"/>
            <a:cs typeface="Open Sans Light" charset="0"/>
            <a:sym typeface="Open Sans Light" charset="0"/>
          </a:endParaRPr>
        </a:p>
        <a:p xmlns:a="http://schemas.openxmlformats.org/drawingml/2006/main">
          <a:pPr algn="ctr" defTabSz="171416">
            <a:defRPr/>
          </a:pPr>
          <a:r>
            <a:rPr lang="en-US" altLang="x-none" sz="1400" dirty="0">
              <a:solidFill>
                <a:schemeClr val="accent2"/>
              </a:solidFill>
              <a:latin typeface="Aptos" panose="020B0004020202020204" pitchFamily="34" charset="0"/>
              <a:ea typeface="Open Sans" charset="0"/>
              <a:cs typeface="Open Sans" charset="0"/>
              <a:sym typeface="Open Sans" charset="0"/>
            </a:rPr>
            <a:t>Business</a:t>
          </a:r>
          <a:endParaRPr lang="x-none" altLang="x-none" sz="1400">
            <a:solidFill>
              <a:schemeClr val="accent2"/>
            </a:solidFill>
            <a:latin typeface="Aptos" panose="020B0004020202020204" pitchFamily="34" charset="0"/>
            <a:ea typeface="Open Sans Light" charset="0"/>
            <a:cs typeface="Open Sans Light" charset="0"/>
            <a:sym typeface="Open Sans Light" charset="0"/>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1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CD6349C-AF96-FEC3-C9FB-084903A5CEE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R"/>
          </a:p>
        </p:txBody>
      </p:sp>
      <p:sp>
        <p:nvSpPr>
          <p:cNvPr id="3" name="Date Placeholder 2">
            <a:extLst>
              <a:ext uri="{FF2B5EF4-FFF2-40B4-BE49-F238E27FC236}">
                <a16:creationId xmlns:a16="http://schemas.microsoft.com/office/drawing/2014/main" id="{0A4765EC-2797-6D9B-A891-86536AC5D28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5396516-6433-1441-840C-EE6F8F0FE72C}" type="datetimeFigureOut">
              <a:rPr lang="en-GR" smtClean="0"/>
              <a:t>4/4/25</a:t>
            </a:fld>
            <a:endParaRPr lang="en-GR"/>
          </a:p>
        </p:txBody>
      </p:sp>
      <p:sp>
        <p:nvSpPr>
          <p:cNvPr id="4" name="Footer Placeholder 3">
            <a:extLst>
              <a:ext uri="{FF2B5EF4-FFF2-40B4-BE49-F238E27FC236}">
                <a16:creationId xmlns:a16="http://schemas.microsoft.com/office/drawing/2014/main" id="{AE1FC7A6-A142-9B99-B01E-C39CDBE2B2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R"/>
          </a:p>
        </p:txBody>
      </p:sp>
      <p:sp>
        <p:nvSpPr>
          <p:cNvPr id="5" name="Slide Number Placeholder 4">
            <a:extLst>
              <a:ext uri="{FF2B5EF4-FFF2-40B4-BE49-F238E27FC236}">
                <a16:creationId xmlns:a16="http://schemas.microsoft.com/office/drawing/2014/main" id="{BF3507D5-B6F8-FF56-28C6-0ECF6E1EF80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83A6447-A145-0041-939E-5F46A7536DCA}" type="slidenum">
              <a:rPr lang="en-GR" smtClean="0"/>
              <a:t>‹#›</a:t>
            </a:fld>
            <a:endParaRPr lang="en-GR"/>
          </a:p>
        </p:txBody>
      </p:sp>
    </p:spTree>
    <p:extLst>
      <p:ext uri="{BB962C8B-B14F-4D97-AF65-F5344CB8AC3E}">
        <p14:creationId xmlns:p14="http://schemas.microsoft.com/office/powerpoint/2010/main" val="15294957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504382-B229-044F-AE15-FE365DCEC2F7}" type="datetimeFigureOut">
              <a:rPr lang="en-GR" smtClean="0"/>
              <a:t>4/4/25</a:t>
            </a:fld>
            <a:endParaRPr lang="en-G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E4D86E-3867-B340-9FCD-1E36AB7AA0FF}" type="slidenum">
              <a:rPr lang="en-GR" smtClean="0"/>
              <a:t>‹#›</a:t>
            </a:fld>
            <a:endParaRPr lang="en-GR"/>
          </a:p>
        </p:txBody>
      </p:sp>
    </p:spTree>
    <p:extLst>
      <p:ext uri="{BB962C8B-B14F-4D97-AF65-F5344CB8AC3E}">
        <p14:creationId xmlns:p14="http://schemas.microsoft.com/office/powerpoint/2010/main" val="80217671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dirty="0"/>
          </a:p>
        </p:txBody>
      </p:sp>
      <p:sp>
        <p:nvSpPr>
          <p:cNvPr id="4" name="Slide Number Placeholder 3"/>
          <p:cNvSpPr>
            <a:spLocks noGrp="1"/>
          </p:cNvSpPr>
          <p:nvPr>
            <p:ph type="sldNum" sz="quarter" idx="5"/>
          </p:nvPr>
        </p:nvSpPr>
        <p:spPr/>
        <p:txBody>
          <a:bodyPr/>
          <a:lstStyle/>
          <a:p>
            <a:fld id="{09E4D86E-3867-B340-9FCD-1E36AB7AA0FF}" type="slidenum">
              <a:rPr lang="en-GR" smtClean="0"/>
              <a:t>1</a:t>
            </a:fld>
            <a:endParaRPr lang="en-GR"/>
          </a:p>
        </p:txBody>
      </p:sp>
    </p:spTree>
    <p:extLst>
      <p:ext uri="{BB962C8B-B14F-4D97-AF65-F5344CB8AC3E}">
        <p14:creationId xmlns:p14="http://schemas.microsoft.com/office/powerpoint/2010/main" val="2932778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6</a:t>
            </a:fld>
            <a:endParaRPr lang="en-GR"/>
          </a:p>
        </p:txBody>
      </p:sp>
    </p:spTree>
    <p:extLst>
      <p:ext uri="{BB962C8B-B14F-4D97-AF65-F5344CB8AC3E}">
        <p14:creationId xmlns:p14="http://schemas.microsoft.com/office/powerpoint/2010/main" val="11614076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7</a:t>
            </a:fld>
            <a:endParaRPr lang="en-GR"/>
          </a:p>
        </p:txBody>
      </p:sp>
    </p:spTree>
    <p:extLst>
      <p:ext uri="{BB962C8B-B14F-4D97-AF65-F5344CB8AC3E}">
        <p14:creationId xmlns:p14="http://schemas.microsoft.com/office/powerpoint/2010/main" val="33477440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9EA5B-C8E8-F4B3-BA21-EF6E039A1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4E4FBF-CB46-11CC-ECCF-8A2EA3D020A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24F4AF7-13D9-9A77-17C3-F5EAB2D919B4}"/>
              </a:ext>
            </a:extLst>
          </p:cNvPr>
          <p:cNvSpPr>
            <a:spLocks noGrp="1"/>
          </p:cNvSpPr>
          <p:nvPr>
            <p:ph type="body" idx="1"/>
          </p:nvPr>
        </p:nvSpPr>
        <p:spPr/>
        <p:txBody>
          <a:bodyPr/>
          <a:lstStyle/>
          <a:p>
            <a:endParaRPr lang="en-GR"/>
          </a:p>
        </p:txBody>
      </p:sp>
      <p:sp>
        <p:nvSpPr>
          <p:cNvPr id="4" name="Slide Number Placeholder 3">
            <a:extLst>
              <a:ext uri="{FF2B5EF4-FFF2-40B4-BE49-F238E27FC236}">
                <a16:creationId xmlns:a16="http://schemas.microsoft.com/office/drawing/2014/main" id="{B1EACC32-E893-77C8-22D5-5B6BF2995598}"/>
              </a:ext>
            </a:extLst>
          </p:cNvPr>
          <p:cNvSpPr>
            <a:spLocks noGrp="1"/>
          </p:cNvSpPr>
          <p:nvPr>
            <p:ph type="sldNum" sz="quarter" idx="5"/>
          </p:nvPr>
        </p:nvSpPr>
        <p:spPr/>
        <p:txBody>
          <a:bodyPr/>
          <a:lstStyle/>
          <a:p>
            <a:fld id="{09E4D86E-3867-B340-9FCD-1E36AB7AA0FF}" type="slidenum">
              <a:rPr lang="en-GR" smtClean="0"/>
              <a:t>8</a:t>
            </a:fld>
            <a:endParaRPr lang="en-GR"/>
          </a:p>
        </p:txBody>
      </p:sp>
    </p:spTree>
    <p:extLst>
      <p:ext uri="{BB962C8B-B14F-4D97-AF65-F5344CB8AC3E}">
        <p14:creationId xmlns:p14="http://schemas.microsoft.com/office/powerpoint/2010/main" val="6794941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42BF5-5668-1D66-2D8A-C15B5F9F4B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D201A9-D282-B502-FDCC-FDC080D025F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483645F-28D3-9389-B9C9-CD3B1CDB307D}"/>
              </a:ext>
            </a:extLst>
          </p:cNvPr>
          <p:cNvSpPr>
            <a:spLocks noGrp="1"/>
          </p:cNvSpPr>
          <p:nvPr>
            <p:ph type="body" idx="1"/>
          </p:nvPr>
        </p:nvSpPr>
        <p:spPr/>
        <p:txBody>
          <a:bodyPr/>
          <a:lstStyle/>
          <a:p>
            <a:endParaRPr lang="en-GR"/>
          </a:p>
        </p:txBody>
      </p:sp>
      <p:sp>
        <p:nvSpPr>
          <p:cNvPr id="4" name="Slide Number Placeholder 3">
            <a:extLst>
              <a:ext uri="{FF2B5EF4-FFF2-40B4-BE49-F238E27FC236}">
                <a16:creationId xmlns:a16="http://schemas.microsoft.com/office/drawing/2014/main" id="{D9EB761E-8C51-E06C-59E2-1CDD6D82655C}"/>
              </a:ext>
            </a:extLst>
          </p:cNvPr>
          <p:cNvSpPr>
            <a:spLocks noGrp="1"/>
          </p:cNvSpPr>
          <p:nvPr>
            <p:ph type="sldNum" sz="quarter" idx="5"/>
          </p:nvPr>
        </p:nvSpPr>
        <p:spPr/>
        <p:txBody>
          <a:bodyPr/>
          <a:lstStyle/>
          <a:p>
            <a:fld id="{09E4D86E-3867-B340-9FCD-1E36AB7AA0FF}" type="slidenum">
              <a:rPr lang="en-GR" smtClean="0"/>
              <a:t>9</a:t>
            </a:fld>
            <a:endParaRPr lang="en-GR"/>
          </a:p>
        </p:txBody>
      </p:sp>
    </p:spTree>
    <p:extLst>
      <p:ext uri="{BB962C8B-B14F-4D97-AF65-F5344CB8AC3E}">
        <p14:creationId xmlns:p14="http://schemas.microsoft.com/office/powerpoint/2010/main" val="291441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5466-1A33-3EE9-06F7-EF68A0D64A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A732B-EC79-FE6A-03C9-EB8F71B5B34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667B37D-AD13-41AF-45AB-BE07ADD45D1C}"/>
              </a:ext>
            </a:extLst>
          </p:cNvPr>
          <p:cNvSpPr>
            <a:spLocks noGrp="1"/>
          </p:cNvSpPr>
          <p:nvPr>
            <p:ph type="body" idx="1"/>
          </p:nvPr>
        </p:nvSpPr>
        <p:spPr/>
        <p:txBody>
          <a:bodyPr/>
          <a:lstStyle/>
          <a:p>
            <a:endParaRPr lang="en-GR"/>
          </a:p>
        </p:txBody>
      </p:sp>
      <p:sp>
        <p:nvSpPr>
          <p:cNvPr id="4" name="Slide Number Placeholder 3">
            <a:extLst>
              <a:ext uri="{FF2B5EF4-FFF2-40B4-BE49-F238E27FC236}">
                <a16:creationId xmlns:a16="http://schemas.microsoft.com/office/drawing/2014/main" id="{5EC3D4C1-8648-33AF-E2D9-C1C2228F6AB9}"/>
              </a:ext>
            </a:extLst>
          </p:cNvPr>
          <p:cNvSpPr>
            <a:spLocks noGrp="1"/>
          </p:cNvSpPr>
          <p:nvPr>
            <p:ph type="sldNum" sz="quarter" idx="5"/>
          </p:nvPr>
        </p:nvSpPr>
        <p:spPr/>
        <p:txBody>
          <a:bodyPr/>
          <a:lstStyle/>
          <a:p>
            <a:fld id="{09E4D86E-3867-B340-9FCD-1E36AB7AA0FF}" type="slidenum">
              <a:rPr lang="en-GR" smtClean="0"/>
              <a:t>10</a:t>
            </a:fld>
            <a:endParaRPr lang="en-GR"/>
          </a:p>
        </p:txBody>
      </p:sp>
    </p:spTree>
    <p:extLst>
      <p:ext uri="{BB962C8B-B14F-4D97-AF65-F5344CB8AC3E}">
        <p14:creationId xmlns:p14="http://schemas.microsoft.com/office/powerpoint/2010/main" val="6555875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3481B-9597-6AC6-5497-4338BEAB08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7F4E00-24C8-27F0-0FBB-9DA5343D074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68B1D13-4203-A4DE-14CD-F2670F48645C}"/>
              </a:ext>
            </a:extLst>
          </p:cNvPr>
          <p:cNvSpPr>
            <a:spLocks noGrp="1"/>
          </p:cNvSpPr>
          <p:nvPr>
            <p:ph type="body" idx="1"/>
          </p:nvPr>
        </p:nvSpPr>
        <p:spPr/>
        <p:txBody>
          <a:bodyPr/>
          <a:lstStyle/>
          <a:p>
            <a:endParaRPr lang="en-GR"/>
          </a:p>
        </p:txBody>
      </p:sp>
      <p:sp>
        <p:nvSpPr>
          <p:cNvPr id="4" name="Slide Number Placeholder 3">
            <a:extLst>
              <a:ext uri="{FF2B5EF4-FFF2-40B4-BE49-F238E27FC236}">
                <a16:creationId xmlns:a16="http://schemas.microsoft.com/office/drawing/2014/main" id="{F3B9D811-4CEA-5981-927D-AFF6F23150DE}"/>
              </a:ext>
            </a:extLst>
          </p:cNvPr>
          <p:cNvSpPr>
            <a:spLocks noGrp="1"/>
          </p:cNvSpPr>
          <p:nvPr>
            <p:ph type="sldNum" sz="quarter" idx="5"/>
          </p:nvPr>
        </p:nvSpPr>
        <p:spPr/>
        <p:txBody>
          <a:bodyPr/>
          <a:lstStyle/>
          <a:p>
            <a:fld id="{09E4D86E-3867-B340-9FCD-1E36AB7AA0FF}" type="slidenum">
              <a:rPr lang="en-GR" smtClean="0"/>
              <a:t>12</a:t>
            </a:fld>
            <a:endParaRPr lang="en-GR"/>
          </a:p>
        </p:txBody>
      </p:sp>
    </p:spTree>
    <p:extLst>
      <p:ext uri="{BB962C8B-B14F-4D97-AF65-F5344CB8AC3E}">
        <p14:creationId xmlns:p14="http://schemas.microsoft.com/office/powerpoint/2010/main" val="10973766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15</a:t>
            </a:fld>
            <a:endParaRPr lang="en-GR"/>
          </a:p>
        </p:txBody>
      </p:sp>
    </p:spTree>
    <p:extLst>
      <p:ext uri="{BB962C8B-B14F-4D97-AF65-F5344CB8AC3E}">
        <p14:creationId xmlns:p14="http://schemas.microsoft.com/office/powerpoint/2010/main" val="722949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16</a:t>
            </a:fld>
            <a:endParaRPr lang="en-GR"/>
          </a:p>
        </p:txBody>
      </p:sp>
    </p:spTree>
    <p:extLst>
      <p:ext uri="{BB962C8B-B14F-4D97-AF65-F5344CB8AC3E}">
        <p14:creationId xmlns:p14="http://schemas.microsoft.com/office/powerpoint/2010/main" val="15995732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76</a:t>
            </a:fld>
            <a:endParaRPr lang="en-GR"/>
          </a:p>
        </p:txBody>
      </p:sp>
    </p:spTree>
    <p:extLst>
      <p:ext uri="{BB962C8B-B14F-4D97-AF65-F5344CB8AC3E}">
        <p14:creationId xmlns:p14="http://schemas.microsoft.com/office/powerpoint/2010/main" val="2415949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C71F9-DCE4-4884-1E05-EA5A03C5BE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FEF196-D7C6-3397-3C4D-037CD0E8502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12554BD-680A-179B-96A9-3E50664A3D55}"/>
              </a:ext>
            </a:extLst>
          </p:cNvPr>
          <p:cNvSpPr>
            <a:spLocks noGrp="1"/>
          </p:cNvSpPr>
          <p:nvPr>
            <p:ph type="body" idx="1"/>
          </p:nvPr>
        </p:nvSpPr>
        <p:spPr/>
        <p:txBody>
          <a:bodyPr/>
          <a:lstStyle/>
          <a:p>
            <a:endParaRPr lang="en-GR"/>
          </a:p>
        </p:txBody>
      </p:sp>
      <p:sp>
        <p:nvSpPr>
          <p:cNvPr id="4" name="Slide Number Placeholder 3">
            <a:extLst>
              <a:ext uri="{FF2B5EF4-FFF2-40B4-BE49-F238E27FC236}">
                <a16:creationId xmlns:a16="http://schemas.microsoft.com/office/drawing/2014/main" id="{02F7E3CD-F31C-2D33-BA29-4C9CD25BCBE7}"/>
              </a:ext>
            </a:extLst>
          </p:cNvPr>
          <p:cNvSpPr>
            <a:spLocks noGrp="1"/>
          </p:cNvSpPr>
          <p:nvPr>
            <p:ph type="sldNum" sz="quarter" idx="5"/>
          </p:nvPr>
        </p:nvSpPr>
        <p:spPr/>
        <p:txBody>
          <a:bodyPr/>
          <a:lstStyle/>
          <a:p>
            <a:fld id="{09E4D86E-3867-B340-9FCD-1E36AB7AA0FF}" type="slidenum">
              <a:rPr lang="en-GR" smtClean="0"/>
              <a:t>79</a:t>
            </a:fld>
            <a:endParaRPr lang="en-GR"/>
          </a:p>
        </p:txBody>
      </p:sp>
    </p:spTree>
    <p:extLst>
      <p:ext uri="{BB962C8B-B14F-4D97-AF65-F5344CB8AC3E}">
        <p14:creationId xmlns:p14="http://schemas.microsoft.com/office/powerpoint/2010/main" val="10745163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90</a:t>
            </a:fld>
            <a:endParaRPr lang="en-GR"/>
          </a:p>
        </p:txBody>
      </p:sp>
    </p:spTree>
    <p:extLst>
      <p:ext uri="{BB962C8B-B14F-4D97-AF65-F5344CB8AC3E}">
        <p14:creationId xmlns:p14="http://schemas.microsoft.com/office/powerpoint/2010/main" val="35571576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C41C5-65B8-BF09-1C71-A720CA6382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F514B9-ACB5-14B0-10FD-557CC55F72F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1224EAA-2909-7296-55D7-552A5F60C5A0}"/>
              </a:ext>
            </a:extLst>
          </p:cNvPr>
          <p:cNvSpPr>
            <a:spLocks noGrp="1"/>
          </p:cNvSpPr>
          <p:nvPr>
            <p:ph type="body" idx="1"/>
          </p:nvPr>
        </p:nvSpPr>
        <p:spPr/>
        <p:txBody>
          <a:bodyPr/>
          <a:lstStyle/>
          <a:p>
            <a:endParaRPr lang="en-GR"/>
          </a:p>
        </p:txBody>
      </p:sp>
      <p:sp>
        <p:nvSpPr>
          <p:cNvPr id="4" name="Slide Number Placeholder 3">
            <a:extLst>
              <a:ext uri="{FF2B5EF4-FFF2-40B4-BE49-F238E27FC236}">
                <a16:creationId xmlns:a16="http://schemas.microsoft.com/office/drawing/2014/main" id="{06DD56AF-AB58-F279-B4F8-3F8031005231}"/>
              </a:ext>
            </a:extLst>
          </p:cNvPr>
          <p:cNvSpPr>
            <a:spLocks noGrp="1"/>
          </p:cNvSpPr>
          <p:nvPr>
            <p:ph type="sldNum" sz="quarter" idx="5"/>
          </p:nvPr>
        </p:nvSpPr>
        <p:spPr/>
        <p:txBody>
          <a:bodyPr/>
          <a:lstStyle/>
          <a:p>
            <a:fld id="{09E4D86E-3867-B340-9FCD-1E36AB7AA0FF}" type="slidenum">
              <a:rPr lang="en-GR" smtClean="0"/>
              <a:t>91</a:t>
            </a:fld>
            <a:endParaRPr lang="en-GR"/>
          </a:p>
        </p:txBody>
      </p:sp>
    </p:spTree>
    <p:extLst>
      <p:ext uri="{BB962C8B-B14F-4D97-AF65-F5344CB8AC3E}">
        <p14:creationId xmlns:p14="http://schemas.microsoft.com/office/powerpoint/2010/main" val="25728417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92</a:t>
            </a:fld>
            <a:endParaRPr lang="en-GR"/>
          </a:p>
        </p:txBody>
      </p:sp>
    </p:spTree>
    <p:extLst>
      <p:ext uri="{BB962C8B-B14F-4D97-AF65-F5344CB8AC3E}">
        <p14:creationId xmlns:p14="http://schemas.microsoft.com/office/powerpoint/2010/main" val="14134442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93</a:t>
            </a:fld>
            <a:endParaRPr lang="en-GR"/>
          </a:p>
        </p:txBody>
      </p:sp>
    </p:spTree>
    <p:extLst>
      <p:ext uri="{BB962C8B-B14F-4D97-AF65-F5344CB8AC3E}">
        <p14:creationId xmlns:p14="http://schemas.microsoft.com/office/powerpoint/2010/main" val="14879123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94</a:t>
            </a:fld>
            <a:endParaRPr lang="en-GR"/>
          </a:p>
        </p:txBody>
      </p:sp>
    </p:spTree>
    <p:extLst>
      <p:ext uri="{BB962C8B-B14F-4D97-AF65-F5344CB8AC3E}">
        <p14:creationId xmlns:p14="http://schemas.microsoft.com/office/powerpoint/2010/main" val="17215625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95</a:t>
            </a:fld>
            <a:endParaRPr lang="en-GR"/>
          </a:p>
        </p:txBody>
      </p:sp>
    </p:spTree>
    <p:extLst>
      <p:ext uri="{BB962C8B-B14F-4D97-AF65-F5344CB8AC3E}">
        <p14:creationId xmlns:p14="http://schemas.microsoft.com/office/powerpoint/2010/main" val="11737314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96</a:t>
            </a:fld>
            <a:endParaRPr lang="en-GR"/>
          </a:p>
        </p:txBody>
      </p:sp>
    </p:spTree>
    <p:extLst>
      <p:ext uri="{BB962C8B-B14F-4D97-AF65-F5344CB8AC3E}">
        <p14:creationId xmlns:p14="http://schemas.microsoft.com/office/powerpoint/2010/main" val="35782188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97</a:t>
            </a:fld>
            <a:endParaRPr lang="en-GR"/>
          </a:p>
        </p:txBody>
      </p:sp>
    </p:spTree>
    <p:extLst>
      <p:ext uri="{BB962C8B-B14F-4D97-AF65-F5344CB8AC3E}">
        <p14:creationId xmlns:p14="http://schemas.microsoft.com/office/powerpoint/2010/main" val="13304589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103</a:t>
            </a:fld>
            <a:endParaRPr lang="en-GR"/>
          </a:p>
        </p:txBody>
      </p:sp>
    </p:spTree>
    <p:extLst>
      <p:ext uri="{BB962C8B-B14F-4D97-AF65-F5344CB8AC3E}">
        <p14:creationId xmlns:p14="http://schemas.microsoft.com/office/powerpoint/2010/main" val="4088116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117</a:t>
            </a:fld>
            <a:endParaRPr lang="en-GR"/>
          </a:p>
        </p:txBody>
      </p:sp>
    </p:spTree>
    <p:extLst>
      <p:ext uri="{BB962C8B-B14F-4D97-AF65-F5344CB8AC3E}">
        <p14:creationId xmlns:p14="http://schemas.microsoft.com/office/powerpoint/2010/main" val="6694746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42892-8B6E-1997-07C8-EB93FB5815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B1004E-813D-99A8-57CE-07FF00DA26E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FA1FDA8-BA12-4187-5943-1918596DC093}"/>
              </a:ext>
            </a:extLst>
          </p:cNvPr>
          <p:cNvSpPr>
            <a:spLocks noGrp="1"/>
          </p:cNvSpPr>
          <p:nvPr>
            <p:ph type="body" idx="1"/>
          </p:nvPr>
        </p:nvSpPr>
        <p:spPr/>
        <p:txBody>
          <a:bodyPr/>
          <a:lstStyle/>
          <a:p>
            <a:endParaRPr lang="en-GR"/>
          </a:p>
        </p:txBody>
      </p:sp>
      <p:sp>
        <p:nvSpPr>
          <p:cNvPr id="4" name="Slide Number Placeholder 3">
            <a:extLst>
              <a:ext uri="{FF2B5EF4-FFF2-40B4-BE49-F238E27FC236}">
                <a16:creationId xmlns:a16="http://schemas.microsoft.com/office/drawing/2014/main" id="{495C469F-6304-55F2-DD80-1FAA9259261B}"/>
              </a:ext>
            </a:extLst>
          </p:cNvPr>
          <p:cNvSpPr>
            <a:spLocks noGrp="1"/>
          </p:cNvSpPr>
          <p:nvPr>
            <p:ph type="sldNum" sz="quarter" idx="5"/>
          </p:nvPr>
        </p:nvSpPr>
        <p:spPr/>
        <p:txBody>
          <a:bodyPr/>
          <a:lstStyle/>
          <a:p>
            <a:fld id="{09E4D86E-3867-B340-9FCD-1E36AB7AA0FF}" type="slidenum">
              <a:rPr lang="en-GR" smtClean="0"/>
              <a:t>118</a:t>
            </a:fld>
            <a:endParaRPr lang="en-GR"/>
          </a:p>
        </p:txBody>
      </p:sp>
    </p:spTree>
    <p:extLst>
      <p:ext uri="{BB962C8B-B14F-4D97-AF65-F5344CB8AC3E}">
        <p14:creationId xmlns:p14="http://schemas.microsoft.com/office/powerpoint/2010/main" val="12077215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92C14-45A8-7949-2E38-8A0AAF119F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E948AD-BEF7-58A4-13C7-5E2DB969F28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0635EE7-088E-E01B-AC48-803793EFD97D}"/>
              </a:ext>
            </a:extLst>
          </p:cNvPr>
          <p:cNvSpPr>
            <a:spLocks noGrp="1"/>
          </p:cNvSpPr>
          <p:nvPr>
            <p:ph type="body" idx="1"/>
          </p:nvPr>
        </p:nvSpPr>
        <p:spPr/>
        <p:txBody>
          <a:bodyPr/>
          <a:lstStyle/>
          <a:p>
            <a:endParaRPr lang="en-GR"/>
          </a:p>
        </p:txBody>
      </p:sp>
      <p:sp>
        <p:nvSpPr>
          <p:cNvPr id="4" name="Slide Number Placeholder 3">
            <a:extLst>
              <a:ext uri="{FF2B5EF4-FFF2-40B4-BE49-F238E27FC236}">
                <a16:creationId xmlns:a16="http://schemas.microsoft.com/office/drawing/2014/main" id="{0BDCD896-9C6D-3CF9-4E6E-228FEE5C06B0}"/>
              </a:ext>
            </a:extLst>
          </p:cNvPr>
          <p:cNvSpPr>
            <a:spLocks noGrp="1"/>
          </p:cNvSpPr>
          <p:nvPr>
            <p:ph type="sldNum" sz="quarter" idx="5"/>
          </p:nvPr>
        </p:nvSpPr>
        <p:spPr/>
        <p:txBody>
          <a:bodyPr/>
          <a:lstStyle/>
          <a:p>
            <a:fld id="{09E4D86E-3867-B340-9FCD-1E36AB7AA0FF}" type="slidenum">
              <a:rPr lang="en-GR" smtClean="0"/>
              <a:t>119</a:t>
            </a:fld>
            <a:endParaRPr lang="en-GR"/>
          </a:p>
        </p:txBody>
      </p:sp>
    </p:spTree>
    <p:extLst>
      <p:ext uri="{BB962C8B-B14F-4D97-AF65-F5344CB8AC3E}">
        <p14:creationId xmlns:p14="http://schemas.microsoft.com/office/powerpoint/2010/main" val="19671600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2A63C-73B1-B1BC-798D-918A6F5362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0A9595-0CF9-4122-3A5E-59DD1AE77F3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2F251A3-79AA-F678-360B-142BFE713E97}"/>
              </a:ext>
            </a:extLst>
          </p:cNvPr>
          <p:cNvSpPr>
            <a:spLocks noGrp="1"/>
          </p:cNvSpPr>
          <p:nvPr>
            <p:ph type="body" idx="1"/>
          </p:nvPr>
        </p:nvSpPr>
        <p:spPr/>
        <p:txBody>
          <a:bodyPr/>
          <a:lstStyle/>
          <a:p>
            <a:endParaRPr lang="en-GR"/>
          </a:p>
        </p:txBody>
      </p:sp>
      <p:sp>
        <p:nvSpPr>
          <p:cNvPr id="4" name="Slide Number Placeholder 3">
            <a:extLst>
              <a:ext uri="{FF2B5EF4-FFF2-40B4-BE49-F238E27FC236}">
                <a16:creationId xmlns:a16="http://schemas.microsoft.com/office/drawing/2014/main" id="{00267853-BFD3-17CF-E40A-658B07EF9C65}"/>
              </a:ext>
            </a:extLst>
          </p:cNvPr>
          <p:cNvSpPr>
            <a:spLocks noGrp="1"/>
          </p:cNvSpPr>
          <p:nvPr>
            <p:ph type="sldNum" sz="quarter" idx="5"/>
          </p:nvPr>
        </p:nvSpPr>
        <p:spPr/>
        <p:txBody>
          <a:bodyPr/>
          <a:lstStyle/>
          <a:p>
            <a:fld id="{09E4D86E-3867-B340-9FCD-1E36AB7AA0FF}" type="slidenum">
              <a:rPr lang="en-GR" smtClean="0"/>
              <a:t>124</a:t>
            </a:fld>
            <a:endParaRPr lang="en-GR"/>
          </a:p>
        </p:txBody>
      </p:sp>
    </p:spTree>
    <p:extLst>
      <p:ext uri="{BB962C8B-B14F-4D97-AF65-F5344CB8AC3E}">
        <p14:creationId xmlns:p14="http://schemas.microsoft.com/office/powerpoint/2010/main" val="14569223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125</a:t>
            </a:fld>
            <a:endParaRPr lang="en-GR"/>
          </a:p>
        </p:txBody>
      </p:sp>
    </p:spTree>
    <p:extLst>
      <p:ext uri="{BB962C8B-B14F-4D97-AF65-F5344CB8AC3E}">
        <p14:creationId xmlns:p14="http://schemas.microsoft.com/office/powerpoint/2010/main" val="40735502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128</a:t>
            </a:fld>
            <a:endParaRPr lang="en-GR"/>
          </a:p>
        </p:txBody>
      </p:sp>
    </p:spTree>
    <p:extLst>
      <p:ext uri="{BB962C8B-B14F-4D97-AF65-F5344CB8AC3E}">
        <p14:creationId xmlns:p14="http://schemas.microsoft.com/office/powerpoint/2010/main" val="1629004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B585E-4050-0D45-7640-18ECEB9AEB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101DC1-BA68-EAE6-0795-A3C5EF8D516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38D0166-44A6-4A3E-8547-2C7918B684E5}"/>
              </a:ext>
            </a:extLst>
          </p:cNvPr>
          <p:cNvSpPr>
            <a:spLocks noGrp="1"/>
          </p:cNvSpPr>
          <p:nvPr>
            <p:ph type="body" idx="1"/>
          </p:nvPr>
        </p:nvSpPr>
        <p:spPr/>
        <p:txBody>
          <a:bodyPr/>
          <a:lstStyle/>
          <a:p>
            <a:endParaRPr lang="en-GR"/>
          </a:p>
        </p:txBody>
      </p:sp>
      <p:sp>
        <p:nvSpPr>
          <p:cNvPr id="4" name="Slide Number Placeholder 3">
            <a:extLst>
              <a:ext uri="{FF2B5EF4-FFF2-40B4-BE49-F238E27FC236}">
                <a16:creationId xmlns:a16="http://schemas.microsoft.com/office/drawing/2014/main" id="{056F950D-09EB-BAB0-D770-765ABAC2ACCD}"/>
              </a:ext>
            </a:extLst>
          </p:cNvPr>
          <p:cNvSpPr>
            <a:spLocks noGrp="1"/>
          </p:cNvSpPr>
          <p:nvPr>
            <p:ph type="sldNum" sz="quarter" idx="5"/>
          </p:nvPr>
        </p:nvSpPr>
        <p:spPr/>
        <p:txBody>
          <a:bodyPr/>
          <a:lstStyle/>
          <a:p>
            <a:fld id="{09E4D86E-3867-B340-9FCD-1E36AB7AA0FF}" type="slidenum">
              <a:rPr lang="en-GR" smtClean="0"/>
              <a:t>131</a:t>
            </a:fld>
            <a:endParaRPr lang="en-GR"/>
          </a:p>
        </p:txBody>
      </p:sp>
    </p:spTree>
    <p:extLst>
      <p:ext uri="{BB962C8B-B14F-4D97-AF65-F5344CB8AC3E}">
        <p14:creationId xmlns:p14="http://schemas.microsoft.com/office/powerpoint/2010/main" val="4049004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132</a:t>
            </a:fld>
            <a:endParaRPr lang="en-GR"/>
          </a:p>
        </p:txBody>
      </p:sp>
    </p:spTree>
    <p:extLst>
      <p:ext uri="{BB962C8B-B14F-4D97-AF65-F5344CB8AC3E}">
        <p14:creationId xmlns:p14="http://schemas.microsoft.com/office/powerpoint/2010/main" val="16282805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0918C-D6A9-FE47-6484-A7F2B9872F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9794D8-54F6-A911-1B03-05144502A8D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D31DBD8-F31D-D691-1151-1063B697ADF5}"/>
              </a:ext>
            </a:extLst>
          </p:cNvPr>
          <p:cNvSpPr>
            <a:spLocks noGrp="1"/>
          </p:cNvSpPr>
          <p:nvPr>
            <p:ph type="body" idx="1"/>
          </p:nvPr>
        </p:nvSpPr>
        <p:spPr/>
        <p:txBody>
          <a:bodyPr/>
          <a:lstStyle/>
          <a:p>
            <a:endParaRPr lang="en-GR"/>
          </a:p>
        </p:txBody>
      </p:sp>
      <p:sp>
        <p:nvSpPr>
          <p:cNvPr id="4" name="Slide Number Placeholder 3">
            <a:extLst>
              <a:ext uri="{FF2B5EF4-FFF2-40B4-BE49-F238E27FC236}">
                <a16:creationId xmlns:a16="http://schemas.microsoft.com/office/drawing/2014/main" id="{C2C5393E-5088-6A24-CC78-7BDDAC1F6193}"/>
              </a:ext>
            </a:extLst>
          </p:cNvPr>
          <p:cNvSpPr>
            <a:spLocks noGrp="1"/>
          </p:cNvSpPr>
          <p:nvPr>
            <p:ph type="sldNum" sz="quarter" idx="5"/>
          </p:nvPr>
        </p:nvSpPr>
        <p:spPr/>
        <p:txBody>
          <a:bodyPr/>
          <a:lstStyle/>
          <a:p>
            <a:fld id="{09E4D86E-3867-B340-9FCD-1E36AB7AA0FF}" type="slidenum">
              <a:rPr lang="en-GR" smtClean="0"/>
              <a:t>133</a:t>
            </a:fld>
            <a:endParaRPr lang="en-GR"/>
          </a:p>
        </p:txBody>
      </p:sp>
    </p:spTree>
    <p:extLst>
      <p:ext uri="{BB962C8B-B14F-4D97-AF65-F5344CB8AC3E}">
        <p14:creationId xmlns:p14="http://schemas.microsoft.com/office/powerpoint/2010/main" val="19288134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FE85B-FE26-3010-EB7B-18FED7A3D8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071244-566B-A6F0-5F83-BCECFAC4BFC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397A382-0A84-EFB5-EA59-C02AA2ADF882}"/>
              </a:ext>
            </a:extLst>
          </p:cNvPr>
          <p:cNvSpPr>
            <a:spLocks noGrp="1"/>
          </p:cNvSpPr>
          <p:nvPr>
            <p:ph type="body" idx="1"/>
          </p:nvPr>
        </p:nvSpPr>
        <p:spPr/>
        <p:txBody>
          <a:bodyPr/>
          <a:lstStyle/>
          <a:p>
            <a:endParaRPr lang="en-GR"/>
          </a:p>
        </p:txBody>
      </p:sp>
      <p:sp>
        <p:nvSpPr>
          <p:cNvPr id="4" name="Slide Number Placeholder 3">
            <a:extLst>
              <a:ext uri="{FF2B5EF4-FFF2-40B4-BE49-F238E27FC236}">
                <a16:creationId xmlns:a16="http://schemas.microsoft.com/office/drawing/2014/main" id="{C72E3AD3-472E-7FA2-4275-C347EA874FCB}"/>
              </a:ext>
            </a:extLst>
          </p:cNvPr>
          <p:cNvSpPr>
            <a:spLocks noGrp="1"/>
          </p:cNvSpPr>
          <p:nvPr>
            <p:ph type="sldNum" sz="quarter" idx="5"/>
          </p:nvPr>
        </p:nvSpPr>
        <p:spPr/>
        <p:txBody>
          <a:bodyPr/>
          <a:lstStyle/>
          <a:p>
            <a:fld id="{09E4D86E-3867-B340-9FCD-1E36AB7AA0FF}" type="slidenum">
              <a:rPr lang="en-GR" smtClean="0"/>
              <a:t>135</a:t>
            </a:fld>
            <a:endParaRPr lang="en-GR"/>
          </a:p>
        </p:txBody>
      </p:sp>
    </p:spTree>
    <p:extLst>
      <p:ext uri="{BB962C8B-B14F-4D97-AF65-F5344CB8AC3E}">
        <p14:creationId xmlns:p14="http://schemas.microsoft.com/office/powerpoint/2010/main" val="17351735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6AD5E-3368-109E-9857-EB01BF6005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883969-D698-81C1-0F83-3A13AE08B9D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D406B84-F230-E271-E8E7-E2579CA31808}"/>
              </a:ext>
            </a:extLst>
          </p:cNvPr>
          <p:cNvSpPr>
            <a:spLocks noGrp="1"/>
          </p:cNvSpPr>
          <p:nvPr>
            <p:ph type="body" idx="1"/>
          </p:nvPr>
        </p:nvSpPr>
        <p:spPr/>
        <p:txBody>
          <a:bodyPr/>
          <a:lstStyle/>
          <a:p>
            <a:endParaRPr lang="en-GR"/>
          </a:p>
        </p:txBody>
      </p:sp>
      <p:sp>
        <p:nvSpPr>
          <p:cNvPr id="4" name="Slide Number Placeholder 3">
            <a:extLst>
              <a:ext uri="{FF2B5EF4-FFF2-40B4-BE49-F238E27FC236}">
                <a16:creationId xmlns:a16="http://schemas.microsoft.com/office/drawing/2014/main" id="{EB343C17-7D92-E9BA-096A-E82C0E57D37F}"/>
              </a:ext>
            </a:extLst>
          </p:cNvPr>
          <p:cNvSpPr>
            <a:spLocks noGrp="1"/>
          </p:cNvSpPr>
          <p:nvPr>
            <p:ph type="sldNum" sz="quarter" idx="5"/>
          </p:nvPr>
        </p:nvSpPr>
        <p:spPr/>
        <p:txBody>
          <a:bodyPr/>
          <a:lstStyle/>
          <a:p>
            <a:fld id="{09E4D86E-3867-B340-9FCD-1E36AB7AA0FF}" type="slidenum">
              <a:rPr lang="en-GR" smtClean="0"/>
              <a:t>136</a:t>
            </a:fld>
            <a:endParaRPr lang="en-GR"/>
          </a:p>
        </p:txBody>
      </p:sp>
    </p:spTree>
    <p:extLst>
      <p:ext uri="{BB962C8B-B14F-4D97-AF65-F5344CB8AC3E}">
        <p14:creationId xmlns:p14="http://schemas.microsoft.com/office/powerpoint/2010/main" val="19133280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5DC38-E93E-45BF-2704-36A54AEA47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D1DF5D-B221-6CC8-FF80-3F35FD4CC41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C3D303E-A5AE-FA2A-1CE1-26FDEFA33544}"/>
              </a:ext>
            </a:extLst>
          </p:cNvPr>
          <p:cNvSpPr>
            <a:spLocks noGrp="1"/>
          </p:cNvSpPr>
          <p:nvPr>
            <p:ph type="body" idx="1"/>
          </p:nvPr>
        </p:nvSpPr>
        <p:spPr/>
        <p:txBody>
          <a:bodyPr/>
          <a:lstStyle/>
          <a:p>
            <a:endParaRPr lang="en-GR"/>
          </a:p>
        </p:txBody>
      </p:sp>
      <p:sp>
        <p:nvSpPr>
          <p:cNvPr id="4" name="Slide Number Placeholder 3">
            <a:extLst>
              <a:ext uri="{FF2B5EF4-FFF2-40B4-BE49-F238E27FC236}">
                <a16:creationId xmlns:a16="http://schemas.microsoft.com/office/drawing/2014/main" id="{0253DF5D-296E-42E3-1FB3-ECFE80F43DF8}"/>
              </a:ext>
            </a:extLst>
          </p:cNvPr>
          <p:cNvSpPr>
            <a:spLocks noGrp="1"/>
          </p:cNvSpPr>
          <p:nvPr>
            <p:ph type="sldNum" sz="quarter" idx="5"/>
          </p:nvPr>
        </p:nvSpPr>
        <p:spPr/>
        <p:txBody>
          <a:bodyPr/>
          <a:lstStyle/>
          <a:p>
            <a:fld id="{09E4D86E-3867-B340-9FCD-1E36AB7AA0FF}" type="slidenum">
              <a:rPr lang="en-GR" smtClean="0"/>
              <a:t>137</a:t>
            </a:fld>
            <a:endParaRPr lang="en-GR"/>
          </a:p>
        </p:txBody>
      </p:sp>
    </p:spTree>
    <p:extLst>
      <p:ext uri="{BB962C8B-B14F-4D97-AF65-F5344CB8AC3E}">
        <p14:creationId xmlns:p14="http://schemas.microsoft.com/office/powerpoint/2010/main" val="7279045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139</a:t>
            </a:fld>
            <a:endParaRPr lang="en-GR"/>
          </a:p>
        </p:txBody>
      </p:sp>
    </p:spTree>
    <p:extLst>
      <p:ext uri="{BB962C8B-B14F-4D97-AF65-F5344CB8AC3E}">
        <p14:creationId xmlns:p14="http://schemas.microsoft.com/office/powerpoint/2010/main" val="30946262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141</a:t>
            </a:fld>
            <a:endParaRPr lang="en-GR"/>
          </a:p>
        </p:txBody>
      </p:sp>
    </p:spTree>
    <p:extLst>
      <p:ext uri="{BB962C8B-B14F-4D97-AF65-F5344CB8AC3E}">
        <p14:creationId xmlns:p14="http://schemas.microsoft.com/office/powerpoint/2010/main" val="1044213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142</a:t>
            </a:fld>
            <a:endParaRPr lang="en-GR"/>
          </a:p>
        </p:txBody>
      </p:sp>
    </p:spTree>
    <p:extLst>
      <p:ext uri="{BB962C8B-B14F-4D97-AF65-F5344CB8AC3E}">
        <p14:creationId xmlns:p14="http://schemas.microsoft.com/office/powerpoint/2010/main" val="42169020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143</a:t>
            </a:fld>
            <a:endParaRPr lang="en-GR"/>
          </a:p>
        </p:txBody>
      </p:sp>
    </p:spTree>
    <p:extLst>
      <p:ext uri="{BB962C8B-B14F-4D97-AF65-F5344CB8AC3E}">
        <p14:creationId xmlns:p14="http://schemas.microsoft.com/office/powerpoint/2010/main" val="34563826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144</a:t>
            </a:fld>
            <a:endParaRPr lang="en-GR"/>
          </a:p>
        </p:txBody>
      </p:sp>
    </p:spTree>
    <p:extLst>
      <p:ext uri="{BB962C8B-B14F-4D97-AF65-F5344CB8AC3E}">
        <p14:creationId xmlns:p14="http://schemas.microsoft.com/office/powerpoint/2010/main" val="9887024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145</a:t>
            </a:fld>
            <a:endParaRPr lang="en-GR"/>
          </a:p>
        </p:txBody>
      </p:sp>
    </p:spTree>
    <p:extLst>
      <p:ext uri="{BB962C8B-B14F-4D97-AF65-F5344CB8AC3E}">
        <p14:creationId xmlns:p14="http://schemas.microsoft.com/office/powerpoint/2010/main" val="12508896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146</a:t>
            </a:fld>
            <a:endParaRPr lang="en-GR"/>
          </a:p>
        </p:txBody>
      </p:sp>
    </p:spTree>
    <p:extLst>
      <p:ext uri="{BB962C8B-B14F-4D97-AF65-F5344CB8AC3E}">
        <p14:creationId xmlns:p14="http://schemas.microsoft.com/office/powerpoint/2010/main" val="35886200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147</a:t>
            </a:fld>
            <a:endParaRPr lang="en-GR"/>
          </a:p>
        </p:txBody>
      </p:sp>
    </p:spTree>
    <p:extLst>
      <p:ext uri="{BB962C8B-B14F-4D97-AF65-F5344CB8AC3E}">
        <p14:creationId xmlns:p14="http://schemas.microsoft.com/office/powerpoint/2010/main" val="3920576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148</a:t>
            </a:fld>
            <a:endParaRPr lang="en-GR"/>
          </a:p>
        </p:txBody>
      </p:sp>
    </p:spTree>
    <p:extLst>
      <p:ext uri="{BB962C8B-B14F-4D97-AF65-F5344CB8AC3E}">
        <p14:creationId xmlns:p14="http://schemas.microsoft.com/office/powerpoint/2010/main" val="33379753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149</a:t>
            </a:fld>
            <a:endParaRPr lang="en-GR"/>
          </a:p>
        </p:txBody>
      </p:sp>
    </p:spTree>
    <p:extLst>
      <p:ext uri="{BB962C8B-B14F-4D97-AF65-F5344CB8AC3E}">
        <p14:creationId xmlns:p14="http://schemas.microsoft.com/office/powerpoint/2010/main" val="280970335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150</a:t>
            </a:fld>
            <a:endParaRPr lang="en-GR"/>
          </a:p>
        </p:txBody>
      </p:sp>
    </p:spTree>
    <p:extLst>
      <p:ext uri="{BB962C8B-B14F-4D97-AF65-F5344CB8AC3E}">
        <p14:creationId xmlns:p14="http://schemas.microsoft.com/office/powerpoint/2010/main" val="108805802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151</a:t>
            </a:fld>
            <a:endParaRPr lang="en-GR"/>
          </a:p>
        </p:txBody>
      </p:sp>
    </p:spTree>
    <p:extLst>
      <p:ext uri="{BB962C8B-B14F-4D97-AF65-F5344CB8AC3E}">
        <p14:creationId xmlns:p14="http://schemas.microsoft.com/office/powerpoint/2010/main" val="41582523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152</a:t>
            </a:fld>
            <a:endParaRPr lang="en-GR"/>
          </a:p>
        </p:txBody>
      </p:sp>
    </p:spTree>
    <p:extLst>
      <p:ext uri="{BB962C8B-B14F-4D97-AF65-F5344CB8AC3E}">
        <p14:creationId xmlns:p14="http://schemas.microsoft.com/office/powerpoint/2010/main" val="57242483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153</a:t>
            </a:fld>
            <a:endParaRPr lang="en-GR"/>
          </a:p>
        </p:txBody>
      </p:sp>
    </p:spTree>
    <p:extLst>
      <p:ext uri="{BB962C8B-B14F-4D97-AF65-F5344CB8AC3E}">
        <p14:creationId xmlns:p14="http://schemas.microsoft.com/office/powerpoint/2010/main" val="272072353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155</a:t>
            </a:fld>
            <a:endParaRPr lang="en-GR"/>
          </a:p>
        </p:txBody>
      </p:sp>
    </p:spTree>
    <p:extLst>
      <p:ext uri="{BB962C8B-B14F-4D97-AF65-F5344CB8AC3E}">
        <p14:creationId xmlns:p14="http://schemas.microsoft.com/office/powerpoint/2010/main" val="25367421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156</a:t>
            </a:fld>
            <a:endParaRPr lang="en-GR"/>
          </a:p>
        </p:txBody>
      </p:sp>
    </p:spTree>
    <p:extLst>
      <p:ext uri="{BB962C8B-B14F-4D97-AF65-F5344CB8AC3E}">
        <p14:creationId xmlns:p14="http://schemas.microsoft.com/office/powerpoint/2010/main" val="233049025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162</a:t>
            </a:fld>
            <a:endParaRPr lang="en-GR"/>
          </a:p>
        </p:txBody>
      </p:sp>
    </p:spTree>
    <p:extLst>
      <p:ext uri="{BB962C8B-B14F-4D97-AF65-F5344CB8AC3E}">
        <p14:creationId xmlns:p14="http://schemas.microsoft.com/office/powerpoint/2010/main" val="381540578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l-GR"/>
          </a:p>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164</a:t>
            </a:fld>
            <a:endParaRPr lang="en-GR"/>
          </a:p>
        </p:txBody>
      </p:sp>
    </p:spTree>
    <p:extLst>
      <p:ext uri="{BB962C8B-B14F-4D97-AF65-F5344CB8AC3E}">
        <p14:creationId xmlns:p14="http://schemas.microsoft.com/office/powerpoint/2010/main" val="97130861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166</a:t>
            </a:fld>
            <a:endParaRPr lang="en-GR"/>
          </a:p>
        </p:txBody>
      </p:sp>
    </p:spTree>
    <p:extLst>
      <p:ext uri="{BB962C8B-B14F-4D97-AF65-F5344CB8AC3E}">
        <p14:creationId xmlns:p14="http://schemas.microsoft.com/office/powerpoint/2010/main" val="177898468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174</a:t>
            </a:fld>
            <a:endParaRPr lang="en-GR"/>
          </a:p>
        </p:txBody>
      </p:sp>
    </p:spTree>
    <p:extLst>
      <p:ext uri="{BB962C8B-B14F-4D97-AF65-F5344CB8AC3E}">
        <p14:creationId xmlns:p14="http://schemas.microsoft.com/office/powerpoint/2010/main" val="292611989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175</a:t>
            </a:fld>
            <a:endParaRPr lang="en-GR"/>
          </a:p>
        </p:txBody>
      </p:sp>
    </p:spTree>
    <p:extLst>
      <p:ext uri="{BB962C8B-B14F-4D97-AF65-F5344CB8AC3E}">
        <p14:creationId xmlns:p14="http://schemas.microsoft.com/office/powerpoint/2010/main" val="327741749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180</a:t>
            </a:fld>
            <a:endParaRPr lang="en-GR"/>
          </a:p>
        </p:txBody>
      </p:sp>
    </p:spTree>
    <p:extLst>
      <p:ext uri="{BB962C8B-B14F-4D97-AF65-F5344CB8AC3E}">
        <p14:creationId xmlns:p14="http://schemas.microsoft.com/office/powerpoint/2010/main" val="82672877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R"/>
          </a:p>
        </p:txBody>
      </p:sp>
      <p:sp>
        <p:nvSpPr>
          <p:cNvPr id="4" name="Slide Number Placeholder 3"/>
          <p:cNvSpPr>
            <a:spLocks noGrp="1"/>
          </p:cNvSpPr>
          <p:nvPr>
            <p:ph type="sldNum" sz="quarter" idx="5"/>
          </p:nvPr>
        </p:nvSpPr>
        <p:spPr/>
        <p:txBody>
          <a:bodyPr/>
          <a:lstStyle/>
          <a:p>
            <a:fld id="{09E4D86E-3867-B340-9FCD-1E36AB7AA0FF}" type="slidenum">
              <a:rPr lang="en-GR" smtClean="0"/>
              <a:t>186</a:t>
            </a:fld>
            <a:endParaRPr lang="en-GR"/>
          </a:p>
        </p:txBody>
      </p:sp>
    </p:spTree>
    <p:extLst>
      <p:ext uri="{BB962C8B-B14F-4D97-AF65-F5344CB8AC3E}">
        <p14:creationId xmlns:p14="http://schemas.microsoft.com/office/powerpoint/2010/main" val="142573196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CE1A6-84DE-628D-9A65-7BC95E6F65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CF94D7-7581-EC2C-7DA6-6D9288A7833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1C247BF-A284-683F-FE4D-942B4CA9460A}"/>
              </a:ext>
            </a:extLst>
          </p:cNvPr>
          <p:cNvSpPr>
            <a:spLocks noGrp="1"/>
          </p:cNvSpPr>
          <p:nvPr>
            <p:ph type="body" idx="1"/>
          </p:nvPr>
        </p:nvSpPr>
        <p:spPr/>
        <p:txBody>
          <a:bodyPr/>
          <a:lstStyle/>
          <a:p>
            <a:endParaRPr lang="en-GR"/>
          </a:p>
        </p:txBody>
      </p:sp>
      <p:sp>
        <p:nvSpPr>
          <p:cNvPr id="4" name="Slide Number Placeholder 3">
            <a:extLst>
              <a:ext uri="{FF2B5EF4-FFF2-40B4-BE49-F238E27FC236}">
                <a16:creationId xmlns:a16="http://schemas.microsoft.com/office/drawing/2014/main" id="{6DD55126-B723-3A12-43F4-6041FB8660AE}"/>
              </a:ext>
            </a:extLst>
          </p:cNvPr>
          <p:cNvSpPr>
            <a:spLocks noGrp="1"/>
          </p:cNvSpPr>
          <p:nvPr>
            <p:ph type="sldNum" sz="quarter" idx="5"/>
          </p:nvPr>
        </p:nvSpPr>
        <p:spPr/>
        <p:txBody>
          <a:bodyPr/>
          <a:lstStyle/>
          <a:p>
            <a:fld id="{09E4D86E-3867-B340-9FCD-1E36AB7AA0FF}" type="slidenum">
              <a:rPr lang="en-GR" smtClean="0"/>
              <a:t>188</a:t>
            </a:fld>
            <a:endParaRPr lang="en-GR"/>
          </a:p>
        </p:txBody>
      </p:sp>
    </p:spTree>
    <p:extLst>
      <p:ext uri="{BB962C8B-B14F-4D97-AF65-F5344CB8AC3E}">
        <p14:creationId xmlns:p14="http://schemas.microsoft.com/office/powerpoint/2010/main" val="326698039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5E697-9C99-E88E-BA2A-7985998DC0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4B8EF5-AAD2-984D-6B72-36A75233A52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04FB8BC-7B5A-3DBD-F1F5-A743EFE1E8DD}"/>
              </a:ext>
            </a:extLst>
          </p:cNvPr>
          <p:cNvSpPr>
            <a:spLocks noGrp="1"/>
          </p:cNvSpPr>
          <p:nvPr>
            <p:ph type="body" idx="1"/>
          </p:nvPr>
        </p:nvSpPr>
        <p:spPr/>
        <p:txBody>
          <a:bodyPr/>
          <a:lstStyle/>
          <a:p>
            <a:endParaRPr lang="en-GR"/>
          </a:p>
        </p:txBody>
      </p:sp>
      <p:sp>
        <p:nvSpPr>
          <p:cNvPr id="4" name="Slide Number Placeholder 3">
            <a:extLst>
              <a:ext uri="{FF2B5EF4-FFF2-40B4-BE49-F238E27FC236}">
                <a16:creationId xmlns:a16="http://schemas.microsoft.com/office/drawing/2014/main" id="{AA1582E8-1E86-6591-FC10-789F6BC870D8}"/>
              </a:ext>
            </a:extLst>
          </p:cNvPr>
          <p:cNvSpPr>
            <a:spLocks noGrp="1"/>
          </p:cNvSpPr>
          <p:nvPr>
            <p:ph type="sldNum" sz="quarter" idx="5"/>
          </p:nvPr>
        </p:nvSpPr>
        <p:spPr/>
        <p:txBody>
          <a:bodyPr/>
          <a:lstStyle/>
          <a:p>
            <a:fld id="{09E4D86E-3867-B340-9FCD-1E36AB7AA0FF}" type="slidenum">
              <a:rPr lang="en-GR" smtClean="0"/>
              <a:t>199</a:t>
            </a:fld>
            <a:endParaRPr lang="en-GR"/>
          </a:p>
        </p:txBody>
      </p:sp>
    </p:spTree>
    <p:extLst>
      <p:ext uri="{BB962C8B-B14F-4D97-AF65-F5344CB8AC3E}">
        <p14:creationId xmlns:p14="http://schemas.microsoft.com/office/powerpoint/2010/main" val="422001798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48DA9-C7B1-F434-59EF-37C8F57FAC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A765E2-D65E-D0DB-B4B3-35A67D01D9B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8F5D6CE-F6FB-CAD0-BA67-F77BE6D2D4A0}"/>
              </a:ext>
            </a:extLst>
          </p:cNvPr>
          <p:cNvSpPr>
            <a:spLocks noGrp="1"/>
          </p:cNvSpPr>
          <p:nvPr>
            <p:ph type="body" idx="1"/>
          </p:nvPr>
        </p:nvSpPr>
        <p:spPr/>
        <p:txBody>
          <a:bodyPr/>
          <a:lstStyle/>
          <a:p>
            <a:endParaRPr lang="en-GR"/>
          </a:p>
        </p:txBody>
      </p:sp>
      <p:sp>
        <p:nvSpPr>
          <p:cNvPr id="4" name="Slide Number Placeholder 3">
            <a:extLst>
              <a:ext uri="{FF2B5EF4-FFF2-40B4-BE49-F238E27FC236}">
                <a16:creationId xmlns:a16="http://schemas.microsoft.com/office/drawing/2014/main" id="{CE10A206-D887-6855-9E14-7D147A3339D0}"/>
              </a:ext>
            </a:extLst>
          </p:cNvPr>
          <p:cNvSpPr>
            <a:spLocks noGrp="1"/>
          </p:cNvSpPr>
          <p:nvPr>
            <p:ph type="sldNum" sz="quarter" idx="5"/>
          </p:nvPr>
        </p:nvSpPr>
        <p:spPr/>
        <p:txBody>
          <a:bodyPr/>
          <a:lstStyle/>
          <a:p>
            <a:fld id="{09E4D86E-3867-B340-9FCD-1E36AB7AA0FF}" type="slidenum">
              <a:rPr lang="en-GR" smtClean="0"/>
              <a:t>201</a:t>
            </a:fld>
            <a:endParaRPr lang="en-GR"/>
          </a:p>
        </p:txBody>
      </p:sp>
    </p:spTree>
    <p:extLst>
      <p:ext uri="{BB962C8B-B14F-4D97-AF65-F5344CB8AC3E}">
        <p14:creationId xmlns:p14="http://schemas.microsoft.com/office/powerpoint/2010/main" val="95882181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B6652-221B-971E-6D28-333531A89E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1CDCE5-3E01-2296-8106-3AFBBA8D9BF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DE87878-0350-0BAA-C4CE-90C6A13E987B}"/>
              </a:ext>
            </a:extLst>
          </p:cNvPr>
          <p:cNvSpPr>
            <a:spLocks noGrp="1"/>
          </p:cNvSpPr>
          <p:nvPr>
            <p:ph type="body" idx="1"/>
          </p:nvPr>
        </p:nvSpPr>
        <p:spPr/>
        <p:txBody>
          <a:bodyPr/>
          <a:lstStyle/>
          <a:p>
            <a:endParaRPr lang="en-GR"/>
          </a:p>
        </p:txBody>
      </p:sp>
      <p:sp>
        <p:nvSpPr>
          <p:cNvPr id="4" name="Slide Number Placeholder 3">
            <a:extLst>
              <a:ext uri="{FF2B5EF4-FFF2-40B4-BE49-F238E27FC236}">
                <a16:creationId xmlns:a16="http://schemas.microsoft.com/office/drawing/2014/main" id="{F6E12FAF-9739-BC0F-2DDB-AB84BEC7CF34}"/>
              </a:ext>
            </a:extLst>
          </p:cNvPr>
          <p:cNvSpPr>
            <a:spLocks noGrp="1"/>
          </p:cNvSpPr>
          <p:nvPr>
            <p:ph type="sldNum" sz="quarter" idx="5"/>
          </p:nvPr>
        </p:nvSpPr>
        <p:spPr/>
        <p:txBody>
          <a:bodyPr/>
          <a:lstStyle/>
          <a:p>
            <a:fld id="{09E4D86E-3867-B340-9FCD-1E36AB7AA0FF}" type="slidenum">
              <a:rPr lang="en-GR" smtClean="0"/>
              <a:t>203</a:t>
            </a:fld>
            <a:endParaRPr lang="en-GR"/>
          </a:p>
        </p:txBody>
      </p:sp>
    </p:spTree>
    <p:extLst>
      <p:ext uri="{BB962C8B-B14F-4D97-AF65-F5344CB8AC3E}">
        <p14:creationId xmlns:p14="http://schemas.microsoft.com/office/powerpoint/2010/main" val="250626969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AC8CA-4454-11F4-207A-1747EEB9D5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F910CA-C7A9-8D88-9299-5A148151133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4918ADA-9746-EB55-5DC5-70C9548875D4}"/>
              </a:ext>
            </a:extLst>
          </p:cNvPr>
          <p:cNvSpPr>
            <a:spLocks noGrp="1"/>
          </p:cNvSpPr>
          <p:nvPr>
            <p:ph type="body" idx="1"/>
          </p:nvPr>
        </p:nvSpPr>
        <p:spPr/>
        <p:txBody>
          <a:bodyPr/>
          <a:lstStyle/>
          <a:p>
            <a:endParaRPr lang="en-GR"/>
          </a:p>
        </p:txBody>
      </p:sp>
      <p:sp>
        <p:nvSpPr>
          <p:cNvPr id="4" name="Slide Number Placeholder 3">
            <a:extLst>
              <a:ext uri="{FF2B5EF4-FFF2-40B4-BE49-F238E27FC236}">
                <a16:creationId xmlns:a16="http://schemas.microsoft.com/office/drawing/2014/main" id="{D7EDDC0A-7BA4-F593-2632-49955DD23FD0}"/>
              </a:ext>
            </a:extLst>
          </p:cNvPr>
          <p:cNvSpPr>
            <a:spLocks noGrp="1"/>
          </p:cNvSpPr>
          <p:nvPr>
            <p:ph type="sldNum" sz="quarter" idx="5"/>
          </p:nvPr>
        </p:nvSpPr>
        <p:spPr/>
        <p:txBody>
          <a:bodyPr/>
          <a:lstStyle/>
          <a:p>
            <a:fld id="{09E4D86E-3867-B340-9FCD-1E36AB7AA0FF}" type="slidenum">
              <a:rPr lang="en-GR" smtClean="0"/>
              <a:t>205</a:t>
            </a:fld>
            <a:endParaRPr lang="en-GR"/>
          </a:p>
        </p:txBody>
      </p:sp>
    </p:spTree>
    <p:extLst>
      <p:ext uri="{BB962C8B-B14F-4D97-AF65-F5344CB8AC3E}">
        <p14:creationId xmlns:p14="http://schemas.microsoft.com/office/powerpoint/2010/main" val="20407099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emf"/><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emf"/><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emf"/><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emf"/><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emf"/><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Master" Target="../slideMasters/slideMaster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0.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4.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6.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Master" Target="../slideMasters/slideMaster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9.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Master" Target="../slideMasters/slideMaster5.xml"/><Relationship Id="rId4" Type="http://schemas.openxmlformats.org/officeDocument/2006/relationships/image" Target="../media/image4.sv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8.jpeg"/><Relationship Id="rId1" Type="http://schemas.openxmlformats.org/officeDocument/2006/relationships/slideMaster" Target="../slideMasters/slideMaster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35.sv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jpeg"/><Relationship Id="rId1" Type="http://schemas.openxmlformats.org/officeDocument/2006/relationships/slideMaster" Target="../slideMasters/slideMaster5.xml"/><Relationship Id="rId4" Type="http://schemas.openxmlformats.org/officeDocument/2006/relationships/image" Target="../media/image4.sv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4.jpeg"/><Relationship Id="rId1" Type="http://schemas.openxmlformats.org/officeDocument/2006/relationships/slideMaster" Target="../slideMasters/slideMaster5.xml"/><Relationship Id="rId4" Type="http://schemas.openxmlformats.org/officeDocument/2006/relationships/image" Target="../media/image4.sv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jpeg"/><Relationship Id="rId1" Type="http://schemas.openxmlformats.org/officeDocument/2006/relationships/slideMaster" Target="../slideMasters/slideMaster5.xml"/><Relationship Id="rId4" Type="http://schemas.openxmlformats.org/officeDocument/2006/relationships/image" Target="../media/image4.sv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jpeg"/><Relationship Id="rId1" Type="http://schemas.openxmlformats.org/officeDocument/2006/relationships/slideMaster" Target="../slideMasters/slideMaster5.xml"/><Relationship Id="rId4" Type="http://schemas.openxmlformats.org/officeDocument/2006/relationships/image" Target="../media/image4.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jpeg"/><Relationship Id="rId1" Type="http://schemas.openxmlformats.org/officeDocument/2006/relationships/slideMaster" Target="../slideMasters/slideMaster5.xml"/><Relationship Id="rId4" Type="http://schemas.openxmlformats.org/officeDocument/2006/relationships/image" Target="../media/image4.sv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7.jpeg"/><Relationship Id="rId1" Type="http://schemas.openxmlformats.org/officeDocument/2006/relationships/slideMaster" Target="../slideMasters/slideMaster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37.sv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34.png"/><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34.png"/><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1.jpeg"/><Relationship Id="rId1" Type="http://schemas.openxmlformats.org/officeDocument/2006/relationships/slideMaster" Target="../slideMasters/slideMaster9.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9.sv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2.jpeg"/><Relationship Id="rId1" Type="http://schemas.openxmlformats.org/officeDocument/2006/relationships/slideMaster" Target="../slideMasters/slideMaster9.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9.svg"/></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3.jpeg"/><Relationship Id="rId1" Type="http://schemas.openxmlformats.org/officeDocument/2006/relationships/slideMaster" Target="../slideMasters/slideMaster9.xml"/><Relationship Id="rId4" Type="http://schemas.openxmlformats.org/officeDocument/2006/relationships/image" Target="../media/image4.sv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4.jpeg"/><Relationship Id="rId1" Type="http://schemas.openxmlformats.org/officeDocument/2006/relationships/slideMaster" Target="../slideMasters/slideMaster9.xml"/><Relationship Id="rId4" Type="http://schemas.openxmlformats.org/officeDocument/2006/relationships/image" Target="../media/image4.sv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5.jpeg"/><Relationship Id="rId1" Type="http://schemas.openxmlformats.org/officeDocument/2006/relationships/slideMaster" Target="../slideMasters/slideMaster9.xml"/><Relationship Id="rId4" Type="http://schemas.openxmlformats.org/officeDocument/2006/relationships/image" Target="../media/image4.sv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6.jpeg"/><Relationship Id="rId1" Type="http://schemas.openxmlformats.org/officeDocument/2006/relationships/slideMaster" Target="../slideMasters/slideMaster9.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46.sv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57.png"/><Relationship Id="rId1" Type="http://schemas.openxmlformats.org/officeDocument/2006/relationships/slideMaster" Target="../slideMasters/slideMaster10.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57.png"/><Relationship Id="rId1" Type="http://schemas.openxmlformats.org/officeDocument/2006/relationships/slideMaster" Target="../slideMasters/slideMaster10.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57.png"/><Relationship Id="rId1" Type="http://schemas.openxmlformats.org/officeDocument/2006/relationships/slideMaster" Target="../slideMasters/slideMaster10.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57.png"/><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0.png"/><Relationship Id="rId1" Type="http://schemas.openxmlformats.org/officeDocument/2006/relationships/slideMaster" Target="../slideMasters/slideMaster1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D0CDE75-BD25-B286-A1E7-1D78B85422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3251799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E8E16F6-F557-A204-E131-CAEE594236B5}"/>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pic>
        <p:nvPicPr>
          <p:cNvPr id="6" name="Graphic 5">
            <a:extLst>
              <a:ext uri="{FF2B5EF4-FFF2-40B4-BE49-F238E27FC236}">
                <a16:creationId xmlns:a16="http://schemas.microsoft.com/office/drawing/2014/main" id="{BC6B8DB6-CB00-26F3-2EF3-AB1B3F7E3E3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3113458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A8AE765A-D088-2ABD-BBEE-EB2AB5B2733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42030" y="6465600"/>
            <a:ext cx="1007999" cy="210763"/>
          </a:xfrm>
          <a:prstGeom prst="rect">
            <a:avLst/>
          </a:prstGeom>
        </p:spPr>
      </p:pic>
    </p:spTree>
    <p:extLst>
      <p:ext uri="{BB962C8B-B14F-4D97-AF65-F5344CB8AC3E}">
        <p14:creationId xmlns:p14="http://schemas.microsoft.com/office/powerpoint/2010/main" val="3058549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E8E16F6-F557-A204-E131-CAEE594236B5}"/>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dirty="0"/>
          </a:p>
        </p:txBody>
      </p:sp>
      <p:pic>
        <p:nvPicPr>
          <p:cNvPr id="3" name="Graphic 2">
            <a:extLst>
              <a:ext uri="{FF2B5EF4-FFF2-40B4-BE49-F238E27FC236}">
                <a16:creationId xmlns:a16="http://schemas.microsoft.com/office/drawing/2014/main" id="{59CA5E5B-5A5C-329D-528D-A0CFBB0BAB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42001" y="6465600"/>
            <a:ext cx="1007999" cy="210763"/>
          </a:xfrm>
          <a:prstGeom prst="rect">
            <a:avLst/>
          </a:prstGeom>
        </p:spPr>
      </p:pic>
    </p:spTree>
    <p:extLst>
      <p:ext uri="{BB962C8B-B14F-4D97-AF65-F5344CB8AC3E}">
        <p14:creationId xmlns:p14="http://schemas.microsoft.com/office/powerpoint/2010/main" val="527130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35DE8121-A406-0278-7109-3609BED26971}"/>
              </a:ext>
            </a:extLst>
          </p:cNvPr>
          <p:cNvGrpSpPr/>
          <p:nvPr userDrawn="1"/>
        </p:nvGrpSpPr>
        <p:grpSpPr>
          <a:xfrm>
            <a:off x="1496785" y="6465602"/>
            <a:ext cx="878399" cy="220729"/>
            <a:chOff x="1487101" y="4420972"/>
            <a:chExt cx="878399" cy="220729"/>
          </a:xfrm>
        </p:grpSpPr>
        <p:cxnSp>
          <p:nvCxnSpPr>
            <p:cNvPr id="8" name="Straight Connector 7">
              <a:extLst>
                <a:ext uri="{FF2B5EF4-FFF2-40B4-BE49-F238E27FC236}">
                  <a16:creationId xmlns:a16="http://schemas.microsoft.com/office/drawing/2014/main" id="{3E046DD3-EEF7-95A0-88AE-FA454F2CD907}"/>
                </a:ext>
              </a:extLst>
            </p:cNvPr>
            <p:cNvCxnSpPr>
              <a:cxnSpLocks/>
            </p:cNvCxnSpPr>
            <p:nvPr userDrawn="1"/>
          </p:nvCxnSpPr>
          <p:spPr>
            <a:xfrm>
              <a:off x="1487101" y="4420972"/>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696944A-3907-C618-19DD-83753DDE538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631100" y="4425701"/>
              <a:ext cx="734400" cy="216000"/>
            </a:xfrm>
            <a:prstGeom prst="rect">
              <a:avLst/>
            </a:prstGeom>
          </p:spPr>
        </p:pic>
      </p:grpSp>
      <p:pic>
        <p:nvPicPr>
          <p:cNvPr id="3" name="Graphic 2">
            <a:extLst>
              <a:ext uri="{FF2B5EF4-FFF2-40B4-BE49-F238E27FC236}">
                <a16:creationId xmlns:a16="http://schemas.microsoft.com/office/drawing/2014/main" id="{C469AD8D-23C3-6BBF-D385-2DC45917402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30" y="6465600"/>
            <a:ext cx="1007999" cy="210763"/>
          </a:xfrm>
          <a:prstGeom prst="rect">
            <a:avLst/>
          </a:prstGeom>
        </p:spPr>
      </p:pic>
    </p:spTree>
    <p:extLst>
      <p:ext uri="{BB962C8B-B14F-4D97-AF65-F5344CB8AC3E}">
        <p14:creationId xmlns:p14="http://schemas.microsoft.com/office/powerpoint/2010/main" val="3149458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E8E16F6-F557-A204-E131-CAEE594236B5}"/>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grpSp>
        <p:nvGrpSpPr>
          <p:cNvPr id="20" name="Group 19">
            <a:extLst>
              <a:ext uri="{FF2B5EF4-FFF2-40B4-BE49-F238E27FC236}">
                <a16:creationId xmlns:a16="http://schemas.microsoft.com/office/drawing/2014/main" id="{99096B35-100B-2147-846C-D12A1345AD44}"/>
              </a:ext>
            </a:extLst>
          </p:cNvPr>
          <p:cNvGrpSpPr/>
          <p:nvPr userDrawn="1"/>
        </p:nvGrpSpPr>
        <p:grpSpPr>
          <a:xfrm>
            <a:off x="1487101" y="6465600"/>
            <a:ext cx="878399" cy="218152"/>
            <a:chOff x="5100558" y="4423336"/>
            <a:chExt cx="878399" cy="218152"/>
          </a:xfrm>
        </p:grpSpPr>
        <p:cxnSp>
          <p:nvCxnSpPr>
            <p:cNvPr id="21" name="Straight Connector 20">
              <a:extLst>
                <a:ext uri="{FF2B5EF4-FFF2-40B4-BE49-F238E27FC236}">
                  <a16:creationId xmlns:a16="http://schemas.microsoft.com/office/drawing/2014/main" id="{2C93C64B-0017-5CBE-C059-4B567BFCEDEB}"/>
                </a:ext>
              </a:extLst>
            </p:cNvPr>
            <p:cNvCxnSpPr>
              <a:cxnSpLocks/>
            </p:cNvCxnSpPr>
            <p:nvPr userDrawn="1"/>
          </p:nvCxnSpPr>
          <p:spPr>
            <a:xfrm>
              <a:off x="5100558" y="4423336"/>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A6F17EDC-D8C9-B7F5-506C-D240970D7D2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44557" y="4425488"/>
              <a:ext cx="734400" cy="216000"/>
            </a:xfrm>
            <a:prstGeom prst="rect">
              <a:avLst/>
            </a:prstGeom>
          </p:spPr>
        </p:pic>
      </p:grpSp>
      <p:pic>
        <p:nvPicPr>
          <p:cNvPr id="2" name="Graphic 1">
            <a:extLst>
              <a:ext uri="{FF2B5EF4-FFF2-40B4-BE49-F238E27FC236}">
                <a16:creationId xmlns:a16="http://schemas.microsoft.com/office/drawing/2014/main" id="{3954D495-FA0F-B44D-D717-091B6CD2CC6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01" y="6465600"/>
            <a:ext cx="1007999" cy="210763"/>
          </a:xfrm>
          <a:prstGeom prst="rect">
            <a:avLst/>
          </a:prstGeom>
        </p:spPr>
      </p:pic>
    </p:spTree>
    <p:extLst>
      <p:ext uri="{BB962C8B-B14F-4D97-AF65-F5344CB8AC3E}">
        <p14:creationId xmlns:p14="http://schemas.microsoft.com/office/powerpoint/2010/main" val="83651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B5AFA82-D69D-2CE9-99FA-C7092367F78D}"/>
              </a:ext>
            </a:extLst>
          </p:cNvPr>
          <p:cNvGrpSpPr/>
          <p:nvPr userDrawn="1"/>
        </p:nvGrpSpPr>
        <p:grpSpPr>
          <a:xfrm>
            <a:off x="1496785" y="6465602"/>
            <a:ext cx="882000" cy="216001"/>
            <a:chOff x="1487101" y="4824568"/>
            <a:chExt cx="882000" cy="216001"/>
          </a:xfrm>
        </p:grpSpPr>
        <p:cxnSp>
          <p:nvCxnSpPr>
            <p:cNvPr id="3" name="Straight Connector 2">
              <a:extLst>
                <a:ext uri="{FF2B5EF4-FFF2-40B4-BE49-F238E27FC236}">
                  <a16:creationId xmlns:a16="http://schemas.microsoft.com/office/drawing/2014/main" id="{81CC4EE6-25E8-7EE2-8004-15074D50A1B5}"/>
                </a:ext>
              </a:extLst>
            </p:cNvPr>
            <p:cNvCxnSpPr>
              <a:cxnSpLocks/>
            </p:cNvCxnSpPr>
            <p:nvPr userDrawn="1"/>
          </p:nvCxnSpPr>
          <p:spPr>
            <a:xfrm>
              <a:off x="1487101" y="4824569"/>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3D4E6C38-632E-95E0-C3E8-827DD47B10B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631100" y="4824568"/>
              <a:ext cx="738001" cy="216000"/>
            </a:xfrm>
            <a:prstGeom prst="rect">
              <a:avLst/>
            </a:prstGeom>
          </p:spPr>
        </p:pic>
      </p:grpSp>
      <p:pic>
        <p:nvPicPr>
          <p:cNvPr id="5" name="Graphic 4">
            <a:extLst>
              <a:ext uri="{FF2B5EF4-FFF2-40B4-BE49-F238E27FC236}">
                <a16:creationId xmlns:a16="http://schemas.microsoft.com/office/drawing/2014/main" id="{99306972-569B-341B-751B-36D9D27D98F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30" y="6465600"/>
            <a:ext cx="1007999" cy="210763"/>
          </a:xfrm>
          <a:prstGeom prst="rect">
            <a:avLst/>
          </a:prstGeom>
        </p:spPr>
      </p:pic>
    </p:spTree>
    <p:extLst>
      <p:ext uri="{BB962C8B-B14F-4D97-AF65-F5344CB8AC3E}">
        <p14:creationId xmlns:p14="http://schemas.microsoft.com/office/powerpoint/2010/main" val="3320315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E8E16F6-F557-A204-E131-CAEE594236B5}"/>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grpSp>
        <p:nvGrpSpPr>
          <p:cNvPr id="16" name="Group 15">
            <a:extLst>
              <a:ext uri="{FF2B5EF4-FFF2-40B4-BE49-F238E27FC236}">
                <a16:creationId xmlns:a16="http://schemas.microsoft.com/office/drawing/2014/main" id="{10B4FA95-0952-76CC-FFFE-CCCCF8138977}"/>
              </a:ext>
            </a:extLst>
          </p:cNvPr>
          <p:cNvGrpSpPr/>
          <p:nvPr userDrawn="1"/>
        </p:nvGrpSpPr>
        <p:grpSpPr>
          <a:xfrm>
            <a:off x="1487102" y="6465600"/>
            <a:ext cx="881999" cy="216644"/>
            <a:chOff x="5100558" y="4824568"/>
            <a:chExt cx="881999" cy="216644"/>
          </a:xfrm>
        </p:grpSpPr>
        <p:cxnSp>
          <p:nvCxnSpPr>
            <p:cNvPr id="17" name="Straight Connector 16">
              <a:extLst>
                <a:ext uri="{FF2B5EF4-FFF2-40B4-BE49-F238E27FC236}">
                  <a16:creationId xmlns:a16="http://schemas.microsoft.com/office/drawing/2014/main" id="{A61236FC-CA1B-28ED-C97F-B9338E860BE5}"/>
                </a:ext>
              </a:extLst>
            </p:cNvPr>
            <p:cNvCxnSpPr>
              <a:cxnSpLocks/>
            </p:cNvCxnSpPr>
            <p:nvPr userDrawn="1"/>
          </p:nvCxnSpPr>
          <p:spPr>
            <a:xfrm>
              <a:off x="5100558" y="4824568"/>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AF24A9EA-463D-76D9-626E-2C2BBFAA702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44557" y="4825212"/>
              <a:ext cx="738000" cy="216000"/>
            </a:xfrm>
            <a:prstGeom prst="rect">
              <a:avLst/>
            </a:prstGeom>
          </p:spPr>
        </p:pic>
      </p:grpSp>
      <p:pic>
        <p:nvPicPr>
          <p:cNvPr id="2" name="Graphic 1">
            <a:extLst>
              <a:ext uri="{FF2B5EF4-FFF2-40B4-BE49-F238E27FC236}">
                <a16:creationId xmlns:a16="http://schemas.microsoft.com/office/drawing/2014/main" id="{FC32EAA9-C7B7-51DE-E9BD-526470DBACA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01" y="6465600"/>
            <a:ext cx="1007999" cy="210763"/>
          </a:xfrm>
          <a:prstGeom prst="rect">
            <a:avLst/>
          </a:prstGeom>
        </p:spPr>
      </p:pic>
    </p:spTree>
    <p:extLst>
      <p:ext uri="{BB962C8B-B14F-4D97-AF65-F5344CB8AC3E}">
        <p14:creationId xmlns:p14="http://schemas.microsoft.com/office/powerpoint/2010/main" val="1643436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02B5505-B931-529B-8961-E5A9A1792E93}"/>
              </a:ext>
            </a:extLst>
          </p:cNvPr>
          <p:cNvGrpSpPr/>
          <p:nvPr userDrawn="1"/>
        </p:nvGrpSpPr>
        <p:grpSpPr>
          <a:xfrm>
            <a:off x="1496786" y="6465600"/>
            <a:ext cx="881999" cy="217888"/>
            <a:chOff x="1487101" y="5231257"/>
            <a:chExt cx="881999" cy="217888"/>
          </a:xfrm>
        </p:grpSpPr>
        <p:cxnSp>
          <p:nvCxnSpPr>
            <p:cNvPr id="3" name="Straight Connector 2">
              <a:extLst>
                <a:ext uri="{FF2B5EF4-FFF2-40B4-BE49-F238E27FC236}">
                  <a16:creationId xmlns:a16="http://schemas.microsoft.com/office/drawing/2014/main" id="{DE9F398D-324B-31EB-8B67-FF9BA08B9280}"/>
                </a:ext>
              </a:extLst>
            </p:cNvPr>
            <p:cNvCxnSpPr>
              <a:cxnSpLocks/>
            </p:cNvCxnSpPr>
            <p:nvPr userDrawn="1"/>
          </p:nvCxnSpPr>
          <p:spPr>
            <a:xfrm>
              <a:off x="1487101" y="5231257"/>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88EB382F-214C-6644-8BAE-0734B6EF6F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631100" y="5233145"/>
              <a:ext cx="738000" cy="216000"/>
            </a:xfrm>
            <a:prstGeom prst="rect">
              <a:avLst/>
            </a:prstGeom>
          </p:spPr>
        </p:pic>
      </p:grpSp>
      <p:pic>
        <p:nvPicPr>
          <p:cNvPr id="5" name="Graphic 4">
            <a:extLst>
              <a:ext uri="{FF2B5EF4-FFF2-40B4-BE49-F238E27FC236}">
                <a16:creationId xmlns:a16="http://schemas.microsoft.com/office/drawing/2014/main" id="{177F0263-46D2-251F-4B9D-45706CE426B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30" y="6465600"/>
            <a:ext cx="1007999" cy="210763"/>
          </a:xfrm>
          <a:prstGeom prst="rect">
            <a:avLst/>
          </a:prstGeom>
        </p:spPr>
      </p:pic>
    </p:spTree>
    <p:extLst>
      <p:ext uri="{BB962C8B-B14F-4D97-AF65-F5344CB8AC3E}">
        <p14:creationId xmlns:p14="http://schemas.microsoft.com/office/powerpoint/2010/main" val="1368156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E8E16F6-F557-A204-E131-CAEE594236B5}"/>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grpSp>
        <p:nvGrpSpPr>
          <p:cNvPr id="12" name="Group 11">
            <a:extLst>
              <a:ext uri="{FF2B5EF4-FFF2-40B4-BE49-F238E27FC236}">
                <a16:creationId xmlns:a16="http://schemas.microsoft.com/office/drawing/2014/main" id="{D2D269C9-7CDB-61F8-5F1D-CC8BAF73B4DC}"/>
              </a:ext>
            </a:extLst>
          </p:cNvPr>
          <p:cNvGrpSpPr/>
          <p:nvPr userDrawn="1"/>
        </p:nvGrpSpPr>
        <p:grpSpPr>
          <a:xfrm>
            <a:off x="1487102" y="6465602"/>
            <a:ext cx="881999" cy="216000"/>
            <a:chOff x="5100558" y="5234290"/>
            <a:chExt cx="881999" cy="216000"/>
          </a:xfrm>
        </p:grpSpPr>
        <p:cxnSp>
          <p:nvCxnSpPr>
            <p:cNvPr id="13" name="Straight Connector 12">
              <a:extLst>
                <a:ext uri="{FF2B5EF4-FFF2-40B4-BE49-F238E27FC236}">
                  <a16:creationId xmlns:a16="http://schemas.microsoft.com/office/drawing/2014/main" id="{0E93F5E5-F396-1BE5-EE0B-5A65CDB56A7D}"/>
                </a:ext>
              </a:extLst>
            </p:cNvPr>
            <p:cNvCxnSpPr>
              <a:cxnSpLocks/>
            </p:cNvCxnSpPr>
            <p:nvPr userDrawn="1"/>
          </p:nvCxnSpPr>
          <p:spPr>
            <a:xfrm>
              <a:off x="5100558" y="5234290"/>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33CA57EC-07A5-8F49-40AA-04ABA7CC726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44557" y="5234290"/>
              <a:ext cx="738000" cy="216000"/>
            </a:xfrm>
            <a:prstGeom prst="rect">
              <a:avLst/>
            </a:prstGeom>
          </p:spPr>
        </p:pic>
      </p:grpSp>
      <p:pic>
        <p:nvPicPr>
          <p:cNvPr id="2" name="Graphic 1">
            <a:extLst>
              <a:ext uri="{FF2B5EF4-FFF2-40B4-BE49-F238E27FC236}">
                <a16:creationId xmlns:a16="http://schemas.microsoft.com/office/drawing/2014/main" id="{1A366C65-3707-7F5E-4CBC-BEC71BD3555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01" y="6465600"/>
            <a:ext cx="1007999" cy="210763"/>
          </a:xfrm>
          <a:prstGeom prst="rect">
            <a:avLst/>
          </a:prstGeom>
        </p:spPr>
      </p:pic>
    </p:spTree>
    <p:extLst>
      <p:ext uri="{BB962C8B-B14F-4D97-AF65-F5344CB8AC3E}">
        <p14:creationId xmlns:p14="http://schemas.microsoft.com/office/powerpoint/2010/main" val="2522554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4A4A7A0-8C65-878C-1E07-8174440FAA18}"/>
              </a:ext>
            </a:extLst>
          </p:cNvPr>
          <p:cNvGrpSpPr/>
          <p:nvPr userDrawn="1"/>
        </p:nvGrpSpPr>
        <p:grpSpPr>
          <a:xfrm>
            <a:off x="1496785" y="6465600"/>
            <a:ext cx="1827745" cy="216000"/>
            <a:chOff x="1487101" y="5647222"/>
            <a:chExt cx="1827746" cy="216000"/>
          </a:xfrm>
        </p:grpSpPr>
        <p:pic>
          <p:nvPicPr>
            <p:cNvPr id="8" name="Picture 7">
              <a:extLst>
                <a:ext uri="{FF2B5EF4-FFF2-40B4-BE49-F238E27FC236}">
                  <a16:creationId xmlns:a16="http://schemas.microsoft.com/office/drawing/2014/main" id="{9C7CC70B-AAA3-E8B1-FB73-2E1827A9534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631100" y="5647222"/>
              <a:ext cx="1683747" cy="216000"/>
            </a:xfrm>
            <a:prstGeom prst="rect">
              <a:avLst/>
            </a:prstGeom>
          </p:spPr>
        </p:pic>
        <p:cxnSp>
          <p:nvCxnSpPr>
            <p:cNvPr id="9" name="Straight Connector 8">
              <a:extLst>
                <a:ext uri="{FF2B5EF4-FFF2-40B4-BE49-F238E27FC236}">
                  <a16:creationId xmlns:a16="http://schemas.microsoft.com/office/drawing/2014/main" id="{F8337A8F-8E37-B321-9B29-D4E99D63FBFF}"/>
                </a:ext>
              </a:extLst>
            </p:cNvPr>
            <p:cNvCxnSpPr>
              <a:cxnSpLocks/>
            </p:cNvCxnSpPr>
            <p:nvPr userDrawn="1"/>
          </p:nvCxnSpPr>
          <p:spPr>
            <a:xfrm>
              <a:off x="1487101" y="5647222"/>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grpSp>
      <p:pic>
        <p:nvPicPr>
          <p:cNvPr id="2" name="Graphic 1">
            <a:extLst>
              <a:ext uri="{FF2B5EF4-FFF2-40B4-BE49-F238E27FC236}">
                <a16:creationId xmlns:a16="http://schemas.microsoft.com/office/drawing/2014/main" id="{9716266D-AE86-FDA4-91A3-CA2FB1270A4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30" y="6465600"/>
            <a:ext cx="1007999" cy="210763"/>
          </a:xfrm>
          <a:prstGeom prst="rect">
            <a:avLst/>
          </a:prstGeom>
        </p:spPr>
      </p:pic>
    </p:spTree>
    <p:extLst>
      <p:ext uri="{BB962C8B-B14F-4D97-AF65-F5344CB8AC3E}">
        <p14:creationId xmlns:p14="http://schemas.microsoft.com/office/powerpoint/2010/main" val="39618061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E8E16F6-F557-A204-E131-CAEE594236B5}"/>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dirty="0"/>
          </a:p>
        </p:txBody>
      </p:sp>
      <p:grpSp>
        <p:nvGrpSpPr>
          <p:cNvPr id="7" name="Group 6">
            <a:extLst>
              <a:ext uri="{FF2B5EF4-FFF2-40B4-BE49-F238E27FC236}">
                <a16:creationId xmlns:a16="http://schemas.microsoft.com/office/drawing/2014/main" id="{DE4BAA43-8C0B-A49A-6503-6EF42F9079B7}"/>
              </a:ext>
            </a:extLst>
          </p:cNvPr>
          <p:cNvGrpSpPr/>
          <p:nvPr userDrawn="1"/>
        </p:nvGrpSpPr>
        <p:grpSpPr>
          <a:xfrm>
            <a:off x="1487101" y="6465602"/>
            <a:ext cx="1828799" cy="216279"/>
            <a:chOff x="5100558" y="5647222"/>
            <a:chExt cx="1828799" cy="216279"/>
          </a:xfrm>
        </p:grpSpPr>
        <p:cxnSp>
          <p:nvCxnSpPr>
            <p:cNvPr id="9" name="Straight Connector 8">
              <a:extLst>
                <a:ext uri="{FF2B5EF4-FFF2-40B4-BE49-F238E27FC236}">
                  <a16:creationId xmlns:a16="http://schemas.microsoft.com/office/drawing/2014/main" id="{0D136A09-FA42-D205-69C3-A78A1CF8609F}"/>
                </a:ext>
              </a:extLst>
            </p:cNvPr>
            <p:cNvCxnSpPr>
              <a:cxnSpLocks/>
            </p:cNvCxnSpPr>
            <p:nvPr userDrawn="1"/>
          </p:nvCxnSpPr>
          <p:spPr>
            <a:xfrm>
              <a:off x="5100558" y="5647222"/>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14D1267C-0FBE-C312-5573-025F9234187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244557" y="5647366"/>
              <a:ext cx="1684800" cy="216135"/>
            </a:xfrm>
            <a:prstGeom prst="rect">
              <a:avLst/>
            </a:prstGeom>
          </p:spPr>
        </p:pic>
      </p:grpSp>
      <p:pic>
        <p:nvPicPr>
          <p:cNvPr id="2" name="Graphic 1">
            <a:extLst>
              <a:ext uri="{FF2B5EF4-FFF2-40B4-BE49-F238E27FC236}">
                <a16:creationId xmlns:a16="http://schemas.microsoft.com/office/drawing/2014/main" id="{A6FE5491-683E-2592-6DC8-6DC8C697EF3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01" y="6465600"/>
            <a:ext cx="1007999" cy="210763"/>
          </a:xfrm>
          <a:prstGeom prst="rect">
            <a:avLst/>
          </a:prstGeom>
        </p:spPr>
      </p:pic>
    </p:spTree>
    <p:extLst>
      <p:ext uri="{BB962C8B-B14F-4D97-AF65-F5344CB8AC3E}">
        <p14:creationId xmlns:p14="http://schemas.microsoft.com/office/powerpoint/2010/main" val="21242701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over">
    <p:spTree>
      <p:nvGrpSpPr>
        <p:cNvPr id="1" name=""/>
        <p:cNvGrpSpPr/>
        <p:nvPr/>
      </p:nvGrpSpPr>
      <p:grpSpPr>
        <a:xfrm>
          <a:off x="0" y="0"/>
          <a:ext cx="0" cy="0"/>
          <a:chOff x="0" y="0"/>
          <a:chExt cx="0" cy="0"/>
        </a:xfrm>
      </p:grpSpPr>
      <p:pic>
        <p:nvPicPr>
          <p:cNvPr id="4" name="Picture 3" descr="A person taking a picture of a building&#10;&#10;Description automatically generated">
            <a:extLst>
              <a:ext uri="{FF2B5EF4-FFF2-40B4-BE49-F238E27FC236}">
                <a16:creationId xmlns:a16="http://schemas.microsoft.com/office/drawing/2014/main" id="{F177791B-890D-F900-51DA-42DEDB5A5D1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0379" cy="6858000"/>
          </a:xfrm>
          <a:prstGeom prst="rect">
            <a:avLst/>
          </a:prstGeom>
        </p:spPr>
      </p:pic>
      <p:sp>
        <p:nvSpPr>
          <p:cNvPr id="158" name="Rectangle_Transparent">
            <a:extLst>
              <a:ext uri="{FF2B5EF4-FFF2-40B4-BE49-F238E27FC236}">
                <a16:creationId xmlns:a16="http://schemas.microsoft.com/office/drawing/2014/main" id="{BF43BE76-E0FB-9E65-6356-CD858FA690A8}"/>
              </a:ext>
            </a:extLst>
          </p:cNvPr>
          <p:cNvSpPr/>
          <p:nvPr userDrawn="1"/>
        </p:nvSpPr>
        <p:spPr>
          <a:xfrm>
            <a:off x="0" y="0"/>
            <a:ext cx="12192000"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sp>
        <p:nvSpPr>
          <p:cNvPr id="159" name="Freeform">
            <a:extLst>
              <a:ext uri="{FF2B5EF4-FFF2-40B4-BE49-F238E27FC236}">
                <a16:creationId xmlns:a16="http://schemas.microsoft.com/office/drawing/2014/main" id="{6999A8E5-287B-A096-EDDF-3292DDBAA880}"/>
              </a:ext>
            </a:extLst>
          </p:cNvPr>
          <p:cNvSpPr/>
          <p:nvPr userDrawn="1"/>
        </p:nvSpPr>
        <p:spPr>
          <a:xfrm rot="10800000">
            <a:off x="7755465" y="871034"/>
            <a:ext cx="4046242" cy="5115933"/>
          </a:xfrm>
          <a:custGeom>
            <a:avLst/>
            <a:gdLst>
              <a:gd name="connsiteX0" fmla="*/ 54209 w 1328758"/>
              <a:gd name="connsiteY0" fmla="*/ 840018 h 1680036"/>
              <a:gd name="connsiteX1" fmla="*/ 1328759 w 1328758"/>
              <a:gd name="connsiteY1" fmla="*/ 60996 h 1680036"/>
              <a:gd name="connsiteX2" fmla="*/ 1328759 w 1328758"/>
              <a:gd name="connsiteY2" fmla="*/ 0 h 1680036"/>
              <a:gd name="connsiteX3" fmla="*/ 0 w 1328758"/>
              <a:gd name="connsiteY3" fmla="*/ 0 h 1680036"/>
              <a:gd name="connsiteX4" fmla="*/ 0 w 1328758"/>
              <a:gd name="connsiteY4" fmla="*/ 1680037 h 1680036"/>
              <a:gd name="connsiteX5" fmla="*/ 1328759 w 1328758"/>
              <a:gd name="connsiteY5" fmla="*/ 1680037 h 1680036"/>
              <a:gd name="connsiteX6" fmla="*/ 1328759 w 1328758"/>
              <a:gd name="connsiteY6" fmla="*/ 1619040 h 1680036"/>
              <a:gd name="connsiteX7" fmla="*/ 54209 w 1328758"/>
              <a:gd name="connsiteY7" fmla="*/ 840018 h 1680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8758" h="1680036">
                <a:moveTo>
                  <a:pt x="54209" y="840018"/>
                </a:moveTo>
                <a:cubicBezTo>
                  <a:pt x="54209" y="409881"/>
                  <a:pt x="624873" y="60996"/>
                  <a:pt x="1328759" y="60996"/>
                </a:cubicBezTo>
                <a:lnTo>
                  <a:pt x="1328759" y="0"/>
                </a:lnTo>
                <a:lnTo>
                  <a:pt x="0" y="0"/>
                </a:lnTo>
                <a:lnTo>
                  <a:pt x="0" y="1680037"/>
                </a:lnTo>
                <a:lnTo>
                  <a:pt x="1328759" y="1680037"/>
                </a:lnTo>
                <a:lnTo>
                  <a:pt x="1328759" y="1619040"/>
                </a:lnTo>
                <a:cubicBezTo>
                  <a:pt x="624873" y="1619040"/>
                  <a:pt x="54209" y="1270156"/>
                  <a:pt x="54209" y="840018"/>
                </a:cubicBezTo>
                <a:close/>
              </a:path>
            </a:pathLst>
          </a:custGeom>
          <a:solidFill>
            <a:schemeClr val="tx2"/>
          </a:solidFill>
          <a:ln w="0" cap="flat">
            <a:noFill/>
            <a:prstDash val="solid"/>
            <a:miter/>
          </a:ln>
        </p:spPr>
        <p:txBody>
          <a:bodyPr rtlCol="0" anchor="ctr"/>
          <a:lstStyle/>
          <a:p>
            <a:endParaRPr lang="en-GR" sz="1800"/>
          </a:p>
        </p:txBody>
      </p:sp>
      <p:sp>
        <p:nvSpPr>
          <p:cNvPr id="3" name="Text Placeholder">
            <a:extLst>
              <a:ext uri="{FF2B5EF4-FFF2-40B4-BE49-F238E27FC236}">
                <a16:creationId xmlns:a16="http://schemas.microsoft.com/office/drawing/2014/main" id="{04BBE3DA-2425-C579-CFC7-E96CB90AA639}"/>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7" name="Text Placeholder 10">
            <a:extLst>
              <a:ext uri="{FF2B5EF4-FFF2-40B4-BE49-F238E27FC236}">
                <a16:creationId xmlns:a16="http://schemas.microsoft.com/office/drawing/2014/main" id="{035965CD-E7F7-A15C-10EF-34426A490E97}"/>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3292E2BA-48D0-848D-5477-3824D959A513}"/>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6" name="Text Placeholder 5">
            <a:extLst>
              <a:ext uri="{FF2B5EF4-FFF2-40B4-BE49-F238E27FC236}">
                <a16:creationId xmlns:a16="http://schemas.microsoft.com/office/drawing/2014/main" id="{EEE18458-7048-56F3-1FFE-6FB11A6F88BF}"/>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pic>
        <p:nvPicPr>
          <p:cNvPr id="2" name="Graphic 1">
            <a:extLst>
              <a:ext uri="{FF2B5EF4-FFF2-40B4-BE49-F238E27FC236}">
                <a16:creationId xmlns:a16="http://schemas.microsoft.com/office/drawing/2014/main" id="{BA20C63D-D663-8B0A-4BAE-9DF287A5B85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4120096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Cover">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8" name="Rectangle_Transparent">
            <a:extLst>
              <a:ext uri="{FF2B5EF4-FFF2-40B4-BE49-F238E27FC236}">
                <a16:creationId xmlns:a16="http://schemas.microsoft.com/office/drawing/2014/main" id="{BF43BE76-E0FB-9E65-6356-CD858FA690A8}"/>
              </a:ext>
            </a:extLst>
          </p:cNvPr>
          <p:cNvSpPr/>
          <p:nvPr userDrawn="1"/>
        </p:nvSpPr>
        <p:spPr>
          <a:xfrm>
            <a:off x="1622" y="0"/>
            <a:ext cx="12190379"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sp>
        <p:nvSpPr>
          <p:cNvPr id="159" name="Freeform">
            <a:extLst>
              <a:ext uri="{FF2B5EF4-FFF2-40B4-BE49-F238E27FC236}">
                <a16:creationId xmlns:a16="http://schemas.microsoft.com/office/drawing/2014/main" id="{6999A8E5-287B-A096-EDDF-3292DDBAA880}"/>
              </a:ext>
            </a:extLst>
          </p:cNvPr>
          <p:cNvSpPr/>
          <p:nvPr userDrawn="1"/>
        </p:nvSpPr>
        <p:spPr>
          <a:xfrm rot="10800000">
            <a:off x="7755465" y="871034"/>
            <a:ext cx="4046242" cy="5115933"/>
          </a:xfrm>
          <a:custGeom>
            <a:avLst/>
            <a:gdLst>
              <a:gd name="connsiteX0" fmla="*/ 54209 w 1328758"/>
              <a:gd name="connsiteY0" fmla="*/ 840018 h 1680036"/>
              <a:gd name="connsiteX1" fmla="*/ 1328759 w 1328758"/>
              <a:gd name="connsiteY1" fmla="*/ 60996 h 1680036"/>
              <a:gd name="connsiteX2" fmla="*/ 1328759 w 1328758"/>
              <a:gd name="connsiteY2" fmla="*/ 0 h 1680036"/>
              <a:gd name="connsiteX3" fmla="*/ 0 w 1328758"/>
              <a:gd name="connsiteY3" fmla="*/ 0 h 1680036"/>
              <a:gd name="connsiteX4" fmla="*/ 0 w 1328758"/>
              <a:gd name="connsiteY4" fmla="*/ 1680037 h 1680036"/>
              <a:gd name="connsiteX5" fmla="*/ 1328759 w 1328758"/>
              <a:gd name="connsiteY5" fmla="*/ 1680037 h 1680036"/>
              <a:gd name="connsiteX6" fmla="*/ 1328759 w 1328758"/>
              <a:gd name="connsiteY6" fmla="*/ 1619040 h 1680036"/>
              <a:gd name="connsiteX7" fmla="*/ 54209 w 1328758"/>
              <a:gd name="connsiteY7" fmla="*/ 840018 h 1680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8758" h="1680036">
                <a:moveTo>
                  <a:pt x="54209" y="840018"/>
                </a:moveTo>
                <a:cubicBezTo>
                  <a:pt x="54209" y="409881"/>
                  <a:pt x="624873" y="60996"/>
                  <a:pt x="1328759" y="60996"/>
                </a:cubicBezTo>
                <a:lnTo>
                  <a:pt x="1328759" y="0"/>
                </a:lnTo>
                <a:lnTo>
                  <a:pt x="0" y="0"/>
                </a:lnTo>
                <a:lnTo>
                  <a:pt x="0" y="1680037"/>
                </a:lnTo>
                <a:lnTo>
                  <a:pt x="1328759" y="1680037"/>
                </a:lnTo>
                <a:lnTo>
                  <a:pt x="1328759" y="1619040"/>
                </a:lnTo>
                <a:cubicBezTo>
                  <a:pt x="624873" y="1619040"/>
                  <a:pt x="54209" y="1270156"/>
                  <a:pt x="54209" y="840018"/>
                </a:cubicBezTo>
                <a:close/>
              </a:path>
            </a:pathLst>
          </a:custGeom>
          <a:solidFill>
            <a:schemeClr val="tx2"/>
          </a:solidFill>
          <a:ln w="0" cap="flat">
            <a:noFill/>
            <a:prstDash val="solid"/>
            <a:miter/>
          </a:ln>
        </p:spPr>
        <p:txBody>
          <a:bodyPr rtlCol="0" anchor="ctr"/>
          <a:lstStyle/>
          <a:p>
            <a:endParaRPr lang="en-GR" sz="1800"/>
          </a:p>
        </p:txBody>
      </p:sp>
      <p:sp>
        <p:nvSpPr>
          <p:cNvPr id="2" name="Text Placeholder">
            <a:extLst>
              <a:ext uri="{FF2B5EF4-FFF2-40B4-BE49-F238E27FC236}">
                <a16:creationId xmlns:a16="http://schemas.microsoft.com/office/drawing/2014/main" id="{538B93C9-3273-C353-FC6C-71B66A8A0128}"/>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C9E817AF-B8A9-7E5D-965A-FC89DE0A89E0}"/>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1CDCE3FD-8D25-B202-AABA-991CF59C0B34}"/>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C296F9BD-2783-B155-E380-BAAB1CFA9EBB}"/>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pic>
        <p:nvPicPr>
          <p:cNvPr id="4" name="Graphic 3">
            <a:extLst>
              <a:ext uri="{FF2B5EF4-FFF2-40B4-BE49-F238E27FC236}">
                <a16:creationId xmlns:a16="http://schemas.microsoft.com/office/drawing/2014/main" id="{3B681B44-86D5-86A9-8D4E-FDEB6B06692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42457393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Cover">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8" name="Rectangle_Transparent">
            <a:extLst>
              <a:ext uri="{FF2B5EF4-FFF2-40B4-BE49-F238E27FC236}">
                <a16:creationId xmlns:a16="http://schemas.microsoft.com/office/drawing/2014/main" id="{BF43BE76-E0FB-9E65-6356-CD858FA690A8}"/>
              </a:ext>
            </a:extLst>
          </p:cNvPr>
          <p:cNvSpPr/>
          <p:nvPr userDrawn="1"/>
        </p:nvSpPr>
        <p:spPr>
          <a:xfrm>
            <a:off x="1" y="0"/>
            <a:ext cx="12190379"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sp>
        <p:nvSpPr>
          <p:cNvPr id="159" name="Freeform">
            <a:extLst>
              <a:ext uri="{FF2B5EF4-FFF2-40B4-BE49-F238E27FC236}">
                <a16:creationId xmlns:a16="http://schemas.microsoft.com/office/drawing/2014/main" id="{6999A8E5-287B-A096-EDDF-3292DDBAA880}"/>
              </a:ext>
            </a:extLst>
          </p:cNvPr>
          <p:cNvSpPr/>
          <p:nvPr userDrawn="1"/>
        </p:nvSpPr>
        <p:spPr>
          <a:xfrm rot="10800000">
            <a:off x="7755465" y="871034"/>
            <a:ext cx="4046242" cy="5115933"/>
          </a:xfrm>
          <a:custGeom>
            <a:avLst/>
            <a:gdLst>
              <a:gd name="connsiteX0" fmla="*/ 54209 w 1328758"/>
              <a:gd name="connsiteY0" fmla="*/ 840018 h 1680036"/>
              <a:gd name="connsiteX1" fmla="*/ 1328759 w 1328758"/>
              <a:gd name="connsiteY1" fmla="*/ 60996 h 1680036"/>
              <a:gd name="connsiteX2" fmla="*/ 1328759 w 1328758"/>
              <a:gd name="connsiteY2" fmla="*/ 0 h 1680036"/>
              <a:gd name="connsiteX3" fmla="*/ 0 w 1328758"/>
              <a:gd name="connsiteY3" fmla="*/ 0 h 1680036"/>
              <a:gd name="connsiteX4" fmla="*/ 0 w 1328758"/>
              <a:gd name="connsiteY4" fmla="*/ 1680037 h 1680036"/>
              <a:gd name="connsiteX5" fmla="*/ 1328759 w 1328758"/>
              <a:gd name="connsiteY5" fmla="*/ 1680037 h 1680036"/>
              <a:gd name="connsiteX6" fmla="*/ 1328759 w 1328758"/>
              <a:gd name="connsiteY6" fmla="*/ 1619040 h 1680036"/>
              <a:gd name="connsiteX7" fmla="*/ 54209 w 1328758"/>
              <a:gd name="connsiteY7" fmla="*/ 840018 h 1680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8758" h="1680036">
                <a:moveTo>
                  <a:pt x="54209" y="840018"/>
                </a:moveTo>
                <a:cubicBezTo>
                  <a:pt x="54209" y="409881"/>
                  <a:pt x="624873" y="60996"/>
                  <a:pt x="1328759" y="60996"/>
                </a:cubicBezTo>
                <a:lnTo>
                  <a:pt x="1328759" y="0"/>
                </a:lnTo>
                <a:lnTo>
                  <a:pt x="0" y="0"/>
                </a:lnTo>
                <a:lnTo>
                  <a:pt x="0" y="1680037"/>
                </a:lnTo>
                <a:lnTo>
                  <a:pt x="1328759" y="1680037"/>
                </a:lnTo>
                <a:lnTo>
                  <a:pt x="1328759" y="1619040"/>
                </a:lnTo>
                <a:cubicBezTo>
                  <a:pt x="624873" y="1619040"/>
                  <a:pt x="54209" y="1270156"/>
                  <a:pt x="54209" y="840018"/>
                </a:cubicBezTo>
                <a:close/>
              </a:path>
            </a:pathLst>
          </a:custGeom>
          <a:solidFill>
            <a:schemeClr val="tx2"/>
          </a:solidFill>
          <a:ln w="0" cap="flat">
            <a:noFill/>
            <a:prstDash val="solid"/>
            <a:miter/>
          </a:ln>
        </p:spPr>
        <p:txBody>
          <a:bodyPr rtlCol="0" anchor="ctr"/>
          <a:lstStyle/>
          <a:p>
            <a:endParaRPr lang="en-GR" sz="1800"/>
          </a:p>
        </p:txBody>
      </p:sp>
      <p:sp>
        <p:nvSpPr>
          <p:cNvPr id="2" name="Text Placeholder">
            <a:extLst>
              <a:ext uri="{FF2B5EF4-FFF2-40B4-BE49-F238E27FC236}">
                <a16:creationId xmlns:a16="http://schemas.microsoft.com/office/drawing/2014/main" id="{36902F76-BE7B-0BB9-5BB4-B9CEDF93AEC3}"/>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A3AD059F-E2ED-838B-C7BE-DB7DC054DD3C}"/>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BB71575F-F7D1-4C0C-E10B-C423B3B10597}"/>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112B1928-B6ED-1392-C55D-9795FE7471E2}"/>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pic>
        <p:nvPicPr>
          <p:cNvPr id="4" name="Graphic 3">
            <a:extLst>
              <a:ext uri="{FF2B5EF4-FFF2-40B4-BE49-F238E27FC236}">
                <a16:creationId xmlns:a16="http://schemas.microsoft.com/office/drawing/2014/main" id="{8825B6F6-87F5-F427-BD47-A0E716DED06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304214112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_Transparent">
            <a:extLst>
              <a:ext uri="{FF2B5EF4-FFF2-40B4-BE49-F238E27FC236}">
                <a16:creationId xmlns:a16="http://schemas.microsoft.com/office/drawing/2014/main" id="{A2844AD0-F04B-2D2C-05A7-05B47C5A1B8D}"/>
              </a:ext>
            </a:extLst>
          </p:cNvPr>
          <p:cNvSpPr/>
          <p:nvPr userDrawn="1"/>
        </p:nvSpPr>
        <p:spPr>
          <a:xfrm>
            <a:off x="0" y="0"/>
            <a:ext cx="12200558" cy="6858000"/>
          </a:xfrm>
          <a:prstGeom prst="rect">
            <a:avLst/>
          </a:prstGeom>
          <a:solidFill>
            <a:schemeClr val="tx1">
              <a:alpha val="4980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sp>
        <p:nvSpPr>
          <p:cNvPr id="10" name="Freeform 9">
            <a:extLst>
              <a:ext uri="{FF2B5EF4-FFF2-40B4-BE49-F238E27FC236}">
                <a16:creationId xmlns:a16="http://schemas.microsoft.com/office/drawing/2014/main" id="{5775A193-6E2B-8130-7023-A0C986A2F411}"/>
              </a:ext>
            </a:extLst>
          </p:cNvPr>
          <p:cNvSpPr/>
          <p:nvPr/>
        </p:nvSpPr>
        <p:spPr>
          <a:xfrm>
            <a:off x="7170479" y="1"/>
            <a:ext cx="3857511" cy="6857999"/>
          </a:xfrm>
          <a:custGeom>
            <a:avLst/>
            <a:gdLst>
              <a:gd name="connsiteX0" fmla="*/ 2571678 w 3857511"/>
              <a:gd name="connsiteY0" fmla="*/ 6000752 h 6857999"/>
              <a:gd name="connsiteX1" fmla="*/ 3857511 w 3857511"/>
              <a:gd name="connsiteY1" fmla="*/ 6000752 h 6857999"/>
              <a:gd name="connsiteX2" fmla="*/ 3857511 w 3857511"/>
              <a:gd name="connsiteY2" fmla="*/ 6051757 h 6857999"/>
              <a:gd name="connsiteX3" fmla="*/ 2620025 w 3857511"/>
              <a:gd name="connsiteY3" fmla="*/ 6857999 h 6857999"/>
              <a:gd name="connsiteX4" fmla="*/ 2571678 w 3857511"/>
              <a:gd name="connsiteY4" fmla="*/ 6857999 h 6857999"/>
              <a:gd name="connsiteX5" fmla="*/ 2523331 w 3857511"/>
              <a:gd name="connsiteY5" fmla="*/ 5143505 h 6857999"/>
              <a:gd name="connsiteX6" fmla="*/ 2571678 w 3857511"/>
              <a:gd name="connsiteY6" fmla="*/ 5143505 h 6857999"/>
              <a:gd name="connsiteX7" fmla="*/ 2571678 w 3857511"/>
              <a:gd name="connsiteY7" fmla="*/ 6000752 h 6857999"/>
              <a:gd name="connsiteX8" fmla="*/ 1285845 w 3857511"/>
              <a:gd name="connsiteY8" fmla="*/ 6000752 h 6857999"/>
              <a:gd name="connsiteX9" fmla="*/ 1285845 w 3857511"/>
              <a:gd name="connsiteY9" fmla="*/ 5949747 h 6857999"/>
              <a:gd name="connsiteX10" fmla="*/ 2523331 w 3857511"/>
              <a:gd name="connsiteY10" fmla="*/ 5143505 h 6857999"/>
              <a:gd name="connsiteX11" fmla="*/ 0 w 3857511"/>
              <a:gd name="connsiteY11" fmla="*/ 3428999 h 6857999"/>
              <a:gd name="connsiteX12" fmla="*/ 48346 w 3857511"/>
              <a:gd name="connsiteY12" fmla="*/ 3428999 h 6857999"/>
              <a:gd name="connsiteX13" fmla="*/ 1285833 w 3857511"/>
              <a:gd name="connsiteY13" fmla="*/ 4235241 h 6857999"/>
              <a:gd name="connsiteX14" fmla="*/ 1285833 w 3857511"/>
              <a:gd name="connsiteY14" fmla="*/ 4286246 h 6857999"/>
              <a:gd name="connsiteX15" fmla="*/ 0 w 3857511"/>
              <a:gd name="connsiteY15" fmla="*/ 4286246 h 6857999"/>
              <a:gd name="connsiteX16" fmla="*/ 1285845 w 3857511"/>
              <a:gd name="connsiteY16" fmla="*/ 2571753 h 6857999"/>
              <a:gd name="connsiteX17" fmla="*/ 2571678 w 3857511"/>
              <a:gd name="connsiteY17" fmla="*/ 2571753 h 6857999"/>
              <a:gd name="connsiteX18" fmla="*/ 2571678 w 3857511"/>
              <a:gd name="connsiteY18" fmla="*/ 3428999 h 6857999"/>
              <a:gd name="connsiteX19" fmla="*/ 2523331 w 3857511"/>
              <a:gd name="connsiteY19" fmla="*/ 3428999 h 6857999"/>
              <a:gd name="connsiteX20" fmla="*/ 1285845 w 3857511"/>
              <a:gd name="connsiteY20" fmla="*/ 2622757 h 6857999"/>
              <a:gd name="connsiteX21" fmla="*/ 2523331 w 3857511"/>
              <a:gd name="connsiteY21" fmla="*/ 0 h 6857999"/>
              <a:gd name="connsiteX22" fmla="*/ 2571678 w 3857511"/>
              <a:gd name="connsiteY22" fmla="*/ 0 h 6857999"/>
              <a:gd name="connsiteX23" fmla="*/ 2571678 w 3857511"/>
              <a:gd name="connsiteY23" fmla="*/ 857246 h 6857999"/>
              <a:gd name="connsiteX24" fmla="*/ 3857511 w 3857511"/>
              <a:gd name="connsiteY24" fmla="*/ 857246 h 6857999"/>
              <a:gd name="connsiteX25" fmla="*/ 3857511 w 3857511"/>
              <a:gd name="connsiteY25" fmla="*/ 908251 h 6857999"/>
              <a:gd name="connsiteX26" fmla="*/ 2626415 w 3857511"/>
              <a:gd name="connsiteY26" fmla="*/ 1632077 h 6857999"/>
              <a:gd name="connsiteX27" fmla="*/ 2620025 w 3857511"/>
              <a:gd name="connsiteY27" fmla="*/ 1714493 h 6857999"/>
              <a:gd name="connsiteX28" fmla="*/ 2626415 w 3857511"/>
              <a:gd name="connsiteY28" fmla="*/ 1796909 h 6857999"/>
              <a:gd name="connsiteX29" fmla="*/ 3857511 w 3857511"/>
              <a:gd name="connsiteY29" fmla="*/ 2520735 h 6857999"/>
              <a:gd name="connsiteX30" fmla="*/ 3857511 w 3857511"/>
              <a:gd name="connsiteY30" fmla="*/ 2571740 h 6857999"/>
              <a:gd name="connsiteX31" fmla="*/ 2571678 w 3857511"/>
              <a:gd name="connsiteY31" fmla="*/ 2571740 h 6857999"/>
              <a:gd name="connsiteX32" fmla="*/ 2571678 w 3857511"/>
              <a:gd name="connsiteY32" fmla="*/ 1714493 h 6857999"/>
              <a:gd name="connsiteX33" fmla="*/ 2571678 w 3857511"/>
              <a:gd name="connsiteY33" fmla="*/ 1714493 h 6857999"/>
              <a:gd name="connsiteX34" fmla="*/ 2571678 w 3857511"/>
              <a:gd name="connsiteY34" fmla="*/ 857247 h 6857999"/>
              <a:gd name="connsiteX35" fmla="*/ 1285845 w 3857511"/>
              <a:gd name="connsiteY35" fmla="*/ 857247 h 6857999"/>
              <a:gd name="connsiteX36" fmla="*/ 1285845 w 3857511"/>
              <a:gd name="connsiteY36" fmla="*/ 806242 h 6857999"/>
              <a:gd name="connsiteX37" fmla="*/ 2523331 w 3857511"/>
              <a:gd name="connsiteY3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57511" h="6857999">
                <a:moveTo>
                  <a:pt x="2571678" y="6000752"/>
                </a:moveTo>
                <a:lnTo>
                  <a:pt x="3857511" y="6000752"/>
                </a:lnTo>
                <a:lnTo>
                  <a:pt x="3857511" y="6051757"/>
                </a:lnTo>
                <a:cubicBezTo>
                  <a:pt x="3174136" y="6051757"/>
                  <a:pt x="2620025" y="6412830"/>
                  <a:pt x="2620025" y="6857999"/>
                </a:cubicBezTo>
                <a:lnTo>
                  <a:pt x="2571678" y="6857999"/>
                </a:lnTo>
                <a:close/>
                <a:moveTo>
                  <a:pt x="2523331" y="5143505"/>
                </a:moveTo>
                <a:lnTo>
                  <a:pt x="2571678" y="5143505"/>
                </a:lnTo>
                <a:lnTo>
                  <a:pt x="2571678" y="6000752"/>
                </a:lnTo>
                <a:lnTo>
                  <a:pt x="1285845" y="6000752"/>
                </a:lnTo>
                <a:lnTo>
                  <a:pt x="1285845" y="5949747"/>
                </a:lnTo>
                <a:cubicBezTo>
                  <a:pt x="1969220" y="5949747"/>
                  <a:pt x="2523331" y="5588675"/>
                  <a:pt x="2523331" y="5143505"/>
                </a:cubicBezTo>
                <a:close/>
                <a:moveTo>
                  <a:pt x="0" y="3428999"/>
                </a:moveTo>
                <a:lnTo>
                  <a:pt x="48346" y="3428999"/>
                </a:lnTo>
                <a:cubicBezTo>
                  <a:pt x="48346" y="3874169"/>
                  <a:pt x="602458" y="4235241"/>
                  <a:pt x="1285833" y="4235241"/>
                </a:cubicBezTo>
                <a:lnTo>
                  <a:pt x="1285833" y="4286246"/>
                </a:lnTo>
                <a:lnTo>
                  <a:pt x="0" y="4286246"/>
                </a:lnTo>
                <a:close/>
                <a:moveTo>
                  <a:pt x="1285845" y="2571753"/>
                </a:moveTo>
                <a:lnTo>
                  <a:pt x="2571678" y="2571753"/>
                </a:lnTo>
                <a:lnTo>
                  <a:pt x="2571678" y="3428999"/>
                </a:lnTo>
                <a:lnTo>
                  <a:pt x="2523331" y="3428999"/>
                </a:lnTo>
                <a:cubicBezTo>
                  <a:pt x="2523331" y="2983830"/>
                  <a:pt x="1969220" y="2622757"/>
                  <a:pt x="1285845" y="2622757"/>
                </a:cubicBezTo>
                <a:close/>
                <a:moveTo>
                  <a:pt x="2523331" y="0"/>
                </a:moveTo>
                <a:lnTo>
                  <a:pt x="2571678" y="0"/>
                </a:lnTo>
                <a:lnTo>
                  <a:pt x="2571678" y="857246"/>
                </a:lnTo>
                <a:lnTo>
                  <a:pt x="3857511" y="857246"/>
                </a:lnTo>
                <a:lnTo>
                  <a:pt x="3857511" y="908251"/>
                </a:lnTo>
                <a:cubicBezTo>
                  <a:pt x="3216847" y="908251"/>
                  <a:pt x="2689794" y="1225600"/>
                  <a:pt x="2626415" y="1632077"/>
                </a:cubicBezTo>
                <a:lnTo>
                  <a:pt x="2620025" y="1714493"/>
                </a:lnTo>
                <a:lnTo>
                  <a:pt x="2626415" y="1796909"/>
                </a:lnTo>
                <a:cubicBezTo>
                  <a:pt x="2689794" y="2203387"/>
                  <a:pt x="3216847" y="2520735"/>
                  <a:pt x="3857511" y="2520735"/>
                </a:cubicBezTo>
                <a:lnTo>
                  <a:pt x="3857511" y="2571740"/>
                </a:lnTo>
                <a:lnTo>
                  <a:pt x="2571678" y="2571740"/>
                </a:lnTo>
                <a:lnTo>
                  <a:pt x="2571678" y="1714493"/>
                </a:lnTo>
                <a:lnTo>
                  <a:pt x="2571678" y="1714493"/>
                </a:lnTo>
                <a:lnTo>
                  <a:pt x="2571678" y="857247"/>
                </a:lnTo>
                <a:lnTo>
                  <a:pt x="1285845" y="857247"/>
                </a:lnTo>
                <a:lnTo>
                  <a:pt x="1285845" y="806242"/>
                </a:lnTo>
                <a:cubicBezTo>
                  <a:pt x="1969220" y="806242"/>
                  <a:pt x="2523331" y="445169"/>
                  <a:pt x="2523331" y="0"/>
                </a:cubicBezTo>
                <a:close/>
              </a:path>
            </a:pathLst>
          </a:custGeom>
          <a:solidFill>
            <a:srgbClr val="007B85"/>
          </a:solidFill>
          <a:ln w="690" cap="flat">
            <a:noFill/>
            <a:prstDash val="solid"/>
            <a:miter/>
          </a:ln>
        </p:spPr>
        <p:txBody>
          <a:bodyPr wrap="square" rtlCol="0" anchor="ctr">
            <a:noAutofit/>
          </a:bodyPr>
          <a:lstStyle/>
          <a:p>
            <a:endParaRPr lang="en-GR" sz="1800"/>
          </a:p>
        </p:txBody>
      </p:sp>
      <p:sp>
        <p:nvSpPr>
          <p:cNvPr id="2" name="Text Placeholder">
            <a:extLst>
              <a:ext uri="{FF2B5EF4-FFF2-40B4-BE49-F238E27FC236}">
                <a16:creationId xmlns:a16="http://schemas.microsoft.com/office/drawing/2014/main" id="{1BCEFA55-D0CF-97F3-D07C-86EA3CAB95E1}"/>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4" name="Text Placeholder 10">
            <a:extLst>
              <a:ext uri="{FF2B5EF4-FFF2-40B4-BE49-F238E27FC236}">
                <a16:creationId xmlns:a16="http://schemas.microsoft.com/office/drawing/2014/main" id="{58AFB2A4-C90F-C64E-DA6E-8F793494E5C7}"/>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9" name="Text Placeholder 10">
            <a:extLst>
              <a:ext uri="{FF2B5EF4-FFF2-40B4-BE49-F238E27FC236}">
                <a16:creationId xmlns:a16="http://schemas.microsoft.com/office/drawing/2014/main" id="{3BDF4E17-5927-3B48-AA4C-CCA91EDF116C}"/>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11" name="Text Placeholder 5">
            <a:extLst>
              <a:ext uri="{FF2B5EF4-FFF2-40B4-BE49-F238E27FC236}">
                <a16:creationId xmlns:a16="http://schemas.microsoft.com/office/drawing/2014/main" id="{3D40E2F5-0004-2C70-8A78-C3214486466A}"/>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pic>
        <p:nvPicPr>
          <p:cNvPr id="5" name="Graphic 4">
            <a:extLst>
              <a:ext uri="{FF2B5EF4-FFF2-40B4-BE49-F238E27FC236}">
                <a16:creationId xmlns:a16="http://schemas.microsoft.com/office/drawing/2014/main" id="{0C943B9F-2A11-DD98-5153-72576958965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41305395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ov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8" name="Rectangle_Transparent">
            <a:extLst>
              <a:ext uri="{FF2B5EF4-FFF2-40B4-BE49-F238E27FC236}">
                <a16:creationId xmlns:a16="http://schemas.microsoft.com/office/drawing/2014/main" id="{BF43BE76-E0FB-9E65-6356-CD858FA690A8}"/>
              </a:ext>
            </a:extLst>
          </p:cNvPr>
          <p:cNvSpPr/>
          <p:nvPr userDrawn="1"/>
        </p:nvSpPr>
        <p:spPr>
          <a:xfrm>
            <a:off x="1" y="0"/>
            <a:ext cx="12200559"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pic>
        <p:nvPicPr>
          <p:cNvPr id="2" name="Graphic 1">
            <a:extLst>
              <a:ext uri="{FF2B5EF4-FFF2-40B4-BE49-F238E27FC236}">
                <a16:creationId xmlns:a16="http://schemas.microsoft.com/office/drawing/2014/main" id="{F634CAE3-1CF1-03C2-B5D6-EFDB773F4BDE}"/>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r="15764"/>
          <a:stretch/>
        </p:blipFill>
        <p:spPr>
          <a:xfrm>
            <a:off x="4437168" y="540278"/>
            <a:ext cx="7753212" cy="5807383"/>
          </a:xfrm>
          <a:prstGeom prst="rect">
            <a:avLst/>
          </a:prstGeom>
        </p:spPr>
      </p:pic>
      <p:sp>
        <p:nvSpPr>
          <p:cNvPr id="3" name="Text Placeholder">
            <a:extLst>
              <a:ext uri="{FF2B5EF4-FFF2-40B4-BE49-F238E27FC236}">
                <a16:creationId xmlns:a16="http://schemas.microsoft.com/office/drawing/2014/main" id="{6DE5962D-A3BF-BEB6-19BE-0DA5832BF7CF}"/>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4" name="Text Placeholder 10">
            <a:extLst>
              <a:ext uri="{FF2B5EF4-FFF2-40B4-BE49-F238E27FC236}">
                <a16:creationId xmlns:a16="http://schemas.microsoft.com/office/drawing/2014/main" id="{B3261B70-C45F-6472-19E1-7E8F5774C8CE}"/>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9" name="Text Placeholder 10">
            <a:extLst>
              <a:ext uri="{FF2B5EF4-FFF2-40B4-BE49-F238E27FC236}">
                <a16:creationId xmlns:a16="http://schemas.microsoft.com/office/drawing/2014/main" id="{D74917A6-67F4-BB2C-45D6-F3CA69AA1A34}"/>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10" name="Text Placeholder 5">
            <a:extLst>
              <a:ext uri="{FF2B5EF4-FFF2-40B4-BE49-F238E27FC236}">
                <a16:creationId xmlns:a16="http://schemas.microsoft.com/office/drawing/2014/main" id="{9AFA785E-45F1-7ECD-13B4-F4A5F32A46EA}"/>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pic>
        <p:nvPicPr>
          <p:cNvPr id="5" name="Graphic 4">
            <a:extLst>
              <a:ext uri="{FF2B5EF4-FFF2-40B4-BE49-F238E27FC236}">
                <a16:creationId xmlns:a16="http://schemas.microsoft.com/office/drawing/2014/main" id="{AAB6F157-5233-D06C-E731-D58C028FCC2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22898412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2_Cov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8" name="Rectangle_Transparent">
            <a:extLst>
              <a:ext uri="{FF2B5EF4-FFF2-40B4-BE49-F238E27FC236}">
                <a16:creationId xmlns:a16="http://schemas.microsoft.com/office/drawing/2014/main" id="{BF43BE76-E0FB-9E65-6356-CD858FA690A8}"/>
              </a:ext>
            </a:extLst>
          </p:cNvPr>
          <p:cNvSpPr/>
          <p:nvPr userDrawn="1"/>
        </p:nvSpPr>
        <p:spPr>
          <a:xfrm>
            <a:off x="1" y="0"/>
            <a:ext cx="12200559"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sp>
        <p:nvSpPr>
          <p:cNvPr id="3" name="Text Placeholder">
            <a:extLst>
              <a:ext uri="{FF2B5EF4-FFF2-40B4-BE49-F238E27FC236}">
                <a16:creationId xmlns:a16="http://schemas.microsoft.com/office/drawing/2014/main" id="{6DE5962D-A3BF-BEB6-19BE-0DA5832BF7CF}"/>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4" name="Text Placeholder 10">
            <a:extLst>
              <a:ext uri="{FF2B5EF4-FFF2-40B4-BE49-F238E27FC236}">
                <a16:creationId xmlns:a16="http://schemas.microsoft.com/office/drawing/2014/main" id="{B3261B70-C45F-6472-19E1-7E8F5774C8CE}"/>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9" name="Text Placeholder 10">
            <a:extLst>
              <a:ext uri="{FF2B5EF4-FFF2-40B4-BE49-F238E27FC236}">
                <a16:creationId xmlns:a16="http://schemas.microsoft.com/office/drawing/2014/main" id="{D74917A6-67F4-BB2C-45D6-F3CA69AA1A34}"/>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10" name="Text Placeholder 5">
            <a:extLst>
              <a:ext uri="{FF2B5EF4-FFF2-40B4-BE49-F238E27FC236}">
                <a16:creationId xmlns:a16="http://schemas.microsoft.com/office/drawing/2014/main" id="{9AFA785E-45F1-7ECD-13B4-F4A5F32A46EA}"/>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pic>
        <p:nvPicPr>
          <p:cNvPr id="2" name="Graphic 1">
            <a:extLst>
              <a:ext uri="{FF2B5EF4-FFF2-40B4-BE49-F238E27FC236}">
                <a16:creationId xmlns:a16="http://schemas.microsoft.com/office/drawing/2014/main" id="{EAEB1143-639E-4130-7482-0FC39B7D485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25862177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Cover">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8" name="Rectangle_Transparent">
            <a:extLst>
              <a:ext uri="{FF2B5EF4-FFF2-40B4-BE49-F238E27FC236}">
                <a16:creationId xmlns:a16="http://schemas.microsoft.com/office/drawing/2014/main" id="{BF43BE76-E0FB-9E65-6356-CD858FA690A8}"/>
              </a:ext>
            </a:extLst>
          </p:cNvPr>
          <p:cNvSpPr/>
          <p:nvPr userDrawn="1"/>
        </p:nvSpPr>
        <p:spPr>
          <a:xfrm>
            <a:off x="1622" y="0"/>
            <a:ext cx="12190379"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sp>
        <p:nvSpPr>
          <p:cNvPr id="9" name="Freeform 8">
            <a:extLst>
              <a:ext uri="{FF2B5EF4-FFF2-40B4-BE49-F238E27FC236}">
                <a16:creationId xmlns:a16="http://schemas.microsoft.com/office/drawing/2014/main" id="{A842CBBB-ED82-3D2C-7AD6-88B1F4A7D133}"/>
              </a:ext>
            </a:extLst>
          </p:cNvPr>
          <p:cNvSpPr/>
          <p:nvPr userDrawn="1"/>
        </p:nvSpPr>
        <p:spPr>
          <a:xfrm>
            <a:off x="1046151" y="530601"/>
            <a:ext cx="11145849" cy="4671928"/>
          </a:xfrm>
          <a:custGeom>
            <a:avLst/>
            <a:gdLst>
              <a:gd name="connsiteX0" fmla="*/ 11137069 w 11145849"/>
              <a:gd name="connsiteY0" fmla="*/ 169698 h 4671928"/>
              <a:gd name="connsiteX1" fmla="*/ 11145849 w 11145849"/>
              <a:gd name="connsiteY1" fmla="*/ 169968 h 4671928"/>
              <a:gd name="connsiteX2" fmla="*/ 11145849 w 11145849"/>
              <a:gd name="connsiteY2" fmla="*/ 4502263 h 4671928"/>
              <a:gd name="connsiteX3" fmla="*/ 11137069 w 11145849"/>
              <a:gd name="connsiteY3" fmla="*/ 4502533 h 4671928"/>
              <a:gd name="connsiteX4" fmla="*/ 7576068 w 11145849"/>
              <a:gd name="connsiteY4" fmla="*/ 2336116 h 4671928"/>
              <a:gd name="connsiteX5" fmla="*/ 11137069 w 11145849"/>
              <a:gd name="connsiteY5" fmla="*/ 169698 h 4671928"/>
              <a:gd name="connsiteX6" fmla="*/ 3712358 w 11145849"/>
              <a:gd name="connsiteY6" fmla="*/ 169395 h 4671928"/>
              <a:gd name="connsiteX7" fmla="*/ 151357 w 11145849"/>
              <a:gd name="connsiteY7" fmla="*/ 2336115 h 4671928"/>
              <a:gd name="connsiteX8" fmla="*/ 3712358 w 11145849"/>
              <a:gd name="connsiteY8" fmla="*/ 4502533 h 4671928"/>
              <a:gd name="connsiteX9" fmla="*/ 3712358 w 11145849"/>
              <a:gd name="connsiteY9" fmla="*/ 4502227 h 4671928"/>
              <a:gd name="connsiteX10" fmla="*/ 7273360 w 11145849"/>
              <a:gd name="connsiteY10" fmla="*/ 2335813 h 4671928"/>
              <a:gd name="connsiteX11" fmla="*/ 3712358 w 11145849"/>
              <a:gd name="connsiteY11" fmla="*/ 169395 h 4671928"/>
              <a:gd name="connsiteX12" fmla="*/ 0 w 11145849"/>
              <a:gd name="connsiteY12" fmla="*/ 0 h 4671928"/>
              <a:gd name="connsiteX13" fmla="*/ 7424715 w 11145849"/>
              <a:gd name="connsiteY13" fmla="*/ 0 h 4671928"/>
              <a:gd name="connsiteX14" fmla="*/ 7424715 w 11145849"/>
              <a:gd name="connsiteY14" fmla="*/ 4671928 h 4671928"/>
              <a:gd name="connsiteX15" fmla="*/ 0 w 11145849"/>
              <a:gd name="connsiteY15" fmla="*/ 4671928 h 4671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145849" h="4671928">
                <a:moveTo>
                  <a:pt x="11137069" y="169698"/>
                </a:moveTo>
                <a:lnTo>
                  <a:pt x="11145849" y="169968"/>
                </a:lnTo>
                <a:lnTo>
                  <a:pt x="11145849" y="4502263"/>
                </a:lnTo>
                <a:lnTo>
                  <a:pt x="11137069" y="4502533"/>
                </a:lnTo>
                <a:cubicBezTo>
                  <a:pt x="9170369" y="4502533"/>
                  <a:pt x="7576068" y="3532253"/>
                  <a:pt x="7576068" y="2336116"/>
                </a:cubicBezTo>
                <a:cubicBezTo>
                  <a:pt x="7576068" y="1139976"/>
                  <a:pt x="9170675" y="169698"/>
                  <a:pt x="11137069" y="169698"/>
                </a:cubicBezTo>
                <a:close/>
                <a:moveTo>
                  <a:pt x="3712358" y="169395"/>
                </a:moveTo>
                <a:cubicBezTo>
                  <a:pt x="1745964" y="169395"/>
                  <a:pt x="151357" y="1139979"/>
                  <a:pt x="151357" y="2336115"/>
                </a:cubicBezTo>
                <a:cubicBezTo>
                  <a:pt x="151357" y="3532255"/>
                  <a:pt x="1745964" y="4502533"/>
                  <a:pt x="3712358" y="4502533"/>
                </a:cubicBezTo>
                <a:lnTo>
                  <a:pt x="3712358" y="4502227"/>
                </a:lnTo>
                <a:cubicBezTo>
                  <a:pt x="5679061" y="4502227"/>
                  <a:pt x="7273360" y="3531950"/>
                  <a:pt x="7273360" y="2335813"/>
                </a:cubicBezTo>
                <a:cubicBezTo>
                  <a:pt x="7273360" y="1139673"/>
                  <a:pt x="5678752" y="169395"/>
                  <a:pt x="3712358" y="169395"/>
                </a:cubicBezTo>
                <a:close/>
                <a:moveTo>
                  <a:pt x="0" y="0"/>
                </a:moveTo>
                <a:lnTo>
                  <a:pt x="7424715" y="0"/>
                </a:lnTo>
                <a:lnTo>
                  <a:pt x="7424715" y="4671928"/>
                </a:lnTo>
                <a:lnTo>
                  <a:pt x="0" y="4671928"/>
                </a:lnTo>
                <a:close/>
              </a:path>
            </a:pathLst>
          </a:custGeom>
          <a:solidFill>
            <a:srgbClr val="047A85"/>
          </a:solidFill>
          <a:ln w="0" cap="flat">
            <a:noFill/>
            <a:prstDash val="solid"/>
            <a:miter/>
          </a:ln>
        </p:spPr>
        <p:txBody>
          <a:bodyPr wrap="square" rtlCol="0" anchor="ctr">
            <a:noAutofit/>
          </a:bodyPr>
          <a:lstStyle/>
          <a:p>
            <a:endParaRPr lang="en-GR" sz="1800"/>
          </a:p>
        </p:txBody>
      </p:sp>
      <p:sp>
        <p:nvSpPr>
          <p:cNvPr id="4" name="Text Placeholder">
            <a:extLst>
              <a:ext uri="{FF2B5EF4-FFF2-40B4-BE49-F238E27FC236}">
                <a16:creationId xmlns:a16="http://schemas.microsoft.com/office/drawing/2014/main" id="{3B7DAF4D-3131-5531-10EB-9B03509513A0}"/>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5" name="Text Placeholder 10">
            <a:extLst>
              <a:ext uri="{FF2B5EF4-FFF2-40B4-BE49-F238E27FC236}">
                <a16:creationId xmlns:a16="http://schemas.microsoft.com/office/drawing/2014/main" id="{9F2375A6-0AC1-65DF-AA33-E100F26557A0}"/>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ED14232A-7079-976C-73E8-35DC0FA708FB}"/>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10" name="Text Placeholder 5">
            <a:extLst>
              <a:ext uri="{FF2B5EF4-FFF2-40B4-BE49-F238E27FC236}">
                <a16:creationId xmlns:a16="http://schemas.microsoft.com/office/drawing/2014/main" id="{D0754260-A3AF-6CAD-39E2-23FB59D59840}"/>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pic>
        <p:nvPicPr>
          <p:cNvPr id="2" name="Graphic 1">
            <a:extLst>
              <a:ext uri="{FF2B5EF4-FFF2-40B4-BE49-F238E27FC236}">
                <a16:creationId xmlns:a16="http://schemas.microsoft.com/office/drawing/2014/main" id="{5793D3C3-0821-41F1-098A-43DA7F2E302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17408089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1_Cover">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8" name="Rectangle_Transparent">
            <a:extLst>
              <a:ext uri="{FF2B5EF4-FFF2-40B4-BE49-F238E27FC236}">
                <a16:creationId xmlns:a16="http://schemas.microsoft.com/office/drawing/2014/main" id="{BF43BE76-E0FB-9E65-6356-CD858FA690A8}"/>
              </a:ext>
            </a:extLst>
          </p:cNvPr>
          <p:cNvSpPr/>
          <p:nvPr userDrawn="1"/>
        </p:nvSpPr>
        <p:spPr>
          <a:xfrm>
            <a:off x="1" y="18270"/>
            <a:ext cx="12190379"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sp>
        <p:nvSpPr>
          <p:cNvPr id="9" name="Freeform 8">
            <a:extLst>
              <a:ext uri="{FF2B5EF4-FFF2-40B4-BE49-F238E27FC236}">
                <a16:creationId xmlns:a16="http://schemas.microsoft.com/office/drawing/2014/main" id="{A842CBBB-ED82-3D2C-7AD6-88B1F4A7D133}"/>
              </a:ext>
            </a:extLst>
          </p:cNvPr>
          <p:cNvSpPr/>
          <p:nvPr userDrawn="1"/>
        </p:nvSpPr>
        <p:spPr>
          <a:xfrm>
            <a:off x="1046151" y="530601"/>
            <a:ext cx="11145849" cy="4671928"/>
          </a:xfrm>
          <a:custGeom>
            <a:avLst/>
            <a:gdLst>
              <a:gd name="connsiteX0" fmla="*/ 11137069 w 11145849"/>
              <a:gd name="connsiteY0" fmla="*/ 169698 h 4671928"/>
              <a:gd name="connsiteX1" fmla="*/ 11145849 w 11145849"/>
              <a:gd name="connsiteY1" fmla="*/ 169968 h 4671928"/>
              <a:gd name="connsiteX2" fmla="*/ 11145849 w 11145849"/>
              <a:gd name="connsiteY2" fmla="*/ 4502263 h 4671928"/>
              <a:gd name="connsiteX3" fmla="*/ 11137069 w 11145849"/>
              <a:gd name="connsiteY3" fmla="*/ 4502533 h 4671928"/>
              <a:gd name="connsiteX4" fmla="*/ 7576068 w 11145849"/>
              <a:gd name="connsiteY4" fmla="*/ 2336116 h 4671928"/>
              <a:gd name="connsiteX5" fmla="*/ 11137069 w 11145849"/>
              <a:gd name="connsiteY5" fmla="*/ 169698 h 4671928"/>
              <a:gd name="connsiteX6" fmla="*/ 3712358 w 11145849"/>
              <a:gd name="connsiteY6" fmla="*/ 169395 h 4671928"/>
              <a:gd name="connsiteX7" fmla="*/ 151357 w 11145849"/>
              <a:gd name="connsiteY7" fmla="*/ 2336115 h 4671928"/>
              <a:gd name="connsiteX8" fmla="*/ 3712358 w 11145849"/>
              <a:gd name="connsiteY8" fmla="*/ 4502533 h 4671928"/>
              <a:gd name="connsiteX9" fmla="*/ 3712358 w 11145849"/>
              <a:gd name="connsiteY9" fmla="*/ 4502227 h 4671928"/>
              <a:gd name="connsiteX10" fmla="*/ 7273360 w 11145849"/>
              <a:gd name="connsiteY10" fmla="*/ 2335813 h 4671928"/>
              <a:gd name="connsiteX11" fmla="*/ 3712358 w 11145849"/>
              <a:gd name="connsiteY11" fmla="*/ 169395 h 4671928"/>
              <a:gd name="connsiteX12" fmla="*/ 0 w 11145849"/>
              <a:gd name="connsiteY12" fmla="*/ 0 h 4671928"/>
              <a:gd name="connsiteX13" fmla="*/ 7424715 w 11145849"/>
              <a:gd name="connsiteY13" fmla="*/ 0 h 4671928"/>
              <a:gd name="connsiteX14" fmla="*/ 7424715 w 11145849"/>
              <a:gd name="connsiteY14" fmla="*/ 4671928 h 4671928"/>
              <a:gd name="connsiteX15" fmla="*/ 0 w 11145849"/>
              <a:gd name="connsiteY15" fmla="*/ 4671928 h 4671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145849" h="4671928">
                <a:moveTo>
                  <a:pt x="11137069" y="169698"/>
                </a:moveTo>
                <a:lnTo>
                  <a:pt x="11145849" y="169968"/>
                </a:lnTo>
                <a:lnTo>
                  <a:pt x="11145849" y="4502263"/>
                </a:lnTo>
                <a:lnTo>
                  <a:pt x="11137069" y="4502533"/>
                </a:lnTo>
                <a:cubicBezTo>
                  <a:pt x="9170369" y="4502533"/>
                  <a:pt x="7576068" y="3532253"/>
                  <a:pt x="7576068" y="2336116"/>
                </a:cubicBezTo>
                <a:cubicBezTo>
                  <a:pt x="7576068" y="1139976"/>
                  <a:pt x="9170675" y="169698"/>
                  <a:pt x="11137069" y="169698"/>
                </a:cubicBezTo>
                <a:close/>
                <a:moveTo>
                  <a:pt x="3712358" y="169395"/>
                </a:moveTo>
                <a:cubicBezTo>
                  <a:pt x="1745964" y="169395"/>
                  <a:pt x="151357" y="1139979"/>
                  <a:pt x="151357" y="2336115"/>
                </a:cubicBezTo>
                <a:cubicBezTo>
                  <a:pt x="151357" y="3532255"/>
                  <a:pt x="1745964" y="4502533"/>
                  <a:pt x="3712358" y="4502533"/>
                </a:cubicBezTo>
                <a:lnTo>
                  <a:pt x="3712358" y="4502227"/>
                </a:lnTo>
                <a:cubicBezTo>
                  <a:pt x="5679061" y="4502227"/>
                  <a:pt x="7273360" y="3531950"/>
                  <a:pt x="7273360" y="2335813"/>
                </a:cubicBezTo>
                <a:cubicBezTo>
                  <a:pt x="7273360" y="1139673"/>
                  <a:pt x="5678752" y="169395"/>
                  <a:pt x="3712358" y="169395"/>
                </a:cubicBezTo>
                <a:close/>
                <a:moveTo>
                  <a:pt x="0" y="0"/>
                </a:moveTo>
                <a:lnTo>
                  <a:pt x="7424715" y="0"/>
                </a:lnTo>
                <a:lnTo>
                  <a:pt x="7424715" y="4671928"/>
                </a:lnTo>
                <a:lnTo>
                  <a:pt x="0" y="4671928"/>
                </a:lnTo>
                <a:close/>
              </a:path>
            </a:pathLst>
          </a:custGeom>
          <a:solidFill>
            <a:srgbClr val="047A85"/>
          </a:solidFill>
          <a:ln w="0" cap="flat">
            <a:noFill/>
            <a:prstDash val="solid"/>
            <a:miter/>
          </a:ln>
        </p:spPr>
        <p:txBody>
          <a:bodyPr wrap="square" rtlCol="0" anchor="ctr">
            <a:noAutofit/>
          </a:bodyPr>
          <a:lstStyle/>
          <a:p>
            <a:endParaRPr lang="en-GR" sz="1800"/>
          </a:p>
        </p:txBody>
      </p:sp>
      <p:sp>
        <p:nvSpPr>
          <p:cNvPr id="6" name="Text Placeholder">
            <a:extLst>
              <a:ext uri="{FF2B5EF4-FFF2-40B4-BE49-F238E27FC236}">
                <a16:creationId xmlns:a16="http://schemas.microsoft.com/office/drawing/2014/main" id="{08547C63-5C22-77A5-F6D5-228EABC0476C}"/>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7" name="Text Placeholder 10">
            <a:extLst>
              <a:ext uri="{FF2B5EF4-FFF2-40B4-BE49-F238E27FC236}">
                <a16:creationId xmlns:a16="http://schemas.microsoft.com/office/drawing/2014/main" id="{88299E9C-A189-61BB-C600-94C104FF14BB}"/>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D175B885-58FC-C92E-0040-D3AA0469DC09}"/>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10" name="Text Placeholder 5">
            <a:extLst>
              <a:ext uri="{FF2B5EF4-FFF2-40B4-BE49-F238E27FC236}">
                <a16:creationId xmlns:a16="http://schemas.microsoft.com/office/drawing/2014/main" id="{951F23AD-218A-DE5A-6339-DB00B3A13674}"/>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pic>
        <p:nvPicPr>
          <p:cNvPr id="2" name="Graphic 1">
            <a:extLst>
              <a:ext uri="{FF2B5EF4-FFF2-40B4-BE49-F238E27FC236}">
                <a16:creationId xmlns:a16="http://schemas.microsoft.com/office/drawing/2014/main" id="{AC3151DB-A79A-1569-F0E5-51569AC1B2F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1967504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3_Cover">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8" name="Rectangle_Transparent">
            <a:extLst>
              <a:ext uri="{FF2B5EF4-FFF2-40B4-BE49-F238E27FC236}">
                <a16:creationId xmlns:a16="http://schemas.microsoft.com/office/drawing/2014/main" id="{BF43BE76-E0FB-9E65-6356-CD858FA690A8}"/>
              </a:ext>
            </a:extLst>
          </p:cNvPr>
          <p:cNvSpPr/>
          <p:nvPr userDrawn="1"/>
        </p:nvSpPr>
        <p:spPr>
          <a:xfrm>
            <a:off x="1" y="18270"/>
            <a:ext cx="12190379" cy="683973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sp>
        <p:nvSpPr>
          <p:cNvPr id="6" name="Text Placeholder">
            <a:extLst>
              <a:ext uri="{FF2B5EF4-FFF2-40B4-BE49-F238E27FC236}">
                <a16:creationId xmlns:a16="http://schemas.microsoft.com/office/drawing/2014/main" id="{08547C63-5C22-77A5-F6D5-228EABC0476C}"/>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7" name="Text Placeholder 10">
            <a:extLst>
              <a:ext uri="{FF2B5EF4-FFF2-40B4-BE49-F238E27FC236}">
                <a16:creationId xmlns:a16="http://schemas.microsoft.com/office/drawing/2014/main" id="{88299E9C-A189-61BB-C600-94C104FF14BB}"/>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D175B885-58FC-C92E-0040-D3AA0469DC09}"/>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10" name="Text Placeholder 5">
            <a:extLst>
              <a:ext uri="{FF2B5EF4-FFF2-40B4-BE49-F238E27FC236}">
                <a16:creationId xmlns:a16="http://schemas.microsoft.com/office/drawing/2014/main" id="{951F23AD-218A-DE5A-6339-DB00B3A13674}"/>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pic>
        <p:nvPicPr>
          <p:cNvPr id="2" name="Graphic 1">
            <a:extLst>
              <a:ext uri="{FF2B5EF4-FFF2-40B4-BE49-F238E27FC236}">
                <a16:creationId xmlns:a16="http://schemas.microsoft.com/office/drawing/2014/main" id="{DB2BBA4F-9A6B-0138-A554-3EC7BBB2B9A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6039824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Cover">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8" name="Rectangle_Transparent">
            <a:extLst>
              <a:ext uri="{FF2B5EF4-FFF2-40B4-BE49-F238E27FC236}">
                <a16:creationId xmlns:a16="http://schemas.microsoft.com/office/drawing/2014/main" id="{BF43BE76-E0FB-9E65-6356-CD858FA690A8}"/>
              </a:ext>
            </a:extLst>
          </p:cNvPr>
          <p:cNvSpPr/>
          <p:nvPr userDrawn="1"/>
        </p:nvSpPr>
        <p:spPr>
          <a:xfrm>
            <a:off x="1" y="0"/>
            <a:ext cx="12190379"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sp>
        <p:nvSpPr>
          <p:cNvPr id="10" name="Freeform 9">
            <a:extLst>
              <a:ext uri="{FF2B5EF4-FFF2-40B4-BE49-F238E27FC236}">
                <a16:creationId xmlns:a16="http://schemas.microsoft.com/office/drawing/2014/main" id="{8DD2459E-C7C5-F943-DD9B-BFF7DC869E99}"/>
              </a:ext>
            </a:extLst>
          </p:cNvPr>
          <p:cNvSpPr/>
          <p:nvPr/>
        </p:nvSpPr>
        <p:spPr>
          <a:xfrm>
            <a:off x="5429020" y="4"/>
            <a:ext cx="6762980" cy="6857998"/>
          </a:xfrm>
          <a:custGeom>
            <a:avLst/>
            <a:gdLst>
              <a:gd name="connsiteX0" fmla="*/ 4001986 w 6762980"/>
              <a:gd name="connsiteY0" fmla="*/ 5143499 h 6857998"/>
              <a:gd name="connsiteX1" fmla="*/ 4001986 w 6762980"/>
              <a:gd name="connsiteY1" fmla="*/ 5147670 h 6857998"/>
              <a:gd name="connsiteX2" fmla="*/ 4060287 w 6762980"/>
              <a:gd name="connsiteY2" fmla="*/ 5147670 h 6857998"/>
              <a:gd name="connsiteX3" fmla="*/ 4060287 w 6762980"/>
              <a:gd name="connsiteY3" fmla="*/ 5998663 h 6857998"/>
              <a:gd name="connsiteX4" fmla="*/ 5405385 w 6762980"/>
              <a:gd name="connsiteY4" fmla="*/ 5998663 h 6857998"/>
              <a:gd name="connsiteX5" fmla="*/ 5405385 w 6762980"/>
              <a:gd name="connsiteY5" fmla="*/ 6061237 h 6857998"/>
              <a:gd name="connsiteX6" fmla="*/ 4110257 w 6762980"/>
              <a:gd name="connsiteY6" fmla="*/ 6857998 h 6857998"/>
              <a:gd name="connsiteX7" fmla="*/ 4110257 w 6762980"/>
              <a:gd name="connsiteY7" fmla="*/ 6853827 h 6857998"/>
              <a:gd name="connsiteX8" fmla="*/ 4051956 w 6762980"/>
              <a:gd name="connsiteY8" fmla="*/ 6853827 h 6857998"/>
              <a:gd name="connsiteX9" fmla="*/ 4051956 w 6762980"/>
              <a:gd name="connsiteY9" fmla="*/ 6002834 h 6857998"/>
              <a:gd name="connsiteX10" fmla="*/ 2706858 w 6762980"/>
              <a:gd name="connsiteY10" fmla="*/ 6002834 h 6857998"/>
              <a:gd name="connsiteX11" fmla="*/ 2706858 w 6762980"/>
              <a:gd name="connsiteY11" fmla="*/ 5940260 h 6857998"/>
              <a:gd name="connsiteX12" fmla="*/ 4001986 w 6762980"/>
              <a:gd name="connsiteY12" fmla="*/ 5143499 h 6857998"/>
              <a:gd name="connsiteX13" fmla="*/ 4051956 w 6762980"/>
              <a:gd name="connsiteY13" fmla="*/ 3428997 h 6857998"/>
              <a:gd name="connsiteX14" fmla="*/ 4110257 w 6762980"/>
              <a:gd name="connsiteY14" fmla="*/ 3428997 h 6857998"/>
              <a:gd name="connsiteX15" fmla="*/ 5405385 w 6762980"/>
              <a:gd name="connsiteY15" fmla="*/ 4225761 h 6857998"/>
              <a:gd name="connsiteX16" fmla="*/ 5405385 w 6762980"/>
              <a:gd name="connsiteY16" fmla="*/ 4288332 h 6857998"/>
              <a:gd name="connsiteX17" fmla="*/ 4060287 w 6762980"/>
              <a:gd name="connsiteY17" fmla="*/ 4288332 h 6857998"/>
              <a:gd name="connsiteX18" fmla="*/ 4060287 w 6762980"/>
              <a:gd name="connsiteY18" fmla="*/ 5143496 h 6857998"/>
              <a:gd name="connsiteX19" fmla="*/ 4001986 w 6762980"/>
              <a:gd name="connsiteY19" fmla="*/ 5143496 h 6857998"/>
              <a:gd name="connsiteX20" fmla="*/ 2706858 w 6762980"/>
              <a:gd name="connsiteY20" fmla="*/ 4346735 h 6857998"/>
              <a:gd name="connsiteX21" fmla="*/ 2706858 w 6762980"/>
              <a:gd name="connsiteY21" fmla="*/ 4284161 h 6857998"/>
              <a:gd name="connsiteX22" fmla="*/ 4051956 w 6762980"/>
              <a:gd name="connsiteY22" fmla="*/ 4284161 h 6857998"/>
              <a:gd name="connsiteX23" fmla="*/ 5409551 w 6762980"/>
              <a:gd name="connsiteY23" fmla="*/ 2569662 h 6857998"/>
              <a:gd name="connsiteX24" fmla="*/ 6762980 w 6762980"/>
              <a:gd name="connsiteY24" fmla="*/ 2569662 h 6857998"/>
              <a:gd name="connsiteX25" fmla="*/ 6762980 w 6762980"/>
              <a:gd name="connsiteY25" fmla="*/ 3428997 h 6857998"/>
              <a:gd name="connsiteX26" fmla="*/ 6762980 w 6762980"/>
              <a:gd name="connsiteY26" fmla="*/ 4288332 h 6857998"/>
              <a:gd name="connsiteX27" fmla="*/ 5409551 w 6762980"/>
              <a:gd name="connsiteY27" fmla="*/ 4288332 h 6857998"/>
              <a:gd name="connsiteX28" fmla="*/ 5409551 w 6762980"/>
              <a:gd name="connsiteY28" fmla="*/ 4225761 h 6857998"/>
              <a:gd name="connsiteX29" fmla="*/ 6704680 w 6762980"/>
              <a:gd name="connsiteY29" fmla="*/ 3428997 h 6857998"/>
              <a:gd name="connsiteX30" fmla="*/ 5409551 w 6762980"/>
              <a:gd name="connsiteY30" fmla="*/ 2632237 h 6857998"/>
              <a:gd name="connsiteX31" fmla="*/ 1295128 w 6762980"/>
              <a:gd name="connsiteY31" fmla="*/ 1714499 h 6857998"/>
              <a:gd name="connsiteX32" fmla="*/ 1353429 w 6762980"/>
              <a:gd name="connsiteY32" fmla="*/ 1714499 h 6857998"/>
              <a:gd name="connsiteX33" fmla="*/ 1353429 w 6762980"/>
              <a:gd name="connsiteY33" fmla="*/ 2569662 h 6857998"/>
              <a:gd name="connsiteX34" fmla="*/ 2702693 w 6762980"/>
              <a:gd name="connsiteY34" fmla="*/ 2569662 h 6857998"/>
              <a:gd name="connsiteX35" fmla="*/ 2702693 w 6762980"/>
              <a:gd name="connsiteY35" fmla="*/ 2632237 h 6857998"/>
              <a:gd name="connsiteX36" fmla="*/ 1407564 w 6762980"/>
              <a:gd name="connsiteY36" fmla="*/ 3428997 h 6857998"/>
              <a:gd name="connsiteX37" fmla="*/ 1349264 w 6762980"/>
              <a:gd name="connsiteY37" fmla="*/ 3428997 h 6857998"/>
              <a:gd name="connsiteX38" fmla="*/ 1349264 w 6762980"/>
              <a:gd name="connsiteY38" fmla="*/ 2573833 h 6857998"/>
              <a:gd name="connsiteX39" fmla="*/ 0 w 6762980"/>
              <a:gd name="connsiteY39" fmla="*/ 2573833 h 6857998"/>
              <a:gd name="connsiteX40" fmla="*/ 0 w 6762980"/>
              <a:gd name="connsiteY40" fmla="*/ 2511262 h 6857998"/>
              <a:gd name="connsiteX41" fmla="*/ 1295128 w 6762980"/>
              <a:gd name="connsiteY41" fmla="*/ 1714499 h 6857998"/>
              <a:gd name="connsiteX42" fmla="*/ 4001986 w 6762980"/>
              <a:gd name="connsiteY42" fmla="*/ 0 h 6857998"/>
              <a:gd name="connsiteX43" fmla="*/ 4060287 w 6762980"/>
              <a:gd name="connsiteY43" fmla="*/ 0 h 6857998"/>
              <a:gd name="connsiteX44" fmla="*/ 4060287 w 6762980"/>
              <a:gd name="connsiteY44" fmla="*/ 859335 h 6857998"/>
              <a:gd name="connsiteX45" fmla="*/ 2706858 w 6762980"/>
              <a:gd name="connsiteY45" fmla="*/ 859335 h 6857998"/>
              <a:gd name="connsiteX46" fmla="*/ 2706858 w 6762980"/>
              <a:gd name="connsiteY46" fmla="*/ 796763 h 6857998"/>
              <a:gd name="connsiteX47" fmla="*/ 4001986 w 6762980"/>
              <a:gd name="connsiteY47"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762980" h="6857998">
                <a:moveTo>
                  <a:pt x="4001986" y="5143499"/>
                </a:moveTo>
                <a:lnTo>
                  <a:pt x="4001986" y="5147670"/>
                </a:lnTo>
                <a:lnTo>
                  <a:pt x="4060287" y="5147670"/>
                </a:lnTo>
                <a:lnTo>
                  <a:pt x="4060287" y="5998663"/>
                </a:lnTo>
                <a:lnTo>
                  <a:pt x="5405385" y="5998663"/>
                </a:lnTo>
                <a:lnTo>
                  <a:pt x="5405385" y="6061237"/>
                </a:lnTo>
                <a:cubicBezTo>
                  <a:pt x="4689109" y="6061237"/>
                  <a:pt x="4110257" y="6419987"/>
                  <a:pt x="4110257" y="6857998"/>
                </a:cubicBezTo>
                <a:lnTo>
                  <a:pt x="4110257" y="6853827"/>
                </a:lnTo>
                <a:lnTo>
                  <a:pt x="4051956" y="6853827"/>
                </a:lnTo>
                <a:lnTo>
                  <a:pt x="4051956" y="6002834"/>
                </a:lnTo>
                <a:lnTo>
                  <a:pt x="2706858" y="6002834"/>
                </a:lnTo>
                <a:lnTo>
                  <a:pt x="2706858" y="5940260"/>
                </a:lnTo>
                <a:cubicBezTo>
                  <a:pt x="3423134" y="5940260"/>
                  <a:pt x="4001986" y="5581510"/>
                  <a:pt x="4001986" y="5143499"/>
                </a:cubicBezTo>
                <a:close/>
                <a:moveTo>
                  <a:pt x="4051956" y="3428997"/>
                </a:moveTo>
                <a:lnTo>
                  <a:pt x="4110257" y="3428997"/>
                </a:lnTo>
                <a:cubicBezTo>
                  <a:pt x="4110257" y="3867008"/>
                  <a:pt x="4689109" y="4225761"/>
                  <a:pt x="5405385" y="4225761"/>
                </a:cubicBezTo>
                <a:lnTo>
                  <a:pt x="5405385" y="4288332"/>
                </a:lnTo>
                <a:lnTo>
                  <a:pt x="4060287" y="4288332"/>
                </a:lnTo>
                <a:lnTo>
                  <a:pt x="4060287" y="5143496"/>
                </a:lnTo>
                <a:lnTo>
                  <a:pt x="4001986" y="5143496"/>
                </a:lnTo>
                <a:cubicBezTo>
                  <a:pt x="4001986" y="4705485"/>
                  <a:pt x="3423134" y="4346735"/>
                  <a:pt x="2706858" y="4346735"/>
                </a:cubicBezTo>
                <a:lnTo>
                  <a:pt x="2706858" y="4284161"/>
                </a:lnTo>
                <a:lnTo>
                  <a:pt x="4051956" y="4284161"/>
                </a:lnTo>
                <a:close/>
                <a:moveTo>
                  <a:pt x="5409551" y="2569662"/>
                </a:moveTo>
                <a:lnTo>
                  <a:pt x="6762980" y="2569662"/>
                </a:lnTo>
                <a:lnTo>
                  <a:pt x="6762980" y="3428997"/>
                </a:lnTo>
                <a:lnTo>
                  <a:pt x="6762980" y="4288332"/>
                </a:lnTo>
                <a:lnTo>
                  <a:pt x="5409551" y="4288332"/>
                </a:lnTo>
                <a:lnTo>
                  <a:pt x="5409551" y="4225761"/>
                </a:lnTo>
                <a:cubicBezTo>
                  <a:pt x="6125827" y="4225761"/>
                  <a:pt x="6704680" y="3867008"/>
                  <a:pt x="6704680" y="3428997"/>
                </a:cubicBezTo>
                <a:cubicBezTo>
                  <a:pt x="6704680" y="2990986"/>
                  <a:pt x="6125827" y="2632237"/>
                  <a:pt x="5409551" y="2632237"/>
                </a:cubicBezTo>
                <a:close/>
                <a:moveTo>
                  <a:pt x="1295128" y="1714499"/>
                </a:moveTo>
                <a:lnTo>
                  <a:pt x="1353429" y="1714499"/>
                </a:lnTo>
                <a:lnTo>
                  <a:pt x="1353429" y="2569662"/>
                </a:lnTo>
                <a:lnTo>
                  <a:pt x="2702693" y="2569662"/>
                </a:lnTo>
                <a:lnTo>
                  <a:pt x="2702693" y="2632237"/>
                </a:lnTo>
                <a:cubicBezTo>
                  <a:pt x="1986417" y="2632237"/>
                  <a:pt x="1407564" y="2990986"/>
                  <a:pt x="1407564" y="3428997"/>
                </a:cubicBezTo>
                <a:lnTo>
                  <a:pt x="1349264" y="3428997"/>
                </a:lnTo>
                <a:lnTo>
                  <a:pt x="1349264" y="2573833"/>
                </a:lnTo>
                <a:lnTo>
                  <a:pt x="0" y="2573833"/>
                </a:lnTo>
                <a:lnTo>
                  <a:pt x="0" y="2511262"/>
                </a:lnTo>
                <a:cubicBezTo>
                  <a:pt x="716276" y="2511262"/>
                  <a:pt x="1295128" y="2152510"/>
                  <a:pt x="1295128" y="1714499"/>
                </a:cubicBezTo>
                <a:close/>
                <a:moveTo>
                  <a:pt x="4001986" y="0"/>
                </a:moveTo>
                <a:lnTo>
                  <a:pt x="4060287" y="0"/>
                </a:lnTo>
                <a:lnTo>
                  <a:pt x="4060287" y="859335"/>
                </a:lnTo>
                <a:lnTo>
                  <a:pt x="2706858" y="859335"/>
                </a:lnTo>
                <a:lnTo>
                  <a:pt x="2706858" y="796763"/>
                </a:lnTo>
                <a:cubicBezTo>
                  <a:pt x="3423134" y="796763"/>
                  <a:pt x="4001986" y="438011"/>
                  <a:pt x="4001986" y="0"/>
                </a:cubicBezTo>
                <a:close/>
              </a:path>
            </a:pathLst>
          </a:custGeom>
          <a:solidFill>
            <a:srgbClr val="047A85"/>
          </a:solidFill>
          <a:ln w="16168" cap="flat">
            <a:noFill/>
            <a:prstDash val="solid"/>
            <a:miter/>
          </a:ln>
        </p:spPr>
        <p:txBody>
          <a:bodyPr wrap="square" rtlCol="0" anchor="ctr">
            <a:noAutofit/>
          </a:bodyPr>
          <a:lstStyle/>
          <a:p>
            <a:endParaRPr lang="en-GR" sz="1800"/>
          </a:p>
        </p:txBody>
      </p:sp>
      <p:sp>
        <p:nvSpPr>
          <p:cNvPr id="2" name="Text Placeholder">
            <a:extLst>
              <a:ext uri="{FF2B5EF4-FFF2-40B4-BE49-F238E27FC236}">
                <a16:creationId xmlns:a16="http://schemas.microsoft.com/office/drawing/2014/main" id="{2768BD1E-312F-BF2A-9507-6F5F50196DF6}"/>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B8E4129D-1897-FBAD-5F64-2BC138CE83B5}"/>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41AC2EA1-BD83-E24B-1E08-64FEB193A181}"/>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9807FE2B-836F-52A4-CB88-1D917165D585}"/>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pic>
        <p:nvPicPr>
          <p:cNvPr id="4" name="Graphic 3">
            <a:extLst>
              <a:ext uri="{FF2B5EF4-FFF2-40B4-BE49-F238E27FC236}">
                <a16:creationId xmlns:a16="http://schemas.microsoft.com/office/drawing/2014/main" id="{66D23989-F668-EBA8-9AF2-A5E643ADDB7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37727971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1_Cover">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8" name="Rectangle_Transparent">
            <a:extLst>
              <a:ext uri="{FF2B5EF4-FFF2-40B4-BE49-F238E27FC236}">
                <a16:creationId xmlns:a16="http://schemas.microsoft.com/office/drawing/2014/main" id="{BF43BE76-E0FB-9E65-6356-CD858FA690A8}"/>
              </a:ext>
            </a:extLst>
          </p:cNvPr>
          <p:cNvSpPr/>
          <p:nvPr userDrawn="1"/>
        </p:nvSpPr>
        <p:spPr>
          <a:xfrm>
            <a:off x="1" y="0"/>
            <a:ext cx="12190379"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sp>
        <p:nvSpPr>
          <p:cNvPr id="2" name="Text Placeholder">
            <a:extLst>
              <a:ext uri="{FF2B5EF4-FFF2-40B4-BE49-F238E27FC236}">
                <a16:creationId xmlns:a16="http://schemas.microsoft.com/office/drawing/2014/main" id="{2768BD1E-312F-BF2A-9507-6F5F50196DF6}"/>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B8E4129D-1897-FBAD-5F64-2BC138CE83B5}"/>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41AC2EA1-BD83-E24B-1E08-64FEB193A181}"/>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9807FE2B-836F-52A4-CB88-1D917165D585}"/>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pic>
        <p:nvPicPr>
          <p:cNvPr id="4" name="Graphic 3">
            <a:extLst>
              <a:ext uri="{FF2B5EF4-FFF2-40B4-BE49-F238E27FC236}">
                <a16:creationId xmlns:a16="http://schemas.microsoft.com/office/drawing/2014/main" id="{6DDE436D-3F61-FA4E-6545-25B7298DA22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92903255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_Cover">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8" name="Rectangle_Transparent">
            <a:extLst>
              <a:ext uri="{FF2B5EF4-FFF2-40B4-BE49-F238E27FC236}">
                <a16:creationId xmlns:a16="http://schemas.microsoft.com/office/drawing/2014/main" id="{BF43BE76-E0FB-9E65-6356-CD858FA690A8}"/>
              </a:ext>
            </a:extLst>
          </p:cNvPr>
          <p:cNvSpPr/>
          <p:nvPr userDrawn="1"/>
        </p:nvSpPr>
        <p:spPr>
          <a:xfrm>
            <a:off x="1" y="0"/>
            <a:ext cx="12190379"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sp>
        <p:nvSpPr>
          <p:cNvPr id="10" name="Freeform 9">
            <a:extLst>
              <a:ext uri="{FF2B5EF4-FFF2-40B4-BE49-F238E27FC236}">
                <a16:creationId xmlns:a16="http://schemas.microsoft.com/office/drawing/2014/main" id="{8DD2459E-C7C5-F943-DD9B-BFF7DC869E99}"/>
              </a:ext>
            </a:extLst>
          </p:cNvPr>
          <p:cNvSpPr/>
          <p:nvPr/>
        </p:nvSpPr>
        <p:spPr>
          <a:xfrm>
            <a:off x="5429020" y="4"/>
            <a:ext cx="6762980" cy="6857998"/>
          </a:xfrm>
          <a:custGeom>
            <a:avLst/>
            <a:gdLst>
              <a:gd name="connsiteX0" fmla="*/ 4001986 w 6762980"/>
              <a:gd name="connsiteY0" fmla="*/ 5143499 h 6857998"/>
              <a:gd name="connsiteX1" fmla="*/ 4001986 w 6762980"/>
              <a:gd name="connsiteY1" fmla="*/ 5147670 h 6857998"/>
              <a:gd name="connsiteX2" fmla="*/ 4060287 w 6762980"/>
              <a:gd name="connsiteY2" fmla="*/ 5147670 h 6857998"/>
              <a:gd name="connsiteX3" fmla="*/ 4060287 w 6762980"/>
              <a:gd name="connsiteY3" fmla="*/ 5998663 h 6857998"/>
              <a:gd name="connsiteX4" fmla="*/ 5405385 w 6762980"/>
              <a:gd name="connsiteY4" fmla="*/ 5998663 h 6857998"/>
              <a:gd name="connsiteX5" fmla="*/ 5405385 w 6762980"/>
              <a:gd name="connsiteY5" fmla="*/ 6061237 h 6857998"/>
              <a:gd name="connsiteX6" fmla="*/ 4110257 w 6762980"/>
              <a:gd name="connsiteY6" fmla="*/ 6857998 h 6857998"/>
              <a:gd name="connsiteX7" fmla="*/ 4110257 w 6762980"/>
              <a:gd name="connsiteY7" fmla="*/ 6853827 h 6857998"/>
              <a:gd name="connsiteX8" fmla="*/ 4051956 w 6762980"/>
              <a:gd name="connsiteY8" fmla="*/ 6853827 h 6857998"/>
              <a:gd name="connsiteX9" fmla="*/ 4051956 w 6762980"/>
              <a:gd name="connsiteY9" fmla="*/ 6002834 h 6857998"/>
              <a:gd name="connsiteX10" fmla="*/ 2706858 w 6762980"/>
              <a:gd name="connsiteY10" fmla="*/ 6002834 h 6857998"/>
              <a:gd name="connsiteX11" fmla="*/ 2706858 w 6762980"/>
              <a:gd name="connsiteY11" fmla="*/ 5940260 h 6857998"/>
              <a:gd name="connsiteX12" fmla="*/ 4001986 w 6762980"/>
              <a:gd name="connsiteY12" fmla="*/ 5143499 h 6857998"/>
              <a:gd name="connsiteX13" fmla="*/ 4051956 w 6762980"/>
              <a:gd name="connsiteY13" fmla="*/ 3428997 h 6857998"/>
              <a:gd name="connsiteX14" fmla="*/ 4110257 w 6762980"/>
              <a:gd name="connsiteY14" fmla="*/ 3428997 h 6857998"/>
              <a:gd name="connsiteX15" fmla="*/ 5405385 w 6762980"/>
              <a:gd name="connsiteY15" fmla="*/ 4225761 h 6857998"/>
              <a:gd name="connsiteX16" fmla="*/ 5405385 w 6762980"/>
              <a:gd name="connsiteY16" fmla="*/ 4288332 h 6857998"/>
              <a:gd name="connsiteX17" fmla="*/ 4060287 w 6762980"/>
              <a:gd name="connsiteY17" fmla="*/ 4288332 h 6857998"/>
              <a:gd name="connsiteX18" fmla="*/ 4060287 w 6762980"/>
              <a:gd name="connsiteY18" fmla="*/ 5143496 h 6857998"/>
              <a:gd name="connsiteX19" fmla="*/ 4001986 w 6762980"/>
              <a:gd name="connsiteY19" fmla="*/ 5143496 h 6857998"/>
              <a:gd name="connsiteX20" fmla="*/ 2706858 w 6762980"/>
              <a:gd name="connsiteY20" fmla="*/ 4346735 h 6857998"/>
              <a:gd name="connsiteX21" fmla="*/ 2706858 w 6762980"/>
              <a:gd name="connsiteY21" fmla="*/ 4284161 h 6857998"/>
              <a:gd name="connsiteX22" fmla="*/ 4051956 w 6762980"/>
              <a:gd name="connsiteY22" fmla="*/ 4284161 h 6857998"/>
              <a:gd name="connsiteX23" fmla="*/ 5409551 w 6762980"/>
              <a:gd name="connsiteY23" fmla="*/ 2569662 h 6857998"/>
              <a:gd name="connsiteX24" fmla="*/ 6762980 w 6762980"/>
              <a:gd name="connsiteY24" fmla="*/ 2569662 h 6857998"/>
              <a:gd name="connsiteX25" fmla="*/ 6762980 w 6762980"/>
              <a:gd name="connsiteY25" fmla="*/ 3428997 h 6857998"/>
              <a:gd name="connsiteX26" fmla="*/ 6762980 w 6762980"/>
              <a:gd name="connsiteY26" fmla="*/ 4288332 h 6857998"/>
              <a:gd name="connsiteX27" fmla="*/ 5409551 w 6762980"/>
              <a:gd name="connsiteY27" fmla="*/ 4288332 h 6857998"/>
              <a:gd name="connsiteX28" fmla="*/ 5409551 w 6762980"/>
              <a:gd name="connsiteY28" fmla="*/ 4225761 h 6857998"/>
              <a:gd name="connsiteX29" fmla="*/ 6704680 w 6762980"/>
              <a:gd name="connsiteY29" fmla="*/ 3428997 h 6857998"/>
              <a:gd name="connsiteX30" fmla="*/ 5409551 w 6762980"/>
              <a:gd name="connsiteY30" fmla="*/ 2632237 h 6857998"/>
              <a:gd name="connsiteX31" fmla="*/ 1295128 w 6762980"/>
              <a:gd name="connsiteY31" fmla="*/ 1714499 h 6857998"/>
              <a:gd name="connsiteX32" fmla="*/ 1353429 w 6762980"/>
              <a:gd name="connsiteY32" fmla="*/ 1714499 h 6857998"/>
              <a:gd name="connsiteX33" fmla="*/ 1353429 w 6762980"/>
              <a:gd name="connsiteY33" fmla="*/ 2569662 h 6857998"/>
              <a:gd name="connsiteX34" fmla="*/ 2702693 w 6762980"/>
              <a:gd name="connsiteY34" fmla="*/ 2569662 h 6857998"/>
              <a:gd name="connsiteX35" fmla="*/ 2702693 w 6762980"/>
              <a:gd name="connsiteY35" fmla="*/ 2632237 h 6857998"/>
              <a:gd name="connsiteX36" fmla="*/ 1407564 w 6762980"/>
              <a:gd name="connsiteY36" fmla="*/ 3428997 h 6857998"/>
              <a:gd name="connsiteX37" fmla="*/ 1349264 w 6762980"/>
              <a:gd name="connsiteY37" fmla="*/ 3428997 h 6857998"/>
              <a:gd name="connsiteX38" fmla="*/ 1349264 w 6762980"/>
              <a:gd name="connsiteY38" fmla="*/ 2573833 h 6857998"/>
              <a:gd name="connsiteX39" fmla="*/ 0 w 6762980"/>
              <a:gd name="connsiteY39" fmla="*/ 2573833 h 6857998"/>
              <a:gd name="connsiteX40" fmla="*/ 0 w 6762980"/>
              <a:gd name="connsiteY40" fmla="*/ 2511262 h 6857998"/>
              <a:gd name="connsiteX41" fmla="*/ 1295128 w 6762980"/>
              <a:gd name="connsiteY41" fmla="*/ 1714499 h 6857998"/>
              <a:gd name="connsiteX42" fmla="*/ 4001986 w 6762980"/>
              <a:gd name="connsiteY42" fmla="*/ 0 h 6857998"/>
              <a:gd name="connsiteX43" fmla="*/ 4060287 w 6762980"/>
              <a:gd name="connsiteY43" fmla="*/ 0 h 6857998"/>
              <a:gd name="connsiteX44" fmla="*/ 4060287 w 6762980"/>
              <a:gd name="connsiteY44" fmla="*/ 859335 h 6857998"/>
              <a:gd name="connsiteX45" fmla="*/ 2706858 w 6762980"/>
              <a:gd name="connsiteY45" fmla="*/ 859335 h 6857998"/>
              <a:gd name="connsiteX46" fmla="*/ 2706858 w 6762980"/>
              <a:gd name="connsiteY46" fmla="*/ 796763 h 6857998"/>
              <a:gd name="connsiteX47" fmla="*/ 4001986 w 6762980"/>
              <a:gd name="connsiteY47"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762980" h="6857998">
                <a:moveTo>
                  <a:pt x="4001986" y="5143499"/>
                </a:moveTo>
                <a:lnTo>
                  <a:pt x="4001986" y="5147670"/>
                </a:lnTo>
                <a:lnTo>
                  <a:pt x="4060287" y="5147670"/>
                </a:lnTo>
                <a:lnTo>
                  <a:pt x="4060287" y="5998663"/>
                </a:lnTo>
                <a:lnTo>
                  <a:pt x="5405385" y="5998663"/>
                </a:lnTo>
                <a:lnTo>
                  <a:pt x="5405385" y="6061237"/>
                </a:lnTo>
                <a:cubicBezTo>
                  <a:pt x="4689109" y="6061237"/>
                  <a:pt x="4110257" y="6419987"/>
                  <a:pt x="4110257" y="6857998"/>
                </a:cubicBezTo>
                <a:lnTo>
                  <a:pt x="4110257" y="6853827"/>
                </a:lnTo>
                <a:lnTo>
                  <a:pt x="4051956" y="6853827"/>
                </a:lnTo>
                <a:lnTo>
                  <a:pt x="4051956" y="6002834"/>
                </a:lnTo>
                <a:lnTo>
                  <a:pt x="2706858" y="6002834"/>
                </a:lnTo>
                <a:lnTo>
                  <a:pt x="2706858" y="5940260"/>
                </a:lnTo>
                <a:cubicBezTo>
                  <a:pt x="3423134" y="5940260"/>
                  <a:pt x="4001986" y="5581510"/>
                  <a:pt x="4001986" y="5143499"/>
                </a:cubicBezTo>
                <a:close/>
                <a:moveTo>
                  <a:pt x="4051956" y="3428997"/>
                </a:moveTo>
                <a:lnTo>
                  <a:pt x="4110257" y="3428997"/>
                </a:lnTo>
                <a:cubicBezTo>
                  <a:pt x="4110257" y="3867008"/>
                  <a:pt x="4689109" y="4225761"/>
                  <a:pt x="5405385" y="4225761"/>
                </a:cubicBezTo>
                <a:lnTo>
                  <a:pt x="5405385" y="4288332"/>
                </a:lnTo>
                <a:lnTo>
                  <a:pt x="4060287" y="4288332"/>
                </a:lnTo>
                <a:lnTo>
                  <a:pt x="4060287" y="5143496"/>
                </a:lnTo>
                <a:lnTo>
                  <a:pt x="4001986" y="5143496"/>
                </a:lnTo>
                <a:cubicBezTo>
                  <a:pt x="4001986" y="4705485"/>
                  <a:pt x="3423134" y="4346735"/>
                  <a:pt x="2706858" y="4346735"/>
                </a:cubicBezTo>
                <a:lnTo>
                  <a:pt x="2706858" y="4284161"/>
                </a:lnTo>
                <a:lnTo>
                  <a:pt x="4051956" y="4284161"/>
                </a:lnTo>
                <a:close/>
                <a:moveTo>
                  <a:pt x="5409551" y="2569662"/>
                </a:moveTo>
                <a:lnTo>
                  <a:pt x="6762980" y="2569662"/>
                </a:lnTo>
                <a:lnTo>
                  <a:pt x="6762980" y="3428997"/>
                </a:lnTo>
                <a:lnTo>
                  <a:pt x="6762980" y="4288332"/>
                </a:lnTo>
                <a:lnTo>
                  <a:pt x="5409551" y="4288332"/>
                </a:lnTo>
                <a:lnTo>
                  <a:pt x="5409551" y="4225761"/>
                </a:lnTo>
                <a:cubicBezTo>
                  <a:pt x="6125827" y="4225761"/>
                  <a:pt x="6704680" y="3867008"/>
                  <a:pt x="6704680" y="3428997"/>
                </a:cubicBezTo>
                <a:cubicBezTo>
                  <a:pt x="6704680" y="2990986"/>
                  <a:pt x="6125827" y="2632237"/>
                  <a:pt x="5409551" y="2632237"/>
                </a:cubicBezTo>
                <a:close/>
                <a:moveTo>
                  <a:pt x="1295128" y="1714499"/>
                </a:moveTo>
                <a:lnTo>
                  <a:pt x="1353429" y="1714499"/>
                </a:lnTo>
                <a:lnTo>
                  <a:pt x="1353429" y="2569662"/>
                </a:lnTo>
                <a:lnTo>
                  <a:pt x="2702693" y="2569662"/>
                </a:lnTo>
                <a:lnTo>
                  <a:pt x="2702693" y="2632237"/>
                </a:lnTo>
                <a:cubicBezTo>
                  <a:pt x="1986417" y="2632237"/>
                  <a:pt x="1407564" y="2990986"/>
                  <a:pt x="1407564" y="3428997"/>
                </a:cubicBezTo>
                <a:lnTo>
                  <a:pt x="1349264" y="3428997"/>
                </a:lnTo>
                <a:lnTo>
                  <a:pt x="1349264" y="2573833"/>
                </a:lnTo>
                <a:lnTo>
                  <a:pt x="0" y="2573833"/>
                </a:lnTo>
                <a:lnTo>
                  <a:pt x="0" y="2511262"/>
                </a:lnTo>
                <a:cubicBezTo>
                  <a:pt x="716276" y="2511262"/>
                  <a:pt x="1295128" y="2152510"/>
                  <a:pt x="1295128" y="1714499"/>
                </a:cubicBezTo>
                <a:close/>
                <a:moveTo>
                  <a:pt x="4001986" y="0"/>
                </a:moveTo>
                <a:lnTo>
                  <a:pt x="4060287" y="0"/>
                </a:lnTo>
                <a:lnTo>
                  <a:pt x="4060287" y="859335"/>
                </a:lnTo>
                <a:lnTo>
                  <a:pt x="2706858" y="859335"/>
                </a:lnTo>
                <a:lnTo>
                  <a:pt x="2706858" y="796763"/>
                </a:lnTo>
                <a:cubicBezTo>
                  <a:pt x="3423134" y="796763"/>
                  <a:pt x="4001986" y="438011"/>
                  <a:pt x="4001986" y="0"/>
                </a:cubicBezTo>
                <a:close/>
              </a:path>
            </a:pathLst>
          </a:custGeom>
          <a:solidFill>
            <a:srgbClr val="047A85"/>
          </a:solidFill>
          <a:ln w="16168" cap="flat">
            <a:noFill/>
            <a:prstDash val="solid"/>
            <a:miter/>
          </a:ln>
        </p:spPr>
        <p:txBody>
          <a:bodyPr wrap="square" rtlCol="0" anchor="ctr">
            <a:noAutofit/>
          </a:bodyPr>
          <a:lstStyle/>
          <a:p>
            <a:endParaRPr lang="en-GR" sz="1800"/>
          </a:p>
        </p:txBody>
      </p:sp>
      <p:sp>
        <p:nvSpPr>
          <p:cNvPr id="2" name="Text Placeholder">
            <a:extLst>
              <a:ext uri="{FF2B5EF4-FFF2-40B4-BE49-F238E27FC236}">
                <a16:creationId xmlns:a16="http://schemas.microsoft.com/office/drawing/2014/main" id="{58AB4F70-A4D6-2941-AE9C-E26F532C996E}"/>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50748B9F-B28B-FE24-4CFD-B88A77AB3978}"/>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9CEAAD27-CDA5-46C9-9773-1BDFF23FA7C8}"/>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4ED0734D-03F5-3D5C-8028-6B07E8224731}"/>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pic>
        <p:nvPicPr>
          <p:cNvPr id="4" name="Graphic 3">
            <a:extLst>
              <a:ext uri="{FF2B5EF4-FFF2-40B4-BE49-F238E27FC236}">
                <a16:creationId xmlns:a16="http://schemas.microsoft.com/office/drawing/2014/main" id="{0EB2A000-949E-86C5-F3EE-D5ECF11903E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39321063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6_Cover">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8" name="Rectangle_Transparent">
            <a:extLst>
              <a:ext uri="{FF2B5EF4-FFF2-40B4-BE49-F238E27FC236}">
                <a16:creationId xmlns:a16="http://schemas.microsoft.com/office/drawing/2014/main" id="{BF43BE76-E0FB-9E65-6356-CD858FA690A8}"/>
              </a:ext>
            </a:extLst>
          </p:cNvPr>
          <p:cNvSpPr/>
          <p:nvPr userDrawn="1"/>
        </p:nvSpPr>
        <p:spPr>
          <a:xfrm>
            <a:off x="0" y="0"/>
            <a:ext cx="12192000"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sp>
        <p:nvSpPr>
          <p:cNvPr id="10" name="Freeform 9">
            <a:extLst>
              <a:ext uri="{FF2B5EF4-FFF2-40B4-BE49-F238E27FC236}">
                <a16:creationId xmlns:a16="http://schemas.microsoft.com/office/drawing/2014/main" id="{05DDA3BA-4253-5AC1-3E96-3308A15DDB2E}"/>
              </a:ext>
            </a:extLst>
          </p:cNvPr>
          <p:cNvSpPr/>
          <p:nvPr userDrawn="1"/>
        </p:nvSpPr>
        <p:spPr>
          <a:xfrm>
            <a:off x="4391247" y="524932"/>
            <a:ext cx="7464203" cy="4800337"/>
          </a:xfrm>
          <a:custGeom>
            <a:avLst/>
            <a:gdLst>
              <a:gd name="connsiteX0" fmla="*/ 0 w 808193"/>
              <a:gd name="connsiteY0" fmla="*/ 0 h 495236"/>
              <a:gd name="connsiteX1" fmla="*/ 0 w 808193"/>
              <a:gd name="connsiteY1" fmla="*/ 495237 h 495236"/>
              <a:gd name="connsiteX2" fmla="*/ 808194 w 808193"/>
              <a:gd name="connsiteY2" fmla="*/ 495237 h 495236"/>
              <a:gd name="connsiteX3" fmla="*/ 808194 w 808193"/>
              <a:gd name="connsiteY3" fmla="*/ 0 h 495236"/>
              <a:gd name="connsiteX4" fmla="*/ 0 w 808193"/>
              <a:gd name="connsiteY4" fmla="*/ 0 h 495236"/>
              <a:gd name="connsiteX5" fmla="*/ 404097 w 808193"/>
              <a:gd name="connsiteY5" fmla="*/ 477197 h 495236"/>
              <a:gd name="connsiteX6" fmla="*/ 16536 w 808193"/>
              <a:gd name="connsiteY6" fmla="*/ 247523 h 495236"/>
              <a:gd name="connsiteX7" fmla="*/ 404097 w 808193"/>
              <a:gd name="connsiteY7" fmla="*/ 17850 h 495236"/>
              <a:gd name="connsiteX8" fmla="*/ 791658 w 808193"/>
              <a:gd name="connsiteY8" fmla="*/ 247523 h 495236"/>
              <a:gd name="connsiteX9" fmla="*/ 404097 w 808193"/>
              <a:gd name="connsiteY9" fmla="*/ 477197 h 495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8193" h="495236">
                <a:moveTo>
                  <a:pt x="0" y="0"/>
                </a:moveTo>
                <a:lnTo>
                  <a:pt x="0" y="495237"/>
                </a:lnTo>
                <a:lnTo>
                  <a:pt x="808194" y="495237"/>
                </a:lnTo>
                <a:lnTo>
                  <a:pt x="808194" y="0"/>
                </a:lnTo>
                <a:lnTo>
                  <a:pt x="0" y="0"/>
                </a:lnTo>
                <a:close/>
                <a:moveTo>
                  <a:pt x="404097" y="477197"/>
                </a:moveTo>
                <a:cubicBezTo>
                  <a:pt x="190074" y="477197"/>
                  <a:pt x="16536" y="374371"/>
                  <a:pt x="16536" y="247523"/>
                </a:cubicBezTo>
                <a:cubicBezTo>
                  <a:pt x="16536" y="120676"/>
                  <a:pt x="190074" y="17850"/>
                  <a:pt x="404097" y="17850"/>
                </a:cubicBezTo>
                <a:cubicBezTo>
                  <a:pt x="618120" y="17850"/>
                  <a:pt x="791658" y="120676"/>
                  <a:pt x="791658" y="247523"/>
                </a:cubicBezTo>
                <a:cubicBezTo>
                  <a:pt x="791658" y="374371"/>
                  <a:pt x="618120" y="477197"/>
                  <a:pt x="404097" y="477197"/>
                </a:cubicBezTo>
                <a:close/>
              </a:path>
            </a:pathLst>
          </a:custGeom>
          <a:solidFill>
            <a:srgbClr val="047A85"/>
          </a:solidFill>
          <a:ln w="0" cap="flat">
            <a:noFill/>
            <a:prstDash val="solid"/>
            <a:miter/>
          </a:ln>
        </p:spPr>
        <p:txBody>
          <a:bodyPr rtlCol="0" anchor="ctr"/>
          <a:lstStyle/>
          <a:p>
            <a:endParaRPr lang="en-GR" sz="1800"/>
          </a:p>
        </p:txBody>
      </p:sp>
      <p:sp>
        <p:nvSpPr>
          <p:cNvPr id="2" name="Text Placeholder">
            <a:extLst>
              <a:ext uri="{FF2B5EF4-FFF2-40B4-BE49-F238E27FC236}">
                <a16:creationId xmlns:a16="http://schemas.microsoft.com/office/drawing/2014/main" id="{F75FFF74-A0EE-EC39-61DC-B1CF0D82B9C9}"/>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BF78BC74-5FB1-6DA9-60DA-133E989CB9CE}"/>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6C522786-CAAD-C2E0-6BAC-5C0716D9C01F}"/>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5610291D-8AA0-D8B3-AC8A-9AD77C561D7A}"/>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pic>
        <p:nvPicPr>
          <p:cNvPr id="4" name="Graphic 3">
            <a:extLst>
              <a:ext uri="{FF2B5EF4-FFF2-40B4-BE49-F238E27FC236}">
                <a16:creationId xmlns:a16="http://schemas.microsoft.com/office/drawing/2014/main" id="{802F9162-9390-A794-890A-AD15BF8AE21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26384949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0_Cover">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8" name="Rectangle_Transparent">
            <a:extLst>
              <a:ext uri="{FF2B5EF4-FFF2-40B4-BE49-F238E27FC236}">
                <a16:creationId xmlns:a16="http://schemas.microsoft.com/office/drawing/2014/main" id="{BF43BE76-E0FB-9E65-6356-CD858FA690A8}"/>
              </a:ext>
            </a:extLst>
          </p:cNvPr>
          <p:cNvSpPr/>
          <p:nvPr userDrawn="1"/>
        </p:nvSpPr>
        <p:spPr>
          <a:xfrm>
            <a:off x="0" y="0"/>
            <a:ext cx="12192000"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sp>
        <p:nvSpPr>
          <p:cNvPr id="2" name="Text Placeholder">
            <a:extLst>
              <a:ext uri="{FF2B5EF4-FFF2-40B4-BE49-F238E27FC236}">
                <a16:creationId xmlns:a16="http://schemas.microsoft.com/office/drawing/2014/main" id="{F75FFF74-A0EE-EC39-61DC-B1CF0D82B9C9}"/>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BF78BC74-5FB1-6DA9-60DA-133E989CB9CE}"/>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6C522786-CAAD-C2E0-6BAC-5C0716D9C01F}"/>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5610291D-8AA0-D8B3-AC8A-9AD77C561D7A}"/>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pic>
        <p:nvPicPr>
          <p:cNvPr id="4" name="Graphic 3">
            <a:extLst>
              <a:ext uri="{FF2B5EF4-FFF2-40B4-BE49-F238E27FC236}">
                <a16:creationId xmlns:a16="http://schemas.microsoft.com/office/drawing/2014/main" id="{B61D74BA-71AB-602F-D01E-AF2328D29F5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20489937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8_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8" name="Rectangle_Transparent">
            <a:extLst>
              <a:ext uri="{FF2B5EF4-FFF2-40B4-BE49-F238E27FC236}">
                <a16:creationId xmlns:a16="http://schemas.microsoft.com/office/drawing/2014/main" id="{BF43BE76-E0FB-9E65-6356-CD858FA690A8}"/>
              </a:ext>
            </a:extLst>
          </p:cNvPr>
          <p:cNvSpPr/>
          <p:nvPr userDrawn="1"/>
        </p:nvSpPr>
        <p:spPr>
          <a:xfrm>
            <a:off x="0" y="0"/>
            <a:ext cx="12192000"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sp>
        <p:nvSpPr>
          <p:cNvPr id="10" name="Freeform 9">
            <a:extLst>
              <a:ext uri="{FF2B5EF4-FFF2-40B4-BE49-F238E27FC236}">
                <a16:creationId xmlns:a16="http://schemas.microsoft.com/office/drawing/2014/main" id="{05DDA3BA-4253-5AC1-3E96-3308A15DDB2E}"/>
              </a:ext>
            </a:extLst>
          </p:cNvPr>
          <p:cNvSpPr/>
          <p:nvPr userDrawn="1"/>
        </p:nvSpPr>
        <p:spPr>
          <a:xfrm>
            <a:off x="4382429" y="524934"/>
            <a:ext cx="7473021" cy="4806008"/>
          </a:xfrm>
          <a:custGeom>
            <a:avLst/>
            <a:gdLst>
              <a:gd name="connsiteX0" fmla="*/ 0 w 808193"/>
              <a:gd name="connsiteY0" fmla="*/ 0 h 495236"/>
              <a:gd name="connsiteX1" fmla="*/ 0 w 808193"/>
              <a:gd name="connsiteY1" fmla="*/ 495237 h 495236"/>
              <a:gd name="connsiteX2" fmla="*/ 808194 w 808193"/>
              <a:gd name="connsiteY2" fmla="*/ 495237 h 495236"/>
              <a:gd name="connsiteX3" fmla="*/ 808194 w 808193"/>
              <a:gd name="connsiteY3" fmla="*/ 0 h 495236"/>
              <a:gd name="connsiteX4" fmla="*/ 0 w 808193"/>
              <a:gd name="connsiteY4" fmla="*/ 0 h 495236"/>
              <a:gd name="connsiteX5" fmla="*/ 404097 w 808193"/>
              <a:gd name="connsiteY5" fmla="*/ 477197 h 495236"/>
              <a:gd name="connsiteX6" fmla="*/ 16536 w 808193"/>
              <a:gd name="connsiteY6" fmla="*/ 247523 h 495236"/>
              <a:gd name="connsiteX7" fmla="*/ 404097 w 808193"/>
              <a:gd name="connsiteY7" fmla="*/ 17850 h 495236"/>
              <a:gd name="connsiteX8" fmla="*/ 791658 w 808193"/>
              <a:gd name="connsiteY8" fmla="*/ 247523 h 495236"/>
              <a:gd name="connsiteX9" fmla="*/ 404097 w 808193"/>
              <a:gd name="connsiteY9" fmla="*/ 477197 h 495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8193" h="495236">
                <a:moveTo>
                  <a:pt x="0" y="0"/>
                </a:moveTo>
                <a:lnTo>
                  <a:pt x="0" y="495237"/>
                </a:lnTo>
                <a:lnTo>
                  <a:pt x="808194" y="495237"/>
                </a:lnTo>
                <a:lnTo>
                  <a:pt x="808194" y="0"/>
                </a:lnTo>
                <a:lnTo>
                  <a:pt x="0" y="0"/>
                </a:lnTo>
                <a:close/>
                <a:moveTo>
                  <a:pt x="404097" y="477197"/>
                </a:moveTo>
                <a:cubicBezTo>
                  <a:pt x="190074" y="477197"/>
                  <a:pt x="16536" y="374371"/>
                  <a:pt x="16536" y="247523"/>
                </a:cubicBezTo>
                <a:cubicBezTo>
                  <a:pt x="16536" y="120676"/>
                  <a:pt x="190074" y="17850"/>
                  <a:pt x="404097" y="17850"/>
                </a:cubicBezTo>
                <a:cubicBezTo>
                  <a:pt x="618120" y="17850"/>
                  <a:pt x="791658" y="120676"/>
                  <a:pt x="791658" y="247523"/>
                </a:cubicBezTo>
                <a:cubicBezTo>
                  <a:pt x="791658" y="374371"/>
                  <a:pt x="618120" y="477197"/>
                  <a:pt x="404097" y="477197"/>
                </a:cubicBezTo>
                <a:close/>
              </a:path>
            </a:pathLst>
          </a:custGeom>
          <a:solidFill>
            <a:srgbClr val="047A85"/>
          </a:solidFill>
          <a:ln w="0" cap="flat">
            <a:noFill/>
            <a:prstDash val="solid"/>
            <a:miter/>
          </a:ln>
        </p:spPr>
        <p:txBody>
          <a:bodyPr rtlCol="0" anchor="ctr"/>
          <a:lstStyle/>
          <a:p>
            <a:endParaRPr lang="en-GR" sz="1800"/>
          </a:p>
        </p:txBody>
      </p:sp>
      <p:sp>
        <p:nvSpPr>
          <p:cNvPr id="2" name="Text Placeholder">
            <a:extLst>
              <a:ext uri="{FF2B5EF4-FFF2-40B4-BE49-F238E27FC236}">
                <a16:creationId xmlns:a16="http://schemas.microsoft.com/office/drawing/2014/main" id="{BAAC4FCC-D358-CEDE-EFEA-F41D375BD7D6}"/>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B78D2A86-BD37-8FD6-A1E3-46B684E23AA8}"/>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EC7AD1A4-09F1-4880-4F21-AF46B7001E2B}"/>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6B40CA20-D102-03D6-F33C-CBB2D4659C42}"/>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pic>
        <p:nvPicPr>
          <p:cNvPr id="4" name="Graphic 3">
            <a:extLst>
              <a:ext uri="{FF2B5EF4-FFF2-40B4-BE49-F238E27FC236}">
                <a16:creationId xmlns:a16="http://schemas.microsoft.com/office/drawing/2014/main" id="{1F99117F-D297-2F4C-75F2-61CB89647A3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4329433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7_Cover">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8" name="Rectangle_Transparent">
            <a:extLst>
              <a:ext uri="{FF2B5EF4-FFF2-40B4-BE49-F238E27FC236}">
                <a16:creationId xmlns:a16="http://schemas.microsoft.com/office/drawing/2014/main" id="{BF43BE76-E0FB-9E65-6356-CD858FA690A8}"/>
              </a:ext>
            </a:extLst>
          </p:cNvPr>
          <p:cNvSpPr/>
          <p:nvPr userDrawn="1"/>
        </p:nvSpPr>
        <p:spPr>
          <a:xfrm>
            <a:off x="1" y="0"/>
            <a:ext cx="12190379"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pic>
        <p:nvPicPr>
          <p:cNvPr id="2" name="Graphic 1">
            <a:extLst>
              <a:ext uri="{FF2B5EF4-FFF2-40B4-BE49-F238E27FC236}">
                <a16:creationId xmlns:a16="http://schemas.microsoft.com/office/drawing/2014/main" id="{A26D2E40-F44F-82EA-B95C-C9CD8677415B}"/>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r="16311"/>
          <a:stretch/>
        </p:blipFill>
        <p:spPr>
          <a:xfrm>
            <a:off x="5415431" y="812699"/>
            <a:ext cx="6776570" cy="5138716"/>
          </a:xfrm>
          <a:prstGeom prst="rect">
            <a:avLst/>
          </a:prstGeom>
        </p:spPr>
      </p:pic>
      <p:sp>
        <p:nvSpPr>
          <p:cNvPr id="3" name="Text Placeholder">
            <a:extLst>
              <a:ext uri="{FF2B5EF4-FFF2-40B4-BE49-F238E27FC236}">
                <a16:creationId xmlns:a16="http://schemas.microsoft.com/office/drawing/2014/main" id="{35F5672D-3A54-58D7-B279-05B76C1BC294}"/>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4" name="Text Placeholder 10">
            <a:extLst>
              <a:ext uri="{FF2B5EF4-FFF2-40B4-BE49-F238E27FC236}">
                <a16:creationId xmlns:a16="http://schemas.microsoft.com/office/drawing/2014/main" id="{1DB5A2E8-2F57-8F87-770A-F44847F685BD}"/>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9" name="Text Placeholder 10">
            <a:extLst>
              <a:ext uri="{FF2B5EF4-FFF2-40B4-BE49-F238E27FC236}">
                <a16:creationId xmlns:a16="http://schemas.microsoft.com/office/drawing/2014/main" id="{E120BAB2-816C-0942-9BC5-9D723AABFD82}"/>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10" name="Text Placeholder 5">
            <a:extLst>
              <a:ext uri="{FF2B5EF4-FFF2-40B4-BE49-F238E27FC236}">
                <a16:creationId xmlns:a16="http://schemas.microsoft.com/office/drawing/2014/main" id="{1243B8A6-BF4E-FDB6-5C99-DE15EC1D1FF6}"/>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pic>
        <p:nvPicPr>
          <p:cNvPr id="5" name="Graphic 4">
            <a:extLst>
              <a:ext uri="{FF2B5EF4-FFF2-40B4-BE49-F238E27FC236}">
                <a16:creationId xmlns:a16="http://schemas.microsoft.com/office/drawing/2014/main" id="{258EC212-9EF0-6AB9-CFF4-01AF5EA8A3C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258888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3_Cover">
    <p:bg>
      <p:bgPr>
        <a:solidFill>
          <a:schemeClr val="accent1"/>
        </a:solidFill>
        <a:effectLst/>
      </p:bgPr>
    </p:bg>
    <p:spTree>
      <p:nvGrpSpPr>
        <p:cNvPr id="1" name=""/>
        <p:cNvGrpSpPr/>
        <p:nvPr/>
      </p:nvGrpSpPr>
      <p:grpSpPr>
        <a:xfrm>
          <a:off x="0" y="0"/>
          <a:ext cx="0" cy="0"/>
          <a:chOff x="0" y="0"/>
          <a:chExt cx="0" cy="0"/>
        </a:xfrm>
      </p:grpSpPr>
      <p:sp>
        <p:nvSpPr>
          <p:cNvPr id="159" name="Freeform">
            <a:extLst>
              <a:ext uri="{FF2B5EF4-FFF2-40B4-BE49-F238E27FC236}">
                <a16:creationId xmlns:a16="http://schemas.microsoft.com/office/drawing/2014/main" id="{6999A8E5-287B-A096-EDDF-3292DDBAA880}"/>
              </a:ext>
            </a:extLst>
          </p:cNvPr>
          <p:cNvSpPr/>
          <p:nvPr userDrawn="1"/>
        </p:nvSpPr>
        <p:spPr>
          <a:xfrm rot="10800000">
            <a:off x="7755465" y="871034"/>
            <a:ext cx="4046242" cy="5115933"/>
          </a:xfrm>
          <a:custGeom>
            <a:avLst/>
            <a:gdLst>
              <a:gd name="connsiteX0" fmla="*/ 54209 w 1328758"/>
              <a:gd name="connsiteY0" fmla="*/ 840018 h 1680036"/>
              <a:gd name="connsiteX1" fmla="*/ 1328759 w 1328758"/>
              <a:gd name="connsiteY1" fmla="*/ 60996 h 1680036"/>
              <a:gd name="connsiteX2" fmla="*/ 1328759 w 1328758"/>
              <a:gd name="connsiteY2" fmla="*/ 0 h 1680036"/>
              <a:gd name="connsiteX3" fmla="*/ 0 w 1328758"/>
              <a:gd name="connsiteY3" fmla="*/ 0 h 1680036"/>
              <a:gd name="connsiteX4" fmla="*/ 0 w 1328758"/>
              <a:gd name="connsiteY4" fmla="*/ 1680037 h 1680036"/>
              <a:gd name="connsiteX5" fmla="*/ 1328759 w 1328758"/>
              <a:gd name="connsiteY5" fmla="*/ 1680037 h 1680036"/>
              <a:gd name="connsiteX6" fmla="*/ 1328759 w 1328758"/>
              <a:gd name="connsiteY6" fmla="*/ 1619040 h 1680036"/>
              <a:gd name="connsiteX7" fmla="*/ 54209 w 1328758"/>
              <a:gd name="connsiteY7" fmla="*/ 840018 h 1680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8758" h="1680036">
                <a:moveTo>
                  <a:pt x="54209" y="840018"/>
                </a:moveTo>
                <a:cubicBezTo>
                  <a:pt x="54209" y="409881"/>
                  <a:pt x="624873" y="60996"/>
                  <a:pt x="1328759" y="60996"/>
                </a:cubicBezTo>
                <a:lnTo>
                  <a:pt x="1328759" y="0"/>
                </a:lnTo>
                <a:lnTo>
                  <a:pt x="0" y="0"/>
                </a:lnTo>
                <a:lnTo>
                  <a:pt x="0" y="1680037"/>
                </a:lnTo>
                <a:lnTo>
                  <a:pt x="1328759" y="1680037"/>
                </a:lnTo>
                <a:lnTo>
                  <a:pt x="1328759" y="1619040"/>
                </a:lnTo>
                <a:cubicBezTo>
                  <a:pt x="624873" y="1619040"/>
                  <a:pt x="54209" y="1270156"/>
                  <a:pt x="54209" y="840018"/>
                </a:cubicBezTo>
                <a:close/>
              </a:path>
            </a:pathLst>
          </a:custGeom>
          <a:solidFill>
            <a:schemeClr val="tx2"/>
          </a:solidFill>
          <a:ln w="0" cap="flat">
            <a:noFill/>
            <a:prstDash val="solid"/>
            <a:miter/>
          </a:ln>
        </p:spPr>
        <p:txBody>
          <a:bodyPr rtlCol="0" anchor="ctr"/>
          <a:lstStyle/>
          <a:p>
            <a:endParaRPr lang="en-GR" sz="1800">
              <a:solidFill>
                <a:schemeClr val="accent1"/>
              </a:solidFill>
            </a:endParaRPr>
          </a:p>
        </p:txBody>
      </p:sp>
      <p:sp>
        <p:nvSpPr>
          <p:cNvPr id="2" name="Text Placeholder">
            <a:extLst>
              <a:ext uri="{FF2B5EF4-FFF2-40B4-BE49-F238E27FC236}">
                <a16:creationId xmlns:a16="http://schemas.microsoft.com/office/drawing/2014/main" id="{0EF2CE33-434C-A76F-34AE-9C2C14AF062D}"/>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39DFA921-CFC0-69FD-8090-9F271263A5EA}"/>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1837FB79-B5FE-DBAC-41FC-C62DFE9E7FED}"/>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B09E18CC-D8B5-FD8F-240F-1465A3DC396C}"/>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19325011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4_Cover">
    <p:bg>
      <p:bgPr>
        <a:solidFill>
          <a:schemeClr val="accent1"/>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775A193-6E2B-8130-7023-A0C986A2F411}"/>
              </a:ext>
            </a:extLst>
          </p:cNvPr>
          <p:cNvSpPr/>
          <p:nvPr/>
        </p:nvSpPr>
        <p:spPr>
          <a:xfrm>
            <a:off x="7170479" y="1"/>
            <a:ext cx="3857511" cy="6857999"/>
          </a:xfrm>
          <a:custGeom>
            <a:avLst/>
            <a:gdLst>
              <a:gd name="connsiteX0" fmla="*/ 2571678 w 3857511"/>
              <a:gd name="connsiteY0" fmla="*/ 6000752 h 6857999"/>
              <a:gd name="connsiteX1" fmla="*/ 3857511 w 3857511"/>
              <a:gd name="connsiteY1" fmla="*/ 6000752 h 6857999"/>
              <a:gd name="connsiteX2" fmla="*/ 3857511 w 3857511"/>
              <a:gd name="connsiteY2" fmla="*/ 6051757 h 6857999"/>
              <a:gd name="connsiteX3" fmla="*/ 2620025 w 3857511"/>
              <a:gd name="connsiteY3" fmla="*/ 6857999 h 6857999"/>
              <a:gd name="connsiteX4" fmla="*/ 2571678 w 3857511"/>
              <a:gd name="connsiteY4" fmla="*/ 6857999 h 6857999"/>
              <a:gd name="connsiteX5" fmla="*/ 2523331 w 3857511"/>
              <a:gd name="connsiteY5" fmla="*/ 5143505 h 6857999"/>
              <a:gd name="connsiteX6" fmla="*/ 2571678 w 3857511"/>
              <a:gd name="connsiteY6" fmla="*/ 5143505 h 6857999"/>
              <a:gd name="connsiteX7" fmla="*/ 2571678 w 3857511"/>
              <a:gd name="connsiteY7" fmla="*/ 6000752 h 6857999"/>
              <a:gd name="connsiteX8" fmla="*/ 1285845 w 3857511"/>
              <a:gd name="connsiteY8" fmla="*/ 6000752 h 6857999"/>
              <a:gd name="connsiteX9" fmla="*/ 1285845 w 3857511"/>
              <a:gd name="connsiteY9" fmla="*/ 5949747 h 6857999"/>
              <a:gd name="connsiteX10" fmla="*/ 2523331 w 3857511"/>
              <a:gd name="connsiteY10" fmla="*/ 5143505 h 6857999"/>
              <a:gd name="connsiteX11" fmla="*/ 0 w 3857511"/>
              <a:gd name="connsiteY11" fmla="*/ 3428999 h 6857999"/>
              <a:gd name="connsiteX12" fmla="*/ 48346 w 3857511"/>
              <a:gd name="connsiteY12" fmla="*/ 3428999 h 6857999"/>
              <a:gd name="connsiteX13" fmla="*/ 1285833 w 3857511"/>
              <a:gd name="connsiteY13" fmla="*/ 4235241 h 6857999"/>
              <a:gd name="connsiteX14" fmla="*/ 1285833 w 3857511"/>
              <a:gd name="connsiteY14" fmla="*/ 4286246 h 6857999"/>
              <a:gd name="connsiteX15" fmla="*/ 0 w 3857511"/>
              <a:gd name="connsiteY15" fmla="*/ 4286246 h 6857999"/>
              <a:gd name="connsiteX16" fmla="*/ 1285845 w 3857511"/>
              <a:gd name="connsiteY16" fmla="*/ 2571753 h 6857999"/>
              <a:gd name="connsiteX17" fmla="*/ 2571678 w 3857511"/>
              <a:gd name="connsiteY17" fmla="*/ 2571753 h 6857999"/>
              <a:gd name="connsiteX18" fmla="*/ 2571678 w 3857511"/>
              <a:gd name="connsiteY18" fmla="*/ 3428999 h 6857999"/>
              <a:gd name="connsiteX19" fmla="*/ 2523331 w 3857511"/>
              <a:gd name="connsiteY19" fmla="*/ 3428999 h 6857999"/>
              <a:gd name="connsiteX20" fmla="*/ 1285845 w 3857511"/>
              <a:gd name="connsiteY20" fmla="*/ 2622757 h 6857999"/>
              <a:gd name="connsiteX21" fmla="*/ 2523331 w 3857511"/>
              <a:gd name="connsiteY21" fmla="*/ 0 h 6857999"/>
              <a:gd name="connsiteX22" fmla="*/ 2571678 w 3857511"/>
              <a:gd name="connsiteY22" fmla="*/ 0 h 6857999"/>
              <a:gd name="connsiteX23" fmla="*/ 2571678 w 3857511"/>
              <a:gd name="connsiteY23" fmla="*/ 857246 h 6857999"/>
              <a:gd name="connsiteX24" fmla="*/ 3857511 w 3857511"/>
              <a:gd name="connsiteY24" fmla="*/ 857246 h 6857999"/>
              <a:gd name="connsiteX25" fmla="*/ 3857511 w 3857511"/>
              <a:gd name="connsiteY25" fmla="*/ 908251 h 6857999"/>
              <a:gd name="connsiteX26" fmla="*/ 2626415 w 3857511"/>
              <a:gd name="connsiteY26" fmla="*/ 1632077 h 6857999"/>
              <a:gd name="connsiteX27" fmla="*/ 2620025 w 3857511"/>
              <a:gd name="connsiteY27" fmla="*/ 1714493 h 6857999"/>
              <a:gd name="connsiteX28" fmla="*/ 2626415 w 3857511"/>
              <a:gd name="connsiteY28" fmla="*/ 1796909 h 6857999"/>
              <a:gd name="connsiteX29" fmla="*/ 3857511 w 3857511"/>
              <a:gd name="connsiteY29" fmla="*/ 2520735 h 6857999"/>
              <a:gd name="connsiteX30" fmla="*/ 3857511 w 3857511"/>
              <a:gd name="connsiteY30" fmla="*/ 2571740 h 6857999"/>
              <a:gd name="connsiteX31" fmla="*/ 2571678 w 3857511"/>
              <a:gd name="connsiteY31" fmla="*/ 2571740 h 6857999"/>
              <a:gd name="connsiteX32" fmla="*/ 2571678 w 3857511"/>
              <a:gd name="connsiteY32" fmla="*/ 1714493 h 6857999"/>
              <a:gd name="connsiteX33" fmla="*/ 2571678 w 3857511"/>
              <a:gd name="connsiteY33" fmla="*/ 1714493 h 6857999"/>
              <a:gd name="connsiteX34" fmla="*/ 2571678 w 3857511"/>
              <a:gd name="connsiteY34" fmla="*/ 857247 h 6857999"/>
              <a:gd name="connsiteX35" fmla="*/ 1285845 w 3857511"/>
              <a:gd name="connsiteY35" fmla="*/ 857247 h 6857999"/>
              <a:gd name="connsiteX36" fmla="*/ 1285845 w 3857511"/>
              <a:gd name="connsiteY36" fmla="*/ 806242 h 6857999"/>
              <a:gd name="connsiteX37" fmla="*/ 2523331 w 3857511"/>
              <a:gd name="connsiteY3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57511" h="6857999">
                <a:moveTo>
                  <a:pt x="2571678" y="6000752"/>
                </a:moveTo>
                <a:lnTo>
                  <a:pt x="3857511" y="6000752"/>
                </a:lnTo>
                <a:lnTo>
                  <a:pt x="3857511" y="6051757"/>
                </a:lnTo>
                <a:cubicBezTo>
                  <a:pt x="3174136" y="6051757"/>
                  <a:pt x="2620025" y="6412830"/>
                  <a:pt x="2620025" y="6857999"/>
                </a:cubicBezTo>
                <a:lnTo>
                  <a:pt x="2571678" y="6857999"/>
                </a:lnTo>
                <a:close/>
                <a:moveTo>
                  <a:pt x="2523331" y="5143505"/>
                </a:moveTo>
                <a:lnTo>
                  <a:pt x="2571678" y="5143505"/>
                </a:lnTo>
                <a:lnTo>
                  <a:pt x="2571678" y="6000752"/>
                </a:lnTo>
                <a:lnTo>
                  <a:pt x="1285845" y="6000752"/>
                </a:lnTo>
                <a:lnTo>
                  <a:pt x="1285845" y="5949747"/>
                </a:lnTo>
                <a:cubicBezTo>
                  <a:pt x="1969220" y="5949747"/>
                  <a:pt x="2523331" y="5588675"/>
                  <a:pt x="2523331" y="5143505"/>
                </a:cubicBezTo>
                <a:close/>
                <a:moveTo>
                  <a:pt x="0" y="3428999"/>
                </a:moveTo>
                <a:lnTo>
                  <a:pt x="48346" y="3428999"/>
                </a:lnTo>
                <a:cubicBezTo>
                  <a:pt x="48346" y="3874169"/>
                  <a:pt x="602458" y="4235241"/>
                  <a:pt x="1285833" y="4235241"/>
                </a:cubicBezTo>
                <a:lnTo>
                  <a:pt x="1285833" y="4286246"/>
                </a:lnTo>
                <a:lnTo>
                  <a:pt x="0" y="4286246"/>
                </a:lnTo>
                <a:close/>
                <a:moveTo>
                  <a:pt x="1285845" y="2571753"/>
                </a:moveTo>
                <a:lnTo>
                  <a:pt x="2571678" y="2571753"/>
                </a:lnTo>
                <a:lnTo>
                  <a:pt x="2571678" y="3428999"/>
                </a:lnTo>
                <a:lnTo>
                  <a:pt x="2523331" y="3428999"/>
                </a:lnTo>
                <a:cubicBezTo>
                  <a:pt x="2523331" y="2983830"/>
                  <a:pt x="1969220" y="2622757"/>
                  <a:pt x="1285845" y="2622757"/>
                </a:cubicBezTo>
                <a:close/>
                <a:moveTo>
                  <a:pt x="2523331" y="0"/>
                </a:moveTo>
                <a:lnTo>
                  <a:pt x="2571678" y="0"/>
                </a:lnTo>
                <a:lnTo>
                  <a:pt x="2571678" y="857246"/>
                </a:lnTo>
                <a:lnTo>
                  <a:pt x="3857511" y="857246"/>
                </a:lnTo>
                <a:lnTo>
                  <a:pt x="3857511" y="908251"/>
                </a:lnTo>
                <a:cubicBezTo>
                  <a:pt x="3216847" y="908251"/>
                  <a:pt x="2689794" y="1225600"/>
                  <a:pt x="2626415" y="1632077"/>
                </a:cubicBezTo>
                <a:lnTo>
                  <a:pt x="2620025" y="1714493"/>
                </a:lnTo>
                <a:lnTo>
                  <a:pt x="2626415" y="1796909"/>
                </a:lnTo>
                <a:cubicBezTo>
                  <a:pt x="2689794" y="2203387"/>
                  <a:pt x="3216847" y="2520735"/>
                  <a:pt x="3857511" y="2520735"/>
                </a:cubicBezTo>
                <a:lnTo>
                  <a:pt x="3857511" y="2571740"/>
                </a:lnTo>
                <a:lnTo>
                  <a:pt x="2571678" y="2571740"/>
                </a:lnTo>
                <a:lnTo>
                  <a:pt x="2571678" y="1714493"/>
                </a:lnTo>
                <a:lnTo>
                  <a:pt x="2571678" y="1714493"/>
                </a:lnTo>
                <a:lnTo>
                  <a:pt x="2571678" y="857247"/>
                </a:lnTo>
                <a:lnTo>
                  <a:pt x="1285845" y="857247"/>
                </a:lnTo>
                <a:lnTo>
                  <a:pt x="1285845" y="806242"/>
                </a:lnTo>
                <a:cubicBezTo>
                  <a:pt x="1969220" y="806242"/>
                  <a:pt x="2523331" y="445169"/>
                  <a:pt x="2523331" y="0"/>
                </a:cubicBezTo>
                <a:close/>
              </a:path>
            </a:pathLst>
          </a:custGeom>
          <a:solidFill>
            <a:srgbClr val="007B85"/>
          </a:solidFill>
          <a:ln w="690" cap="flat">
            <a:noFill/>
            <a:prstDash val="solid"/>
            <a:miter/>
          </a:ln>
        </p:spPr>
        <p:txBody>
          <a:bodyPr wrap="square" rtlCol="0" anchor="ctr">
            <a:noAutofit/>
          </a:bodyPr>
          <a:lstStyle/>
          <a:p>
            <a:endParaRPr lang="en-GR" sz="1800"/>
          </a:p>
        </p:txBody>
      </p:sp>
      <p:sp>
        <p:nvSpPr>
          <p:cNvPr id="2" name="Text Placeholder">
            <a:extLst>
              <a:ext uri="{FF2B5EF4-FFF2-40B4-BE49-F238E27FC236}">
                <a16:creationId xmlns:a16="http://schemas.microsoft.com/office/drawing/2014/main" id="{CE787C30-9935-4CB3-9393-3A626BED6F6B}"/>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7E00A181-7E06-9599-064A-85F482415102}"/>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B7D8BBBD-F7B7-A437-8862-607C44C6219F}"/>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4784C9B3-D5C7-F4D8-4006-BCFEE730E4E4}"/>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147457566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5_Cover">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F634CAE3-1CF1-03C2-B5D6-EFDB773F4BDE}"/>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15764"/>
          <a:stretch/>
        </p:blipFill>
        <p:spPr>
          <a:xfrm>
            <a:off x="4437168" y="540278"/>
            <a:ext cx="7753212" cy="5807383"/>
          </a:xfrm>
          <a:prstGeom prst="rect">
            <a:avLst/>
          </a:prstGeom>
        </p:spPr>
      </p:pic>
      <p:sp>
        <p:nvSpPr>
          <p:cNvPr id="3" name="Text Placeholder">
            <a:extLst>
              <a:ext uri="{FF2B5EF4-FFF2-40B4-BE49-F238E27FC236}">
                <a16:creationId xmlns:a16="http://schemas.microsoft.com/office/drawing/2014/main" id="{7856AD36-6EAB-B6BB-2463-26B521602ACA}"/>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4" name="Text Placeholder 10">
            <a:extLst>
              <a:ext uri="{FF2B5EF4-FFF2-40B4-BE49-F238E27FC236}">
                <a16:creationId xmlns:a16="http://schemas.microsoft.com/office/drawing/2014/main" id="{9658404F-1E43-5D30-E0A9-0D37AED27327}"/>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9" name="Text Placeholder 10">
            <a:extLst>
              <a:ext uri="{FF2B5EF4-FFF2-40B4-BE49-F238E27FC236}">
                <a16:creationId xmlns:a16="http://schemas.microsoft.com/office/drawing/2014/main" id="{4B4F2AF7-CB57-4B6A-D9A2-F1DB84F39686}"/>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10" name="Text Placeholder 5">
            <a:extLst>
              <a:ext uri="{FF2B5EF4-FFF2-40B4-BE49-F238E27FC236}">
                <a16:creationId xmlns:a16="http://schemas.microsoft.com/office/drawing/2014/main" id="{B8DC31F5-1036-266B-6EAA-C12EA5F22AF4}"/>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40051958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6_Cover">
    <p:bg>
      <p:bgPr>
        <a:solidFill>
          <a:schemeClr val="accent1"/>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A842CBBB-ED82-3D2C-7AD6-88B1F4A7D133}"/>
              </a:ext>
            </a:extLst>
          </p:cNvPr>
          <p:cNvSpPr/>
          <p:nvPr userDrawn="1"/>
        </p:nvSpPr>
        <p:spPr>
          <a:xfrm>
            <a:off x="1046151" y="530601"/>
            <a:ext cx="11145849" cy="4671928"/>
          </a:xfrm>
          <a:custGeom>
            <a:avLst/>
            <a:gdLst>
              <a:gd name="connsiteX0" fmla="*/ 11137069 w 11145849"/>
              <a:gd name="connsiteY0" fmla="*/ 169698 h 4671928"/>
              <a:gd name="connsiteX1" fmla="*/ 11145849 w 11145849"/>
              <a:gd name="connsiteY1" fmla="*/ 169968 h 4671928"/>
              <a:gd name="connsiteX2" fmla="*/ 11145849 w 11145849"/>
              <a:gd name="connsiteY2" fmla="*/ 4502263 h 4671928"/>
              <a:gd name="connsiteX3" fmla="*/ 11137069 w 11145849"/>
              <a:gd name="connsiteY3" fmla="*/ 4502533 h 4671928"/>
              <a:gd name="connsiteX4" fmla="*/ 7576068 w 11145849"/>
              <a:gd name="connsiteY4" fmla="*/ 2336116 h 4671928"/>
              <a:gd name="connsiteX5" fmla="*/ 11137069 w 11145849"/>
              <a:gd name="connsiteY5" fmla="*/ 169698 h 4671928"/>
              <a:gd name="connsiteX6" fmla="*/ 3712358 w 11145849"/>
              <a:gd name="connsiteY6" fmla="*/ 169395 h 4671928"/>
              <a:gd name="connsiteX7" fmla="*/ 151357 w 11145849"/>
              <a:gd name="connsiteY7" fmla="*/ 2336115 h 4671928"/>
              <a:gd name="connsiteX8" fmla="*/ 3712358 w 11145849"/>
              <a:gd name="connsiteY8" fmla="*/ 4502533 h 4671928"/>
              <a:gd name="connsiteX9" fmla="*/ 3712358 w 11145849"/>
              <a:gd name="connsiteY9" fmla="*/ 4502227 h 4671928"/>
              <a:gd name="connsiteX10" fmla="*/ 7273360 w 11145849"/>
              <a:gd name="connsiteY10" fmla="*/ 2335813 h 4671928"/>
              <a:gd name="connsiteX11" fmla="*/ 3712358 w 11145849"/>
              <a:gd name="connsiteY11" fmla="*/ 169395 h 4671928"/>
              <a:gd name="connsiteX12" fmla="*/ 0 w 11145849"/>
              <a:gd name="connsiteY12" fmla="*/ 0 h 4671928"/>
              <a:gd name="connsiteX13" fmla="*/ 7424715 w 11145849"/>
              <a:gd name="connsiteY13" fmla="*/ 0 h 4671928"/>
              <a:gd name="connsiteX14" fmla="*/ 7424715 w 11145849"/>
              <a:gd name="connsiteY14" fmla="*/ 4671928 h 4671928"/>
              <a:gd name="connsiteX15" fmla="*/ 0 w 11145849"/>
              <a:gd name="connsiteY15" fmla="*/ 4671928 h 4671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145849" h="4671928">
                <a:moveTo>
                  <a:pt x="11137069" y="169698"/>
                </a:moveTo>
                <a:lnTo>
                  <a:pt x="11145849" y="169968"/>
                </a:lnTo>
                <a:lnTo>
                  <a:pt x="11145849" y="4502263"/>
                </a:lnTo>
                <a:lnTo>
                  <a:pt x="11137069" y="4502533"/>
                </a:lnTo>
                <a:cubicBezTo>
                  <a:pt x="9170369" y="4502533"/>
                  <a:pt x="7576068" y="3532253"/>
                  <a:pt x="7576068" y="2336116"/>
                </a:cubicBezTo>
                <a:cubicBezTo>
                  <a:pt x="7576068" y="1139976"/>
                  <a:pt x="9170675" y="169698"/>
                  <a:pt x="11137069" y="169698"/>
                </a:cubicBezTo>
                <a:close/>
                <a:moveTo>
                  <a:pt x="3712358" y="169395"/>
                </a:moveTo>
                <a:cubicBezTo>
                  <a:pt x="1745964" y="169395"/>
                  <a:pt x="151357" y="1139979"/>
                  <a:pt x="151357" y="2336115"/>
                </a:cubicBezTo>
                <a:cubicBezTo>
                  <a:pt x="151357" y="3532255"/>
                  <a:pt x="1745964" y="4502533"/>
                  <a:pt x="3712358" y="4502533"/>
                </a:cubicBezTo>
                <a:lnTo>
                  <a:pt x="3712358" y="4502227"/>
                </a:lnTo>
                <a:cubicBezTo>
                  <a:pt x="5679061" y="4502227"/>
                  <a:pt x="7273360" y="3531950"/>
                  <a:pt x="7273360" y="2335813"/>
                </a:cubicBezTo>
                <a:cubicBezTo>
                  <a:pt x="7273360" y="1139673"/>
                  <a:pt x="5678752" y="169395"/>
                  <a:pt x="3712358" y="169395"/>
                </a:cubicBezTo>
                <a:close/>
                <a:moveTo>
                  <a:pt x="0" y="0"/>
                </a:moveTo>
                <a:lnTo>
                  <a:pt x="7424715" y="0"/>
                </a:lnTo>
                <a:lnTo>
                  <a:pt x="7424715" y="4671928"/>
                </a:lnTo>
                <a:lnTo>
                  <a:pt x="0" y="4671928"/>
                </a:lnTo>
                <a:close/>
              </a:path>
            </a:pathLst>
          </a:custGeom>
          <a:solidFill>
            <a:srgbClr val="047A85"/>
          </a:solidFill>
          <a:ln w="0" cap="flat">
            <a:noFill/>
            <a:prstDash val="solid"/>
            <a:miter/>
          </a:ln>
        </p:spPr>
        <p:txBody>
          <a:bodyPr wrap="square" rtlCol="0" anchor="ctr">
            <a:noAutofit/>
          </a:bodyPr>
          <a:lstStyle/>
          <a:p>
            <a:endParaRPr lang="en-GR" sz="1800"/>
          </a:p>
        </p:txBody>
      </p:sp>
      <p:sp>
        <p:nvSpPr>
          <p:cNvPr id="2" name="Text Placeholder">
            <a:extLst>
              <a:ext uri="{FF2B5EF4-FFF2-40B4-BE49-F238E27FC236}">
                <a16:creationId xmlns:a16="http://schemas.microsoft.com/office/drawing/2014/main" id="{AA00658F-1FFD-C621-75C5-58A0AAF1F014}"/>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EF6B4F77-8D5A-5A45-CCF2-B67554A2AA07}"/>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F6C070AF-1256-E4C5-BD4B-A926DD4CB5D2}"/>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10" name="Text Placeholder 5">
            <a:extLst>
              <a:ext uri="{FF2B5EF4-FFF2-40B4-BE49-F238E27FC236}">
                <a16:creationId xmlns:a16="http://schemas.microsoft.com/office/drawing/2014/main" id="{AFF9F86D-150F-3B65-F41E-3E9DA9120518}"/>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31604296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7_Cover">
    <p:bg>
      <p:bgPr>
        <a:solidFill>
          <a:schemeClr val="accent1"/>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8DD2459E-C7C5-F943-DD9B-BFF7DC869E99}"/>
              </a:ext>
            </a:extLst>
          </p:cNvPr>
          <p:cNvSpPr/>
          <p:nvPr/>
        </p:nvSpPr>
        <p:spPr>
          <a:xfrm>
            <a:off x="5429020" y="4"/>
            <a:ext cx="6762980" cy="6857998"/>
          </a:xfrm>
          <a:custGeom>
            <a:avLst/>
            <a:gdLst>
              <a:gd name="connsiteX0" fmla="*/ 4001986 w 6762980"/>
              <a:gd name="connsiteY0" fmla="*/ 5143499 h 6857998"/>
              <a:gd name="connsiteX1" fmla="*/ 4001986 w 6762980"/>
              <a:gd name="connsiteY1" fmla="*/ 5147670 h 6857998"/>
              <a:gd name="connsiteX2" fmla="*/ 4060287 w 6762980"/>
              <a:gd name="connsiteY2" fmla="*/ 5147670 h 6857998"/>
              <a:gd name="connsiteX3" fmla="*/ 4060287 w 6762980"/>
              <a:gd name="connsiteY3" fmla="*/ 5998663 h 6857998"/>
              <a:gd name="connsiteX4" fmla="*/ 5405385 w 6762980"/>
              <a:gd name="connsiteY4" fmla="*/ 5998663 h 6857998"/>
              <a:gd name="connsiteX5" fmla="*/ 5405385 w 6762980"/>
              <a:gd name="connsiteY5" fmla="*/ 6061237 h 6857998"/>
              <a:gd name="connsiteX6" fmla="*/ 4110257 w 6762980"/>
              <a:gd name="connsiteY6" fmla="*/ 6857998 h 6857998"/>
              <a:gd name="connsiteX7" fmla="*/ 4110257 w 6762980"/>
              <a:gd name="connsiteY7" fmla="*/ 6853827 h 6857998"/>
              <a:gd name="connsiteX8" fmla="*/ 4051956 w 6762980"/>
              <a:gd name="connsiteY8" fmla="*/ 6853827 h 6857998"/>
              <a:gd name="connsiteX9" fmla="*/ 4051956 w 6762980"/>
              <a:gd name="connsiteY9" fmla="*/ 6002834 h 6857998"/>
              <a:gd name="connsiteX10" fmla="*/ 2706858 w 6762980"/>
              <a:gd name="connsiteY10" fmla="*/ 6002834 h 6857998"/>
              <a:gd name="connsiteX11" fmla="*/ 2706858 w 6762980"/>
              <a:gd name="connsiteY11" fmla="*/ 5940260 h 6857998"/>
              <a:gd name="connsiteX12" fmla="*/ 4001986 w 6762980"/>
              <a:gd name="connsiteY12" fmla="*/ 5143499 h 6857998"/>
              <a:gd name="connsiteX13" fmla="*/ 4051956 w 6762980"/>
              <a:gd name="connsiteY13" fmla="*/ 3428997 h 6857998"/>
              <a:gd name="connsiteX14" fmla="*/ 4110257 w 6762980"/>
              <a:gd name="connsiteY14" fmla="*/ 3428997 h 6857998"/>
              <a:gd name="connsiteX15" fmla="*/ 5405385 w 6762980"/>
              <a:gd name="connsiteY15" fmla="*/ 4225761 h 6857998"/>
              <a:gd name="connsiteX16" fmla="*/ 5405385 w 6762980"/>
              <a:gd name="connsiteY16" fmla="*/ 4288332 h 6857998"/>
              <a:gd name="connsiteX17" fmla="*/ 4060287 w 6762980"/>
              <a:gd name="connsiteY17" fmla="*/ 4288332 h 6857998"/>
              <a:gd name="connsiteX18" fmla="*/ 4060287 w 6762980"/>
              <a:gd name="connsiteY18" fmla="*/ 5143496 h 6857998"/>
              <a:gd name="connsiteX19" fmla="*/ 4001986 w 6762980"/>
              <a:gd name="connsiteY19" fmla="*/ 5143496 h 6857998"/>
              <a:gd name="connsiteX20" fmla="*/ 2706858 w 6762980"/>
              <a:gd name="connsiteY20" fmla="*/ 4346735 h 6857998"/>
              <a:gd name="connsiteX21" fmla="*/ 2706858 w 6762980"/>
              <a:gd name="connsiteY21" fmla="*/ 4284161 h 6857998"/>
              <a:gd name="connsiteX22" fmla="*/ 4051956 w 6762980"/>
              <a:gd name="connsiteY22" fmla="*/ 4284161 h 6857998"/>
              <a:gd name="connsiteX23" fmla="*/ 5409551 w 6762980"/>
              <a:gd name="connsiteY23" fmla="*/ 2569662 h 6857998"/>
              <a:gd name="connsiteX24" fmla="*/ 6762980 w 6762980"/>
              <a:gd name="connsiteY24" fmla="*/ 2569662 h 6857998"/>
              <a:gd name="connsiteX25" fmla="*/ 6762980 w 6762980"/>
              <a:gd name="connsiteY25" fmla="*/ 3428997 h 6857998"/>
              <a:gd name="connsiteX26" fmla="*/ 6762980 w 6762980"/>
              <a:gd name="connsiteY26" fmla="*/ 4288332 h 6857998"/>
              <a:gd name="connsiteX27" fmla="*/ 5409551 w 6762980"/>
              <a:gd name="connsiteY27" fmla="*/ 4288332 h 6857998"/>
              <a:gd name="connsiteX28" fmla="*/ 5409551 w 6762980"/>
              <a:gd name="connsiteY28" fmla="*/ 4225761 h 6857998"/>
              <a:gd name="connsiteX29" fmla="*/ 6704680 w 6762980"/>
              <a:gd name="connsiteY29" fmla="*/ 3428997 h 6857998"/>
              <a:gd name="connsiteX30" fmla="*/ 5409551 w 6762980"/>
              <a:gd name="connsiteY30" fmla="*/ 2632237 h 6857998"/>
              <a:gd name="connsiteX31" fmla="*/ 1295128 w 6762980"/>
              <a:gd name="connsiteY31" fmla="*/ 1714499 h 6857998"/>
              <a:gd name="connsiteX32" fmla="*/ 1353429 w 6762980"/>
              <a:gd name="connsiteY32" fmla="*/ 1714499 h 6857998"/>
              <a:gd name="connsiteX33" fmla="*/ 1353429 w 6762980"/>
              <a:gd name="connsiteY33" fmla="*/ 2569662 h 6857998"/>
              <a:gd name="connsiteX34" fmla="*/ 2702693 w 6762980"/>
              <a:gd name="connsiteY34" fmla="*/ 2569662 h 6857998"/>
              <a:gd name="connsiteX35" fmla="*/ 2702693 w 6762980"/>
              <a:gd name="connsiteY35" fmla="*/ 2632237 h 6857998"/>
              <a:gd name="connsiteX36" fmla="*/ 1407564 w 6762980"/>
              <a:gd name="connsiteY36" fmla="*/ 3428997 h 6857998"/>
              <a:gd name="connsiteX37" fmla="*/ 1349264 w 6762980"/>
              <a:gd name="connsiteY37" fmla="*/ 3428997 h 6857998"/>
              <a:gd name="connsiteX38" fmla="*/ 1349264 w 6762980"/>
              <a:gd name="connsiteY38" fmla="*/ 2573833 h 6857998"/>
              <a:gd name="connsiteX39" fmla="*/ 0 w 6762980"/>
              <a:gd name="connsiteY39" fmla="*/ 2573833 h 6857998"/>
              <a:gd name="connsiteX40" fmla="*/ 0 w 6762980"/>
              <a:gd name="connsiteY40" fmla="*/ 2511262 h 6857998"/>
              <a:gd name="connsiteX41" fmla="*/ 1295128 w 6762980"/>
              <a:gd name="connsiteY41" fmla="*/ 1714499 h 6857998"/>
              <a:gd name="connsiteX42" fmla="*/ 4001986 w 6762980"/>
              <a:gd name="connsiteY42" fmla="*/ 0 h 6857998"/>
              <a:gd name="connsiteX43" fmla="*/ 4060287 w 6762980"/>
              <a:gd name="connsiteY43" fmla="*/ 0 h 6857998"/>
              <a:gd name="connsiteX44" fmla="*/ 4060287 w 6762980"/>
              <a:gd name="connsiteY44" fmla="*/ 859335 h 6857998"/>
              <a:gd name="connsiteX45" fmla="*/ 2706858 w 6762980"/>
              <a:gd name="connsiteY45" fmla="*/ 859335 h 6857998"/>
              <a:gd name="connsiteX46" fmla="*/ 2706858 w 6762980"/>
              <a:gd name="connsiteY46" fmla="*/ 796763 h 6857998"/>
              <a:gd name="connsiteX47" fmla="*/ 4001986 w 6762980"/>
              <a:gd name="connsiteY47"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762980" h="6857998">
                <a:moveTo>
                  <a:pt x="4001986" y="5143499"/>
                </a:moveTo>
                <a:lnTo>
                  <a:pt x="4001986" y="5147670"/>
                </a:lnTo>
                <a:lnTo>
                  <a:pt x="4060287" y="5147670"/>
                </a:lnTo>
                <a:lnTo>
                  <a:pt x="4060287" y="5998663"/>
                </a:lnTo>
                <a:lnTo>
                  <a:pt x="5405385" y="5998663"/>
                </a:lnTo>
                <a:lnTo>
                  <a:pt x="5405385" y="6061237"/>
                </a:lnTo>
                <a:cubicBezTo>
                  <a:pt x="4689109" y="6061237"/>
                  <a:pt x="4110257" y="6419987"/>
                  <a:pt x="4110257" y="6857998"/>
                </a:cubicBezTo>
                <a:lnTo>
                  <a:pt x="4110257" y="6853827"/>
                </a:lnTo>
                <a:lnTo>
                  <a:pt x="4051956" y="6853827"/>
                </a:lnTo>
                <a:lnTo>
                  <a:pt x="4051956" y="6002834"/>
                </a:lnTo>
                <a:lnTo>
                  <a:pt x="2706858" y="6002834"/>
                </a:lnTo>
                <a:lnTo>
                  <a:pt x="2706858" y="5940260"/>
                </a:lnTo>
                <a:cubicBezTo>
                  <a:pt x="3423134" y="5940260"/>
                  <a:pt x="4001986" y="5581510"/>
                  <a:pt x="4001986" y="5143499"/>
                </a:cubicBezTo>
                <a:close/>
                <a:moveTo>
                  <a:pt x="4051956" y="3428997"/>
                </a:moveTo>
                <a:lnTo>
                  <a:pt x="4110257" y="3428997"/>
                </a:lnTo>
                <a:cubicBezTo>
                  <a:pt x="4110257" y="3867008"/>
                  <a:pt x="4689109" y="4225761"/>
                  <a:pt x="5405385" y="4225761"/>
                </a:cubicBezTo>
                <a:lnTo>
                  <a:pt x="5405385" y="4288332"/>
                </a:lnTo>
                <a:lnTo>
                  <a:pt x="4060287" y="4288332"/>
                </a:lnTo>
                <a:lnTo>
                  <a:pt x="4060287" y="5143496"/>
                </a:lnTo>
                <a:lnTo>
                  <a:pt x="4001986" y="5143496"/>
                </a:lnTo>
                <a:cubicBezTo>
                  <a:pt x="4001986" y="4705485"/>
                  <a:pt x="3423134" y="4346735"/>
                  <a:pt x="2706858" y="4346735"/>
                </a:cubicBezTo>
                <a:lnTo>
                  <a:pt x="2706858" y="4284161"/>
                </a:lnTo>
                <a:lnTo>
                  <a:pt x="4051956" y="4284161"/>
                </a:lnTo>
                <a:close/>
                <a:moveTo>
                  <a:pt x="5409551" y="2569662"/>
                </a:moveTo>
                <a:lnTo>
                  <a:pt x="6762980" y="2569662"/>
                </a:lnTo>
                <a:lnTo>
                  <a:pt x="6762980" y="3428997"/>
                </a:lnTo>
                <a:lnTo>
                  <a:pt x="6762980" y="4288332"/>
                </a:lnTo>
                <a:lnTo>
                  <a:pt x="5409551" y="4288332"/>
                </a:lnTo>
                <a:lnTo>
                  <a:pt x="5409551" y="4225761"/>
                </a:lnTo>
                <a:cubicBezTo>
                  <a:pt x="6125827" y="4225761"/>
                  <a:pt x="6704680" y="3867008"/>
                  <a:pt x="6704680" y="3428997"/>
                </a:cubicBezTo>
                <a:cubicBezTo>
                  <a:pt x="6704680" y="2990986"/>
                  <a:pt x="6125827" y="2632237"/>
                  <a:pt x="5409551" y="2632237"/>
                </a:cubicBezTo>
                <a:close/>
                <a:moveTo>
                  <a:pt x="1295128" y="1714499"/>
                </a:moveTo>
                <a:lnTo>
                  <a:pt x="1353429" y="1714499"/>
                </a:lnTo>
                <a:lnTo>
                  <a:pt x="1353429" y="2569662"/>
                </a:lnTo>
                <a:lnTo>
                  <a:pt x="2702693" y="2569662"/>
                </a:lnTo>
                <a:lnTo>
                  <a:pt x="2702693" y="2632237"/>
                </a:lnTo>
                <a:cubicBezTo>
                  <a:pt x="1986417" y="2632237"/>
                  <a:pt x="1407564" y="2990986"/>
                  <a:pt x="1407564" y="3428997"/>
                </a:cubicBezTo>
                <a:lnTo>
                  <a:pt x="1349264" y="3428997"/>
                </a:lnTo>
                <a:lnTo>
                  <a:pt x="1349264" y="2573833"/>
                </a:lnTo>
                <a:lnTo>
                  <a:pt x="0" y="2573833"/>
                </a:lnTo>
                <a:lnTo>
                  <a:pt x="0" y="2511262"/>
                </a:lnTo>
                <a:cubicBezTo>
                  <a:pt x="716276" y="2511262"/>
                  <a:pt x="1295128" y="2152510"/>
                  <a:pt x="1295128" y="1714499"/>
                </a:cubicBezTo>
                <a:close/>
                <a:moveTo>
                  <a:pt x="4001986" y="0"/>
                </a:moveTo>
                <a:lnTo>
                  <a:pt x="4060287" y="0"/>
                </a:lnTo>
                <a:lnTo>
                  <a:pt x="4060287" y="859335"/>
                </a:lnTo>
                <a:lnTo>
                  <a:pt x="2706858" y="859335"/>
                </a:lnTo>
                <a:lnTo>
                  <a:pt x="2706858" y="796763"/>
                </a:lnTo>
                <a:cubicBezTo>
                  <a:pt x="3423134" y="796763"/>
                  <a:pt x="4001986" y="438011"/>
                  <a:pt x="4001986" y="0"/>
                </a:cubicBezTo>
                <a:close/>
              </a:path>
            </a:pathLst>
          </a:custGeom>
          <a:solidFill>
            <a:srgbClr val="047A85"/>
          </a:solidFill>
          <a:ln w="16168" cap="flat">
            <a:noFill/>
            <a:prstDash val="solid"/>
            <a:miter/>
          </a:ln>
        </p:spPr>
        <p:txBody>
          <a:bodyPr wrap="square" rtlCol="0" anchor="ctr">
            <a:noAutofit/>
          </a:bodyPr>
          <a:lstStyle/>
          <a:p>
            <a:endParaRPr lang="en-GR" sz="1800"/>
          </a:p>
        </p:txBody>
      </p:sp>
      <p:sp>
        <p:nvSpPr>
          <p:cNvPr id="2" name="Text Placeholder">
            <a:extLst>
              <a:ext uri="{FF2B5EF4-FFF2-40B4-BE49-F238E27FC236}">
                <a16:creationId xmlns:a16="http://schemas.microsoft.com/office/drawing/2014/main" id="{8626FF9D-552A-2A96-39C1-6B314A989697}"/>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2658C125-203F-7F88-4D34-4184C05BA32B}"/>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1F5CDDA0-992B-CA9A-7D70-20DB5CFC0384}"/>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3816B50F-1890-EFB5-3C15-8C7D5383F132}"/>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20161025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8_Cover">
    <p:bg>
      <p:bgPr>
        <a:solidFill>
          <a:schemeClr val="accent1"/>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05DDA3BA-4253-5AC1-3E96-3308A15DDB2E}"/>
              </a:ext>
            </a:extLst>
          </p:cNvPr>
          <p:cNvSpPr/>
          <p:nvPr userDrawn="1"/>
        </p:nvSpPr>
        <p:spPr>
          <a:xfrm>
            <a:off x="4391247" y="524932"/>
            <a:ext cx="7464203" cy="4800337"/>
          </a:xfrm>
          <a:custGeom>
            <a:avLst/>
            <a:gdLst>
              <a:gd name="connsiteX0" fmla="*/ 0 w 808193"/>
              <a:gd name="connsiteY0" fmla="*/ 0 h 495236"/>
              <a:gd name="connsiteX1" fmla="*/ 0 w 808193"/>
              <a:gd name="connsiteY1" fmla="*/ 495237 h 495236"/>
              <a:gd name="connsiteX2" fmla="*/ 808194 w 808193"/>
              <a:gd name="connsiteY2" fmla="*/ 495237 h 495236"/>
              <a:gd name="connsiteX3" fmla="*/ 808194 w 808193"/>
              <a:gd name="connsiteY3" fmla="*/ 0 h 495236"/>
              <a:gd name="connsiteX4" fmla="*/ 0 w 808193"/>
              <a:gd name="connsiteY4" fmla="*/ 0 h 495236"/>
              <a:gd name="connsiteX5" fmla="*/ 404097 w 808193"/>
              <a:gd name="connsiteY5" fmla="*/ 477197 h 495236"/>
              <a:gd name="connsiteX6" fmla="*/ 16536 w 808193"/>
              <a:gd name="connsiteY6" fmla="*/ 247523 h 495236"/>
              <a:gd name="connsiteX7" fmla="*/ 404097 w 808193"/>
              <a:gd name="connsiteY7" fmla="*/ 17850 h 495236"/>
              <a:gd name="connsiteX8" fmla="*/ 791658 w 808193"/>
              <a:gd name="connsiteY8" fmla="*/ 247523 h 495236"/>
              <a:gd name="connsiteX9" fmla="*/ 404097 w 808193"/>
              <a:gd name="connsiteY9" fmla="*/ 477197 h 495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8193" h="495236">
                <a:moveTo>
                  <a:pt x="0" y="0"/>
                </a:moveTo>
                <a:lnTo>
                  <a:pt x="0" y="495237"/>
                </a:lnTo>
                <a:lnTo>
                  <a:pt x="808194" y="495237"/>
                </a:lnTo>
                <a:lnTo>
                  <a:pt x="808194" y="0"/>
                </a:lnTo>
                <a:lnTo>
                  <a:pt x="0" y="0"/>
                </a:lnTo>
                <a:close/>
                <a:moveTo>
                  <a:pt x="404097" y="477197"/>
                </a:moveTo>
                <a:cubicBezTo>
                  <a:pt x="190074" y="477197"/>
                  <a:pt x="16536" y="374371"/>
                  <a:pt x="16536" y="247523"/>
                </a:cubicBezTo>
                <a:cubicBezTo>
                  <a:pt x="16536" y="120676"/>
                  <a:pt x="190074" y="17850"/>
                  <a:pt x="404097" y="17850"/>
                </a:cubicBezTo>
                <a:cubicBezTo>
                  <a:pt x="618120" y="17850"/>
                  <a:pt x="791658" y="120676"/>
                  <a:pt x="791658" y="247523"/>
                </a:cubicBezTo>
                <a:cubicBezTo>
                  <a:pt x="791658" y="374371"/>
                  <a:pt x="618120" y="477197"/>
                  <a:pt x="404097" y="477197"/>
                </a:cubicBezTo>
                <a:close/>
              </a:path>
            </a:pathLst>
          </a:custGeom>
          <a:solidFill>
            <a:srgbClr val="047A85"/>
          </a:solidFill>
          <a:ln w="0" cap="flat">
            <a:noFill/>
            <a:prstDash val="solid"/>
            <a:miter/>
          </a:ln>
        </p:spPr>
        <p:txBody>
          <a:bodyPr rtlCol="0" anchor="ctr"/>
          <a:lstStyle/>
          <a:p>
            <a:endParaRPr lang="en-GR" sz="1800"/>
          </a:p>
        </p:txBody>
      </p:sp>
      <p:sp>
        <p:nvSpPr>
          <p:cNvPr id="2" name="Text Placeholder">
            <a:extLst>
              <a:ext uri="{FF2B5EF4-FFF2-40B4-BE49-F238E27FC236}">
                <a16:creationId xmlns:a16="http://schemas.microsoft.com/office/drawing/2014/main" id="{BE92FA52-6985-AC12-E463-63341DED66F4}"/>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42441683-EE40-C3E2-3762-6F95151A8730}"/>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92712684-A8B0-F35D-0614-ED47D35DFF08}"/>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38137385-F38E-157C-B87C-69ECE290BCA6}"/>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29578776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9_Cover">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A26D2E40-F44F-82EA-B95C-C9CD8677415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16311"/>
          <a:stretch/>
        </p:blipFill>
        <p:spPr>
          <a:xfrm>
            <a:off x="5415431" y="812699"/>
            <a:ext cx="6776570" cy="5138716"/>
          </a:xfrm>
          <a:prstGeom prst="rect">
            <a:avLst/>
          </a:prstGeom>
        </p:spPr>
      </p:pic>
      <p:sp>
        <p:nvSpPr>
          <p:cNvPr id="3" name="Text Placeholder">
            <a:extLst>
              <a:ext uri="{FF2B5EF4-FFF2-40B4-BE49-F238E27FC236}">
                <a16:creationId xmlns:a16="http://schemas.microsoft.com/office/drawing/2014/main" id="{3829851C-3494-374A-3572-87B7CEAF0C55}"/>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4" name="Text Placeholder 10">
            <a:extLst>
              <a:ext uri="{FF2B5EF4-FFF2-40B4-BE49-F238E27FC236}">
                <a16:creationId xmlns:a16="http://schemas.microsoft.com/office/drawing/2014/main" id="{E5E89388-5C08-697B-86AA-0D2F8A6CE1BA}"/>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9" name="Text Placeholder 10">
            <a:extLst>
              <a:ext uri="{FF2B5EF4-FFF2-40B4-BE49-F238E27FC236}">
                <a16:creationId xmlns:a16="http://schemas.microsoft.com/office/drawing/2014/main" id="{E8A68B27-E80E-9523-CCA5-E76C94B0AC6F}"/>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10" name="Text Placeholder 5">
            <a:extLst>
              <a:ext uri="{FF2B5EF4-FFF2-40B4-BE49-F238E27FC236}">
                <a16:creationId xmlns:a16="http://schemas.microsoft.com/office/drawing/2014/main" id="{54051F15-9882-F138-26D3-103D1EA116DB}"/>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244045558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3_Cover">
    <p:bg>
      <p:bgPr>
        <a:solidFill>
          <a:schemeClr val="accent2"/>
        </a:solidFill>
        <a:effectLst/>
      </p:bgPr>
    </p:bg>
    <p:spTree>
      <p:nvGrpSpPr>
        <p:cNvPr id="1" name=""/>
        <p:cNvGrpSpPr/>
        <p:nvPr/>
      </p:nvGrpSpPr>
      <p:grpSpPr>
        <a:xfrm>
          <a:off x="0" y="0"/>
          <a:ext cx="0" cy="0"/>
          <a:chOff x="0" y="0"/>
          <a:chExt cx="0" cy="0"/>
        </a:xfrm>
      </p:grpSpPr>
      <p:sp>
        <p:nvSpPr>
          <p:cNvPr id="159" name="Freeform">
            <a:extLst>
              <a:ext uri="{FF2B5EF4-FFF2-40B4-BE49-F238E27FC236}">
                <a16:creationId xmlns:a16="http://schemas.microsoft.com/office/drawing/2014/main" id="{6999A8E5-287B-A096-EDDF-3292DDBAA880}"/>
              </a:ext>
            </a:extLst>
          </p:cNvPr>
          <p:cNvSpPr/>
          <p:nvPr userDrawn="1"/>
        </p:nvSpPr>
        <p:spPr>
          <a:xfrm rot="10800000">
            <a:off x="7755465" y="871034"/>
            <a:ext cx="4046242" cy="5115933"/>
          </a:xfrm>
          <a:custGeom>
            <a:avLst/>
            <a:gdLst>
              <a:gd name="connsiteX0" fmla="*/ 54209 w 1328758"/>
              <a:gd name="connsiteY0" fmla="*/ 840018 h 1680036"/>
              <a:gd name="connsiteX1" fmla="*/ 1328759 w 1328758"/>
              <a:gd name="connsiteY1" fmla="*/ 60996 h 1680036"/>
              <a:gd name="connsiteX2" fmla="*/ 1328759 w 1328758"/>
              <a:gd name="connsiteY2" fmla="*/ 0 h 1680036"/>
              <a:gd name="connsiteX3" fmla="*/ 0 w 1328758"/>
              <a:gd name="connsiteY3" fmla="*/ 0 h 1680036"/>
              <a:gd name="connsiteX4" fmla="*/ 0 w 1328758"/>
              <a:gd name="connsiteY4" fmla="*/ 1680037 h 1680036"/>
              <a:gd name="connsiteX5" fmla="*/ 1328759 w 1328758"/>
              <a:gd name="connsiteY5" fmla="*/ 1680037 h 1680036"/>
              <a:gd name="connsiteX6" fmla="*/ 1328759 w 1328758"/>
              <a:gd name="connsiteY6" fmla="*/ 1619040 h 1680036"/>
              <a:gd name="connsiteX7" fmla="*/ 54209 w 1328758"/>
              <a:gd name="connsiteY7" fmla="*/ 840018 h 1680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8758" h="1680036">
                <a:moveTo>
                  <a:pt x="54209" y="840018"/>
                </a:moveTo>
                <a:cubicBezTo>
                  <a:pt x="54209" y="409881"/>
                  <a:pt x="624873" y="60996"/>
                  <a:pt x="1328759" y="60996"/>
                </a:cubicBezTo>
                <a:lnTo>
                  <a:pt x="1328759" y="0"/>
                </a:lnTo>
                <a:lnTo>
                  <a:pt x="0" y="0"/>
                </a:lnTo>
                <a:lnTo>
                  <a:pt x="0" y="1680037"/>
                </a:lnTo>
                <a:lnTo>
                  <a:pt x="1328759" y="1680037"/>
                </a:lnTo>
                <a:lnTo>
                  <a:pt x="1328759" y="1619040"/>
                </a:lnTo>
                <a:cubicBezTo>
                  <a:pt x="624873" y="1619040"/>
                  <a:pt x="54209" y="1270156"/>
                  <a:pt x="54209" y="840018"/>
                </a:cubicBezTo>
                <a:close/>
              </a:path>
            </a:pathLst>
          </a:custGeom>
          <a:solidFill>
            <a:schemeClr val="accent1"/>
          </a:solidFill>
          <a:ln w="0" cap="flat">
            <a:noFill/>
            <a:prstDash val="solid"/>
            <a:miter/>
          </a:ln>
        </p:spPr>
        <p:txBody>
          <a:bodyPr rtlCol="0" anchor="ctr"/>
          <a:lstStyle/>
          <a:p>
            <a:endParaRPr lang="en-GR" sz="1800">
              <a:solidFill>
                <a:schemeClr val="accent1"/>
              </a:solidFill>
            </a:endParaRPr>
          </a:p>
        </p:txBody>
      </p:sp>
      <p:sp>
        <p:nvSpPr>
          <p:cNvPr id="2" name="Text Placeholder">
            <a:extLst>
              <a:ext uri="{FF2B5EF4-FFF2-40B4-BE49-F238E27FC236}">
                <a16:creationId xmlns:a16="http://schemas.microsoft.com/office/drawing/2014/main" id="{0EF2CE33-434C-A76F-34AE-9C2C14AF062D}"/>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39DFA921-CFC0-69FD-8090-9F271263A5EA}"/>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1837FB79-B5FE-DBAC-41FC-C62DFE9E7FED}"/>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B09E18CC-D8B5-FD8F-240F-1465A3DC396C}"/>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1633904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4_Cover">
    <p:bg>
      <p:bgPr>
        <a:solidFill>
          <a:schemeClr val="accent2"/>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775A193-6E2B-8130-7023-A0C986A2F411}"/>
              </a:ext>
            </a:extLst>
          </p:cNvPr>
          <p:cNvSpPr/>
          <p:nvPr/>
        </p:nvSpPr>
        <p:spPr>
          <a:xfrm>
            <a:off x="7170479" y="1"/>
            <a:ext cx="3857511" cy="6857999"/>
          </a:xfrm>
          <a:custGeom>
            <a:avLst/>
            <a:gdLst>
              <a:gd name="connsiteX0" fmla="*/ 2571678 w 3857511"/>
              <a:gd name="connsiteY0" fmla="*/ 6000752 h 6857999"/>
              <a:gd name="connsiteX1" fmla="*/ 3857511 w 3857511"/>
              <a:gd name="connsiteY1" fmla="*/ 6000752 h 6857999"/>
              <a:gd name="connsiteX2" fmla="*/ 3857511 w 3857511"/>
              <a:gd name="connsiteY2" fmla="*/ 6051757 h 6857999"/>
              <a:gd name="connsiteX3" fmla="*/ 2620025 w 3857511"/>
              <a:gd name="connsiteY3" fmla="*/ 6857999 h 6857999"/>
              <a:gd name="connsiteX4" fmla="*/ 2571678 w 3857511"/>
              <a:gd name="connsiteY4" fmla="*/ 6857999 h 6857999"/>
              <a:gd name="connsiteX5" fmla="*/ 2523331 w 3857511"/>
              <a:gd name="connsiteY5" fmla="*/ 5143505 h 6857999"/>
              <a:gd name="connsiteX6" fmla="*/ 2571678 w 3857511"/>
              <a:gd name="connsiteY6" fmla="*/ 5143505 h 6857999"/>
              <a:gd name="connsiteX7" fmla="*/ 2571678 w 3857511"/>
              <a:gd name="connsiteY7" fmla="*/ 6000752 h 6857999"/>
              <a:gd name="connsiteX8" fmla="*/ 1285845 w 3857511"/>
              <a:gd name="connsiteY8" fmla="*/ 6000752 h 6857999"/>
              <a:gd name="connsiteX9" fmla="*/ 1285845 w 3857511"/>
              <a:gd name="connsiteY9" fmla="*/ 5949747 h 6857999"/>
              <a:gd name="connsiteX10" fmla="*/ 2523331 w 3857511"/>
              <a:gd name="connsiteY10" fmla="*/ 5143505 h 6857999"/>
              <a:gd name="connsiteX11" fmla="*/ 0 w 3857511"/>
              <a:gd name="connsiteY11" fmla="*/ 3428999 h 6857999"/>
              <a:gd name="connsiteX12" fmla="*/ 48346 w 3857511"/>
              <a:gd name="connsiteY12" fmla="*/ 3428999 h 6857999"/>
              <a:gd name="connsiteX13" fmla="*/ 1285833 w 3857511"/>
              <a:gd name="connsiteY13" fmla="*/ 4235241 h 6857999"/>
              <a:gd name="connsiteX14" fmla="*/ 1285833 w 3857511"/>
              <a:gd name="connsiteY14" fmla="*/ 4286246 h 6857999"/>
              <a:gd name="connsiteX15" fmla="*/ 0 w 3857511"/>
              <a:gd name="connsiteY15" fmla="*/ 4286246 h 6857999"/>
              <a:gd name="connsiteX16" fmla="*/ 1285845 w 3857511"/>
              <a:gd name="connsiteY16" fmla="*/ 2571753 h 6857999"/>
              <a:gd name="connsiteX17" fmla="*/ 2571678 w 3857511"/>
              <a:gd name="connsiteY17" fmla="*/ 2571753 h 6857999"/>
              <a:gd name="connsiteX18" fmla="*/ 2571678 w 3857511"/>
              <a:gd name="connsiteY18" fmla="*/ 3428999 h 6857999"/>
              <a:gd name="connsiteX19" fmla="*/ 2523331 w 3857511"/>
              <a:gd name="connsiteY19" fmla="*/ 3428999 h 6857999"/>
              <a:gd name="connsiteX20" fmla="*/ 1285845 w 3857511"/>
              <a:gd name="connsiteY20" fmla="*/ 2622757 h 6857999"/>
              <a:gd name="connsiteX21" fmla="*/ 2523331 w 3857511"/>
              <a:gd name="connsiteY21" fmla="*/ 0 h 6857999"/>
              <a:gd name="connsiteX22" fmla="*/ 2571678 w 3857511"/>
              <a:gd name="connsiteY22" fmla="*/ 0 h 6857999"/>
              <a:gd name="connsiteX23" fmla="*/ 2571678 w 3857511"/>
              <a:gd name="connsiteY23" fmla="*/ 857246 h 6857999"/>
              <a:gd name="connsiteX24" fmla="*/ 3857511 w 3857511"/>
              <a:gd name="connsiteY24" fmla="*/ 857246 h 6857999"/>
              <a:gd name="connsiteX25" fmla="*/ 3857511 w 3857511"/>
              <a:gd name="connsiteY25" fmla="*/ 908251 h 6857999"/>
              <a:gd name="connsiteX26" fmla="*/ 2626415 w 3857511"/>
              <a:gd name="connsiteY26" fmla="*/ 1632077 h 6857999"/>
              <a:gd name="connsiteX27" fmla="*/ 2620025 w 3857511"/>
              <a:gd name="connsiteY27" fmla="*/ 1714493 h 6857999"/>
              <a:gd name="connsiteX28" fmla="*/ 2626415 w 3857511"/>
              <a:gd name="connsiteY28" fmla="*/ 1796909 h 6857999"/>
              <a:gd name="connsiteX29" fmla="*/ 3857511 w 3857511"/>
              <a:gd name="connsiteY29" fmla="*/ 2520735 h 6857999"/>
              <a:gd name="connsiteX30" fmla="*/ 3857511 w 3857511"/>
              <a:gd name="connsiteY30" fmla="*/ 2571740 h 6857999"/>
              <a:gd name="connsiteX31" fmla="*/ 2571678 w 3857511"/>
              <a:gd name="connsiteY31" fmla="*/ 2571740 h 6857999"/>
              <a:gd name="connsiteX32" fmla="*/ 2571678 w 3857511"/>
              <a:gd name="connsiteY32" fmla="*/ 1714493 h 6857999"/>
              <a:gd name="connsiteX33" fmla="*/ 2571678 w 3857511"/>
              <a:gd name="connsiteY33" fmla="*/ 1714493 h 6857999"/>
              <a:gd name="connsiteX34" fmla="*/ 2571678 w 3857511"/>
              <a:gd name="connsiteY34" fmla="*/ 857247 h 6857999"/>
              <a:gd name="connsiteX35" fmla="*/ 1285845 w 3857511"/>
              <a:gd name="connsiteY35" fmla="*/ 857247 h 6857999"/>
              <a:gd name="connsiteX36" fmla="*/ 1285845 w 3857511"/>
              <a:gd name="connsiteY36" fmla="*/ 806242 h 6857999"/>
              <a:gd name="connsiteX37" fmla="*/ 2523331 w 3857511"/>
              <a:gd name="connsiteY3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57511" h="6857999">
                <a:moveTo>
                  <a:pt x="2571678" y="6000752"/>
                </a:moveTo>
                <a:lnTo>
                  <a:pt x="3857511" y="6000752"/>
                </a:lnTo>
                <a:lnTo>
                  <a:pt x="3857511" y="6051757"/>
                </a:lnTo>
                <a:cubicBezTo>
                  <a:pt x="3174136" y="6051757"/>
                  <a:pt x="2620025" y="6412830"/>
                  <a:pt x="2620025" y="6857999"/>
                </a:cubicBezTo>
                <a:lnTo>
                  <a:pt x="2571678" y="6857999"/>
                </a:lnTo>
                <a:close/>
                <a:moveTo>
                  <a:pt x="2523331" y="5143505"/>
                </a:moveTo>
                <a:lnTo>
                  <a:pt x="2571678" y="5143505"/>
                </a:lnTo>
                <a:lnTo>
                  <a:pt x="2571678" y="6000752"/>
                </a:lnTo>
                <a:lnTo>
                  <a:pt x="1285845" y="6000752"/>
                </a:lnTo>
                <a:lnTo>
                  <a:pt x="1285845" y="5949747"/>
                </a:lnTo>
                <a:cubicBezTo>
                  <a:pt x="1969220" y="5949747"/>
                  <a:pt x="2523331" y="5588675"/>
                  <a:pt x="2523331" y="5143505"/>
                </a:cubicBezTo>
                <a:close/>
                <a:moveTo>
                  <a:pt x="0" y="3428999"/>
                </a:moveTo>
                <a:lnTo>
                  <a:pt x="48346" y="3428999"/>
                </a:lnTo>
                <a:cubicBezTo>
                  <a:pt x="48346" y="3874169"/>
                  <a:pt x="602458" y="4235241"/>
                  <a:pt x="1285833" y="4235241"/>
                </a:cubicBezTo>
                <a:lnTo>
                  <a:pt x="1285833" y="4286246"/>
                </a:lnTo>
                <a:lnTo>
                  <a:pt x="0" y="4286246"/>
                </a:lnTo>
                <a:close/>
                <a:moveTo>
                  <a:pt x="1285845" y="2571753"/>
                </a:moveTo>
                <a:lnTo>
                  <a:pt x="2571678" y="2571753"/>
                </a:lnTo>
                <a:lnTo>
                  <a:pt x="2571678" y="3428999"/>
                </a:lnTo>
                <a:lnTo>
                  <a:pt x="2523331" y="3428999"/>
                </a:lnTo>
                <a:cubicBezTo>
                  <a:pt x="2523331" y="2983830"/>
                  <a:pt x="1969220" y="2622757"/>
                  <a:pt x="1285845" y="2622757"/>
                </a:cubicBezTo>
                <a:close/>
                <a:moveTo>
                  <a:pt x="2523331" y="0"/>
                </a:moveTo>
                <a:lnTo>
                  <a:pt x="2571678" y="0"/>
                </a:lnTo>
                <a:lnTo>
                  <a:pt x="2571678" y="857246"/>
                </a:lnTo>
                <a:lnTo>
                  <a:pt x="3857511" y="857246"/>
                </a:lnTo>
                <a:lnTo>
                  <a:pt x="3857511" y="908251"/>
                </a:lnTo>
                <a:cubicBezTo>
                  <a:pt x="3216847" y="908251"/>
                  <a:pt x="2689794" y="1225600"/>
                  <a:pt x="2626415" y="1632077"/>
                </a:cubicBezTo>
                <a:lnTo>
                  <a:pt x="2620025" y="1714493"/>
                </a:lnTo>
                <a:lnTo>
                  <a:pt x="2626415" y="1796909"/>
                </a:lnTo>
                <a:cubicBezTo>
                  <a:pt x="2689794" y="2203387"/>
                  <a:pt x="3216847" y="2520735"/>
                  <a:pt x="3857511" y="2520735"/>
                </a:cubicBezTo>
                <a:lnTo>
                  <a:pt x="3857511" y="2571740"/>
                </a:lnTo>
                <a:lnTo>
                  <a:pt x="2571678" y="2571740"/>
                </a:lnTo>
                <a:lnTo>
                  <a:pt x="2571678" y="1714493"/>
                </a:lnTo>
                <a:lnTo>
                  <a:pt x="2571678" y="1714493"/>
                </a:lnTo>
                <a:lnTo>
                  <a:pt x="2571678" y="857247"/>
                </a:lnTo>
                <a:lnTo>
                  <a:pt x="1285845" y="857247"/>
                </a:lnTo>
                <a:lnTo>
                  <a:pt x="1285845" y="806242"/>
                </a:lnTo>
                <a:cubicBezTo>
                  <a:pt x="1969220" y="806242"/>
                  <a:pt x="2523331" y="445169"/>
                  <a:pt x="2523331" y="0"/>
                </a:cubicBezTo>
                <a:close/>
              </a:path>
            </a:pathLst>
          </a:custGeom>
          <a:solidFill>
            <a:schemeClr val="accent1"/>
          </a:solidFill>
          <a:ln w="690" cap="flat">
            <a:noFill/>
            <a:prstDash val="solid"/>
            <a:miter/>
          </a:ln>
        </p:spPr>
        <p:txBody>
          <a:bodyPr wrap="square" rtlCol="0" anchor="ctr">
            <a:noAutofit/>
          </a:bodyPr>
          <a:lstStyle/>
          <a:p>
            <a:endParaRPr lang="en-GR" sz="1800"/>
          </a:p>
        </p:txBody>
      </p:sp>
      <p:sp>
        <p:nvSpPr>
          <p:cNvPr id="2" name="Text Placeholder">
            <a:extLst>
              <a:ext uri="{FF2B5EF4-FFF2-40B4-BE49-F238E27FC236}">
                <a16:creationId xmlns:a16="http://schemas.microsoft.com/office/drawing/2014/main" id="{CE787C30-9935-4CB3-9393-3A626BED6F6B}"/>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7E00A181-7E06-9599-064A-85F482415102}"/>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B7D8BBBD-F7B7-A437-8862-607C44C6219F}"/>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4784C9B3-D5C7-F4D8-4006-BCFEE730E4E4}"/>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8168717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5_Cover">
    <p:bg>
      <p:bgPr>
        <a:solidFill>
          <a:schemeClr val="accent2"/>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F634CAE3-1CF1-03C2-B5D6-EFDB773F4BDE}"/>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15764"/>
          <a:stretch/>
        </p:blipFill>
        <p:spPr>
          <a:xfrm>
            <a:off x="4437168" y="540278"/>
            <a:ext cx="7753212" cy="5807383"/>
          </a:xfrm>
          <a:prstGeom prst="rect">
            <a:avLst/>
          </a:prstGeom>
        </p:spPr>
      </p:pic>
      <p:sp>
        <p:nvSpPr>
          <p:cNvPr id="3" name="Text Placeholder">
            <a:extLst>
              <a:ext uri="{FF2B5EF4-FFF2-40B4-BE49-F238E27FC236}">
                <a16:creationId xmlns:a16="http://schemas.microsoft.com/office/drawing/2014/main" id="{7856AD36-6EAB-B6BB-2463-26B521602ACA}"/>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4" name="Text Placeholder 10">
            <a:extLst>
              <a:ext uri="{FF2B5EF4-FFF2-40B4-BE49-F238E27FC236}">
                <a16:creationId xmlns:a16="http://schemas.microsoft.com/office/drawing/2014/main" id="{9658404F-1E43-5D30-E0A9-0D37AED27327}"/>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9" name="Text Placeholder 10">
            <a:extLst>
              <a:ext uri="{FF2B5EF4-FFF2-40B4-BE49-F238E27FC236}">
                <a16:creationId xmlns:a16="http://schemas.microsoft.com/office/drawing/2014/main" id="{4B4F2AF7-CB57-4B6A-D9A2-F1DB84F39686}"/>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10" name="Text Placeholder 5">
            <a:extLst>
              <a:ext uri="{FF2B5EF4-FFF2-40B4-BE49-F238E27FC236}">
                <a16:creationId xmlns:a16="http://schemas.microsoft.com/office/drawing/2014/main" id="{B8DC31F5-1036-266B-6EAA-C12EA5F22AF4}"/>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37296681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6_Cover">
    <p:bg>
      <p:bgPr>
        <a:solidFill>
          <a:schemeClr val="accent2"/>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A842CBBB-ED82-3D2C-7AD6-88B1F4A7D133}"/>
              </a:ext>
            </a:extLst>
          </p:cNvPr>
          <p:cNvSpPr/>
          <p:nvPr userDrawn="1"/>
        </p:nvSpPr>
        <p:spPr>
          <a:xfrm>
            <a:off x="1046151" y="530601"/>
            <a:ext cx="11145849" cy="4671928"/>
          </a:xfrm>
          <a:custGeom>
            <a:avLst/>
            <a:gdLst>
              <a:gd name="connsiteX0" fmla="*/ 11137069 w 11145849"/>
              <a:gd name="connsiteY0" fmla="*/ 169698 h 4671928"/>
              <a:gd name="connsiteX1" fmla="*/ 11145849 w 11145849"/>
              <a:gd name="connsiteY1" fmla="*/ 169968 h 4671928"/>
              <a:gd name="connsiteX2" fmla="*/ 11145849 w 11145849"/>
              <a:gd name="connsiteY2" fmla="*/ 4502263 h 4671928"/>
              <a:gd name="connsiteX3" fmla="*/ 11137069 w 11145849"/>
              <a:gd name="connsiteY3" fmla="*/ 4502533 h 4671928"/>
              <a:gd name="connsiteX4" fmla="*/ 7576068 w 11145849"/>
              <a:gd name="connsiteY4" fmla="*/ 2336116 h 4671928"/>
              <a:gd name="connsiteX5" fmla="*/ 11137069 w 11145849"/>
              <a:gd name="connsiteY5" fmla="*/ 169698 h 4671928"/>
              <a:gd name="connsiteX6" fmla="*/ 3712358 w 11145849"/>
              <a:gd name="connsiteY6" fmla="*/ 169395 h 4671928"/>
              <a:gd name="connsiteX7" fmla="*/ 151357 w 11145849"/>
              <a:gd name="connsiteY7" fmla="*/ 2336115 h 4671928"/>
              <a:gd name="connsiteX8" fmla="*/ 3712358 w 11145849"/>
              <a:gd name="connsiteY8" fmla="*/ 4502533 h 4671928"/>
              <a:gd name="connsiteX9" fmla="*/ 3712358 w 11145849"/>
              <a:gd name="connsiteY9" fmla="*/ 4502227 h 4671928"/>
              <a:gd name="connsiteX10" fmla="*/ 7273360 w 11145849"/>
              <a:gd name="connsiteY10" fmla="*/ 2335813 h 4671928"/>
              <a:gd name="connsiteX11" fmla="*/ 3712358 w 11145849"/>
              <a:gd name="connsiteY11" fmla="*/ 169395 h 4671928"/>
              <a:gd name="connsiteX12" fmla="*/ 0 w 11145849"/>
              <a:gd name="connsiteY12" fmla="*/ 0 h 4671928"/>
              <a:gd name="connsiteX13" fmla="*/ 7424715 w 11145849"/>
              <a:gd name="connsiteY13" fmla="*/ 0 h 4671928"/>
              <a:gd name="connsiteX14" fmla="*/ 7424715 w 11145849"/>
              <a:gd name="connsiteY14" fmla="*/ 4671928 h 4671928"/>
              <a:gd name="connsiteX15" fmla="*/ 0 w 11145849"/>
              <a:gd name="connsiteY15" fmla="*/ 4671928 h 4671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145849" h="4671928">
                <a:moveTo>
                  <a:pt x="11137069" y="169698"/>
                </a:moveTo>
                <a:lnTo>
                  <a:pt x="11145849" y="169968"/>
                </a:lnTo>
                <a:lnTo>
                  <a:pt x="11145849" y="4502263"/>
                </a:lnTo>
                <a:lnTo>
                  <a:pt x="11137069" y="4502533"/>
                </a:lnTo>
                <a:cubicBezTo>
                  <a:pt x="9170369" y="4502533"/>
                  <a:pt x="7576068" y="3532253"/>
                  <a:pt x="7576068" y="2336116"/>
                </a:cubicBezTo>
                <a:cubicBezTo>
                  <a:pt x="7576068" y="1139976"/>
                  <a:pt x="9170675" y="169698"/>
                  <a:pt x="11137069" y="169698"/>
                </a:cubicBezTo>
                <a:close/>
                <a:moveTo>
                  <a:pt x="3712358" y="169395"/>
                </a:moveTo>
                <a:cubicBezTo>
                  <a:pt x="1745964" y="169395"/>
                  <a:pt x="151357" y="1139979"/>
                  <a:pt x="151357" y="2336115"/>
                </a:cubicBezTo>
                <a:cubicBezTo>
                  <a:pt x="151357" y="3532255"/>
                  <a:pt x="1745964" y="4502533"/>
                  <a:pt x="3712358" y="4502533"/>
                </a:cubicBezTo>
                <a:lnTo>
                  <a:pt x="3712358" y="4502227"/>
                </a:lnTo>
                <a:cubicBezTo>
                  <a:pt x="5679061" y="4502227"/>
                  <a:pt x="7273360" y="3531950"/>
                  <a:pt x="7273360" y="2335813"/>
                </a:cubicBezTo>
                <a:cubicBezTo>
                  <a:pt x="7273360" y="1139673"/>
                  <a:pt x="5678752" y="169395"/>
                  <a:pt x="3712358" y="169395"/>
                </a:cubicBezTo>
                <a:close/>
                <a:moveTo>
                  <a:pt x="0" y="0"/>
                </a:moveTo>
                <a:lnTo>
                  <a:pt x="7424715" y="0"/>
                </a:lnTo>
                <a:lnTo>
                  <a:pt x="7424715" y="4671928"/>
                </a:lnTo>
                <a:lnTo>
                  <a:pt x="0" y="4671928"/>
                </a:lnTo>
                <a:close/>
              </a:path>
            </a:pathLst>
          </a:custGeom>
          <a:solidFill>
            <a:schemeClr val="accent1"/>
          </a:solidFill>
          <a:ln w="0" cap="flat">
            <a:noFill/>
            <a:prstDash val="solid"/>
            <a:miter/>
          </a:ln>
        </p:spPr>
        <p:txBody>
          <a:bodyPr wrap="square" rtlCol="0" anchor="ctr">
            <a:noAutofit/>
          </a:bodyPr>
          <a:lstStyle/>
          <a:p>
            <a:endParaRPr lang="en-GR" sz="1800"/>
          </a:p>
        </p:txBody>
      </p:sp>
      <p:sp>
        <p:nvSpPr>
          <p:cNvPr id="2" name="Text Placeholder">
            <a:extLst>
              <a:ext uri="{FF2B5EF4-FFF2-40B4-BE49-F238E27FC236}">
                <a16:creationId xmlns:a16="http://schemas.microsoft.com/office/drawing/2014/main" id="{AA00658F-1FFD-C621-75C5-58A0AAF1F014}"/>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EF6B4F77-8D5A-5A45-CCF2-B67554A2AA07}"/>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F6C070AF-1256-E4C5-BD4B-A926DD4CB5D2}"/>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10" name="Text Placeholder 5">
            <a:extLst>
              <a:ext uri="{FF2B5EF4-FFF2-40B4-BE49-F238E27FC236}">
                <a16:creationId xmlns:a16="http://schemas.microsoft.com/office/drawing/2014/main" id="{AFF9F86D-150F-3B65-F41E-3E9DA9120518}"/>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41377457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7_Cover">
    <p:bg>
      <p:bgPr>
        <a:solidFill>
          <a:schemeClr val="accent2"/>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8DD2459E-C7C5-F943-DD9B-BFF7DC869E99}"/>
              </a:ext>
            </a:extLst>
          </p:cNvPr>
          <p:cNvSpPr/>
          <p:nvPr/>
        </p:nvSpPr>
        <p:spPr>
          <a:xfrm>
            <a:off x="5429020" y="4"/>
            <a:ext cx="6762980" cy="6857998"/>
          </a:xfrm>
          <a:custGeom>
            <a:avLst/>
            <a:gdLst>
              <a:gd name="connsiteX0" fmla="*/ 4001986 w 6762980"/>
              <a:gd name="connsiteY0" fmla="*/ 5143499 h 6857998"/>
              <a:gd name="connsiteX1" fmla="*/ 4001986 w 6762980"/>
              <a:gd name="connsiteY1" fmla="*/ 5147670 h 6857998"/>
              <a:gd name="connsiteX2" fmla="*/ 4060287 w 6762980"/>
              <a:gd name="connsiteY2" fmla="*/ 5147670 h 6857998"/>
              <a:gd name="connsiteX3" fmla="*/ 4060287 w 6762980"/>
              <a:gd name="connsiteY3" fmla="*/ 5998663 h 6857998"/>
              <a:gd name="connsiteX4" fmla="*/ 5405385 w 6762980"/>
              <a:gd name="connsiteY4" fmla="*/ 5998663 h 6857998"/>
              <a:gd name="connsiteX5" fmla="*/ 5405385 w 6762980"/>
              <a:gd name="connsiteY5" fmla="*/ 6061237 h 6857998"/>
              <a:gd name="connsiteX6" fmla="*/ 4110257 w 6762980"/>
              <a:gd name="connsiteY6" fmla="*/ 6857998 h 6857998"/>
              <a:gd name="connsiteX7" fmla="*/ 4110257 w 6762980"/>
              <a:gd name="connsiteY7" fmla="*/ 6853827 h 6857998"/>
              <a:gd name="connsiteX8" fmla="*/ 4051956 w 6762980"/>
              <a:gd name="connsiteY8" fmla="*/ 6853827 h 6857998"/>
              <a:gd name="connsiteX9" fmla="*/ 4051956 w 6762980"/>
              <a:gd name="connsiteY9" fmla="*/ 6002834 h 6857998"/>
              <a:gd name="connsiteX10" fmla="*/ 2706858 w 6762980"/>
              <a:gd name="connsiteY10" fmla="*/ 6002834 h 6857998"/>
              <a:gd name="connsiteX11" fmla="*/ 2706858 w 6762980"/>
              <a:gd name="connsiteY11" fmla="*/ 5940260 h 6857998"/>
              <a:gd name="connsiteX12" fmla="*/ 4001986 w 6762980"/>
              <a:gd name="connsiteY12" fmla="*/ 5143499 h 6857998"/>
              <a:gd name="connsiteX13" fmla="*/ 4051956 w 6762980"/>
              <a:gd name="connsiteY13" fmla="*/ 3428997 h 6857998"/>
              <a:gd name="connsiteX14" fmla="*/ 4110257 w 6762980"/>
              <a:gd name="connsiteY14" fmla="*/ 3428997 h 6857998"/>
              <a:gd name="connsiteX15" fmla="*/ 5405385 w 6762980"/>
              <a:gd name="connsiteY15" fmla="*/ 4225761 h 6857998"/>
              <a:gd name="connsiteX16" fmla="*/ 5405385 w 6762980"/>
              <a:gd name="connsiteY16" fmla="*/ 4288332 h 6857998"/>
              <a:gd name="connsiteX17" fmla="*/ 4060287 w 6762980"/>
              <a:gd name="connsiteY17" fmla="*/ 4288332 h 6857998"/>
              <a:gd name="connsiteX18" fmla="*/ 4060287 w 6762980"/>
              <a:gd name="connsiteY18" fmla="*/ 5143496 h 6857998"/>
              <a:gd name="connsiteX19" fmla="*/ 4001986 w 6762980"/>
              <a:gd name="connsiteY19" fmla="*/ 5143496 h 6857998"/>
              <a:gd name="connsiteX20" fmla="*/ 2706858 w 6762980"/>
              <a:gd name="connsiteY20" fmla="*/ 4346735 h 6857998"/>
              <a:gd name="connsiteX21" fmla="*/ 2706858 w 6762980"/>
              <a:gd name="connsiteY21" fmla="*/ 4284161 h 6857998"/>
              <a:gd name="connsiteX22" fmla="*/ 4051956 w 6762980"/>
              <a:gd name="connsiteY22" fmla="*/ 4284161 h 6857998"/>
              <a:gd name="connsiteX23" fmla="*/ 5409551 w 6762980"/>
              <a:gd name="connsiteY23" fmla="*/ 2569662 h 6857998"/>
              <a:gd name="connsiteX24" fmla="*/ 6762980 w 6762980"/>
              <a:gd name="connsiteY24" fmla="*/ 2569662 h 6857998"/>
              <a:gd name="connsiteX25" fmla="*/ 6762980 w 6762980"/>
              <a:gd name="connsiteY25" fmla="*/ 3428997 h 6857998"/>
              <a:gd name="connsiteX26" fmla="*/ 6762980 w 6762980"/>
              <a:gd name="connsiteY26" fmla="*/ 4288332 h 6857998"/>
              <a:gd name="connsiteX27" fmla="*/ 5409551 w 6762980"/>
              <a:gd name="connsiteY27" fmla="*/ 4288332 h 6857998"/>
              <a:gd name="connsiteX28" fmla="*/ 5409551 w 6762980"/>
              <a:gd name="connsiteY28" fmla="*/ 4225761 h 6857998"/>
              <a:gd name="connsiteX29" fmla="*/ 6704680 w 6762980"/>
              <a:gd name="connsiteY29" fmla="*/ 3428997 h 6857998"/>
              <a:gd name="connsiteX30" fmla="*/ 5409551 w 6762980"/>
              <a:gd name="connsiteY30" fmla="*/ 2632237 h 6857998"/>
              <a:gd name="connsiteX31" fmla="*/ 1295128 w 6762980"/>
              <a:gd name="connsiteY31" fmla="*/ 1714499 h 6857998"/>
              <a:gd name="connsiteX32" fmla="*/ 1353429 w 6762980"/>
              <a:gd name="connsiteY32" fmla="*/ 1714499 h 6857998"/>
              <a:gd name="connsiteX33" fmla="*/ 1353429 w 6762980"/>
              <a:gd name="connsiteY33" fmla="*/ 2569662 h 6857998"/>
              <a:gd name="connsiteX34" fmla="*/ 2702693 w 6762980"/>
              <a:gd name="connsiteY34" fmla="*/ 2569662 h 6857998"/>
              <a:gd name="connsiteX35" fmla="*/ 2702693 w 6762980"/>
              <a:gd name="connsiteY35" fmla="*/ 2632237 h 6857998"/>
              <a:gd name="connsiteX36" fmla="*/ 1407564 w 6762980"/>
              <a:gd name="connsiteY36" fmla="*/ 3428997 h 6857998"/>
              <a:gd name="connsiteX37" fmla="*/ 1349264 w 6762980"/>
              <a:gd name="connsiteY37" fmla="*/ 3428997 h 6857998"/>
              <a:gd name="connsiteX38" fmla="*/ 1349264 w 6762980"/>
              <a:gd name="connsiteY38" fmla="*/ 2573833 h 6857998"/>
              <a:gd name="connsiteX39" fmla="*/ 0 w 6762980"/>
              <a:gd name="connsiteY39" fmla="*/ 2573833 h 6857998"/>
              <a:gd name="connsiteX40" fmla="*/ 0 w 6762980"/>
              <a:gd name="connsiteY40" fmla="*/ 2511262 h 6857998"/>
              <a:gd name="connsiteX41" fmla="*/ 1295128 w 6762980"/>
              <a:gd name="connsiteY41" fmla="*/ 1714499 h 6857998"/>
              <a:gd name="connsiteX42" fmla="*/ 4001986 w 6762980"/>
              <a:gd name="connsiteY42" fmla="*/ 0 h 6857998"/>
              <a:gd name="connsiteX43" fmla="*/ 4060287 w 6762980"/>
              <a:gd name="connsiteY43" fmla="*/ 0 h 6857998"/>
              <a:gd name="connsiteX44" fmla="*/ 4060287 w 6762980"/>
              <a:gd name="connsiteY44" fmla="*/ 859335 h 6857998"/>
              <a:gd name="connsiteX45" fmla="*/ 2706858 w 6762980"/>
              <a:gd name="connsiteY45" fmla="*/ 859335 h 6857998"/>
              <a:gd name="connsiteX46" fmla="*/ 2706858 w 6762980"/>
              <a:gd name="connsiteY46" fmla="*/ 796763 h 6857998"/>
              <a:gd name="connsiteX47" fmla="*/ 4001986 w 6762980"/>
              <a:gd name="connsiteY47"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762980" h="6857998">
                <a:moveTo>
                  <a:pt x="4001986" y="5143499"/>
                </a:moveTo>
                <a:lnTo>
                  <a:pt x="4001986" y="5147670"/>
                </a:lnTo>
                <a:lnTo>
                  <a:pt x="4060287" y="5147670"/>
                </a:lnTo>
                <a:lnTo>
                  <a:pt x="4060287" y="5998663"/>
                </a:lnTo>
                <a:lnTo>
                  <a:pt x="5405385" y="5998663"/>
                </a:lnTo>
                <a:lnTo>
                  <a:pt x="5405385" y="6061237"/>
                </a:lnTo>
                <a:cubicBezTo>
                  <a:pt x="4689109" y="6061237"/>
                  <a:pt x="4110257" y="6419987"/>
                  <a:pt x="4110257" y="6857998"/>
                </a:cubicBezTo>
                <a:lnTo>
                  <a:pt x="4110257" y="6853827"/>
                </a:lnTo>
                <a:lnTo>
                  <a:pt x="4051956" y="6853827"/>
                </a:lnTo>
                <a:lnTo>
                  <a:pt x="4051956" y="6002834"/>
                </a:lnTo>
                <a:lnTo>
                  <a:pt x="2706858" y="6002834"/>
                </a:lnTo>
                <a:lnTo>
                  <a:pt x="2706858" y="5940260"/>
                </a:lnTo>
                <a:cubicBezTo>
                  <a:pt x="3423134" y="5940260"/>
                  <a:pt x="4001986" y="5581510"/>
                  <a:pt x="4001986" y="5143499"/>
                </a:cubicBezTo>
                <a:close/>
                <a:moveTo>
                  <a:pt x="4051956" y="3428997"/>
                </a:moveTo>
                <a:lnTo>
                  <a:pt x="4110257" y="3428997"/>
                </a:lnTo>
                <a:cubicBezTo>
                  <a:pt x="4110257" y="3867008"/>
                  <a:pt x="4689109" y="4225761"/>
                  <a:pt x="5405385" y="4225761"/>
                </a:cubicBezTo>
                <a:lnTo>
                  <a:pt x="5405385" y="4288332"/>
                </a:lnTo>
                <a:lnTo>
                  <a:pt x="4060287" y="4288332"/>
                </a:lnTo>
                <a:lnTo>
                  <a:pt x="4060287" y="5143496"/>
                </a:lnTo>
                <a:lnTo>
                  <a:pt x="4001986" y="5143496"/>
                </a:lnTo>
                <a:cubicBezTo>
                  <a:pt x="4001986" y="4705485"/>
                  <a:pt x="3423134" y="4346735"/>
                  <a:pt x="2706858" y="4346735"/>
                </a:cubicBezTo>
                <a:lnTo>
                  <a:pt x="2706858" y="4284161"/>
                </a:lnTo>
                <a:lnTo>
                  <a:pt x="4051956" y="4284161"/>
                </a:lnTo>
                <a:close/>
                <a:moveTo>
                  <a:pt x="5409551" y="2569662"/>
                </a:moveTo>
                <a:lnTo>
                  <a:pt x="6762980" y="2569662"/>
                </a:lnTo>
                <a:lnTo>
                  <a:pt x="6762980" y="3428997"/>
                </a:lnTo>
                <a:lnTo>
                  <a:pt x="6762980" y="4288332"/>
                </a:lnTo>
                <a:lnTo>
                  <a:pt x="5409551" y="4288332"/>
                </a:lnTo>
                <a:lnTo>
                  <a:pt x="5409551" y="4225761"/>
                </a:lnTo>
                <a:cubicBezTo>
                  <a:pt x="6125827" y="4225761"/>
                  <a:pt x="6704680" y="3867008"/>
                  <a:pt x="6704680" y="3428997"/>
                </a:cubicBezTo>
                <a:cubicBezTo>
                  <a:pt x="6704680" y="2990986"/>
                  <a:pt x="6125827" y="2632237"/>
                  <a:pt x="5409551" y="2632237"/>
                </a:cubicBezTo>
                <a:close/>
                <a:moveTo>
                  <a:pt x="1295128" y="1714499"/>
                </a:moveTo>
                <a:lnTo>
                  <a:pt x="1353429" y="1714499"/>
                </a:lnTo>
                <a:lnTo>
                  <a:pt x="1353429" y="2569662"/>
                </a:lnTo>
                <a:lnTo>
                  <a:pt x="2702693" y="2569662"/>
                </a:lnTo>
                <a:lnTo>
                  <a:pt x="2702693" y="2632237"/>
                </a:lnTo>
                <a:cubicBezTo>
                  <a:pt x="1986417" y="2632237"/>
                  <a:pt x="1407564" y="2990986"/>
                  <a:pt x="1407564" y="3428997"/>
                </a:cubicBezTo>
                <a:lnTo>
                  <a:pt x="1349264" y="3428997"/>
                </a:lnTo>
                <a:lnTo>
                  <a:pt x="1349264" y="2573833"/>
                </a:lnTo>
                <a:lnTo>
                  <a:pt x="0" y="2573833"/>
                </a:lnTo>
                <a:lnTo>
                  <a:pt x="0" y="2511262"/>
                </a:lnTo>
                <a:cubicBezTo>
                  <a:pt x="716276" y="2511262"/>
                  <a:pt x="1295128" y="2152510"/>
                  <a:pt x="1295128" y="1714499"/>
                </a:cubicBezTo>
                <a:close/>
                <a:moveTo>
                  <a:pt x="4001986" y="0"/>
                </a:moveTo>
                <a:lnTo>
                  <a:pt x="4060287" y="0"/>
                </a:lnTo>
                <a:lnTo>
                  <a:pt x="4060287" y="859335"/>
                </a:lnTo>
                <a:lnTo>
                  <a:pt x="2706858" y="859335"/>
                </a:lnTo>
                <a:lnTo>
                  <a:pt x="2706858" y="796763"/>
                </a:lnTo>
                <a:cubicBezTo>
                  <a:pt x="3423134" y="796763"/>
                  <a:pt x="4001986" y="438011"/>
                  <a:pt x="4001986" y="0"/>
                </a:cubicBezTo>
                <a:close/>
              </a:path>
            </a:pathLst>
          </a:custGeom>
          <a:solidFill>
            <a:schemeClr val="accent1"/>
          </a:solidFill>
          <a:ln w="16168" cap="flat">
            <a:noFill/>
            <a:prstDash val="solid"/>
            <a:miter/>
          </a:ln>
        </p:spPr>
        <p:txBody>
          <a:bodyPr wrap="square" rtlCol="0" anchor="ctr">
            <a:noAutofit/>
          </a:bodyPr>
          <a:lstStyle/>
          <a:p>
            <a:endParaRPr lang="en-GR" sz="1800"/>
          </a:p>
        </p:txBody>
      </p:sp>
      <p:sp>
        <p:nvSpPr>
          <p:cNvPr id="2" name="Text Placeholder">
            <a:extLst>
              <a:ext uri="{FF2B5EF4-FFF2-40B4-BE49-F238E27FC236}">
                <a16:creationId xmlns:a16="http://schemas.microsoft.com/office/drawing/2014/main" id="{8626FF9D-552A-2A96-39C1-6B314A989697}"/>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2658C125-203F-7F88-4D34-4184C05BA32B}"/>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1F5CDDA0-992B-CA9A-7D70-20DB5CFC0384}"/>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3816B50F-1890-EFB5-3C15-8C7D5383F132}"/>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15811446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8_Cover">
    <p:bg>
      <p:bgPr>
        <a:solidFill>
          <a:schemeClr val="accent2"/>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05DDA3BA-4253-5AC1-3E96-3308A15DDB2E}"/>
              </a:ext>
            </a:extLst>
          </p:cNvPr>
          <p:cNvSpPr/>
          <p:nvPr userDrawn="1"/>
        </p:nvSpPr>
        <p:spPr>
          <a:xfrm>
            <a:off x="4383450" y="524932"/>
            <a:ext cx="7472000" cy="4805351"/>
          </a:xfrm>
          <a:custGeom>
            <a:avLst/>
            <a:gdLst>
              <a:gd name="connsiteX0" fmla="*/ 0 w 808193"/>
              <a:gd name="connsiteY0" fmla="*/ 0 h 495236"/>
              <a:gd name="connsiteX1" fmla="*/ 0 w 808193"/>
              <a:gd name="connsiteY1" fmla="*/ 495237 h 495236"/>
              <a:gd name="connsiteX2" fmla="*/ 808194 w 808193"/>
              <a:gd name="connsiteY2" fmla="*/ 495237 h 495236"/>
              <a:gd name="connsiteX3" fmla="*/ 808194 w 808193"/>
              <a:gd name="connsiteY3" fmla="*/ 0 h 495236"/>
              <a:gd name="connsiteX4" fmla="*/ 0 w 808193"/>
              <a:gd name="connsiteY4" fmla="*/ 0 h 495236"/>
              <a:gd name="connsiteX5" fmla="*/ 404097 w 808193"/>
              <a:gd name="connsiteY5" fmla="*/ 477197 h 495236"/>
              <a:gd name="connsiteX6" fmla="*/ 16536 w 808193"/>
              <a:gd name="connsiteY6" fmla="*/ 247523 h 495236"/>
              <a:gd name="connsiteX7" fmla="*/ 404097 w 808193"/>
              <a:gd name="connsiteY7" fmla="*/ 17850 h 495236"/>
              <a:gd name="connsiteX8" fmla="*/ 791658 w 808193"/>
              <a:gd name="connsiteY8" fmla="*/ 247523 h 495236"/>
              <a:gd name="connsiteX9" fmla="*/ 404097 w 808193"/>
              <a:gd name="connsiteY9" fmla="*/ 477197 h 495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8193" h="495236">
                <a:moveTo>
                  <a:pt x="0" y="0"/>
                </a:moveTo>
                <a:lnTo>
                  <a:pt x="0" y="495237"/>
                </a:lnTo>
                <a:lnTo>
                  <a:pt x="808194" y="495237"/>
                </a:lnTo>
                <a:lnTo>
                  <a:pt x="808194" y="0"/>
                </a:lnTo>
                <a:lnTo>
                  <a:pt x="0" y="0"/>
                </a:lnTo>
                <a:close/>
                <a:moveTo>
                  <a:pt x="404097" y="477197"/>
                </a:moveTo>
                <a:cubicBezTo>
                  <a:pt x="190074" y="477197"/>
                  <a:pt x="16536" y="374371"/>
                  <a:pt x="16536" y="247523"/>
                </a:cubicBezTo>
                <a:cubicBezTo>
                  <a:pt x="16536" y="120676"/>
                  <a:pt x="190074" y="17850"/>
                  <a:pt x="404097" y="17850"/>
                </a:cubicBezTo>
                <a:cubicBezTo>
                  <a:pt x="618120" y="17850"/>
                  <a:pt x="791658" y="120676"/>
                  <a:pt x="791658" y="247523"/>
                </a:cubicBezTo>
                <a:cubicBezTo>
                  <a:pt x="791658" y="374371"/>
                  <a:pt x="618120" y="477197"/>
                  <a:pt x="404097" y="477197"/>
                </a:cubicBezTo>
                <a:close/>
              </a:path>
            </a:pathLst>
          </a:custGeom>
          <a:solidFill>
            <a:schemeClr val="accent1"/>
          </a:solidFill>
          <a:ln w="0" cap="flat">
            <a:noFill/>
            <a:prstDash val="solid"/>
            <a:miter/>
          </a:ln>
        </p:spPr>
        <p:txBody>
          <a:bodyPr rtlCol="0" anchor="ctr"/>
          <a:lstStyle/>
          <a:p>
            <a:endParaRPr lang="en-GR" sz="1800"/>
          </a:p>
        </p:txBody>
      </p:sp>
      <p:sp>
        <p:nvSpPr>
          <p:cNvPr id="2" name="Text Placeholder">
            <a:extLst>
              <a:ext uri="{FF2B5EF4-FFF2-40B4-BE49-F238E27FC236}">
                <a16:creationId xmlns:a16="http://schemas.microsoft.com/office/drawing/2014/main" id="{BE92FA52-6985-AC12-E463-63341DED66F4}"/>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42441683-EE40-C3E2-3762-6F95151A8730}"/>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92712684-A8B0-F35D-0614-ED47D35DFF08}"/>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38137385-F38E-157C-B87C-69ECE290BCA6}"/>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2173929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9_Cover">
    <p:bg>
      <p:bgPr>
        <a:solidFill>
          <a:schemeClr val="accent2"/>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A26D2E40-F44F-82EA-B95C-C9CD8677415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16311"/>
          <a:stretch/>
        </p:blipFill>
        <p:spPr>
          <a:xfrm>
            <a:off x="5415431" y="812699"/>
            <a:ext cx="6776570" cy="5138716"/>
          </a:xfrm>
          <a:prstGeom prst="rect">
            <a:avLst/>
          </a:prstGeom>
        </p:spPr>
      </p:pic>
      <p:sp>
        <p:nvSpPr>
          <p:cNvPr id="3" name="Text Placeholder">
            <a:extLst>
              <a:ext uri="{FF2B5EF4-FFF2-40B4-BE49-F238E27FC236}">
                <a16:creationId xmlns:a16="http://schemas.microsoft.com/office/drawing/2014/main" id="{3829851C-3494-374A-3572-87B7CEAF0C55}"/>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4" name="Text Placeholder 10">
            <a:extLst>
              <a:ext uri="{FF2B5EF4-FFF2-40B4-BE49-F238E27FC236}">
                <a16:creationId xmlns:a16="http://schemas.microsoft.com/office/drawing/2014/main" id="{E5E89388-5C08-697B-86AA-0D2F8A6CE1BA}"/>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9" name="Text Placeholder 10">
            <a:extLst>
              <a:ext uri="{FF2B5EF4-FFF2-40B4-BE49-F238E27FC236}">
                <a16:creationId xmlns:a16="http://schemas.microsoft.com/office/drawing/2014/main" id="{E8A68B27-E80E-9523-CCA5-E76C94B0AC6F}"/>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10" name="Text Placeholder 5">
            <a:extLst>
              <a:ext uri="{FF2B5EF4-FFF2-40B4-BE49-F238E27FC236}">
                <a16:creationId xmlns:a16="http://schemas.microsoft.com/office/drawing/2014/main" id="{54051F15-9882-F138-26D3-103D1EA116DB}"/>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30186979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4_Cover">
    <p:bg>
      <p:bgPr>
        <a:solidFill>
          <a:schemeClr val="bg1"/>
        </a:solidFill>
        <a:effectLst/>
      </p:bgPr>
    </p:bg>
    <p:spTree>
      <p:nvGrpSpPr>
        <p:cNvPr id="1" name=""/>
        <p:cNvGrpSpPr/>
        <p:nvPr/>
      </p:nvGrpSpPr>
      <p:grpSpPr>
        <a:xfrm>
          <a:off x="0" y="0"/>
          <a:ext cx="0" cy="0"/>
          <a:chOff x="0" y="0"/>
          <a:chExt cx="0" cy="0"/>
        </a:xfrm>
      </p:grpSpPr>
      <p:sp>
        <p:nvSpPr>
          <p:cNvPr id="159" name="Freeform">
            <a:extLst>
              <a:ext uri="{FF2B5EF4-FFF2-40B4-BE49-F238E27FC236}">
                <a16:creationId xmlns:a16="http://schemas.microsoft.com/office/drawing/2014/main" id="{6999A8E5-287B-A096-EDDF-3292DDBAA880}"/>
              </a:ext>
            </a:extLst>
          </p:cNvPr>
          <p:cNvSpPr/>
          <p:nvPr userDrawn="1"/>
        </p:nvSpPr>
        <p:spPr>
          <a:xfrm rot="10800000">
            <a:off x="7755465" y="871034"/>
            <a:ext cx="4046242" cy="5115933"/>
          </a:xfrm>
          <a:custGeom>
            <a:avLst/>
            <a:gdLst>
              <a:gd name="connsiteX0" fmla="*/ 54209 w 1328758"/>
              <a:gd name="connsiteY0" fmla="*/ 840018 h 1680036"/>
              <a:gd name="connsiteX1" fmla="*/ 1328759 w 1328758"/>
              <a:gd name="connsiteY1" fmla="*/ 60996 h 1680036"/>
              <a:gd name="connsiteX2" fmla="*/ 1328759 w 1328758"/>
              <a:gd name="connsiteY2" fmla="*/ 0 h 1680036"/>
              <a:gd name="connsiteX3" fmla="*/ 0 w 1328758"/>
              <a:gd name="connsiteY3" fmla="*/ 0 h 1680036"/>
              <a:gd name="connsiteX4" fmla="*/ 0 w 1328758"/>
              <a:gd name="connsiteY4" fmla="*/ 1680037 h 1680036"/>
              <a:gd name="connsiteX5" fmla="*/ 1328759 w 1328758"/>
              <a:gd name="connsiteY5" fmla="*/ 1680037 h 1680036"/>
              <a:gd name="connsiteX6" fmla="*/ 1328759 w 1328758"/>
              <a:gd name="connsiteY6" fmla="*/ 1619040 h 1680036"/>
              <a:gd name="connsiteX7" fmla="*/ 54209 w 1328758"/>
              <a:gd name="connsiteY7" fmla="*/ 840018 h 1680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8758" h="1680036">
                <a:moveTo>
                  <a:pt x="54209" y="840018"/>
                </a:moveTo>
                <a:cubicBezTo>
                  <a:pt x="54209" y="409881"/>
                  <a:pt x="624873" y="60996"/>
                  <a:pt x="1328759" y="60996"/>
                </a:cubicBezTo>
                <a:lnTo>
                  <a:pt x="1328759" y="0"/>
                </a:lnTo>
                <a:lnTo>
                  <a:pt x="0" y="0"/>
                </a:lnTo>
                <a:lnTo>
                  <a:pt x="0" y="1680037"/>
                </a:lnTo>
                <a:lnTo>
                  <a:pt x="1328759" y="1680037"/>
                </a:lnTo>
                <a:lnTo>
                  <a:pt x="1328759" y="1619040"/>
                </a:lnTo>
                <a:cubicBezTo>
                  <a:pt x="624873" y="1619040"/>
                  <a:pt x="54209" y="1270156"/>
                  <a:pt x="54209" y="840018"/>
                </a:cubicBezTo>
                <a:close/>
              </a:path>
            </a:pathLst>
          </a:custGeom>
          <a:solidFill>
            <a:schemeClr val="accent2"/>
          </a:solidFill>
          <a:ln w="0" cap="flat">
            <a:noFill/>
            <a:prstDash val="solid"/>
            <a:miter/>
          </a:ln>
        </p:spPr>
        <p:txBody>
          <a:bodyPr rtlCol="0" anchor="ctr"/>
          <a:lstStyle/>
          <a:p>
            <a:endParaRPr lang="en-GR" sz="1800">
              <a:solidFill>
                <a:schemeClr val="accent1"/>
              </a:solidFill>
            </a:endParaRPr>
          </a:p>
        </p:txBody>
      </p:sp>
      <p:sp>
        <p:nvSpPr>
          <p:cNvPr id="2" name="Text Placeholder">
            <a:extLst>
              <a:ext uri="{FF2B5EF4-FFF2-40B4-BE49-F238E27FC236}">
                <a16:creationId xmlns:a16="http://schemas.microsoft.com/office/drawing/2014/main" id="{0EF2CE33-434C-A76F-34AE-9C2C14AF062D}"/>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accent1"/>
                </a:solidFill>
              </a:defRPr>
            </a:lvl1pPr>
          </a:lstStyle>
          <a:p>
            <a:pPr lvl="0"/>
            <a:r>
              <a:rPr lang="en-GB"/>
              <a:t>Placeholder text here may  continue on two lines</a:t>
            </a:r>
            <a:endParaRPr lang="en-GR"/>
          </a:p>
        </p:txBody>
      </p:sp>
      <p:sp>
        <p:nvSpPr>
          <p:cNvPr id="3" name="Text Placeholder 10">
            <a:extLst>
              <a:ext uri="{FF2B5EF4-FFF2-40B4-BE49-F238E27FC236}">
                <a16:creationId xmlns:a16="http://schemas.microsoft.com/office/drawing/2014/main" id="{39DFA921-CFC0-69FD-8090-9F271263A5EA}"/>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accent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1837FB79-B5FE-DBAC-41FC-C62DFE9E7FED}"/>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accent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B09E18CC-D8B5-FD8F-240F-1465A3DC396C}"/>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37206630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5_Cover">
    <p:bg>
      <p:bgPr>
        <a:solidFill>
          <a:schemeClr val="bg1"/>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775A193-6E2B-8130-7023-A0C986A2F411}"/>
              </a:ext>
            </a:extLst>
          </p:cNvPr>
          <p:cNvSpPr/>
          <p:nvPr/>
        </p:nvSpPr>
        <p:spPr>
          <a:xfrm>
            <a:off x="7170479" y="1"/>
            <a:ext cx="3857511" cy="6857999"/>
          </a:xfrm>
          <a:custGeom>
            <a:avLst/>
            <a:gdLst>
              <a:gd name="connsiteX0" fmla="*/ 2571678 w 3857511"/>
              <a:gd name="connsiteY0" fmla="*/ 6000752 h 6857999"/>
              <a:gd name="connsiteX1" fmla="*/ 3857511 w 3857511"/>
              <a:gd name="connsiteY1" fmla="*/ 6000752 h 6857999"/>
              <a:gd name="connsiteX2" fmla="*/ 3857511 w 3857511"/>
              <a:gd name="connsiteY2" fmla="*/ 6051757 h 6857999"/>
              <a:gd name="connsiteX3" fmla="*/ 2620025 w 3857511"/>
              <a:gd name="connsiteY3" fmla="*/ 6857999 h 6857999"/>
              <a:gd name="connsiteX4" fmla="*/ 2571678 w 3857511"/>
              <a:gd name="connsiteY4" fmla="*/ 6857999 h 6857999"/>
              <a:gd name="connsiteX5" fmla="*/ 2523331 w 3857511"/>
              <a:gd name="connsiteY5" fmla="*/ 5143505 h 6857999"/>
              <a:gd name="connsiteX6" fmla="*/ 2571678 w 3857511"/>
              <a:gd name="connsiteY6" fmla="*/ 5143505 h 6857999"/>
              <a:gd name="connsiteX7" fmla="*/ 2571678 w 3857511"/>
              <a:gd name="connsiteY7" fmla="*/ 6000752 h 6857999"/>
              <a:gd name="connsiteX8" fmla="*/ 1285845 w 3857511"/>
              <a:gd name="connsiteY8" fmla="*/ 6000752 h 6857999"/>
              <a:gd name="connsiteX9" fmla="*/ 1285845 w 3857511"/>
              <a:gd name="connsiteY9" fmla="*/ 5949747 h 6857999"/>
              <a:gd name="connsiteX10" fmla="*/ 2523331 w 3857511"/>
              <a:gd name="connsiteY10" fmla="*/ 5143505 h 6857999"/>
              <a:gd name="connsiteX11" fmla="*/ 0 w 3857511"/>
              <a:gd name="connsiteY11" fmla="*/ 3428999 h 6857999"/>
              <a:gd name="connsiteX12" fmla="*/ 48346 w 3857511"/>
              <a:gd name="connsiteY12" fmla="*/ 3428999 h 6857999"/>
              <a:gd name="connsiteX13" fmla="*/ 1285833 w 3857511"/>
              <a:gd name="connsiteY13" fmla="*/ 4235241 h 6857999"/>
              <a:gd name="connsiteX14" fmla="*/ 1285833 w 3857511"/>
              <a:gd name="connsiteY14" fmla="*/ 4286246 h 6857999"/>
              <a:gd name="connsiteX15" fmla="*/ 0 w 3857511"/>
              <a:gd name="connsiteY15" fmla="*/ 4286246 h 6857999"/>
              <a:gd name="connsiteX16" fmla="*/ 1285845 w 3857511"/>
              <a:gd name="connsiteY16" fmla="*/ 2571753 h 6857999"/>
              <a:gd name="connsiteX17" fmla="*/ 2571678 w 3857511"/>
              <a:gd name="connsiteY17" fmla="*/ 2571753 h 6857999"/>
              <a:gd name="connsiteX18" fmla="*/ 2571678 w 3857511"/>
              <a:gd name="connsiteY18" fmla="*/ 3428999 h 6857999"/>
              <a:gd name="connsiteX19" fmla="*/ 2523331 w 3857511"/>
              <a:gd name="connsiteY19" fmla="*/ 3428999 h 6857999"/>
              <a:gd name="connsiteX20" fmla="*/ 1285845 w 3857511"/>
              <a:gd name="connsiteY20" fmla="*/ 2622757 h 6857999"/>
              <a:gd name="connsiteX21" fmla="*/ 2523331 w 3857511"/>
              <a:gd name="connsiteY21" fmla="*/ 0 h 6857999"/>
              <a:gd name="connsiteX22" fmla="*/ 2571678 w 3857511"/>
              <a:gd name="connsiteY22" fmla="*/ 0 h 6857999"/>
              <a:gd name="connsiteX23" fmla="*/ 2571678 w 3857511"/>
              <a:gd name="connsiteY23" fmla="*/ 857246 h 6857999"/>
              <a:gd name="connsiteX24" fmla="*/ 3857511 w 3857511"/>
              <a:gd name="connsiteY24" fmla="*/ 857246 h 6857999"/>
              <a:gd name="connsiteX25" fmla="*/ 3857511 w 3857511"/>
              <a:gd name="connsiteY25" fmla="*/ 908251 h 6857999"/>
              <a:gd name="connsiteX26" fmla="*/ 2626415 w 3857511"/>
              <a:gd name="connsiteY26" fmla="*/ 1632077 h 6857999"/>
              <a:gd name="connsiteX27" fmla="*/ 2620025 w 3857511"/>
              <a:gd name="connsiteY27" fmla="*/ 1714493 h 6857999"/>
              <a:gd name="connsiteX28" fmla="*/ 2626415 w 3857511"/>
              <a:gd name="connsiteY28" fmla="*/ 1796909 h 6857999"/>
              <a:gd name="connsiteX29" fmla="*/ 3857511 w 3857511"/>
              <a:gd name="connsiteY29" fmla="*/ 2520735 h 6857999"/>
              <a:gd name="connsiteX30" fmla="*/ 3857511 w 3857511"/>
              <a:gd name="connsiteY30" fmla="*/ 2571740 h 6857999"/>
              <a:gd name="connsiteX31" fmla="*/ 2571678 w 3857511"/>
              <a:gd name="connsiteY31" fmla="*/ 2571740 h 6857999"/>
              <a:gd name="connsiteX32" fmla="*/ 2571678 w 3857511"/>
              <a:gd name="connsiteY32" fmla="*/ 1714493 h 6857999"/>
              <a:gd name="connsiteX33" fmla="*/ 2571678 w 3857511"/>
              <a:gd name="connsiteY33" fmla="*/ 1714493 h 6857999"/>
              <a:gd name="connsiteX34" fmla="*/ 2571678 w 3857511"/>
              <a:gd name="connsiteY34" fmla="*/ 857247 h 6857999"/>
              <a:gd name="connsiteX35" fmla="*/ 1285845 w 3857511"/>
              <a:gd name="connsiteY35" fmla="*/ 857247 h 6857999"/>
              <a:gd name="connsiteX36" fmla="*/ 1285845 w 3857511"/>
              <a:gd name="connsiteY36" fmla="*/ 806242 h 6857999"/>
              <a:gd name="connsiteX37" fmla="*/ 2523331 w 3857511"/>
              <a:gd name="connsiteY3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57511" h="6857999">
                <a:moveTo>
                  <a:pt x="2571678" y="6000752"/>
                </a:moveTo>
                <a:lnTo>
                  <a:pt x="3857511" y="6000752"/>
                </a:lnTo>
                <a:lnTo>
                  <a:pt x="3857511" y="6051757"/>
                </a:lnTo>
                <a:cubicBezTo>
                  <a:pt x="3174136" y="6051757"/>
                  <a:pt x="2620025" y="6412830"/>
                  <a:pt x="2620025" y="6857999"/>
                </a:cubicBezTo>
                <a:lnTo>
                  <a:pt x="2571678" y="6857999"/>
                </a:lnTo>
                <a:close/>
                <a:moveTo>
                  <a:pt x="2523331" y="5143505"/>
                </a:moveTo>
                <a:lnTo>
                  <a:pt x="2571678" y="5143505"/>
                </a:lnTo>
                <a:lnTo>
                  <a:pt x="2571678" y="6000752"/>
                </a:lnTo>
                <a:lnTo>
                  <a:pt x="1285845" y="6000752"/>
                </a:lnTo>
                <a:lnTo>
                  <a:pt x="1285845" y="5949747"/>
                </a:lnTo>
                <a:cubicBezTo>
                  <a:pt x="1969220" y="5949747"/>
                  <a:pt x="2523331" y="5588675"/>
                  <a:pt x="2523331" y="5143505"/>
                </a:cubicBezTo>
                <a:close/>
                <a:moveTo>
                  <a:pt x="0" y="3428999"/>
                </a:moveTo>
                <a:lnTo>
                  <a:pt x="48346" y="3428999"/>
                </a:lnTo>
                <a:cubicBezTo>
                  <a:pt x="48346" y="3874169"/>
                  <a:pt x="602458" y="4235241"/>
                  <a:pt x="1285833" y="4235241"/>
                </a:cubicBezTo>
                <a:lnTo>
                  <a:pt x="1285833" y="4286246"/>
                </a:lnTo>
                <a:lnTo>
                  <a:pt x="0" y="4286246"/>
                </a:lnTo>
                <a:close/>
                <a:moveTo>
                  <a:pt x="1285845" y="2571753"/>
                </a:moveTo>
                <a:lnTo>
                  <a:pt x="2571678" y="2571753"/>
                </a:lnTo>
                <a:lnTo>
                  <a:pt x="2571678" y="3428999"/>
                </a:lnTo>
                <a:lnTo>
                  <a:pt x="2523331" y="3428999"/>
                </a:lnTo>
                <a:cubicBezTo>
                  <a:pt x="2523331" y="2983830"/>
                  <a:pt x="1969220" y="2622757"/>
                  <a:pt x="1285845" y="2622757"/>
                </a:cubicBezTo>
                <a:close/>
                <a:moveTo>
                  <a:pt x="2523331" y="0"/>
                </a:moveTo>
                <a:lnTo>
                  <a:pt x="2571678" y="0"/>
                </a:lnTo>
                <a:lnTo>
                  <a:pt x="2571678" y="857246"/>
                </a:lnTo>
                <a:lnTo>
                  <a:pt x="3857511" y="857246"/>
                </a:lnTo>
                <a:lnTo>
                  <a:pt x="3857511" y="908251"/>
                </a:lnTo>
                <a:cubicBezTo>
                  <a:pt x="3216847" y="908251"/>
                  <a:pt x="2689794" y="1225600"/>
                  <a:pt x="2626415" y="1632077"/>
                </a:cubicBezTo>
                <a:lnTo>
                  <a:pt x="2620025" y="1714493"/>
                </a:lnTo>
                <a:lnTo>
                  <a:pt x="2626415" y="1796909"/>
                </a:lnTo>
                <a:cubicBezTo>
                  <a:pt x="2689794" y="2203387"/>
                  <a:pt x="3216847" y="2520735"/>
                  <a:pt x="3857511" y="2520735"/>
                </a:cubicBezTo>
                <a:lnTo>
                  <a:pt x="3857511" y="2571740"/>
                </a:lnTo>
                <a:lnTo>
                  <a:pt x="2571678" y="2571740"/>
                </a:lnTo>
                <a:lnTo>
                  <a:pt x="2571678" y="1714493"/>
                </a:lnTo>
                <a:lnTo>
                  <a:pt x="2571678" y="1714493"/>
                </a:lnTo>
                <a:lnTo>
                  <a:pt x="2571678" y="857247"/>
                </a:lnTo>
                <a:lnTo>
                  <a:pt x="1285845" y="857247"/>
                </a:lnTo>
                <a:lnTo>
                  <a:pt x="1285845" y="806242"/>
                </a:lnTo>
                <a:cubicBezTo>
                  <a:pt x="1969220" y="806242"/>
                  <a:pt x="2523331" y="445169"/>
                  <a:pt x="2523331" y="0"/>
                </a:cubicBezTo>
                <a:close/>
              </a:path>
            </a:pathLst>
          </a:custGeom>
          <a:solidFill>
            <a:srgbClr val="007B85"/>
          </a:solidFill>
          <a:ln w="690" cap="flat">
            <a:noFill/>
            <a:prstDash val="solid"/>
            <a:miter/>
          </a:ln>
        </p:spPr>
        <p:txBody>
          <a:bodyPr wrap="square" rtlCol="0" anchor="ctr">
            <a:noAutofit/>
          </a:bodyPr>
          <a:lstStyle/>
          <a:p>
            <a:endParaRPr lang="en-GR" sz="1800"/>
          </a:p>
        </p:txBody>
      </p:sp>
      <p:sp>
        <p:nvSpPr>
          <p:cNvPr id="4" name="Text Placeholder">
            <a:extLst>
              <a:ext uri="{FF2B5EF4-FFF2-40B4-BE49-F238E27FC236}">
                <a16:creationId xmlns:a16="http://schemas.microsoft.com/office/drawing/2014/main" id="{FF7E461A-BA48-2A47-A1F2-93CE4FD445CF}"/>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accent1"/>
                </a:solidFill>
              </a:defRPr>
            </a:lvl1pPr>
          </a:lstStyle>
          <a:p>
            <a:pPr lvl="0"/>
            <a:r>
              <a:rPr lang="en-GB"/>
              <a:t>Placeholder text here may  continue on two lines</a:t>
            </a:r>
            <a:endParaRPr lang="en-GR"/>
          </a:p>
        </p:txBody>
      </p:sp>
      <p:sp>
        <p:nvSpPr>
          <p:cNvPr id="5" name="Text Placeholder 10">
            <a:extLst>
              <a:ext uri="{FF2B5EF4-FFF2-40B4-BE49-F238E27FC236}">
                <a16:creationId xmlns:a16="http://schemas.microsoft.com/office/drawing/2014/main" id="{9FD33C73-0A67-D5CB-874E-F10C1BDBE990}"/>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accent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6" name="Text Placeholder 10">
            <a:extLst>
              <a:ext uri="{FF2B5EF4-FFF2-40B4-BE49-F238E27FC236}">
                <a16:creationId xmlns:a16="http://schemas.microsoft.com/office/drawing/2014/main" id="{75B5F814-5AA9-EA20-B95F-B588FEEF556C}"/>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accent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7" name="Text Placeholder 5">
            <a:extLst>
              <a:ext uri="{FF2B5EF4-FFF2-40B4-BE49-F238E27FC236}">
                <a16:creationId xmlns:a16="http://schemas.microsoft.com/office/drawing/2014/main" id="{5B64DD1E-C2F1-E006-048A-740883AF65A6}"/>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13147549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6_Cover">
    <p:bg>
      <p:bgPr>
        <a:solidFill>
          <a:schemeClr val="bg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F634CAE3-1CF1-03C2-B5D6-EFDB773F4BDE}"/>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15764"/>
          <a:stretch/>
        </p:blipFill>
        <p:spPr>
          <a:xfrm>
            <a:off x="4448319" y="540278"/>
            <a:ext cx="7753212" cy="5807383"/>
          </a:xfrm>
          <a:prstGeom prst="rect">
            <a:avLst/>
          </a:prstGeom>
        </p:spPr>
      </p:pic>
      <p:sp>
        <p:nvSpPr>
          <p:cNvPr id="5" name="Text Placeholder">
            <a:extLst>
              <a:ext uri="{FF2B5EF4-FFF2-40B4-BE49-F238E27FC236}">
                <a16:creationId xmlns:a16="http://schemas.microsoft.com/office/drawing/2014/main" id="{1054F715-AB5C-1EF2-4A20-E9254A80EBD0}"/>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accent1"/>
                </a:solidFill>
              </a:defRPr>
            </a:lvl1pPr>
          </a:lstStyle>
          <a:p>
            <a:pPr lvl="0"/>
            <a:r>
              <a:rPr lang="en-GB"/>
              <a:t>Placeholder text here may  continue on two lines</a:t>
            </a:r>
            <a:endParaRPr lang="en-GR"/>
          </a:p>
        </p:txBody>
      </p:sp>
      <p:sp>
        <p:nvSpPr>
          <p:cNvPr id="6" name="Text Placeholder 10">
            <a:extLst>
              <a:ext uri="{FF2B5EF4-FFF2-40B4-BE49-F238E27FC236}">
                <a16:creationId xmlns:a16="http://schemas.microsoft.com/office/drawing/2014/main" id="{4D380F3D-9C42-6530-61C7-4DB5D21039D0}"/>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accent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7" name="Text Placeholder 10">
            <a:extLst>
              <a:ext uri="{FF2B5EF4-FFF2-40B4-BE49-F238E27FC236}">
                <a16:creationId xmlns:a16="http://schemas.microsoft.com/office/drawing/2014/main" id="{8D9F36FB-9472-7B0F-C82D-0130EB76282B}"/>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accent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8" name="Text Placeholder 5">
            <a:extLst>
              <a:ext uri="{FF2B5EF4-FFF2-40B4-BE49-F238E27FC236}">
                <a16:creationId xmlns:a16="http://schemas.microsoft.com/office/drawing/2014/main" id="{7DF64833-5BCF-FA47-E7BE-5B54762DD81C}"/>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38577836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7_Cover">
    <p:bg>
      <p:bgPr>
        <a:solidFill>
          <a:schemeClr val="bg1"/>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A842CBBB-ED82-3D2C-7AD6-88B1F4A7D133}"/>
              </a:ext>
            </a:extLst>
          </p:cNvPr>
          <p:cNvSpPr/>
          <p:nvPr userDrawn="1"/>
        </p:nvSpPr>
        <p:spPr>
          <a:xfrm>
            <a:off x="1046151" y="530601"/>
            <a:ext cx="11145849" cy="4671928"/>
          </a:xfrm>
          <a:custGeom>
            <a:avLst/>
            <a:gdLst>
              <a:gd name="connsiteX0" fmla="*/ 11137069 w 11145849"/>
              <a:gd name="connsiteY0" fmla="*/ 169698 h 4671928"/>
              <a:gd name="connsiteX1" fmla="*/ 11145849 w 11145849"/>
              <a:gd name="connsiteY1" fmla="*/ 169968 h 4671928"/>
              <a:gd name="connsiteX2" fmla="*/ 11145849 w 11145849"/>
              <a:gd name="connsiteY2" fmla="*/ 4502263 h 4671928"/>
              <a:gd name="connsiteX3" fmla="*/ 11137069 w 11145849"/>
              <a:gd name="connsiteY3" fmla="*/ 4502533 h 4671928"/>
              <a:gd name="connsiteX4" fmla="*/ 7576068 w 11145849"/>
              <a:gd name="connsiteY4" fmla="*/ 2336116 h 4671928"/>
              <a:gd name="connsiteX5" fmla="*/ 11137069 w 11145849"/>
              <a:gd name="connsiteY5" fmla="*/ 169698 h 4671928"/>
              <a:gd name="connsiteX6" fmla="*/ 3712358 w 11145849"/>
              <a:gd name="connsiteY6" fmla="*/ 169395 h 4671928"/>
              <a:gd name="connsiteX7" fmla="*/ 151357 w 11145849"/>
              <a:gd name="connsiteY7" fmla="*/ 2336115 h 4671928"/>
              <a:gd name="connsiteX8" fmla="*/ 3712358 w 11145849"/>
              <a:gd name="connsiteY8" fmla="*/ 4502533 h 4671928"/>
              <a:gd name="connsiteX9" fmla="*/ 3712358 w 11145849"/>
              <a:gd name="connsiteY9" fmla="*/ 4502227 h 4671928"/>
              <a:gd name="connsiteX10" fmla="*/ 7273360 w 11145849"/>
              <a:gd name="connsiteY10" fmla="*/ 2335813 h 4671928"/>
              <a:gd name="connsiteX11" fmla="*/ 3712358 w 11145849"/>
              <a:gd name="connsiteY11" fmla="*/ 169395 h 4671928"/>
              <a:gd name="connsiteX12" fmla="*/ 0 w 11145849"/>
              <a:gd name="connsiteY12" fmla="*/ 0 h 4671928"/>
              <a:gd name="connsiteX13" fmla="*/ 7424715 w 11145849"/>
              <a:gd name="connsiteY13" fmla="*/ 0 h 4671928"/>
              <a:gd name="connsiteX14" fmla="*/ 7424715 w 11145849"/>
              <a:gd name="connsiteY14" fmla="*/ 4671928 h 4671928"/>
              <a:gd name="connsiteX15" fmla="*/ 0 w 11145849"/>
              <a:gd name="connsiteY15" fmla="*/ 4671928 h 4671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145849" h="4671928">
                <a:moveTo>
                  <a:pt x="11137069" y="169698"/>
                </a:moveTo>
                <a:lnTo>
                  <a:pt x="11145849" y="169968"/>
                </a:lnTo>
                <a:lnTo>
                  <a:pt x="11145849" y="4502263"/>
                </a:lnTo>
                <a:lnTo>
                  <a:pt x="11137069" y="4502533"/>
                </a:lnTo>
                <a:cubicBezTo>
                  <a:pt x="9170369" y="4502533"/>
                  <a:pt x="7576068" y="3532253"/>
                  <a:pt x="7576068" y="2336116"/>
                </a:cubicBezTo>
                <a:cubicBezTo>
                  <a:pt x="7576068" y="1139976"/>
                  <a:pt x="9170675" y="169698"/>
                  <a:pt x="11137069" y="169698"/>
                </a:cubicBezTo>
                <a:close/>
                <a:moveTo>
                  <a:pt x="3712358" y="169395"/>
                </a:moveTo>
                <a:cubicBezTo>
                  <a:pt x="1745964" y="169395"/>
                  <a:pt x="151357" y="1139979"/>
                  <a:pt x="151357" y="2336115"/>
                </a:cubicBezTo>
                <a:cubicBezTo>
                  <a:pt x="151357" y="3532255"/>
                  <a:pt x="1745964" y="4502533"/>
                  <a:pt x="3712358" y="4502533"/>
                </a:cubicBezTo>
                <a:lnTo>
                  <a:pt x="3712358" y="4502227"/>
                </a:lnTo>
                <a:cubicBezTo>
                  <a:pt x="5679061" y="4502227"/>
                  <a:pt x="7273360" y="3531950"/>
                  <a:pt x="7273360" y="2335813"/>
                </a:cubicBezTo>
                <a:cubicBezTo>
                  <a:pt x="7273360" y="1139673"/>
                  <a:pt x="5678752" y="169395"/>
                  <a:pt x="3712358" y="169395"/>
                </a:cubicBezTo>
                <a:close/>
                <a:moveTo>
                  <a:pt x="0" y="0"/>
                </a:moveTo>
                <a:lnTo>
                  <a:pt x="7424715" y="0"/>
                </a:lnTo>
                <a:lnTo>
                  <a:pt x="7424715" y="4671928"/>
                </a:lnTo>
                <a:lnTo>
                  <a:pt x="0" y="4671928"/>
                </a:lnTo>
                <a:close/>
              </a:path>
            </a:pathLst>
          </a:custGeom>
          <a:solidFill>
            <a:srgbClr val="047A85"/>
          </a:solidFill>
          <a:ln w="0" cap="flat">
            <a:noFill/>
            <a:prstDash val="solid"/>
            <a:miter/>
          </a:ln>
        </p:spPr>
        <p:txBody>
          <a:bodyPr wrap="square" rtlCol="0" anchor="ctr">
            <a:noAutofit/>
          </a:bodyPr>
          <a:lstStyle/>
          <a:p>
            <a:endParaRPr lang="en-GR" sz="1800"/>
          </a:p>
        </p:txBody>
      </p:sp>
      <p:sp>
        <p:nvSpPr>
          <p:cNvPr id="4" name="Text Placeholder">
            <a:extLst>
              <a:ext uri="{FF2B5EF4-FFF2-40B4-BE49-F238E27FC236}">
                <a16:creationId xmlns:a16="http://schemas.microsoft.com/office/drawing/2014/main" id="{F859829F-972C-8EEB-5789-981DA43B1DE1}"/>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accent1"/>
                </a:solidFill>
              </a:defRPr>
            </a:lvl1pPr>
          </a:lstStyle>
          <a:p>
            <a:pPr lvl="0"/>
            <a:r>
              <a:rPr lang="en-GB"/>
              <a:t>Placeholder text here may  continue on two lines</a:t>
            </a:r>
            <a:endParaRPr lang="en-GR"/>
          </a:p>
        </p:txBody>
      </p:sp>
      <p:sp>
        <p:nvSpPr>
          <p:cNvPr id="5" name="Text Placeholder 10">
            <a:extLst>
              <a:ext uri="{FF2B5EF4-FFF2-40B4-BE49-F238E27FC236}">
                <a16:creationId xmlns:a16="http://schemas.microsoft.com/office/drawing/2014/main" id="{E691C1F1-D0D6-53A1-9E37-B923B3976810}"/>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accent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6" name="Text Placeholder 10">
            <a:extLst>
              <a:ext uri="{FF2B5EF4-FFF2-40B4-BE49-F238E27FC236}">
                <a16:creationId xmlns:a16="http://schemas.microsoft.com/office/drawing/2014/main" id="{0BCB16BE-B5C9-2BEB-64AC-E5FE68A237E8}"/>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accent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7" name="Text Placeholder 5">
            <a:extLst>
              <a:ext uri="{FF2B5EF4-FFF2-40B4-BE49-F238E27FC236}">
                <a16:creationId xmlns:a16="http://schemas.microsoft.com/office/drawing/2014/main" id="{8DFCB8A9-2432-F836-354C-3EDE31A0F3DB}"/>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380796638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8_Cover">
    <p:bg>
      <p:bgPr>
        <a:solidFill>
          <a:schemeClr val="bg1"/>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8DD2459E-C7C5-F943-DD9B-BFF7DC869E99}"/>
              </a:ext>
            </a:extLst>
          </p:cNvPr>
          <p:cNvSpPr/>
          <p:nvPr/>
        </p:nvSpPr>
        <p:spPr>
          <a:xfrm>
            <a:off x="5429020" y="4"/>
            <a:ext cx="6762980" cy="6857998"/>
          </a:xfrm>
          <a:custGeom>
            <a:avLst/>
            <a:gdLst>
              <a:gd name="connsiteX0" fmla="*/ 4001986 w 6762980"/>
              <a:gd name="connsiteY0" fmla="*/ 5143499 h 6857998"/>
              <a:gd name="connsiteX1" fmla="*/ 4001986 w 6762980"/>
              <a:gd name="connsiteY1" fmla="*/ 5147670 h 6857998"/>
              <a:gd name="connsiteX2" fmla="*/ 4060287 w 6762980"/>
              <a:gd name="connsiteY2" fmla="*/ 5147670 h 6857998"/>
              <a:gd name="connsiteX3" fmla="*/ 4060287 w 6762980"/>
              <a:gd name="connsiteY3" fmla="*/ 5998663 h 6857998"/>
              <a:gd name="connsiteX4" fmla="*/ 5405385 w 6762980"/>
              <a:gd name="connsiteY4" fmla="*/ 5998663 h 6857998"/>
              <a:gd name="connsiteX5" fmla="*/ 5405385 w 6762980"/>
              <a:gd name="connsiteY5" fmla="*/ 6061237 h 6857998"/>
              <a:gd name="connsiteX6" fmla="*/ 4110257 w 6762980"/>
              <a:gd name="connsiteY6" fmla="*/ 6857998 h 6857998"/>
              <a:gd name="connsiteX7" fmla="*/ 4110257 w 6762980"/>
              <a:gd name="connsiteY7" fmla="*/ 6853827 h 6857998"/>
              <a:gd name="connsiteX8" fmla="*/ 4051956 w 6762980"/>
              <a:gd name="connsiteY8" fmla="*/ 6853827 h 6857998"/>
              <a:gd name="connsiteX9" fmla="*/ 4051956 w 6762980"/>
              <a:gd name="connsiteY9" fmla="*/ 6002834 h 6857998"/>
              <a:gd name="connsiteX10" fmla="*/ 2706858 w 6762980"/>
              <a:gd name="connsiteY10" fmla="*/ 6002834 h 6857998"/>
              <a:gd name="connsiteX11" fmla="*/ 2706858 w 6762980"/>
              <a:gd name="connsiteY11" fmla="*/ 5940260 h 6857998"/>
              <a:gd name="connsiteX12" fmla="*/ 4001986 w 6762980"/>
              <a:gd name="connsiteY12" fmla="*/ 5143499 h 6857998"/>
              <a:gd name="connsiteX13" fmla="*/ 4051956 w 6762980"/>
              <a:gd name="connsiteY13" fmla="*/ 3428997 h 6857998"/>
              <a:gd name="connsiteX14" fmla="*/ 4110257 w 6762980"/>
              <a:gd name="connsiteY14" fmla="*/ 3428997 h 6857998"/>
              <a:gd name="connsiteX15" fmla="*/ 5405385 w 6762980"/>
              <a:gd name="connsiteY15" fmla="*/ 4225761 h 6857998"/>
              <a:gd name="connsiteX16" fmla="*/ 5405385 w 6762980"/>
              <a:gd name="connsiteY16" fmla="*/ 4288332 h 6857998"/>
              <a:gd name="connsiteX17" fmla="*/ 4060287 w 6762980"/>
              <a:gd name="connsiteY17" fmla="*/ 4288332 h 6857998"/>
              <a:gd name="connsiteX18" fmla="*/ 4060287 w 6762980"/>
              <a:gd name="connsiteY18" fmla="*/ 5143496 h 6857998"/>
              <a:gd name="connsiteX19" fmla="*/ 4001986 w 6762980"/>
              <a:gd name="connsiteY19" fmla="*/ 5143496 h 6857998"/>
              <a:gd name="connsiteX20" fmla="*/ 2706858 w 6762980"/>
              <a:gd name="connsiteY20" fmla="*/ 4346735 h 6857998"/>
              <a:gd name="connsiteX21" fmla="*/ 2706858 w 6762980"/>
              <a:gd name="connsiteY21" fmla="*/ 4284161 h 6857998"/>
              <a:gd name="connsiteX22" fmla="*/ 4051956 w 6762980"/>
              <a:gd name="connsiteY22" fmla="*/ 4284161 h 6857998"/>
              <a:gd name="connsiteX23" fmla="*/ 5409551 w 6762980"/>
              <a:gd name="connsiteY23" fmla="*/ 2569662 h 6857998"/>
              <a:gd name="connsiteX24" fmla="*/ 6762980 w 6762980"/>
              <a:gd name="connsiteY24" fmla="*/ 2569662 h 6857998"/>
              <a:gd name="connsiteX25" fmla="*/ 6762980 w 6762980"/>
              <a:gd name="connsiteY25" fmla="*/ 3428997 h 6857998"/>
              <a:gd name="connsiteX26" fmla="*/ 6762980 w 6762980"/>
              <a:gd name="connsiteY26" fmla="*/ 4288332 h 6857998"/>
              <a:gd name="connsiteX27" fmla="*/ 5409551 w 6762980"/>
              <a:gd name="connsiteY27" fmla="*/ 4288332 h 6857998"/>
              <a:gd name="connsiteX28" fmla="*/ 5409551 w 6762980"/>
              <a:gd name="connsiteY28" fmla="*/ 4225761 h 6857998"/>
              <a:gd name="connsiteX29" fmla="*/ 6704680 w 6762980"/>
              <a:gd name="connsiteY29" fmla="*/ 3428997 h 6857998"/>
              <a:gd name="connsiteX30" fmla="*/ 5409551 w 6762980"/>
              <a:gd name="connsiteY30" fmla="*/ 2632237 h 6857998"/>
              <a:gd name="connsiteX31" fmla="*/ 1295128 w 6762980"/>
              <a:gd name="connsiteY31" fmla="*/ 1714499 h 6857998"/>
              <a:gd name="connsiteX32" fmla="*/ 1353429 w 6762980"/>
              <a:gd name="connsiteY32" fmla="*/ 1714499 h 6857998"/>
              <a:gd name="connsiteX33" fmla="*/ 1353429 w 6762980"/>
              <a:gd name="connsiteY33" fmla="*/ 2569662 h 6857998"/>
              <a:gd name="connsiteX34" fmla="*/ 2702693 w 6762980"/>
              <a:gd name="connsiteY34" fmla="*/ 2569662 h 6857998"/>
              <a:gd name="connsiteX35" fmla="*/ 2702693 w 6762980"/>
              <a:gd name="connsiteY35" fmla="*/ 2632237 h 6857998"/>
              <a:gd name="connsiteX36" fmla="*/ 1407564 w 6762980"/>
              <a:gd name="connsiteY36" fmla="*/ 3428997 h 6857998"/>
              <a:gd name="connsiteX37" fmla="*/ 1349264 w 6762980"/>
              <a:gd name="connsiteY37" fmla="*/ 3428997 h 6857998"/>
              <a:gd name="connsiteX38" fmla="*/ 1349264 w 6762980"/>
              <a:gd name="connsiteY38" fmla="*/ 2573833 h 6857998"/>
              <a:gd name="connsiteX39" fmla="*/ 0 w 6762980"/>
              <a:gd name="connsiteY39" fmla="*/ 2573833 h 6857998"/>
              <a:gd name="connsiteX40" fmla="*/ 0 w 6762980"/>
              <a:gd name="connsiteY40" fmla="*/ 2511262 h 6857998"/>
              <a:gd name="connsiteX41" fmla="*/ 1295128 w 6762980"/>
              <a:gd name="connsiteY41" fmla="*/ 1714499 h 6857998"/>
              <a:gd name="connsiteX42" fmla="*/ 4001986 w 6762980"/>
              <a:gd name="connsiteY42" fmla="*/ 0 h 6857998"/>
              <a:gd name="connsiteX43" fmla="*/ 4060287 w 6762980"/>
              <a:gd name="connsiteY43" fmla="*/ 0 h 6857998"/>
              <a:gd name="connsiteX44" fmla="*/ 4060287 w 6762980"/>
              <a:gd name="connsiteY44" fmla="*/ 859335 h 6857998"/>
              <a:gd name="connsiteX45" fmla="*/ 2706858 w 6762980"/>
              <a:gd name="connsiteY45" fmla="*/ 859335 h 6857998"/>
              <a:gd name="connsiteX46" fmla="*/ 2706858 w 6762980"/>
              <a:gd name="connsiteY46" fmla="*/ 796763 h 6857998"/>
              <a:gd name="connsiteX47" fmla="*/ 4001986 w 6762980"/>
              <a:gd name="connsiteY47"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762980" h="6857998">
                <a:moveTo>
                  <a:pt x="4001986" y="5143499"/>
                </a:moveTo>
                <a:lnTo>
                  <a:pt x="4001986" y="5147670"/>
                </a:lnTo>
                <a:lnTo>
                  <a:pt x="4060287" y="5147670"/>
                </a:lnTo>
                <a:lnTo>
                  <a:pt x="4060287" y="5998663"/>
                </a:lnTo>
                <a:lnTo>
                  <a:pt x="5405385" y="5998663"/>
                </a:lnTo>
                <a:lnTo>
                  <a:pt x="5405385" y="6061237"/>
                </a:lnTo>
                <a:cubicBezTo>
                  <a:pt x="4689109" y="6061237"/>
                  <a:pt x="4110257" y="6419987"/>
                  <a:pt x="4110257" y="6857998"/>
                </a:cubicBezTo>
                <a:lnTo>
                  <a:pt x="4110257" y="6853827"/>
                </a:lnTo>
                <a:lnTo>
                  <a:pt x="4051956" y="6853827"/>
                </a:lnTo>
                <a:lnTo>
                  <a:pt x="4051956" y="6002834"/>
                </a:lnTo>
                <a:lnTo>
                  <a:pt x="2706858" y="6002834"/>
                </a:lnTo>
                <a:lnTo>
                  <a:pt x="2706858" y="5940260"/>
                </a:lnTo>
                <a:cubicBezTo>
                  <a:pt x="3423134" y="5940260"/>
                  <a:pt x="4001986" y="5581510"/>
                  <a:pt x="4001986" y="5143499"/>
                </a:cubicBezTo>
                <a:close/>
                <a:moveTo>
                  <a:pt x="4051956" y="3428997"/>
                </a:moveTo>
                <a:lnTo>
                  <a:pt x="4110257" y="3428997"/>
                </a:lnTo>
                <a:cubicBezTo>
                  <a:pt x="4110257" y="3867008"/>
                  <a:pt x="4689109" y="4225761"/>
                  <a:pt x="5405385" y="4225761"/>
                </a:cubicBezTo>
                <a:lnTo>
                  <a:pt x="5405385" y="4288332"/>
                </a:lnTo>
                <a:lnTo>
                  <a:pt x="4060287" y="4288332"/>
                </a:lnTo>
                <a:lnTo>
                  <a:pt x="4060287" y="5143496"/>
                </a:lnTo>
                <a:lnTo>
                  <a:pt x="4001986" y="5143496"/>
                </a:lnTo>
                <a:cubicBezTo>
                  <a:pt x="4001986" y="4705485"/>
                  <a:pt x="3423134" y="4346735"/>
                  <a:pt x="2706858" y="4346735"/>
                </a:cubicBezTo>
                <a:lnTo>
                  <a:pt x="2706858" y="4284161"/>
                </a:lnTo>
                <a:lnTo>
                  <a:pt x="4051956" y="4284161"/>
                </a:lnTo>
                <a:close/>
                <a:moveTo>
                  <a:pt x="5409551" y="2569662"/>
                </a:moveTo>
                <a:lnTo>
                  <a:pt x="6762980" y="2569662"/>
                </a:lnTo>
                <a:lnTo>
                  <a:pt x="6762980" y="3428997"/>
                </a:lnTo>
                <a:lnTo>
                  <a:pt x="6762980" y="4288332"/>
                </a:lnTo>
                <a:lnTo>
                  <a:pt x="5409551" y="4288332"/>
                </a:lnTo>
                <a:lnTo>
                  <a:pt x="5409551" y="4225761"/>
                </a:lnTo>
                <a:cubicBezTo>
                  <a:pt x="6125827" y="4225761"/>
                  <a:pt x="6704680" y="3867008"/>
                  <a:pt x="6704680" y="3428997"/>
                </a:cubicBezTo>
                <a:cubicBezTo>
                  <a:pt x="6704680" y="2990986"/>
                  <a:pt x="6125827" y="2632237"/>
                  <a:pt x="5409551" y="2632237"/>
                </a:cubicBezTo>
                <a:close/>
                <a:moveTo>
                  <a:pt x="1295128" y="1714499"/>
                </a:moveTo>
                <a:lnTo>
                  <a:pt x="1353429" y="1714499"/>
                </a:lnTo>
                <a:lnTo>
                  <a:pt x="1353429" y="2569662"/>
                </a:lnTo>
                <a:lnTo>
                  <a:pt x="2702693" y="2569662"/>
                </a:lnTo>
                <a:lnTo>
                  <a:pt x="2702693" y="2632237"/>
                </a:lnTo>
                <a:cubicBezTo>
                  <a:pt x="1986417" y="2632237"/>
                  <a:pt x="1407564" y="2990986"/>
                  <a:pt x="1407564" y="3428997"/>
                </a:cubicBezTo>
                <a:lnTo>
                  <a:pt x="1349264" y="3428997"/>
                </a:lnTo>
                <a:lnTo>
                  <a:pt x="1349264" y="2573833"/>
                </a:lnTo>
                <a:lnTo>
                  <a:pt x="0" y="2573833"/>
                </a:lnTo>
                <a:lnTo>
                  <a:pt x="0" y="2511262"/>
                </a:lnTo>
                <a:cubicBezTo>
                  <a:pt x="716276" y="2511262"/>
                  <a:pt x="1295128" y="2152510"/>
                  <a:pt x="1295128" y="1714499"/>
                </a:cubicBezTo>
                <a:close/>
                <a:moveTo>
                  <a:pt x="4001986" y="0"/>
                </a:moveTo>
                <a:lnTo>
                  <a:pt x="4060287" y="0"/>
                </a:lnTo>
                <a:lnTo>
                  <a:pt x="4060287" y="859335"/>
                </a:lnTo>
                <a:lnTo>
                  <a:pt x="2706858" y="859335"/>
                </a:lnTo>
                <a:lnTo>
                  <a:pt x="2706858" y="796763"/>
                </a:lnTo>
                <a:cubicBezTo>
                  <a:pt x="3423134" y="796763"/>
                  <a:pt x="4001986" y="438011"/>
                  <a:pt x="4001986" y="0"/>
                </a:cubicBezTo>
                <a:close/>
              </a:path>
            </a:pathLst>
          </a:custGeom>
          <a:solidFill>
            <a:srgbClr val="047A85"/>
          </a:solidFill>
          <a:ln w="16168" cap="flat">
            <a:noFill/>
            <a:prstDash val="solid"/>
            <a:miter/>
          </a:ln>
        </p:spPr>
        <p:txBody>
          <a:bodyPr wrap="square" rtlCol="0" anchor="ctr">
            <a:noAutofit/>
          </a:bodyPr>
          <a:lstStyle/>
          <a:p>
            <a:endParaRPr lang="en-GR" sz="1800"/>
          </a:p>
        </p:txBody>
      </p:sp>
      <p:sp>
        <p:nvSpPr>
          <p:cNvPr id="4" name="Text Placeholder">
            <a:extLst>
              <a:ext uri="{FF2B5EF4-FFF2-40B4-BE49-F238E27FC236}">
                <a16:creationId xmlns:a16="http://schemas.microsoft.com/office/drawing/2014/main" id="{6F64D1ED-EE0D-F31F-38D0-9C31509FA94F}"/>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accent1"/>
                </a:solidFill>
              </a:defRPr>
            </a:lvl1pPr>
          </a:lstStyle>
          <a:p>
            <a:pPr lvl="0"/>
            <a:r>
              <a:rPr lang="en-GB"/>
              <a:t>Placeholder text here may  continue on two lines</a:t>
            </a:r>
            <a:endParaRPr lang="en-GR"/>
          </a:p>
        </p:txBody>
      </p:sp>
      <p:sp>
        <p:nvSpPr>
          <p:cNvPr id="5" name="Text Placeholder 10">
            <a:extLst>
              <a:ext uri="{FF2B5EF4-FFF2-40B4-BE49-F238E27FC236}">
                <a16:creationId xmlns:a16="http://schemas.microsoft.com/office/drawing/2014/main" id="{01DDE1ED-7E94-88F0-050C-B4D60449940C}"/>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accent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6" name="Text Placeholder 10">
            <a:extLst>
              <a:ext uri="{FF2B5EF4-FFF2-40B4-BE49-F238E27FC236}">
                <a16:creationId xmlns:a16="http://schemas.microsoft.com/office/drawing/2014/main" id="{E0B4C4BE-40E1-976F-26AF-B680513C1113}"/>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accent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7" name="Text Placeholder 5">
            <a:extLst>
              <a:ext uri="{FF2B5EF4-FFF2-40B4-BE49-F238E27FC236}">
                <a16:creationId xmlns:a16="http://schemas.microsoft.com/office/drawing/2014/main" id="{63BCB572-21C0-340A-C7D1-4C4771A0BE93}"/>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11772703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9_Cover">
    <p:bg>
      <p:bgPr>
        <a:solidFill>
          <a:schemeClr val="bg1"/>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05DDA3BA-4253-5AC1-3E96-3308A15DDB2E}"/>
              </a:ext>
            </a:extLst>
          </p:cNvPr>
          <p:cNvSpPr/>
          <p:nvPr userDrawn="1"/>
        </p:nvSpPr>
        <p:spPr>
          <a:xfrm>
            <a:off x="4382429" y="524933"/>
            <a:ext cx="7473021" cy="4806008"/>
          </a:xfrm>
          <a:custGeom>
            <a:avLst/>
            <a:gdLst>
              <a:gd name="connsiteX0" fmla="*/ 0 w 808193"/>
              <a:gd name="connsiteY0" fmla="*/ 0 h 495236"/>
              <a:gd name="connsiteX1" fmla="*/ 0 w 808193"/>
              <a:gd name="connsiteY1" fmla="*/ 495237 h 495236"/>
              <a:gd name="connsiteX2" fmla="*/ 808194 w 808193"/>
              <a:gd name="connsiteY2" fmla="*/ 495237 h 495236"/>
              <a:gd name="connsiteX3" fmla="*/ 808194 w 808193"/>
              <a:gd name="connsiteY3" fmla="*/ 0 h 495236"/>
              <a:gd name="connsiteX4" fmla="*/ 0 w 808193"/>
              <a:gd name="connsiteY4" fmla="*/ 0 h 495236"/>
              <a:gd name="connsiteX5" fmla="*/ 404097 w 808193"/>
              <a:gd name="connsiteY5" fmla="*/ 477197 h 495236"/>
              <a:gd name="connsiteX6" fmla="*/ 16536 w 808193"/>
              <a:gd name="connsiteY6" fmla="*/ 247523 h 495236"/>
              <a:gd name="connsiteX7" fmla="*/ 404097 w 808193"/>
              <a:gd name="connsiteY7" fmla="*/ 17850 h 495236"/>
              <a:gd name="connsiteX8" fmla="*/ 791658 w 808193"/>
              <a:gd name="connsiteY8" fmla="*/ 247523 h 495236"/>
              <a:gd name="connsiteX9" fmla="*/ 404097 w 808193"/>
              <a:gd name="connsiteY9" fmla="*/ 477197 h 495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8193" h="495236">
                <a:moveTo>
                  <a:pt x="0" y="0"/>
                </a:moveTo>
                <a:lnTo>
                  <a:pt x="0" y="495237"/>
                </a:lnTo>
                <a:lnTo>
                  <a:pt x="808194" y="495237"/>
                </a:lnTo>
                <a:lnTo>
                  <a:pt x="808194" y="0"/>
                </a:lnTo>
                <a:lnTo>
                  <a:pt x="0" y="0"/>
                </a:lnTo>
                <a:close/>
                <a:moveTo>
                  <a:pt x="404097" y="477197"/>
                </a:moveTo>
                <a:cubicBezTo>
                  <a:pt x="190074" y="477197"/>
                  <a:pt x="16536" y="374371"/>
                  <a:pt x="16536" y="247523"/>
                </a:cubicBezTo>
                <a:cubicBezTo>
                  <a:pt x="16536" y="120676"/>
                  <a:pt x="190074" y="17850"/>
                  <a:pt x="404097" y="17850"/>
                </a:cubicBezTo>
                <a:cubicBezTo>
                  <a:pt x="618120" y="17850"/>
                  <a:pt x="791658" y="120676"/>
                  <a:pt x="791658" y="247523"/>
                </a:cubicBezTo>
                <a:cubicBezTo>
                  <a:pt x="791658" y="374371"/>
                  <a:pt x="618120" y="477197"/>
                  <a:pt x="404097" y="477197"/>
                </a:cubicBezTo>
                <a:close/>
              </a:path>
            </a:pathLst>
          </a:custGeom>
          <a:solidFill>
            <a:srgbClr val="047A85"/>
          </a:solidFill>
          <a:ln w="0" cap="flat">
            <a:noFill/>
            <a:prstDash val="solid"/>
            <a:miter/>
          </a:ln>
        </p:spPr>
        <p:txBody>
          <a:bodyPr rtlCol="0" anchor="ctr"/>
          <a:lstStyle/>
          <a:p>
            <a:endParaRPr lang="en-GR" sz="1800"/>
          </a:p>
        </p:txBody>
      </p:sp>
      <p:sp>
        <p:nvSpPr>
          <p:cNvPr id="4" name="Text Placeholder">
            <a:extLst>
              <a:ext uri="{FF2B5EF4-FFF2-40B4-BE49-F238E27FC236}">
                <a16:creationId xmlns:a16="http://schemas.microsoft.com/office/drawing/2014/main" id="{1D1E7D23-D57E-FA04-2336-FE4D619A42FA}"/>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accent1"/>
                </a:solidFill>
              </a:defRPr>
            </a:lvl1pPr>
          </a:lstStyle>
          <a:p>
            <a:pPr lvl="0"/>
            <a:r>
              <a:rPr lang="en-GB"/>
              <a:t>Placeholder text here may  continue on two lines</a:t>
            </a:r>
            <a:endParaRPr lang="en-GR"/>
          </a:p>
        </p:txBody>
      </p:sp>
      <p:sp>
        <p:nvSpPr>
          <p:cNvPr id="5" name="Text Placeholder 10">
            <a:extLst>
              <a:ext uri="{FF2B5EF4-FFF2-40B4-BE49-F238E27FC236}">
                <a16:creationId xmlns:a16="http://schemas.microsoft.com/office/drawing/2014/main" id="{5C7BBB3E-B176-F697-B681-3D3020485138}"/>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accent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6" name="Text Placeholder 10">
            <a:extLst>
              <a:ext uri="{FF2B5EF4-FFF2-40B4-BE49-F238E27FC236}">
                <a16:creationId xmlns:a16="http://schemas.microsoft.com/office/drawing/2014/main" id="{0906FC7C-6CC5-47D8-6062-0CE41943A4FD}"/>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accent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7" name="Text Placeholder 5">
            <a:extLst>
              <a:ext uri="{FF2B5EF4-FFF2-40B4-BE49-F238E27FC236}">
                <a16:creationId xmlns:a16="http://schemas.microsoft.com/office/drawing/2014/main" id="{EFC138FC-B3A8-C9CF-CA4B-7E50C075164E}"/>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428181436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0_Cover">
    <p:bg>
      <p:bgPr>
        <a:solidFill>
          <a:schemeClr val="bg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A26D2E40-F44F-82EA-B95C-C9CD8677415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16311"/>
          <a:stretch/>
        </p:blipFill>
        <p:spPr>
          <a:xfrm>
            <a:off x="5415431" y="812699"/>
            <a:ext cx="6776570" cy="5138716"/>
          </a:xfrm>
          <a:prstGeom prst="rect">
            <a:avLst/>
          </a:prstGeom>
        </p:spPr>
      </p:pic>
      <p:sp>
        <p:nvSpPr>
          <p:cNvPr id="5" name="Text Placeholder">
            <a:extLst>
              <a:ext uri="{FF2B5EF4-FFF2-40B4-BE49-F238E27FC236}">
                <a16:creationId xmlns:a16="http://schemas.microsoft.com/office/drawing/2014/main" id="{4607EF4C-1CAB-C182-5E3A-3A2548FB95AE}"/>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accent1"/>
                </a:solidFill>
              </a:defRPr>
            </a:lvl1pPr>
          </a:lstStyle>
          <a:p>
            <a:pPr lvl="0"/>
            <a:r>
              <a:rPr lang="en-GB"/>
              <a:t>Placeholder text here may  continue on two lines</a:t>
            </a:r>
            <a:endParaRPr lang="en-GR"/>
          </a:p>
        </p:txBody>
      </p:sp>
      <p:sp>
        <p:nvSpPr>
          <p:cNvPr id="6" name="Text Placeholder 10">
            <a:extLst>
              <a:ext uri="{FF2B5EF4-FFF2-40B4-BE49-F238E27FC236}">
                <a16:creationId xmlns:a16="http://schemas.microsoft.com/office/drawing/2014/main" id="{BEF6023C-FE5C-7F07-77FF-40E8CE231DEB}"/>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accent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7" name="Text Placeholder 10">
            <a:extLst>
              <a:ext uri="{FF2B5EF4-FFF2-40B4-BE49-F238E27FC236}">
                <a16:creationId xmlns:a16="http://schemas.microsoft.com/office/drawing/2014/main" id="{709ADF80-E01C-6A22-6879-6F1AD9463EE8}"/>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accent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8" name="Text Placeholder 5">
            <a:extLst>
              <a:ext uri="{FF2B5EF4-FFF2-40B4-BE49-F238E27FC236}">
                <a16:creationId xmlns:a16="http://schemas.microsoft.com/office/drawing/2014/main" id="{D12F0BF6-D2D6-36A0-F6F3-8E70D385FB86}"/>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62684555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_Transparent">
            <a:extLst>
              <a:ext uri="{FF2B5EF4-FFF2-40B4-BE49-F238E27FC236}">
                <a16:creationId xmlns:a16="http://schemas.microsoft.com/office/drawing/2014/main" id="{A2844AD0-F04B-2D2C-05A7-05B47C5A1B8D}"/>
              </a:ext>
            </a:extLst>
          </p:cNvPr>
          <p:cNvSpPr/>
          <p:nvPr userDrawn="1"/>
        </p:nvSpPr>
        <p:spPr>
          <a:xfrm>
            <a:off x="0" y="0"/>
            <a:ext cx="12200558" cy="6858000"/>
          </a:xfrm>
          <a:prstGeom prst="rect">
            <a:avLst/>
          </a:prstGeom>
          <a:solidFill>
            <a:schemeClr val="tx1">
              <a:alpha val="4980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sp>
        <p:nvSpPr>
          <p:cNvPr id="10" name="Freeform 9">
            <a:extLst>
              <a:ext uri="{FF2B5EF4-FFF2-40B4-BE49-F238E27FC236}">
                <a16:creationId xmlns:a16="http://schemas.microsoft.com/office/drawing/2014/main" id="{5775A193-6E2B-8130-7023-A0C986A2F411}"/>
              </a:ext>
            </a:extLst>
          </p:cNvPr>
          <p:cNvSpPr/>
          <p:nvPr/>
        </p:nvSpPr>
        <p:spPr>
          <a:xfrm>
            <a:off x="7170479" y="1"/>
            <a:ext cx="3857511" cy="6857999"/>
          </a:xfrm>
          <a:custGeom>
            <a:avLst/>
            <a:gdLst>
              <a:gd name="connsiteX0" fmla="*/ 2571678 w 3857511"/>
              <a:gd name="connsiteY0" fmla="*/ 6000752 h 6857999"/>
              <a:gd name="connsiteX1" fmla="*/ 3857511 w 3857511"/>
              <a:gd name="connsiteY1" fmla="*/ 6000752 h 6857999"/>
              <a:gd name="connsiteX2" fmla="*/ 3857511 w 3857511"/>
              <a:gd name="connsiteY2" fmla="*/ 6051757 h 6857999"/>
              <a:gd name="connsiteX3" fmla="*/ 2620025 w 3857511"/>
              <a:gd name="connsiteY3" fmla="*/ 6857999 h 6857999"/>
              <a:gd name="connsiteX4" fmla="*/ 2571678 w 3857511"/>
              <a:gd name="connsiteY4" fmla="*/ 6857999 h 6857999"/>
              <a:gd name="connsiteX5" fmla="*/ 2523331 w 3857511"/>
              <a:gd name="connsiteY5" fmla="*/ 5143505 h 6857999"/>
              <a:gd name="connsiteX6" fmla="*/ 2571678 w 3857511"/>
              <a:gd name="connsiteY6" fmla="*/ 5143505 h 6857999"/>
              <a:gd name="connsiteX7" fmla="*/ 2571678 w 3857511"/>
              <a:gd name="connsiteY7" fmla="*/ 6000752 h 6857999"/>
              <a:gd name="connsiteX8" fmla="*/ 1285845 w 3857511"/>
              <a:gd name="connsiteY8" fmla="*/ 6000752 h 6857999"/>
              <a:gd name="connsiteX9" fmla="*/ 1285845 w 3857511"/>
              <a:gd name="connsiteY9" fmla="*/ 5949747 h 6857999"/>
              <a:gd name="connsiteX10" fmla="*/ 2523331 w 3857511"/>
              <a:gd name="connsiteY10" fmla="*/ 5143505 h 6857999"/>
              <a:gd name="connsiteX11" fmla="*/ 0 w 3857511"/>
              <a:gd name="connsiteY11" fmla="*/ 3428999 h 6857999"/>
              <a:gd name="connsiteX12" fmla="*/ 48346 w 3857511"/>
              <a:gd name="connsiteY12" fmla="*/ 3428999 h 6857999"/>
              <a:gd name="connsiteX13" fmla="*/ 1285833 w 3857511"/>
              <a:gd name="connsiteY13" fmla="*/ 4235241 h 6857999"/>
              <a:gd name="connsiteX14" fmla="*/ 1285833 w 3857511"/>
              <a:gd name="connsiteY14" fmla="*/ 4286246 h 6857999"/>
              <a:gd name="connsiteX15" fmla="*/ 0 w 3857511"/>
              <a:gd name="connsiteY15" fmla="*/ 4286246 h 6857999"/>
              <a:gd name="connsiteX16" fmla="*/ 1285845 w 3857511"/>
              <a:gd name="connsiteY16" fmla="*/ 2571753 h 6857999"/>
              <a:gd name="connsiteX17" fmla="*/ 2571678 w 3857511"/>
              <a:gd name="connsiteY17" fmla="*/ 2571753 h 6857999"/>
              <a:gd name="connsiteX18" fmla="*/ 2571678 w 3857511"/>
              <a:gd name="connsiteY18" fmla="*/ 3428999 h 6857999"/>
              <a:gd name="connsiteX19" fmla="*/ 2523331 w 3857511"/>
              <a:gd name="connsiteY19" fmla="*/ 3428999 h 6857999"/>
              <a:gd name="connsiteX20" fmla="*/ 1285845 w 3857511"/>
              <a:gd name="connsiteY20" fmla="*/ 2622757 h 6857999"/>
              <a:gd name="connsiteX21" fmla="*/ 2523331 w 3857511"/>
              <a:gd name="connsiteY21" fmla="*/ 0 h 6857999"/>
              <a:gd name="connsiteX22" fmla="*/ 2571678 w 3857511"/>
              <a:gd name="connsiteY22" fmla="*/ 0 h 6857999"/>
              <a:gd name="connsiteX23" fmla="*/ 2571678 w 3857511"/>
              <a:gd name="connsiteY23" fmla="*/ 857246 h 6857999"/>
              <a:gd name="connsiteX24" fmla="*/ 3857511 w 3857511"/>
              <a:gd name="connsiteY24" fmla="*/ 857246 h 6857999"/>
              <a:gd name="connsiteX25" fmla="*/ 3857511 w 3857511"/>
              <a:gd name="connsiteY25" fmla="*/ 908251 h 6857999"/>
              <a:gd name="connsiteX26" fmla="*/ 2626415 w 3857511"/>
              <a:gd name="connsiteY26" fmla="*/ 1632077 h 6857999"/>
              <a:gd name="connsiteX27" fmla="*/ 2620025 w 3857511"/>
              <a:gd name="connsiteY27" fmla="*/ 1714493 h 6857999"/>
              <a:gd name="connsiteX28" fmla="*/ 2626415 w 3857511"/>
              <a:gd name="connsiteY28" fmla="*/ 1796909 h 6857999"/>
              <a:gd name="connsiteX29" fmla="*/ 3857511 w 3857511"/>
              <a:gd name="connsiteY29" fmla="*/ 2520735 h 6857999"/>
              <a:gd name="connsiteX30" fmla="*/ 3857511 w 3857511"/>
              <a:gd name="connsiteY30" fmla="*/ 2571740 h 6857999"/>
              <a:gd name="connsiteX31" fmla="*/ 2571678 w 3857511"/>
              <a:gd name="connsiteY31" fmla="*/ 2571740 h 6857999"/>
              <a:gd name="connsiteX32" fmla="*/ 2571678 w 3857511"/>
              <a:gd name="connsiteY32" fmla="*/ 1714493 h 6857999"/>
              <a:gd name="connsiteX33" fmla="*/ 2571678 w 3857511"/>
              <a:gd name="connsiteY33" fmla="*/ 1714493 h 6857999"/>
              <a:gd name="connsiteX34" fmla="*/ 2571678 w 3857511"/>
              <a:gd name="connsiteY34" fmla="*/ 857247 h 6857999"/>
              <a:gd name="connsiteX35" fmla="*/ 1285845 w 3857511"/>
              <a:gd name="connsiteY35" fmla="*/ 857247 h 6857999"/>
              <a:gd name="connsiteX36" fmla="*/ 1285845 w 3857511"/>
              <a:gd name="connsiteY36" fmla="*/ 806242 h 6857999"/>
              <a:gd name="connsiteX37" fmla="*/ 2523331 w 3857511"/>
              <a:gd name="connsiteY3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57511" h="6857999">
                <a:moveTo>
                  <a:pt x="2571678" y="6000752"/>
                </a:moveTo>
                <a:lnTo>
                  <a:pt x="3857511" y="6000752"/>
                </a:lnTo>
                <a:lnTo>
                  <a:pt x="3857511" y="6051757"/>
                </a:lnTo>
                <a:cubicBezTo>
                  <a:pt x="3174136" y="6051757"/>
                  <a:pt x="2620025" y="6412830"/>
                  <a:pt x="2620025" y="6857999"/>
                </a:cubicBezTo>
                <a:lnTo>
                  <a:pt x="2571678" y="6857999"/>
                </a:lnTo>
                <a:close/>
                <a:moveTo>
                  <a:pt x="2523331" y="5143505"/>
                </a:moveTo>
                <a:lnTo>
                  <a:pt x="2571678" y="5143505"/>
                </a:lnTo>
                <a:lnTo>
                  <a:pt x="2571678" y="6000752"/>
                </a:lnTo>
                <a:lnTo>
                  <a:pt x="1285845" y="6000752"/>
                </a:lnTo>
                <a:lnTo>
                  <a:pt x="1285845" y="5949747"/>
                </a:lnTo>
                <a:cubicBezTo>
                  <a:pt x="1969220" y="5949747"/>
                  <a:pt x="2523331" y="5588675"/>
                  <a:pt x="2523331" y="5143505"/>
                </a:cubicBezTo>
                <a:close/>
                <a:moveTo>
                  <a:pt x="0" y="3428999"/>
                </a:moveTo>
                <a:lnTo>
                  <a:pt x="48346" y="3428999"/>
                </a:lnTo>
                <a:cubicBezTo>
                  <a:pt x="48346" y="3874169"/>
                  <a:pt x="602458" y="4235241"/>
                  <a:pt x="1285833" y="4235241"/>
                </a:cubicBezTo>
                <a:lnTo>
                  <a:pt x="1285833" y="4286246"/>
                </a:lnTo>
                <a:lnTo>
                  <a:pt x="0" y="4286246"/>
                </a:lnTo>
                <a:close/>
                <a:moveTo>
                  <a:pt x="1285845" y="2571753"/>
                </a:moveTo>
                <a:lnTo>
                  <a:pt x="2571678" y="2571753"/>
                </a:lnTo>
                <a:lnTo>
                  <a:pt x="2571678" y="3428999"/>
                </a:lnTo>
                <a:lnTo>
                  <a:pt x="2523331" y="3428999"/>
                </a:lnTo>
                <a:cubicBezTo>
                  <a:pt x="2523331" y="2983830"/>
                  <a:pt x="1969220" y="2622757"/>
                  <a:pt x="1285845" y="2622757"/>
                </a:cubicBezTo>
                <a:close/>
                <a:moveTo>
                  <a:pt x="2523331" y="0"/>
                </a:moveTo>
                <a:lnTo>
                  <a:pt x="2571678" y="0"/>
                </a:lnTo>
                <a:lnTo>
                  <a:pt x="2571678" y="857246"/>
                </a:lnTo>
                <a:lnTo>
                  <a:pt x="3857511" y="857246"/>
                </a:lnTo>
                <a:lnTo>
                  <a:pt x="3857511" y="908251"/>
                </a:lnTo>
                <a:cubicBezTo>
                  <a:pt x="3216847" y="908251"/>
                  <a:pt x="2689794" y="1225600"/>
                  <a:pt x="2626415" y="1632077"/>
                </a:cubicBezTo>
                <a:lnTo>
                  <a:pt x="2620025" y="1714493"/>
                </a:lnTo>
                <a:lnTo>
                  <a:pt x="2626415" y="1796909"/>
                </a:lnTo>
                <a:cubicBezTo>
                  <a:pt x="2689794" y="2203387"/>
                  <a:pt x="3216847" y="2520735"/>
                  <a:pt x="3857511" y="2520735"/>
                </a:cubicBezTo>
                <a:lnTo>
                  <a:pt x="3857511" y="2571740"/>
                </a:lnTo>
                <a:lnTo>
                  <a:pt x="2571678" y="2571740"/>
                </a:lnTo>
                <a:lnTo>
                  <a:pt x="2571678" y="1714493"/>
                </a:lnTo>
                <a:lnTo>
                  <a:pt x="2571678" y="1714493"/>
                </a:lnTo>
                <a:lnTo>
                  <a:pt x="2571678" y="857247"/>
                </a:lnTo>
                <a:lnTo>
                  <a:pt x="1285845" y="857247"/>
                </a:lnTo>
                <a:lnTo>
                  <a:pt x="1285845" y="806242"/>
                </a:lnTo>
                <a:cubicBezTo>
                  <a:pt x="1969220" y="806242"/>
                  <a:pt x="2523331" y="445169"/>
                  <a:pt x="2523331" y="0"/>
                </a:cubicBezTo>
                <a:close/>
              </a:path>
            </a:pathLst>
          </a:custGeom>
          <a:solidFill>
            <a:srgbClr val="5D8D2F"/>
          </a:solidFill>
          <a:ln w="690" cap="flat">
            <a:noFill/>
            <a:prstDash val="solid"/>
            <a:miter/>
          </a:ln>
        </p:spPr>
        <p:txBody>
          <a:bodyPr wrap="square" rtlCol="0" anchor="ctr">
            <a:noAutofit/>
          </a:bodyPr>
          <a:lstStyle/>
          <a:p>
            <a:endParaRPr lang="en-GR" sz="1800"/>
          </a:p>
        </p:txBody>
      </p:sp>
      <p:sp>
        <p:nvSpPr>
          <p:cNvPr id="2" name="Text Placeholder">
            <a:extLst>
              <a:ext uri="{FF2B5EF4-FFF2-40B4-BE49-F238E27FC236}">
                <a16:creationId xmlns:a16="http://schemas.microsoft.com/office/drawing/2014/main" id="{1BCEFA55-D0CF-97F3-D07C-86EA3CAB95E1}"/>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4" name="Text Placeholder 10">
            <a:extLst>
              <a:ext uri="{FF2B5EF4-FFF2-40B4-BE49-F238E27FC236}">
                <a16:creationId xmlns:a16="http://schemas.microsoft.com/office/drawing/2014/main" id="{58AFB2A4-C90F-C64E-DA6E-8F793494E5C7}"/>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9" name="Text Placeholder 10">
            <a:extLst>
              <a:ext uri="{FF2B5EF4-FFF2-40B4-BE49-F238E27FC236}">
                <a16:creationId xmlns:a16="http://schemas.microsoft.com/office/drawing/2014/main" id="{3BDF4E17-5927-3B48-AA4C-CCA91EDF116C}"/>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11" name="Text Placeholder 5">
            <a:extLst>
              <a:ext uri="{FF2B5EF4-FFF2-40B4-BE49-F238E27FC236}">
                <a16:creationId xmlns:a16="http://schemas.microsoft.com/office/drawing/2014/main" id="{3D40E2F5-0004-2C70-8A78-C3214486466A}"/>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pic>
        <p:nvPicPr>
          <p:cNvPr id="5" name="Graphic 4">
            <a:extLst>
              <a:ext uri="{FF2B5EF4-FFF2-40B4-BE49-F238E27FC236}">
                <a16:creationId xmlns:a16="http://schemas.microsoft.com/office/drawing/2014/main" id="{2BAAF9B8-2B58-813B-1835-E5742DDF23F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29734519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_Cov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8" name="Rectangle_Transparent">
            <a:extLst>
              <a:ext uri="{FF2B5EF4-FFF2-40B4-BE49-F238E27FC236}">
                <a16:creationId xmlns:a16="http://schemas.microsoft.com/office/drawing/2014/main" id="{BF43BE76-E0FB-9E65-6356-CD858FA690A8}"/>
              </a:ext>
            </a:extLst>
          </p:cNvPr>
          <p:cNvSpPr/>
          <p:nvPr userDrawn="1"/>
        </p:nvSpPr>
        <p:spPr>
          <a:xfrm>
            <a:off x="1" y="0"/>
            <a:ext cx="12200559"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pic>
        <p:nvPicPr>
          <p:cNvPr id="2" name="Graphic 1">
            <a:extLst>
              <a:ext uri="{FF2B5EF4-FFF2-40B4-BE49-F238E27FC236}">
                <a16:creationId xmlns:a16="http://schemas.microsoft.com/office/drawing/2014/main" id="{F634CAE3-1CF1-03C2-B5D6-EFDB773F4BDE}"/>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r="15764"/>
          <a:stretch/>
        </p:blipFill>
        <p:spPr>
          <a:xfrm>
            <a:off x="4437168" y="540278"/>
            <a:ext cx="7753212" cy="5807383"/>
          </a:xfrm>
          <a:prstGeom prst="rect">
            <a:avLst/>
          </a:prstGeom>
        </p:spPr>
      </p:pic>
      <p:sp>
        <p:nvSpPr>
          <p:cNvPr id="3" name="Text Placeholder">
            <a:extLst>
              <a:ext uri="{FF2B5EF4-FFF2-40B4-BE49-F238E27FC236}">
                <a16:creationId xmlns:a16="http://schemas.microsoft.com/office/drawing/2014/main" id="{6DE5962D-A3BF-BEB6-19BE-0DA5832BF7CF}"/>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4" name="Text Placeholder 10">
            <a:extLst>
              <a:ext uri="{FF2B5EF4-FFF2-40B4-BE49-F238E27FC236}">
                <a16:creationId xmlns:a16="http://schemas.microsoft.com/office/drawing/2014/main" id="{B3261B70-C45F-6472-19E1-7E8F5774C8CE}"/>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9" name="Text Placeholder 10">
            <a:extLst>
              <a:ext uri="{FF2B5EF4-FFF2-40B4-BE49-F238E27FC236}">
                <a16:creationId xmlns:a16="http://schemas.microsoft.com/office/drawing/2014/main" id="{D74917A6-67F4-BB2C-45D6-F3CA69AA1A34}"/>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10" name="Text Placeholder 5">
            <a:extLst>
              <a:ext uri="{FF2B5EF4-FFF2-40B4-BE49-F238E27FC236}">
                <a16:creationId xmlns:a16="http://schemas.microsoft.com/office/drawing/2014/main" id="{9AFA785E-45F1-7ECD-13B4-F4A5F32A46EA}"/>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pic>
        <p:nvPicPr>
          <p:cNvPr id="5" name="Graphic 4">
            <a:extLst>
              <a:ext uri="{FF2B5EF4-FFF2-40B4-BE49-F238E27FC236}">
                <a16:creationId xmlns:a16="http://schemas.microsoft.com/office/drawing/2014/main" id="{57F1DBD2-23B8-3FF0-1581-8CCC8A17339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33856558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1_Cover">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8" name="Rectangle_Transparent">
            <a:extLst>
              <a:ext uri="{FF2B5EF4-FFF2-40B4-BE49-F238E27FC236}">
                <a16:creationId xmlns:a16="http://schemas.microsoft.com/office/drawing/2014/main" id="{BF43BE76-E0FB-9E65-6356-CD858FA690A8}"/>
              </a:ext>
            </a:extLst>
          </p:cNvPr>
          <p:cNvSpPr/>
          <p:nvPr userDrawn="1"/>
        </p:nvSpPr>
        <p:spPr>
          <a:xfrm>
            <a:off x="1" y="18270"/>
            <a:ext cx="12190379"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sp>
        <p:nvSpPr>
          <p:cNvPr id="9" name="Freeform 8">
            <a:extLst>
              <a:ext uri="{FF2B5EF4-FFF2-40B4-BE49-F238E27FC236}">
                <a16:creationId xmlns:a16="http://schemas.microsoft.com/office/drawing/2014/main" id="{A842CBBB-ED82-3D2C-7AD6-88B1F4A7D133}"/>
              </a:ext>
            </a:extLst>
          </p:cNvPr>
          <p:cNvSpPr/>
          <p:nvPr userDrawn="1"/>
        </p:nvSpPr>
        <p:spPr>
          <a:xfrm>
            <a:off x="1046151" y="530601"/>
            <a:ext cx="11145849" cy="4671928"/>
          </a:xfrm>
          <a:custGeom>
            <a:avLst/>
            <a:gdLst>
              <a:gd name="connsiteX0" fmla="*/ 11137069 w 11145849"/>
              <a:gd name="connsiteY0" fmla="*/ 169698 h 4671928"/>
              <a:gd name="connsiteX1" fmla="*/ 11145849 w 11145849"/>
              <a:gd name="connsiteY1" fmla="*/ 169968 h 4671928"/>
              <a:gd name="connsiteX2" fmla="*/ 11145849 w 11145849"/>
              <a:gd name="connsiteY2" fmla="*/ 4502263 h 4671928"/>
              <a:gd name="connsiteX3" fmla="*/ 11137069 w 11145849"/>
              <a:gd name="connsiteY3" fmla="*/ 4502533 h 4671928"/>
              <a:gd name="connsiteX4" fmla="*/ 7576068 w 11145849"/>
              <a:gd name="connsiteY4" fmla="*/ 2336116 h 4671928"/>
              <a:gd name="connsiteX5" fmla="*/ 11137069 w 11145849"/>
              <a:gd name="connsiteY5" fmla="*/ 169698 h 4671928"/>
              <a:gd name="connsiteX6" fmla="*/ 3712358 w 11145849"/>
              <a:gd name="connsiteY6" fmla="*/ 169395 h 4671928"/>
              <a:gd name="connsiteX7" fmla="*/ 151357 w 11145849"/>
              <a:gd name="connsiteY7" fmla="*/ 2336115 h 4671928"/>
              <a:gd name="connsiteX8" fmla="*/ 3712358 w 11145849"/>
              <a:gd name="connsiteY8" fmla="*/ 4502533 h 4671928"/>
              <a:gd name="connsiteX9" fmla="*/ 3712358 w 11145849"/>
              <a:gd name="connsiteY9" fmla="*/ 4502227 h 4671928"/>
              <a:gd name="connsiteX10" fmla="*/ 7273360 w 11145849"/>
              <a:gd name="connsiteY10" fmla="*/ 2335813 h 4671928"/>
              <a:gd name="connsiteX11" fmla="*/ 3712358 w 11145849"/>
              <a:gd name="connsiteY11" fmla="*/ 169395 h 4671928"/>
              <a:gd name="connsiteX12" fmla="*/ 0 w 11145849"/>
              <a:gd name="connsiteY12" fmla="*/ 0 h 4671928"/>
              <a:gd name="connsiteX13" fmla="*/ 7424715 w 11145849"/>
              <a:gd name="connsiteY13" fmla="*/ 0 h 4671928"/>
              <a:gd name="connsiteX14" fmla="*/ 7424715 w 11145849"/>
              <a:gd name="connsiteY14" fmla="*/ 4671928 h 4671928"/>
              <a:gd name="connsiteX15" fmla="*/ 0 w 11145849"/>
              <a:gd name="connsiteY15" fmla="*/ 4671928 h 4671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145849" h="4671928">
                <a:moveTo>
                  <a:pt x="11137069" y="169698"/>
                </a:moveTo>
                <a:lnTo>
                  <a:pt x="11145849" y="169968"/>
                </a:lnTo>
                <a:lnTo>
                  <a:pt x="11145849" y="4502263"/>
                </a:lnTo>
                <a:lnTo>
                  <a:pt x="11137069" y="4502533"/>
                </a:lnTo>
                <a:cubicBezTo>
                  <a:pt x="9170369" y="4502533"/>
                  <a:pt x="7576068" y="3532253"/>
                  <a:pt x="7576068" y="2336116"/>
                </a:cubicBezTo>
                <a:cubicBezTo>
                  <a:pt x="7576068" y="1139976"/>
                  <a:pt x="9170675" y="169698"/>
                  <a:pt x="11137069" y="169698"/>
                </a:cubicBezTo>
                <a:close/>
                <a:moveTo>
                  <a:pt x="3712358" y="169395"/>
                </a:moveTo>
                <a:cubicBezTo>
                  <a:pt x="1745964" y="169395"/>
                  <a:pt x="151357" y="1139979"/>
                  <a:pt x="151357" y="2336115"/>
                </a:cubicBezTo>
                <a:cubicBezTo>
                  <a:pt x="151357" y="3532255"/>
                  <a:pt x="1745964" y="4502533"/>
                  <a:pt x="3712358" y="4502533"/>
                </a:cubicBezTo>
                <a:lnTo>
                  <a:pt x="3712358" y="4502227"/>
                </a:lnTo>
                <a:cubicBezTo>
                  <a:pt x="5679061" y="4502227"/>
                  <a:pt x="7273360" y="3531950"/>
                  <a:pt x="7273360" y="2335813"/>
                </a:cubicBezTo>
                <a:cubicBezTo>
                  <a:pt x="7273360" y="1139673"/>
                  <a:pt x="5678752" y="169395"/>
                  <a:pt x="3712358" y="169395"/>
                </a:cubicBezTo>
                <a:close/>
                <a:moveTo>
                  <a:pt x="0" y="0"/>
                </a:moveTo>
                <a:lnTo>
                  <a:pt x="7424715" y="0"/>
                </a:lnTo>
                <a:lnTo>
                  <a:pt x="7424715" y="4671928"/>
                </a:lnTo>
                <a:lnTo>
                  <a:pt x="0" y="4671928"/>
                </a:lnTo>
                <a:close/>
              </a:path>
            </a:pathLst>
          </a:custGeom>
          <a:solidFill>
            <a:srgbClr val="2659E0"/>
          </a:solidFill>
          <a:ln w="0" cap="flat">
            <a:noFill/>
            <a:prstDash val="solid"/>
            <a:miter/>
          </a:ln>
        </p:spPr>
        <p:txBody>
          <a:bodyPr wrap="square" rtlCol="0" anchor="ctr">
            <a:noAutofit/>
          </a:bodyPr>
          <a:lstStyle/>
          <a:p>
            <a:endParaRPr lang="en-GR" sz="1800"/>
          </a:p>
        </p:txBody>
      </p:sp>
      <p:sp>
        <p:nvSpPr>
          <p:cNvPr id="6" name="Text Placeholder">
            <a:extLst>
              <a:ext uri="{FF2B5EF4-FFF2-40B4-BE49-F238E27FC236}">
                <a16:creationId xmlns:a16="http://schemas.microsoft.com/office/drawing/2014/main" id="{08547C63-5C22-77A5-F6D5-228EABC0476C}"/>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7" name="Text Placeholder 10">
            <a:extLst>
              <a:ext uri="{FF2B5EF4-FFF2-40B4-BE49-F238E27FC236}">
                <a16:creationId xmlns:a16="http://schemas.microsoft.com/office/drawing/2014/main" id="{88299E9C-A189-61BB-C600-94C104FF14BB}"/>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D175B885-58FC-C92E-0040-D3AA0469DC09}"/>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10" name="Text Placeholder 5">
            <a:extLst>
              <a:ext uri="{FF2B5EF4-FFF2-40B4-BE49-F238E27FC236}">
                <a16:creationId xmlns:a16="http://schemas.microsoft.com/office/drawing/2014/main" id="{951F23AD-218A-DE5A-6339-DB00B3A13674}"/>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pic>
        <p:nvPicPr>
          <p:cNvPr id="2" name="Graphic 1">
            <a:extLst>
              <a:ext uri="{FF2B5EF4-FFF2-40B4-BE49-F238E27FC236}">
                <a16:creationId xmlns:a16="http://schemas.microsoft.com/office/drawing/2014/main" id="{9575032A-2AE1-AAB6-C945-6AB287B36ED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34062495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2_Cover">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8" name="Rectangle_Transparent">
            <a:extLst>
              <a:ext uri="{FF2B5EF4-FFF2-40B4-BE49-F238E27FC236}">
                <a16:creationId xmlns:a16="http://schemas.microsoft.com/office/drawing/2014/main" id="{BF43BE76-E0FB-9E65-6356-CD858FA690A8}"/>
              </a:ext>
            </a:extLst>
          </p:cNvPr>
          <p:cNvSpPr/>
          <p:nvPr userDrawn="1"/>
        </p:nvSpPr>
        <p:spPr>
          <a:xfrm>
            <a:off x="1" y="0"/>
            <a:ext cx="12190379"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sp>
        <p:nvSpPr>
          <p:cNvPr id="10" name="Freeform 9">
            <a:extLst>
              <a:ext uri="{FF2B5EF4-FFF2-40B4-BE49-F238E27FC236}">
                <a16:creationId xmlns:a16="http://schemas.microsoft.com/office/drawing/2014/main" id="{8DD2459E-C7C5-F943-DD9B-BFF7DC869E99}"/>
              </a:ext>
            </a:extLst>
          </p:cNvPr>
          <p:cNvSpPr/>
          <p:nvPr/>
        </p:nvSpPr>
        <p:spPr>
          <a:xfrm>
            <a:off x="5429020" y="4"/>
            <a:ext cx="6762980" cy="6857998"/>
          </a:xfrm>
          <a:custGeom>
            <a:avLst/>
            <a:gdLst>
              <a:gd name="connsiteX0" fmla="*/ 4001986 w 6762980"/>
              <a:gd name="connsiteY0" fmla="*/ 5143499 h 6857998"/>
              <a:gd name="connsiteX1" fmla="*/ 4001986 w 6762980"/>
              <a:gd name="connsiteY1" fmla="*/ 5147670 h 6857998"/>
              <a:gd name="connsiteX2" fmla="*/ 4060287 w 6762980"/>
              <a:gd name="connsiteY2" fmla="*/ 5147670 h 6857998"/>
              <a:gd name="connsiteX3" fmla="*/ 4060287 w 6762980"/>
              <a:gd name="connsiteY3" fmla="*/ 5998663 h 6857998"/>
              <a:gd name="connsiteX4" fmla="*/ 5405385 w 6762980"/>
              <a:gd name="connsiteY4" fmla="*/ 5998663 h 6857998"/>
              <a:gd name="connsiteX5" fmla="*/ 5405385 w 6762980"/>
              <a:gd name="connsiteY5" fmla="*/ 6061237 h 6857998"/>
              <a:gd name="connsiteX6" fmla="*/ 4110257 w 6762980"/>
              <a:gd name="connsiteY6" fmla="*/ 6857998 h 6857998"/>
              <a:gd name="connsiteX7" fmla="*/ 4110257 w 6762980"/>
              <a:gd name="connsiteY7" fmla="*/ 6853827 h 6857998"/>
              <a:gd name="connsiteX8" fmla="*/ 4051956 w 6762980"/>
              <a:gd name="connsiteY8" fmla="*/ 6853827 h 6857998"/>
              <a:gd name="connsiteX9" fmla="*/ 4051956 w 6762980"/>
              <a:gd name="connsiteY9" fmla="*/ 6002834 h 6857998"/>
              <a:gd name="connsiteX10" fmla="*/ 2706858 w 6762980"/>
              <a:gd name="connsiteY10" fmla="*/ 6002834 h 6857998"/>
              <a:gd name="connsiteX11" fmla="*/ 2706858 w 6762980"/>
              <a:gd name="connsiteY11" fmla="*/ 5940260 h 6857998"/>
              <a:gd name="connsiteX12" fmla="*/ 4001986 w 6762980"/>
              <a:gd name="connsiteY12" fmla="*/ 5143499 h 6857998"/>
              <a:gd name="connsiteX13" fmla="*/ 4051956 w 6762980"/>
              <a:gd name="connsiteY13" fmla="*/ 3428997 h 6857998"/>
              <a:gd name="connsiteX14" fmla="*/ 4110257 w 6762980"/>
              <a:gd name="connsiteY14" fmla="*/ 3428997 h 6857998"/>
              <a:gd name="connsiteX15" fmla="*/ 5405385 w 6762980"/>
              <a:gd name="connsiteY15" fmla="*/ 4225761 h 6857998"/>
              <a:gd name="connsiteX16" fmla="*/ 5405385 w 6762980"/>
              <a:gd name="connsiteY16" fmla="*/ 4288332 h 6857998"/>
              <a:gd name="connsiteX17" fmla="*/ 4060287 w 6762980"/>
              <a:gd name="connsiteY17" fmla="*/ 4288332 h 6857998"/>
              <a:gd name="connsiteX18" fmla="*/ 4060287 w 6762980"/>
              <a:gd name="connsiteY18" fmla="*/ 5143496 h 6857998"/>
              <a:gd name="connsiteX19" fmla="*/ 4001986 w 6762980"/>
              <a:gd name="connsiteY19" fmla="*/ 5143496 h 6857998"/>
              <a:gd name="connsiteX20" fmla="*/ 2706858 w 6762980"/>
              <a:gd name="connsiteY20" fmla="*/ 4346735 h 6857998"/>
              <a:gd name="connsiteX21" fmla="*/ 2706858 w 6762980"/>
              <a:gd name="connsiteY21" fmla="*/ 4284161 h 6857998"/>
              <a:gd name="connsiteX22" fmla="*/ 4051956 w 6762980"/>
              <a:gd name="connsiteY22" fmla="*/ 4284161 h 6857998"/>
              <a:gd name="connsiteX23" fmla="*/ 5409551 w 6762980"/>
              <a:gd name="connsiteY23" fmla="*/ 2569662 h 6857998"/>
              <a:gd name="connsiteX24" fmla="*/ 6762980 w 6762980"/>
              <a:gd name="connsiteY24" fmla="*/ 2569662 h 6857998"/>
              <a:gd name="connsiteX25" fmla="*/ 6762980 w 6762980"/>
              <a:gd name="connsiteY25" fmla="*/ 3428997 h 6857998"/>
              <a:gd name="connsiteX26" fmla="*/ 6762980 w 6762980"/>
              <a:gd name="connsiteY26" fmla="*/ 4288332 h 6857998"/>
              <a:gd name="connsiteX27" fmla="*/ 5409551 w 6762980"/>
              <a:gd name="connsiteY27" fmla="*/ 4288332 h 6857998"/>
              <a:gd name="connsiteX28" fmla="*/ 5409551 w 6762980"/>
              <a:gd name="connsiteY28" fmla="*/ 4225761 h 6857998"/>
              <a:gd name="connsiteX29" fmla="*/ 6704680 w 6762980"/>
              <a:gd name="connsiteY29" fmla="*/ 3428997 h 6857998"/>
              <a:gd name="connsiteX30" fmla="*/ 5409551 w 6762980"/>
              <a:gd name="connsiteY30" fmla="*/ 2632237 h 6857998"/>
              <a:gd name="connsiteX31" fmla="*/ 1295128 w 6762980"/>
              <a:gd name="connsiteY31" fmla="*/ 1714499 h 6857998"/>
              <a:gd name="connsiteX32" fmla="*/ 1353429 w 6762980"/>
              <a:gd name="connsiteY32" fmla="*/ 1714499 h 6857998"/>
              <a:gd name="connsiteX33" fmla="*/ 1353429 w 6762980"/>
              <a:gd name="connsiteY33" fmla="*/ 2569662 h 6857998"/>
              <a:gd name="connsiteX34" fmla="*/ 2702693 w 6762980"/>
              <a:gd name="connsiteY34" fmla="*/ 2569662 h 6857998"/>
              <a:gd name="connsiteX35" fmla="*/ 2702693 w 6762980"/>
              <a:gd name="connsiteY35" fmla="*/ 2632237 h 6857998"/>
              <a:gd name="connsiteX36" fmla="*/ 1407564 w 6762980"/>
              <a:gd name="connsiteY36" fmla="*/ 3428997 h 6857998"/>
              <a:gd name="connsiteX37" fmla="*/ 1349264 w 6762980"/>
              <a:gd name="connsiteY37" fmla="*/ 3428997 h 6857998"/>
              <a:gd name="connsiteX38" fmla="*/ 1349264 w 6762980"/>
              <a:gd name="connsiteY38" fmla="*/ 2573833 h 6857998"/>
              <a:gd name="connsiteX39" fmla="*/ 0 w 6762980"/>
              <a:gd name="connsiteY39" fmla="*/ 2573833 h 6857998"/>
              <a:gd name="connsiteX40" fmla="*/ 0 w 6762980"/>
              <a:gd name="connsiteY40" fmla="*/ 2511262 h 6857998"/>
              <a:gd name="connsiteX41" fmla="*/ 1295128 w 6762980"/>
              <a:gd name="connsiteY41" fmla="*/ 1714499 h 6857998"/>
              <a:gd name="connsiteX42" fmla="*/ 4001986 w 6762980"/>
              <a:gd name="connsiteY42" fmla="*/ 0 h 6857998"/>
              <a:gd name="connsiteX43" fmla="*/ 4060287 w 6762980"/>
              <a:gd name="connsiteY43" fmla="*/ 0 h 6857998"/>
              <a:gd name="connsiteX44" fmla="*/ 4060287 w 6762980"/>
              <a:gd name="connsiteY44" fmla="*/ 859335 h 6857998"/>
              <a:gd name="connsiteX45" fmla="*/ 2706858 w 6762980"/>
              <a:gd name="connsiteY45" fmla="*/ 859335 h 6857998"/>
              <a:gd name="connsiteX46" fmla="*/ 2706858 w 6762980"/>
              <a:gd name="connsiteY46" fmla="*/ 796763 h 6857998"/>
              <a:gd name="connsiteX47" fmla="*/ 4001986 w 6762980"/>
              <a:gd name="connsiteY47"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762980" h="6857998">
                <a:moveTo>
                  <a:pt x="4001986" y="5143499"/>
                </a:moveTo>
                <a:lnTo>
                  <a:pt x="4001986" y="5147670"/>
                </a:lnTo>
                <a:lnTo>
                  <a:pt x="4060287" y="5147670"/>
                </a:lnTo>
                <a:lnTo>
                  <a:pt x="4060287" y="5998663"/>
                </a:lnTo>
                <a:lnTo>
                  <a:pt x="5405385" y="5998663"/>
                </a:lnTo>
                <a:lnTo>
                  <a:pt x="5405385" y="6061237"/>
                </a:lnTo>
                <a:cubicBezTo>
                  <a:pt x="4689109" y="6061237"/>
                  <a:pt x="4110257" y="6419987"/>
                  <a:pt x="4110257" y="6857998"/>
                </a:cubicBezTo>
                <a:lnTo>
                  <a:pt x="4110257" y="6853827"/>
                </a:lnTo>
                <a:lnTo>
                  <a:pt x="4051956" y="6853827"/>
                </a:lnTo>
                <a:lnTo>
                  <a:pt x="4051956" y="6002834"/>
                </a:lnTo>
                <a:lnTo>
                  <a:pt x="2706858" y="6002834"/>
                </a:lnTo>
                <a:lnTo>
                  <a:pt x="2706858" y="5940260"/>
                </a:lnTo>
                <a:cubicBezTo>
                  <a:pt x="3423134" y="5940260"/>
                  <a:pt x="4001986" y="5581510"/>
                  <a:pt x="4001986" y="5143499"/>
                </a:cubicBezTo>
                <a:close/>
                <a:moveTo>
                  <a:pt x="4051956" y="3428997"/>
                </a:moveTo>
                <a:lnTo>
                  <a:pt x="4110257" y="3428997"/>
                </a:lnTo>
                <a:cubicBezTo>
                  <a:pt x="4110257" y="3867008"/>
                  <a:pt x="4689109" y="4225761"/>
                  <a:pt x="5405385" y="4225761"/>
                </a:cubicBezTo>
                <a:lnTo>
                  <a:pt x="5405385" y="4288332"/>
                </a:lnTo>
                <a:lnTo>
                  <a:pt x="4060287" y="4288332"/>
                </a:lnTo>
                <a:lnTo>
                  <a:pt x="4060287" y="5143496"/>
                </a:lnTo>
                <a:lnTo>
                  <a:pt x="4001986" y="5143496"/>
                </a:lnTo>
                <a:cubicBezTo>
                  <a:pt x="4001986" y="4705485"/>
                  <a:pt x="3423134" y="4346735"/>
                  <a:pt x="2706858" y="4346735"/>
                </a:cubicBezTo>
                <a:lnTo>
                  <a:pt x="2706858" y="4284161"/>
                </a:lnTo>
                <a:lnTo>
                  <a:pt x="4051956" y="4284161"/>
                </a:lnTo>
                <a:close/>
                <a:moveTo>
                  <a:pt x="5409551" y="2569662"/>
                </a:moveTo>
                <a:lnTo>
                  <a:pt x="6762980" y="2569662"/>
                </a:lnTo>
                <a:lnTo>
                  <a:pt x="6762980" y="3428997"/>
                </a:lnTo>
                <a:lnTo>
                  <a:pt x="6762980" y="4288332"/>
                </a:lnTo>
                <a:lnTo>
                  <a:pt x="5409551" y="4288332"/>
                </a:lnTo>
                <a:lnTo>
                  <a:pt x="5409551" y="4225761"/>
                </a:lnTo>
                <a:cubicBezTo>
                  <a:pt x="6125827" y="4225761"/>
                  <a:pt x="6704680" y="3867008"/>
                  <a:pt x="6704680" y="3428997"/>
                </a:cubicBezTo>
                <a:cubicBezTo>
                  <a:pt x="6704680" y="2990986"/>
                  <a:pt x="6125827" y="2632237"/>
                  <a:pt x="5409551" y="2632237"/>
                </a:cubicBezTo>
                <a:close/>
                <a:moveTo>
                  <a:pt x="1295128" y="1714499"/>
                </a:moveTo>
                <a:lnTo>
                  <a:pt x="1353429" y="1714499"/>
                </a:lnTo>
                <a:lnTo>
                  <a:pt x="1353429" y="2569662"/>
                </a:lnTo>
                <a:lnTo>
                  <a:pt x="2702693" y="2569662"/>
                </a:lnTo>
                <a:lnTo>
                  <a:pt x="2702693" y="2632237"/>
                </a:lnTo>
                <a:cubicBezTo>
                  <a:pt x="1986417" y="2632237"/>
                  <a:pt x="1407564" y="2990986"/>
                  <a:pt x="1407564" y="3428997"/>
                </a:cubicBezTo>
                <a:lnTo>
                  <a:pt x="1349264" y="3428997"/>
                </a:lnTo>
                <a:lnTo>
                  <a:pt x="1349264" y="2573833"/>
                </a:lnTo>
                <a:lnTo>
                  <a:pt x="0" y="2573833"/>
                </a:lnTo>
                <a:lnTo>
                  <a:pt x="0" y="2511262"/>
                </a:lnTo>
                <a:cubicBezTo>
                  <a:pt x="716276" y="2511262"/>
                  <a:pt x="1295128" y="2152510"/>
                  <a:pt x="1295128" y="1714499"/>
                </a:cubicBezTo>
                <a:close/>
                <a:moveTo>
                  <a:pt x="4001986" y="0"/>
                </a:moveTo>
                <a:lnTo>
                  <a:pt x="4060287" y="0"/>
                </a:lnTo>
                <a:lnTo>
                  <a:pt x="4060287" y="859335"/>
                </a:lnTo>
                <a:lnTo>
                  <a:pt x="2706858" y="859335"/>
                </a:lnTo>
                <a:lnTo>
                  <a:pt x="2706858" y="796763"/>
                </a:lnTo>
                <a:cubicBezTo>
                  <a:pt x="3423134" y="796763"/>
                  <a:pt x="4001986" y="438011"/>
                  <a:pt x="4001986" y="0"/>
                </a:cubicBezTo>
                <a:close/>
              </a:path>
            </a:pathLst>
          </a:custGeom>
          <a:solidFill>
            <a:srgbClr val="2659E0"/>
          </a:solidFill>
          <a:ln w="16168" cap="flat">
            <a:noFill/>
            <a:prstDash val="solid"/>
            <a:miter/>
          </a:ln>
        </p:spPr>
        <p:txBody>
          <a:bodyPr wrap="square" rtlCol="0" anchor="ctr">
            <a:noAutofit/>
          </a:bodyPr>
          <a:lstStyle/>
          <a:p>
            <a:endParaRPr lang="en-GR" sz="1800"/>
          </a:p>
        </p:txBody>
      </p:sp>
      <p:sp>
        <p:nvSpPr>
          <p:cNvPr id="2" name="Text Placeholder">
            <a:extLst>
              <a:ext uri="{FF2B5EF4-FFF2-40B4-BE49-F238E27FC236}">
                <a16:creationId xmlns:a16="http://schemas.microsoft.com/office/drawing/2014/main" id="{58AB4F70-A4D6-2941-AE9C-E26F532C996E}"/>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50748B9F-B28B-FE24-4CFD-B88A77AB3978}"/>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9CEAAD27-CDA5-46C9-9773-1BDFF23FA7C8}"/>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4ED0734D-03F5-3D5C-8028-6B07E8224731}"/>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pic>
        <p:nvPicPr>
          <p:cNvPr id="4" name="Graphic 3">
            <a:extLst>
              <a:ext uri="{FF2B5EF4-FFF2-40B4-BE49-F238E27FC236}">
                <a16:creationId xmlns:a16="http://schemas.microsoft.com/office/drawing/2014/main" id="{59CD423E-73CD-F16A-F64A-909EA0C3EE8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31816085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Cover">
    <p:spTree>
      <p:nvGrpSpPr>
        <p:cNvPr id="1" name=""/>
        <p:cNvGrpSpPr/>
        <p:nvPr/>
      </p:nvGrpSpPr>
      <p:grpSpPr>
        <a:xfrm>
          <a:off x="0" y="0"/>
          <a:ext cx="0" cy="0"/>
          <a:chOff x="0" y="0"/>
          <a:chExt cx="0" cy="0"/>
        </a:xfrm>
      </p:grpSpPr>
      <p:pic>
        <p:nvPicPr>
          <p:cNvPr id="4" name="Picture 3" descr="A person taking a picture of a building&#10;&#10;Description automatically generated">
            <a:extLst>
              <a:ext uri="{FF2B5EF4-FFF2-40B4-BE49-F238E27FC236}">
                <a16:creationId xmlns:a16="http://schemas.microsoft.com/office/drawing/2014/main" id="{F177791B-890D-F900-51DA-42DEDB5A5D1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12190379" cy="6858000"/>
          </a:xfrm>
          <a:prstGeom prst="rect">
            <a:avLst/>
          </a:prstGeom>
        </p:spPr>
      </p:pic>
      <p:sp>
        <p:nvSpPr>
          <p:cNvPr id="158" name="Rectangle_Transparent">
            <a:extLst>
              <a:ext uri="{FF2B5EF4-FFF2-40B4-BE49-F238E27FC236}">
                <a16:creationId xmlns:a16="http://schemas.microsoft.com/office/drawing/2014/main" id="{BF43BE76-E0FB-9E65-6356-CD858FA690A8}"/>
              </a:ext>
            </a:extLst>
          </p:cNvPr>
          <p:cNvSpPr/>
          <p:nvPr userDrawn="1"/>
        </p:nvSpPr>
        <p:spPr>
          <a:xfrm>
            <a:off x="0" y="0"/>
            <a:ext cx="12192000"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sp>
        <p:nvSpPr>
          <p:cNvPr id="159" name="Freeform">
            <a:extLst>
              <a:ext uri="{FF2B5EF4-FFF2-40B4-BE49-F238E27FC236}">
                <a16:creationId xmlns:a16="http://schemas.microsoft.com/office/drawing/2014/main" id="{6999A8E5-287B-A096-EDDF-3292DDBAA880}"/>
              </a:ext>
            </a:extLst>
          </p:cNvPr>
          <p:cNvSpPr/>
          <p:nvPr userDrawn="1"/>
        </p:nvSpPr>
        <p:spPr>
          <a:xfrm rot="10800000">
            <a:off x="7755465" y="871034"/>
            <a:ext cx="4046242" cy="5115933"/>
          </a:xfrm>
          <a:custGeom>
            <a:avLst/>
            <a:gdLst>
              <a:gd name="connsiteX0" fmla="*/ 54209 w 1328758"/>
              <a:gd name="connsiteY0" fmla="*/ 840018 h 1680036"/>
              <a:gd name="connsiteX1" fmla="*/ 1328759 w 1328758"/>
              <a:gd name="connsiteY1" fmla="*/ 60996 h 1680036"/>
              <a:gd name="connsiteX2" fmla="*/ 1328759 w 1328758"/>
              <a:gd name="connsiteY2" fmla="*/ 0 h 1680036"/>
              <a:gd name="connsiteX3" fmla="*/ 0 w 1328758"/>
              <a:gd name="connsiteY3" fmla="*/ 0 h 1680036"/>
              <a:gd name="connsiteX4" fmla="*/ 0 w 1328758"/>
              <a:gd name="connsiteY4" fmla="*/ 1680037 h 1680036"/>
              <a:gd name="connsiteX5" fmla="*/ 1328759 w 1328758"/>
              <a:gd name="connsiteY5" fmla="*/ 1680037 h 1680036"/>
              <a:gd name="connsiteX6" fmla="*/ 1328759 w 1328758"/>
              <a:gd name="connsiteY6" fmla="*/ 1619040 h 1680036"/>
              <a:gd name="connsiteX7" fmla="*/ 54209 w 1328758"/>
              <a:gd name="connsiteY7" fmla="*/ 840018 h 1680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8758" h="1680036">
                <a:moveTo>
                  <a:pt x="54209" y="840018"/>
                </a:moveTo>
                <a:cubicBezTo>
                  <a:pt x="54209" y="409881"/>
                  <a:pt x="624873" y="60996"/>
                  <a:pt x="1328759" y="60996"/>
                </a:cubicBezTo>
                <a:lnTo>
                  <a:pt x="1328759" y="0"/>
                </a:lnTo>
                <a:lnTo>
                  <a:pt x="0" y="0"/>
                </a:lnTo>
                <a:lnTo>
                  <a:pt x="0" y="1680037"/>
                </a:lnTo>
                <a:lnTo>
                  <a:pt x="1328759" y="1680037"/>
                </a:lnTo>
                <a:lnTo>
                  <a:pt x="1328759" y="1619040"/>
                </a:lnTo>
                <a:cubicBezTo>
                  <a:pt x="624873" y="1619040"/>
                  <a:pt x="54209" y="1270156"/>
                  <a:pt x="54209" y="840018"/>
                </a:cubicBezTo>
                <a:close/>
              </a:path>
            </a:pathLst>
          </a:custGeom>
          <a:solidFill>
            <a:srgbClr val="FA4505"/>
          </a:solidFill>
          <a:ln w="0" cap="flat">
            <a:noFill/>
            <a:prstDash val="solid"/>
            <a:miter/>
          </a:ln>
        </p:spPr>
        <p:txBody>
          <a:bodyPr rtlCol="0" anchor="ctr"/>
          <a:lstStyle/>
          <a:p>
            <a:endParaRPr lang="en-GR" sz="1800"/>
          </a:p>
        </p:txBody>
      </p:sp>
      <p:sp>
        <p:nvSpPr>
          <p:cNvPr id="3" name="Text Placeholder">
            <a:extLst>
              <a:ext uri="{FF2B5EF4-FFF2-40B4-BE49-F238E27FC236}">
                <a16:creationId xmlns:a16="http://schemas.microsoft.com/office/drawing/2014/main" id="{04BBE3DA-2425-C579-CFC7-E96CB90AA639}"/>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7" name="Text Placeholder 10">
            <a:extLst>
              <a:ext uri="{FF2B5EF4-FFF2-40B4-BE49-F238E27FC236}">
                <a16:creationId xmlns:a16="http://schemas.microsoft.com/office/drawing/2014/main" id="{035965CD-E7F7-A15C-10EF-34426A490E97}"/>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3292E2BA-48D0-848D-5477-3824D959A513}"/>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6" name="Text Placeholder 5">
            <a:extLst>
              <a:ext uri="{FF2B5EF4-FFF2-40B4-BE49-F238E27FC236}">
                <a16:creationId xmlns:a16="http://schemas.microsoft.com/office/drawing/2014/main" id="{EEE18458-7048-56F3-1FFE-6FB11A6F88BF}"/>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pic>
        <p:nvPicPr>
          <p:cNvPr id="2" name="Graphic 1">
            <a:extLst>
              <a:ext uri="{FF2B5EF4-FFF2-40B4-BE49-F238E27FC236}">
                <a16:creationId xmlns:a16="http://schemas.microsoft.com/office/drawing/2014/main" id="{50BF7341-EDAC-92AC-6F23-89B189A4745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34749503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5_Cover">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8" name="Rectangle_Transparent">
            <a:extLst>
              <a:ext uri="{FF2B5EF4-FFF2-40B4-BE49-F238E27FC236}">
                <a16:creationId xmlns:a16="http://schemas.microsoft.com/office/drawing/2014/main" id="{BF43BE76-E0FB-9E65-6356-CD858FA690A8}"/>
              </a:ext>
            </a:extLst>
          </p:cNvPr>
          <p:cNvSpPr/>
          <p:nvPr userDrawn="1"/>
        </p:nvSpPr>
        <p:spPr>
          <a:xfrm>
            <a:off x="1" y="0"/>
            <a:ext cx="12190379"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sp>
        <p:nvSpPr>
          <p:cNvPr id="10" name="Freeform 9">
            <a:extLst>
              <a:ext uri="{FF2B5EF4-FFF2-40B4-BE49-F238E27FC236}">
                <a16:creationId xmlns:a16="http://schemas.microsoft.com/office/drawing/2014/main" id="{8DD2459E-C7C5-F943-DD9B-BFF7DC869E99}"/>
              </a:ext>
            </a:extLst>
          </p:cNvPr>
          <p:cNvSpPr/>
          <p:nvPr/>
        </p:nvSpPr>
        <p:spPr>
          <a:xfrm>
            <a:off x="5429020" y="4"/>
            <a:ext cx="6762980" cy="6857998"/>
          </a:xfrm>
          <a:custGeom>
            <a:avLst/>
            <a:gdLst>
              <a:gd name="connsiteX0" fmla="*/ 4001986 w 6762980"/>
              <a:gd name="connsiteY0" fmla="*/ 5143499 h 6857998"/>
              <a:gd name="connsiteX1" fmla="*/ 4001986 w 6762980"/>
              <a:gd name="connsiteY1" fmla="*/ 5147670 h 6857998"/>
              <a:gd name="connsiteX2" fmla="*/ 4060287 w 6762980"/>
              <a:gd name="connsiteY2" fmla="*/ 5147670 h 6857998"/>
              <a:gd name="connsiteX3" fmla="*/ 4060287 w 6762980"/>
              <a:gd name="connsiteY3" fmla="*/ 5998663 h 6857998"/>
              <a:gd name="connsiteX4" fmla="*/ 5405385 w 6762980"/>
              <a:gd name="connsiteY4" fmla="*/ 5998663 h 6857998"/>
              <a:gd name="connsiteX5" fmla="*/ 5405385 w 6762980"/>
              <a:gd name="connsiteY5" fmla="*/ 6061237 h 6857998"/>
              <a:gd name="connsiteX6" fmla="*/ 4110257 w 6762980"/>
              <a:gd name="connsiteY6" fmla="*/ 6857998 h 6857998"/>
              <a:gd name="connsiteX7" fmla="*/ 4110257 w 6762980"/>
              <a:gd name="connsiteY7" fmla="*/ 6853827 h 6857998"/>
              <a:gd name="connsiteX8" fmla="*/ 4051956 w 6762980"/>
              <a:gd name="connsiteY8" fmla="*/ 6853827 h 6857998"/>
              <a:gd name="connsiteX9" fmla="*/ 4051956 w 6762980"/>
              <a:gd name="connsiteY9" fmla="*/ 6002834 h 6857998"/>
              <a:gd name="connsiteX10" fmla="*/ 2706858 w 6762980"/>
              <a:gd name="connsiteY10" fmla="*/ 6002834 h 6857998"/>
              <a:gd name="connsiteX11" fmla="*/ 2706858 w 6762980"/>
              <a:gd name="connsiteY11" fmla="*/ 5940260 h 6857998"/>
              <a:gd name="connsiteX12" fmla="*/ 4001986 w 6762980"/>
              <a:gd name="connsiteY12" fmla="*/ 5143499 h 6857998"/>
              <a:gd name="connsiteX13" fmla="*/ 4051956 w 6762980"/>
              <a:gd name="connsiteY13" fmla="*/ 3428997 h 6857998"/>
              <a:gd name="connsiteX14" fmla="*/ 4110257 w 6762980"/>
              <a:gd name="connsiteY14" fmla="*/ 3428997 h 6857998"/>
              <a:gd name="connsiteX15" fmla="*/ 5405385 w 6762980"/>
              <a:gd name="connsiteY15" fmla="*/ 4225761 h 6857998"/>
              <a:gd name="connsiteX16" fmla="*/ 5405385 w 6762980"/>
              <a:gd name="connsiteY16" fmla="*/ 4288332 h 6857998"/>
              <a:gd name="connsiteX17" fmla="*/ 4060287 w 6762980"/>
              <a:gd name="connsiteY17" fmla="*/ 4288332 h 6857998"/>
              <a:gd name="connsiteX18" fmla="*/ 4060287 w 6762980"/>
              <a:gd name="connsiteY18" fmla="*/ 5143496 h 6857998"/>
              <a:gd name="connsiteX19" fmla="*/ 4001986 w 6762980"/>
              <a:gd name="connsiteY19" fmla="*/ 5143496 h 6857998"/>
              <a:gd name="connsiteX20" fmla="*/ 2706858 w 6762980"/>
              <a:gd name="connsiteY20" fmla="*/ 4346735 h 6857998"/>
              <a:gd name="connsiteX21" fmla="*/ 2706858 w 6762980"/>
              <a:gd name="connsiteY21" fmla="*/ 4284161 h 6857998"/>
              <a:gd name="connsiteX22" fmla="*/ 4051956 w 6762980"/>
              <a:gd name="connsiteY22" fmla="*/ 4284161 h 6857998"/>
              <a:gd name="connsiteX23" fmla="*/ 5409551 w 6762980"/>
              <a:gd name="connsiteY23" fmla="*/ 2569662 h 6857998"/>
              <a:gd name="connsiteX24" fmla="*/ 6762980 w 6762980"/>
              <a:gd name="connsiteY24" fmla="*/ 2569662 h 6857998"/>
              <a:gd name="connsiteX25" fmla="*/ 6762980 w 6762980"/>
              <a:gd name="connsiteY25" fmla="*/ 3428997 h 6857998"/>
              <a:gd name="connsiteX26" fmla="*/ 6762980 w 6762980"/>
              <a:gd name="connsiteY26" fmla="*/ 4288332 h 6857998"/>
              <a:gd name="connsiteX27" fmla="*/ 5409551 w 6762980"/>
              <a:gd name="connsiteY27" fmla="*/ 4288332 h 6857998"/>
              <a:gd name="connsiteX28" fmla="*/ 5409551 w 6762980"/>
              <a:gd name="connsiteY28" fmla="*/ 4225761 h 6857998"/>
              <a:gd name="connsiteX29" fmla="*/ 6704680 w 6762980"/>
              <a:gd name="connsiteY29" fmla="*/ 3428997 h 6857998"/>
              <a:gd name="connsiteX30" fmla="*/ 5409551 w 6762980"/>
              <a:gd name="connsiteY30" fmla="*/ 2632237 h 6857998"/>
              <a:gd name="connsiteX31" fmla="*/ 1295128 w 6762980"/>
              <a:gd name="connsiteY31" fmla="*/ 1714499 h 6857998"/>
              <a:gd name="connsiteX32" fmla="*/ 1353429 w 6762980"/>
              <a:gd name="connsiteY32" fmla="*/ 1714499 h 6857998"/>
              <a:gd name="connsiteX33" fmla="*/ 1353429 w 6762980"/>
              <a:gd name="connsiteY33" fmla="*/ 2569662 h 6857998"/>
              <a:gd name="connsiteX34" fmla="*/ 2702693 w 6762980"/>
              <a:gd name="connsiteY34" fmla="*/ 2569662 h 6857998"/>
              <a:gd name="connsiteX35" fmla="*/ 2702693 w 6762980"/>
              <a:gd name="connsiteY35" fmla="*/ 2632237 h 6857998"/>
              <a:gd name="connsiteX36" fmla="*/ 1407564 w 6762980"/>
              <a:gd name="connsiteY36" fmla="*/ 3428997 h 6857998"/>
              <a:gd name="connsiteX37" fmla="*/ 1349264 w 6762980"/>
              <a:gd name="connsiteY37" fmla="*/ 3428997 h 6857998"/>
              <a:gd name="connsiteX38" fmla="*/ 1349264 w 6762980"/>
              <a:gd name="connsiteY38" fmla="*/ 2573833 h 6857998"/>
              <a:gd name="connsiteX39" fmla="*/ 0 w 6762980"/>
              <a:gd name="connsiteY39" fmla="*/ 2573833 h 6857998"/>
              <a:gd name="connsiteX40" fmla="*/ 0 w 6762980"/>
              <a:gd name="connsiteY40" fmla="*/ 2511262 h 6857998"/>
              <a:gd name="connsiteX41" fmla="*/ 1295128 w 6762980"/>
              <a:gd name="connsiteY41" fmla="*/ 1714499 h 6857998"/>
              <a:gd name="connsiteX42" fmla="*/ 4001986 w 6762980"/>
              <a:gd name="connsiteY42" fmla="*/ 0 h 6857998"/>
              <a:gd name="connsiteX43" fmla="*/ 4060287 w 6762980"/>
              <a:gd name="connsiteY43" fmla="*/ 0 h 6857998"/>
              <a:gd name="connsiteX44" fmla="*/ 4060287 w 6762980"/>
              <a:gd name="connsiteY44" fmla="*/ 859335 h 6857998"/>
              <a:gd name="connsiteX45" fmla="*/ 2706858 w 6762980"/>
              <a:gd name="connsiteY45" fmla="*/ 859335 h 6857998"/>
              <a:gd name="connsiteX46" fmla="*/ 2706858 w 6762980"/>
              <a:gd name="connsiteY46" fmla="*/ 796763 h 6857998"/>
              <a:gd name="connsiteX47" fmla="*/ 4001986 w 6762980"/>
              <a:gd name="connsiteY47"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762980" h="6857998">
                <a:moveTo>
                  <a:pt x="4001986" y="5143499"/>
                </a:moveTo>
                <a:lnTo>
                  <a:pt x="4001986" y="5147670"/>
                </a:lnTo>
                <a:lnTo>
                  <a:pt x="4060287" y="5147670"/>
                </a:lnTo>
                <a:lnTo>
                  <a:pt x="4060287" y="5998663"/>
                </a:lnTo>
                <a:lnTo>
                  <a:pt x="5405385" y="5998663"/>
                </a:lnTo>
                <a:lnTo>
                  <a:pt x="5405385" y="6061237"/>
                </a:lnTo>
                <a:cubicBezTo>
                  <a:pt x="4689109" y="6061237"/>
                  <a:pt x="4110257" y="6419987"/>
                  <a:pt x="4110257" y="6857998"/>
                </a:cubicBezTo>
                <a:lnTo>
                  <a:pt x="4110257" y="6853827"/>
                </a:lnTo>
                <a:lnTo>
                  <a:pt x="4051956" y="6853827"/>
                </a:lnTo>
                <a:lnTo>
                  <a:pt x="4051956" y="6002834"/>
                </a:lnTo>
                <a:lnTo>
                  <a:pt x="2706858" y="6002834"/>
                </a:lnTo>
                <a:lnTo>
                  <a:pt x="2706858" y="5940260"/>
                </a:lnTo>
                <a:cubicBezTo>
                  <a:pt x="3423134" y="5940260"/>
                  <a:pt x="4001986" y="5581510"/>
                  <a:pt x="4001986" y="5143499"/>
                </a:cubicBezTo>
                <a:close/>
                <a:moveTo>
                  <a:pt x="4051956" y="3428997"/>
                </a:moveTo>
                <a:lnTo>
                  <a:pt x="4110257" y="3428997"/>
                </a:lnTo>
                <a:cubicBezTo>
                  <a:pt x="4110257" y="3867008"/>
                  <a:pt x="4689109" y="4225761"/>
                  <a:pt x="5405385" y="4225761"/>
                </a:cubicBezTo>
                <a:lnTo>
                  <a:pt x="5405385" y="4288332"/>
                </a:lnTo>
                <a:lnTo>
                  <a:pt x="4060287" y="4288332"/>
                </a:lnTo>
                <a:lnTo>
                  <a:pt x="4060287" y="5143496"/>
                </a:lnTo>
                <a:lnTo>
                  <a:pt x="4001986" y="5143496"/>
                </a:lnTo>
                <a:cubicBezTo>
                  <a:pt x="4001986" y="4705485"/>
                  <a:pt x="3423134" y="4346735"/>
                  <a:pt x="2706858" y="4346735"/>
                </a:cubicBezTo>
                <a:lnTo>
                  <a:pt x="2706858" y="4284161"/>
                </a:lnTo>
                <a:lnTo>
                  <a:pt x="4051956" y="4284161"/>
                </a:lnTo>
                <a:close/>
                <a:moveTo>
                  <a:pt x="5409551" y="2569662"/>
                </a:moveTo>
                <a:lnTo>
                  <a:pt x="6762980" y="2569662"/>
                </a:lnTo>
                <a:lnTo>
                  <a:pt x="6762980" y="3428997"/>
                </a:lnTo>
                <a:lnTo>
                  <a:pt x="6762980" y="4288332"/>
                </a:lnTo>
                <a:lnTo>
                  <a:pt x="5409551" y="4288332"/>
                </a:lnTo>
                <a:lnTo>
                  <a:pt x="5409551" y="4225761"/>
                </a:lnTo>
                <a:cubicBezTo>
                  <a:pt x="6125827" y="4225761"/>
                  <a:pt x="6704680" y="3867008"/>
                  <a:pt x="6704680" y="3428997"/>
                </a:cubicBezTo>
                <a:cubicBezTo>
                  <a:pt x="6704680" y="2990986"/>
                  <a:pt x="6125827" y="2632237"/>
                  <a:pt x="5409551" y="2632237"/>
                </a:cubicBezTo>
                <a:close/>
                <a:moveTo>
                  <a:pt x="1295128" y="1714499"/>
                </a:moveTo>
                <a:lnTo>
                  <a:pt x="1353429" y="1714499"/>
                </a:lnTo>
                <a:lnTo>
                  <a:pt x="1353429" y="2569662"/>
                </a:lnTo>
                <a:lnTo>
                  <a:pt x="2702693" y="2569662"/>
                </a:lnTo>
                <a:lnTo>
                  <a:pt x="2702693" y="2632237"/>
                </a:lnTo>
                <a:cubicBezTo>
                  <a:pt x="1986417" y="2632237"/>
                  <a:pt x="1407564" y="2990986"/>
                  <a:pt x="1407564" y="3428997"/>
                </a:cubicBezTo>
                <a:lnTo>
                  <a:pt x="1349264" y="3428997"/>
                </a:lnTo>
                <a:lnTo>
                  <a:pt x="1349264" y="2573833"/>
                </a:lnTo>
                <a:lnTo>
                  <a:pt x="0" y="2573833"/>
                </a:lnTo>
                <a:lnTo>
                  <a:pt x="0" y="2511262"/>
                </a:lnTo>
                <a:cubicBezTo>
                  <a:pt x="716276" y="2511262"/>
                  <a:pt x="1295128" y="2152510"/>
                  <a:pt x="1295128" y="1714499"/>
                </a:cubicBezTo>
                <a:close/>
                <a:moveTo>
                  <a:pt x="4001986" y="0"/>
                </a:moveTo>
                <a:lnTo>
                  <a:pt x="4060287" y="0"/>
                </a:lnTo>
                <a:lnTo>
                  <a:pt x="4060287" y="859335"/>
                </a:lnTo>
                <a:lnTo>
                  <a:pt x="2706858" y="859335"/>
                </a:lnTo>
                <a:lnTo>
                  <a:pt x="2706858" y="796763"/>
                </a:lnTo>
                <a:cubicBezTo>
                  <a:pt x="3423134" y="796763"/>
                  <a:pt x="4001986" y="438011"/>
                  <a:pt x="4001986" y="0"/>
                </a:cubicBezTo>
                <a:close/>
              </a:path>
            </a:pathLst>
          </a:custGeom>
          <a:solidFill>
            <a:srgbClr val="FA4505"/>
          </a:solidFill>
          <a:ln w="16168" cap="flat">
            <a:noFill/>
            <a:prstDash val="solid"/>
            <a:miter/>
          </a:ln>
        </p:spPr>
        <p:txBody>
          <a:bodyPr wrap="square" rtlCol="0" anchor="ctr">
            <a:noAutofit/>
          </a:bodyPr>
          <a:lstStyle/>
          <a:p>
            <a:endParaRPr lang="en-GR" sz="1800"/>
          </a:p>
        </p:txBody>
      </p:sp>
      <p:sp>
        <p:nvSpPr>
          <p:cNvPr id="2" name="Text Placeholder">
            <a:extLst>
              <a:ext uri="{FF2B5EF4-FFF2-40B4-BE49-F238E27FC236}">
                <a16:creationId xmlns:a16="http://schemas.microsoft.com/office/drawing/2014/main" id="{2768BD1E-312F-BF2A-9507-6F5F50196DF6}"/>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B8E4129D-1897-FBAD-5F64-2BC138CE83B5}"/>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41AC2EA1-BD83-E24B-1E08-64FEB193A181}"/>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9807FE2B-836F-52A4-CB88-1D917165D585}"/>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pic>
        <p:nvPicPr>
          <p:cNvPr id="4" name="Graphic 3">
            <a:extLst>
              <a:ext uri="{FF2B5EF4-FFF2-40B4-BE49-F238E27FC236}">
                <a16:creationId xmlns:a16="http://schemas.microsoft.com/office/drawing/2014/main" id="{93C628CF-6B34-7082-D3C3-48D45861B7F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1466633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6_Cover">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8" name="Rectangle_Transparent">
            <a:extLst>
              <a:ext uri="{FF2B5EF4-FFF2-40B4-BE49-F238E27FC236}">
                <a16:creationId xmlns:a16="http://schemas.microsoft.com/office/drawing/2014/main" id="{BF43BE76-E0FB-9E65-6356-CD858FA690A8}"/>
              </a:ext>
            </a:extLst>
          </p:cNvPr>
          <p:cNvSpPr/>
          <p:nvPr userDrawn="1"/>
        </p:nvSpPr>
        <p:spPr>
          <a:xfrm>
            <a:off x="0" y="0"/>
            <a:ext cx="12192000"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sp>
        <p:nvSpPr>
          <p:cNvPr id="10" name="Freeform 9">
            <a:extLst>
              <a:ext uri="{FF2B5EF4-FFF2-40B4-BE49-F238E27FC236}">
                <a16:creationId xmlns:a16="http://schemas.microsoft.com/office/drawing/2014/main" id="{05DDA3BA-4253-5AC1-3E96-3308A15DDB2E}"/>
              </a:ext>
            </a:extLst>
          </p:cNvPr>
          <p:cNvSpPr/>
          <p:nvPr userDrawn="1"/>
        </p:nvSpPr>
        <p:spPr>
          <a:xfrm>
            <a:off x="4348772" y="524932"/>
            <a:ext cx="7506678" cy="4827653"/>
          </a:xfrm>
          <a:custGeom>
            <a:avLst/>
            <a:gdLst>
              <a:gd name="connsiteX0" fmla="*/ 0 w 808193"/>
              <a:gd name="connsiteY0" fmla="*/ 0 h 495236"/>
              <a:gd name="connsiteX1" fmla="*/ 0 w 808193"/>
              <a:gd name="connsiteY1" fmla="*/ 495237 h 495236"/>
              <a:gd name="connsiteX2" fmla="*/ 808194 w 808193"/>
              <a:gd name="connsiteY2" fmla="*/ 495237 h 495236"/>
              <a:gd name="connsiteX3" fmla="*/ 808194 w 808193"/>
              <a:gd name="connsiteY3" fmla="*/ 0 h 495236"/>
              <a:gd name="connsiteX4" fmla="*/ 0 w 808193"/>
              <a:gd name="connsiteY4" fmla="*/ 0 h 495236"/>
              <a:gd name="connsiteX5" fmla="*/ 404097 w 808193"/>
              <a:gd name="connsiteY5" fmla="*/ 477197 h 495236"/>
              <a:gd name="connsiteX6" fmla="*/ 16536 w 808193"/>
              <a:gd name="connsiteY6" fmla="*/ 247523 h 495236"/>
              <a:gd name="connsiteX7" fmla="*/ 404097 w 808193"/>
              <a:gd name="connsiteY7" fmla="*/ 17850 h 495236"/>
              <a:gd name="connsiteX8" fmla="*/ 791658 w 808193"/>
              <a:gd name="connsiteY8" fmla="*/ 247523 h 495236"/>
              <a:gd name="connsiteX9" fmla="*/ 404097 w 808193"/>
              <a:gd name="connsiteY9" fmla="*/ 477197 h 495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8193" h="495236">
                <a:moveTo>
                  <a:pt x="0" y="0"/>
                </a:moveTo>
                <a:lnTo>
                  <a:pt x="0" y="495237"/>
                </a:lnTo>
                <a:lnTo>
                  <a:pt x="808194" y="495237"/>
                </a:lnTo>
                <a:lnTo>
                  <a:pt x="808194" y="0"/>
                </a:lnTo>
                <a:lnTo>
                  <a:pt x="0" y="0"/>
                </a:lnTo>
                <a:close/>
                <a:moveTo>
                  <a:pt x="404097" y="477197"/>
                </a:moveTo>
                <a:cubicBezTo>
                  <a:pt x="190074" y="477197"/>
                  <a:pt x="16536" y="374371"/>
                  <a:pt x="16536" y="247523"/>
                </a:cubicBezTo>
                <a:cubicBezTo>
                  <a:pt x="16536" y="120676"/>
                  <a:pt x="190074" y="17850"/>
                  <a:pt x="404097" y="17850"/>
                </a:cubicBezTo>
                <a:cubicBezTo>
                  <a:pt x="618120" y="17850"/>
                  <a:pt x="791658" y="120676"/>
                  <a:pt x="791658" y="247523"/>
                </a:cubicBezTo>
                <a:cubicBezTo>
                  <a:pt x="791658" y="374371"/>
                  <a:pt x="618120" y="477197"/>
                  <a:pt x="404097" y="477197"/>
                </a:cubicBezTo>
                <a:close/>
              </a:path>
            </a:pathLst>
          </a:custGeom>
          <a:solidFill>
            <a:srgbClr val="4D1729"/>
          </a:solidFill>
          <a:ln w="0" cap="flat">
            <a:noFill/>
            <a:prstDash val="solid"/>
            <a:miter/>
          </a:ln>
        </p:spPr>
        <p:txBody>
          <a:bodyPr rtlCol="0" anchor="ctr"/>
          <a:lstStyle/>
          <a:p>
            <a:endParaRPr lang="en-GR" sz="1800"/>
          </a:p>
        </p:txBody>
      </p:sp>
      <p:sp>
        <p:nvSpPr>
          <p:cNvPr id="2" name="Text Placeholder">
            <a:extLst>
              <a:ext uri="{FF2B5EF4-FFF2-40B4-BE49-F238E27FC236}">
                <a16:creationId xmlns:a16="http://schemas.microsoft.com/office/drawing/2014/main" id="{F75FFF74-A0EE-EC39-61DC-B1CF0D82B9C9}"/>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BF78BC74-5FB1-6DA9-60DA-133E989CB9CE}"/>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6C522786-CAAD-C2E0-6BAC-5C0716D9C01F}"/>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5610291D-8AA0-D8B3-AC8A-9AD77C561D7A}"/>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pic>
        <p:nvPicPr>
          <p:cNvPr id="4" name="Graphic 3">
            <a:extLst>
              <a:ext uri="{FF2B5EF4-FFF2-40B4-BE49-F238E27FC236}">
                <a16:creationId xmlns:a16="http://schemas.microsoft.com/office/drawing/2014/main" id="{B57BBB39-1A11-5448-1DED-561F191E605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15438237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7_Cover">
    <p:bg>
      <p:bgPr>
        <a:blipFill dpi="0" rotWithShape="1">
          <a:blip r:embed="rId2">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58" name="Rectangle_Transparent">
            <a:extLst>
              <a:ext uri="{FF2B5EF4-FFF2-40B4-BE49-F238E27FC236}">
                <a16:creationId xmlns:a16="http://schemas.microsoft.com/office/drawing/2014/main" id="{BF43BE76-E0FB-9E65-6356-CD858FA690A8}"/>
              </a:ext>
            </a:extLst>
          </p:cNvPr>
          <p:cNvSpPr/>
          <p:nvPr userDrawn="1"/>
        </p:nvSpPr>
        <p:spPr>
          <a:xfrm>
            <a:off x="1" y="0"/>
            <a:ext cx="12190379"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sz="1800"/>
              <a:t> </a:t>
            </a:r>
          </a:p>
        </p:txBody>
      </p:sp>
      <p:pic>
        <p:nvPicPr>
          <p:cNvPr id="2" name="Graphic 1">
            <a:extLst>
              <a:ext uri="{FF2B5EF4-FFF2-40B4-BE49-F238E27FC236}">
                <a16:creationId xmlns:a16="http://schemas.microsoft.com/office/drawing/2014/main" id="{A26D2E40-F44F-82EA-B95C-C9CD8677415B}"/>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r="16311"/>
          <a:stretch/>
        </p:blipFill>
        <p:spPr>
          <a:xfrm>
            <a:off x="5415431" y="812699"/>
            <a:ext cx="6776570" cy="5138716"/>
          </a:xfrm>
          <a:prstGeom prst="rect">
            <a:avLst/>
          </a:prstGeom>
        </p:spPr>
      </p:pic>
      <p:sp>
        <p:nvSpPr>
          <p:cNvPr id="3" name="Text Placeholder">
            <a:extLst>
              <a:ext uri="{FF2B5EF4-FFF2-40B4-BE49-F238E27FC236}">
                <a16:creationId xmlns:a16="http://schemas.microsoft.com/office/drawing/2014/main" id="{35F5672D-3A54-58D7-B279-05B76C1BC294}"/>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4" name="Text Placeholder 10">
            <a:extLst>
              <a:ext uri="{FF2B5EF4-FFF2-40B4-BE49-F238E27FC236}">
                <a16:creationId xmlns:a16="http://schemas.microsoft.com/office/drawing/2014/main" id="{1DB5A2E8-2F57-8F87-770A-F44847F685BD}"/>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9" name="Text Placeholder 10">
            <a:extLst>
              <a:ext uri="{FF2B5EF4-FFF2-40B4-BE49-F238E27FC236}">
                <a16:creationId xmlns:a16="http://schemas.microsoft.com/office/drawing/2014/main" id="{E120BAB2-816C-0942-9BC5-9D723AABFD82}"/>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10" name="Text Placeholder 5">
            <a:extLst>
              <a:ext uri="{FF2B5EF4-FFF2-40B4-BE49-F238E27FC236}">
                <a16:creationId xmlns:a16="http://schemas.microsoft.com/office/drawing/2014/main" id="{1243B8A6-BF4E-FDB6-5C99-DE15EC1D1FF6}"/>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pic>
        <p:nvPicPr>
          <p:cNvPr id="7" name="Graphic 6">
            <a:extLst>
              <a:ext uri="{FF2B5EF4-FFF2-40B4-BE49-F238E27FC236}">
                <a16:creationId xmlns:a16="http://schemas.microsoft.com/office/drawing/2014/main" id="{E944C218-85C4-DF3D-5AC3-2E32C5C4DE78}"/>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12814063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4_Cover">
    <p:bg>
      <p:bgPr>
        <a:solidFill>
          <a:srgbClr val="4D1729"/>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A26D2E40-F44F-82EA-B95C-C9CD8677415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16311"/>
          <a:stretch/>
        </p:blipFill>
        <p:spPr>
          <a:xfrm>
            <a:off x="5415431" y="812699"/>
            <a:ext cx="6776570" cy="5138716"/>
          </a:xfrm>
          <a:prstGeom prst="rect">
            <a:avLst/>
          </a:prstGeom>
        </p:spPr>
      </p:pic>
      <p:sp>
        <p:nvSpPr>
          <p:cNvPr id="3" name="Text Placeholder">
            <a:extLst>
              <a:ext uri="{FF2B5EF4-FFF2-40B4-BE49-F238E27FC236}">
                <a16:creationId xmlns:a16="http://schemas.microsoft.com/office/drawing/2014/main" id="{3829851C-3494-374A-3572-87B7CEAF0C55}"/>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4" name="Text Placeholder 10">
            <a:extLst>
              <a:ext uri="{FF2B5EF4-FFF2-40B4-BE49-F238E27FC236}">
                <a16:creationId xmlns:a16="http://schemas.microsoft.com/office/drawing/2014/main" id="{E5E89388-5C08-697B-86AA-0D2F8A6CE1BA}"/>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9" name="Text Placeholder 10">
            <a:extLst>
              <a:ext uri="{FF2B5EF4-FFF2-40B4-BE49-F238E27FC236}">
                <a16:creationId xmlns:a16="http://schemas.microsoft.com/office/drawing/2014/main" id="{E8A68B27-E80E-9523-CCA5-E76C94B0AC6F}"/>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10" name="Text Placeholder 5">
            <a:extLst>
              <a:ext uri="{FF2B5EF4-FFF2-40B4-BE49-F238E27FC236}">
                <a16:creationId xmlns:a16="http://schemas.microsoft.com/office/drawing/2014/main" id="{54051F15-9882-F138-26D3-103D1EA116DB}"/>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19987442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30_Cover">
    <p:bg>
      <p:bgPr>
        <a:solidFill>
          <a:srgbClr val="4D1729"/>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474A66C-2354-4FD1-F3E6-762BC102F1AF}"/>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15764"/>
          <a:stretch/>
        </p:blipFill>
        <p:spPr>
          <a:xfrm>
            <a:off x="4437168" y="540278"/>
            <a:ext cx="7753212" cy="5807383"/>
          </a:xfrm>
          <a:prstGeom prst="rect">
            <a:avLst/>
          </a:prstGeom>
        </p:spPr>
      </p:pic>
      <p:sp>
        <p:nvSpPr>
          <p:cNvPr id="3" name="Text Placeholder">
            <a:extLst>
              <a:ext uri="{FF2B5EF4-FFF2-40B4-BE49-F238E27FC236}">
                <a16:creationId xmlns:a16="http://schemas.microsoft.com/office/drawing/2014/main" id="{3829851C-3494-374A-3572-87B7CEAF0C55}"/>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4" name="Text Placeholder 10">
            <a:extLst>
              <a:ext uri="{FF2B5EF4-FFF2-40B4-BE49-F238E27FC236}">
                <a16:creationId xmlns:a16="http://schemas.microsoft.com/office/drawing/2014/main" id="{E5E89388-5C08-697B-86AA-0D2F8A6CE1BA}"/>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9" name="Text Placeholder 10">
            <a:extLst>
              <a:ext uri="{FF2B5EF4-FFF2-40B4-BE49-F238E27FC236}">
                <a16:creationId xmlns:a16="http://schemas.microsoft.com/office/drawing/2014/main" id="{E8A68B27-E80E-9523-CCA5-E76C94B0AC6F}"/>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10" name="Text Placeholder 5">
            <a:extLst>
              <a:ext uri="{FF2B5EF4-FFF2-40B4-BE49-F238E27FC236}">
                <a16:creationId xmlns:a16="http://schemas.microsoft.com/office/drawing/2014/main" id="{54051F15-9882-F138-26D3-103D1EA116DB}"/>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7485042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6_Cover">
    <p:bg>
      <p:bgPr>
        <a:solidFill>
          <a:srgbClr val="4D172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775A193-6E2B-8130-7023-A0C986A2F411}"/>
              </a:ext>
            </a:extLst>
          </p:cNvPr>
          <p:cNvSpPr/>
          <p:nvPr/>
        </p:nvSpPr>
        <p:spPr>
          <a:xfrm>
            <a:off x="7170479" y="1"/>
            <a:ext cx="3857511" cy="6857999"/>
          </a:xfrm>
          <a:custGeom>
            <a:avLst/>
            <a:gdLst>
              <a:gd name="connsiteX0" fmla="*/ 2571678 w 3857511"/>
              <a:gd name="connsiteY0" fmla="*/ 6000752 h 6857999"/>
              <a:gd name="connsiteX1" fmla="*/ 3857511 w 3857511"/>
              <a:gd name="connsiteY1" fmla="*/ 6000752 h 6857999"/>
              <a:gd name="connsiteX2" fmla="*/ 3857511 w 3857511"/>
              <a:gd name="connsiteY2" fmla="*/ 6051757 h 6857999"/>
              <a:gd name="connsiteX3" fmla="*/ 2620025 w 3857511"/>
              <a:gd name="connsiteY3" fmla="*/ 6857999 h 6857999"/>
              <a:gd name="connsiteX4" fmla="*/ 2571678 w 3857511"/>
              <a:gd name="connsiteY4" fmla="*/ 6857999 h 6857999"/>
              <a:gd name="connsiteX5" fmla="*/ 2523331 w 3857511"/>
              <a:gd name="connsiteY5" fmla="*/ 5143505 h 6857999"/>
              <a:gd name="connsiteX6" fmla="*/ 2571678 w 3857511"/>
              <a:gd name="connsiteY6" fmla="*/ 5143505 h 6857999"/>
              <a:gd name="connsiteX7" fmla="*/ 2571678 w 3857511"/>
              <a:gd name="connsiteY7" fmla="*/ 6000752 h 6857999"/>
              <a:gd name="connsiteX8" fmla="*/ 1285845 w 3857511"/>
              <a:gd name="connsiteY8" fmla="*/ 6000752 h 6857999"/>
              <a:gd name="connsiteX9" fmla="*/ 1285845 w 3857511"/>
              <a:gd name="connsiteY9" fmla="*/ 5949747 h 6857999"/>
              <a:gd name="connsiteX10" fmla="*/ 2523331 w 3857511"/>
              <a:gd name="connsiteY10" fmla="*/ 5143505 h 6857999"/>
              <a:gd name="connsiteX11" fmla="*/ 0 w 3857511"/>
              <a:gd name="connsiteY11" fmla="*/ 3428999 h 6857999"/>
              <a:gd name="connsiteX12" fmla="*/ 48346 w 3857511"/>
              <a:gd name="connsiteY12" fmla="*/ 3428999 h 6857999"/>
              <a:gd name="connsiteX13" fmla="*/ 1285833 w 3857511"/>
              <a:gd name="connsiteY13" fmla="*/ 4235241 h 6857999"/>
              <a:gd name="connsiteX14" fmla="*/ 1285833 w 3857511"/>
              <a:gd name="connsiteY14" fmla="*/ 4286246 h 6857999"/>
              <a:gd name="connsiteX15" fmla="*/ 0 w 3857511"/>
              <a:gd name="connsiteY15" fmla="*/ 4286246 h 6857999"/>
              <a:gd name="connsiteX16" fmla="*/ 1285845 w 3857511"/>
              <a:gd name="connsiteY16" fmla="*/ 2571753 h 6857999"/>
              <a:gd name="connsiteX17" fmla="*/ 2571678 w 3857511"/>
              <a:gd name="connsiteY17" fmla="*/ 2571753 h 6857999"/>
              <a:gd name="connsiteX18" fmla="*/ 2571678 w 3857511"/>
              <a:gd name="connsiteY18" fmla="*/ 3428999 h 6857999"/>
              <a:gd name="connsiteX19" fmla="*/ 2523331 w 3857511"/>
              <a:gd name="connsiteY19" fmla="*/ 3428999 h 6857999"/>
              <a:gd name="connsiteX20" fmla="*/ 1285845 w 3857511"/>
              <a:gd name="connsiteY20" fmla="*/ 2622757 h 6857999"/>
              <a:gd name="connsiteX21" fmla="*/ 2523331 w 3857511"/>
              <a:gd name="connsiteY21" fmla="*/ 0 h 6857999"/>
              <a:gd name="connsiteX22" fmla="*/ 2571678 w 3857511"/>
              <a:gd name="connsiteY22" fmla="*/ 0 h 6857999"/>
              <a:gd name="connsiteX23" fmla="*/ 2571678 w 3857511"/>
              <a:gd name="connsiteY23" fmla="*/ 857246 h 6857999"/>
              <a:gd name="connsiteX24" fmla="*/ 3857511 w 3857511"/>
              <a:gd name="connsiteY24" fmla="*/ 857246 h 6857999"/>
              <a:gd name="connsiteX25" fmla="*/ 3857511 w 3857511"/>
              <a:gd name="connsiteY25" fmla="*/ 908251 h 6857999"/>
              <a:gd name="connsiteX26" fmla="*/ 2626415 w 3857511"/>
              <a:gd name="connsiteY26" fmla="*/ 1632077 h 6857999"/>
              <a:gd name="connsiteX27" fmla="*/ 2620025 w 3857511"/>
              <a:gd name="connsiteY27" fmla="*/ 1714493 h 6857999"/>
              <a:gd name="connsiteX28" fmla="*/ 2626415 w 3857511"/>
              <a:gd name="connsiteY28" fmla="*/ 1796909 h 6857999"/>
              <a:gd name="connsiteX29" fmla="*/ 3857511 w 3857511"/>
              <a:gd name="connsiteY29" fmla="*/ 2520735 h 6857999"/>
              <a:gd name="connsiteX30" fmla="*/ 3857511 w 3857511"/>
              <a:gd name="connsiteY30" fmla="*/ 2571740 h 6857999"/>
              <a:gd name="connsiteX31" fmla="*/ 2571678 w 3857511"/>
              <a:gd name="connsiteY31" fmla="*/ 2571740 h 6857999"/>
              <a:gd name="connsiteX32" fmla="*/ 2571678 w 3857511"/>
              <a:gd name="connsiteY32" fmla="*/ 1714493 h 6857999"/>
              <a:gd name="connsiteX33" fmla="*/ 2571678 w 3857511"/>
              <a:gd name="connsiteY33" fmla="*/ 1714493 h 6857999"/>
              <a:gd name="connsiteX34" fmla="*/ 2571678 w 3857511"/>
              <a:gd name="connsiteY34" fmla="*/ 857247 h 6857999"/>
              <a:gd name="connsiteX35" fmla="*/ 1285845 w 3857511"/>
              <a:gd name="connsiteY35" fmla="*/ 857247 h 6857999"/>
              <a:gd name="connsiteX36" fmla="*/ 1285845 w 3857511"/>
              <a:gd name="connsiteY36" fmla="*/ 806242 h 6857999"/>
              <a:gd name="connsiteX37" fmla="*/ 2523331 w 3857511"/>
              <a:gd name="connsiteY3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57511" h="6857999">
                <a:moveTo>
                  <a:pt x="2571678" y="6000752"/>
                </a:moveTo>
                <a:lnTo>
                  <a:pt x="3857511" y="6000752"/>
                </a:lnTo>
                <a:lnTo>
                  <a:pt x="3857511" y="6051757"/>
                </a:lnTo>
                <a:cubicBezTo>
                  <a:pt x="3174136" y="6051757"/>
                  <a:pt x="2620025" y="6412830"/>
                  <a:pt x="2620025" y="6857999"/>
                </a:cubicBezTo>
                <a:lnTo>
                  <a:pt x="2571678" y="6857999"/>
                </a:lnTo>
                <a:close/>
                <a:moveTo>
                  <a:pt x="2523331" y="5143505"/>
                </a:moveTo>
                <a:lnTo>
                  <a:pt x="2571678" y="5143505"/>
                </a:lnTo>
                <a:lnTo>
                  <a:pt x="2571678" y="6000752"/>
                </a:lnTo>
                <a:lnTo>
                  <a:pt x="1285845" y="6000752"/>
                </a:lnTo>
                <a:lnTo>
                  <a:pt x="1285845" y="5949747"/>
                </a:lnTo>
                <a:cubicBezTo>
                  <a:pt x="1969220" y="5949747"/>
                  <a:pt x="2523331" y="5588675"/>
                  <a:pt x="2523331" y="5143505"/>
                </a:cubicBezTo>
                <a:close/>
                <a:moveTo>
                  <a:pt x="0" y="3428999"/>
                </a:moveTo>
                <a:lnTo>
                  <a:pt x="48346" y="3428999"/>
                </a:lnTo>
                <a:cubicBezTo>
                  <a:pt x="48346" y="3874169"/>
                  <a:pt x="602458" y="4235241"/>
                  <a:pt x="1285833" y="4235241"/>
                </a:cubicBezTo>
                <a:lnTo>
                  <a:pt x="1285833" y="4286246"/>
                </a:lnTo>
                <a:lnTo>
                  <a:pt x="0" y="4286246"/>
                </a:lnTo>
                <a:close/>
                <a:moveTo>
                  <a:pt x="1285845" y="2571753"/>
                </a:moveTo>
                <a:lnTo>
                  <a:pt x="2571678" y="2571753"/>
                </a:lnTo>
                <a:lnTo>
                  <a:pt x="2571678" y="3428999"/>
                </a:lnTo>
                <a:lnTo>
                  <a:pt x="2523331" y="3428999"/>
                </a:lnTo>
                <a:cubicBezTo>
                  <a:pt x="2523331" y="2983830"/>
                  <a:pt x="1969220" y="2622757"/>
                  <a:pt x="1285845" y="2622757"/>
                </a:cubicBezTo>
                <a:close/>
                <a:moveTo>
                  <a:pt x="2523331" y="0"/>
                </a:moveTo>
                <a:lnTo>
                  <a:pt x="2571678" y="0"/>
                </a:lnTo>
                <a:lnTo>
                  <a:pt x="2571678" y="857246"/>
                </a:lnTo>
                <a:lnTo>
                  <a:pt x="3857511" y="857246"/>
                </a:lnTo>
                <a:lnTo>
                  <a:pt x="3857511" y="908251"/>
                </a:lnTo>
                <a:cubicBezTo>
                  <a:pt x="3216847" y="908251"/>
                  <a:pt x="2689794" y="1225600"/>
                  <a:pt x="2626415" y="1632077"/>
                </a:cubicBezTo>
                <a:lnTo>
                  <a:pt x="2620025" y="1714493"/>
                </a:lnTo>
                <a:lnTo>
                  <a:pt x="2626415" y="1796909"/>
                </a:lnTo>
                <a:cubicBezTo>
                  <a:pt x="2689794" y="2203387"/>
                  <a:pt x="3216847" y="2520735"/>
                  <a:pt x="3857511" y="2520735"/>
                </a:cubicBezTo>
                <a:lnTo>
                  <a:pt x="3857511" y="2571740"/>
                </a:lnTo>
                <a:lnTo>
                  <a:pt x="2571678" y="2571740"/>
                </a:lnTo>
                <a:lnTo>
                  <a:pt x="2571678" y="1714493"/>
                </a:lnTo>
                <a:lnTo>
                  <a:pt x="2571678" y="1714493"/>
                </a:lnTo>
                <a:lnTo>
                  <a:pt x="2571678" y="857247"/>
                </a:lnTo>
                <a:lnTo>
                  <a:pt x="1285845" y="857247"/>
                </a:lnTo>
                <a:lnTo>
                  <a:pt x="1285845" y="806242"/>
                </a:lnTo>
                <a:cubicBezTo>
                  <a:pt x="1969220" y="806242"/>
                  <a:pt x="2523331" y="445169"/>
                  <a:pt x="2523331" y="0"/>
                </a:cubicBezTo>
                <a:close/>
              </a:path>
            </a:pathLst>
          </a:custGeom>
          <a:solidFill>
            <a:srgbClr val="FA4505"/>
          </a:solidFill>
          <a:ln w="690" cap="flat">
            <a:noFill/>
            <a:prstDash val="solid"/>
            <a:miter/>
          </a:ln>
        </p:spPr>
        <p:txBody>
          <a:bodyPr wrap="square" rtlCol="0" anchor="ctr">
            <a:noAutofit/>
          </a:bodyPr>
          <a:lstStyle/>
          <a:p>
            <a:endParaRPr lang="en-GR" sz="1800"/>
          </a:p>
        </p:txBody>
      </p:sp>
      <p:sp>
        <p:nvSpPr>
          <p:cNvPr id="2" name="Text Placeholder">
            <a:extLst>
              <a:ext uri="{FF2B5EF4-FFF2-40B4-BE49-F238E27FC236}">
                <a16:creationId xmlns:a16="http://schemas.microsoft.com/office/drawing/2014/main" id="{CE787C30-9935-4CB3-9393-3A626BED6F6B}"/>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7E00A181-7E06-9599-064A-85F482415102}"/>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B7D8BBBD-F7B7-A437-8862-607C44C6219F}"/>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4784C9B3-D5C7-F4D8-4006-BCFEE730E4E4}"/>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291163736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6_Cover">
    <p:bg>
      <p:bgPr>
        <a:solidFill>
          <a:srgbClr val="2659E0"/>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A842CBBB-ED82-3D2C-7AD6-88B1F4A7D133}"/>
              </a:ext>
            </a:extLst>
          </p:cNvPr>
          <p:cNvSpPr/>
          <p:nvPr userDrawn="1"/>
        </p:nvSpPr>
        <p:spPr>
          <a:xfrm>
            <a:off x="1046151" y="530601"/>
            <a:ext cx="11145849" cy="4671928"/>
          </a:xfrm>
          <a:custGeom>
            <a:avLst/>
            <a:gdLst>
              <a:gd name="connsiteX0" fmla="*/ 11137069 w 11145849"/>
              <a:gd name="connsiteY0" fmla="*/ 169698 h 4671928"/>
              <a:gd name="connsiteX1" fmla="*/ 11145849 w 11145849"/>
              <a:gd name="connsiteY1" fmla="*/ 169968 h 4671928"/>
              <a:gd name="connsiteX2" fmla="*/ 11145849 w 11145849"/>
              <a:gd name="connsiteY2" fmla="*/ 4502263 h 4671928"/>
              <a:gd name="connsiteX3" fmla="*/ 11137069 w 11145849"/>
              <a:gd name="connsiteY3" fmla="*/ 4502533 h 4671928"/>
              <a:gd name="connsiteX4" fmla="*/ 7576068 w 11145849"/>
              <a:gd name="connsiteY4" fmla="*/ 2336116 h 4671928"/>
              <a:gd name="connsiteX5" fmla="*/ 11137069 w 11145849"/>
              <a:gd name="connsiteY5" fmla="*/ 169698 h 4671928"/>
              <a:gd name="connsiteX6" fmla="*/ 3712358 w 11145849"/>
              <a:gd name="connsiteY6" fmla="*/ 169395 h 4671928"/>
              <a:gd name="connsiteX7" fmla="*/ 151357 w 11145849"/>
              <a:gd name="connsiteY7" fmla="*/ 2336115 h 4671928"/>
              <a:gd name="connsiteX8" fmla="*/ 3712358 w 11145849"/>
              <a:gd name="connsiteY8" fmla="*/ 4502533 h 4671928"/>
              <a:gd name="connsiteX9" fmla="*/ 3712358 w 11145849"/>
              <a:gd name="connsiteY9" fmla="*/ 4502227 h 4671928"/>
              <a:gd name="connsiteX10" fmla="*/ 7273360 w 11145849"/>
              <a:gd name="connsiteY10" fmla="*/ 2335813 h 4671928"/>
              <a:gd name="connsiteX11" fmla="*/ 3712358 w 11145849"/>
              <a:gd name="connsiteY11" fmla="*/ 169395 h 4671928"/>
              <a:gd name="connsiteX12" fmla="*/ 0 w 11145849"/>
              <a:gd name="connsiteY12" fmla="*/ 0 h 4671928"/>
              <a:gd name="connsiteX13" fmla="*/ 7424715 w 11145849"/>
              <a:gd name="connsiteY13" fmla="*/ 0 h 4671928"/>
              <a:gd name="connsiteX14" fmla="*/ 7424715 w 11145849"/>
              <a:gd name="connsiteY14" fmla="*/ 4671928 h 4671928"/>
              <a:gd name="connsiteX15" fmla="*/ 0 w 11145849"/>
              <a:gd name="connsiteY15" fmla="*/ 4671928 h 4671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145849" h="4671928">
                <a:moveTo>
                  <a:pt x="11137069" y="169698"/>
                </a:moveTo>
                <a:lnTo>
                  <a:pt x="11145849" y="169968"/>
                </a:lnTo>
                <a:lnTo>
                  <a:pt x="11145849" y="4502263"/>
                </a:lnTo>
                <a:lnTo>
                  <a:pt x="11137069" y="4502533"/>
                </a:lnTo>
                <a:cubicBezTo>
                  <a:pt x="9170369" y="4502533"/>
                  <a:pt x="7576068" y="3532253"/>
                  <a:pt x="7576068" y="2336116"/>
                </a:cubicBezTo>
                <a:cubicBezTo>
                  <a:pt x="7576068" y="1139976"/>
                  <a:pt x="9170675" y="169698"/>
                  <a:pt x="11137069" y="169698"/>
                </a:cubicBezTo>
                <a:close/>
                <a:moveTo>
                  <a:pt x="3712358" y="169395"/>
                </a:moveTo>
                <a:cubicBezTo>
                  <a:pt x="1745964" y="169395"/>
                  <a:pt x="151357" y="1139979"/>
                  <a:pt x="151357" y="2336115"/>
                </a:cubicBezTo>
                <a:cubicBezTo>
                  <a:pt x="151357" y="3532255"/>
                  <a:pt x="1745964" y="4502533"/>
                  <a:pt x="3712358" y="4502533"/>
                </a:cubicBezTo>
                <a:lnTo>
                  <a:pt x="3712358" y="4502227"/>
                </a:lnTo>
                <a:cubicBezTo>
                  <a:pt x="5679061" y="4502227"/>
                  <a:pt x="7273360" y="3531950"/>
                  <a:pt x="7273360" y="2335813"/>
                </a:cubicBezTo>
                <a:cubicBezTo>
                  <a:pt x="7273360" y="1139673"/>
                  <a:pt x="5678752" y="169395"/>
                  <a:pt x="3712358" y="169395"/>
                </a:cubicBezTo>
                <a:close/>
                <a:moveTo>
                  <a:pt x="0" y="0"/>
                </a:moveTo>
                <a:lnTo>
                  <a:pt x="7424715" y="0"/>
                </a:lnTo>
                <a:lnTo>
                  <a:pt x="7424715" y="4671928"/>
                </a:lnTo>
                <a:lnTo>
                  <a:pt x="0" y="4671928"/>
                </a:lnTo>
                <a:close/>
              </a:path>
            </a:pathLst>
          </a:custGeom>
          <a:solidFill>
            <a:schemeClr val="accent1"/>
          </a:solidFill>
          <a:ln w="0" cap="flat">
            <a:noFill/>
            <a:prstDash val="solid"/>
            <a:miter/>
          </a:ln>
        </p:spPr>
        <p:txBody>
          <a:bodyPr wrap="square" rtlCol="0" anchor="ctr">
            <a:noAutofit/>
          </a:bodyPr>
          <a:lstStyle/>
          <a:p>
            <a:endParaRPr lang="en-GR" sz="1800"/>
          </a:p>
        </p:txBody>
      </p:sp>
      <p:sp>
        <p:nvSpPr>
          <p:cNvPr id="2" name="Text Placeholder">
            <a:extLst>
              <a:ext uri="{FF2B5EF4-FFF2-40B4-BE49-F238E27FC236}">
                <a16:creationId xmlns:a16="http://schemas.microsoft.com/office/drawing/2014/main" id="{AA00658F-1FFD-C621-75C5-58A0AAF1F014}"/>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EF6B4F77-8D5A-5A45-CCF2-B67554A2AA07}"/>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F6C070AF-1256-E4C5-BD4B-A926DD4CB5D2}"/>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10" name="Text Placeholder 5">
            <a:extLst>
              <a:ext uri="{FF2B5EF4-FFF2-40B4-BE49-F238E27FC236}">
                <a16:creationId xmlns:a16="http://schemas.microsoft.com/office/drawing/2014/main" id="{AFF9F86D-150F-3B65-F41E-3E9DA9120518}"/>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17656285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5_Cover">
    <p:bg>
      <p:bgPr>
        <a:solidFill>
          <a:schemeClr val="accent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C64DD50B-B64B-69EA-F6DC-7B45CB5EC039}"/>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16311"/>
          <a:stretch/>
        </p:blipFill>
        <p:spPr>
          <a:xfrm>
            <a:off x="5415431" y="812699"/>
            <a:ext cx="6776570" cy="5138716"/>
          </a:xfrm>
          <a:prstGeom prst="rect">
            <a:avLst/>
          </a:prstGeom>
        </p:spPr>
      </p:pic>
      <p:sp>
        <p:nvSpPr>
          <p:cNvPr id="2" name="Text Placeholder">
            <a:extLst>
              <a:ext uri="{FF2B5EF4-FFF2-40B4-BE49-F238E27FC236}">
                <a16:creationId xmlns:a16="http://schemas.microsoft.com/office/drawing/2014/main" id="{0EF2CE33-434C-A76F-34AE-9C2C14AF062D}"/>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39DFA921-CFC0-69FD-8090-9F271263A5EA}"/>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1837FB79-B5FE-DBAC-41FC-C62DFE9E7FED}"/>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B09E18CC-D8B5-FD8F-240F-1465A3DC396C}"/>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1767539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28_Cover">
    <p:bg>
      <p:bgPr>
        <a:solidFill>
          <a:srgbClr val="2659E0"/>
        </a:solidFill>
        <a:effectLst/>
      </p:bgPr>
    </p:bg>
    <p:spTree>
      <p:nvGrpSpPr>
        <p:cNvPr id="1" name=""/>
        <p:cNvGrpSpPr/>
        <p:nvPr/>
      </p:nvGrpSpPr>
      <p:grpSpPr>
        <a:xfrm>
          <a:off x="0" y="0"/>
          <a:ext cx="0" cy="0"/>
          <a:chOff x="0" y="0"/>
          <a:chExt cx="0" cy="0"/>
        </a:xfrm>
      </p:grpSpPr>
      <p:sp>
        <p:nvSpPr>
          <p:cNvPr id="159" name="Freeform">
            <a:extLst>
              <a:ext uri="{FF2B5EF4-FFF2-40B4-BE49-F238E27FC236}">
                <a16:creationId xmlns:a16="http://schemas.microsoft.com/office/drawing/2014/main" id="{6999A8E5-287B-A096-EDDF-3292DDBAA880}"/>
              </a:ext>
            </a:extLst>
          </p:cNvPr>
          <p:cNvSpPr/>
          <p:nvPr userDrawn="1"/>
        </p:nvSpPr>
        <p:spPr>
          <a:xfrm rot="10800000">
            <a:off x="7755465" y="871034"/>
            <a:ext cx="4046242" cy="5115933"/>
          </a:xfrm>
          <a:custGeom>
            <a:avLst/>
            <a:gdLst>
              <a:gd name="connsiteX0" fmla="*/ 54209 w 1328758"/>
              <a:gd name="connsiteY0" fmla="*/ 840018 h 1680036"/>
              <a:gd name="connsiteX1" fmla="*/ 1328759 w 1328758"/>
              <a:gd name="connsiteY1" fmla="*/ 60996 h 1680036"/>
              <a:gd name="connsiteX2" fmla="*/ 1328759 w 1328758"/>
              <a:gd name="connsiteY2" fmla="*/ 0 h 1680036"/>
              <a:gd name="connsiteX3" fmla="*/ 0 w 1328758"/>
              <a:gd name="connsiteY3" fmla="*/ 0 h 1680036"/>
              <a:gd name="connsiteX4" fmla="*/ 0 w 1328758"/>
              <a:gd name="connsiteY4" fmla="*/ 1680037 h 1680036"/>
              <a:gd name="connsiteX5" fmla="*/ 1328759 w 1328758"/>
              <a:gd name="connsiteY5" fmla="*/ 1680037 h 1680036"/>
              <a:gd name="connsiteX6" fmla="*/ 1328759 w 1328758"/>
              <a:gd name="connsiteY6" fmla="*/ 1619040 h 1680036"/>
              <a:gd name="connsiteX7" fmla="*/ 54209 w 1328758"/>
              <a:gd name="connsiteY7" fmla="*/ 840018 h 1680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8758" h="1680036">
                <a:moveTo>
                  <a:pt x="54209" y="840018"/>
                </a:moveTo>
                <a:cubicBezTo>
                  <a:pt x="54209" y="409881"/>
                  <a:pt x="624873" y="60996"/>
                  <a:pt x="1328759" y="60996"/>
                </a:cubicBezTo>
                <a:lnTo>
                  <a:pt x="1328759" y="0"/>
                </a:lnTo>
                <a:lnTo>
                  <a:pt x="0" y="0"/>
                </a:lnTo>
                <a:lnTo>
                  <a:pt x="0" y="1680037"/>
                </a:lnTo>
                <a:lnTo>
                  <a:pt x="1328759" y="1680037"/>
                </a:lnTo>
                <a:lnTo>
                  <a:pt x="1328759" y="1619040"/>
                </a:lnTo>
                <a:cubicBezTo>
                  <a:pt x="624873" y="1619040"/>
                  <a:pt x="54209" y="1270156"/>
                  <a:pt x="54209" y="840018"/>
                </a:cubicBezTo>
                <a:close/>
              </a:path>
            </a:pathLst>
          </a:custGeom>
          <a:solidFill>
            <a:schemeClr val="accent1"/>
          </a:solidFill>
          <a:ln w="0" cap="flat">
            <a:noFill/>
            <a:prstDash val="solid"/>
            <a:miter/>
          </a:ln>
        </p:spPr>
        <p:txBody>
          <a:bodyPr rtlCol="0" anchor="ctr"/>
          <a:lstStyle/>
          <a:p>
            <a:endParaRPr lang="en-GR" sz="1800"/>
          </a:p>
        </p:txBody>
      </p:sp>
      <p:sp>
        <p:nvSpPr>
          <p:cNvPr id="2" name="Text Placeholder">
            <a:extLst>
              <a:ext uri="{FF2B5EF4-FFF2-40B4-BE49-F238E27FC236}">
                <a16:creationId xmlns:a16="http://schemas.microsoft.com/office/drawing/2014/main" id="{0EF2CE33-434C-A76F-34AE-9C2C14AF062D}"/>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39DFA921-CFC0-69FD-8090-9F271263A5EA}"/>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1837FB79-B5FE-DBAC-41FC-C62DFE9E7FED}"/>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B09E18CC-D8B5-FD8F-240F-1465A3DC396C}"/>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15680914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32_Cover">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F634CAE3-1CF1-03C2-B5D6-EFDB773F4BDE}"/>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15764"/>
          <a:stretch/>
        </p:blipFill>
        <p:spPr>
          <a:xfrm>
            <a:off x="4437168" y="540278"/>
            <a:ext cx="7753212" cy="5807383"/>
          </a:xfrm>
          <a:prstGeom prst="rect">
            <a:avLst/>
          </a:prstGeom>
        </p:spPr>
      </p:pic>
      <p:sp>
        <p:nvSpPr>
          <p:cNvPr id="3" name="Text Placeholder">
            <a:extLst>
              <a:ext uri="{FF2B5EF4-FFF2-40B4-BE49-F238E27FC236}">
                <a16:creationId xmlns:a16="http://schemas.microsoft.com/office/drawing/2014/main" id="{7856AD36-6EAB-B6BB-2463-26B521602ACA}"/>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4" name="Text Placeholder 10">
            <a:extLst>
              <a:ext uri="{FF2B5EF4-FFF2-40B4-BE49-F238E27FC236}">
                <a16:creationId xmlns:a16="http://schemas.microsoft.com/office/drawing/2014/main" id="{9658404F-1E43-5D30-E0A9-0D37AED27327}"/>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9" name="Text Placeholder 10">
            <a:extLst>
              <a:ext uri="{FF2B5EF4-FFF2-40B4-BE49-F238E27FC236}">
                <a16:creationId xmlns:a16="http://schemas.microsoft.com/office/drawing/2014/main" id="{4B4F2AF7-CB57-4B6A-D9A2-F1DB84F39686}"/>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10" name="Text Placeholder 5">
            <a:extLst>
              <a:ext uri="{FF2B5EF4-FFF2-40B4-BE49-F238E27FC236}">
                <a16:creationId xmlns:a16="http://schemas.microsoft.com/office/drawing/2014/main" id="{B8DC31F5-1036-266B-6EAA-C12EA5F22AF4}"/>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37656170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9_Cover">
    <p:bg>
      <p:bgPr>
        <a:solidFill>
          <a:schemeClr val="accent1"/>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775A193-6E2B-8130-7023-A0C986A2F411}"/>
              </a:ext>
            </a:extLst>
          </p:cNvPr>
          <p:cNvSpPr/>
          <p:nvPr/>
        </p:nvSpPr>
        <p:spPr>
          <a:xfrm>
            <a:off x="7170479" y="1"/>
            <a:ext cx="3857511" cy="6857999"/>
          </a:xfrm>
          <a:custGeom>
            <a:avLst/>
            <a:gdLst>
              <a:gd name="connsiteX0" fmla="*/ 2571678 w 3857511"/>
              <a:gd name="connsiteY0" fmla="*/ 6000752 h 6857999"/>
              <a:gd name="connsiteX1" fmla="*/ 3857511 w 3857511"/>
              <a:gd name="connsiteY1" fmla="*/ 6000752 h 6857999"/>
              <a:gd name="connsiteX2" fmla="*/ 3857511 w 3857511"/>
              <a:gd name="connsiteY2" fmla="*/ 6051757 h 6857999"/>
              <a:gd name="connsiteX3" fmla="*/ 2620025 w 3857511"/>
              <a:gd name="connsiteY3" fmla="*/ 6857999 h 6857999"/>
              <a:gd name="connsiteX4" fmla="*/ 2571678 w 3857511"/>
              <a:gd name="connsiteY4" fmla="*/ 6857999 h 6857999"/>
              <a:gd name="connsiteX5" fmla="*/ 2523331 w 3857511"/>
              <a:gd name="connsiteY5" fmla="*/ 5143505 h 6857999"/>
              <a:gd name="connsiteX6" fmla="*/ 2571678 w 3857511"/>
              <a:gd name="connsiteY6" fmla="*/ 5143505 h 6857999"/>
              <a:gd name="connsiteX7" fmla="*/ 2571678 w 3857511"/>
              <a:gd name="connsiteY7" fmla="*/ 6000752 h 6857999"/>
              <a:gd name="connsiteX8" fmla="*/ 1285845 w 3857511"/>
              <a:gd name="connsiteY8" fmla="*/ 6000752 h 6857999"/>
              <a:gd name="connsiteX9" fmla="*/ 1285845 w 3857511"/>
              <a:gd name="connsiteY9" fmla="*/ 5949747 h 6857999"/>
              <a:gd name="connsiteX10" fmla="*/ 2523331 w 3857511"/>
              <a:gd name="connsiteY10" fmla="*/ 5143505 h 6857999"/>
              <a:gd name="connsiteX11" fmla="*/ 0 w 3857511"/>
              <a:gd name="connsiteY11" fmla="*/ 3428999 h 6857999"/>
              <a:gd name="connsiteX12" fmla="*/ 48346 w 3857511"/>
              <a:gd name="connsiteY12" fmla="*/ 3428999 h 6857999"/>
              <a:gd name="connsiteX13" fmla="*/ 1285833 w 3857511"/>
              <a:gd name="connsiteY13" fmla="*/ 4235241 h 6857999"/>
              <a:gd name="connsiteX14" fmla="*/ 1285833 w 3857511"/>
              <a:gd name="connsiteY14" fmla="*/ 4286246 h 6857999"/>
              <a:gd name="connsiteX15" fmla="*/ 0 w 3857511"/>
              <a:gd name="connsiteY15" fmla="*/ 4286246 h 6857999"/>
              <a:gd name="connsiteX16" fmla="*/ 1285845 w 3857511"/>
              <a:gd name="connsiteY16" fmla="*/ 2571753 h 6857999"/>
              <a:gd name="connsiteX17" fmla="*/ 2571678 w 3857511"/>
              <a:gd name="connsiteY17" fmla="*/ 2571753 h 6857999"/>
              <a:gd name="connsiteX18" fmla="*/ 2571678 w 3857511"/>
              <a:gd name="connsiteY18" fmla="*/ 3428999 h 6857999"/>
              <a:gd name="connsiteX19" fmla="*/ 2523331 w 3857511"/>
              <a:gd name="connsiteY19" fmla="*/ 3428999 h 6857999"/>
              <a:gd name="connsiteX20" fmla="*/ 1285845 w 3857511"/>
              <a:gd name="connsiteY20" fmla="*/ 2622757 h 6857999"/>
              <a:gd name="connsiteX21" fmla="*/ 2523331 w 3857511"/>
              <a:gd name="connsiteY21" fmla="*/ 0 h 6857999"/>
              <a:gd name="connsiteX22" fmla="*/ 2571678 w 3857511"/>
              <a:gd name="connsiteY22" fmla="*/ 0 h 6857999"/>
              <a:gd name="connsiteX23" fmla="*/ 2571678 w 3857511"/>
              <a:gd name="connsiteY23" fmla="*/ 857246 h 6857999"/>
              <a:gd name="connsiteX24" fmla="*/ 3857511 w 3857511"/>
              <a:gd name="connsiteY24" fmla="*/ 857246 h 6857999"/>
              <a:gd name="connsiteX25" fmla="*/ 3857511 w 3857511"/>
              <a:gd name="connsiteY25" fmla="*/ 908251 h 6857999"/>
              <a:gd name="connsiteX26" fmla="*/ 2626415 w 3857511"/>
              <a:gd name="connsiteY26" fmla="*/ 1632077 h 6857999"/>
              <a:gd name="connsiteX27" fmla="*/ 2620025 w 3857511"/>
              <a:gd name="connsiteY27" fmla="*/ 1714493 h 6857999"/>
              <a:gd name="connsiteX28" fmla="*/ 2626415 w 3857511"/>
              <a:gd name="connsiteY28" fmla="*/ 1796909 h 6857999"/>
              <a:gd name="connsiteX29" fmla="*/ 3857511 w 3857511"/>
              <a:gd name="connsiteY29" fmla="*/ 2520735 h 6857999"/>
              <a:gd name="connsiteX30" fmla="*/ 3857511 w 3857511"/>
              <a:gd name="connsiteY30" fmla="*/ 2571740 h 6857999"/>
              <a:gd name="connsiteX31" fmla="*/ 2571678 w 3857511"/>
              <a:gd name="connsiteY31" fmla="*/ 2571740 h 6857999"/>
              <a:gd name="connsiteX32" fmla="*/ 2571678 w 3857511"/>
              <a:gd name="connsiteY32" fmla="*/ 1714493 h 6857999"/>
              <a:gd name="connsiteX33" fmla="*/ 2571678 w 3857511"/>
              <a:gd name="connsiteY33" fmla="*/ 1714493 h 6857999"/>
              <a:gd name="connsiteX34" fmla="*/ 2571678 w 3857511"/>
              <a:gd name="connsiteY34" fmla="*/ 857247 h 6857999"/>
              <a:gd name="connsiteX35" fmla="*/ 1285845 w 3857511"/>
              <a:gd name="connsiteY35" fmla="*/ 857247 h 6857999"/>
              <a:gd name="connsiteX36" fmla="*/ 1285845 w 3857511"/>
              <a:gd name="connsiteY36" fmla="*/ 806242 h 6857999"/>
              <a:gd name="connsiteX37" fmla="*/ 2523331 w 3857511"/>
              <a:gd name="connsiteY3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57511" h="6857999">
                <a:moveTo>
                  <a:pt x="2571678" y="6000752"/>
                </a:moveTo>
                <a:lnTo>
                  <a:pt x="3857511" y="6000752"/>
                </a:lnTo>
                <a:lnTo>
                  <a:pt x="3857511" y="6051757"/>
                </a:lnTo>
                <a:cubicBezTo>
                  <a:pt x="3174136" y="6051757"/>
                  <a:pt x="2620025" y="6412830"/>
                  <a:pt x="2620025" y="6857999"/>
                </a:cubicBezTo>
                <a:lnTo>
                  <a:pt x="2571678" y="6857999"/>
                </a:lnTo>
                <a:close/>
                <a:moveTo>
                  <a:pt x="2523331" y="5143505"/>
                </a:moveTo>
                <a:lnTo>
                  <a:pt x="2571678" y="5143505"/>
                </a:lnTo>
                <a:lnTo>
                  <a:pt x="2571678" y="6000752"/>
                </a:lnTo>
                <a:lnTo>
                  <a:pt x="1285845" y="6000752"/>
                </a:lnTo>
                <a:lnTo>
                  <a:pt x="1285845" y="5949747"/>
                </a:lnTo>
                <a:cubicBezTo>
                  <a:pt x="1969220" y="5949747"/>
                  <a:pt x="2523331" y="5588675"/>
                  <a:pt x="2523331" y="5143505"/>
                </a:cubicBezTo>
                <a:close/>
                <a:moveTo>
                  <a:pt x="0" y="3428999"/>
                </a:moveTo>
                <a:lnTo>
                  <a:pt x="48346" y="3428999"/>
                </a:lnTo>
                <a:cubicBezTo>
                  <a:pt x="48346" y="3874169"/>
                  <a:pt x="602458" y="4235241"/>
                  <a:pt x="1285833" y="4235241"/>
                </a:cubicBezTo>
                <a:lnTo>
                  <a:pt x="1285833" y="4286246"/>
                </a:lnTo>
                <a:lnTo>
                  <a:pt x="0" y="4286246"/>
                </a:lnTo>
                <a:close/>
                <a:moveTo>
                  <a:pt x="1285845" y="2571753"/>
                </a:moveTo>
                <a:lnTo>
                  <a:pt x="2571678" y="2571753"/>
                </a:lnTo>
                <a:lnTo>
                  <a:pt x="2571678" y="3428999"/>
                </a:lnTo>
                <a:lnTo>
                  <a:pt x="2523331" y="3428999"/>
                </a:lnTo>
                <a:cubicBezTo>
                  <a:pt x="2523331" y="2983830"/>
                  <a:pt x="1969220" y="2622757"/>
                  <a:pt x="1285845" y="2622757"/>
                </a:cubicBezTo>
                <a:close/>
                <a:moveTo>
                  <a:pt x="2523331" y="0"/>
                </a:moveTo>
                <a:lnTo>
                  <a:pt x="2571678" y="0"/>
                </a:lnTo>
                <a:lnTo>
                  <a:pt x="2571678" y="857246"/>
                </a:lnTo>
                <a:lnTo>
                  <a:pt x="3857511" y="857246"/>
                </a:lnTo>
                <a:lnTo>
                  <a:pt x="3857511" y="908251"/>
                </a:lnTo>
                <a:cubicBezTo>
                  <a:pt x="3216847" y="908251"/>
                  <a:pt x="2689794" y="1225600"/>
                  <a:pt x="2626415" y="1632077"/>
                </a:cubicBezTo>
                <a:lnTo>
                  <a:pt x="2620025" y="1714493"/>
                </a:lnTo>
                <a:lnTo>
                  <a:pt x="2626415" y="1796909"/>
                </a:lnTo>
                <a:cubicBezTo>
                  <a:pt x="2689794" y="2203387"/>
                  <a:pt x="3216847" y="2520735"/>
                  <a:pt x="3857511" y="2520735"/>
                </a:cubicBezTo>
                <a:lnTo>
                  <a:pt x="3857511" y="2571740"/>
                </a:lnTo>
                <a:lnTo>
                  <a:pt x="2571678" y="2571740"/>
                </a:lnTo>
                <a:lnTo>
                  <a:pt x="2571678" y="1714493"/>
                </a:lnTo>
                <a:lnTo>
                  <a:pt x="2571678" y="1714493"/>
                </a:lnTo>
                <a:lnTo>
                  <a:pt x="2571678" y="857247"/>
                </a:lnTo>
                <a:lnTo>
                  <a:pt x="1285845" y="857247"/>
                </a:lnTo>
                <a:lnTo>
                  <a:pt x="1285845" y="806242"/>
                </a:lnTo>
                <a:cubicBezTo>
                  <a:pt x="1969220" y="806242"/>
                  <a:pt x="2523331" y="445169"/>
                  <a:pt x="2523331" y="0"/>
                </a:cubicBezTo>
                <a:close/>
              </a:path>
            </a:pathLst>
          </a:custGeom>
          <a:solidFill>
            <a:srgbClr val="5D8D2F"/>
          </a:solidFill>
          <a:ln w="690" cap="flat">
            <a:noFill/>
            <a:prstDash val="solid"/>
            <a:miter/>
          </a:ln>
        </p:spPr>
        <p:txBody>
          <a:bodyPr wrap="square" rtlCol="0" anchor="ctr">
            <a:noAutofit/>
          </a:bodyPr>
          <a:lstStyle/>
          <a:p>
            <a:endParaRPr lang="en-GR" sz="1800"/>
          </a:p>
        </p:txBody>
      </p:sp>
      <p:sp>
        <p:nvSpPr>
          <p:cNvPr id="2" name="Text Placeholder">
            <a:extLst>
              <a:ext uri="{FF2B5EF4-FFF2-40B4-BE49-F238E27FC236}">
                <a16:creationId xmlns:a16="http://schemas.microsoft.com/office/drawing/2014/main" id="{CE787C30-9935-4CB3-9393-3A626BED6F6B}"/>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7E00A181-7E06-9599-064A-85F482415102}"/>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B7D8BBBD-F7B7-A437-8862-607C44C6219F}"/>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9" name="Text Placeholder 5">
            <a:extLst>
              <a:ext uri="{FF2B5EF4-FFF2-40B4-BE49-F238E27FC236}">
                <a16:creationId xmlns:a16="http://schemas.microsoft.com/office/drawing/2014/main" id="{4784C9B3-D5C7-F4D8-4006-BCFEE730E4E4}"/>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316138606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7_Cover">
    <p:bg>
      <p:bgPr>
        <a:solidFill>
          <a:srgbClr val="5D8D2F"/>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05DDA3BA-4253-5AC1-3E96-3308A15DDB2E}"/>
              </a:ext>
            </a:extLst>
          </p:cNvPr>
          <p:cNvSpPr/>
          <p:nvPr userDrawn="1"/>
        </p:nvSpPr>
        <p:spPr>
          <a:xfrm>
            <a:off x="4360127" y="524933"/>
            <a:ext cx="7495323" cy="4820350"/>
          </a:xfrm>
          <a:custGeom>
            <a:avLst/>
            <a:gdLst>
              <a:gd name="connsiteX0" fmla="*/ 0 w 808193"/>
              <a:gd name="connsiteY0" fmla="*/ 0 h 495236"/>
              <a:gd name="connsiteX1" fmla="*/ 0 w 808193"/>
              <a:gd name="connsiteY1" fmla="*/ 495237 h 495236"/>
              <a:gd name="connsiteX2" fmla="*/ 808194 w 808193"/>
              <a:gd name="connsiteY2" fmla="*/ 495237 h 495236"/>
              <a:gd name="connsiteX3" fmla="*/ 808194 w 808193"/>
              <a:gd name="connsiteY3" fmla="*/ 0 h 495236"/>
              <a:gd name="connsiteX4" fmla="*/ 0 w 808193"/>
              <a:gd name="connsiteY4" fmla="*/ 0 h 495236"/>
              <a:gd name="connsiteX5" fmla="*/ 404097 w 808193"/>
              <a:gd name="connsiteY5" fmla="*/ 477197 h 495236"/>
              <a:gd name="connsiteX6" fmla="*/ 16536 w 808193"/>
              <a:gd name="connsiteY6" fmla="*/ 247523 h 495236"/>
              <a:gd name="connsiteX7" fmla="*/ 404097 w 808193"/>
              <a:gd name="connsiteY7" fmla="*/ 17850 h 495236"/>
              <a:gd name="connsiteX8" fmla="*/ 791658 w 808193"/>
              <a:gd name="connsiteY8" fmla="*/ 247523 h 495236"/>
              <a:gd name="connsiteX9" fmla="*/ 404097 w 808193"/>
              <a:gd name="connsiteY9" fmla="*/ 477197 h 495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8193" h="495236">
                <a:moveTo>
                  <a:pt x="0" y="0"/>
                </a:moveTo>
                <a:lnTo>
                  <a:pt x="0" y="495237"/>
                </a:lnTo>
                <a:lnTo>
                  <a:pt x="808194" y="495237"/>
                </a:lnTo>
                <a:lnTo>
                  <a:pt x="808194" y="0"/>
                </a:lnTo>
                <a:lnTo>
                  <a:pt x="0" y="0"/>
                </a:lnTo>
                <a:close/>
                <a:moveTo>
                  <a:pt x="404097" y="477197"/>
                </a:moveTo>
                <a:cubicBezTo>
                  <a:pt x="190074" y="477197"/>
                  <a:pt x="16536" y="374371"/>
                  <a:pt x="16536" y="247523"/>
                </a:cubicBezTo>
                <a:cubicBezTo>
                  <a:pt x="16536" y="120676"/>
                  <a:pt x="190074" y="17850"/>
                  <a:pt x="404097" y="17850"/>
                </a:cubicBezTo>
                <a:cubicBezTo>
                  <a:pt x="618120" y="17850"/>
                  <a:pt x="791658" y="120676"/>
                  <a:pt x="791658" y="247523"/>
                </a:cubicBezTo>
                <a:cubicBezTo>
                  <a:pt x="791658" y="374371"/>
                  <a:pt x="618120" y="477197"/>
                  <a:pt x="404097" y="477197"/>
                </a:cubicBezTo>
                <a:close/>
              </a:path>
            </a:pathLst>
          </a:custGeom>
          <a:solidFill>
            <a:schemeClr val="accent1"/>
          </a:solidFill>
          <a:ln w="0" cap="flat">
            <a:noFill/>
            <a:prstDash val="solid"/>
            <a:miter/>
          </a:ln>
        </p:spPr>
        <p:txBody>
          <a:bodyPr rtlCol="0" anchor="ctr"/>
          <a:lstStyle/>
          <a:p>
            <a:endParaRPr lang="en-GR" sz="1800"/>
          </a:p>
        </p:txBody>
      </p:sp>
      <p:sp>
        <p:nvSpPr>
          <p:cNvPr id="2" name="Text Placeholder">
            <a:extLst>
              <a:ext uri="{FF2B5EF4-FFF2-40B4-BE49-F238E27FC236}">
                <a16:creationId xmlns:a16="http://schemas.microsoft.com/office/drawing/2014/main" id="{BE92FA52-6985-AC12-E463-63341DED66F4}"/>
              </a:ext>
            </a:extLst>
          </p:cNvPr>
          <p:cNvSpPr>
            <a:spLocks noGrp="1"/>
          </p:cNvSpPr>
          <p:nvPr>
            <p:ph type="body" sz="quarter" idx="14" hasCustomPrompt="1"/>
          </p:nvPr>
        </p:nvSpPr>
        <p:spPr>
          <a:xfrm>
            <a:off x="342030" y="1268761"/>
            <a:ext cx="7190704" cy="1426160"/>
          </a:xfrm>
          <a:prstGeom prst="rect">
            <a:avLst/>
          </a:prstGeom>
        </p:spPr>
        <p:txBody>
          <a:bodyPr wrap="square" lIns="0" rIns="0" anchor="t" anchorCtr="0">
            <a:spAutoFit/>
          </a:bodyPr>
          <a:lstStyle>
            <a:lvl1pPr marL="0" indent="0">
              <a:lnSpc>
                <a:spcPct val="90000"/>
              </a:lnSpc>
              <a:spcBef>
                <a:spcPts val="0"/>
              </a:spcBef>
              <a:buNone/>
              <a:defRPr sz="4800" spc="-150">
                <a:solidFill>
                  <a:schemeClr val="bg2"/>
                </a:solidFill>
              </a:defRPr>
            </a:lvl1pPr>
          </a:lstStyle>
          <a:p>
            <a:pPr lvl="0"/>
            <a:r>
              <a:rPr lang="en-GB"/>
              <a:t>Placeholder text here </a:t>
            </a:r>
            <a:r>
              <a:rPr lang="en-GR" sz="4800" spc="-200">
                <a:solidFill>
                  <a:schemeClr val="bg1"/>
                </a:solidFill>
                <a:latin typeface="Aptos" panose="020B0004020202020204" pitchFamily="34" charset="0"/>
                <a:cs typeface="Arial" panose="020B0604020202020204" pitchFamily="34" charset="0"/>
              </a:rPr>
              <a:t>may  continue on two lines</a:t>
            </a:r>
            <a:endParaRPr lang="en-GR"/>
          </a:p>
        </p:txBody>
      </p:sp>
      <p:sp>
        <p:nvSpPr>
          <p:cNvPr id="3" name="Text Placeholder 10">
            <a:extLst>
              <a:ext uri="{FF2B5EF4-FFF2-40B4-BE49-F238E27FC236}">
                <a16:creationId xmlns:a16="http://schemas.microsoft.com/office/drawing/2014/main" id="{42441683-EE40-C3E2-3762-6F95151A8730}"/>
              </a:ext>
            </a:extLst>
          </p:cNvPr>
          <p:cNvSpPr>
            <a:spLocks noGrp="1"/>
          </p:cNvSpPr>
          <p:nvPr>
            <p:ph type="body" sz="quarter" idx="16" hasCustomPrompt="1"/>
          </p:nvPr>
        </p:nvSpPr>
        <p:spPr>
          <a:xfrm>
            <a:off x="342031" y="419075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Meeting Location/Description</a:t>
            </a:r>
          </a:p>
        </p:txBody>
      </p:sp>
      <p:sp>
        <p:nvSpPr>
          <p:cNvPr id="8" name="Text Placeholder 10">
            <a:extLst>
              <a:ext uri="{FF2B5EF4-FFF2-40B4-BE49-F238E27FC236}">
                <a16:creationId xmlns:a16="http://schemas.microsoft.com/office/drawing/2014/main" id="{92712684-A8B0-F35D-0614-ED47D35DFF08}"/>
              </a:ext>
            </a:extLst>
          </p:cNvPr>
          <p:cNvSpPr>
            <a:spLocks noGrp="1"/>
          </p:cNvSpPr>
          <p:nvPr>
            <p:ph type="body" sz="quarter" idx="17" hasCustomPrompt="1"/>
          </p:nvPr>
        </p:nvSpPr>
        <p:spPr>
          <a:xfrm>
            <a:off x="342031" y="4540237"/>
            <a:ext cx="7190705" cy="315343"/>
          </a:xfrm>
          <a:prstGeom prst="rect">
            <a:avLst/>
          </a:prstGeom>
        </p:spPr>
        <p:txBody>
          <a:bodyPr lIns="0" rIns="0">
            <a:spAutoFit/>
          </a:bodyPr>
          <a:lstStyle>
            <a:lvl1pPr>
              <a:lnSpc>
                <a:spcPct val="90000"/>
              </a:lnSpc>
              <a:defRPr sz="1600" b="0" i="0">
                <a:solidFill>
                  <a:schemeClr val="bg1"/>
                </a:solidFill>
                <a:latin typeface="Aptos" panose="020B0004020202020204" pitchFamily="34" charset="0"/>
              </a:defRPr>
            </a:lvl1pPr>
            <a:lvl2pPr marL="457200" indent="0">
              <a:buNone/>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GB"/>
              <a:t>DD/MM/YYYY</a:t>
            </a:r>
          </a:p>
        </p:txBody>
      </p:sp>
      <p:sp>
        <p:nvSpPr>
          <p:cNvPr id="5" name="Text Placeholder 5">
            <a:extLst>
              <a:ext uri="{FF2B5EF4-FFF2-40B4-BE49-F238E27FC236}">
                <a16:creationId xmlns:a16="http://schemas.microsoft.com/office/drawing/2014/main" id="{42E9D0D3-9E0B-8AED-6000-5A5F4D34CE0F}"/>
              </a:ext>
            </a:extLst>
          </p:cNvPr>
          <p:cNvSpPr>
            <a:spLocks noGrp="1"/>
          </p:cNvSpPr>
          <p:nvPr>
            <p:ph type="body" sz="quarter" idx="18" hasCustomPrompt="1"/>
          </p:nvPr>
        </p:nvSpPr>
        <p:spPr>
          <a:xfrm>
            <a:off x="341985" y="2654300"/>
            <a:ext cx="7190704" cy="1316038"/>
          </a:xfrm>
          <a:prstGeom prst="rect">
            <a:avLst/>
          </a:prstGeom>
        </p:spPr>
        <p:txBody>
          <a:bodyPr lIns="0" rIns="0"/>
          <a:lstStyle>
            <a:lvl1pPr>
              <a:lnSpc>
                <a:spcPct val="90000"/>
              </a:lnSpc>
              <a:defRPr sz="2800">
                <a:solidFill>
                  <a:schemeClr val="bg1"/>
                </a:solidFill>
              </a:defRPr>
            </a:lvl1pPr>
            <a:lvl2pPr>
              <a:defRPr sz="2800"/>
            </a:lvl2pPr>
            <a:lvl3pPr>
              <a:defRPr sz="2800"/>
            </a:lvl3pPr>
            <a:lvl4pPr>
              <a:defRPr sz="2800"/>
            </a:lvl4pPr>
            <a:lvl5pPr>
              <a:defRPr sz="2800"/>
            </a:lvl5pPr>
          </a:lstStyle>
          <a:p>
            <a:pPr lvl="0"/>
            <a:r>
              <a:rPr lang="en-GB"/>
              <a:t>Subtitle text</a:t>
            </a:r>
            <a:endParaRPr lang="en-GR"/>
          </a:p>
        </p:txBody>
      </p:sp>
    </p:spTree>
    <p:extLst>
      <p:ext uri="{BB962C8B-B14F-4D97-AF65-F5344CB8AC3E}">
        <p14:creationId xmlns:p14="http://schemas.microsoft.com/office/powerpoint/2010/main" val="5293415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15_Divider">
    <p:bg>
      <p:bgPr>
        <a:solidFill>
          <a:srgbClr val="2659E0"/>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F3FE3383-8023-A188-096A-39FBB99C2524}"/>
              </a:ext>
            </a:extLst>
          </p:cNvPr>
          <p:cNvSpPr/>
          <p:nvPr userDrawn="1"/>
        </p:nvSpPr>
        <p:spPr>
          <a:xfrm>
            <a:off x="1046151" y="530601"/>
            <a:ext cx="11145849" cy="4671928"/>
          </a:xfrm>
          <a:custGeom>
            <a:avLst/>
            <a:gdLst>
              <a:gd name="connsiteX0" fmla="*/ 11137069 w 11145849"/>
              <a:gd name="connsiteY0" fmla="*/ 169698 h 4671928"/>
              <a:gd name="connsiteX1" fmla="*/ 11145849 w 11145849"/>
              <a:gd name="connsiteY1" fmla="*/ 169968 h 4671928"/>
              <a:gd name="connsiteX2" fmla="*/ 11145849 w 11145849"/>
              <a:gd name="connsiteY2" fmla="*/ 4502263 h 4671928"/>
              <a:gd name="connsiteX3" fmla="*/ 11137069 w 11145849"/>
              <a:gd name="connsiteY3" fmla="*/ 4502533 h 4671928"/>
              <a:gd name="connsiteX4" fmla="*/ 7576068 w 11145849"/>
              <a:gd name="connsiteY4" fmla="*/ 2336116 h 4671928"/>
              <a:gd name="connsiteX5" fmla="*/ 11137069 w 11145849"/>
              <a:gd name="connsiteY5" fmla="*/ 169698 h 4671928"/>
              <a:gd name="connsiteX6" fmla="*/ 3712358 w 11145849"/>
              <a:gd name="connsiteY6" fmla="*/ 169395 h 4671928"/>
              <a:gd name="connsiteX7" fmla="*/ 151357 w 11145849"/>
              <a:gd name="connsiteY7" fmla="*/ 2336115 h 4671928"/>
              <a:gd name="connsiteX8" fmla="*/ 3712358 w 11145849"/>
              <a:gd name="connsiteY8" fmla="*/ 4502533 h 4671928"/>
              <a:gd name="connsiteX9" fmla="*/ 3712358 w 11145849"/>
              <a:gd name="connsiteY9" fmla="*/ 4502227 h 4671928"/>
              <a:gd name="connsiteX10" fmla="*/ 7273360 w 11145849"/>
              <a:gd name="connsiteY10" fmla="*/ 2335813 h 4671928"/>
              <a:gd name="connsiteX11" fmla="*/ 3712358 w 11145849"/>
              <a:gd name="connsiteY11" fmla="*/ 169395 h 4671928"/>
              <a:gd name="connsiteX12" fmla="*/ 0 w 11145849"/>
              <a:gd name="connsiteY12" fmla="*/ 0 h 4671928"/>
              <a:gd name="connsiteX13" fmla="*/ 7424715 w 11145849"/>
              <a:gd name="connsiteY13" fmla="*/ 0 h 4671928"/>
              <a:gd name="connsiteX14" fmla="*/ 7424715 w 11145849"/>
              <a:gd name="connsiteY14" fmla="*/ 4671928 h 4671928"/>
              <a:gd name="connsiteX15" fmla="*/ 0 w 11145849"/>
              <a:gd name="connsiteY15" fmla="*/ 4671928 h 4671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145849" h="4671928">
                <a:moveTo>
                  <a:pt x="11137069" y="169698"/>
                </a:moveTo>
                <a:lnTo>
                  <a:pt x="11145849" y="169968"/>
                </a:lnTo>
                <a:lnTo>
                  <a:pt x="11145849" y="4502263"/>
                </a:lnTo>
                <a:lnTo>
                  <a:pt x="11137069" y="4502533"/>
                </a:lnTo>
                <a:cubicBezTo>
                  <a:pt x="9170369" y="4502533"/>
                  <a:pt x="7576068" y="3532253"/>
                  <a:pt x="7576068" y="2336116"/>
                </a:cubicBezTo>
                <a:cubicBezTo>
                  <a:pt x="7576068" y="1139976"/>
                  <a:pt x="9170675" y="169698"/>
                  <a:pt x="11137069" y="169698"/>
                </a:cubicBezTo>
                <a:close/>
                <a:moveTo>
                  <a:pt x="3712358" y="169395"/>
                </a:moveTo>
                <a:cubicBezTo>
                  <a:pt x="1745964" y="169395"/>
                  <a:pt x="151357" y="1139979"/>
                  <a:pt x="151357" y="2336115"/>
                </a:cubicBezTo>
                <a:cubicBezTo>
                  <a:pt x="151357" y="3532255"/>
                  <a:pt x="1745964" y="4502533"/>
                  <a:pt x="3712358" y="4502533"/>
                </a:cubicBezTo>
                <a:lnTo>
                  <a:pt x="3712358" y="4502227"/>
                </a:lnTo>
                <a:cubicBezTo>
                  <a:pt x="5679061" y="4502227"/>
                  <a:pt x="7273360" y="3531950"/>
                  <a:pt x="7273360" y="2335813"/>
                </a:cubicBezTo>
                <a:cubicBezTo>
                  <a:pt x="7273360" y="1139673"/>
                  <a:pt x="5678752" y="169395"/>
                  <a:pt x="3712358" y="169395"/>
                </a:cubicBezTo>
                <a:close/>
                <a:moveTo>
                  <a:pt x="0" y="0"/>
                </a:moveTo>
                <a:lnTo>
                  <a:pt x="7424715" y="0"/>
                </a:lnTo>
                <a:lnTo>
                  <a:pt x="7424715" y="4671928"/>
                </a:lnTo>
                <a:lnTo>
                  <a:pt x="0" y="4671928"/>
                </a:lnTo>
                <a:close/>
              </a:path>
            </a:pathLst>
          </a:custGeom>
          <a:solidFill>
            <a:schemeClr val="accent1"/>
          </a:solidFill>
          <a:ln w="0" cap="flat">
            <a:noFill/>
            <a:prstDash val="solid"/>
            <a:miter/>
          </a:ln>
        </p:spPr>
        <p:txBody>
          <a:bodyPr wrap="square" rtlCol="0" anchor="ctr">
            <a:noAutofit/>
          </a:bodyPr>
          <a:lstStyle/>
          <a:p>
            <a:endParaRPr lang="en-GR" sz="1800"/>
          </a:p>
        </p:txBody>
      </p:sp>
      <p:sp>
        <p:nvSpPr>
          <p:cNvPr id="12" name="Text Placeholder 9">
            <a:extLst>
              <a:ext uri="{FF2B5EF4-FFF2-40B4-BE49-F238E27FC236}">
                <a16:creationId xmlns:a16="http://schemas.microsoft.com/office/drawing/2014/main" id="{6E36DEAC-5E1B-8FE1-B92E-B70A53271657}"/>
              </a:ext>
            </a:extLst>
          </p:cNvPr>
          <p:cNvSpPr>
            <a:spLocks noGrp="1"/>
          </p:cNvSpPr>
          <p:nvPr>
            <p:ph type="body" sz="quarter" idx="16" hasCustomPrompt="1"/>
          </p:nvPr>
        </p:nvSpPr>
        <p:spPr>
          <a:xfrm>
            <a:off x="1703513" y="2592683"/>
            <a:ext cx="4896543" cy="1015663"/>
          </a:xfrm>
          <a:prstGeom prst="rect">
            <a:avLst/>
          </a:prstGeom>
        </p:spPr>
        <p:txBody>
          <a:bodyPr wrap="square" lIns="0" anchor="t" anchorCtr="0">
            <a:spAutoFit/>
          </a:bodyPr>
          <a:lstStyle>
            <a:lvl1pPr marL="0" indent="0">
              <a:spcBef>
                <a:spcPts val="0"/>
              </a:spcBef>
              <a:buFontTx/>
              <a:buNone/>
              <a:defRPr sz="6000">
                <a:solidFill>
                  <a:schemeClr val="bg2"/>
                </a:solidFill>
              </a:defRPr>
            </a:lvl1pPr>
          </a:lstStyle>
          <a:p>
            <a:pPr lvl="0"/>
            <a:r>
              <a:rPr lang="en-GB"/>
              <a:t>Divider</a:t>
            </a:r>
            <a:endParaRPr lang="en-GR"/>
          </a:p>
        </p:txBody>
      </p:sp>
      <p:sp>
        <p:nvSpPr>
          <p:cNvPr id="2" name="Text Placeholder 17">
            <a:extLst>
              <a:ext uri="{FF2B5EF4-FFF2-40B4-BE49-F238E27FC236}">
                <a16:creationId xmlns:a16="http://schemas.microsoft.com/office/drawing/2014/main" id="{0C5A9E2F-DFCB-1BFF-27CA-2DA26B4C0813}"/>
              </a:ext>
            </a:extLst>
          </p:cNvPr>
          <p:cNvSpPr>
            <a:spLocks noGrp="1"/>
          </p:cNvSpPr>
          <p:nvPr>
            <p:ph type="body" sz="quarter" idx="14" hasCustomPrompt="1"/>
          </p:nvPr>
        </p:nvSpPr>
        <p:spPr>
          <a:xfrm>
            <a:off x="1703513" y="3429000"/>
            <a:ext cx="4896544" cy="2925000"/>
          </a:xfrm>
          <a:prstGeom prst="rect">
            <a:avLst/>
          </a:prstGeom>
        </p:spPr>
        <p:txBody>
          <a:bodyPr lIns="54000" anchor="t" anchorCtr="0">
            <a:normAutofit/>
          </a:bodyPr>
          <a:lstStyle>
            <a:lvl1pPr marL="0" indent="0">
              <a:buNone/>
              <a:defRPr sz="16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5" name="Title 1">
            <a:extLst>
              <a:ext uri="{FF2B5EF4-FFF2-40B4-BE49-F238E27FC236}">
                <a16:creationId xmlns:a16="http://schemas.microsoft.com/office/drawing/2014/main" id="{A46910FF-1B79-78B6-ECC3-2EDFD649911B}"/>
              </a:ext>
            </a:extLst>
          </p:cNvPr>
          <p:cNvSpPr>
            <a:spLocks noGrp="1"/>
          </p:cNvSpPr>
          <p:nvPr>
            <p:ph type="ctrTitle" hasCustomPrompt="1"/>
          </p:nvPr>
        </p:nvSpPr>
        <p:spPr>
          <a:xfrm>
            <a:off x="335360" y="2592681"/>
            <a:ext cx="1059081" cy="1015663"/>
          </a:xfrm>
          <a:prstGeom prst="rect">
            <a:avLst/>
          </a:prstGeom>
        </p:spPr>
        <p:txBody>
          <a:bodyPr lIns="0" anchor="t" anchorCtr="0">
            <a:spAutoFit/>
          </a:bodyPr>
          <a:lstStyle>
            <a:lvl1pPr algn="l">
              <a:defRPr sz="6000">
                <a:solidFill>
                  <a:schemeClr val="bg1"/>
                </a:solidFill>
              </a:defRPr>
            </a:lvl1pPr>
          </a:lstStyle>
          <a:p>
            <a:r>
              <a:rPr lang="en-GB"/>
              <a:t>00</a:t>
            </a:r>
            <a:endParaRPr lang="en-GR"/>
          </a:p>
        </p:txBody>
      </p:sp>
    </p:spTree>
    <p:extLst>
      <p:ext uri="{BB962C8B-B14F-4D97-AF65-F5344CB8AC3E}">
        <p14:creationId xmlns:p14="http://schemas.microsoft.com/office/powerpoint/2010/main" val="421073056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Divider">
    <p:spTree>
      <p:nvGrpSpPr>
        <p:cNvPr id="1" name=""/>
        <p:cNvGrpSpPr/>
        <p:nvPr/>
      </p:nvGrpSpPr>
      <p:grpSpPr>
        <a:xfrm>
          <a:off x="0" y="0"/>
          <a:ext cx="0" cy="0"/>
          <a:chOff x="0" y="0"/>
          <a:chExt cx="0" cy="0"/>
        </a:xfrm>
      </p:grpSpPr>
      <p:pic>
        <p:nvPicPr>
          <p:cNvPr id="22" name="Graphic 21">
            <a:extLst>
              <a:ext uri="{FF2B5EF4-FFF2-40B4-BE49-F238E27FC236}">
                <a16:creationId xmlns:a16="http://schemas.microsoft.com/office/drawing/2014/main" id="{FDDDCF00-034F-60C8-DE09-5B191FE414E1}"/>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16311"/>
          <a:stretch/>
        </p:blipFill>
        <p:spPr>
          <a:xfrm>
            <a:off x="5415431" y="812699"/>
            <a:ext cx="6776570" cy="5138716"/>
          </a:xfrm>
          <a:prstGeom prst="rect">
            <a:avLst/>
          </a:prstGeom>
        </p:spPr>
      </p:pic>
      <p:sp>
        <p:nvSpPr>
          <p:cNvPr id="12" name="Text Placeholder 9">
            <a:extLst>
              <a:ext uri="{FF2B5EF4-FFF2-40B4-BE49-F238E27FC236}">
                <a16:creationId xmlns:a16="http://schemas.microsoft.com/office/drawing/2014/main" id="{6E36DEAC-5E1B-8FE1-B92E-B70A53271657}"/>
              </a:ext>
            </a:extLst>
          </p:cNvPr>
          <p:cNvSpPr>
            <a:spLocks noGrp="1"/>
          </p:cNvSpPr>
          <p:nvPr>
            <p:ph type="body" sz="quarter" idx="16" hasCustomPrompt="1"/>
          </p:nvPr>
        </p:nvSpPr>
        <p:spPr>
          <a:xfrm>
            <a:off x="1703513" y="2592682"/>
            <a:ext cx="4896543" cy="928652"/>
          </a:xfrm>
          <a:prstGeom prst="rect">
            <a:avLst/>
          </a:prstGeom>
        </p:spPr>
        <p:txBody>
          <a:bodyPr wrap="square" lIns="0" anchor="t" anchorCtr="0">
            <a:spAutoFit/>
          </a:bodyPr>
          <a:lstStyle>
            <a:lvl1pPr marL="0" indent="0">
              <a:spcBef>
                <a:spcPts val="0"/>
              </a:spcBef>
              <a:buFontTx/>
              <a:buNone/>
              <a:defRPr sz="6000">
                <a:solidFill>
                  <a:schemeClr val="bg2"/>
                </a:solidFill>
              </a:defRPr>
            </a:lvl1pPr>
          </a:lstStyle>
          <a:p>
            <a:pPr lvl="0"/>
            <a:r>
              <a:rPr lang="en-GB"/>
              <a:t>Divider</a:t>
            </a:r>
            <a:endParaRPr lang="en-GR"/>
          </a:p>
        </p:txBody>
      </p:sp>
      <p:sp>
        <p:nvSpPr>
          <p:cNvPr id="2" name="Text Placeholder 17">
            <a:extLst>
              <a:ext uri="{FF2B5EF4-FFF2-40B4-BE49-F238E27FC236}">
                <a16:creationId xmlns:a16="http://schemas.microsoft.com/office/drawing/2014/main" id="{0C5A9E2F-DFCB-1BFF-27CA-2DA26B4C0813}"/>
              </a:ext>
            </a:extLst>
          </p:cNvPr>
          <p:cNvSpPr>
            <a:spLocks noGrp="1"/>
          </p:cNvSpPr>
          <p:nvPr>
            <p:ph type="body" sz="quarter" idx="14" hasCustomPrompt="1"/>
          </p:nvPr>
        </p:nvSpPr>
        <p:spPr>
          <a:xfrm>
            <a:off x="1703513" y="3429000"/>
            <a:ext cx="4896544" cy="2925000"/>
          </a:xfrm>
          <a:prstGeom prst="rect">
            <a:avLst/>
          </a:prstGeom>
        </p:spPr>
        <p:txBody>
          <a:bodyPr lIns="54000" anchor="t" anchorCtr="0">
            <a:normAutofit/>
          </a:bodyPr>
          <a:lstStyle>
            <a:lvl1pPr marL="0" indent="0">
              <a:buNone/>
              <a:defRPr sz="16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5" name="Title 1">
            <a:extLst>
              <a:ext uri="{FF2B5EF4-FFF2-40B4-BE49-F238E27FC236}">
                <a16:creationId xmlns:a16="http://schemas.microsoft.com/office/drawing/2014/main" id="{A46910FF-1B79-78B6-ECC3-2EDFD649911B}"/>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solidFill>
                  <a:schemeClr val="accent3"/>
                </a:solidFill>
              </a:defRPr>
            </a:lvl1pPr>
          </a:lstStyle>
          <a:p>
            <a:r>
              <a:rPr lang="en-GB"/>
              <a:t>00</a:t>
            </a:r>
            <a:endParaRPr lang="en-GR"/>
          </a:p>
        </p:txBody>
      </p:sp>
      <p:sp>
        <p:nvSpPr>
          <p:cNvPr id="3" name="Slide Number Placeholder 4">
            <a:extLst>
              <a:ext uri="{FF2B5EF4-FFF2-40B4-BE49-F238E27FC236}">
                <a16:creationId xmlns:a16="http://schemas.microsoft.com/office/drawing/2014/main" id="{02452B1E-1CC8-389A-6B11-924457B5A13C}"/>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4072005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_Divider">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10836B25-583C-B822-0D1D-66990BA61733}"/>
              </a:ext>
            </a:extLst>
          </p:cNvPr>
          <p:cNvSpPr/>
          <p:nvPr userDrawn="1"/>
        </p:nvSpPr>
        <p:spPr>
          <a:xfrm rot="10800000">
            <a:off x="7711108" y="1259904"/>
            <a:ext cx="3443225" cy="4353497"/>
          </a:xfrm>
          <a:custGeom>
            <a:avLst/>
            <a:gdLst>
              <a:gd name="connsiteX0" fmla="*/ 54209 w 1328758"/>
              <a:gd name="connsiteY0" fmla="*/ 840018 h 1680036"/>
              <a:gd name="connsiteX1" fmla="*/ 1328759 w 1328758"/>
              <a:gd name="connsiteY1" fmla="*/ 60996 h 1680036"/>
              <a:gd name="connsiteX2" fmla="*/ 1328759 w 1328758"/>
              <a:gd name="connsiteY2" fmla="*/ 0 h 1680036"/>
              <a:gd name="connsiteX3" fmla="*/ 0 w 1328758"/>
              <a:gd name="connsiteY3" fmla="*/ 0 h 1680036"/>
              <a:gd name="connsiteX4" fmla="*/ 0 w 1328758"/>
              <a:gd name="connsiteY4" fmla="*/ 1680037 h 1680036"/>
              <a:gd name="connsiteX5" fmla="*/ 1328759 w 1328758"/>
              <a:gd name="connsiteY5" fmla="*/ 1680037 h 1680036"/>
              <a:gd name="connsiteX6" fmla="*/ 1328759 w 1328758"/>
              <a:gd name="connsiteY6" fmla="*/ 1619040 h 1680036"/>
              <a:gd name="connsiteX7" fmla="*/ 54209 w 1328758"/>
              <a:gd name="connsiteY7" fmla="*/ 840018 h 1680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8758" h="1680036">
                <a:moveTo>
                  <a:pt x="54209" y="840018"/>
                </a:moveTo>
                <a:cubicBezTo>
                  <a:pt x="54209" y="409881"/>
                  <a:pt x="624873" y="60996"/>
                  <a:pt x="1328759" y="60996"/>
                </a:cubicBezTo>
                <a:lnTo>
                  <a:pt x="1328759" y="0"/>
                </a:lnTo>
                <a:lnTo>
                  <a:pt x="0" y="0"/>
                </a:lnTo>
                <a:lnTo>
                  <a:pt x="0" y="1680037"/>
                </a:lnTo>
                <a:lnTo>
                  <a:pt x="1328759" y="1680037"/>
                </a:lnTo>
                <a:lnTo>
                  <a:pt x="1328759" y="1619040"/>
                </a:lnTo>
                <a:cubicBezTo>
                  <a:pt x="624873" y="1619040"/>
                  <a:pt x="54209" y="1270156"/>
                  <a:pt x="54209" y="840018"/>
                </a:cubicBezTo>
                <a:close/>
              </a:path>
            </a:pathLst>
          </a:custGeom>
          <a:solidFill>
            <a:schemeClr val="tx2"/>
          </a:solidFill>
          <a:ln w="0" cap="flat">
            <a:noFill/>
            <a:prstDash val="solid"/>
            <a:miter/>
          </a:ln>
        </p:spPr>
        <p:txBody>
          <a:bodyPr rtlCol="0" anchor="ctr"/>
          <a:lstStyle/>
          <a:p>
            <a:endParaRPr lang="en-GR" sz="1800"/>
          </a:p>
        </p:txBody>
      </p:sp>
      <p:sp>
        <p:nvSpPr>
          <p:cNvPr id="16" name="Text Placeholder 9">
            <a:extLst>
              <a:ext uri="{FF2B5EF4-FFF2-40B4-BE49-F238E27FC236}">
                <a16:creationId xmlns:a16="http://schemas.microsoft.com/office/drawing/2014/main" id="{037D0242-C681-EED2-CF5A-5B5676B3739D}"/>
              </a:ext>
            </a:extLst>
          </p:cNvPr>
          <p:cNvSpPr>
            <a:spLocks noGrp="1"/>
          </p:cNvSpPr>
          <p:nvPr>
            <p:ph type="body" sz="quarter" idx="16" hasCustomPrompt="1"/>
          </p:nvPr>
        </p:nvSpPr>
        <p:spPr>
          <a:xfrm>
            <a:off x="1703513" y="2592682"/>
            <a:ext cx="4896543" cy="928652"/>
          </a:xfrm>
          <a:prstGeom prst="rect">
            <a:avLst/>
          </a:prstGeom>
        </p:spPr>
        <p:txBody>
          <a:bodyPr lIns="0" anchor="t" anchorCtr="0">
            <a:spAutoFit/>
          </a:bodyPr>
          <a:lstStyle>
            <a:lvl1pPr marL="0" indent="0">
              <a:spcBef>
                <a:spcPts val="0"/>
              </a:spcBef>
              <a:buFontTx/>
              <a:buNone/>
              <a:defRPr sz="6000">
                <a:solidFill>
                  <a:schemeClr val="bg2"/>
                </a:solidFill>
              </a:defRPr>
            </a:lvl1pPr>
          </a:lstStyle>
          <a:p>
            <a:pPr lvl="0"/>
            <a:r>
              <a:rPr lang="en-GB"/>
              <a:t>Divider</a:t>
            </a:r>
            <a:endParaRPr lang="en-GR"/>
          </a:p>
        </p:txBody>
      </p:sp>
      <p:sp>
        <p:nvSpPr>
          <p:cNvPr id="2" name="Text Placeholder 17">
            <a:extLst>
              <a:ext uri="{FF2B5EF4-FFF2-40B4-BE49-F238E27FC236}">
                <a16:creationId xmlns:a16="http://schemas.microsoft.com/office/drawing/2014/main" id="{2B2ABD97-C8E8-561B-BF0C-134CBBC1A79E}"/>
              </a:ext>
            </a:extLst>
          </p:cNvPr>
          <p:cNvSpPr>
            <a:spLocks noGrp="1"/>
          </p:cNvSpPr>
          <p:nvPr>
            <p:ph type="body" sz="quarter" idx="14" hasCustomPrompt="1"/>
          </p:nvPr>
        </p:nvSpPr>
        <p:spPr>
          <a:xfrm>
            <a:off x="1703513" y="3429000"/>
            <a:ext cx="4896544" cy="2925000"/>
          </a:xfrm>
          <a:prstGeom prst="rect">
            <a:avLst/>
          </a:prstGeom>
        </p:spPr>
        <p:txBody>
          <a:bodyPr lIns="54000" anchor="t" anchorCtr="0">
            <a:normAutofit/>
          </a:bodyPr>
          <a:lstStyle>
            <a:lvl1pPr marL="0" indent="0">
              <a:buNone/>
              <a:defRPr sz="16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4" name="Title 1">
            <a:extLst>
              <a:ext uri="{FF2B5EF4-FFF2-40B4-BE49-F238E27FC236}">
                <a16:creationId xmlns:a16="http://schemas.microsoft.com/office/drawing/2014/main" id="{82CCA101-1C4C-10FA-0F5A-BABF1D9001DB}"/>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solidFill>
                  <a:schemeClr val="accent3"/>
                </a:solidFill>
              </a:defRPr>
            </a:lvl1pPr>
          </a:lstStyle>
          <a:p>
            <a:r>
              <a:rPr lang="en-GB"/>
              <a:t>00</a:t>
            </a:r>
            <a:endParaRPr lang="en-GR"/>
          </a:p>
        </p:txBody>
      </p:sp>
      <p:sp>
        <p:nvSpPr>
          <p:cNvPr id="5" name="Slide Number Placeholder 4">
            <a:extLst>
              <a:ext uri="{FF2B5EF4-FFF2-40B4-BE49-F238E27FC236}">
                <a16:creationId xmlns:a16="http://schemas.microsoft.com/office/drawing/2014/main" id="{218D39CC-02D3-CF7F-93E2-468014FEF84A}"/>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316499591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_Divider">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878FD013-8201-B992-C28F-A59699B1EDE3}"/>
              </a:ext>
            </a:extLst>
          </p:cNvPr>
          <p:cNvSpPr/>
          <p:nvPr/>
        </p:nvSpPr>
        <p:spPr>
          <a:xfrm>
            <a:off x="5421289" y="-7"/>
            <a:ext cx="6762980" cy="6857998"/>
          </a:xfrm>
          <a:custGeom>
            <a:avLst/>
            <a:gdLst>
              <a:gd name="connsiteX0" fmla="*/ 4001986 w 6762980"/>
              <a:gd name="connsiteY0" fmla="*/ 5143499 h 6857998"/>
              <a:gd name="connsiteX1" fmla="*/ 4001986 w 6762980"/>
              <a:gd name="connsiteY1" fmla="*/ 5147670 h 6857998"/>
              <a:gd name="connsiteX2" fmla="*/ 4060287 w 6762980"/>
              <a:gd name="connsiteY2" fmla="*/ 5147670 h 6857998"/>
              <a:gd name="connsiteX3" fmla="*/ 4060287 w 6762980"/>
              <a:gd name="connsiteY3" fmla="*/ 5998663 h 6857998"/>
              <a:gd name="connsiteX4" fmla="*/ 5405385 w 6762980"/>
              <a:gd name="connsiteY4" fmla="*/ 5998663 h 6857998"/>
              <a:gd name="connsiteX5" fmla="*/ 5405385 w 6762980"/>
              <a:gd name="connsiteY5" fmla="*/ 6061237 h 6857998"/>
              <a:gd name="connsiteX6" fmla="*/ 4110257 w 6762980"/>
              <a:gd name="connsiteY6" fmla="*/ 6857998 h 6857998"/>
              <a:gd name="connsiteX7" fmla="*/ 4110257 w 6762980"/>
              <a:gd name="connsiteY7" fmla="*/ 6853827 h 6857998"/>
              <a:gd name="connsiteX8" fmla="*/ 4051956 w 6762980"/>
              <a:gd name="connsiteY8" fmla="*/ 6853827 h 6857998"/>
              <a:gd name="connsiteX9" fmla="*/ 4051956 w 6762980"/>
              <a:gd name="connsiteY9" fmla="*/ 6002834 h 6857998"/>
              <a:gd name="connsiteX10" fmla="*/ 2706858 w 6762980"/>
              <a:gd name="connsiteY10" fmla="*/ 6002834 h 6857998"/>
              <a:gd name="connsiteX11" fmla="*/ 2706858 w 6762980"/>
              <a:gd name="connsiteY11" fmla="*/ 5940260 h 6857998"/>
              <a:gd name="connsiteX12" fmla="*/ 4001986 w 6762980"/>
              <a:gd name="connsiteY12" fmla="*/ 5143499 h 6857998"/>
              <a:gd name="connsiteX13" fmla="*/ 4051956 w 6762980"/>
              <a:gd name="connsiteY13" fmla="*/ 3428997 h 6857998"/>
              <a:gd name="connsiteX14" fmla="*/ 4110257 w 6762980"/>
              <a:gd name="connsiteY14" fmla="*/ 3428997 h 6857998"/>
              <a:gd name="connsiteX15" fmla="*/ 5405385 w 6762980"/>
              <a:gd name="connsiteY15" fmla="*/ 4225761 h 6857998"/>
              <a:gd name="connsiteX16" fmla="*/ 5405385 w 6762980"/>
              <a:gd name="connsiteY16" fmla="*/ 4288332 h 6857998"/>
              <a:gd name="connsiteX17" fmla="*/ 4060287 w 6762980"/>
              <a:gd name="connsiteY17" fmla="*/ 4288332 h 6857998"/>
              <a:gd name="connsiteX18" fmla="*/ 4060287 w 6762980"/>
              <a:gd name="connsiteY18" fmla="*/ 5143496 h 6857998"/>
              <a:gd name="connsiteX19" fmla="*/ 4001986 w 6762980"/>
              <a:gd name="connsiteY19" fmla="*/ 5143496 h 6857998"/>
              <a:gd name="connsiteX20" fmla="*/ 2706858 w 6762980"/>
              <a:gd name="connsiteY20" fmla="*/ 4346735 h 6857998"/>
              <a:gd name="connsiteX21" fmla="*/ 2706858 w 6762980"/>
              <a:gd name="connsiteY21" fmla="*/ 4284161 h 6857998"/>
              <a:gd name="connsiteX22" fmla="*/ 4051956 w 6762980"/>
              <a:gd name="connsiteY22" fmla="*/ 4284161 h 6857998"/>
              <a:gd name="connsiteX23" fmla="*/ 5409551 w 6762980"/>
              <a:gd name="connsiteY23" fmla="*/ 2569662 h 6857998"/>
              <a:gd name="connsiteX24" fmla="*/ 6762980 w 6762980"/>
              <a:gd name="connsiteY24" fmla="*/ 2569662 h 6857998"/>
              <a:gd name="connsiteX25" fmla="*/ 6762980 w 6762980"/>
              <a:gd name="connsiteY25" fmla="*/ 3428997 h 6857998"/>
              <a:gd name="connsiteX26" fmla="*/ 6762980 w 6762980"/>
              <a:gd name="connsiteY26" fmla="*/ 4288332 h 6857998"/>
              <a:gd name="connsiteX27" fmla="*/ 5409551 w 6762980"/>
              <a:gd name="connsiteY27" fmla="*/ 4288332 h 6857998"/>
              <a:gd name="connsiteX28" fmla="*/ 5409551 w 6762980"/>
              <a:gd name="connsiteY28" fmla="*/ 4225761 h 6857998"/>
              <a:gd name="connsiteX29" fmla="*/ 6704680 w 6762980"/>
              <a:gd name="connsiteY29" fmla="*/ 3428997 h 6857998"/>
              <a:gd name="connsiteX30" fmla="*/ 5409551 w 6762980"/>
              <a:gd name="connsiteY30" fmla="*/ 2632237 h 6857998"/>
              <a:gd name="connsiteX31" fmla="*/ 1295128 w 6762980"/>
              <a:gd name="connsiteY31" fmla="*/ 1714499 h 6857998"/>
              <a:gd name="connsiteX32" fmla="*/ 1353429 w 6762980"/>
              <a:gd name="connsiteY32" fmla="*/ 1714499 h 6857998"/>
              <a:gd name="connsiteX33" fmla="*/ 1353429 w 6762980"/>
              <a:gd name="connsiteY33" fmla="*/ 2569662 h 6857998"/>
              <a:gd name="connsiteX34" fmla="*/ 2702693 w 6762980"/>
              <a:gd name="connsiteY34" fmla="*/ 2569662 h 6857998"/>
              <a:gd name="connsiteX35" fmla="*/ 2702693 w 6762980"/>
              <a:gd name="connsiteY35" fmla="*/ 2632237 h 6857998"/>
              <a:gd name="connsiteX36" fmla="*/ 1407564 w 6762980"/>
              <a:gd name="connsiteY36" fmla="*/ 3428997 h 6857998"/>
              <a:gd name="connsiteX37" fmla="*/ 1349264 w 6762980"/>
              <a:gd name="connsiteY37" fmla="*/ 3428997 h 6857998"/>
              <a:gd name="connsiteX38" fmla="*/ 1349264 w 6762980"/>
              <a:gd name="connsiteY38" fmla="*/ 2573833 h 6857998"/>
              <a:gd name="connsiteX39" fmla="*/ 0 w 6762980"/>
              <a:gd name="connsiteY39" fmla="*/ 2573833 h 6857998"/>
              <a:gd name="connsiteX40" fmla="*/ 0 w 6762980"/>
              <a:gd name="connsiteY40" fmla="*/ 2511262 h 6857998"/>
              <a:gd name="connsiteX41" fmla="*/ 1295128 w 6762980"/>
              <a:gd name="connsiteY41" fmla="*/ 1714499 h 6857998"/>
              <a:gd name="connsiteX42" fmla="*/ 4001986 w 6762980"/>
              <a:gd name="connsiteY42" fmla="*/ 0 h 6857998"/>
              <a:gd name="connsiteX43" fmla="*/ 4060287 w 6762980"/>
              <a:gd name="connsiteY43" fmla="*/ 0 h 6857998"/>
              <a:gd name="connsiteX44" fmla="*/ 4060287 w 6762980"/>
              <a:gd name="connsiteY44" fmla="*/ 859335 h 6857998"/>
              <a:gd name="connsiteX45" fmla="*/ 2706858 w 6762980"/>
              <a:gd name="connsiteY45" fmla="*/ 859335 h 6857998"/>
              <a:gd name="connsiteX46" fmla="*/ 2706858 w 6762980"/>
              <a:gd name="connsiteY46" fmla="*/ 796763 h 6857998"/>
              <a:gd name="connsiteX47" fmla="*/ 4001986 w 6762980"/>
              <a:gd name="connsiteY47"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762980" h="6857998">
                <a:moveTo>
                  <a:pt x="4001986" y="5143499"/>
                </a:moveTo>
                <a:lnTo>
                  <a:pt x="4001986" y="5147670"/>
                </a:lnTo>
                <a:lnTo>
                  <a:pt x="4060287" y="5147670"/>
                </a:lnTo>
                <a:lnTo>
                  <a:pt x="4060287" y="5998663"/>
                </a:lnTo>
                <a:lnTo>
                  <a:pt x="5405385" y="5998663"/>
                </a:lnTo>
                <a:lnTo>
                  <a:pt x="5405385" y="6061237"/>
                </a:lnTo>
                <a:cubicBezTo>
                  <a:pt x="4689109" y="6061237"/>
                  <a:pt x="4110257" y="6419987"/>
                  <a:pt x="4110257" y="6857998"/>
                </a:cubicBezTo>
                <a:lnTo>
                  <a:pt x="4110257" y="6853827"/>
                </a:lnTo>
                <a:lnTo>
                  <a:pt x="4051956" y="6853827"/>
                </a:lnTo>
                <a:lnTo>
                  <a:pt x="4051956" y="6002834"/>
                </a:lnTo>
                <a:lnTo>
                  <a:pt x="2706858" y="6002834"/>
                </a:lnTo>
                <a:lnTo>
                  <a:pt x="2706858" y="5940260"/>
                </a:lnTo>
                <a:cubicBezTo>
                  <a:pt x="3423134" y="5940260"/>
                  <a:pt x="4001986" y="5581510"/>
                  <a:pt x="4001986" y="5143499"/>
                </a:cubicBezTo>
                <a:close/>
                <a:moveTo>
                  <a:pt x="4051956" y="3428997"/>
                </a:moveTo>
                <a:lnTo>
                  <a:pt x="4110257" y="3428997"/>
                </a:lnTo>
                <a:cubicBezTo>
                  <a:pt x="4110257" y="3867008"/>
                  <a:pt x="4689109" y="4225761"/>
                  <a:pt x="5405385" y="4225761"/>
                </a:cubicBezTo>
                <a:lnTo>
                  <a:pt x="5405385" y="4288332"/>
                </a:lnTo>
                <a:lnTo>
                  <a:pt x="4060287" y="4288332"/>
                </a:lnTo>
                <a:lnTo>
                  <a:pt x="4060287" y="5143496"/>
                </a:lnTo>
                <a:lnTo>
                  <a:pt x="4001986" y="5143496"/>
                </a:lnTo>
                <a:cubicBezTo>
                  <a:pt x="4001986" y="4705485"/>
                  <a:pt x="3423134" y="4346735"/>
                  <a:pt x="2706858" y="4346735"/>
                </a:cubicBezTo>
                <a:lnTo>
                  <a:pt x="2706858" y="4284161"/>
                </a:lnTo>
                <a:lnTo>
                  <a:pt x="4051956" y="4284161"/>
                </a:lnTo>
                <a:close/>
                <a:moveTo>
                  <a:pt x="5409551" y="2569662"/>
                </a:moveTo>
                <a:lnTo>
                  <a:pt x="6762980" y="2569662"/>
                </a:lnTo>
                <a:lnTo>
                  <a:pt x="6762980" y="3428997"/>
                </a:lnTo>
                <a:lnTo>
                  <a:pt x="6762980" y="4288332"/>
                </a:lnTo>
                <a:lnTo>
                  <a:pt x="5409551" y="4288332"/>
                </a:lnTo>
                <a:lnTo>
                  <a:pt x="5409551" y="4225761"/>
                </a:lnTo>
                <a:cubicBezTo>
                  <a:pt x="6125827" y="4225761"/>
                  <a:pt x="6704680" y="3867008"/>
                  <a:pt x="6704680" y="3428997"/>
                </a:cubicBezTo>
                <a:cubicBezTo>
                  <a:pt x="6704680" y="2990986"/>
                  <a:pt x="6125827" y="2632237"/>
                  <a:pt x="5409551" y="2632237"/>
                </a:cubicBezTo>
                <a:close/>
                <a:moveTo>
                  <a:pt x="1295128" y="1714499"/>
                </a:moveTo>
                <a:lnTo>
                  <a:pt x="1353429" y="1714499"/>
                </a:lnTo>
                <a:lnTo>
                  <a:pt x="1353429" y="2569662"/>
                </a:lnTo>
                <a:lnTo>
                  <a:pt x="2702693" y="2569662"/>
                </a:lnTo>
                <a:lnTo>
                  <a:pt x="2702693" y="2632237"/>
                </a:lnTo>
                <a:cubicBezTo>
                  <a:pt x="1986417" y="2632237"/>
                  <a:pt x="1407564" y="2990986"/>
                  <a:pt x="1407564" y="3428997"/>
                </a:cubicBezTo>
                <a:lnTo>
                  <a:pt x="1349264" y="3428997"/>
                </a:lnTo>
                <a:lnTo>
                  <a:pt x="1349264" y="2573833"/>
                </a:lnTo>
                <a:lnTo>
                  <a:pt x="0" y="2573833"/>
                </a:lnTo>
                <a:lnTo>
                  <a:pt x="0" y="2511262"/>
                </a:lnTo>
                <a:cubicBezTo>
                  <a:pt x="716276" y="2511262"/>
                  <a:pt x="1295128" y="2152509"/>
                  <a:pt x="1295128" y="1714499"/>
                </a:cubicBezTo>
                <a:close/>
                <a:moveTo>
                  <a:pt x="4001986" y="0"/>
                </a:moveTo>
                <a:lnTo>
                  <a:pt x="4060287" y="0"/>
                </a:lnTo>
                <a:lnTo>
                  <a:pt x="4060287" y="859335"/>
                </a:lnTo>
                <a:lnTo>
                  <a:pt x="2706858" y="859335"/>
                </a:lnTo>
                <a:lnTo>
                  <a:pt x="2706858" y="796763"/>
                </a:lnTo>
                <a:cubicBezTo>
                  <a:pt x="3423134" y="796763"/>
                  <a:pt x="4001986" y="438011"/>
                  <a:pt x="4001986" y="0"/>
                </a:cubicBezTo>
                <a:close/>
              </a:path>
            </a:pathLst>
          </a:custGeom>
          <a:solidFill>
            <a:schemeClr val="tx2"/>
          </a:solidFill>
          <a:ln w="16168" cap="flat">
            <a:noFill/>
            <a:prstDash val="solid"/>
            <a:miter/>
          </a:ln>
        </p:spPr>
        <p:txBody>
          <a:bodyPr wrap="square" rtlCol="0" anchor="ctr">
            <a:noAutofit/>
          </a:bodyPr>
          <a:lstStyle/>
          <a:p>
            <a:endParaRPr lang="en-GR" sz="1800"/>
          </a:p>
        </p:txBody>
      </p:sp>
      <p:sp>
        <p:nvSpPr>
          <p:cNvPr id="26" name="Text Placeholder 9">
            <a:extLst>
              <a:ext uri="{FF2B5EF4-FFF2-40B4-BE49-F238E27FC236}">
                <a16:creationId xmlns:a16="http://schemas.microsoft.com/office/drawing/2014/main" id="{F8464E30-B5E2-2715-D184-30769BE8F6E6}"/>
              </a:ext>
            </a:extLst>
          </p:cNvPr>
          <p:cNvSpPr>
            <a:spLocks noGrp="1"/>
          </p:cNvSpPr>
          <p:nvPr userDrawn="1">
            <p:ph type="body" sz="quarter" idx="16" hasCustomPrompt="1"/>
          </p:nvPr>
        </p:nvSpPr>
        <p:spPr>
          <a:xfrm>
            <a:off x="1703513" y="2592682"/>
            <a:ext cx="4896543" cy="928652"/>
          </a:xfrm>
          <a:prstGeom prst="rect">
            <a:avLst/>
          </a:prstGeom>
        </p:spPr>
        <p:txBody>
          <a:bodyPr lIns="0" anchor="t" anchorCtr="0">
            <a:spAutoFit/>
          </a:bodyPr>
          <a:lstStyle>
            <a:lvl1pPr marL="0" indent="0">
              <a:spcBef>
                <a:spcPts val="0"/>
              </a:spcBef>
              <a:buFontTx/>
              <a:buNone/>
              <a:defRPr sz="6000">
                <a:solidFill>
                  <a:schemeClr val="bg2"/>
                </a:solidFill>
              </a:defRPr>
            </a:lvl1pPr>
          </a:lstStyle>
          <a:p>
            <a:pPr lvl="0"/>
            <a:r>
              <a:rPr lang="en-GB"/>
              <a:t>Divider</a:t>
            </a:r>
            <a:endParaRPr lang="en-GR"/>
          </a:p>
        </p:txBody>
      </p:sp>
      <p:sp>
        <p:nvSpPr>
          <p:cNvPr id="2" name="Text Placeholder 17">
            <a:extLst>
              <a:ext uri="{FF2B5EF4-FFF2-40B4-BE49-F238E27FC236}">
                <a16:creationId xmlns:a16="http://schemas.microsoft.com/office/drawing/2014/main" id="{2597FAA8-C2C3-148B-03B3-2901993D6FCE}"/>
              </a:ext>
            </a:extLst>
          </p:cNvPr>
          <p:cNvSpPr>
            <a:spLocks noGrp="1"/>
          </p:cNvSpPr>
          <p:nvPr userDrawn="1">
            <p:ph type="body" sz="quarter" idx="14" hasCustomPrompt="1"/>
          </p:nvPr>
        </p:nvSpPr>
        <p:spPr>
          <a:xfrm>
            <a:off x="1703513" y="3429000"/>
            <a:ext cx="4896544" cy="2925000"/>
          </a:xfrm>
          <a:prstGeom prst="rect">
            <a:avLst/>
          </a:prstGeom>
        </p:spPr>
        <p:txBody>
          <a:bodyPr lIns="54000" anchor="t" anchorCtr="0">
            <a:normAutofit/>
          </a:bodyPr>
          <a:lstStyle>
            <a:lvl1pPr marL="0" indent="0">
              <a:buNone/>
              <a:defRPr sz="16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4" name="Title 1">
            <a:extLst>
              <a:ext uri="{FF2B5EF4-FFF2-40B4-BE49-F238E27FC236}">
                <a16:creationId xmlns:a16="http://schemas.microsoft.com/office/drawing/2014/main" id="{94198B81-464B-ADDA-710D-0B401FA78C46}"/>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solidFill>
                  <a:schemeClr val="accent3"/>
                </a:solidFill>
              </a:defRPr>
            </a:lvl1pPr>
          </a:lstStyle>
          <a:p>
            <a:r>
              <a:rPr lang="en-GB"/>
              <a:t>00</a:t>
            </a:r>
            <a:endParaRPr lang="en-GR"/>
          </a:p>
        </p:txBody>
      </p:sp>
      <p:sp>
        <p:nvSpPr>
          <p:cNvPr id="3" name="Slide Number Placeholder 4">
            <a:extLst>
              <a:ext uri="{FF2B5EF4-FFF2-40B4-BE49-F238E27FC236}">
                <a16:creationId xmlns:a16="http://schemas.microsoft.com/office/drawing/2014/main" id="{B9213AF2-F404-2C2B-0F47-BF4154C153A3}"/>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157365847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4_Divider">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96B7C55-0076-CE2F-0AF4-EEEFE361AD52}"/>
              </a:ext>
            </a:extLst>
          </p:cNvPr>
          <p:cNvSpPr/>
          <p:nvPr/>
        </p:nvSpPr>
        <p:spPr>
          <a:xfrm>
            <a:off x="7143976" y="9"/>
            <a:ext cx="3857511" cy="6858000"/>
          </a:xfrm>
          <a:custGeom>
            <a:avLst/>
            <a:gdLst>
              <a:gd name="connsiteX0" fmla="*/ 2571678 w 3857511"/>
              <a:gd name="connsiteY0" fmla="*/ 6000753 h 6858000"/>
              <a:gd name="connsiteX1" fmla="*/ 3857511 w 3857511"/>
              <a:gd name="connsiteY1" fmla="*/ 6000753 h 6858000"/>
              <a:gd name="connsiteX2" fmla="*/ 3857511 w 3857511"/>
              <a:gd name="connsiteY2" fmla="*/ 6051758 h 6858000"/>
              <a:gd name="connsiteX3" fmla="*/ 2620025 w 3857511"/>
              <a:gd name="connsiteY3" fmla="*/ 6858000 h 6858000"/>
              <a:gd name="connsiteX4" fmla="*/ 2571678 w 3857511"/>
              <a:gd name="connsiteY4" fmla="*/ 6858000 h 6858000"/>
              <a:gd name="connsiteX5" fmla="*/ 2523331 w 3857511"/>
              <a:gd name="connsiteY5" fmla="*/ 5143506 h 6858000"/>
              <a:gd name="connsiteX6" fmla="*/ 2571678 w 3857511"/>
              <a:gd name="connsiteY6" fmla="*/ 5143506 h 6858000"/>
              <a:gd name="connsiteX7" fmla="*/ 2571678 w 3857511"/>
              <a:gd name="connsiteY7" fmla="*/ 6000753 h 6858000"/>
              <a:gd name="connsiteX8" fmla="*/ 1285845 w 3857511"/>
              <a:gd name="connsiteY8" fmla="*/ 6000753 h 6858000"/>
              <a:gd name="connsiteX9" fmla="*/ 1285845 w 3857511"/>
              <a:gd name="connsiteY9" fmla="*/ 5949748 h 6858000"/>
              <a:gd name="connsiteX10" fmla="*/ 2523331 w 3857511"/>
              <a:gd name="connsiteY10" fmla="*/ 5143506 h 6858000"/>
              <a:gd name="connsiteX11" fmla="*/ 0 w 3857511"/>
              <a:gd name="connsiteY11" fmla="*/ 3429000 h 6858000"/>
              <a:gd name="connsiteX12" fmla="*/ 48346 w 3857511"/>
              <a:gd name="connsiteY12" fmla="*/ 3429000 h 6858000"/>
              <a:gd name="connsiteX13" fmla="*/ 1285833 w 3857511"/>
              <a:gd name="connsiteY13" fmla="*/ 4235242 h 6858000"/>
              <a:gd name="connsiteX14" fmla="*/ 1285833 w 3857511"/>
              <a:gd name="connsiteY14" fmla="*/ 4286247 h 6858000"/>
              <a:gd name="connsiteX15" fmla="*/ 0 w 3857511"/>
              <a:gd name="connsiteY15" fmla="*/ 4286247 h 6858000"/>
              <a:gd name="connsiteX16" fmla="*/ 1285845 w 3857511"/>
              <a:gd name="connsiteY16" fmla="*/ 2571752 h 6858000"/>
              <a:gd name="connsiteX17" fmla="*/ 2571678 w 3857511"/>
              <a:gd name="connsiteY17" fmla="*/ 2571752 h 6858000"/>
              <a:gd name="connsiteX18" fmla="*/ 2571678 w 3857511"/>
              <a:gd name="connsiteY18" fmla="*/ 3428999 h 6858000"/>
              <a:gd name="connsiteX19" fmla="*/ 2523331 w 3857511"/>
              <a:gd name="connsiteY19" fmla="*/ 3428999 h 6858000"/>
              <a:gd name="connsiteX20" fmla="*/ 1285845 w 3857511"/>
              <a:gd name="connsiteY20" fmla="*/ 2622757 h 6858000"/>
              <a:gd name="connsiteX21" fmla="*/ 2523331 w 3857511"/>
              <a:gd name="connsiteY21" fmla="*/ 0 h 6858000"/>
              <a:gd name="connsiteX22" fmla="*/ 2571678 w 3857511"/>
              <a:gd name="connsiteY22" fmla="*/ 0 h 6858000"/>
              <a:gd name="connsiteX23" fmla="*/ 2571678 w 3857511"/>
              <a:gd name="connsiteY23" fmla="*/ 857246 h 6858000"/>
              <a:gd name="connsiteX24" fmla="*/ 3857511 w 3857511"/>
              <a:gd name="connsiteY24" fmla="*/ 857246 h 6858000"/>
              <a:gd name="connsiteX25" fmla="*/ 3857511 w 3857511"/>
              <a:gd name="connsiteY25" fmla="*/ 908251 h 6858000"/>
              <a:gd name="connsiteX26" fmla="*/ 2626415 w 3857511"/>
              <a:gd name="connsiteY26" fmla="*/ 1632077 h 6858000"/>
              <a:gd name="connsiteX27" fmla="*/ 2620025 w 3857511"/>
              <a:gd name="connsiteY27" fmla="*/ 1714493 h 6858000"/>
              <a:gd name="connsiteX28" fmla="*/ 2626415 w 3857511"/>
              <a:gd name="connsiteY28" fmla="*/ 1796909 h 6858000"/>
              <a:gd name="connsiteX29" fmla="*/ 3857511 w 3857511"/>
              <a:gd name="connsiteY29" fmla="*/ 2520735 h 6858000"/>
              <a:gd name="connsiteX30" fmla="*/ 3857511 w 3857511"/>
              <a:gd name="connsiteY30" fmla="*/ 2571740 h 6858000"/>
              <a:gd name="connsiteX31" fmla="*/ 2571678 w 3857511"/>
              <a:gd name="connsiteY31" fmla="*/ 2571740 h 6858000"/>
              <a:gd name="connsiteX32" fmla="*/ 2571678 w 3857511"/>
              <a:gd name="connsiteY32" fmla="*/ 1714493 h 6858000"/>
              <a:gd name="connsiteX33" fmla="*/ 2571678 w 3857511"/>
              <a:gd name="connsiteY33" fmla="*/ 1714493 h 6858000"/>
              <a:gd name="connsiteX34" fmla="*/ 2571678 w 3857511"/>
              <a:gd name="connsiteY34" fmla="*/ 857247 h 6858000"/>
              <a:gd name="connsiteX35" fmla="*/ 1285845 w 3857511"/>
              <a:gd name="connsiteY35" fmla="*/ 857247 h 6858000"/>
              <a:gd name="connsiteX36" fmla="*/ 1285845 w 3857511"/>
              <a:gd name="connsiteY36" fmla="*/ 806242 h 6858000"/>
              <a:gd name="connsiteX37" fmla="*/ 2523331 w 3857511"/>
              <a:gd name="connsiteY3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57511" h="6858000">
                <a:moveTo>
                  <a:pt x="2571678" y="6000753"/>
                </a:moveTo>
                <a:lnTo>
                  <a:pt x="3857511" y="6000753"/>
                </a:lnTo>
                <a:lnTo>
                  <a:pt x="3857511" y="6051758"/>
                </a:lnTo>
                <a:cubicBezTo>
                  <a:pt x="3174136" y="6051758"/>
                  <a:pt x="2620025" y="6412831"/>
                  <a:pt x="2620025" y="6858000"/>
                </a:cubicBezTo>
                <a:lnTo>
                  <a:pt x="2571678" y="6858000"/>
                </a:lnTo>
                <a:close/>
                <a:moveTo>
                  <a:pt x="2523331" y="5143506"/>
                </a:moveTo>
                <a:lnTo>
                  <a:pt x="2571678" y="5143506"/>
                </a:lnTo>
                <a:lnTo>
                  <a:pt x="2571678" y="6000753"/>
                </a:lnTo>
                <a:lnTo>
                  <a:pt x="1285845" y="6000753"/>
                </a:lnTo>
                <a:lnTo>
                  <a:pt x="1285845" y="5949748"/>
                </a:lnTo>
                <a:cubicBezTo>
                  <a:pt x="1969220" y="5949748"/>
                  <a:pt x="2523331" y="5588676"/>
                  <a:pt x="2523331" y="5143506"/>
                </a:cubicBezTo>
                <a:close/>
                <a:moveTo>
                  <a:pt x="0" y="3429000"/>
                </a:moveTo>
                <a:lnTo>
                  <a:pt x="48346" y="3429000"/>
                </a:lnTo>
                <a:cubicBezTo>
                  <a:pt x="48346" y="3874170"/>
                  <a:pt x="602458" y="4235242"/>
                  <a:pt x="1285833" y="4235242"/>
                </a:cubicBezTo>
                <a:lnTo>
                  <a:pt x="1285833" y="4286247"/>
                </a:lnTo>
                <a:lnTo>
                  <a:pt x="0" y="4286247"/>
                </a:lnTo>
                <a:close/>
                <a:moveTo>
                  <a:pt x="1285845" y="2571752"/>
                </a:moveTo>
                <a:lnTo>
                  <a:pt x="2571678" y="2571752"/>
                </a:lnTo>
                <a:lnTo>
                  <a:pt x="2571678" y="3428999"/>
                </a:lnTo>
                <a:lnTo>
                  <a:pt x="2523331" y="3428999"/>
                </a:lnTo>
                <a:cubicBezTo>
                  <a:pt x="2523331" y="2983830"/>
                  <a:pt x="1969220" y="2622757"/>
                  <a:pt x="1285845" y="2622757"/>
                </a:cubicBezTo>
                <a:close/>
                <a:moveTo>
                  <a:pt x="2523331" y="0"/>
                </a:moveTo>
                <a:lnTo>
                  <a:pt x="2571678" y="0"/>
                </a:lnTo>
                <a:lnTo>
                  <a:pt x="2571678" y="857246"/>
                </a:lnTo>
                <a:lnTo>
                  <a:pt x="3857511" y="857246"/>
                </a:lnTo>
                <a:lnTo>
                  <a:pt x="3857511" y="908251"/>
                </a:lnTo>
                <a:cubicBezTo>
                  <a:pt x="3216847" y="908251"/>
                  <a:pt x="2689794" y="1225600"/>
                  <a:pt x="2626415" y="1632077"/>
                </a:cubicBezTo>
                <a:lnTo>
                  <a:pt x="2620025" y="1714493"/>
                </a:lnTo>
                <a:lnTo>
                  <a:pt x="2626415" y="1796909"/>
                </a:lnTo>
                <a:cubicBezTo>
                  <a:pt x="2689794" y="2203387"/>
                  <a:pt x="3216847" y="2520735"/>
                  <a:pt x="3857511" y="2520735"/>
                </a:cubicBezTo>
                <a:lnTo>
                  <a:pt x="3857511" y="2571740"/>
                </a:lnTo>
                <a:lnTo>
                  <a:pt x="2571678" y="2571740"/>
                </a:lnTo>
                <a:lnTo>
                  <a:pt x="2571678" y="1714493"/>
                </a:lnTo>
                <a:lnTo>
                  <a:pt x="2571678" y="1714493"/>
                </a:lnTo>
                <a:lnTo>
                  <a:pt x="2571678" y="857247"/>
                </a:lnTo>
                <a:lnTo>
                  <a:pt x="1285845" y="857247"/>
                </a:lnTo>
                <a:lnTo>
                  <a:pt x="1285845" y="806242"/>
                </a:lnTo>
                <a:cubicBezTo>
                  <a:pt x="1969220" y="806242"/>
                  <a:pt x="2523331" y="445169"/>
                  <a:pt x="2523331" y="0"/>
                </a:cubicBezTo>
                <a:close/>
              </a:path>
            </a:pathLst>
          </a:custGeom>
          <a:solidFill>
            <a:schemeClr val="tx2"/>
          </a:solidFill>
          <a:ln w="690" cap="flat">
            <a:noFill/>
            <a:prstDash val="solid"/>
            <a:miter/>
          </a:ln>
        </p:spPr>
        <p:txBody>
          <a:bodyPr wrap="square" rtlCol="0" anchor="ctr">
            <a:noAutofit/>
          </a:bodyPr>
          <a:lstStyle/>
          <a:p>
            <a:endParaRPr lang="en-GR" sz="1800"/>
          </a:p>
        </p:txBody>
      </p:sp>
      <p:sp>
        <p:nvSpPr>
          <p:cNvPr id="14" name="Text Placeholder 9">
            <a:extLst>
              <a:ext uri="{FF2B5EF4-FFF2-40B4-BE49-F238E27FC236}">
                <a16:creationId xmlns:a16="http://schemas.microsoft.com/office/drawing/2014/main" id="{40BCA7BB-29CD-2111-B961-725AC9E41EDC}"/>
              </a:ext>
            </a:extLst>
          </p:cNvPr>
          <p:cNvSpPr>
            <a:spLocks noGrp="1"/>
          </p:cNvSpPr>
          <p:nvPr userDrawn="1">
            <p:ph type="body" sz="quarter" idx="16" hasCustomPrompt="1"/>
          </p:nvPr>
        </p:nvSpPr>
        <p:spPr>
          <a:xfrm>
            <a:off x="1703513" y="2592682"/>
            <a:ext cx="4896543" cy="928652"/>
          </a:xfrm>
          <a:prstGeom prst="rect">
            <a:avLst/>
          </a:prstGeom>
        </p:spPr>
        <p:txBody>
          <a:bodyPr lIns="0" anchor="t" anchorCtr="0">
            <a:spAutoFit/>
          </a:bodyPr>
          <a:lstStyle>
            <a:lvl1pPr marL="0" indent="0">
              <a:spcBef>
                <a:spcPts val="0"/>
              </a:spcBef>
              <a:buFontTx/>
              <a:buNone/>
              <a:defRPr sz="6000">
                <a:solidFill>
                  <a:schemeClr val="bg2"/>
                </a:solidFill>
              </a:defRPr>
            </a:lvl1pPr>
          </a:lstStyle>
          <a:p>
            <a:pPr lvl="0"/>
            <a:r>
              <a:rPr lang="en-GB"/>
              <a:t>Divider</a:t>
            </a:r>
            <a:endParaRPr lang="en-GR"/>
          </a:p>
        </p:txBody>
      </p:sp>
      <p:sp>
        <p:nvSpPr>
          <p:cNvPr id="2" name="Text Placeholder 17">
            <a:extLst>
              <a:ext uri="{FF2B5EF4-FFF2-40B4-BE49-F238E27FC236}">
                <a16:creationId xmlns:a16="http://schemas.microsoft.com/office/drawing/2014/main" id="{1C6D074D-E6F2-266D-4CC7-316492281E97}"/>
              </a:ext>
            </a:extLst>
          </p:cNvPr>
          <p:cNvSpPr>
            <a:spLocks noGrp="1"/>
          </p:cNvSpPr>
          <p:nvPr userDrawn="1">
            <p:ph type="body" sz="quarter" idx="14" hasCustomPrompt="1"/>
          </p:nvPr>
        </p:nvSpPr>
        <p:spPr>
          <a:xfrm>
            <a:off x="1703513" y="3429000"/>
            <a:ext cx="4896544" cy="2925000"/>
          </a:xfrm>
          <a:prstGeom prst="rect">
            <a:avLst/>
          </a:prstGeom>
        </p:spPr>
        <p:txBody>
          <a:bodyPr lIns="54000" anchor="t" anchorCtr="0">
            <a:normAutofit/>
          </a:bodyPr>
          <a:lstStyle>
            <a:lvl1pPr marL="0" indent="0">
              <a:buNone/>
              <a:defRPr sz="16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4" name="Title 1">
            <a:extLst>
              <a:ext uri="{FF2B5EF4-FFF2-40B4-BE49-F238E27FC236}">
                <a16:creationId xmlns:a16="http://schemas.microsoft.com/office/drawing/2014/main" id="{A67FD777-8EB7-AB63-4087-6DBD91907C63}"/>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solidFill>
                  <a:schemeClr val="accent3"/>
                </a:solidFill>
              </a:defRPr>
            </a:lvl1pPr>
          </a:lstStyle>
          <a:p>
            <a:r>
              <a:rPr lang="en-GB"/>
              <a:t>00</a:t>
            </a:r>
            <a:endParaRPr lang="en-GR"/>
          </a:p>
        </p:txBody>
      </p:sp>
      <p:sp>
        <p:nvSpPr>
          <p:cNvPr id="5" name="Slide Number Placeholder 4">
            <a:extLst>
              <a:ext uri="{FF2B5EF4-FFF2-40B4-BE49-F238E27FC236}">
                <a16:creationId xmlns:a16="http://schemas.microsoft.com/office/drawing/2014/main" id="{286C0C13-C2D0-E711-8834-112965EAD819}"/>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200571083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5_Divider">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32F13206-5A87-C5CB-A881-7BE204A1CB2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23071"/>
          <a:stretch>
            <a:fillRect/>
          </a:stretch>
        </p:blipFill>
        <p:spPr>
          <a:xfrm>
            <a:off x="6865314" y="1244600"/>
            <a:ext cx="5326686" cy="4368800"/>
          </a:xfrm>
          <a:custGeom>
            <a:avLst/>
            <a:gdLst>
              <a:gd name="connsiteX0" fmla="*/ 0 w 5326686"/>
              <a:gd name="connsiteY0" fmla="*/ 0 h 4368800"/>
              <a:gd name="connsiteX1" fmla="*/ 5326686 w 5326686"/>
              <a:gd name="connsiteY1" fmla="*/ 0 h 4368800"/>
              <a:gd name="connsiteX2" fmla="*/ 5326686 w 5326686"/>
              <a:gd name="connsiteY2" fmla="*/ 4368800 h 4368800"/>
              <a:gd name="connsiteX3" fmla="*/ 0 w 5326686"/>
              <a:gd name="connsiteY3" fmla="*/ 4368800 h 4368800"/>
            </a:gdLst>
            <a:ahLst/>
            <a:cxnLst>
              <a:cxn ang="0">
                <a:pos x="connsiteX0" y="connsiteY0"/>
              </a:cxn>
              <a:cxn ang="0">
                <a:pos x="connsiteX1" y="connsiteY1"/>
              </a:cxn>
              <a:cxn ang="0">
                <a:pos x="connsiteX2" y="connsiteY2"/>
              </a:cxn>
              <a:cxn ang="0">
                <a:pos x="connsiteX3" y="connsiteY3"/>
              </a:cxn>
            </a:cxnLst>
            <a:rect l="l" t="t" r="r" b="b"/>
            <a:pathLst>
              <a:path w="5326686" h="4368800">
                <a:moveTo>
                  <a:pt x="0" y="0"/>
                </a:moveTo>
                <a:lnTo>
                  <a:pt x="5326686" y="0"/>
                </a:lnTo>
                <a:lnTo>
                  <a:pt x="5326686" y="4368800"/>
                </a:lnTo>
                <a:lnTo>
                  <a:pt x="0" y="4368800"/>
                </a:lnTo>
                <a:close/>
              </a:path>
            </a:pathLst>
          </a:custGeom>
        </p:spPr>
      </p:pic>
      <p:sp>
        <p:nvSpPr>
          <p:cNvPr id="16" name="Text Placeholder 9">
            <a:extLst>
              <a:ext uri="{FF2B5EF4-FFF2-40B4-BE49-F238E27FC236}">
                <a16:creationId xmlns:a16="http://schemas.microsoft.com/office/drawing/2014/main" id="{87EAB3B8-DE9A-4B04-777F-02FF6F9E1AF1}"/>
              </a:ext>
            </a:extLst>
          </p:cNvPr>
          <p:cNvSpPr>
            <a:spLocks noGrp="1"/>
          </p:cNvSpPr>
          <p:nvPr>
            <p:ph type="body" sz="quarter" idx="16" hasCustomPrompt="1"/>
          </p:nvPr>
        </p:nvSpPr>
        <p:spPr>
          <a:xfrm>
            <a:off x="1703513" y="2592682"/>
            <a:ext cx="4896543" cy="928652"/>
          </a:xfrm>
          <a:prstGeom prst="rect">
            <a:avLst/>
          </a:prstGeom>
        </p:spPr>
        <p:txBody>
          <a:bodyPr lIns="0" anchor="t" anchorCtr="0">
            <a:spAutoFit/>
          </a:bodyPr>
          <a:lstStyle>
            <a:lvl1pPr marL="0" indent="0">
              <a:spcBef>
                <a:spcPts val="0"/>
              </a:spcBef>
              <a:buFontTx/>
              <a:buNone/>
              <a:defRPr sz="6000">
                <a:solidFill>
                  <a:schemeClr val="bg2"/>
                </a:solidFill>
              </a:defRPr>
            </a:lvl1pPr>
          </a:lstStyle>
          <a:p>
            <a:pPr lvl="0"/>
            <a:r>
              <a:rPr lang="en-GB"/>
              <a:t>Divider</a:t>
            </a:r>
            <a:endParaRPr lang="en-GR"/>
          </a:p>
        </p:txBody>
      </p:sp>
      <p:sp>
        <p:nvSpPr>
          <p:cNvPr id="2" name="Text Placeholder 17">
            <a:extLst>
              <a:ext uri="{FF2B5EF4-FFF2-40B4-BE49-F238E27FC236}">
                <a16:creationId xmlns:a16="http://schemas.microsoft.com/office/drawing/2014/main" id="{2EC37342-5838-5415-12D5-5A9894D8A57E}"/>
              </a:ext>
            </a:extLst>
          </p:cNvPr>
          <p:cNvSpPr>
            <a:spLocks noGrp="1"/>
          </p:cNvSpPr>
          <p:nvPr>
            <p:ph type="body" sz="quarter" idx="14" hasCustomPrompt="1"/>
          </p:nvPr>
        </p:nvSpPr>
        <p:spPr>
          <a:xfrm>
            <a:off x="1703513" y="3429000"/>
            <a:ext cx="4896544" cy="2925000"/>
          </a:xfrm>
          <a:prstGeom prst="rect">
            <a:avLst/>
          </a:prstGeom>
        </p:spPr>
        <p:txBody>
          <a:bodyPr lIns="54000" anchor="t" anchorCtr="0">
            <a:normAutofit/>
          </a:bodyPr>
          <a:lstStyle>
            <a:lvl1pPr marL="0" indent="0">
              <a:buNone/>
              <a:defRPr sz="16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3" name="Title 1">
            <a:extLst>
              <a:ext uri="{FF2B5EF4-FFF2-40B4-BE49-F238E27FC236}">
                <a16:creationId xmlns:a16="http://schemas.microsoft.com/office/drawing/2014/main" id="{9A7CDD20-DF32-D546-7C4C-AB7F8A572F6A}"/>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solidFill>
                  <a:schemeClr val="accent3"/>
                </a:solidFill>
              </a:defRPr>
            </a:lvl1pPr>
          </a:lstStyle>
          <a:p>
            <a:r>
              <a:rPr lang="en-GB"/>
              <a:t>00</a:t>
            </a:r>
            <a:endParaRPr lang="en-GR"/>
          </a:p>
        </p:txBody>
      </p:sp>
      <p:sp>
        <p:nvSpPr>
          <p:cNvPr id="4" name="Slide Number Placeholder 4">
            <a:extLst>
              <a:ext uri="{FF2B5EF4-FFF2-40B4-BE49-F238E27FC236}">
                <a16:creationId xmlns:a16="http://schemas.microsoft.com/office/drawing/2014/main" id="{A01B11F8-571C-FF88-27E1-0E1FB46981DD}"/>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386842259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6_Divider">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87EAB3B8-DE9A-4B04-777F-02FF6F9E1AF1}"/>
              </a:ext>
            </a:extLst>
          </p:cNvPr>
          <p:cNvSpPr>
            <a:spLocks noGrp="1"/>
          </p:cNvSpPr>
          <p:nvPr>
            <p:ph type="body" sz="quarter" idx="16" hasCustomPrompt="1"/>
          </p:nvPr>
        </p:nvSpPr>
        <p:spPr>
          <a:xfrm>
            <a:off x="1703513" y="2592682"/>
            <a:ext cx="4896543" cy="928652"/>
          </a:xfrm>
          <a:prstGeom prst="rect">
            <a:avLst/>
          </a:prstGeom>
        </p:spPr>
        <p:txBody>
          <a:bodyPr lIns="0" anchor="t" anchorCtr="0">
            <a:spAutoFit/>
          </a:bodyPr>
          <a:lstStyle>
            <a:lvl1pPr marL="0" indent="0">
              <a:spcBef>
                <a:spcPts val="0"/>
              </a:spcBef>
              <a:buFontTx/>
              <a:buNone/>
              <a:defRPr sz="6000">
                <a:solidFill>
                  <a:schemeClr val="bg2"/>
                </a:solidFill>
              </a:defRPr>
            </a:lvl1pPr>
          </a:lstStyle>
          <a:p>
            <a:pPr lvl="0"/>
            <a:r>
              <a:rPr lang="en-GB"/>
              <a:t>Divider</a:t>
            </a:r>
            <a:endParaRPr lang="en-GR"/>
          </a:p>
        </p:txBody>
      </p:sp>
      <p:sp>
        <p:nvSpPr>
          <p:cNvPr id="2" name="Text Placeholder 17">
            <a:extLst>
              <a:ext uri="{FF2B5EF4-FFF2-40B4-BE49-F238E27FC236}">
                <a16:creationId xmlns:a16="http://schemas.microsoft.com/office/drawing/2014/main" id="{2EC37342-5838-5415-12D5-5A9894D8A57E}"/>
              </a:ext>
            </a:extLst>
          </p:cNvPr>
          <p:cNvSpPr>
            <a:spLocks noGrp="1"/>
          </p:cNvSpPr>
          <p:nvPr>
            <p:ph type="body" sz="quarter" idx="14" hasCustomPrompt="1"/>
          </p:nvPr>
        </p:nvSpPr>
        <p:spPr>
          <a:xfrm>
            <a:off x="1703513" y="3429000"/>
            <a:ext cx="4896544" cy="2925000"/>
          </a:xfrm>
          <a:prstGeom prst="rect">
            <a:avLst/>
          </a:prstGeom>
        </p:spPr>
        <p:txBody>
          <a:bodyPr lIns="54000" anchor="t" anchorCtr="0">
            <a:normAutofit/>
          </a:bodyPr>
          <a:lstStyle>
            <a:lvl1pPr marL="0" indent="0">
              <a:buNone/>
              <a:defRPr sz="16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3" name="Title 1">
            <a:extLst>
              <a:ext uri="{FF2B5EF4-FFF2-40B4-BE49-F238E27FC236}">
                <a16:creationId xmlns:a16="http://schemas.microsoft.com/office/drawing/2014/main" id="{9A7CDD20-DF32-D546-7C4C-AB7F8A572F6A}"/>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solidFill>
                  <a:schemeClr val="accent3"/>
                </a:solidFill>
              </a:defRPr>
            </a:lvl1pPr>
          </a:lstStyle>
          <a:p>
            <a:r>
              <a:rPr lang="en-GB"/>
              <a:t>00</a:t>
            </a:r>
            <a:endParaRPr lang="en-GR"/>
          </a:p>
        </p:txBody>
      </p:sp>
      <p:sp>
        <p:nvSpPr>
          <p:cNvPr id="4" name="Slide Number Placeholder 4">
            <a:extLst>
              <a:ext uri="{FF2B5EF4-FFF2-40B4-BE49-F238E27FC236}">
                <a16:creationId xmlns:a16="http://schemas.microsoft.com/office/drawing/2014/main" id="{D73B68A5-8903-82E1-E3A5-08B9ED1F14C6}"/>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223529929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Divider">
    <p:bg>
      <p:bgPr>
        <a:solidFill>
          <a:srgbClr val="4D1729"/>
        </a:solidFill>
        <a:effectLst/>
      </p:bgPr>
    </p:bg>
    <p:spTree>
      <p:nvGrpSpPr>
        <p:cNvPr id="1" name=""/>
        <p:cNvGrpSpPr/>
        <p:nvPr/>
      </p:nvGrpSpPr>
      <p:grpSpPr>
        <a:xfrm>
          <a:off x="0" y="0"/>
          <a:ext cx="0" cy="0"/>
          <a:chOff x="0" y="0"/>
          <a:chExt cx="0" cy="0"/>
        </a:xfrm>
      </p:grpSpPr>
      <p:pic>
        <p:nvPicPr>
          <p:cNvPr id="22" name="Graphic 21">
            <a:extLst>
              <a:ext uri="{FF2B5EF4-FFF2-40B4-BE49-F238E27FC236}">
                <a16:creationId xmlns:a16="http://schemas.microsoft.com/office/drawing/2014/main" id="{FDDDCF00-034F-60C8-DE09-5B191FE414E1}"/>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16311"/>
          <a:stretch/>
        </p:blipFill>
        <p:spPr>
          <a:xfrm>
            <a:off x="5415431" y="812699"/>
            <a:ext cx="6776570" cy="5138716"/>
          </a:xfrm>
          <a:prstGeom prst="rect">
            <a:avLst/>
          </a:prstGeom>
        </p:spPr>
      </p:pic>
      <p:sp>
        <p:nvSpPr>
          <p:cNvPr id="12" name="Text Placeholder 9">
            <a:extLst>
              <a:ext uri="{FF2B5EF4-FFF2-40B4-BE49-F238E27FC236}">
                <a16:creationId xmlns:a16="http://schemas.microsoft.com/office/drawing/2014/main" id="{6E36DEAC-5E1B-8FE1-B92E-B70A53271657}"/>
              </a:ext>
            </a:extLst>
          </p:cNvPr>
          <p:cNvSpPr>
            <a:spLocks noGrp="1"/>
          </p:cNvSpPr>
          <p:nvPr>
            <p:ph type="body" sz="quarter" idx="16" hasCustomPrompt="1"/>
          </p:nvPr>
        </p:nvSpPr>
        <p:spPr>
          <a:xfrm>
            <a:off x="1703513" y="2592682"/>
            <a:ext cx="4896543" cy="928652"/>
          </a:xfrm>
          <a:prstGeom prst="rect">
            <a:avLst/>
          </a:prstGeom>
        </p:spPr>
        <p:txBody>
          <a:bodyPr wrap="square" lIns="0" anchor="t" anchorCtr="0">
            <a:spAutoFit/>
          </a:bodyPr>
          <a:lstStyle>
            <a:lvl1pPr marL="0" indent="0">
              <a:spcBef>
                <a:spcPts val="0"/>
              </a:spcBef>
              <a:buFontTx/>
              <a:buNone/>
              <a:defRPr sz="6000">
                <a:solidFill>
                  <a:schemeClr val="bg2"/>
                </a:solidFill>
              </a:defRPr>
            </a:lvl1pPr>
          </a:lstStyle>
          <a:p>
            <a:pPr lvl="0"/>
            <a:r>
              <a:rPr lang="en-GB"/>
              <a:t>Divider</a:t>
            </a:r>
            <a:endParaRPr lang="en-GR"/>
          </a:p>
        </p:txBody>
      </p:sp>
      <p:sp>
        <p:nvSpPr>
          <p:cNvPr id="2" name="Text Placeholder 17">
            <a:extLst>
              <a:ext uri="{FF2B5EF4-FFF2-40B4-BE49-F238E27FC236}">
                <a16:creationId xmlns:a16="http://schemas.microsoft.com/office/drawing/2014/main" id="{0C5A9E2F-DFCB-1BFF-27CA-2DA26B4C0813}"/>
              </a:ext>
            </a:extLst>
          </p:cNvPr>
          <p:cNvSpPr>
            <a:spLocks noGrp="1"/>
          </p:cNvSpPr>
          <p:nvPr>
            <p:ph type="body" sz="quarter" idx="14" hasCustomPrompt="1"/>
          </p:nvPr>
        </p:nvSpPr>
        <p:spPr>
          <a:xfrm>
            <a:off x="1703513" y="3429000"/>
            <a:ext cx="4896544" cy="2925000"/>
          </a:xfrm>
          <a:prstGeom prst="rect">
            <a:avLst/>
          </a:prstGeom>
        </p:spPr>
        <p:txBody>
          <a:bodyPr lIns="54000" anchor="t" anchorCtr="0">
            <a:normAutofit/>
          </a:bodyPr>
          <a:lstStyle>
            <a:lvl1pPr marL="0" indent="0">
              <a:buNone/>
              <a:defRPr sz="16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5" name="Title 1">
            <a:extLst>
              <a:ext uri="{FF2B5EF4-FFF2-40B4-BE49-F238E27FC236}">
                <a16:creationId xmlns:a16="http://schemas.microsoft.com/office/drawing/2014/main" id="{A46910FF-1B79-78B6-ECC3-2EDFD649911B}"/>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solidFill>
                  <a:schemeClr val="bg1"/>
                </a:solidFill>
              </a:defRPr>
            </a:lvl1pPr>
          </a:lstStyle>
          <a:p>
            <a:r>
              <a:rPr lang="en-GB"/>
              <a:t>00</a:t>
            </a:r>
            <a:endParaRPr lang="en-GR"/>
          </a:p>
        </p:txBody>
      </p:sp>
      <p:sp>
        <p:nvSpPr>
          <p:cNvPr id="3" name="Slide Number Placeholder 4">
            <a:extLst>
              <a:ext uri="{FF2B5EF4-FFF2-40B4-BE49-F238E27FC236}">
                <a16:creationId xmlns:a16="http://schemas.microsoft.com/office/drawing/2014/main" id="{47024704-E002-EAA7-F731-69E30D32D6CC}"/>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40728764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3_Divider">
    <p:bg>
      <p:bgPr>
        <a:solidFill>
          <a:srgbClr val="4D1729"/>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4D2D1AA5-D8AD-FB4F-3AA1-4BEE0215B08A}"/>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15764"/>
          <a:stretch/>
        </p:blipFill>
        <p:spPr>
          <a:xfrm>
            <a:off x="4437168" y="540278"/>
            <a:ext cx="7753212" cy="5807383"/>
          </a:xfrm>
          <a:prstGeom prst="rect">
            <a:avLst/>
          </a:prstGeom>
        </p:spPr>
      </p:pic>
      <p:sp>
        <p:nvSpPr>
          <p:cNvPr id="12" name="Text Placeholder 9">
            <a:extLst>
              <a:ext uri="{FF2B5EF4-FFF2-40B4-BE49-F238E27FC236}">
                <a16:creationId xmlns:a16="http://schemas.microsoft.com/office/drawing/2014/main" id="{6E36DEAC-5E1B-8FE1-B92E-B70A53271657}"/>
              </a:ext>
            </a:extLst>
          </p:cNvPr>
          <p:cNvSpPr>
            <a:spLocks noGrp="1"/>
          </p:cNvSpPr>
          <p:nvPr>
            <p:ph type="body" sz="quarter" idx="16" hasCustomPrompt="1"/>
          </p:nvPr>
        </p:nvSpPr>
        <p:spPr>
          <a:xfrm>
            <a:off x="1703513" y="2592682"/>
            <a:ext cx="4896543" cy="928652"/>
          </a:xfrm>
          <a:prstGeom prst="rect">
            <a:avLst/>
          </a:prstGeom>
        </p:spPr>
        <p:txBody>
          <a:bodyPr wrap="square" lIns="0" anchor="t" anchorCtr="0">
            <a:spAutoFit/>
          </a:bodyPr>
          <a:lstStyle>
            <a:lvl1pPr marL="0" indent="0">
              <a:spcBef>
                <a:spcPts val="0"/>
              </a:spcBef>
              <a:buFontTx/>
              <a:buNone/>
              <a:defRPr sz="6000">
                <a:solidFill>
                  <a:schemeClr val="bg2"/>
                </a:solidFill>
              </a:defRPr>
            </a:lvl1pPr>
          </a:lstStyle>
          <a:p>
            <a:pPr lvl="0"/>
            <a:r>
              <a:rPr lang="en-GB"/>
              <a:t>Divider</a:t>
            </a:r>
            <a:endParaRPr lang="en-GR"/>
          </a:p>
        </p:txBody>
      </p:sp>
      <p:sp>
        <p:nvSpPr>
          <p:cNvPr id="2" name="Text Placeholder 17">
            <a:extLst>
              <a:ext uri="{FF2B5EF4-FFF2-40B4-BE49-F238E27FC236}">
                <a16:creationId xmlns:a16="http://schemas.microsoft.com/office/drawing/2014/main" id="{0C5A9E2F-DFCB-1BFF-27CA-2DA26B4C0813}"/>
              </a:ext>
            </a:extLst>
          </p:cNvPr>
          <p:cNvSpPr>
            <a:spLocks noGrp="1"/>
          </p:cNvSpPr>
          <p:nvPr>
            <p:ph type="body" sz="quarter" idx="14" hasCustomPrompt="1"/>
          </p:nvPr>
        </p:nvSpPr>
        <p:spPr>
          <a:xfrm>
            <a:off x="1703513" y="3429000"/>
            <a:ext cx="4896544" cy="2925000"/>
          </a:xfrm>
          <a:prstGeom prst="rect">
            <a:avLst/>
          </a:prstGeom>
        </p:spPr>
        <p:txBody>
          <a:bodyPr lIns="54000" anchor="t" anchorCtr="0">
            <a:normAutofit/>
          </a:bodyPr>
          <a:lstStyle>
            <a:lvl1pPr marL="0" indent="0">
              <a:buNone/>
              <a:defRPr sz="16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5" name="Title 1">
            <a:extLst>
              <a:ext uri="{FF2B5EF4-FFF2-40B4-BE49-F238E27FC236}">
                <a16:creationId xmlns:a16="http://schemas.microsoft.com/office/drawing/2014/main" id="{A46910FF-1B79-78B6-ECC3-2EDFD649911B}"/>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solidFill>
                  <a:schemeClr val="bg1"/>
                </a:solidFill>
              </a:defRPr>
            </a:lvl1pPr>
          </a:lstStyle>
          <a:p>
            <a:r>
              <a:rPr lang="en-GB"/>
              <a:t>00</a:t>
            </a:r>
            <a:endParaRPr lang="en-GR"/>
          </a:p>
        </p:txBody>
      </p:sp>
      <p:sp>
        <p:nvSpPr>
          <p:cNvPr id="3" name="Slide Number Placeholder 4">
            <a:extLst>
              <a:ext uri="{FF2B5EF4-FFF2-40B4-BE49-F238E27FC236}">
                <a16:creationId xmlns:a16="http://schemas.microsoft.com/office/drawing/2014/main" id="{31671612-D1CF-9780-C0DF-9B03159CEFAB}"/>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168182604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4_Divider">
    <p:bg>
      <p:bgPr>
        <a:solidFill>
          <a:srgbClr val="4D1729"/>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6E36DEAC-5E1B-8FE1-B92E-B70A53271657}"/>
              </a:ext>
            </a:extLst>
          </p:cNvPr>
          <p:cNvSpPr>
            <a:spLocks noGrp="1"/>
          </p:cNvSpPr>
          <p:nvPr>
            <p:ph type="body" sz="quarter" idx="16" hasCustomPrompt="1"/>
          </p:nvPr>
        </p:nvSpPr>
        <p:spPr>
          <a:xfrm>
            <a:off x="1703513" y="2592682"/>
            <a:ext cx="4896543" cy="928652"/>
          </a:xfrm>
          <a:prstGeom prst="rect">
            <a:avLst/>
          </a:prstGeom>
        </p:spPr>
        <p:txBody>
          <a:bodyPr wrap="square" lIns="0" anchor="t" anchorCtr="0">
            <a:spAutoFit/>
          </a:bodyPr>
          <a:lstStyle>
            <a:lvl1pPr marL="0" indent="0">
              <a:spcBef>
                <a:spcPts val="0"/>
              </a:spcBef>
              <a:buFontTx/>
              <a:buNone/>
              <a:defRPr sz="6000">
                <a:solidFill>
                  <a:schemeClr val="bg2"/>
                </a:solidFill>
              </a:defRPr>
            </a:lvl1pPr>
          </a:lstStyle>
          <a:p>
            <a:pPr lvl="0"/>
            <a:r>
              <a:rPr lang="en-GB"/>
              <a:t>Divider</a:t>
            </a:r>
            <a:endParaRPr lang="en-GR"/>
          </a:p>
        </p:txBody>
      </p:sp>
      <p:sp>
        <p:nvSpPr>
          <p:cNvPr id="2" name="Text Placeholder 17">
            <a:extLst>
              <a:ext uri="{FF2B5EF4-FFF2-40B4-BE49-F238E27FC236}">
                <a16:creationId xmlns:a16="http://schemas.microsoft.com/office/drawing/2014/main" id="{0C5A9E2F-DFCB-1BFF-27CA-2DA26B4C0813}"/>
              </a:ext>
            </a:extLst>
          </p:cNvPr>
          <p:cNvSpPr>
            <a:spLocks noGrp="1"/>
          </p:cNvSpPr>
          <p:nvPr>
            <p:ph type="body" sz="quarter" idx="14" hasCustomPrompt="1"/>
          </p:nvPr>
        </p:nvSpPr>
        <p:spPr>
          <a:xfrm>
            <a:off x="1703513" y="3429000"/>
            <a:ext cx="4896544" cy="2925000"/>
          </a:xfrm>
          <a:prstGeom prst="rect">
            <a:avLst/>
          </a:prstGeom>
        </p:spPr>
        <p:txBody>
          <a:bodyPr lIns="54000" anchor="t" anchorCtr="0">
            <a:normAutofit/>
          </a:bodyPr>
          <a:lstStyle>
            <a:lvl1pPr marL="0" indent="0">
              <a:buNone/>
              <a:defRPr sz="16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5" name="Title 1">
            <a:extLst>
              <a:ext uri="{FF2B5EF4-FFF2-40B4-BE49-F238E27FC236}">
                <a16:creationId xmlns:a16="http://schemas.microsoft.com/office/drawing/2014/main" id="{A46910FF-1B79-78B6-ECC3-2EDFD649911B}"/>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solidFill>
                  <a:schemeClr val="bg1"/>
                </a:solidFill>
              </a:defRPr>
            </a:lvl1pPr>
          </a:lstStyle>
          <a:p>
            <a:r>
              <a:rPr lang="en-GB"/>
              <a:t>00</a:t>
            </a:r>
            <a:endParaRPr lang="en-GR"/>
          </a:p>
        </p:txBody>
      </p:sp>
      <p:sp>
        <p:nvSpPr>
          <p:cNvPr id="6" name="Freeform 5">
            <a:extLst>
              <a:ext uri="{FF2B5EF4-FFF2-40B4-BE49-F238E27FC236}">
                <a16:creationId xmlns:a16="http://schemas.microsoft.com/office/drawing/2014/main" id="{5FFA4F0A-9E8B-4316-109E-15F529DF295F}"/>
              </a:ext>
            </a:extLst>
          </p:cNvPr>
          <p:cNvSpPr/>
          <p:nvPr userDrawn="1"/>
        </p:nvSpPr>
        <p:spPr>
          <a:xfrm>
            <a:off x="7170479" y="1"/>
            <a:ext cx="3857511" cy="6857999"/>
          </a:xfrm>
          <a:custGeom>
            <a:avLst/>
            <a:gdLst>
              <a:gd name="connsiteX0" fmla="*/ 2571678 w 3857511"/>
              <a:gd name="connsiteY0" fmla="*/ 6000752 h 6857999"/>
              <a:gd name="connsiteX1" fmla="*/ 3857511 w 3857511"/>
              <a:gd name="connsiteY1" fmla="*/ 6000752 h 6857999"/>
              <a:gd name="connsiteX2" fmla="*/ 3857511 w 3857511"/>
              <a:gd name="connsiteY2" fmla="*/ 6051757 h 6857999"/>
              <a:gd name="connsiteX3" fmla="*/ 2620025 w 3857511"/>
              <a:gd name="connsiteY3" fmla="*/ 6857999 h 6857999"/>
              <a:gd name="connsiteX4" fmla="*/ 2571678 w 3857511"/>
              <a:gd name="connsiteY4" fmla="*/ 6857999 h 6857999"/>
              <a:gd name="connsiteX5" fmla="*/ 2523331 w 3857511"/>
              <a:gd name="connsiteY5" fmla="*/ 5143505 h 6857999"/>
              <a:gd name="connsiteX6" fmla="*/ 2571678 w 3857511"/>
              <a:gd name="connsiteY6" fmla="*/ 5143505 h 6857999"/>
              <a:gd name="connsiteX7" fmla="*/ 2571678 w 3857511"/>
              <a:gd name="connsiteY7" fmla="*/ 6000752 h 6857999"/>
              <a:gd name="connsiteX8" fmla="*/ 1285845 w 3857511"/>
              <a:gd name="connsiteY8" fmla="*/ 6000752 h 6857999"/>
              <a:gd name="connsiteX9" fmla="*/ 1285845 w 3857511"/>
              <a:gd name="connsiteY9" fmla="*/ 5949747 h 6857999"/>
              <a:gd name="connsiteX10" fmla="*/ 2523331 w 3857511"/>
              <a:gd name="connsiteY10" fmla="*/ 5143505 h 6857999"/>
              <a:gd name="connsiteX11" fmla="*/ 0 w 3857511"/>
              <a:gd name="connsiteY11" fmla="*/ 3428999 h 6857999"/>
              <a:gd name="connsiteX12" fmla="*/ 48346 w 3857511"/>
              <a:gd name="connsiteY12" fmla="*/ 3428999 h 6857999"/>
              <a:gd name="connsiteX13" fmla="*/ 1285833 w 3857511"/>
              <a:gd name="connsiteY13" fmla="*/ 4235241 h 6857999"/>
              <a:gd name="connsiteX14" fmla="*/ 1285833 w 3857511"/>
              <a:gd name="connsiteY14" fmla="*/ 4286246 h 6857999"/>
              <a:gd name="connsiteX15" fmla="*/ 0 w 3857511"/>
              <a:gd name="connsiteY15" fmla="*/ 4286246 h 6857999"/>
              <a:gd name="connsiteX16" fmla="*/ 1285845 w 3857511"/>
              <a:gd name="connsiteY16" fmla="*/ 2571753 h 6857999"/>
              <a:gd name="connsiteX17" fmla="*/ 2571678 w 3857511"/>
              <a:gd name="connsiteY17" fmla="*/ 2571753 h 6857999"/>
              <a:gd name="connsiteX18" fmla="*/ 2571678 w 3857511"/>
              <a:gd name="connsiteY18" fmla="*/ 3428999 h 6857999"/>
              <a:gd name="connsiteX19" fmla="*/ 2523331 w 3857511"/>
              <a:gd name="connsiteY19" fmla="*/ 3428999 h 6857999"/>
              <a:gd name="connsiteX20" fmla="*/ 1285845 w 3857511"/>
              <a:gd name="connsiteY20" fmla="*/ 2622757 h 6857999"/>
              <a:gd name="connsiteX21" fmla="*/ 2523331 w 3857511"/>
              <a:gd name="connsiteY21" fmla="*/ 0 h 6857999"/>
              <a:gd name="connsiteX22" fmla="*/ 2571678 w 3857511"/>
              <a:gd name="connsiteY22" fmla="*/ 0 h 6857999"/>
              <a:gd name="connsiteX23" fmla="*/ 2571678 w 3857511"/>
              <a:gd name="connsiteY23" fmla="*/ 857246 h 6857999"/>
              <a:gd name="connsiteX24" fmla="*/ 3857511 w 3857511"/>
              <a:gd name="connsiteY24" fmla="*/ 857246 h 6857999"/>
              <a:gd name="connsiteX25" fmla="*/ 3857511 w 3857511"/>
              <a:gd name="connsiteY25" fmla="*/ 908251 h 6857999"/>
              <a:gd name="connsiteX26" fmla="*/ 2626415 w 3857511"/>
              <a:gd name="connsiteY26" fmla="*/ 1632077 h 6857999"/>
              <a:gd name="connsiteX27" fmla="*/ 2620025 w 3857511"/>
              <a:gd name="connsiteY27" fmla="*/ 1714493 h 6857999"/>
              <a:gd name="connsiteX28" fmla="*/ 2626415 w 3857511"/>
              <a:gd name="connsiteY28" fmla="*/ 1796909 h 6857999"/>
              <a:gd name="connsiteX29" fmla="*/ 3857511 w 3857511"/>
              <a:gd name="connsiteY29" fmla="*/ 2520735 h 6857999"/>
              <a:gd name="connsiteX30" fmla="*/ 3857511 w 3857511"/>
              <a:gd name="connsiteY30" fmla="*/ 2571740 h 6857999"/>
              <a:gd name="connsiteX31" fmla="*/ 2571678 w 3857511"/>
              <a:gd name="connsiteY31" fmla="*/ 2571740 h 6857999"/>
              <a:gd name="connsiteX32" fmla="*/ 2571678 w 3857511"/>
              <a:gd name="connsiteY32" fmla="*/ 1714493 h 6857999"/>
              <a:gd name="connsiteX33" fmla="*/ 2571678 w 3857511"/>
              <a:gd name="connsiteY33" fmla="*/ 1714493 h 6857999"/>
              <a:gd name="connsiteX34" fmla="*/ 2571678 w 3857511"/>
              <a:gd name="connsiteY34" fmla="*/ 857247 h 6857999"/>
              <a:gd name="connsiteX35" fmla="*/ 1285845 w 3857511"/>
              <a:gd name="connsiteY35" fmla="*/ 857247 h 6857999"/>
              <a:gd name="connsiteX36" fmla="*/ 1285845 w 3857511"/>
              <a:gd name="connsiteY36" fmla="*/ 806242 h 6857999"/>
              <a:gd name="connsiteX37" fmla="*/ 2523331 w 3857511"/>
              <a:gd name="connsiteY3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57511" h="6857999">
                <a:moveTo>
                  <a:pt x="2571678" y="6000752"/>
                </a:moveTo>
                <a:lnTo>
                  <a:pt x="3857511" y="6000752"/>
                </a:lnTo>
                <a:lnTo>
                  <a:pt x="3857511" y="6051757"/>
                </a:lnTo>
                <a:cubicBezTo>
                  <a:pt x="3174136" y="6051757"/>
                  <a:pt x="2620025" y="6412830"/>
                  <a:pt x="2620025" y="6857999"/>
                </a:cubicBezTo>
                <a:lnTo>
                  <a:pt x="2571678" y="6857999"/>
                </a:lnTo>
                <a:close/>
                <a:moveTo>
                  <a:pt x="2523331" y="5143505"/>
                </a:moveTo>
                <a:lnTo>
                  <a:pt x="2571678" y="5143505"/>
                </a:lnTo>
                <a:lnTo>
                  <a:pt x="2571678" y="6000752"/>
                </a:lnTo>
                <a:lnTo>
                  <a:pt x="1285845" y="6000752"/>
                </a:lnTo>
                <a:lnTo>
                  <a:pt x="1285845" y="5949747"/>
                </a:lnTo>
                <a:cubicBezTo>
                  <a:pt x="1969220" y="5949747"/>
                  <a:pt x="2523331" y="5588675"/>
                  <a:pt x="2523331" y="5143505"/>
                </a:cubicBezTo>
                <a:close/>
                <a:moveTo>
                  <a:pt x="0" y="3428999"/>
                </a:moveTo>
                <a:lnTo>
                  <a:pt x="48346" y="3428999"/>
                </a:lnTo>
                <a:cubicBezTo>
                  <a:pt x="48346" y="3874169"/>
                  <a:pt x="602458" y="4235241"/>
                  <a:pt x="1285833" y="4235241"/>
                </a:cubicBezTo>
                <a:lnTo>
                  <a:pt x="1285833" y="4286246"/>
                </a:lnTo>
                <a:lnTo>
                  <a:pt x="0" y="4286246"/>
                </a:lnTo>
                <a:close/>
                <a:moveTo>
                  <a:pt x="1285845" y="2571753"/>
                </a:moveTo>
                <a:lnTo>
                  <a:pt x="2571678" y="2571753"/>
                </a:lnTo>
                <a:lnTo>
                  <a:pt x="2571678" y="3428999"/>
                </a:lnTo>
                <a:lnTo>
                  <a:pt x="2523331" y="3428999"/>
                </a:lnTo>
                <a:cubicBezTo>
                  <a:pt x="2523331" y="2983830"/>
                  <a:pt x="1969220" y="2622757"/>
                  <a:pt x="1285845" y="2622757"/>
                </a:cubicBezTo>
                <a:close/>
                <a:moveTo>
                  <a:pt x="2523331" y="0"/>
                </a:moveTo>
                <a:lnTo>
                  <a:pt x="2571678" y="0"/>
                </a:lnTo>
                <a:lnTo>
                  <a:pt x="2571678" y="857246"/>
                </a:lnTo>
                <a:lnTo>
                  <a:pt x="3857511" y="857246"/>
                </a:lnTo>
                <a:lnTo>
                  <a:pt x="3857511" y="908251"/>
                </a:lnTo>
                <a:cubicBezTo>
                  <a:pt x="3216847" y="908251"/>
                  <a:pt x="2689794" y="1225600"/>
                  <a:pt x="2626415" y="1632077"/>
                </a:cubicBezTo>
                <a:lnTo>
                  <a:pt x="2620025" y="1714493"/>
                </a:lnTo>
                <a:lnTo>
                  <a:pt x="2626415" y="1796909"/>
                </a:lnTo>
                <a:cubicBezTo>
                  <a:pt x="2689794" y="2203387"/>
                  <a:pt x="3216847" y="2520735"/>
                  <a:pt x="3857511" y="2520735"/>
                </a:cubicBezTo>
                <a:lnTo>
                  <a:pt x="3857511" y="2571740"/>
                </a:lnTo>
                <a:lnTo>
                  <a:pt x="2571678" y="2571740"/>
                </a:lnTo>
                <a:lnTo>
                  <a:pt x="2571678" y="1714493"/>
                </a:lnTo>
                <a:lnTo>
                  <a:pt x="2571678" y="1714493"/>
                </a:lnTo>
                <a:lnTo>
                  <a:pt x="2571678" y="857247"/>
                </a:lnTo>
                <a:lnTo>
                  <a:pt x="1285845" y="857247"/>
                </a:lnTo>
                <a:lnTo>
                  <a:pt x="1285845" y="806242"/>
                </a:lnTo>
                <a:cubicBezTo>
                  <a:pt x="1969220" y="806242"/>
                  <a:pt x="2523331" y="445169"/>
                  <a:pt x="2523331" y="0"/>
                </a:cubicBezTo>
                <a:close/>
              </a:path>
            </a:pathLst>
          </a:custGeom>
          <a:solidFill>
            <a:srgbClr val="FA4505"/>
          </a:solidFill>
          <a:ln w="690" cap="flat">
            <a:noFill/>
            <a:prstDash val="solid"/>
            <a:miter/>
          </a:ln>
        </p:spPr>
        <p:txBody>
          <a:bodyPr wrap="square" rtlCol="0" anchor="ctr">
            <a:noAutofit/>
          </a:bodyPr>
          <a:lstStyle/>
          <a:p>
            <a:endParaRPr lang="en-GR" sz="1800"/>
          </a:p>
        </p:txBody>
      </p:sp>
      <p:sp>
        <p:nvSpPr>
          <p:cNvPr id="3" name="Slide Number Placeholder 4">
            <a:extLst>
              <a:ext uri="{FF2B5EF4-FFF2-40B4-BE49-F238E27FC236}">
                <a16:creationId xmlns:a16="http://schemas.microsoft.com/office/drawing/2014/main" id="{07ACF946-2CFF-A879-C604-DF33E59FE52D}"/>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35786678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5_Divider">
    <p:bg>
      <p:bgPr>
        <a:solidFill>
          <a:srgbClr val="2659E0"/>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F3FE3383-8023-A188-096A-39FBB99C2524}"/>
              </a:ext>
            </a:extLst>
          </p:cNvPr>
          <p:cNvSpPr/>
          <p:nvPr userDrawn="1"/>
        </p:nvSpPr>
        <p:spPr>
          <a:xfrm>
            <a:off x="1046151" y="530601"/>
            <a:ext cx="11145849" cy="4671928"/>
          </a:xfrm>
          <a:custGeom>
            <a:avLst/>
            <a:gdLst>
              <a:gd name="connsiteX0" fmla="*/ 11137069 w 11145849"/>
              <a:gd name="connsiteY0" fmla="*/ 169698 h 4671928"/>
              <a:gd name="connsiteX1" fmla="*/ 11145849 w 11145849"/>
              <a:gd name="connsiteY1" fmla="*/ 169968 h 4671928"/>
              <a:gd name="connsiteX2" fmla="*/ 11145849 w 11145849"/>
              <a:gd name="connsiteY2" fmla="*/ 4502263 h 4671928"/>
              <a:gd name="connsiteX3" fmla="*/ 11137069 w 11145849"/>
              <a:gd name="connsiteY3" fmla="*/ 4502533 h 4671928"/>
              <a:gd name="connsiteX4" fmla="*/ 7576068 w 11145849"/>
              <a:gd name="connsiteY4" fmla="*/ 2336116 h 4671928"/>
              <a:gd name="connsiteX5" fmla="*/ 11137069 w 11145849"/>
              <a:gd name="connsiteY5" fmla="*/ 169698 h 4671928"/>
              <a:gd name="connsiteX6" fmla="*/ 3712358 w 11145849"/>
              <a:gd name="connsiteY6" fmla="*/ 169395 h 4671928"/>
              <a:gd name="connsiteX7" fmla="*/ 151357 w 11145849"/>
              <a:gd name="connsiteY7" fmla="*/ 2336115 h 4671928"/>
              <a:gd name="connsiteX8" fmla="*/ 3712358 w 11145849"/>
              <a:gd name="connsiteY8" fmla="*/ 4502533 h 4671928"/>
              <a:gd name="connsiteX9" fmla="*/ 3712358 w 11145849"/>
              <a:gd name="connsiteY9" fmla="*/ 4502227 h 4671928"/>
              <a:gd name="connsiteX10" fmla="*/ 7273360 w 11145849"/>
              <a:gd name="connsiteY10" fmla="*/ 2335813 h 4671928"/>
              <a:gd name="connsiteX11" fmla="*/ 3712358 w 11145849"/>
              <a:gd name="connsiteY11" fmla="*/ 169395 h 4671928"/>
              <a:gd name="connsiteX12" fmla="*/ 0 w 11145849"/>
              <a:gd name="connsiteY12" fmla="*/ 0 h 4671928"/>
              <a:gd name="connsiteX13" fmla="*/ 7424715 w 11145849"/>
              <a:gd name="connsiteY13" fmla="*/ 0 h 4671928"/>
              <a:gd name="connsiteX14" fmla="*/ 7424715 w 11145849"/>
              <a:gd name="connsiteY14" fmla="*/ 4671928 h 4671928"/>
              <a:gd name="connsiteX15" fmla="*/ 0 w 11145849"/>
              <a:gd name="connsiteY15" fmla="*/ 4671928 h 4671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145849" h="4671928">
                <a:moveTo>
                  <a:pt x="11137069" y="169698"/>
                </a:moveTo>
                <a:lnTo>
                  <a:pt x="11145849" y="169968"/>
                </a:lnTo>
                <a:lnTo>
                  <a:pt x="11145849" y="4502263"/>
                </a:lnTo>
                <a:lnTo>
                  <a:pt x="11137069" y="4502533"/>
                </a:lnTo>
                <a:cubicBezTo>
                  <a:pt x="9170369" y="4502533"/>
                  <a:pt x="7576068" y="3532253"/>
                  <a:pt x="7576068" y="2336116"/>
                </a:cubicBezTo>
                <a:cubicBezTo>
                  <a:pt x="7576068" y="1139976"/>
                  <a:pt x="9170675" y="169698"/>
                  <a:pt x="11137069" y="169698"/>
                </a:cubicBezTo>
                <a:close/>
                <a:moveTo>
                  <a:pt x="3712358" y="169395"/>
                </a:moveTo>
                <a:cubicBezTo>
                  <a:pt x="1745964" y="169395"/>
                  <a:pt x="151357" y="1139979"/>
                  <a:pt x="151357" y="2336115"/>
                </a:cubicBezTo>
                <a:cubicBezTo>
                  <a:pt x="151357" y="3532255"/>
                  <a:pt x="1745964" y="4502533"/>
                  <a:pt x="3712358" y="4502533"/>
                </a:cubicBezTo>
                <a:lnTo>
                  <a:pt x="3712358" y="4502227"/>
                </a:lnTo>
                <a:cubicBezTo>
                  <a:pt x="5679061" y="4502227"/>
                  <a:pt x="7273360" y="3531950"/>
                  <a:pt x="7273360" y="2335813"/>
                </a:cubicBezTo>
                <a:cubicBezTo>
                  <a:pt x="7273360" y="1139673"/>
                  <a:pt x="5678752" y="169395"/>
                  <a:pt x="3712358" y="169395"/>
                </a:cubicBezTo>
                <a:close/>
                <a:moveTo>
                  <a:pt x="0" y="0"/>
                </a:moveTo>
                <a:lnTo>
                  <a:pt x="7424715" y="0"/>
                </a:lnTo>
                <a:lnTo>
                  <a:pt x="7424715" y="4671928"/>
                </a:lnTo>
                <a:lnTo>
                  <a:pt x="0" y="4671928"/>
                </a:lnTo>
                <a:close/>
              </a:path>
            </a:pathLst>
          </a:custGeom>
          <a:solidFill>
            <a:schemeClr val="accent1"/>
          </a:solidFill>
          <a:ln w="0" cap="flat">
            <a:noFill/>
            <a:prstDash val="solid"/>
            <a:miter/>
          </a:ln>
        </p:spPr>
        <p:txBody>
          <a:bodyPr wrap="square" rtlCol="0" anchor="ctr">
            <a:noAutofit/>
          </a:bodyPr>
          <a:lstStyle/>
          <a:p>
            <a:endParaRPr lang="en-GR" sz="1800"/>
          </a:p>
        </p:txBody>
      </p:sp>
      <p:sp>
        <p:nvSpPr>
          <p:cNvPr id="12" name="Text Placeholder 9">
            <a:extLst>
              <a:ext uri="{FF2B5EF4-FFF2-40B4-BE49-F238E27FC236}">
                <a16:creationId xmlns:a16="http://schemas.microsoft.com/office/drawing/2014/main" id="{6E36DEAC-5E1B-8FE1-B92E-B70A53271657}"/>
              </a:ext>
            </a:extLst>
          </p:cNvPr>
          <p:cNvSpPr>
            <a:spLocks noGrp="1"/>
          </p:cNvSpPr>
          <p:nvPr>
            <p:ph type="body" sz="quarter" idx="16" hasCustomPrompt="1"/>
          </p:nvPr>
        </p:nvSpPr>
        <p:spPr>
          <a:xfrm>
            <a:off x="1703513" y="2592682"/>
            <a:ext cx="4896543" cy="928652"/>
          </a:xfrm>
          <a:prstGeom prst="rect">
            <a:avLst/>
          </a:prstGeom>
        </p:spPr>
        <p:txBody>
          <a:bodyPr wrap="square" lIns="0" anchor="t" anchorCtr="0">
            <a:spAutoFit/>
          </a:bodyPr>
          <a:lstStyle>
            <a:lvl1pPr marL="0" indent="0">
              <a:spcBef>
                <a:spcPts val="0"/>
              </a:spcBef>
              <a:buFontTx/>
              <a:buNone/>
              <a:defRPr sz="6000">
                <a:solidFill>
                  <a:schemeClr val="bg2"/>
                </a:solidFill>
              </a:defRPr>
            </a:lvl1pPr>
          </a:lstStyle>
          <a:p>
            <a:pPr lvl="0"/>
            <a:r>
              <a:rPr lang="en-GB"/>
              <a:t>Divider</a:t>
            </a:r>
            <a:endParaRPr lang="en-GR"/>
          </a:p>
        </p:txBody>
      </p:sp>
      <p:sp>
        <p:nvSpPr>
          <p:cNvPr id="2" name="Text Placeholder 17">
            <a:extLst>
              <a:ext uri="{FF2B5EF4-FFF2-40B4-BE49-F238E27FC236}">
                <a16:creationId xmlns:a16="http://schemas.microsoft.com/office/drawing/2014/main" id="{0C5A9E2F-DFCB-1BFF-27CA-2DA26B4C0813}"/>
              </a:ext>
            </a:extLst>
          </p:cNvPr>
          <p:cNvSpPr>
            <a:spLocks noGrp="1"/>
          </p:cNvSpPr>
          <p:nvPr>
            <p:ph type="body" sz="quarter" idx="14" hasCustomPrompt="1"/>
          </p:nvPr>
        </p:nvSpPr>
        <p:spPr>
          <a:xfrm>
            <a:off x="1703513" y="3429000"/>
            <a:ext cx="4896544" cy="2925000"/>
          </a:xfrm>
          <a:prstGeom prst="rect">
            <a:avLst/>
          </a:prstGeom>
        </p:spPr>
        <p:txBody>
          <a:bodyPr lIns="54000" anchor="t" anchorCtr="0">
            <a:normAutofit/>
          </a:bodyPr>
          <a:lstStyle>
            <a:lvl1pPr marL="0" indent="0">
              <a:buNone/>
              <a:defRPr sz="16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5" name="Title 1">
            <a:extLst>
              <a:ext uri="{FF2B5EF4-FFF2-40B4-BE49-F238E27FC236}">
                <a16:creationId xmlns:a16="http://schemas.microsoft.com/office/drawing/2014/main" id="{A46910FF-1B79-78B6-ECC3-2EDFD649911B}"/>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solidFill>
                  <a:schemeClr val="bg1"/>
                </a:solidFill>
              </a:defRPr>
            </a:lvl1pPr>
          </a:lstStyle>
          <a:p>
            <a:r>
              <a:rPr lang="en-GB"/>
              <a:t>00</a:t>
            </a:r>
            <a:endParaRPr lang="en-GR"/>
          </a:p>
        </p:txBody>
      </p:sp>
      <p:sp>
        <p:nvSpPr>
          <p:cNvPr id="3" name="Slide Number Placeholder 4">
            <a:extLst>
              <a:ext uri="{FF2B5EF4-FFF2-40B4-BE49-F238E27FC236}">
                <a16:creationId xmlns:a16="http://schemas.microsoft.com/office/drawing/2014/main" id="{2F1B5E09-60E2-058B-4AF3-2F4DEFCE3E18}"/>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226492995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6_Divider">
    <p:bg>
      <p:bgPr>
        <a:solidFill>
          <a:schemeClr val="accent1"/>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6E36DEAC-5E1B-8FE1-B92E-B70A53271657}"/>
              </a:ext>
            </a:extLst>
          </p:cNvPr>
          <p:cNvSpPr>
            <a:spLocks noGrp="1"/>
          </p:cNvSpPr>
          <p:nvPr>
            <p:ph type="body" sz="quarter" idx="16" hasCustomPrompt="1"/>
          </p:nvPr>
        </p:nvSpPr>
        <p:spPr>
          <a:xfrm>
            <a:off x="1703513" y="2592682"/>
            <a:ext cx="4896543" cy="928652"/>
          </a:xfrm>
          <a:prstGeom prst="rect">
            <a:avLst/>
          </a:prstGeom>
        </p:spPr>
        <p:txBody>
          <a:bodyPr wrap="square" lIns="0" anchor="t" anchorCtr="0">
            <a:spAutoFit/>
          </a:bodyPr>
          <a:lstStyle>
            <a:lvl1pPr marL="0" indent="0">
              <a:spcBef>
                <a:spcPts val="0"/>
              </a:spcBef>
              <a:buFontTx/>
              <a:buNone/>
              <a:defRPr sz="6000">
                <a:solidFill>
                  <a:schemeClr val="bg2"/>
                </a:solidFill>
              </a:defRPr>
            </a:lvl1pPr>
          </a:lstStyle>
          <a:p>
            <a:pPr lvl="0"/>
            <a:r>
              <a:rPr lang="en-GB"/>
              <a:t>Divider</a:t>
            </a:r>
            <a:endParaRPr lang="en-GR"/>
          </a:p>
        </p:txBody>
      </p:sp>
      <p:sp>
        <p:nvSpPr>
          <p:cNvPr id="2" name="Text Placeholder 17">
            <a:extLst>
              <a:ext uri="{FF2B5EF4-FFF2-40B4-BE49-F238E27FC236}">
                <a16:creationId xmlns:a16="http://schemas.microsoft.com/office/drawing/2014/main" id="{0C5A9E2F-DFCB-1BFF-27CA-2DA26B4C0813}"/>
              </a:ext>
            </a:extLst>
          </p:cNvPr>
          <p:cNvSpPr>
            <a:spLocks noGrp="1"/>
          </p:cNvSpPr>
          <p:nvPr>
            <p:ph type="body" sz="quarter" idx="14" hasCustomPrompt="1"/>
          </p:nvPr>
        </p:nvSpPr>
        <p:spPr>
          <a:xfrm>
            <a:off x="1703513" y="3429000"/>
            <a:ext cx="4896544" cy="2925000"/>
          </a:xfrm>
          <a:prstGeom prst="rect">
            <a:avLst/>
          </a:prstGeom>
        </p:spPr>
        <p:txBody>
          <a:bodyPr lIns="54000" anchor="t" anchorCtr="0">
            <a:normAutofit/>
          </a:bodyPr>
          <a:lstStyle>
            <a:lvl1pPr marL="0" indent="0">
              <a:buNone/>
              <a:defRPr sz="16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5" name="Title 1">
            <a:extLst>
              <a:ext uri="{FF2B5EF4-FFF2-40B4-BE49-F238E27FC236}">
                <a16:creationId xmlns:a16="http://schemas.microsoft.com/office/drawing/2014/main" id="{A46910FF-1B79-78B6-ECC3-2EDFD649911B}"/>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solidFill>
                  <a:schemeClr val="bg1"/>
                </a:solidFill>
              </a:defRPr>
            </a:lvl1pPr>
          </a:lstStyle>
          <a:p>
            <a:r>
              <a:rPr lang="en-GB"/>
              <a:t>00</a:t>
            </a:r>
            <a:endParaRPr lang="en-GR"/>
          </a:p>
        </p:txBody>
      </p:sp>
      <p:pic>
        <p:nvPicPr>
          <p:cNvPr id="6" name="Graphic 5">
            <a:extLst>
              <a:ext uri="{FF2B5EF4-FFF2-40B4-BE49-F238E27FC236}">
                <a16:creationId xmlns:a16="http://schemas.microsoft.com/office/drawing/2014/main" id="{C7F71349-2DB6-5270-154B-FE480C351D9D}"/>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16311"/>
          <a:stretch/>
        </p:blipFill>
        <p:spPr>
          <a:xfrm>
            <a:off x="5415431" y="812699"/>
            <a:ext cx="6776570" cy="5138716"/>
          </a:xfrm>
          <a:prstGeom prst="rect">
            <a:avLst/>
          </a:prstGeom>
        </p:spPr>
      </p:pic>
      <p:sp>
        <p:nvSpPr>
          <p:cNvPr id="3" name="Slide Number Placeholder 4">
            <a:extLst>
              <a:ext uri="{FF2B5EF4-FFF2-40B4-BE49-F238E27FC236}">
                <a16:creationId xmlns:a16="http://schemas.microsoft.com/office/drawing/2014/main" id="{6A8B4155-1416-0452-6D09-1601C39A935C}"/>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29935309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7_Divider">
    <p:bg>
      <p:bgPr>
        <a:solidFill>
          <a:srgbClr val="2659E0"/>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6E36DEAC-5E1B-8FE1-B92E-B70A53271657}"/>
              </a:ext>
            </a:extLst>
          </p:cNvPr>
          <p:cNvSpPr>
            <a:spLocks noGrp="1"/>
          </p:cNvSpPr>
          <p:nvPr>
            <p:ph type="body" sz="quarter" idx="16" hasCustomPrompt="1"/>
          </p:nvPr>
        </p:nvSpPr>
        <p:spPr>
          <a:xfrm>
            <a:off x="1703513" y="2592682"/>
            <a:ext cx="4896543" cy="928652"/>
          </a:xfrm>
          <a:prstGeom prst="rect">
            <a:avLst/>
          </a:prstGeom>
        </p:spPr>
        <p:txBody>
          <a:bodyPr wrap="square" lIns="0" anchor="t" anchorCtr="0">
            <a:spAutoFit/>
          </a:bodyPr>
          <a:lstStyle>
            <a:lvl1pPr marL="0" indent="0">
              <a:spcBef>
                <a:spcPts val="0"/>
              </a:spcBef>
              <a:buFontTx/>
              <a:buNone/>
              <a:defRPr sz="6000">
                <a:solidFill>
                  <a:schemeClr val="bg2"/>
                </a:solidFill>
              </a:defRPr>
            </a:lvl1pPr>
          </a:lstStyle>
          <a:p>
            <a:pPr lvl="0"/>
            <a:r>
              <a:rPr lang="en-GB"/>
              <a:t>Divider</a:t>
            </a:r>
            <a:endParaRPr lang="en-GR"/>
          </a:p>
        </p:txBody>
      </p:sp>
      <p:sp>
        <p:nvSpPr>
          <p:cNvPr id="2" name="Text Placeholder 17">
            <a:extLst>
              <a:ext uri="{FF2B5EF4-FFF2-40B4-BE49-F238E27FC236}">
                <a16:creationId xmlns:a16="http://schemas.microsoft.com/office/drawing/2014/main" id="{0C5A9E2F-DFCB-1BFF-27CA-2DA26B4C0813}"/>
              </a:ext>
            </a:extLst>
          </p:cNvPr>
          <p:cNvSpPr>
            <a:spLocks noGrp="1"/>
          </p:cNvSpPr>
          <p:nvPr>
            <p:ph type="body" sz="quarter" idx="14" hasCustomPrompt="1"/>
          </p:nvPr>
        </p:nvSpPr>
        <p:spPr>
          <a:xfrm>
            <a:off x="1703513" y="3429000"/>
            <a:ext cx="4896544" cy="2925000"/>
          </a:xfrm>
          <a:prstGeom prst="rect">
            <a:avLst/>
          </a:prstGeom>
        </p:spPr>
        <p:txBody>
          <a:bodyPr lIns="54000" anchor="t" anchorCtr="0">
            <a:normAutofit/>
          </a:bodyPr>
          <a:lstStyle>
            <a:lvl1pPr marL="0" indent="0">
              <a:buNone/>
              <a:defRPr sz="16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5" name="Title 1">
            <a:extLst>
              <a:ext uri="{FF2B5EF4-FFF2-40B4-BE49-F238E27FC236}">
                <a16:creationId xmlns:a16="http://schemas.microsoft.com/office/drawing/2014/main" id="{A46910FF-1B79-78B6-ECC3-2EDFD649911B}"/>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solidFill>
                  <a:schemeClr val="bg1"/>
                </a:solidFill>
              </a:defRPr>
            </a:lvl1pPr>
          </a:lstStyle>
          <a:p>
            <a:r>
              <a:rPr lang="en-GB"/>
              <a:t>00</a:t>
            </a:r>
            <a:endParaRPr lang="en-GR"/>
          </a:p>
        </p:txBody>
      </p:sp>
      <p:sp>
        <p:nvSpPr>
          <p:cNvPr id="6" name="Freeform">
            <a:extLst>
              <a:ext uri="{FF2B5EF4-FFF2-40B4-BE49-F238E27FC236}">
                <a16:creationId xmlns:a16="http://schemas.microsoft.com/office/drawing/2014/main" id="{740333CC-62E7-40B5-DC1D-7CBD5CBB6B40}"/>
              </a:ext>
            </a:extLst>
          </p:cNvPr>
          <p:cNvSpPr/>
          <p:nvPr userDrawn="1"/>
        </p:nvSpPr>
        <p:spPr>
          <a:xfrm rot="10800000">
            <a:off x="7755465" y="871034"/>
            <a:ext cx="4046242" cy="5115933"/>
          </a:xfrm>
          <a:custGeom>
            <a:avLst/>
            <a:gdLst>
              <a:gd name="connsiteX0" fmla="*/ 54209 w 1328758"/>
              <a:gd name="connsiteY0" fmla="*/ 840018 h 1680036"/>
              <a:gd name="connsiteX1" fmla="*/ 1328759 w 1328758"/>
              <a:gd name="connsiteY1" fmla="*/ 60996 h 1680036"/>
              <a:gd name="connsiteX2" fmla="*/ 1328759 w 1328758"/>
              <a:gd name="connsiteY2" fmla="*/ 0 h 1680036"/>
              <a:gd name="connsiteX3" fmla="*/ 0 w 1328758"/>
              <a:gd name="connsiteY3" fmla="*/ 0 h 1680036"/>
              <a:gd name="connsiteX4" fmla="*/ 0 w 1328758"/>
              <a:gd name="connsiteY4" fmla="*/ 1680037 h 1680036"/>
              <a:gd name="connsiteX5" fmla="*/ 1328759 w 1328758"/>
              <a:gd name="connsiteY5" fmla="*/ 1680037 h 1680036"/>
              <a:gd name="connsiteX6" fmla="*/ 1328759 w 1328758"/>
              <a:gd name="connsiteY6" fmla="*/ 1619040 h 1680036"/>
              <a:gd name="connsiteX7" fmla="*/ 54209 w 1328758"/>
              <a:gd name="connsiteY7" fmla="*/ 840018 h 1680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8758" h="1680036">
                <a:moveTo>
                  <a:pt x="54209" y="840018"/>
                </a:moveTo>
                <a:cubicBezTo>
                  <a:pt x="54209" y="409881"/>
                  <a:pt x="624873" y="60996"/>
                  <a:pt x="1328759" y="60996"/>
                </a:cubicBezTo>
                <a:lnTo>
                  <a:pt x="1328759" y="0"/>
                </a:lnTo>
                <a:lnTo>
                  <a:pt x="0" y="0"/>
                </a:lnTo>
                <a:lnTo>
                  <a:pt x="0" y="1680037"/>
                </a:lnTo>
                <a:lnTo>
                  <a:pt x="1328759" y="1680037"/>
                </a:lnTo>
                <a:lnTo>
                  <a:pt x="1328759" y="1619040"/>
                </a:lnTo>
                <a:cubicBezTo>
                  <a:pt x="624873" y="1619040"/>
                  <a:pt x="54209" y="1270156"/>
                  <a:pt x="54209" y="840018"/>
                </a:cubicBezTo>
                <a:close/>
              </a:path>
            </a:pathLst>
          </a:custGeom>
          <a:solidFill>
            <a:schemeClr val="accent1"/>
          </a:solidFill>
          <a:ln w="0" cap="flat">
            <a:noFill/>
            <a:prstDash val="solid"/>
            <a:miter/>
          </a:ln>
        </p:spPr>
        <p:txBody>
          <a:bodyPr rtlCol="0" anchor="ctr"/>
          <a:lstStyle/>
          <a:p>
            <a:endParaRPr lang="en-GR" sz="1800"/>
          </a:p>
        </p:txBody>
      </p:sp>
      <p:sp>
        <p:nvSpPr>
          <p:cNvPr id="3" name="Slide Number Placeholder 4">
            <a:extLst>
              <a:ext uri="{FF2B5EF4-FFF2-40B4-BE49-F238E27FC236}">
                <a16:creationId xmlns:a16="http://schemas.microsoft.com/office/drawing/2014/main" id="{891125DC-A4C1-D1F0-DBF8-F5B1A7A29277}"/>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17936662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0_Divider">
    <p:bg>
      <p:bgPr>
        <a:solidFill>
          <a:srgbClr val="5D8D2F"/>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87635D1F-2833-BD89-9CB7-1C8C2C6A3A69}"/>
              </a:ext>
            </a:extLst>
          </p:cNvPr>
          <p:cNvSpPr/>
          <p:nvPr userDrawn="1"/>
        </p:nvSpPr>
        <p:spPr>
          <a:xfrm>
            <a:off x="3918721" y="524932"/>
            <a:ext cx="7936729" cy="5104225"/>
          </a:xfrm>
          <a:custGeom>
            <a:avLst/>
            <a:gdLst>
              <a:gd name="connsiteX0" fmla="*/ 0 w 808193"/>
              <a:gd name="connsiteY0" fmla="*/ 0 h 495236"/>
              <a:gd name="connsiteX1" fmla="*/ 0 w 808193"/>
              <a:gd name="connsiteY1" fmla="*/ 495237 h 495236"/>
              <a:gd name="connsiteX2" fmla="*/ 808194 w 808193"/>
              <a:gd name="connsiteY2" fmla="*/ 495237 h 495236"/>
              <a:gd name="connsiteX3" fmla="*/ 808194 w 808193"/>
              <a:gd name="connsiteY3" fmla="*/ 0 h 495236"/>
              <a:gd name="connsiteX4" fmla="*/ 0 w 808193"/>
              <a:gd name="connsiteY4" fmla="*/ 0 h 495236"/>
              <a:gd name="connsiteX5" fmla="*/ 404097 w 808193"/>
              <a:gd name="connsiteY5" fmla="*/ 477197 h 495236"/>
              <a:gd name="connsiteX6" fmla="*/ 16536 w 808193"/>
              <a:gd name="connsiteY6" fmla="*/ 247523 h 495236"/>
              <a:gd name="connsiteX7" fmla="*/ 404097 w 808193"/>
              <a:gd name="connsiteY7" fmla="*/ 17850 h 495236"/>
              <a:gd name="connsiteX8" fmla="*/ 791658 w 808193"/>
              <a:gd name="connsiteY8" fmla="*/ 247523 h 495236"/>
              <a:gd name="connsiteX9" fmla="*/ 404097 w 808193"/>
              <a:gd name="connsiteY9" fmla="*/ 477197 h 495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8193" h="495236">
                <a:moveTo>
                  <a:pt x="0" y="0"/>
                </a:moveTo>
                <a:lnTo>
                  <a:pt x="0" y="495237"/>
                </a:lnTo>
                <a:lnTo>
                  <a:pt x="808194" y="495237"/>
                </a:lnTo>
                <a:lnTo>
                  <a:pt x="808194" y="0"/>
                </a:lnTo>
                <a:lnTo>
                  <a:pt x="0" y="0"/>
                </a:lnTo>
                <a:close/>
                <a:moveTo>
                  <a:pt x="404097" y="477197"/>
                </a:moveTo>
                <a:cubicBezTo>
                  <a:pt x="190074" y="477197"/>
                  <a:pt x="16536" y="374371"/>
                  <a:pt x="16536" y="247523"/>
                </a:cubicBezTo>
                <a:cubicBezTo>
                  <a:pt x="16536" y="120676"/>
                  <a:pt x="190074" y="17850"/>
                  <a:pt x="404097" y="17850"/>
                </a:cubicBezTo>
                <a:cubicBezTo>
                  <a:pt x="618120" y="17850"/>
                  <a:pt x="791658" y="120676"/>
                  <a:pt x="791658" y="247523"/>
                </a:cubicBezTo>
                <a:cubicBezTo>
                  <a:pt x="791658" y="374371"/>
                  <a:pt x="618120" y="477197"/>
                  <a:pt x="404097" y="477197"/>
                </a:cubicBezTo>
                <a:close/>
              </a:path>
            </a:pathLst>
          </a:custGeom>
          <a:solidFill>
            <a:schemeClr val="accent1"/>
          </a:solidFill>
          <a:ln w="0" cap="flat">
            <a:noFill/>
            <a:prstDash val="solid"/>
            <a:miter/>
          </a:ln>
        </p:spPr>
        <p:txBody>
          <a:bodyPr rtlCol="0" anchor="ctr"/>
          <a:lstStyle/>
          <a:p>
            <a:endParaRPr lang="en-GR" sz="1800"/>
          </a:p>
        </p:txBody>
      </p:sp>
      <p:sp>
        <p:nvSpPr>
          <p:cNvPr id="12" name="Text Placeholder 9">
            <a:extLst>
              <a:ext uri="{FF2B5EF4-FFF2-40B4-BE49-F238E27FC236}">
                <a16:creationId xmlns:a16="http://schemas.microsoft.com/office/drawing/2014/main" id="{6E36DEAC-5E1B-8FE1-B92E-B70A53271657}"/>
              </a:ext>
            </a:extLst>
          </p:cNvPr>
          <p:cNvSpPr>
            <a:spLocks noGrp="1"/>
          </p:cNvSpPr>
          <p:nvPr>
            <p:ph type="body" sz="quarter" idx="16" hasCustomPrompt="1"/>
          </p:nvPr>
        </p:nvSpPr>
        <p:spPr>
          <a:xfrm>
            <a:off x="1703513" y="2592682"/>
            <a:ext cx="4896543" cy="928652"/>
          </a:xfrm>
          <a:prstGeom prst="rect">
            <a:avLst/>
          </a:prstGeom>
        </p:spPr>
        <p:txBody>
          <a:bodyPr wrap="square" lIns="0" anchor="t" anchorCtr="0">
            <a:spAutoFit/>
          </a:bodyPr>
          <a:lstStyle>
            <a:lvl1pPr marL="0" indent="0">
              <a:spcBef>
                <a:spcPts val="0"/>
              </a:spcBef>
              <a:buFontTx/>
              <a:buNone/>
              <a:defRPr sz="6000">
                <a:solidFill>
                  <a:schemeClr val="bg2"/>
                </a:solidFill>
              </a:defRPr>
            </a:lvl1pPr>
          </a:lstStyle>
          <a:p>
            <a:pPr lvl="0"/>
            <a:r>
              <a:rPr lang="en-GB"/>
              <a:t>Divider</a:t>
            </a:r>
            <a:endParaRPr lang="en-GR"/>
          </a:p>
        </p:txBody>
      </p:sp>
      <p:sp>
        <p:nvSpPr>
          <p:cNvPr id="2" name="Text Placeholder 17">
            <a:extLst>
              <a:ext uri="{FF2B5EF4-FFF2-40B4-BE49-F238E27FC236}">
                <a16:creationId xmlns:a16="http://schemas.microsoft.com/office/drawing/2014/main" id="{0C5A9E2F-DFCB-1BFF-27CA-2DA26B4C0813}"/>
              </a:ext>
            </a:extLst>
          </p:cNvPr>
          <p:cNvSpPr>
            <a:spLocks noGrp="1"/>
          </p:cNvSpPr>
          <p:nvPr>
            <p:ph type="body" sz="quarter" idx="14" hasCustomPrompt="1"/>
          </p:nvPr>
        </p:nvSpPr>
        <p:spPr>
          <a:xfrm>
            <a:off x="1703513" y="3429000"/>
            <a:ext cx="4896544" cy="2925000"/>
          </a:xfrm>
          <a:prstGeom prst="rect">
            <a:avLst/>
          </a:prstGeom>
        </p:spPr>
        <p:txBody>
          <a:bodyPr lIns="54000" anchor="t" anchorCtr="0">
            <a:normAutofit/>
          </a:bodyPr>
          <a:lstStyle>
            <a:lvl1pPr marL="0" indent="0">
              <a:buNone/>
              <a:defRPr sz="16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5" name="Title 1">
            <a:extLst>
              <a:ext uri="{FF2B5EF4-FFF2-40B4-BE49-F238E27FC236}">
                <a16:creationId xmlns:a16="http://schemas.microsoft.com/office/drawing/2014/main" id="{A46910FF-1B79-78B6-ECC3-2EDFD649911B}"/>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solidFill>
                  <a:schemeClr val="bg1"/>
                </a:solidFill>
              </a:defRPr>
            </a:lvl1pPr>
          </a:lstStyle>
          <a:p>
            <a:r>
              <a:rPr lang="en-GB"/>
              <a:t>00</a:t>
            </a:r>
            <a:endParaRPr lang="en-GR"/>
          </a:p>
        </p:txBody>
      </p:sp>
      <p:sp>
        <p:nvSpPr>
          <p:cNvPr id="3" name="Slide Number Placeholder 4">
            <a:extLst>
              <a:ext uri="{FF2B5EF4-FFF2-40B4-BE49-F238E27FC236}">
                <a16:creationId xmlns:a16="http://schemas.microsoft.com/office/drawing/2014/main" id="{D2346E92-4F99-48D5-CFCE-7A4AB3587176}"/>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27729437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1_Divider">
    <p:bg>
      <p:bgPr>
        <a:solidFill>
          <a:schemeClr val="accent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F1FFD243-2811-A6C9-E5FA-EEBEF2DE21E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15764"/>
          <a:stretch/>
        </p:blipFill>
        <p:spPr>
          <a:xfrm>
            <a:off x="4437168" y="540278"/>
            <a:ext cx="7753212" cy="5807383"/>
          </a:xfrm>
          <a:prstGeom prst="rect">
            <a:avLst/>
          </a:prstGeom>
        </p:spPr>
      </p:pic>
      <p:sp>
        <p:nvSpPr>
          <p:cNvPr id="12" name="Text Placeholder 9">
            <a:extLst>
              <a:ext uri="{FF2B5EF4-FFF2-40B4-BE49-F238E27FC236}">
                <a16:creationId xmlns:a16="http://schemas.microsoft.com/office/drawing/2014/main" id="{6E36DEAC-5E1B-8FE1-B92E-B70A53271657}"/>
              </a:ext>
            </a:extLst>
          </p:cNvPr>
          <p:cNvSpPr>
            <a:spLocks noGrp="1"/>
          </p:cNvSpPr>
          <p:nvPr>
            <p:ph type="body" sz="quarter" idx="16" hasCustomPrompt="1"/>
          </p:nvPr>
        </p:nvSpPr>
        <p:spPr>
          <a:xfrm>
            <a:off x="1703513" y="2592682"/>
            <a:ext cx="4896543" cy="928652"/>
          </a:xfrm>
          <a:prstGeom prst="rect">
            <a:avLst/>
          </a:prstGeom>
        </p:spPr>
        <p:txBody>
          <a:bodyPr wrap="square" lIns="0" anchor="t" anchorCtr="0">
            <a:spAutoFit/>
          </a:bodyPr>
          <a:lstStyle>
            <a:lvl1pPr marL="0" indent="0">
              <a:spcBef>
                <a:spcPts val="0"/>
              </a:spcBef>
              <a:buFontTx/>
              <a:buNone/>
              <a:defRPr sz="6000">
                <a:solidFill>
                  <a:schemeClr val="bg2"/>
                </a:solidFill>
              </a:defRPr>
            </a:lvl1pPr>
          </a:lstStyle>
          <a:p>
            <a:pPr lvl="0"/>
            <a:r>
              <a:rPr lang="en-GB"/>
              <a:t>Divider</a:t>
            </a:r>
            <a:endParaRPr lang="en-GR"/>
          </a:p>
        </p:txBody>
      </p:sp>
      <p:sp>
        <p:nvSpPr>
          <p:cNvPr id="2" name="Text Placeholder 17">
            <a:extLst>
              <a:ext uri="{FF2B5EF4-FFF2-40B4-BE49-F238E27FC236}">
                <a16:creationId xmlns:a16="http://schemas.microsoft.com/office/drawing/2014/main" id="{0C5A9E2F-DFCB-1BFF-27CA-2DA26B4C0813}"/>
              </a:ext>
            </a:extLst>
          </p:cNvPr>
          <p:cNvSpPr>
            <a:spLocks noGrp="1"/>
          </p:cNvSpPr>
          <p:nvPr>
            <p:ph type="body" sz="quarter" idx="14" hasCustomPrompt="1"/>
          </p:nvPr>
        </p:nvSpPr>
        <p:spPr>
          <a:xfrm>
            <a:off x="1703513" y="3429000"/>
            <a:ext cx="4896544" cy="2925000"/>
          </a:xfrm>
          <a:prstGeom prst="rect">
            <a:avLst/>
          </a:prstGeom>
        </p:spPr>
        <p:txBody>
          <a:bodyPr lIns="54000" anchor="t" anchorCtr="0">
            <a:normAutofit/>
          </a:bodyPr>
          <a:lstStyle>
            <a:lvl1pPr marL="0" indent="0">
              <a:buNone/>
              <a:defRPr sz="16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5" name="Title 1">
            <a:extLst>
              <a:ext uri="{FF2B5EF4-FFF2-40B4-BE49-F238E27FC236}">
                <a16:creationId xmlns:a16="http://schemas.microsoft.com/office/drawing/2014/main" id="{A46910FF-1B79-78B6-ECC3-2EDFD649911B}"/>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solidFill>
                  <a:schemeClr val="bg1"/>
                </a:solidFill>
              </a:defRPr>
            </a:lvl1pPr>
          </a:lstStyle>
          <a:p>
            <a:r>
              <a:rPr lang="en-GB"/>
              <a:t>00</a:t>
            </a:r>
            <a:endParaRPr lang="en-GR"/>
          </a:p>
        </p:txBody>
      </p:sp>
      <p:sp>
        <p:nvSpPr>
          <p:cNvPr id="3" name="Slide Number Placeholder 4">
            <a:extLst>
              <a:ext uri="{FF2B5EF4-FFF2-40B4-BE49-F238E27FC236}">
                <a16:creationId xmlns:a16="http://schemas.microsoft.com/office/drawing/2014/main" id="{692A35E0-3A65-977F-952F-06FC4D79CE79}"/>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22107658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2_Divider">
    <p:bg>
      <p:bgPr>
        <a:solidFill>
          <a:schemeClr val="accent1"/>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6E36DEAC-5E1B-8FE1-B92E-B70A53271657}"/>
              </a:ext>
            </a:extLst>
          </p:cNvPr>
          <p:cNvSpPr>
            <a:spLocks noGrp="1"/>
          </p:cNvSpPr>
          <p:nvPr>
            <p:ph type="body" sz="quarter" idx="16" hasCustomPrompt="1"/>
          </p:nvPr>
        </p:nvSpPr>
        <p:spPr>
          <a:xfrm>
            <a:off x="1703513" y="2592682"/>
            <a:ext cx="4896543" cy="928652"/>
          </a:xfrm>
          <a:prstGeom prst="rect">
            <a:avLst/>
          </a:prstGeom>
        </p:spPr>
        <p:txBody>
          <a:bodyPr wrap="square" lIns="0" anchor="t" anchorCtr="0">
            <a:spAutoFit/>
          </a:bodyPr>
          <a:lstStyle>
            <a:lvl1pPr marL="0" indent="0">
              <a:spcBef>
                <a:spcPts val="0"/>
              </a:spcBef>
              <a:buFontTx/>
              <a:buNone/>
              <a:defRPr sz="6000">
                <a:solidFill>
                  <a:schemeClr val="bg2"/>
                </a:solidFill>
              </a:defRPr>
            </a:lvl1pPr>
          </a:lstStyle>
          <a:p>
            <a:pPr lvl="0"/>
            <a:r>
              <a:rPr lang="en-GB"/>
              <a:t>Divider</a:t>
            </a:r>
            <a:endParaRPr lang="en-GR"/>
          </a:p>
        </p:txBody>
      </p:sp>
      <p:sp>
        <p:nvSpPr>
          <p:cNvPr id="2" name="Text Placeholder 17">
            <a:extLst>
              <a:ext uri="{FF2B5EF4-FFF2-40B4-BE49-F238E27FC236}">
                <a16:creationId xmlns:a16="http://schemas.microsoft.com/office/drawing/2014/main" id="{0C5A9E2F-DFCB-1BFF-27CA-2DA26B4C0813}"/>
              </a:ext>
            </a:extLst>
          </p:cNvPr>
          <p:cNvSpPr>
            <a:spLocks noGrp="1"/>
          </p:cNvSpPr>
          <p:nvPr>
            <p:ph type="body" sz="quarter" idx="14" hasCustomPrompt="1"/>
          </p:nvPr>
        </p:nvSpPr>
        <p:spPr>
          <a:xfrm>
            <a:off x="1703513" y="3429000"/>
            <a:ext cx="4896544" cy="2925000"/>
          </a:xfrm>
          <a:prstGeom prst="rect">
            <a:avLst/>
          </a:prstGeom>
        </p:spPr>
        <p:txBody>
          <a:bodyPr lIns="54000" anchor="t" anchorCtr="0">
            <a:normAutofit/>
          </a:bodyPr>
          <a:lstStyle>
            <a:lvl1pPr marL="0" indent="0">
              <a:buNone/>
              <a:defRPr sz="16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5" name="Title 1">
            <a:extLst>
              <a:ext uri="{FF2B5EF4-FFF2-40B4-BE49-F238E27FC236}">
                <a16:creationId xmlns:a16="http://schemas.microsoft.com/office/drawing/2014/main" id="{A46910FF-1B79-78B6-ECC3-2EDFD649911B}"/>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solidFill>
                  <a:schemeClr val="bg1"/>
                </a:solidFill>
              </a:defRPr>
            </a:lvl1pPr>
          </a:lstStyle>
          <a:p>
            <a:r>
              <a:rPr lang="en-GB"/>
              <a:t>00</a:t>
            </a:r>
            <a:endParaRPr lang="en-GR"/>
          </a:p>
        </p:txBody>
      </p:sp>
      <p:sp>
        <p:nvSpPr>
          <p:cNvPr id="6" name="Freeform 5">
            <a:extLst>
              <a:ext uri="{FF2B5EF4-FFF2-40B4-BE49-F238E27FC236}">
                <a16:creationId xmlns:a16="http://schemas.microsoft.com/office/drawing/2014/main" id="{56F87AD5-DE1D-57F8-FA82-6C12AE470C70}"/>
              </a:ext>
            </a:extLst>
          </p:cNvPr>
          <p:cNvSpPr/>
          <p:nvPr userDrawn="1"/>
        </p:nvSpPr>
        <p:spPr>
          <a:xfrm>
            <a:off x="7170479" y="1"/>
            <a:ext cx="3857511" cy="6857999"/>
          </a:xfrm>
          <a:custGeom>
            <a:avLst/>
            <a:gdLst>
              <a:gd name="connsiteX0" fmla="*/ 2571678 w 3857511"/>
              <a:gd name="connsiteY0" fmla="*/ 6000752 h 6857999"/>
              <a:gd name="connsiteX1" fmla="*/ 3857511 w 3857511"/>
              <a:gd name="connsiteY1" fmla="*/ 6000752 h 6857999"/>
              <a:gd name="connsiteX2" fmla="*/ 3857511 w 3857511"/>
              <a:gd name="connsiteY2" fmla="*/ 6051757 h 6857999"/>
              <a:gd name="connsiteX3" fmla="*/ 2620025 w 3857511"/>
              <a:gd name="connsiteY3" fmla="*/ 6857999 h 6857999"/>
              <a:gd name="connsiteX4" fmla="*/ 2571678 w 3857511"/>
              <a:gd name="connsiteY4" fmla="*/ 6857999 h 6857999"/>
              <a:gd name="connsiteX5" fmla="*/ 2523331 w 3857511"/>
              <a:gd name="connsiteY5" fmla="*/ 5143505 h 6857999"/>
              <a:gd name="connsiteX6" fmla="*/ 2571678 w 3857511"/>
              <a:gd name="connsiteY6" fmla="*/ 5143505 h 6857999"/>
              <a:gd name="connsiteX7" fmla="*/ 2571678 w 3857511"/>
              <a:gd name="connsiteY7" fmla="*/ 6000752 h 6857999"/>
              <a:gd name="connsiteX8" fmla="*/ 1285845 w 3857511"/>
              <a:gd name="connsiteY8" fmla="*/ 6000752 h 6857999"/>
              <a:gd name="connsiteX9" fmla="*/ 1285845 w 3857511"/>
              <a:gd name="connsiteY9" fmla="*/ 5949747 h 6857999"/>
              <a:gd name="connsiteX10" fmla="*/ 2523331 w 3857511"/>
              <a:gd name="connsiteY10" fmla="*/ 5143505 h 6857999"/>
              <a:gd name="connsiteX11" fmla="*/ 0 w 3857511"/>
              <a:gd name="connsiteY11" fmla="*/ 3428999 h 6857999"/>
              <a:gd name="connsiteX12" fmla="*/ 48346 w 3857511"/>
              <a:gd name="connsiteY12" fmla="*/ 3428999 h 6857999"/>
              <a:gd name="connsiteX13" fmla="*/ 1285833 w 3857511"/>
              <a:gd name="connsiteY13" fmla="*/ 4235241 h 6857999"/>
              <a:gd name="connsiteX14" fmla="*/ 1285833 w 3857511"/>
              <a:gd name="connsiteY14" fmla="*/ 4286246 h 6857999"/>
              <a:gd name="connsiteX15" fmla="*/ 0 w 3857511"/>
              <a:gd name="connsiteY15" fmla="*/ 4286246 h 6857999"/>
              <a:gd name="connsiteX16" fmla="*/ 1285845 w 3857511"/>
              <a:gd name="connsiteY16" fmla="*/ 2571753 h 6857999"/>
              <a:gd name="connsiteX17" fmla="*/ 2571678 w 3857511"/>
              <a:gd name="connsiteY17" fmla="*/ 2571753 h 6857999"/>
              <a:gd name="connsiteX18" fmla="*/ 2571678 w 3857511"/>
              <a:gd name="connsiteY18" fmla="*/ 3428999 h 6857999"/>
              <a:gd name="connsiteX19" fmla="*/ 2523331 w 3857511"/>
              <a:gd name="connsiteY19" fmla="*/ 3428999 h 6857999"/>
              <a:gd name="connsiteX20" fmla="*/ 1285845 w 3857511"/>
              <a:gd name="connsiteY20" fmla="*/ 2622757 h 6857999"/>
              <a:gd name="connsiteX21" fmla="*/ 2523331 w 3857511"/>
              <a:gd name="connsiteY21" fmla="*/ 0 h 6857999"/>
              <a:gd name="connsiteX22" fmla="*/ 2571678 w 3857511"/>
              <a:gd name="connsiteY22" fmla="*/ 0 h 6857999"/>
              <a:gd name="connsiteX23" fmla="*/ 2571678 w 3857511"/>
              <a:gd name="connsiteY23" fmla="*/ 857246 h 6857999"/>
              <a:gd name="connsiteX24" fmla="*/ 3857511 w 3857511"/>
              <a:gd name="connsiteY24" fmla="*/ 857246 h 6857999"/>
              <a:gd name="connsiteX25" fmla="*/ 3857511 w 3857511"/>
              <a:gd name="connsiteY25" fmla="*/ 908251 h 6857999"/>
              <a:gd name="connsiteX26" fmla="*/ 2626415 w 3857511"/>
              <a:gd name="connsiteY26" fmla="*/ 1632077 h 6857999"/>
              <a:gd name="connsiteX27" fmla="*/ 2620025 w 3857511"/>
              <a:gd name="connsiteY27" fmla="*/ 1714493 h 6857999"/>
              <a:gd name="connsiteX28" fmla="*/ 2626415 w 3857511"/>
              <a:gd name="connsiteY28" fmla="*/ 1796909 h 6857999"/>
              <a:gd name="connsiteX29" fmla="*/ 3857511 w 3857511"/>
              <a:gd name="connsiteY29" fmla="*/ 2520735 h 6857999"/>
              <a:gd name="connsiteX30" fmla="*/ 3857511 w 3857511"/>
              <a:gd name="connsiteY30" fmla="*/ 2571740 h 6857999"/>
              <a:gd name="connsiteX31" fmla="*/ 2571678 w 3857511"/>
              <a:gd name="connsiteY31" fmla="*/ 2571740 h 6857999"/>
              <a:gd name="connsiteX32" fmla="*/ 2571678 w 3857511"/>
              <a:gd name="connsiteY32" fmla="*/ 1714493 h 6857999"/>
              <a:gd name="connsiteX33" fmla="*/ 2571678 w 3857511"/>
              <a:gd name="connsiteY33" fmla="*/ 1714493 h 6857999"/>
              <a:gd name="connsiteX34" fmla="*/ 2571678 w 3857511"/>
              <a:gd name="connsiteY34" fmla="*/ 857247 h 6857999"/>
              <a:gd name="connsiteX35" fmla="*/ 1285845 w 3857511"/>
              <a:gd name="connsiteY35" fmla="*/ 857247 h 6857999"/>
              <a:gd name="connsiteX36" fmla="*/ 1285845 w 3857511"/>
              <a:gd name="connsiteY36" fmla="*/ 806242 h 6857999"/>
              <a:gd name="connsiteX37" fmla="*/ 2523331 w 3857511"/>
              <a:gd name="connsiteY3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57511" h="6857999">
                <a:moveTo>
                  <a:pt x="2571678" y="6000752"/>
                </a:moveTo>
                <a:lnTo>
                  <a:pt x="3857511" y="6000752"/>
                </a:lnTo>
                <a:lnTo>
                  <a:pt x="3857511" y="6051757"/>
                </a:lnTo>
                <a:cubicBezTo>
                  <a:pt x="3174136" y="6051757"/>
                  <a:pt x="2620025" y="6412830"/>
                  <a:pt x="2620025" y="6857999"/>
                </a:cubicBezTo>
                <a:lnTo>
                  <a:pt x="2571678" y="6857999"/>
                </a:lnTo>
                <a:close/>
                <a:moveTo>
                  <a:pt x="2523331" y="5143505"/>
                </a:moveTo>
                <a:lnTo>
                  <a:pt x="2571678" y="5143505"/>
                </a:lnTo>
                <a:lnTo>
                  <a:pt x="2571678" y="6000752"/>
                </a:lnTo>
                <a:lnTo>
                  <a:pt x="1285845" y="6000752"/>
                </a:lnTo>
                <a:lnTo>
                  <a:pt x="1285845" y="5949747"/>
                </a:lnTo>
                <a:cubicBezTo>
                  <a:pt x="1969220" y="5949747"/>
                  <a:pt x="2523331" y="5588675"/>
                  <a:pt x="2523331" y="5143505"/>
                </a:cubicBezTo>
                <a:close/>
                <a:moveTo>
                  <a:pt x="0" y="3428999"/>
                </a:moveTo>
                <a:lnTo>
                  <a:pt x="48346" y="3428999"/>
                </a:lnTo>
                <a:cubicBezTo>
                  <a:pt x="48346" y="3874169"/>
                  <a:pt x="602458" y="4235241"/>
                  <a:pt x="1285833" y="4235241"/>
                </a:cubicBezTo>
                <a:lnTo>
                  <a:pt x="1285833" y="4286246"/>
                </a:lnTo>
                <a:lnTo>
                  <a:pt x="0" y="4286246"/>
                </a:lnTo>
                <a:close/>
                <a:moveTo>
                  <a:pt x="1285845" y="2571753"/>
                </a:moveTo>
                <a:lnTo>
                  <a:pt x="2571678" y="2571753"/>
                </a:lnTo>
                <a:lnTo>
                  <a:pt x="2571678" y="3428999"/>
                </a:lnTo>
                <a:lnTo>
                  <a:pt x="2523331" y="3428999"/>
                </a:lnTo>
                <a:cubicBezTo>
                  <a:pt x="2523331" y="2983830"/>
                  <a:pt x="1969220" y="2622757"/>
                  <a:pt x="1285845" y="2622757"/>
                </a:cubicBezTo>
                <a:close/>
                <a:moveTo>
                  <a:pt x="2523331" y="0"/>
                </a:moveTo>
                <a:lnTo>
                  <a:pt x="2571678" y="0"/>
                </a:lnTo>
                <a:lnTo>
                  <a:pt x="2571678" y="857246"/>
                </a:lnTo>
                <a:lnTo>
                  <a:pt x="3857511" y="857246"/>
                </a:lnTo>
                <a:lnTo>
                  <a:pt x="3857511" y="908251"/>
                </a:lnTo>
                <a:cubicBezTo>
                  <a:pt x="3216847" y="908251"/>
                  <a:pt x="2689794" y="1225600"/>
                  <a:pt x="2626415" y="1632077"/>
                </a:cubicBezTo>
                <a:lnTo>
                  <a:pt x="2620025" y="1714493"/>
                </a:lnTo>
                <a:lnTo>
                  <a:pt x="2626415" y="1796909"/>
                </a:lnTo>
                <a:cubicBezTo>
                  <a:pt x="2689794" y="2203387"/>
                  <a:pt x="3216847" y="2520735"/>
                  <a:pt x="3857511" y="2520735"/>
                </a:cubicBezTo>
                <a:lnTo>
                  <a:pt x="3857511" y="2571740"/>
                </a:lnTo>
                <a:lnTo>
                  <a:pt x="2571678" y="2571740"/>
                </a:lnTo>
                <a:lnTo>
                  <a:pt x="2571678" y="1714493"/>
                </a:lnTo>
                <a:lnTo>
                  <a:pt x="2571678" y="1714493"/>
                </a:lnTo>
                <a:lnTo>
                  <a:pt x="2571678" y="857247"/>
                </a:lnTo>
                <a:lnTo>
                  <a:pt x="1285845" y="857247"/>
                </a:lnTo>
                <a:lnTo>
                  <a:pt x="1285845" y="806242"/>
                </a:lnTo>
                <a:cubicBezTo>
                  <a:pt x="1969220" y="806242"/>
                  <a:pt x="2523331" y="445169"/>
                  <a:pt x="2523331" y="0"/>
                </a:cubicBezTo>
                <a:close/>
              </a:path>
            </a:pathLst>
          </a:custGeom>
          <a:solidFill>
            <a:srgbClr val="5D8D2F"/>
          </a:solidFill>
          <a:ln w="690" cap="flat">
            <a:noFill/>
            <a:prstDash val="solid"/>
            <a:miter/>
          </a:ln>
        </p:spPr>
        <p:txBody>
          <a:bodyPr wrap="square" rtlCol="0" anchor="ctr">
            <a:noAutofit/>
          </a:bodyPr>
          <a:lstStyle/>
          <a:p>
            <a:endParaRPr lang="en-GR" sz="1800"/>
          </a:p>
        </p:txBody>
      </p:sp>
      <p:sp>
        <p:nvSpPr>
          <p:cNvPr id="3" name="Slide Number Placeholder 4">
            <a:extLst>
              <a:ext uri="{FF2B5EF4-FFF2-40B4-BE49-F238E27FC236}">
                <a16:creationId xmlns:a16="http://schemas.microsoft.com/office/drawing/2014/main" id="{ECC28FA9-DB2C-8D60-55AC-A49B2EA0875B}"/>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41266255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Divider">
    <p:spTree>
      <p:nvGrpSpPr>
        <p:cNvPr id="1" name=""/>
        <p:cNvGrpSpPr/>
        <p:nvPr/>
      </p:nvGrpSpPr>
      <p:grpSpPr>
        <a:xfrm>
          <a:off x="0" y="0"/>
          <a:ext cx="0" cy="0"/>
          <a:chOff x="0" y="0"/>
          <a:chExt cx="0" cy="0"/>
        </a:xfrm>
      </p:grpSpPr>
      <p:pic>
        <p:nvPicPr>
          <p:cNvPr id="22" name="Graphic 21">
            <a:extLst>
              <a:ext uri="{FF2B5EF4-FFF2-40B4-BE49-F238E27FC236}">
                <a16:creationId xmlns:a16="http://schemas.microsoft.com/office/drawing/2014/main" id="{FDDDCF00-034F-60C8-DE09-5B191FE414E1}"/>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16311"/>
          <a:stretch/>
        </p:blipFill>
        <p:spPr>
          <a:xfrm>
            <a:off x="5415431" y="812699"/>
            <a:ext cx="6776570" cy="5138716"/>
          </a:xfrm>
          <a:prstGeom prst="rect">
            <a:avLst/>
          </a:prstGeom>
        </p:spPr>
      </p:pic>
      <p:sp>
        <p:nvSpPr>
          <p:cNvPr id="9" name="Title 1">
            <a:extLst>
              <a:ext uri="{FF2B5EF4-FFF2-40B4-BE49-F238E27FC236}">
                <a16:creationId xmlns:a16="http://schemas.microsoft.com/office/drawing/2014/main" id="{8255065A-235B-1979-4792-345E7DA079FC}"/>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lvl1pPr>
          </a:lstStyle>
          <a:p>
            <a:r>
              <a:rPr lang="en-GB"/>
              <a:t>00</a:t>
            </a:r>
            <a:endParaRPr lang="en-GR"/>
          </a:p>
        </p:txBody>
      </p:sp>
      <p:sp>
        <p:nvSpPr>
          <p:cNvPr id="11" name="Text Placeholder 17">
            <a:extLst>
              <a:ext uri="{FF2B5EF4-FFF2-40B4-BE49-F238E27FC236}">
                <a16:creationId xmlns:a16="http://schemas.microsoft.com/office/drawing/2014/main" id="{2E370251-0F9B-5CED-4E6F-17AD4D22E311}"/>
              </a:ext>
            </a:extLst>
          </p:cNvPr>
          <p:cNvSpPr>
            <a:spLocks noGrp="1"/>
          </p:cNvSpPr>
          <p:nvPr>
            <p:ph type="body" sz="quarter" idx="14" hasCustomPrompt="1"/>
          </p:nvPr>
        </p:nvSpPr>
        <p:spPr>
          <a:xfrm>
            <a:off x="1703513" y="3429000"/>
            <a:ext cx="4896544" cy="2880400"/>
          </a:xfrm>
          <a:prstGeom prst="rect">
            <a:avLst/>
          </a:prstGeom>
        </p:spPr>
        <p:txBody>
          <a:bodyPr lIns="54000" anchor="t" anchorCtr="0">
            <a:normAutofit/>
          </a:bodyPr>
          <a:lstStyle>
            <a:lvl1pPr marL="0" indent="0">
              <a:buNone/>
              <a:defRPr sz="16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12" name="Text Placeholder 9">
            <a:extLst>
              <a:ext uri="{FF2B5EF4-FFF2-40B4-BE49-F238E27FC236}">
                <a16:creationId xmlns:a16="http://schemas.microsoft.com/office/drawing/2014/main" id="{0A44833F-8E1D-EC61-7AC4-0EF3BFB89CB6}"/>
              </a:ext>
            </a:extLst>
          </p:cNvPr>
          <p:cNvSpPr>
            <a:spLocks noGrp="1"/>
          </p:cNvSpPr>
          <p:nvPr>
            <p:ph type="body" sz="quarter" idx="16" hasCustomPrompt="1"/>
          </p:nvPr>
        </p:nvSpPr>
        <p:spPr>
          <a:xfrm>
            <a:off x="1703513" y="2592682"/>
            <a:ext cx="4896543" cy="928652"/>
          </a:xfrm>
          <a:prstGeom prst="rect">
            <a:avLst/>
          </a:prstGeom>
        </p:spPr>
        <p:txBody>
          <a:bodyPr lIns="0" anchor="t" anchorCtr="0">
            <a:spAutoFit/>
          </a:bodyPr>
          <a:lstStyle>
            <a:lvl1pPr marL="0" indent="0">
              <a:spcBef>
                <a:spcPts val="0"/>
              </a:spcBef>
              <a:buFontTx/>
              <a:buNone/>
              <a:defRPr sz="6000">
                <a:solidFill>
                  <a:schemeClr val="accent1"/>
                </a:solidFill>
              </a:defRPr>
            </a:lvl1pPr>
          </a:lstStyle>
          <a:p>
            <a:pPr lvl="0"/>
            <a:r>
              <a:rPr lang="en-GB"/>
              <a:t>Divider</a:t>
            </a:r>
            <a:endParaRPr lang="en-GR"/>
          </a:p>
        </p:txBody>
      </p:sp>
      <p:sp>
        <p:nvSpPr>
          <p:cNvPr id="2" name="Slide Number Placeholder 4">
            <a:extLst>
              <a:ext uri="{FF2B5EF4-FFF2-40B4-BE49-F238E27FC236}">
                <a16:creationId xmlns:a16="http://schemas.microsoft.com/office/drawing/2014/main" id="{0D015D59-28D8-38C6-B8BB-47AC5D34EE33}"/>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accent6"/>
                </a:solidFill>
              </a:defRPr>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1485740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_Divider">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0A44833F-8E1D-EC61-7AC4-0EF3BFB89CB6}"/>
              </a:ext>
            </a:extLst>
          </p:cNvPr>
          <p:cNvSpPr>
            <a:spLocks noGrp="1"/>
          </p:cNvSpPr>
          <p:nvPr>
            <p:ph type="body" sz="quarter" idx="16" hasCustomPrompt="1"/>
          </p:nvPr>
        </p:nvSpPr>
        <p:spPr>
          <a:xfrm>
            <a:off x="1703513" y="2592682"/>
            <a:ext cx="4896543" cy="928652"/>
          </a:xfrm>
          <a:prstGeom prst="rect">
            <a:avLst/>
          </a:prstGeom>
        </p:spPr>
        <p:txBody>
          <a:bodyPr lIns="0" anchor="t" anchorCtr="0">
            <a:spAutoFit/>
          </a:bodyPr>
          <a:lstStyle>
            <a:lvl1pPr marL="0" indent="0">
              <a:spcBef>
                <a:spcPts val="0"/>
              </a:spcBef>
              <a:buFontTx/>
              <a:buNone/>
              <a:defRPr sz="6000">
                <a:solidFill>
                  <a:schemeClr val="accent1"/>
                </a:solidFill>
              </a:defRPr>
            </a:lvl1pPr>
          </a:lstStyle>
          <a:p>
            <a:pPr lvl="0"/>
            <a:r>
              <a:rPr lang="en-GB"/>
              <a:t>Divider</a:t>
            </a:r>
            <a:endParaRPr lang="en-GR"/>
          </a:p>
        </p:txBody>
      </p:sp>
      <p:sp>
        <p:nvSpPr>
          <p:cNvPr id="2" name="Freeform 1">
            <a:extLst>
              <a:ext uri="{FF2B5EF4-FFF2-40B4-BE49-F238E27FC236}">
                <a16:creationId xmlns:a16="http://schemas.microsoft.com/office/drawing/2014/main" id="{D22E8FF5-F680-4233-E562-B9A6CFB2560A}"/>
              </a:ext>
            </a:extLst>
          </p:cNvPr>
          <p:cNvSpPr/>
          <p:nvPr userDrawn="1"/>
        </p:nvSpPr>
        <p:spPr>
          <a:xfrm rot="10800000">
            <a:off x="7711108" y="1259904"/>
            <a:ext cx="3443225" cy="4353497"/>
          </a:xfrm>
          <a:custGeom>
            <a:avLst/>
            <a:gdLst>
              <a:gd name="connsiteX0" fmla="*/ 54209 w 1328758"/>
              <a:gd name="connsiteY0" fmla="*/ 840018 h 1680036"/>
              <a:gd name="connsiteX1" fmla="*/ 1328759 w 1328758"/>
              <a:gd name="connsiteY1" fmla="*/ 60996 h 1680036"/>
              <a:gd name="connsiteX2" fmla="*/ 1328759 w 1328758"/>
              <a:gd name="connsiteY2" fmla="*/ 0 h 1680036"/>
              <a:gd name="connsiteX3" fmla="*/ 0 w 1328758"/>
              <a:gd name="connsiteY3" fmla="*/ 0 h 1680036"/>
              <a:gd name="connsiteX4" fmla="*/ 0 w 1328758"/>
              <a:gd name="connsiteY4" fmla="*/ 1680037 h 1680036"/>
              <a:gd name="connsiteX5" fmla="*/ 1328759 w 1328758"/>
              <a:gd name="connsiteY5" fmla="*/ 1680037 h 1680036"/>
              <a:gd name="connsiteX6" fmla="*/ 1328759 w 1328758"/>
              <a:gd name="connsiteY6" fmla="*/ 1619040 h 1680036"/>
              <a:gd name="connsiteX7" fmla="*/ 54209 w 1328758"/>
              <a:gd name="connsiteY7" fmla="*/ 840018 h 1680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8758" h="1680036">
                <a:moveTo>
                  <a:pt x="54209" y="840018"/>
                </a:moveTo>
                <a:cubicBezTo>
                  <a:pt x="54209" y="409881"/>
                  <a:pt x="624873" y="60996"/>
                  <a:pt x="1328759" y="60996"/>
                </a:cubicBezTo>
                <a:lnTo>
                  <a:pt x="1328759" y="0"/>
                </a:lnTo>
                <a:lnTo>
                  <a:pt x="0" y="0"/>
                </a:lnTo>
                <a:lnTo>
                  <a:pt x="0" y="1680037"/>
                </a:lnTo>
                <a:lnTo>
                  <a:pt x="1328759" y="1680037"/>
                </a:lnTo>
                <a:lnTo>
                  <a:pt x="1328759" y="1619040"/>
                </a:lnTo>
                <a:cubicBezTo>
                  <a:pt x="624873" y="1619040"/>
                  <a:pt x="54209" y="1270156"/>
                  <a:pt x="54209" y="840018"/>
                </a:cubicBezTo>
                <a:close/>
              </a:path>
            </a:pathLst>
          </a:custGeom>
          <a:solidFill>
            <a:srgbClr val="F5F9F6"/>
          </a:solidFill>
          <a:ln w="0" cap="flat">
            <a:noFill/>
            <a:prstDash val="solid"/>
            <a:miter/>
          </a:ln>
        </p:spPr>
        <p:txBody>
          <a:bodyPr rtlCol="0" anchor="ctr"/>
          <a:lstStyle/>
          <a:p>
            <a:endParaRPr lang="en-GR" sz="1800"/>
          </a:p>
        </p:txBody>
      </p:sp>
      <p:sp>
        <p:nvSpPr>
          <p:cNvPr id="3" name="Text Placeholder 17">
            <a:extLst>
              <a:ext uri="{FF2B5EF4-FFF2-40B4-BE49-F238E27FC236}">
                <a16:creationId xmlns:a16="http://schemas.microsoft.com/office/drawing/2014/main" id="{622F1DA6-6146-1C90-CC05-DF30C648346B}"/>
              </a:ext>
            </a:extLst>
          </p:cNvPr>
          <p:cNvSpPr>
            <a:spLocks noGrp="1"/>
          </p:cNvSpPr>
          <p:nvPr>
            <p:ph type="body" sz="quarter" idx="14" hasCustomPrompt="1"/>
          </p:nvPr>
        </p:nvSpPr>
        <p:spPr>
          <a:xfrm>
            <a:off x="1703513" y="3429000"/>
            <a:ext cx="4896544" cy="2880400"/>
          </a:xfrm>
          <a:prstGeom prst="rect">
            <a:avLst/>
          </a:prstGeom>
        </p:spPr>
        <p:txBody>
          <a:bodyPr lIns="54000" anchor="t" anchorCtr="0">
            <a:normAutofit/>
          </a:bodyPr>
          <a:lstStyle>
            <a:lvl1pPr marL="0" indent="0">
              <a:buNone/>
              <a:defRPr sz="16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4" name="Title 1">
            <a:extLst>
              <a:ext uri="{FF2B5EF4-FFF2-40B4-BE49-F238E27FC236}">
                <a16:creationId xmlns:a16="http://schemas.microsoft.com/office/drawing/2014/main" id="{11EF60F8-B124-532D-B795-2374E0BCAB92}"/>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lvl1pPr>
          </a:lstStyle>
          <a:p>
            <a:r>
              <a:rPr lang="en-GB"/>
              <a:t>00</a:t>
            </a:r>
            <a:endParaRPr lang="en-GR"/>
          </a:p>
        </p:txBody>
      </p:sp>
      <p:sp>
        <p:nvSpPr>
          <p:cNvPr id="5" name="Slide Number Placeholder 4">
            <a:extLst>
              <a:ext uri="{FF2B5EF4-FFF2-40B4-BE49-F238E27FC236}">
                <a16:creationId xmlns:a16="http://schemas.microsoft.com/office/drawing/2014/main" id="{CE656B22-14DF-E958-BBD3-C46A97765724}"/>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accent6"/>
                </a:solidFill>
              </a:defRPr>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57028250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3_Divider">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0A44833F-8E1D-EC61-7AC4-0EF3BFB89CB6}"/>
              </a:ext>
            </a:extLst>
          </p:cNvPr>
          <p:cNvSpPr>
            <a:spLocks noGrp="1"/>
          </p:cNvSpPr>
          <p:nvPr>
            <p:ph type="body" sz="quarter" idx="16" hasCustomPrompt="1"/>
          </p:nvPr>
        </p:nvSpPr>
        <p:spPr>
          <a:xfrm>
            <a:off x="1703513" y="2592682"/>
            <a:ext cx="4896543" cy="928652"/>
          </a:xfrm>
          <a:prstGeom prst="rect">
            <a:avLst/>
          </a:prstGeom>
        </p:spPr>
        <p:txBody>
          <a:bodyPr lIns="0" anchor="t" anchorCtr="0">
            <a:spAutoFit/>
          </a:bodyPr>
          <a:lstStyle>
            <a:lvl1pPr marL="0" indent="0">
              <a:spcBef>
                <a:spcPts val="0"/>
              </a:spcBef>
              <a:buFontTx/>
              <a:buNone/>
              <a:defRPr sz="6000">
                <a:solidFill>
                  <a:schemeClr val="accent1"/>
                </a:solidFill>
              </a:defRPr>
            </a:lvl1pPr>
          </a:lstStyle>
          <a:p>
            <a:pPr lvl="0"/>
            <a:r>
              <a:rPr lang="en-GB"/>
              <a:t>Divider</a:t>
            </a:r>
            <a:endParaRPr lang="en-GR"/>
          </a:p>
        </p:txBody>
      </p:sp>
      <p:sp>
        <p:nvSpPr>
          <p:cNvPr id="19" name="Freeform 18">
            <a:extLst>
              <a:ext uri="{FF2B5EF4-FFF2-40B4-BE49-F238E27FC236}">
                <a16:creationId xmlns:a16="http://schemas.microsoft.com/office/drawing/2014/main" id="{F0521B8E-43B0-035A-6CFA-D3EBDE8A530B}"/>
              </a:ext>
            </a:extLst>
          </p:cNvPr>
          <p:cNvSpPr/>
          <p:nvPr/>
        </p:nvSpPr>
        <p:spPr>
          <a:xfrm>
            <a:off x="5421289" y="-7"/>
            <a:ext cx="6762980" cy="6857998"/>
          </a:xfrm>
          <a:custGeom>
            <a:avLst/>
            <a:gdLst>
              <a:gd name="connsiteX0" fmla="*/ 4001986 w 6762980"/>
              <a:gd name="connsiteY0" fmla="*/ 5143499 h 6857998"/>
              <a:gd name="connsiteX1" fmla="*/ 4001986 w 6762980"/>
              <a:gd name="connsiteY1" fmla="*/ 5147670 h 6857998"/>
              <a:gd name="connsiteX2" fmla="*/ 4060287 w 6762980"/>
              <a:gd name="connsiteY2" fmla="*/ 5147670 h 6857998"/>
              <a:gd name="connsiteX3" fmla="*/ 4060287 w 6762980"/>
              <a:gd name="connsiteY3" fmla="*/ 5998663 h 6857998"/>
              <a:gd name="connsiteX4" fmla="*/ 5405385 w 6762980"/>
              <a:gd name="connsiteY4" fmla="*/ 5998663 h 6857998"/>
              <a:gd name="connsiteX5" fmla="*/ 5405385 w 6762980"/>
              <a:gd name="connsiteY5" fmla="*/ 6061237 h 6857998"/>
              <a:gd name="connsiteX6" fmla="*/ 4110257 w 6762980"/>
              <a:gd name="connsiteY6" fmla="*/ 6857998 h 6857998"/>
              <a:gd name="connsiteX7" fmla="*/ 4110257 w 6762980"/>
              <a:gd name="connsiteY7" fmla="*/ 6853827 h 6857998"/>
              <a:gd name="connsiteX8" fmla="*/ 4051956 w 6762980"/>
              <a:gd name="connsiteY8" fmla="*/ 6853827 h 6857998"/>
              <a:gd name="connsiteX9" fmla="*/ 4051956 w 6762980"/>
              <a:gd name="connsiteY9" fmla="*/ 6002834 h 6857998"/>
              <a:gd name="connsiteX10" fmla="*/ 2706858 w 6762980"/>
              <a:gd name="connsiteY10" fmla="*/ 6002834 h 6857998"/>
              <a:gd name="connsiteX11" fmla="*/ 2706858 w 6762980"/>
              <a:gd name="connsiteY11" fmla="*/ 5940260 h 6857998"/>
              <a:gd name="connsiteX12" fmla="*/ 4001986 w 6762980"/>
              <a:gd name="connsiteY12" fmla="*/ 5143499 h 6857998"/>
              <a:gd name="connsiteX13" fmla="*/ 4051956 w 6762980"/>
              <a:gd name="connsiteY13" fmla="*/ 3428997 h 6857998"/>
              <a:gd name="connsiteX14" fmla="*/ 4110257 w 6762980"/>
              <a:gd name="connsiteY14" fmla="*/ 3428997 h 6857998"/>
              <a:gd name="connsiteX15" fmla="*/ 5405385 w 6762980"/>
              <a:gd name="connsiteY15" fmla="*/ 4225761 h 6857998"/>
              <a:gd name="connsiteX16" fmla="*/ 5405385 w 6762980"/>
              <a:gd name="connsiteY16" fmla="*/ 4288332 h 6857998"/>
              <a:gd name="connsiteX17" fmla="*/ 4060287 w 6762980"/>
              <a:gd name="connsiteY17" fmla="*/ 4288332 h 6857998"/>
              <a:gd name="connsiteX18" fmla="*/ 4060287 w 6762980"/>
              <a:gd name="connsiteY18" fmla="*/ 5143496 h 6857998"/>
              <a:gd name="connsiteX19" fmla="*/ 4001986 w 6762980"/>
              <a:gd name="connsiteY19" fmla="*/ 5143496 h 6857998"/>
              <a:gd name="connsiteX20" fmla="*/ 2706858 w 6762980"/>
              <a:gd name="connsiteY20" fmla="*/ 4346735 h 6857998"/>
              <a:gd name="connsiteX21" fmla="*/ 2706858 w 6762980"/>
              <a:gd name="connsiteY21" fmla="*/ 4284161 h 6857998"/>
              <a:gd name="connsiteX22" fmla="*/ 4051956 w 6762980"/>
              <a:gd name="connsiteY22" fmla="*/ 4284161 h 6857998"/>
              <a:gd name="connsiteX23" fmla="*/ 5409551 w 6762980"/>
              <a:gd name="connsiteY23" fmla="*/ 2569662 h 6857998"/>
              <a:gd name="connsiteX24" fmla="*/ 6762980 w 6762980"/>
              <a:gd name="connsiteY24" fmla="*/ 2569662 h 6857998"/>
              <a:gd name="connsiteX25" fmla="*/ 6762980 w 6762980"/>
              <a:gd name="connsiteY25" fmla="*/ 3428997 h 6857998"/>
              <a:gd name="connsiteX26" fmla="*/ 6762980 w 6762980"/>
              <a:gd name="connsiteY26" fmla="*/ 4288332 h 6857998"/>
              <a:gd name="connsiteX27" fmla="*/ 5409551 w 6762980"/>
              <a:gd name="connsiteY27" fmla="*/ 4288332 h 6857998"/>
              <a:gd name="connsiteX28" fmla="*/ 5409551 w 6762980"/>
              <a:gd name="connsiteY28" fmla="*/ 4225761 h 6857998"/>
              <a:gd name="connsiteX29" fmla="*/ 6704680 w 6762980"/>
              <a:gd name="connsiteY29" fmla="*/ 3428997 h 6857998"/>
              <a:gd name="connsiteX30" fmla="*/ 5409551 w 6762980"/>
              <a:gd name="connsiteY30" fmla="*/ 2632237 h 6857998"/>
              <a:gd name="connsiteX31" fmla="*/ 1295128 w 6762980"/>
              <a:gd name="connsiteY31" fmla="*/ 1714499 h 6857998"/>
              <a:gd name="connsiteX32" fmla="*/ 1353429 w 6762980"/>
              <a:gd name="connsiteY32" fmla="*/ 1714499 h 6857998"/>
              <a:gd name="connsiteX33" fmla="*/ 1353429 w 6762980"/>
              <a:gd name="connsiteY33" fmla="*/ 2569662 h 6857998"/>
              <a:gd name="connsiteX34" fmla="*/ 2702693 w 6762980"/>
              <a:gd name="connsiteY34" fmla="*/ 2569662 h 6857998"/>
              <a:gd name="connsiteX35" fmla="*/ 2702693 w 6762980"/>
              <a:gd name="connsiteY35" fmla="*/ 2632237 h 6857998"/>
              <a:gd name="connsiteX36" fmla="*/ 1407564 w 6762980"/>
              <a:gd name="connsiteY36" fmla="*/ 3428997 h 6857998"/>
              <a:gd name="connsiteX37" fmla="*/ 1349264 w 6762980"/>
              <a:gd name="connsiteY37" fmla="*/ 3428997 h 6857998"/>
              <a:gd name="connsiteX38" fmla="*/ 1349264 w 6762980"/>
              <a:gd name="connsiteY38" fmla="*/ 2573833 h 6857998"/>
              <a:gd name="connsiteX39" fmla="*/ 0 w 6762980"/>
              <a:gd name="connsiteY39" fmla="*/ 2573833 h 6857998"/>
              <a:gd name="connsiteX40" fmla="*/ 0 w 6762980"/>
              <a:gd name="connsiteY40" fmla="*/ 2511262 h 6857998"/>
              <a:gd name="connsiteX41" fmla="*/ 1295128 w 6762980"/>
              <a:gd name="connsiteY41" fmla="*/ 1714499 h 6857998"/>
              <a:gd name="connsiteX42" fmla="*/ 4001986 w 6762980"/>
              <a:gd name="connsiteY42" fmla="*/ 0 h 6857998"/>
              <a:gd name="connsiteX43" fmla="*/ 4060287 w 6762980"/>
              <a:gd name="connsiteY43" fmla="*/ 0 h 6857998"/>
              <a:gd name="connsiteX44" fmla="*/ 4060287 w 6762980"/>
              <a:gd name="connsiteY44" fmla="*/ 859335 h 6857998"/>
              <a:gd name="connsiteX45" fmla="*/ 2706858 w 6762980"/>
              <a:gd name="connsiteY45" fmla="*/ 859335 h 6857998"/>
              <a:gd name="connsiteX46" fmla="*/ 2706858 w 6762980"/>
              <a:gd name="connsiteY46" fmla="*/ 796763 h 6857998"/>
              <a:gd name="connsiteX47" fmla="*/ 4001986 w 6762980"/>
              <a:gd name="connsiteY47"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762980" h="6857998">
                <a:moveTo>
                  <a:pt x="4001986" y="5143499"/>
                </a:moveTo>
                <a:lnTo>
                  <a:pt x="4001986" y="5147670"/>
                </a:lnTo>
                <a:lnTo>
                  <a:pt x="4060287" y="5147670"/>
                </a:lnTo>
                <a:lnTo>
                  <a:pt x="4060287" y="5998663"/>
                </a:lnTo>
                <a:lnTo>
                  <a:pt x="5405385" y="5998663"/>
                </a:lnTo>
                <a:lnTo>
                  <a:pt x="5405385" y="6061237"/>
                </a:lnTo>
                <a:cubicBezTo>
                  <a:pt x="4689109" y="6061237"/>
                  <a:pt x="4110257" y="6419987"/>
                  <a:pt x="4110257" y="6857998"/>
                </a:cubicBezTo>
                <a:lnTo>
                  <a:pt x="4110257" y="6853827"/>
                </a:lnTo>
                <a:lnTo>
                  <a:pt x="4051956" y="6853827"/>
                </a:lnTo>
                <a:lnTo>
                  <a:pt x="4051956" y="6002834"/>
                </a:lnTo>
                <a:lnTo>
                  <a:pt x="2706858" y="6002834"/>
                </a:lnTo>
                <a:lnTo>
                  <a:pt x="2706858" y="5940260"/>
                </a:lnTo>
                <a:cubicBezTo>
                  <a:pt x="3423134" y="5940260"/>
                  <a:pt x="4001986" y="5581510"/>
                  <a:pt x="4001986" y="5143499"/>
                </a:cubicBezTo>
                <a:close/>
                <a:moveTo>
                  <a:pt x="4051956" y="3428997"/>
                </a:moveTo>
                <a:lnTo>
                  <a:pt x="4110257" y="3428997"/>
                </a:lnTo>
                <a:cubicBezTo>
                  <a:pt x="4110257" y="3867008"/>
                  <a:pt x="4689109" y="4225761"/>
                  <a:pt x="5405385" y="4225761"/>
                </a:cubicBezTo>
                <a:lnTo>
                  <a:pt x="5405385" y="4288332"/>
                </a:lnTo>
                <a:lnTo>
                  <a:pt x="4060287" y="4288332"/>
                </a:lnTo>
                <a:lnTo>
                  <a:pt x="4060287" y="5143496"/>
                </a:lnTo>
                <a:lnTo>
                  <a:pt x="4001986" y="5143496"/>
                </a:lnTo>
                <a:cubicBezTo>
                  <a:pt x="4001986" y="4705485"/>
                  <a:pt x="3423134" y="4346735"/>
                  <a:pt x="2706858" y="4346735"/>
                </a:cubicBezTo>
                <a:lnTo>
                  <a:pt x="2706858" y="4284161"/>
                </a:lnTo>
                <a:lnTo>
                  <a:pt x="4051956" y="4284161"/>
                </a:lnTo>
                <a:close/>
                <a:moveTo>
                  <a:pt x="5409551" y="2569662"/>
                </a:moveTo>
                <a:lnTo>
                  <a:pt x="6762980" y="2569662"/>
                </a:lnTo>
                <a:lnTo>
                  <a:pt x="6762980" y="3428997"/>
                </a:lnTo>
                <a:lnTo>
                  <a:pt x="6762980" y="4288332"/>
                </a:lnTo>
                <a:lnTo>
                  <a:pt x="5409551" y="4288332"/>
                </a:lnTo>
                <a:lnTo>
                  <a:pt x="5409551" y="4225761"/>
                </a:lnTo>
                <a:cubicBezTo>
                  <a:pt x="6125827" y="4225761"/>
                  <a:pt x="6704680" y="3867008"/>
                  <a:pt x="6704680" y="3428997"/>
                </a:cubicBezTo>
                <a:cubicBezTo>
                  <a:pt x="6704680" y="2990986"/>
                  <a:pt x="6125827" y="2632237"/>
                  <a:pt x="5409551" y="2632237"/>
                </a:cubicBezTo>
                <a:close/>
                <a:moveTo>
                  <a:pt x="1295128" y="1714499"/>
                </a:moveTo>
                <a:lnTo>
                  <a:pt x="1353429" y="1714499"/>
                </a:lnTo>
                <a:lnTo>
                  <a:pt x="1353429" y="2569662"/>
                </a:lnTo>
                <a:lnTo>
                  <a:pt x="2702693" y="2569662"/>
                </a:lnTo>
                <a:lnTo>
                  <a:pt x="2702693" y="2632237"/>
                </a:lnTo>
                <a:cubicBezTo>
                  <a:pt x="1986417" y="2632237"/>
                  <a:pt x="1407564" y="2990986"/>
                  <a:pt x="1407564" y="3428997"/>
                </a:cubicBezTo>
                <a:lnTo>
                  <a:pt x="1349264" y="3428997"/>
                </a:lnTo>
                <a:lnTo>
                  <a:pt x="1349264" y="2573833"/>
                </a:lnTo>
                <a:lnTo>
                  <a:pt x="0" y="2573833"/>
                </a:lnTo>
                <a:lnTo>
                  <a:pt x="0" y="2511262"/>
                </a:lnTo>
                <a:cubicBezTo>
                  <a:pt x="716276" y="2511262"/>
                  <a:pt x="1295128" y="2152509"/>
                  <a:pt x="1295128" y="1714499"/>
                </a:cubicBezTo>
                <a:close/>
                <a:moveTo>
                  <a:pt x="4001986" y="0"/>
                </a:moveTo>
                <a:lnTo>
                  <a:pt x="4060287" y="0"/>
                </a:lnTo>
                <a:lnTo>
                  <a:pt x="4060287" y="859335"/>
                </a:lnTo>
                <a:lnTo>
                  <a:pt x="2706858" y="859335"/>
                </a:lnTo>
                <a:lnTo>
                  <a:pt x="2706858" y="796763"/>
                </a:lnTo>
                <a:cubicBezTo>
                  <a:pt x="3423134" y="796763"/>
                  <a:pt x="4001986" y="438011"/>
                  <a:pt x="4001986" y="0"/>
                </a:cubicBezTo>
                <a:close/>
              </a:path>
            </a:pathLst>
          </a:custGeom>
          <a:solidFill>
            <a:srgbClr val="F5F9F6"/>
          </a:solidFill>
          <a:ln w="16168" cap="flat">
            <a:noFill/>
            <a:prstDash val="solid"/>
            <a:miter/>
          </a:ln>
        </p:spPr>
        <p:txBody>
          <a:bodyPr wrap="square" rtlCol="0" anchor="ctr">
            <a:noAutofit/>
          </a:bodyPr>
          <a:lstStyle/>
          <a:p>
            <a:endParaRPr lang="en-GR" sz="1800"/>
          </a:p>
        </p:txBody>
      </p:sp>
      <p:sp>
        <p:nvSpPr>
          <p:cNvPr id="18" name="Text Placeholder 17">
            <a:extLst>
              <a:ext uri="{FF2B5EF4-FFF2-40B4-BE49-F238E27FC236}">
                <a16:creationId xmlns:a16="http://schemas.microsoft.com/office/drawing/2014/main" id="{82916A25-D12E-B41A-6EB4-C664A512F475}"/>
              </a:ext>
            </a:extLst>
          </p:cNvPr>
          <p:cNvSpPr>
            <a:spLocks noGrp="1"/>
          </p:cNvSpPr>
          <p:nvPr userDrawn="1">
            <p:ph type="body" sz="quarter" idx="14" hasCustomPrompt="1"/>
          </p:nvPr>
        </p:nvSpPr>
        <p:spPr>
          <a:xfrm>
            <a:off x="1703513" y="3429000"/>
            <a:ext cx="4896544" cy="2880400"/>
          </a:xfrm>
          <a:prstGeom prst="rect">
            <a:avLst/>
          </a:prstGeom>
        </p:spPr>
        <p:txBody>
          <a:bodyPr lIns="54000" anchor="t" anchorCtr="0">
            <a:normAutofit/>
          </a:bodyPr>
          <a:lstStyle>
            <a:lvl1pPr marL="0" indent="0">
              <a:buNone/>
              <a:defRPr sz="16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2" name="Title 1">
            <a:extLst>
              <a:ext uri="{FF2B5EF4-FFF2-40B4-BE49-F238E27FC236}">
                <a16:creationId xmlns:a16="http://schemas.microsoft.com/office/drawing/2014/main" id="{B6C68DE0-A2F5-427B-6B38-E87C68668F3C}"/>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lvl1pPr>
          </a:lstStyle>
          <a:p>
            <a:r>
              <a:rPr lang="en-GB"/>
              <a:t>00</a:t>
            </a:r>
            <a:endParaRPr lang="en-GR"/>
          </a:p>
        </p:txBody>
      </p:sp>
      <p:sp>
        <p:nvSpPr>
          <p:cNvPr id="3" name="Slide Number Placeholder 4">
            <a:extLst>
              <a:ext uri="{FF2B5EF4-FFF2-40B4-BE49-F238E27FC236}">
                <a16:creationId xmlns:a16="http://schemas.microsoft.com/office/drawing/2014/main" id="{4538F9B6-54C3-0E5B-6C62-76152F9BC93D}"/>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accent6"/>
                </a:solidFill>
              </a:defRPr>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335232929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4_Divider">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0A44833F-8E1D-EC61-7AC4-0EF3BFB89CB6}"/>
              </a:ext>
            </a:extLst>
          </p:cNvPr>
          <p:cNvSpPr>
            <a:spLocks noGrp="1"/>
          </p:cNvSpPr>
          <p:nvPr>
            <p:ph type="body" sz="quarter" idx="16" hasCustomPrompt="1"/>
          </p:nvPr>
        </p:nvSpPr>
        <p:spPr>
          <a:xfrm>
            <a:off x="1703513" y="2592682"/>
            <a:ext cx="4896543" cy="928652"/>
          </a:xfrm>
          <a:prstGeom prst="rect">
            <a:avLst/>
          </a:prstGeom>
        </p:spPr>
        <p:txBody>
          <a:bodyPr lIns="0" anchor="t" anchorCtr="0">
            <a:spAutoFit/>
          </a:bodyPr>
          <a:lstStyle>
            <a:lvl1pPr marL="0" indent="0">
              <a:spcBef>
                <a:spcPts val="0"/>
              </a:spcBef>
              <a:buFontTx/>
              <a:buNone/>
              <a:defRPr sz="6000">
                <a:solidFill>
                  <a:schemeClr val="accent1"/>
                </a:solidFill>
              </a:defRPr>
            </a:lvl1pPr>
          </a:lstStyle>
          <a:p>
            <a:pPr lvl="0"/>
            <a:r>
              <a:rPr lang="en-GB"/>
              <a:t>Divider</a:t>
            </a:r>
            <a:endParaRPr lang="en-GR"/>
          </a:p>
        </p:txBody>
      </p:sp>
      <p:sp>
        <p:nvSpPr>
          <p:cNvPr id="16" name="Text Placeholder 17">
            <a:extLst>
              <a:ext uri="{FF2B5EF4-FFF2-40B4-BE49-F238E27FC236}">
                <a16:creationId xmlns:a16="http://schemas.microsoft.com/office/drawing/2014/main" id="{39CE679F-033C-6A17-93F9-13DB87746924}"/>
              </a:ext>
            </a:extLst>
          </p:cNvPr>
          <p:cNvSpPr>
            <a:spLocks noGrp="1"/>
          </p:cNvSpPr>
          <p:nvPr>
            <p:ph type="body" sz="quarter" idx="14" hasCustomPrompt="1"/>
          </p:nvPr>
        </p:nvSpPr>
        <p:spPr>
          <a:xfrm>
            <a:off x="1703513" y="3429000"/>
            <a:ext cx="4896544" cy="2880400"/>
          </a:xfrm>
          <a:prstGeom prst="rect">
            <a:avLst/>
          </a:prstGeom>
        </p:spPr>
        <p:txBody>
          <a:bodyPr lIns="54000" anchor="t" anchorCtr="0">
            <a:normAutofit/>
          </a:bodyPr>
          <a:lstStyle>
            <a:lvl1pPr marL="0" indent="0">
              <a:buNone/>
              <a:defRPr sz="16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17" name="Freeform 16">
            <a:extLst>
              <a:ext uri="{FF2B5EF4-FFF2-40B4-BE49-F238E27FC236}">
                <a16:creationId xmlns:a16="http://schemas.microsoft.com/office/drawing/2014/main" id="{F6FFD9EB-5C48-4F73-2806-C97EE78AE677}"/>
              </a:ext>
            </a:extLst>
          </p:cNvPr>
          <p:cNvSpPr/>
          <p:nvPr/>
        </p:nvSpPr>
        <p:spPr>
          <a:xfrm>
            <a:off x="7143976" y="9"/>
            <a:ext cx="3857511" cy="6858000"/>
          </a:xfrm>
          <a:custGeom>
            <a:avLst/>
            <a:gdLst>
              <a:gd name="connsiteX0" fmla="*/ 2571678 w 3857511"/>
              <a:gd name="connsiteY0" fmla="*/ 6000753 h 6858000"/>
              <a:gd name="connsiteX1" fmla="*/ 3857511 w 3857511"/>
              <a:gd name="connsiteY1" fmla="*/ 6000753 h 6858000"/>
              <a:gd name="connsiteX2" fmla="*/ 3857511 w 3857511"/>
              <a:gd name="connsiteY2" fmla="*/ 6051758 h 6858000"/>
              <a:gd name="connsiteX3" fmla="*/ 2620025 w 3857511"/>
              <a:gd name="connsiteY3" fmla="*/ 6858000 h 6858000"/>
              <a:gd name="connsiteX4" fmla="*/ 2571678 w 3857511"/>
              <a:gd name="connsiteY4" fmla="*/ 6858000 h 6858000"/>
              <a:gd name="connsiteX5" fmla="*/ 2523331 w 3857511"/>
              <a:gd name="connsiteY5" fmla="*/ 5143506 h 6858000"/>
              <a:gd name="connsiteX6" fmla="*/ 2571678 w 3857511"/>
              <a:gd name="connsiteY6" fmla="*/ 5143506 h 6858000"/>
              <a:gd name="connsiteX7" fmla="*/ 2571678 w 3857511"/>
              <a:gd name="connsiteY7" fmla="*/ 6000753 h 6858000"/>
              <a:gd name="connsiteX8" fmla="*/ 1285845 w 3857511"/>
              <a:gd name="connsiteY8" fmla="*/ 6000753 h 6858000"/>
              <a:gd name="connsiteX9" fmla="*/ 1285845 w 3857511"/>
              <a:gd name="connsiteY9" fmla="*/ 5949748 h 6858000"/>
              <a:gd name="connsiteX10" fmla="*/ 2523331 w 3857511"/>
              <a:gd name="connsiteY10" fmla="*/ 5143506 h 6858000"/>
              <a:gd name="connsiteX11" fmla="*/ 0 w 3857511"/>
              <a:gd name="connsiteY11" fmla="*/ 3429000 h 6858000"/>
              <a:gd name="connsiteX12" fmla="*/ 48346 w 3857511"/>
              <a:gd name="connsiteY12" fmla="*/ 3429000 h 6858000"/>
              <a:gd name="connsiteX13" fmla="*/ 1285833 w 3857511"/>
              <a:gd name="connsiteY13" fmla="*/ 4235242 h 6858000"/>
              <a:gd name="connsiteX14" fmla="*/ 1285833 w 3857511"/>
              <a:gd name="connsiteY14" fmla="*/ 4286247 h 6858000"/>
              <a:gd name="connsiteX15" fmla="*/ 0 w 3857511"/>
              <a:gd name="connsiteY15" fmla="*/ 4286247 h 6858000"/>
              <a:gd name="connsiteX16" fmla="*/ 1285845 w 3857511"/>
              <a:gd name="connsiteY16" fmla="*/ 2571752 h 6858000"/>
              <a:gd name="connsiteX17" fmla="*/ 2571678 w 3857511"/>
              <a:gd name="connsiteY17" fmla="*/ 2571752 h 6858000"/>
              <a:gd name="connsiteX18" fmla="*/ 2571678 w 3857511"/>
              <a:gd name="connsiteY18" fmla="*/ 3428999 h 6858000"/>
              <a:gd name="connsiteX19" fmla="*/ 2523331 w 3857511"/>
              <a:gd name="connsiteY19" fmla="*/ 3428999 h 6858000"/>
              <a:gd name="connsiteX20" fmla="*/ 1285845 w 3857511"/>
              <a:gd name="connsiteY20" fmla="*/ 2622757 h 6858000"/>
              <a:gd name="connsiteX21" fmla="*/ 2523331 w 3857511"/>
              <a:gd name="connsiteY21" fmla="*/ 0 h 6858000"/>
              <a:gd name="connsiteX22" fmla="*/ 2571678 w 3857511"/>
              <a:gd name="connsiteY22" fmla="*/ 0 h 6858000"/>
              <a:gd name="connsiteX23" fmla="*/ 2571678 w 3857511"/>
              <a:gd name="connsiteY23" fmla="*/ 857246 h 6858000"/>
              <a:gd name="connsiteX24" fmla="*/ 3857511 w 3857511"/>
              <a:gd name="connsiteY24" fmla="*/ 857246 h 6858000"/>
              <a:gd name="connsiteX25" fmla="*/ 3857511 w 3857511"/>
              <a:gd name="connsiteY25" fmla="*/ 908251 h 6858000"/>
              <a:gd name="connsiteX26" fmla="*/ 2626415 w 3857511"/>
              <a:gd name="connsiteY26" fmla="*/ 1632077 h 6858000"/>
              <a:gd name="connsiteX27" fmla="*/ 2620025 w 3857511"/>
              <a:gd name="connsiteY27" fmla="*/ 1714493 h 6858000"/>
              <a:gd name="connsiteX28" fmla="*/ 2626415 w 3857511"/>
              <a:gd name="connsiteY28" fmla="*/ 1796909 h 6858000"/>
              <a:gd name="connsiteX29" fmla="*/ 3857511 w 3857511"/>
              <a:gd name="connsiteY29" fmla="*/ 2520735 h 6858000"/>
              <a:gd name="connsiteX30" fmla="*/ 3857511 w 3857511"/>
              <a:gd name="connsiteY30" fmla="*/ 2571740 h 6858000"/>
              <a:gd name="connsiteX31" fmla="*/ 2571678 w 3857511"/>
              <a:gd name="connsiteY31" fmla="*/ 2571740 h 6858000"/>
              <a:gd name="connsiteX32" fmla="*/ 2571678 w 3857511"/>
              <a:gd name="connsiteY32" fmla="*/ 1714493 h 6858000"/>
              <a:gd name="connsiteX33" fmla="*/ 2571678 w 3857511"/>
              <a:gd name="connsiteY33" fmla="*/ 1714493 h 6858000"/>
              <a:gd name="connsiteX34" fmla="*/ 2571678 w 3857511"/>
              <a:gd name="connsiteY34" fmla="*/ 857247 h 6858000"/>
              <a:gd name="connsiteX35" fmla="*/ 1285845 w 3857511"/>
              <a:gd name="connsiteY35" fmla="*/ 857247 h 6858000"/>
              <a:gd name="connsiteX36" fmla="*/ 1285845 w 3857511"/>
              <a:gd name="connsiteY36" fmla="*/ 806242 h 6858000"/>
              <a:gd name="connsiteX37" fmla="*/ 2523331 w 3857511"/>
              <a:gd name="connsiteY3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57511" h="6858000">
                <a:moveTo>
                  <a:pt x="2571678" y="6000753"/>
                </a:moveTo>
                <a:lnTo>
                  <a:pt x="3857511" y="6000753"/>
                </a:lnTo>
                <a:lnTo>
                  <a:pt x="3857511" y="6051758"/>
                </a:lnTo>
                <a:cubicBezTo>
                  <a:pt x="3174136" y="6051758"/>
                  <a:pt x="2620025" y="6412831"/>
                  <a:pt x="2620025" y="6858000"/>
                </a:cubicBezTo>
                <a:lnTo>
                  <a:pt x="2571678" y="6858000"/>
                </a:lnTo>
                <a:close/>
                <a:moveTo>
                  <a:pt x="2523331" y="5143506"/>
                </a:moveTo>
                <a:lnTo>
                  <a:pt x="2571678" y="5143506"/>
                </a:lnTo>
                <a:lnTo>
                  <a:pt x="2571678" y="6000753"/>
                </a:lnTo>
                <a:lnTo>
                  <a:pt x="1285845" y="6000753"/>
                </a:lnTo>
                <a:lnTo>
                  <a:pt x="1285845" y="5949748"/>
                </a:lnTo>
                <a:cubicBezTo>
                  <a:pt x="1969220" y="5949748"/>
                  <a:pt x="2523331" y="5588676"/>
                  <a:pt x="2523331" y="5143506"/>
                </a:cubicBezTo>
                <a:close/>
                <a:moveTo>
                  <a:pt x="0" y="3429000"/>
                </a:moveTo>
                <a:lnTo>
                  <a:pt x="48346" y="3429000"/>
                </a:lnTo>
                <a:cubicBezTo>
                  <a:pt x="48346" y="3874170"/>
                  <a:pt x="602458" y="4235242"/>
                  <a:pt x="1285833" y="4235242"/>
                </a:cubicBezTo>
                <a:lnTo>
                  <a:pt x="1285833" y="4286247"/>
                </a:lnTo>
                <a:lnTo>
                  <a:pt x="0" y="4286247"/>
                </a:lnTo>
                <a:close/>
                <a:moveTo>
                  <a:pt x="1285845" y="2571752"/>
                </a:moveTo>
                <a:lnTo>
                  <a:pt x="2571678" y="2571752"/>
                </a:lnTo>
                <a:lnTo>
                  <a:pt x="2571678" y="3428999"/>
                </a:lnTo>
                <a:lnTo>
                  <a:pt x="2523331" y="3428999"/>
                </a:lnTo>
                <a:cubicBezTo>
                  <a:pt x="2523331" y="2983830"/>
                  <a:pt x="1969220" y="2622757"/>
                  <a:pt x="1285845" y="2622757"/>
                </a:cubicBezTo>
                <a:close/>
                <a:moveTo>
                  <a:pt x="2523331" y="0"/>
                </a:moveTo>
                <a:lnTo>
                  <a:pt x="2571678" y="0"/>
                </a:lnTo>
                <a:lnTo>
                  <a:pt x="2571678" y="857246"/>
                </a:lnTo>
                <a:lnTo>
                  <a:pt x="3857511" y="857246"/>
                </a:lnTo>
                <a:lnTo>
                  <a:pt x="3857511" y="908251"/>
                </a:lnTo>
                <a:cubicBezTo>
                  <a:pt x="3216847" y="908251"/>
                  <a:pt x="2689794" y="1225600"/>
                  <a:pt x="2626415" y="1632077"/>
                </a:cubicBezTo>
                <a:lnTo>
                  <a:pt x="2620025" y="1714493"/>
                </a:lnTo>
                <a:lnTo>
                  <a:pt x="2626415" y="1796909"/>
                </a:lnTo>
                <a:cubicBezTo>
                  <a:pt x="2689794" y="2203387"/>
                  <a:pt x="3216847" y="2520735"/>
                  <a:pt x="3857511" y="2520735"/>
                </a:cubicBezTo>
                <a:lnTo>
                  <a:pt x="3857511" y="2571740"/>
                </a:lnTo>
                <a:lnTo>
                  <a:pt x="2571678" y="2571740"/>
                </a:lnTo>
                <a:lnTo>
                  <a:pt x="2571678" y="1714493"/>
                </a:lnTo>
                <a:lnTo>
                  <a:pt x="2571678" y="1714493"/>
                </a:lnTo>
                <a:lnTo>
                  <a:pt x="2571678" y="857247"/>
                </a:lnTo>
                <a:lnTo>
                  <a:pt x="1285845" y="857247"/>
                </a:lnTo>
                <a:lnTo>
                  <a:pt x="1285845" y="806242"/>
                </a:lnTo>
                <a:cubicBezTo>
                  <a:pt x="1969220" y="806242"/>
                  <a:pt x="2523331" y="445169"/>
                  <a:pt x="2523331" y="0"/>
                </a:cubicBezTo>
                <a:close/>
              </a:path>
            </a:pathLst>
          </a:custGeom>
          <a:solidFill>
            <a:srgbClr val="F5F9F6"/>
          </a:solidFill>
          <a:ln w="690" cap="flat">
            <a:noFill/>
            <a:prstDash val="solid"/>
            <a:miter/>
          </a:ln>
        </p:spPr>
        <p:txBody>
          <a:bodyPr wrap="square" rtlCol="0" anchor="ctr">
            <a:noAutofit/>
          </a:bodyPr>
          <a:lstStyle/>
          <a:p>
            <a:endParaRPr lang="en-GR" sz="1800"/>
          </a:p>
        </p:txBody>
      </p:sp>
      <p:sp>
        <p:nvSpPr>
          <p:cNvPr id="2" name="Title 1">
            <a:extLst>
              <a:ext uri="{FF2B5EF4-FFF2-40B4-BE49-F238E27FC236}">
                <a16:creationId xmlns:a16="http://schemas.microsoft.com/office/drawing/2014/main" id="{BD2ADF2B-1D91-84BE-2160-C5D48E86A4D6}"/>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lvl1pPr>
          </a:lstStyle>
          <a:p>
            <a:r>
              <a:rPr lang="en-GB"/>
              <a:t>00</a:t>
            </a:r>
            <a:endParaRPr lang="en-GR"/>
          </a:p>
        </p:txBody>
      </p:sp>
      <p:sp>
        <p:nvSpPr>
          <p:cNvPr id="3" name="Slide Number Placeholder 4">
            <a:extLst>
              <a:ext uri="{FF2B5EF4-FFF2-40B4-BE49-F238E27FC236}">
                <a16:creationId xmlns:a16="http://schemas.microsoft.com/office/drawing/2014/main" id="{C69B620D-197C-8E5D-108D-1F062A13A80C}"/>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accent6"/>
                </a:solidFill>
              </a:defRPr>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269592005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5_Divider">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0A44833F-8E1D-EC61-7AC4-0EF3BFB89CB6}"/>
              </a:ext>
            </a:extLst>
          </p:cNvPr>
          <p:cNvSpPr>
            <a:spLocks noGrp="1"/>
          </p:cNvSpPr>
          <p:nvPr>
            <p:ph type="body" sz="quarter" idx="16" hasCustomPrompt="1"/>
          </p:nvPr>
        </p:nvSpPr>
        <p:spPr>
          <a:xfrm>
            <a:off x="1703513" y="2592682"/>
            <a:ext cx="4896543" cy="928652"/>
          </a:xfrm>
          <a:prstGeom prst="rect">
            <a:avLst/>
          </a:prstGeom>
        </p:spPr>
        <p:txBody>
          <a:bodyPr lIns="0" anchor="t" anchorCtr="0">
            <a:spAutoFit/>
          </a:bodyPr>
          <a:lstStyle>
            <a:lvl1pPr marL="0" indent="0">
              <a:spcBef>
                <a:spcPts val="0"/>
              </a:spcBef>
              <a:buFontTx/>
              <a:buNone/>
              <a:defRPr sz="6000">
                <a:solidFill>
                  <a:schemeClr val="accent1"/>
                </a:solidFill>
              </a:defRPr>
            </a:lvl1pPr>
          </a:lstStyle>
          <a:p>
            <a:pPr lvl="0"/>
            <a:r>
              <a:rPr lang="en-GB"/>
              <a:t>Divider</a:t>
            </a:r>
            <a:endParaRPr lang="en-GR"/>
          </a:p>
        </p:txBody>
      </p:sp>
      <p:pic>
        <p:nvPicPr>
          <p:cNvPr id="2" name="Graphic 1">
            <a:extLst>
              <a:ext uri="{FF2B5EF4-FFF2-40B4-BE49-F238E27FC236}">
                <a16:creationId xmlns:a16="http://schemas.microsoft.com/office/drawing/2014/main" id="{2023DB9B-5E9D-FF24-639D-3A53FF96F282}"/>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23071"/>
          <a:stretch/>
        </p:blipFill>
        <p:spPr>
          <a:xfrm>
            <a:off x="6865315" y="1244600"/>
            <a:ext cx="5326686" cy="4368800"/>
          </a:xfrm>
          <a:prstGeom prst="rect">
            <a:avLst/>
          </a:prstGeom>
        </p:spPr>
      </p:pic>
      <p:sp>
        <p:nvSpPr>
          <p:cNvPr id="3" name="Text Placeholder 17">
            <a:extLst>
              <a:ext uri="{FF2B5EF4-FFF2-40B4-BE49-F238E27FC236}">
                <a16:creationId xmlns:a16="http://schemas.microsoft.com/office/drawing/2014/main" id="{592AE95E-3390-C313-7918-D3A335B20AB4}"/>
              </a:ext>
            </a:extLst>
          </p:cNvPr>
          <p:cNvSpPr>
            <a:spLocks noGrp="1"/>
          </p:cNvSpPr>
          <p:nvPr>
            <p:ph type="body" sz="quarter" idx="14" hasCustomPrompt="1"/>
          </p:nvPr>
        </p:nvSpPr>
        <p:spPr>
          <a:xfrm>
            <a:off x="1703513" y="3429000"/>
            <a:ext cx="4896544" cy="2880400"/>
          </a:xfrm>
          <a:prstGeom prst="rect">
            <a:avLst/>
          </a:prstGeom>
        </p:spPr>
        <p:txBody>
          <a:bodyPr lIns="54000" anchor="t" anchorCtr="0">
            <a:normAutofit/>
          </a:bodyPr>
          <a:lstStyle>
            <a:lvl1pPr marL="0" indent="0">
              <a:buNone/>
              <a:defRPr sz="16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7" name="Title 1">
            <a:extLst>
              <a:ext uri="{FF2B5EF4-FFF2-40B4-BE49-F238E27FC236}">
                <a16:creationId xmlns:a16="http://schemas.microsoft.com/office/drawing/2014/main" id="{C2A66F9B-E2C4-9B11-5355-C50868FF8D78}"/>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lvl1pPr>
          </a:lstStyle>
          <a:p>
            <a:r>
              <a:rPr lang="en-GB"/>
              <a:t>00</a:t>
            </a:r>
            <a:endParaRPr lang="en-GR"/>
          </a:p>
        </p:txBody>
      </p:sp>
      <p:sp>
        <p:nvSpPr>
          <p:cNvPr id="4" name="Slide Number Placeholder 4">
            <a:extLst>
              <a:ext uri="{FF2B5EF4-FFF2-40B4-BE49-F238E27FC236}">
                <a16:creationId xmlns:a16="http://schemas.microsoft.com/office/drawing/2014/main" id="{4CEF463E-5676-2D82-D81E-1F9A13D8A1D2}"/>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accent6"/>
                </a:solidFill>
              </a:defRPr>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204380265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6_Divider">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0A44833F-8E1D-EC61-7AC4-0EF3BFB89CB6}"/>
              </a:ext>
            </a:extLst>
          </p:cNvPr>
          <p:cNvSpPr>
            <a:spLocks noGrp="1"/>
          </p:cNvSpPr>
          <p:nvPr>
            <p:ph type="body" sz="quarter" idx="16" hasCustomPrompt="1"/>
          </p:nvPr>
        </p:nvSpPr>
        <p:spPr>
          <a:xfrm>
            <a:off x="1703513" y="2592682"/>
            <a:ext cx="4896543" cy="928652"/>
          </a:xfrm>
          <a:prstGeom prst="rect">
            <a:avLst/>
          </a:prstGeom>
        </p:spPr>
        <p:txBody>
          <a:bodyPr lIns="0" anchor="t" anchorCtr="0">
            <a:spAutoFit/>
          </a:bodyPr>
          <a:lstStyle>
            <a:lvl1pPr marL="0" indent="0">
              <a:spcBef>
                <a:spcPts val="0"/>
              </a:spcBef>
              <a:buFontTx/>
              <a:buNone/>
              <a:defRPr sz="6000">
                <a:solidFill>
                  <a:schemeClr val="accent1"/>
                </a:solidFill>
              </a:defRPr>
            </a:lvl1pPr>
          </a:lstStyle>
          <a:p>
            <a:pPr lvl="0"/>
            <a:r>
              <a:rPr lang="en-GB"/>
              <a:t>Divider</a:t>
            </a:r>
            <a:endParaRPr lang="en-GR"/>
          </a:p>
        </p:txBody>
      </p:sp>
      <p:sp>
        <p:nvSpPr>
          <p:cNvPr id="3" name="Text Placeholder 17">
            <a:extLst>
              <a:ext uri="{FF2B5EF4-FFF2-40B4-BE49-F238E27FC236}">
                <a16:creationId xmlns:a16="http://schemas.microsoft.com/office/drawing/2014/main" id="{592AE95E-3390-C313-7918-D3A335B20AB4}"/>
              </a:ext>
            </a:extLst>
          </p:cNvPr>
          <p:cNvSpPr>
            <a:spLocks noGrp="1"/>
          </p:cNvSpPr>
          <p:nvPr>
            <p:ph type="body" sz="quarter" idx="14" hasCustomPrompt="1"/>
          </p:nvPr>
        </p:nvSpPr>
        <p:spPr>
          <a:xfrm>
            <a:off x="1703513" y="3429000"/>
            <a:ext cx="4896544" cy="2880400"/>
          </a:xfrm>
          <a:prstGeom prst="rect">
            <a:avLst/>
          </a:prstGeom>
        </p:spPr>
        <p:txBody>
          <a:bodyPr lIns="54000" anchor="t" anchorCtr="0">
            <a:normAutofit/>
          </a:bodyPr>
          <a:lstStyle>
            <a:lvl1pPr marL="0" indent="0">
              <a:buNone/>
              <a:defRPr sz="1600">
                <a:solidFill>
                  <a:schemeClr val="tx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7" name="Title 1">
            <a:extLst>
              <a:ext uri="{FF2B5EF4-FFF2-40B4-BE49-F238E27FC236}">
                <a16:creationId xmlns:a16="http://schemas.microsoft.com/office/drawing/2014/main" id="{C2A66F9B-E2C4-9B11-5355-C50868FF8D78}"/>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lvl1pPr>
          </a:lstStyle>
          <a:p>
            <a:r>
              <a:rPr lang="en-GB"/>
              <a:t>00</a:t>
            </a:r>
            <a:endParaRPr lang="en-GR"/>
          </a:p>
        </p:txBody>
      </p:sp>
      <p:sp>
        <p:nvSpPr>
          <p:cNvPr id="2" name="Slide Number Placeholder 4">
            <a:extLst>
              <a:ext uri="{FF2B5EF4-FFF2-40B4-BE49-F238E27FC236}">
                <a16:creationId xmlns:a16="http://schemas.microsoft.com/office/drawing/2014/main" id="{A8FA71BE-3FC4-5ED3-3DAD-BCA1F5436F06}"/>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accent6"/>
                </a:solidFill>
              </a:defRPr>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275038071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Divid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F76A02A-7194-F581-1F40-3721CEB1BF7E}"/>
              </a:ext>
            </a:extLst>
          </p:cNvPr>
          <p:cNvSpPr/>
          <p:nvPr userDrawn="1"/>
        </p:nvSpPr>
        <p:spPr>
          <a:xfrm>
            <a:off x="0" y="0"/>
            <a:ext cx="12208916"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latin typeface="Aptos" panose="020B0004020202020204" pitchFamily="34" charset="0"/>
            </a:endParaRPr>
          </a:p>
        </p:txBody>
      </p:sp>
      <p:pic>
        <p:nvPicPr>
          <p:cNvPr id="22" name="Graphic 21">
            <a:extLst>
              <a:ext uri="{FF2B5EF4-FFF2-40B4-BE49-F238E27FC236}">
                <a16:creationId xmlns:a16="http://schemas.microsoft.com/office/drawing/2014/main" id="{FDDDCF00-034F-60C8-DE09-5B191FE414E1}"/>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r="16311"/>
          <a:stretch/>
        </p:blipFill>
        <p:spPr>
          <a:xfrm>
            <a:off x="5415431" y="812699"/>
            <a:ext cx="6776570" cy="5138716"/>
          </a:xfrm>
          <a:prstGeom prst="rect">
            <a:avLst/>
          </a:prstGeom>
        </p:spPr>
      </p:pic>
      <p:sp>
        <p:nvSpPr>
          <p:cNvPr id="20" name="Title 1">
            <a:extLst>
              <a:ext uri="{FF2B5EF4-FFF2-40B4-BE49-F238E27FC236}">
                <a16:creationId xmlns:a16="http://schemas.microsoft.com/office/drawing/2014/main" id="{7842F028-7891-6DA4-B572-55C48A21DBCB}"/>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solidFill>
                  <a:schemeClr val="bg1"/>
                </a:solidFill>
              </a:defRPr>
            </a:lvl1pPr>
          </a:lstStyle>
          <a:p>
            <a:r>
              <a:rPr lang="en-GB"/>
              <a:t>00</a:t>
            </a:r>
            <a:endParaRPr lang="en-GR"/>
          </a:p>
        </p:txBody>
      </p:sp>
      <p:sp>
        <p:nvSpPr>
          <p:cNvPr id="21" name="Text Placeholder 17">
            <a:extLst>
              <a:ext uri="{FF2B5EF4-FFF2-40B4-BE49-F238E27FC236}">
                <a16:creationId xmlns:a16="http://schemas.microsoft.com/office/drawing/2014/main" id="{E4F39B2F-3138-1D49-29EC-F4CA1032AE35}"/>
              </a:ext>
            </a:extLst>
          </p:cNvPr>
          <p:cNvSpPr>
            <a:spLocks noGrp="1"/>
          </p:cNvSpPr>
          <p:nvPr>
            <p:ph type="body" sz="quarter" idx="14" hasCustomPrompt="1"/>
          </p:nvPr>
        </p:nvSpPr>
        <p:spPr>
          <a:xfrm>
            <a:off x="1703513" y="3429000"/>
            <a:ext cx="4896544" cy="2925000"/>
          </a:xfrm>
          <a:prstGeom prst="rect">
            <a:avLst/>
          </a:prstGeom>
        </p:spPr>
        <p:txBody>
          <a:bodyPr lIns="54000" anchor="t" anchorCtr="0">
            <a:normAutofit/>
          </a:bodyPr>
          <a:lstStyle>
            <a:lvl1pPr marL="0" indent="0">
              <a:buNone/>
              <a:defRPr sz="16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23" name="Text Placeholder 9">
            <a:extLst>
              <a:ext uri="{FF2B5EF4-FFF2-40B4-BE49-F238E27FC236}">
                <a16:creationId xmlns:a16="http://schemas.microsoft.com/office/drawing/2014/main" id="{1813BFB3-1398-7C21-5F63-4098AE5CE5B1}"/>
              </a:ext>
            </a:extLst>
          </p:cNvPr>
          <p:cNvSpPr>
            <a:spLocks noGrp="1"/>
          </p:cNvSpPr>
          <p:nvPr>
            <p:ph type="body" sz="quarter" idx="16" hasCustomPrompt="1"/>
          </p:nvPr>
        </p:nvSpPr>
        <p:spPr>
          <a:xfrm>
            <a:off x="1703513" y="2592682"/>
            <a:ext cx="4896543" cy="928652"/>
          </a:xfrm>
          <a:prstGeom prst="rect">
            <a:avLst/>
          </a:prstGeom>
        </p:spPr>
        <p:txBody>
          <a:bodyPr lIns="0" anchor="t" anchorCtr="0">
            <a:spAutoFit/>
          </a:bodyPr>
          <a:lstStyle>
            <a:lvl1pPr marL="0" indent="0">
              <a:spcBef>
                <a:spcPts val="0"/>
              </a:spcBef>
              <a:buFontTx/>
              <a:buNone/>
              <a:defRPr sz="6000">
                <a:solidFill>
                  <a:schemeClr val="bg2"/>
                </a:solidFill>
              </a:defRPr>
            </a:lvl1pPr>
          </a:lstStyle>
          <a:p>
            <a:pPr lvl="0"/>
            <a:r>
              <a:rPr lang="en-GB"/>
              <a:t>Divider</a:t>
            </a:r>
            <a:endParaRPr lang="en-GR"/>
          </a:p>
        </p:txBody>
      </p:sp>
      <p:sp>
        <p:nvSpPr>
          <p:cNvPr id="2" name="Slide Number Placeholder 4">
            <a:extLst>
              <a:ext uri="{FF2B5EF4-FFF2-40B4-BE49-F238E27FC236}">
                <a16:creationId xmlns:a16="http://schemas.microsoft.com/office/drawing/2014/main" id="{C4106C38-2580-64CC-147F-00AAA092C1C2}"/>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pic>
        <p:nvPicPr>
          <p:cNvPr id="5" name="Graphic 4">
            <a:extLst>
              <a:ext uri="{FF2B5EF4-FFF2-40B4-BE49-F238E27FC236}">
                <a16:creationId xmlns:a16="http://schemas.microsoft.com/office/drawing/2014/main" id="{CF09A908-F180-DA9A-0B90-B2DEACE63398}"/>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42001" y="6465600"/>
            <a:ext cx="1007999" cy="210763"/>
          </a:xfrm>
          <a:prstGeom prst="rect">
            <a:avLst/>
          </a:prstGeom>
        </p:spPr>
      </p:pic>
    </p:spTree>
    <p:extLst>
      <p:ext uri="{BB962C8B-B14F-4D97-AF65-F5344CB8AC3E}">
        <p14:creationId xmlns:p14="http://schemas.microsoft.com/office/powerpoint/2010/main" val="38563929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6_Divid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F76A02A-7194-F581-1F40-3721CEB1BF7E}"/>
              </a:ext>
            </a:extLst>
          </p:cNvPr>
          <p:cNvSpPr/>
          <p:nvPr userDrawn="1"/>
        </p:nvSpPr>
        <p:spPr>
          <a:xfrm>
            <a:off x="0" y="0"/>
            <a:ext cx="12208916"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latin typeface="Aptos" panose="020B0004020202020204" pitchFamily="34" charset="0"/>
            </a:endParaRPr>
          </a:p>
        </p:txBody>
      </p:sp>
      <p:pic>
        <p:nvPicPr>
          <p:cNvPr id="22" name="Graphic 21">
            <a:extLst>
              <a:ext uri="{FF2B5EF4-FFF2-40B4-BE49-F238E27FC236}">
                <a16:creationId xmlns:a16="http://schemas.microsoft.com/office/drawing/2014/main" id="{FDDDCF00-034F-60C8-DE09-5B191FE414E1}"/>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r="16311"/>
          <a:stretch/>
        </p:blipFill>
        <p:spPr>
          <a:xfrm>
            <a:off x="5415431" y="812699"/>
            <a:ext cx="6776570" cy="5138716"/>
          </a:xfrm>
          <a:prstGeom prst="rect">
            <a:avLst/>
          </a:prstGeom>
        </p:spPr>
      </p:pic>
      <p:sp>
        <p:nvSpPr>
          <p:cNvPr id="21" name="Text Placeholder 17">
            <a:extLst>
              <a:ext uri="{FF2B5EF4-FFF2-40B4-BE49-F238E27FC236}">
                <a16:creationId xmlns:a16="http://schemas.microsoft.com/office/drawing/2014/main" id="{E4F39B2F-3138-1D49-29EC-F4CA1032AE35}"/>
              </a:ext>
            </a:extLst>
          </p:cNvPr>
          <p:cNvSpPr>
            <a:spLocks noGrp="1"/>
          </p:cNvSpPr>
          <p:nvPr>
            <p:ph type="body" sz="quarter" idx="14" hasCustomPrompt="1"/>
          </p:nvPr>
        </p:nvSpPr>
        <p:spPr>
          <a:xfrm>
            <a:off x="1703513" y="3429000"/>
            <a:ext cx="4896544" cy="2925000"/>
          </a:xfrm>
          <a:prstGeom prst="rect">
            <a:avLst/>
          </a:prstGeom>
        </p:spPr>
        <p:txBody>
          <a:bodyPr lIns="54000" anchor="t" anchorCtr="0">
            <a:normAutofit/>
          </a:bodyPr>
          <a:lstStyle>
            <a:lvl1pPr marL="0" indent="0">
              <a:buNone/>
              <a:defRPr sz="16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23" name="Text Placeholder 9">
            <a:extLst>
              <a:ext uri="{FF2B5EF4-FFF2-40B4-BE49-F238E27FC236}">
                <a16:creationId xmlns:a16="http://schemas.microsoft.com/office/drawing/2014/main" id="{1813BFB3-1398-7C21-5F63-4098AE5CE5B1}"/>
              </a:ext>
            </a:extLst>
          </p:cNvPr>
          <p:cNvSpPr>
            <a:spLocks noGrp="1"/>
          </p:cNvSpPr>
          <p:nvPr>
            <p:ph type="body" sz="quarter" idx="16" hasCustomPrompt="1"/>
          </p:nvPr>
        </p:nvSpPr>
        <p:spPr>
          <a:xfrm>
            <a:off x="1703513" y="2592682"/>
            <a:ext cx="4896543" cy="928652"/>
          </a:xfrm>
          <a:prstGeom prst="rect">
            <a:avLst/>
          </a:prstGeom>
        </p:spPr>
        <p:txBody>
          <a:bodyPr lIns="0" anchor="t" anchorCtr="0">
            <a:spAutoFit/>
          </a:bodyPr>
          <a:lstStyle>
            <a:lvl1pPr marL="0" indent="0">
              <a:spcBef>
                <a:spcPts val="0"/>
              </a:spcBef>
              <a:buFontTx/>
              <a:buNone/>
              <a:defRPr sz="6000">
                <a:solidFill>
                  <a:schemeClr val="bg2"/>
                </a:solidFill>
              </a:defRPr>
            </a:lvl1pPr>
          </a:lstStyle>
          <a:p>
            <a:pPr lvl="0"/>
            <a:r>
              <a:rPr lang="en-GB"/>
              <a:t>Divider</a:t>
            </a:r>
            <a:endParaRPr lang="en-GR"/>
          </a:p>
        </p:txBody>
      </p:sp>
      <p:sp>
        <p:nvSpPr>
          <p:cNvPr id="2" name="Title 1">
            <a:extLst>
              <a:ext uri="{FF2B5EF4-FFF2-40B4-BE49-F238E27FC236}">
                <a16:creationId xmlns:a16="http://schemas.microsoft.com/office/drawing/2014/main" id="{6CE68EE2-2EC9-799C-08F5-23A074686156}"/>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solidFill>
                  <a:schemeClr val="bg1"/>
                </a:solidFill>
              </a:defRPr>
            </a:lvl1pPr>
          </a:lstStyle>
          <a:p>
            <a:r>
              <a:rPr lang="en-GB"/>
              <a:t>00</a:t>
            </a:r>
            <a:endParaRPr lang="en-GR"/>
          </a:p>
        </p:txBody>
      </p:sp>
      <p:sp>
        <p:nvSpPr>
          <p:cNvPr id="4" name="Slide Number Placeholder 4">
            <a:extLst>
              <a:ext uri="{FF2B5EF4-FFF2-40B4-BE49-F238E27FC236}">
                <a16:creationId xmlns:a16="http://schemas.microsoft.com/office/drawing/2014/main" id="{FB574124-A4CF-C956-00E8-1C546C10F230}"/>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pic>
        <p:nvPicPr>
          <p:cNvPr id="6" name="Graphic 5">
            <a:extLst>
              <a:ext uri="{FF2B5EF4-FFF2-40B4-BE49-F238E27FC236}">
                <a16:creationId xmlns:a16="http://schemas.microsoft.com/office/drawing/2014/main" id="{DDB4A3F8-2C85-7EAB-DC92-C6A1919B0799}"/>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42001" y="6465600"/>
            <a:ext cx="1007999" cy="210763"/>
          </a:xfrm>
          <a:prstGeom prst="rect">
            <a:avLst/>
          </a:prstGeom>
        </p:spPr>
      </p:pic>
    </p:spTree>
    <p:extLst>
      <p:ext uri="{BB962C8B-B14F-4D97-AF65-F5344CB8AC3E}">
        <p14:creationId xmlns:p14="http://schemas.microsoft.com/office/powerpoint/2010/main" val="4411183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_Divid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BC226F6-144C-C8FB-B86A-250A8513A972}"/>
              </a:ext>
            </a:extLst>
          </p:cNvPr>
          <p:cNvSpPr/>
          <p:nvPr userDrawn="1"/>
        </p:nvSpPr>
        <p:spPr>
          <a:xfrm>
            <a:off x="0" y="1910"/>
            <a:ext cx="12192000"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latin typeface="Aptos" panose="020B0004020202020204" pitchFamily="34" charset="0"/>
            </a:endParaRPr>
          </a:p>
        </p:txBody>
      </p:sp>
      <p:sp>
        <p:nvSpPr>
          <p:cNvPr id="3" name="Freeform 2">
            <a:extLst>
              <a:ext uri="{FF2B5EF4-FFF2-40B4-BE49-F238E27FC236}">
                <a16:creationId xmlns:a16="http://schemas.microsoft.com/office/drawing/2014/main" id="{10836B25-583C-B822-0D1D-66990BA61733}"/>
              </a:ext>
            </a:extLst>
          </p:cNvPr>
          <p:cNvSpPr/>
          <p:nvPr userDrawn="1"/>
        </p:nvSpPr>
        <p:spPr>
          <a:xfrm rot="10800000">
            <a:off x="7711108" y="1259904"/>
            <a:ext cx="3443225" cy="4353497"/>
          </a:xfrm>
          <a:custGeom>
            <a:avLst/>
            <a:gdLst>
              <a:gd name="connsiteX0" fmla="*/ 54209 w 1328758"/>
              <a:gd name="connsiteY0" fmla="*/ 840018 h 1680036"/>
              <a:gd name="connsiteX1" fmla="*/ 1328759 w 1328758"/>
              <a:gd name="connsiteY1" fmla="*/ 60996 h 1680036"/>
              <a:gd name="connsiteX2" fmla="*/ 1328759 w 1328758"/>
              <a:gd name="connsiteY2" fmla="*/ 0 h 1680036"/>
              <a:gd name="connsiteX3" fmla="*/ 0 w 1328758"/>
              <a:gd name="connsiteY3" fmla="*/ 0 h 1680036"/>
              <a:gd name="connsiteX4" fmla="*/ 0 w 1328758"/>
              <a:gd name="connsiteY4" fmla="*/ 1680037 h 1680036"/>
              <a:gd name="connsiteX5" fmla="*/ 1328759 w 1328758"/>
              <a:gd name="connsiteY5" fmla="*/ 1680037 h 1680036"/>
              <a:gd name="connsiteX6" fmla="*/ 1328759 w 1328758"/>
              <a:gd name="connsiteY6" fmla="*/ 1619040 h 1680036"/>
              <a:gd name="connsiteX7" fmla="*/ 54209 w 1328758"/>
              <a:gd name="connsiteY7" fmla="*/ 840018 h 1680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8758" h="1680036">
                <a:moveTo>
                  <a:pt x="54209" y="840018"/>
                </a:moveTo>
                <a:cubicBezTo>
                  <a:pt x="54209" y="409881"/>
                  <a:pt x="624873" y="60996"/>
                  <a:pt x="1328759" y="60996"/>
                </a:cubicBezTo>
                <a:lnTo>
                  <a:pt x="1328759" y="0"/>
                </a:lnTo>
                <a:lnTo>
                  <a:pt x="0" y="0"/>
                </a:lnTo>
                <a:lnTo>
                  <a:pt x="0" y="1680037"/>
                </a:lnTo>
                <a:lnTo>
                  <a:pt x="1328759" y="1680037"/>
                </a:lnTo>
                <a:lnTo>
                  <a:pt x="1328759" y="1619040"/>
                </a:lnTo>
                <a:cubicBezTo>
                  <a:pt x="624873" y="1619040"/>
                  <a:pt x="54209" y="1270156"/>
                  <a:pt x="54209" y="840018"/>
                </a:cubicBezTo>
                <a:close/>
              </a:path>
            </a:pathLst>
          </a:custGeom>
          <a:solidFill>
            <a:schemeClr val="tx2"/>
          </a:solidFill>
          <a:ln w="0" cap="flat">
            <a:noFill/>
            <a:prstDash val="solid"/>
            <a:miter/>
          </a:ln>
        </p:spPr>
        <p:txBody>
          <a:bodyPr rtlCol="0" anchor="ctr"/>
          <a:lstStyle/>
          <a:p>
            <a:endParaRPr lang="en-GR" sz="1800"/>
          </a:p>
        </p:txBody>
      </p:sp>
      <p:sp>
        <p:nvSpPr>
          <p:cNvPr id="23" name="Text Placeholder 9">
            <a:extLst>
              <a:ext uri="{FF2B5EF4-FFF2-40B4-BE49-F238E27FC236}">
                <a16:creationId xmlns:a16="http://schemas.microsoft.com/office/drawing/2014/main" id="{9D4BC097-23FB-B53B-2F93-B0B85BCB50D5}"/>
              </a:ext>
            </a:extLst>
          </p:cNvPr>
          <p:cNvSpPr>
            <a:spLocks noGrp="1"/>
          </p:cNvSpPr>
          <p:nvPr>
            <p:ph type="body" sz="quarter" idx="16" hasCustomPrompt="1"/>
          </p:nvPr>
        </p:nvSpPr>
        <p:spPr>
          <a:xfrm>
            <a:off x="1703513" y="2592682"/>
            <a:ext cx="4896543" cy="928652"/>
          </a:xfrm>
          <a:prstGeom prst="rect">
            <a:avLst/>
          </a:prstGeom>
        </p:spPr>
        <p:txBody>
          <a:bodyPr lIns="0" anchor="t" anchorCtr="0">
            <a:spAutoFit/>
          </a:bodyPr>
          <a:lstStyle>
            <a:lvl1pPr marL="0" indent="0">
              <a:spcBef>
                <a:spcPts val="0"/>
              </a:spcBef>
              <a:buFontTx/>
              <a:buNone/>
              <a:defRPr sz="6000">
                <a:solidFill>
                  <a:schemeClr val="bg2"/>
                </a:solidFill>
              </a:defRPr>
            </a:lvl1pPr>
          </a:lstStyle>
          <a:p>
            <a:pPr lvl="0"/>
            <a:r>
              <a:rPr lang="en-GB"/>
              <a:t>Divider</a:t>
            </a:r>
            <a:endParaRPr lang="en-GR"/>
          </a:p>
        </p:txBody>
      </p:sp>
      <p:sp>
        <p:nvSpPr>
          <p:cNvPr id="2" name="Text Placeholder 17">
            <a:extLst>
              <a:ext uri="{FF2B5EF4-FFF2-40B4-BE49-F238E27FC236}">
                <a16:creationId xmlns:a16="http://schemas.microsoft.com/office/drawing/2014/main" id="{1A6BCE3B-5BF3-F387-22E0-2718EEB1EA80}"/>
              </a:ext>
            </a:extLst>
          </p:cNvPr>
          <p:cNvSpPr>
            <a:spLocks noGrp="1"/>
          </p:cNvSpPr>
          <p:nvPr>
            <p:ph type="body" sz="quarter" idx="14" hasCustomPrompt="1"/>
          </p:nvPr>
        </p:nvSpPr>
        <p:spPr>
          <a:xfrm>
            <a:off x="1703513" y="3429000"/>
            <a:ext cx="4896544" cy="2925000"/>
          </a:xfrm>
          <a:prstGeom prst="rect">
            <a:avLst/>
          </a:prstGeom>
        </p:spPr>
        <p:txBody>
          <a:bodyPr lIns="54000" anchor="t" anchorCtr="0">
            <a:normAutofit/>
          </a:bodyPr>
          <a:lstStyle>
            <a:lvl1pPr marL="0" indent="0">
              <a:buNone/>
              <a:defRPr sz="16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7" name="Title 1">
            <a:extLst>
              <a:ext uri="{FF2B5EF4-FFF2-40B4-BE49-F238E27FC236}">
                <a16:creationId xmlns:a16="http://schemas.microsoft.com/office/drawing/2014/main" id="{5BB3D00C-A4AC-5B55-C6C5-9E406D7427A9}"/>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solidFill>
                  <a:schemeClr val="bg1"/>
                </a:solidFill>
              </a:defRPr>
            </a:lvl1pPr>
          </a:lstStyle>
          <a:p>
            <a:r>
              <a:rPr lang="en-GB"/>
              <a:t>00</a:t>
            </a:r>
            <a:endParaRPr lang="en-GR"/>
          </a:p>
        </p:txBody>
      </p:sp>
      <p:sp>
        <p:nvSpPr>
          <p:cNvPr id="4" name="Slide Number Placeholder 4">
            <a:extLst>
              <a:ext uri="{FF2B5EF4-FFF2-40B4-BE49-F238E27FC236}">
                <a16:creationId xmlns:a16="http://schemas.microsoft.com/office/drawing/2014/main" id="{071F80F5-52C0-67CF-888B-9BC917FBACDB}"/>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pic>
        <p:nvPicPr>
          <p:cNvPr id="6" name="Graphic 5">
            <a:extLst>
              <a:ext uri="{FF2B5EF4-FFF2-40B4-BE49-F238E27FC236}">
                <a16:creationId xmlns:a16="http://schemas.microsoft.com/office/drawing/2014/main" id="{0588658F-B9F6-3606-6D12-AB759283617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01" y="6465600"/>
            <a:ext cx="1007999" cy="210763"/>
          </a:xfrm>
          <a:prstGeom prst="rect">
            <a:avLst/>
          </a:prstGeom>
        </p:spPr>
      </p:pic>
    </p:spTree>
    <p:extLst>
      <p:ext uri="{BB962C8B-B14F-4D97-AF65-F5344CB8AC3E}">
        <p14:creationId xmlns:p14="http://schemas.microsoft.com/office/powerpoint/2010/main" val="231050035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3_Divid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AF9E003-0B44-E80E-0D91-B1AF8C4F1CF3}"/>
              </a:ext>
            </a:extLst>
          </p:cNvPr>
          <p:cNvSpPr/>
          <p:nvPr userDrawn="1"/>
        </p:nvSpPr>
        <p:spPr>
          <a:xfrm>
            <a:off x="0" y="0"/>
            <a:ext cx="12192000"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latin typeface="Aptos" panose="020B0004020202020204" pitchFamily="34" charset="0"/>
            </a:endParaRPr>
          </a:p>
        </p:txBody>
      </p:sp>
      <p:sp>
        <p:nvSpPr>
          <p:cNvPr id="15" name="Freeform 14">
            <a:extLst>
              <a:ext uri="{FF2B5EF4-FFF2-40B4-BE49-F238E27FC236}">
                <a16:creationId xmlns:a16="http://schemas.microsoft.com/office/drawing/2014/main" id="{47A36770-E567-C5BC-49A0-03B6E3255E3E}"/>
              </a:ext>
            </a:extLst>
          </p:cNvPr>
          <p:cNvSpPr/>
          <p:nvPr/>
        </p:nvSpPr>
        <p:spPr>
          <a:xfrm>
            <a:off x="5421289" y="-7"/>
            <a:ext cx="6762980" cy="6857998"/>
          </a:xfrm>
          <a:custGeom>
            <a:avLst/>
            <a:gdLst>
              <a:gd name="connsiteX0" fmla="*/ 4001986 w 6762980"/>
              <a:gd name="connsiteY0" fmla="*/ 5143499 h 6857998"/>
              <a:gd name="connsiteX1" fmla="*/ 4001986 w 6762980"/>
              <a:gd name="connsiteY1" fmla="*/ 5147670 h 6857998"/>
              <a:gd name="connsiteX2" fmla="*/ 4060287 w 6762980"/>
              <a:gd name="connsiteY2" fmla="*/ 5147670 h 6857998"/>
              <a:gd name="connsiteX3" fmla="*/ 4060287 w 6762980"/>
              <a:gd name="connsiteY3" fmla="*/ 5998663 h 6857998"/>
              <a:gd name="connsiteX4" fmla="*/ 5405385 w 6762980"/>
              <a:gd name="connsiteY4" fmla="*/ 5998663 h 6857998"/>
              <a:gd name="connsiteX5" fmla="*/ 5405385 w 6762980"/>
              <a:gd name="connsiteY5" fmla="*/ 6061237 h 6857998"/>
              <a:gd name="connsiteX6" fmla="*/ 4110257 w 6762980"/>
              <a:gd name="connsiteY6" fmla="*/ 6857998 h 6857998"/>
              <a:gd name="connsiteX7" fmla="*/ 4110257 w 6762980"/>
              <a:gd name="connsiteY7" fmla="*/ 6853827 h 6857998"/>
              <a:gd name="connsiteX8" fmla="*/ 4051956 w 6762980"/>
              <a:gd name="connsiteY8" fmla="*/ 6853827 h 6857998"/>
              <a:gd name="connsiteX9" fmla="*/ 4051956 w 6762980"/>
              <a:gd name="connsiteY9" fmla="*/ 6002834 h 6857998"/>
              <a:gd name="connsiteX10" fmla="*/ 2706858 w 6762980"/>
              <a:gd name="connsiteY10" fmla="*/ 6002834 h 6857998"/>
              <a:gd name="connsiteX11" fmla="*/ 2706858 w 6762980"/>
              <a:gd name="connsiteY11" fmla="*/ 5940260 h 6857998"/>
              <a:gd name="connsiteX12" fmla="*/ 4001986 w 6762980"/>
              <a:gd name="connsiteY12" fmla="*/ 5143499 h 6857998"/>
              <a:gd name="connsiteX13" fmla="*/ 4051956 w 6762980"/>
              <a:gd name="connsiteY13" fmla="*/ 3428997 h 6857998"/>
              <a:gd name="connsiteX14" fmla="*/ 4110257 w 6762980"/>
              <a:gd name="connsiteY14" fmla="*/ 3428997 h 6857998"/>
              <a:gd name="connsiteX15" fmla="*/ 5405385 w 6762980"/>
              <a:gd name="connsiteY15" fmla="*/ 4225761 h 6857998"/>
              <a:gd name="connsiteX16" fmla="*/ 5405385 w 6762980"/>
              <a:gd name="connsiteY16" fmla="*/ 4288332 h 6857998"/>
              <a:gd name="connsiteX17" fmla="*/ 4060287 w 6762980"/>
              <a:gd name="connsiteY17" fmla="*/ 4288332 h 6857998"/>
              <a:gd name="connsiteX18" fmla="*/ 4060287 w 6762980"/>
              <a:gd name="connsiteY18" fmla="*/ 5143496 h 6857998"/>
              <a:gd name="connsiteX19" fmla="*/ 4001986 w 6762980"/>
              <a:gd name="connsiteY19" fmla="*/ 5143496 h 6857998"/>
              <a:gd name="connsiteX20" fmla="*/ 2706858 w 6762980"/>
              <a:gd name="connsiteY20" fmla="*/ 4346735 h 6857998"/>
              <a:gd name="connsiteX21" fmla="*/ 2706858 w 6762980"/>
              <a:gd name="connsiteY21" fmla="*/ 4284161 h 6857998"/>
              <a:gd name="connsiteX22" fmla="*/ 4051956 w 6762980"/>
              <a:gd name="connsiteY22" fmla="*/ 4284161 h 6857998"/>
              <a:gd name="connsiteX23" fmla="*/ 5409551 w 6762980"/>
              <a:gd name="connsiteY23" fmla="*/ 2569662 h 6857998"/>
              <a:gd name="connsiteX24" fmla="*/ 6762980 w 6762980"/>
              <a:gd name="connsiteY24" fmla="*/ 2569662 h 6857998"/>
              <a:gd name="connsiteX25" fmla="*/ 6762980 w 6762980"/>
              <a:gd name="connsiteY25" fmla="*/ 3428997 h 6857998"/>
              <a:gd name="connsiteX26" fmla="*/ 6762980 w 6762980"/>
              <a:gd name="connsiteY26" fmla="*/ 4288332 h 6857998"/>
              <a:gd name="connsiteX27" fmla="*/ 5409551 w 6762980"/>
              <a:gd name="connsiteY27" fmla="*/ 4288332 h 6857998"/>
              <a:gd name="connsiteX28" fmla="*/ 5409551 w 6762980"/>
              <a:gd name="connsiteY28" fmla="*/ 4225761 h 6857998"/>
              <a:gd name="connsiteX29" fmla="*/ 6704680 w 6762980"/>
              <a:gd name="connsiteY29" fmla="*/ 3428997 h 6857998"/>
              <a:gd name="connsiteX30" fmla="*/ 5409551 w 6762980"/>
              <a:gd name="connsiteY30" fmla="*/ 2632237 h 6857998"/>
              <a:gd name="connsiteX31" fmla="*/ 1295128 w 6762980"/>
              <a:gd name="connsiteY31" fmla="*/ 1714499 h 6857998"/>
              <a:gd name="connsiteX32" fmla="*/ 1353429 w 6762980"/>
              <a:gd name="connsiteY32" fmla="*/ 1714499 h 6857998"/>
              <a:gd name="connsiteX33" fmla="*/ 1353429 w 6762980"/>
              <a:gd name="connsiteY33" fmla="*/ 2569662 h 6857998"/>
              <a:gd name="connsiteX34" fmla="*/ 2702693 w 6762980"/>
              <a:gd name="connsiteY34" fmla="*/ 2569662 h 6857998"/>
              <a:gd name="connsiteX35" fmla="*/ 2702693 w 6762980"/>
              <a:gd name="connsiteY35" fmla="*/ 2632237 h 6857998"/>
              <a:gd name="connsiteX36" fmla="*/ 1407564 w 6762980"/>
              <a:gd name="connsiteY36" fmla="*/ 3428997 h 6857998"/>
              <a:gd name="connsiteX37" fmla="*/ 1349264 w 6762980"/>
              <a:gd name="connsiteY37" fmla="*/ 3428997 h 6857998"/>
              <a:gd name="connsiteX38" fmla="*/ 1349264 w 6762980"/>
              <a:gd name="connsiteY38" fmla="*/ 2573833 h 6857998"/>
              <a:gd name="connsiteX39" fmla="*/ 0 w 6762980"/>
              <a:gd name="connsiteY39" fmla="*/ 2573833 h 6857998"/>
              <a:gd name="connsiteX40" fmla="*/ 0 w 6762980"/>
              <a:gd name="connsiteY40" fmla="*/ 2511262 h 6857998"/>
              <a:gd name="connsiteX41" fmla="*/ 1295128 w 6762980"/>
              <a:gd name="connsiteY41" fmla="*/ 1714499 h 6857998"/>
              <a:gd name="connsiteX42" fmla="*/ 4001986 w 6762980"/>
              <a:gd name="connsiteY42" fmla="*/ 0 h 6857998"/>
              <a:gd name="connsiteX43" fmla="*/ 4060287 w 6762980"/>
              <a:gd name="connsiteY43" fmla="*/ 0 h 6857998"/>
              <a:gd name="connsiteX44" fmla="*/ 4060287 w 6762980"/>
              <a:gd name="connsiteY44" fmla="*/ 859335 h 6857998"/>
              <a:gd name="connsiteX45" fmla="*/ 2706858 w 6762980"/>
              <a:gd name="connsiteY45" fmla="*/ 859335 h 6857998"/>
              <a:gd name="connsiteX46" fmla="*/ 2706858 w 6762980"/>
              <a:gd name="connsiteY46" fmla="*/ 796763 h 6857998"/>
              <a:gd name="connsiteX47" fmla="*/ 4001986 w 6762980"/>
              <a:gd name="connsiteY47"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762980" h="6857998">
                <a:moveTo>
                  <a:pt x="4001986" y="5143499"/>
                </a:moveTo>
                <a:lnTo>
                  <a:pt x="4001986" y="5147670"/>
                </a:lnTo>
                <a:lnTo>
                  <a:pt x="4060287" y="5147670"/>
                </a:lnTo>
                <a:lnTo>
                  <a:pt x="4060287" y="5998663"/>
                </a:lnTo>
                <a:lnTo>
                  <a:pt x="5405385" y="5998663"/>
                </a:lnTo>
                <a:lnTo>
                  <a:pt x="5405385" y="6061237"/>
                </a:lnTo>
                <a:cubicBezTo>
                  <a:pt x="4689109" y="6061237"/>
                  <a:pt x="4110257" y="6419987"/>
                  <a:pt x="4110257" y="6857998"/>
                </a:cubicBezTo>
                <a:lnTo>
                  <a:pt x="4110257" y="6853827"/>
                </a:lnTo>
                <a:lnTo>
                  <a:pt x="4051956" y="6853827"/>
                </a:lnTo>
                <a:lnTo>
                  <a:pt x="4051956" y="6002834"/>
                </a:lnTo>
                <a:lnTo>
                  <a:pt x="2706858" y="6002834"/>
                </a:lnTo>
                <a:lnTo>
                  <a:pt x="2706858" y="5940260"/>
                </a:lnTo>
                <a:cubicBezTo>
                  <a:pt x="3423134" y="5940260"/>
                  <a:pt x="4001986" y="5581510"/>
                  <a:pt x="4001986" y="5143499"/>
                </a:cubicBezTo>
                <a:close/>
                <a:moveTo>
                  <a:pt x="4051956" y="3428997"/>
                </a:moveTo>
                <a:lnTo>
                  <a:pt x="4110257" y="3428997"/>
                </a:lnTo>
                <a:cubicBezTo>
                  <a:pt x="4110257" y="3867008"/>
                  <a:pt x="4689109" y="4225761"/>
                  <a:pt x="5405385" y="4225761"/>
                </a:cubicBezTo>
                <a:lnTo>
                  <a:pt x="5405385" y="4288332"/>
                </a:lnTo>
                <a:lnTo>
                  <a:pt x="4060287" y="4288332"/>
                </a:lnTo>
                <a:lnTo>
                  <a:pt x="4060287" y="5143496"/>
                </a:lnTo>
                <a:lnTo>
                  <a:pt x="4001986" y="5143496"/>
                </a:lnTo>
                <a:cubicBezTo>
                  <a:pt x="4001986" y="4705485"/>
                  <a:pt x="3423134" y="4346735"/>
                  <a:pt x="2706858" y="4346735"/>
                </a:cubicBezTo>
                <a:lnTo>
                  <a:pt x="2706858" y="4284161"/>
                </a:lnTo>
                <a:lnTo>
                  <a:pt x="4051956" y="4284161"/>
                </a:lnTo>
                <a:close/>
                <a:moveTo>
                  <a:pt x="5409551" y="2569662"/>
                </a:moveTo>
                <a:lnTo>
                  <a:pt x="6762980" y="2569662"/>
                </a:lnTo>
                <a:lnTo>
                  <a:pt x="6762980" y="3428997"/>
                </a:lnTo>
                <a:lnTo>
                  <a:pt x="6762980" y="4288332"/>
                </a:lnTo>
                <a:lnTo>
                  <a:pt x="5409551" y="4288332"/>
                </a:lnTo>
                <a:lnTo>
                  <a:pt x="5409551" y="4225761"/>
                </a:lnTo>
                <a:cubicBezTo>
                  <a:pt x="6125827" y="4225761"/>
                  <a:pt x="6704680" y="3867008"/>
                  <a:pt x="6704680" y="3428997"/>
                </a:cubicBezTo>
                <a:cubicBezTo>
                  <a:pt x="6704680" y="2990986"/>
                  <a:pt x="6125827" y="2632237"/>
                  <a:pt x="5409551" y="2632237"/>
                </a:cubicBezTo>
                <a:close/>
                <a:moveTo>
                  <a:pt x="1295128" y="1714499"/>
                </a:moveTo>
                <a:lnTo>
                  <a:pt x="1353429" y="1714499"/>
                </a:lnTo>
                <a:lnTo>
                  <a:pt x="1353429" y="2569662"/>
                </a:lnTo>
                <a:lnTo>
                  <a:pt x="2702693" y="2569662"/>
                </a:lnTo>
                <a:lnTo>
                  <a:pt x="2702693" y="2632237"/>
                </a:lnTo>
                <a:cubicBezTo>
                  <a:pt x="1986417" y="2632237"/>
                  <a:pt x="1407564" y="2990986"/>
                  <a:pt x="1407564" y="3428997"/>
                </a:cubicBezTo>
                <a:lnTo>
                  <a:pt x="1349264" y="3428997"/>
                </a:lnTo>
                <a:lnTo>
                  <a:pt x="1349264" y="2573833"/>
                </a:lnTo>
                <a:lnTo>
                  <a:pt x="0" y="2573833"/>
                </a:lnTo>
                <a:lnTo>
                  <a:pt x="0" y="2511262"/>
                </a:lnTo>
                <a:cubicBezTo>
                  <a:pt x="716276" y="2511262"/>
                  <a:pt x="1295128" y="2152509"/>
                  <a:pt x="1295128" y="1714499"/>
                </a:cubicBezTo>
                <a:close/>
                <a:moveTo>
                  <a:pt x="4001986" y="0"/>
                </a:moveTo>
                <a:lnTo>
                  <a:pt x="4060287" y="0"/>
                </a:lnTo>
                <a:lnTo>
                  <a:pt x="4060287" y="859335"/>
                </a:lnTo>
                <a:lnTo>
                  <a:pt x="2706858" y="859335"/>
                </a:lnTo>
                <a:lnTo>
                  <a:pt x="2706858" y="796763"/>
                </a:lnTo>
                <a:cubicBezTo>
                  <a:pt x="3423134" y="796763"/>
                  <a:pt x="4001986" y="438011"/>
                  <a:pt x="4001986" y="0"/>
                </a:cubicBezTo>
                <a:close/>
              </a:path>
            </a:pathLst>
          </a:custGeom>
          <a:solidFill>
            <a:schemeClr val="tx2"/>
          </a:solidFill>
          <a:ln w="16168" cap="flat">
            <a:noFill/>
            <a:prstDash val="solid"/>
            <a:miter/>
          </a:ln>
        </p:spPr>
        <p:txBody>
          <a:bodyPr wrap="square" rtlCol="0" anchor="ctr">
            <a:noAutofit/>
          </a:bodyPr>
          <a:lstStyle/>
          <a:p>
            <a:endParaRPr lang="en-GR" sz="1800"/>
          </a:p>
        </p:txBody>
      </p:sp>
      <p:sp>
        <p:nvSpPr>
          <p:cNvPr id="32" name="Text Placeholder 9">
            <a:extLst>
              <a:ext uri="{FF2B5EF4-FFF2-40B4-BE49-F238E27FC236}">
                <a16:creationId xmlns:a16="http://schemas.microsoft.com/office/drawing/2014/main" id="{E465D4D7-E614-CD57-EA27-393253F6F867}"/>
              </a:ext>
            </a:extLst>
          </p:cNvPr>
          <p:cNvSpPr>
            <a:spLocks noGrp="1"/>
          </p:cNvSpPr>
          <p:nvPr userDrawn="1">
            <p:ph type="body" sz="quarter" idx="16" hasCustomPrompt="1"/>
          </p:nvPr>
        </p:nvSpPr>
        <p:spPr>
          <a:xfrm>
            <a:off x="1703513" y="2592682"/>
            <a:ext cx="4896543" cy="928652"/>
          </a:xfrm>
          <a:prstGeom prst="rect">
            <a:avLst/>
          </a:prstGeom>
        </p:spPr>
        <p:txBody>
          <a:bodyPr lIns="0" anchor="t" anchorCtr="0">
            <a:spAutoFit/>
          </a:bodyPr>
          <a:lstStyle>
            <a:lvl1pPr marL="0" indent="0">
              <a:spcBef>
                <a:spcPts val="0"/>
              </a:spcBef>
              <a:buFontTx/>
              <a:buNone/>
              <a:defRPr sz="6000">
                <a:solidFill>
                  <a:schemeClr val="bg2"/>
                </a:solidFill>
              </a:defRPr>
            </a:lvl1pPr>
          </a:lstStyle>
          <a:p>
            <a:pPr lvl="0"/>
            <a:r>
              <a:rPr lang="en-GB"/>
              <a:t>Divider</a:t>
            </a:r>
            <a:endParaRPr lang="en-GR"/>
          </a:p>
        </p:txBody>
      </p:sp>
      <p:sp>
        <p:nvSpPr>
          <p:cNvPr id="2" name="Text Placeholder 17">
            <a:extLst>
              <a:ext uri="{FF2B5EF4-FFF2-40B4-BE49-F238E27FC236}">
                <a16:creationId xmlns:a16="http://schemas.microsoft.com/office/drawing/2014/main" id="{572D7CF8-7D6F-2B6A-C34E-981BDD004AF3}"/>
              </a:ext>
            </a:extLst>
          </p:cNvPr>
          <p:cNvSpPr>
            <a:spLocks noGrp="1"/>
          </p:cNvSpPr>
          <p:nvPr userDrawn="1">
            <p:ph type="body" sz="quarter" idx="14" hasCustomPrompt="1"/>
          </p:nvPr>
        </p:nvSpPr>
        <p:spPr>
          <a:xfrm>
            <a:off x="1703513" y="3429000"/>
            <a:ext cx="4896544" cy="2925000"/>
          </a:xfrm>
          <a:prstGeom prst="rect">
            <a:avLst/>
          </a:prstGeom>
        </p:spPr>
        <p:txBody>
          <a:bodyPr lIns="54000" anchor="t" anchorCtr="0">
            <a:normAutofit/>
          </a:bodyPr>
          <a:lstStyle>
            <a:lvl1pPr marL="0" indent="0">
              <a:buNone/>
              <a:defRPr sz="16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3" name="Title 1">
            <a:extLst>
              <a:ext uri="{FF2B5EF4-FFF2-40B4-BE49-F238E27FC236}">
                <a16:creationId xmlns:a16="http://schemas.microsoft.com/office/drawing/2014/main" id="{607BC90B-7E5B-38F6-A41B-03C6C6E853C2}"/>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solidFill>
                  <a:schemeClr val="bg1"/>
                </a:solidFill>
              </a:defRPr>
            </a:lvl1pPr>
          </a:lstStyle>
          <a:p>
            <a:r>
              <a:rPr lang="en-GB"/>
              <a:t>00</a:t>
            </a:r>
            <a:endParaRPr lang="en-GR"/>
          </a:p>
        </p:txBody>
      </p:sp>
      <p:sp>
        <p:nvSpPr>
          <p:cNvPr id="4" name="Slide Number Placeholder 4">
            <a:extLst>
              <a:ext uri="{FF2B5EF4-FFF2-40B4-BE49-F238E27FC236}">
                <a16:creationId xmlns:a16="http://schemas.microsoft.com/office/drawing/2014/main" id="{CE6AAFCB-DEBB-EA29-75AB-C33ED361F934}"/>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pic>
        <p:nvPicPr>
          <p:cNvPr id="8" name="Graphic 7">
            <a:extLst>
              <a:ext uri="{FF2B5EF4-FFF2-40B4-BE49-F238E27FC236}">
                <a16:creationId xmlns:a16="http://schemas.microsoft.com/office/drawing/2014/main" id="{E55802C0-D155-9ADC-B723-CC85FDEAAF4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01" y="6465600"/>
            <a:ext cx="1007999" cy="210763"/>
          </a:xfrm>
          <a:prstGeom prst="rect">
            <a:avLst/>
          </a:prstGeom>
        </p:spPr>
      </p:pic>
    </p:spTree>
    <p:extLst>
      <p:ext uri="{BB962C8B-B14F-4D97-AF65-F5344CB8AC3E}">
        <p14:creationId xmlns:p14="http://schemas.microsoft.com/office/powerpoint/2010/main" val="165603056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4_Divid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FE1D89C-1D79-9901-A603-363FC5789578}"/>
              </a:ext>
            </a:extLst>
          </p:cNvPr>
          <p:cNvSpPr/>
          <p:nvPr userDrawn="1"/>
        </p:nvSpPr>
        <p:spPr>
          <a:xfrm>
            <a:off x="0" y="0"/>
            <a:ext cx="12192000"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latin typeface="Aptos" panose="020B0004020202020204" pitchFamily="34" charset="0"/>
            </a:endParaRPr>
          </a:p>
        </p:txBody>
      </p:sp>
      <p:sp>
        <p:nvSpPr>
          <p:cNvPr id="9" name="Freeform 8">
            <a:extLst>
              <a:ext uri="{FF2B5EF4-FFF2-40B4-BE49-F238E27FC236}">
                <a16:creationId xmlns:a16="http://schemas.microsoft.com/office/drawing/2014/main" id="{86AF001B-2500-BB6E-BE9F-35AD7B4C5163}"/>
              </a:ext>
            </a:extLst>
          </p:cNvPr>
          <p:cNvSpPr/>
          <p:nvPr/>
        </p:nvSpPr>
        <p:spPr>
          <a:xfrm>
            <a:off x="7143976" y="9"/>
            <a:ext cx="3857511" cy="6858000"/>
          </a:xfrm>
          <a:custGeom>
            <a:avLst/>
            <a:gdLst>
              <a:gd name="connsiteX0" fmla="*/ 2571678 w 3857511"/>
              <a:gd name="connsiteY0" fmla="*/ 6000753 h 6858000"/>
              <a:gd name="connsiteX1" fmla="*/ 3857511 w 3857511"/>
              <a:gd name="connsiteY1" fmla="*/ 6000753 h 6858000"/>
              <a:gd name="connsiteX2" fmla="*/ 3857511 w 3857511"/>
              <a:gd name="connsiteY2" fmla="*/ 6051758 h 6858000"/>
              <a:gd name="connsiteX3" fmla="*/ 2620025 w 3857511"/>
              <a:gd name="connsiteY3" fmla="*/ 6858000 h 6858000"/>
              <a:gd name="connsiteX4" fmla="*/ 2571678 w 3857511"/>
              <a:gd name="connsiteY4" fmla="*/ 6858000 h 6858000"/>
              <a:gd name="connsiteX5" fmla="*/ 2523331 w 3857511"/>
              <a:gd name="connsiteY5" fmla="*/ 5143506 h 6858000"/>
              <a:gd name="connsiteX6" fmla="*/ 2571678 w 3857511"/>
              <a:gd name="connsiteY6" fmla="*/ 5143506 h 6858000"/>
              <a:gd name="connsiteX7" fmla="*/ 2571678 w 3857511"/>
              <a:gd name="connsiteY7" fmla="*/ 6000753 h 6858000"/>
              <a:gd name="connsiteX8" fmla="*/ 1285845 w 3857511"/>
              <a:gd name="connsiteY8" fmla="*/ 6000753 h 6858000"/>
              <a:gd name="connsiteX9" fmla="*/ 1285845 w 3857511"/>
              <a:gd name="connsiteY9" fmla="*/ 5949748 h 6858000"/>
              <a:gd name="connsiteX10" fmla="*/ 2523331 w 3857511"/>
              <a:gd name="connsiteY10" fmla="*/ 5143506 h 6858000"/>
              <a:gd name="connsiteX11" fmla="*/ 0 w 3857511"/>
              <a:gd name="connsiteY11" fmla="*/ 3429000 h 6858000"/>
              <a:gd name="connsiteX12" fmla="*/ 48346 w 3857511"/>
              <a:gd name="connsiteY12" fmla="*/ 3429000 h 6858000"/>
              <a:gd name="connsiteX13" fmla="*/ 1285833 w 3857511"/>
              <a:gd name="connsiteY13" fmla="*/ 4235242 h 6858000"/>
              <a:gd name="connsiteX14" fmla="*/ 1285833 w 3857511"/>
              <a:gd name="connsiteY14" fmla="*/ 4286247 h 6858000"/>
              <a:gd name="connsiteX15" fmla="*/ 0 w 3857511"/>
              <a:gd name="connsiteY15" fmla="*/ 4286247 h 6858000"/>
              <a:gd name="connsiteX16" fmla="*/ 1285845 w 3857511"/>
              <a:gd name="connsiteY16" fmla="*/ 2571752 h 6858000"/>
              <a:gd name="connsiteX17" fmla="*/ 2571678 w 3857511"/>
              <a:gd name="connsiteY17" fmla="*/ 2571752 h 6858000"/>
              <a:gd name="connsiteX18" fmla="*/ 2571678 w 3857511"/>
              <a:gd name="connsiteY18" fmla="*/ 3428999 h 6858000"/>
              <a:gd name="connsiteX19" fmla="*/ 2523331 w 3857511"/>
              <a:gd name="connsiteY19" fmla="*/ 3428999 h 6858000"/>
              <a:gd name="connsiteX20" fmla="*/ 1285845 w 3857511"/>
              <a:gd name="connsiteY20" fmla="*/ 2622757 h 6858000"/>
              <a:gd name="connsiteX21" fmla="*/ 2523331 w 3857511"/>
              <a:gd name="connsiteY21" fmla="*/ 0 h 6858000"/>
              <a:gd name="connsiteX22" fmla="*/ 2571678 w 3857511"/>
              <a:gd name="connsiteY22" fmla="*/ 0 h 6858000"/>
              <a:gd name="connsiteX23" fmla="*/ 2571678 w 3857511"/>
              <a:gd name="connsiteY23" fmla="*/ 857246 h 6858000"/>
              <a:gd name="connsiteX24" fmla="*/ 3857511 w 3857511"/>
              <a:gd name="connsiteY24" fmla="*/ 857246 h 6858000"/>
              <a:gd name="connsiteX25" fmla="*/ 3857511 w 3857511"/>
              <a:gd name="connsiteY25" fmla="*/ 908251 h 6858000"/>
              <a:gd name="connsiteX26" fmla="*/ 2626415 w 3857511"/>
              <a:gd name="connsiteY26" fmla="*/ 1632077 h 6858000"/>
              <a:gd name="connsiteX27" fmla="*/ 2620025 w 3857511"/>
              <a:gd name="connsiteY27" fmla="*/ 1714493 h 6858000"/>
              <a:gd name="connsiteX28" fmla="*/ 2626415 w 3857511"/>
              <a:gd name="connsiteY28" fmla="*/ 1796909 h 6858000"/>
              <a:gd name="connsiteX29" fmla="*/ 3857511 w 3857511"/>
              <a:gd name="connsiteY29" fmla="*/ 2520735 h 6858000"/>
              <a:gd name="connsiteX30" fmla="*/ 3857511 w 3857511"/>
              <a:gd name="connsiteY30" fmla="*/ 2571740 h 6858000"/>
              <a:gd name="connsiteX31" fmla="*/ 2571678 w 3857511"/>
              <a:gd name="connsiteY31" fmla="*/ 2571740 h 6858000"/>
              <a:gd name="connsiteX32" fmla="*/ 2571678 w 3857511"/>
              <a:gd name="connsiteY32" fmla="*/ 1714493 h 6858000"/>
              <a:gd name="connsiteX33" fmla="*/ 2571678 w 3857511"/>
              <a:gd name="connsiteY33" fmla="*/ 1714493 h 6858000"/>
              <a:gd name="connsiteX34" fmla="*/ 2571678 w 3857511"/>
              <a:gd name="connsiteY34" fmla="*/ 857247 h 6858000"/>
              <a:gd name="connsiteX35" fmla="*/ 1285845 w 3857511"/>
              <a:gd name="connsiteY35" fmla="*/ 857247 h 6858000"/>
              <a:gd name="connsiteX36" fmla="*/ 1285845 w 3857511"/>
              <a:gd name="connsiteY36" fmla="*/ 806242 h 6858000"/>
              <a:gd name="connsiteX37" fmla="*/ 2523331 w 3857511"/>
              <a:gd name="connsiteY3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57511" h="6858000">
                <a:moveTo>
                  <a:pt x="2571678" y="6000753"/>
                </a:moveTo>
                <a:lnTo>
                  <a:pt x="3857511" y="6000753"/>
                </a:lnTo>
                <a:lnTo>
                  <a:pt x="3857511" y="6051758"/>
                </a:lnTo>
                <a:cubicBezTo>
                  <a:pt x="3174136" y="6051758"/>
                  <a:pt x="2620025" y="6412831"/>
                  <a:pt x="2620025" y="6858000"/>
                </a:cubicBezTo>
                <a:lnTo>
                  <a:pt x="2571678" y="6858000"/>
                </a:lnTo>
                <a:close/>
                <a:moveTo>
                  <a:pt x="2523331" y="5143506"/>
                </a:moveTo>
                <a:lnTo>
                  <a:pt x="2571678" y="5143506"/>
                </a:lnTo>
                <a:lnTo>
                  <a:pt x="2571678" y="6000753"/>
                </a:lnTo>
                <a:lnTo>
                  <a:pt x="1285845" y="6000753"/>
                </a:lnTo>
                <a:lnTo>
                  <a:pt x="1285845" y="5949748"/>
                </a:lnTo>
                <a:cubicBezTo>
                  <a:pt x="1969220" y="5949748"/>
                  <a:pt x="2523331" y="5588676"/>
                  <a:pt x="2523331" y="5143506"/>
                </a:cubicBezTo>
                <a:close/>
                <a:moveTo>
                  <a:pt x="0" y="3429000"/>
                </a:moveTo>
                <a:lnTo>
                  <a:pt x="48346" y="3429000"/>
                </a:lnTo>
                <a:cubicBezTo>
                  <a:pt x="48346" y="3874170"/>
                  <a:pt x="602458" y="4235242"/>
                  <a:pt x="1285833" y="4235242"/>
                </a:cubicBezTo>
                <a:lnTo>
                  <a:pt x="1285833" y="4286247"/>
                </a:lnTo>
                <a:lnTo>
                  <a:pt x="0" y="4286247"/>
                </a:lnTo>
                <a:close/>
                <a:moveTo>
                  <a:pt x="1285845" y="2571752"/>
                </a:moveTo>
                <a:lnTo>
                  <a:pt x="2571678" y="2571752"/>
                </a:lnTo>
                <a:lnTo>
                  <a:pt x="2571678" y="3428999"/>
                </a:lnTo>
                <a:lnTo>
                  <a:pt x="2523331" y="3428999"/>
                </a:lnTo>
                <a:cubicBezTo>
                  <a:pt x="2523331" y="2983830"/>
                  <a:pt x="1969220" y="2622757"/>
                  <a:pt x="1285845" y="2622757"/>
                </a:cubicBezTo>
                <a:close/>
                <a:moveTo>
                  <a:pt x="2523331" y="0"/>
                </a:moveTo>
                <a:lnTo>
                  <a:pt x="2571678" y="0"/>
                </a:lnTo>
                <a:lnTo>
                  <a:pt x="2571678" y="857246"/>
                </a:lnTo>
                <a:lnTo>
                  <a:pt x="3857511" y="857246"/>
                </a:lnTo>
                <a:lnTo>
                  <a:pt x="3857511" y="908251"/>
                </a:lnTo>
                <a:cubicBezTo>
                  <a:pt x="3216847" y="908251"/>
                  <a:pt x="2689794" y="1225600"/>
                  <a:pt x="2626415" y="1632077"/>
                </a:cubicBezTo>
                <a:lnTo>
                  <a:pt x="2620025" y="1714493"/>
                </a:lnTo>
                <a:lnTo>
                  <a:pt x="2626415" y="1796909"/>
                </a:lnTo>
                <a:cubicBezTo>
                  <a:pt x="2689794" y="2203387"/>
                  <a:pt x="3216847" y="2520735"/>
                  <a:pt x="3857511" y="2520735"/>
                </a:cubicBezTo>
                <a:lnTo>
                  <a:pt x="3857511" y="2571740"/>
                </a:lnTo>
                <a:lnTo>
                  <a:pt x="2571678" y="2571740"/>
                </a:lnTo>
                <a:lnTo>
                  <a:pt x="2571678" y="1714493"/>
                </a:lnTo>
                <a:lnTo>
                  <a:pt x="2571678" y="1714493"/>
                </a:lnTo>
                <a:lnTo>
                  <a:pt x="2571678" y="857247"/>
                </a:lnTo>
                <a:lnTo>
                  <a:pt x="1285845" y="857247"/>
                </a:lnTo>
                <a:lnTo>
                  <a:pt x="1285845" y="806242"/>
                </a:lnTo>
                <a:cubicBezTo>
                  <a:pt x="1969220" y="806242"/>
                  <a:pt x="2523331" y="445169"/>
                  <a:pt x="2523331" y="0"/>
                </a:cubicBezTo>
                <a:close/>
              </a:path>
            </a:pathLst>
          </a:custGeom>
          <a:solidFill>
            <a:schemeClr val="tx2"/>
          </a:solidFill>
          <a:ln w="690" cap="flat">
            <a:noFill/>
            <a:prstDash val="solid"/>
            <a:miter/>
          </a:ln>
        </p:spPr>
        <p:txBody>
          <a:bodyPr wrap="square" rtlCol="0" anchor="ctr">
            <a:noAutofit/>
          </a:bodyPr>
          <a:lstStyle/>
          <a:p>
            <a:endParaRPr lang="en-GR" sz="1800"/>
          </a:p>
        </p:txBody>
      </p:sp>
      <p:sp>
        <p:nvSpPr>
          <p:cNvPr id="30" name="Text Placeholder 9">
            <a:extLst>
              <a:ext uri="{FF2B5EF4-FFF2-40B4-BE49-F238E27FC236}">
                <a16:creationId xmlns:a16="http://schemas.microsoft.com/office/drawing/2014/main" id="{3E6F1FB3-676D-147B-2DD1-D3B9D756B436}"/>
              </a:ext>
            </a:extLst>
          </p:cNvPr>
          <p:cNvSpPr>
            <a:spLocks noGrp="1"/>
          </p:cNvSpPr>
          <p:nvPr userDrawn="1">
            <p:ph type="body" sz="quarter" idx="16" hasCustomPrompt="1"/>
          </p:nvPr>
        </p:nvSpPr>
        <p:spPr>
          <a:xfrm>
            <a:off x="1703513" y="2592682"/>
            <a:ext cx="4896543" cy="928652"/>
          </a:xfrm>
          <a:prstGeom prst="rect">
            <a:avLst/>
          </a:prstGeom>
        </p:spPr>
        <p:txBody>
          <a:bodyPr lIns="0" anchor="t" anchorCtr="0">
            <a:spAutoFit/>
          </a:bodyPr>
          <a:lstStyle>
            <a:lvl1pPr marL="0" indent="0">
              <a:spcBef>
                <a:spcPts val="0"/>
              </a:spcBef>
              <a:buFontTx/>
              <a:buNone/>
              <a:defRPr sz="6000">
                <a:solidFill>
                  <a:schemeClr val="bg2"/>
                </a:solidFill>
              </a:defRPr>
            </a:lvl1pPr>
          </a:lstStyle>
          <a:p>
            <a:pPr lvl="0"/>
            <a:r>
              <a:rPr lang="en-GB"/>
              <a:t>Divider</a:t>
            </a:r>
            <a:endParaRPr lang="en-GR"/>
          </a:p>
        </p:txBody>
      </p:sp>
      <p:sp>
        <p:nvSpPr>
          <p:cNvPr id="2" name="Text Placeholder 17">
            <a:extLst>
              <a:ext uri="{FF2B5EF4-FFF2-40B4-BE49-F238E27FC236}">
                <a16:creationId xmlns:a16="http://schemas.microsoft.com/office/drawing/2014/main" id="{6211F747-E8FC-7495-3A90-9D18B641C6C2}"/>
              </a:ext>
            </a:extLst>
          </p:cNvPr>
          <p:cNvSpPr>
            <a:spLocks noGrp="1"/>
          </p:cNvSpPr>
          <p:nvPr userDrawn="1">
            <p:ph type="body" sz="quarter" idx="14" hasCustomPrompt="1"/>
          </p:nvPr>
        </p:nvSpPr>
        <p:spPr>
          <a:xfrm>
            <a:off x="1703513" y="3429000"/>
            <a:ext cx="4896544" cy="2925000"/>
          </a:xfrm>
          <a:prstGeom prst="rect">
            <a:avLst/>
          </a:prstGeom>
        </p:spPr>
        <p:txBody>
          <a:bodyPr lIns="54000" anchor="t" anchorCtr="0">
            <a:normAutofit/>
          </a:bodyPr>
          <a:lstStyle>
            <a:lvl1pPr marL="0" indent="0">
              <a:buNone/>
              <a:defRPr sz="16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3" name="Title 1">
            <a:extLst>
              <a:ext uri="{FF2B5EF4-FFF2-40B4-BE49-F238E27FC236}">
                <a16:creationId xmlns:a16="http://schemas.microsoft.com/office/drawing/2014/main" id="{FE40CA7F-E0E2-413F-04EA-EA0373BD6965}"/>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solidFill>
                  <a:schemeClr val="bg1"/>
                </a:solidFill>
              </a:defRPr>
            </a:lvl1pPr>
          </a:lstStyle>
          <a:p>
            <a:r>
              <a:rPr lang="en-GB"/>
              <a:t>00</a:t>
            </a:r>
            <a:endParaRPr lang="en-GR"/>
          </a:p>
        </p:txBody>
      </p:sp>
      <p:sp>
        <p:nvSpPr>
          <p:cNvPr id="4" name="Slide Number Placeholder 4">
            <a:extLst>
              <a:ext uri="{FF2B5EF4-FFF2-40B4-BE49-F238E27FC236}">
                <a16:creationId xmlns:a16="http://schemas.microsoft.com/office/drawing/2014/main" id="{716919B8-0A13-0AA2-838A-DD0F6026F5FC}"/>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pic>
        <p:nvPicPr>
          <p:cNvPr id="6" name="Graphic 5">
            <a:extLst>
              <a:ext uri="{FF2B5EF4-FFF2-40B4-BE49-F238E27FC236}">
                <a16:creationId xmlns:a16="http://schemas.microsoft.com/office/drawing/2014/main" id="{50F9A868-5260-1970-E838-A2C334AACC9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01" y="6465600"/>
            <a:ext cx="1007999" cy="210763"/>
          </a:xfrm>
          <a:prstGeom prst="rect">
            <a:avLst/>
          </a:prstGeom>
        </p:spPr>
      </p:pic>
    </p:spTree>
    <p:extLst>
      <p:ext uri="{BB962C8B-B14F-4D97-AF65-F5344CB8AC3E}">
        <p14:creationId xmlns:p14="http://schemas.microsoft.com/office/powerpoint/2010/main" val="263146931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5_Divid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D8D150F-6EAA-E44F-54CB-3ABC52B5A582}"/>
              </a:ext>
            </a:extLst>
          </p:cNvPr>
          <p:cNvSpPr/>
          <p:nvPr userDrawn="1"/>
        </p:nvSpPr>
        <p:spPr>
          <a:xfrm>
            <a:off x="0" y="0"/>
            <a:ext cx="12192000" cy="6858000"/>
          </a:xfrm>
          <a:prstGeom prst="rect">
            <a:avLst/>
          </a:prstGeom>
          <a:solidFill>
            <a:schemeClr val="tx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latin typeface="Aptos" panose="020B0004020202020204" pitchFamily="34" charset="0"/>
            </a:endParaRPr>
          </a:p>
        </p:txBody>
      </p:sp>
      <p:pic>
        <p:nvPicPr>
          <p:cNvPr id="3" name="Graphic 2">
            <a:extLst>
              <a:ext uri="{FF2B5EF4-FFF2-40B4-BE49-F238E27FC236}">
                <a16:creationId xmlns:a16="http://schemas.microsoft.com/office/drawing/2014/main" id="{ECE2AB00-564F-BE77-9F34-C136B796B500}"/>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r="23071"/>
          <a:stretch/>
        </p:blipFill>
        <p:spPr>
          <a:xfrm>
            <a:off x="6865315" y="1244600"/>
            <a:ext cx="5326686" cy="4368800"/>
          </a:xfrm>
          <a:prstGeom prst="rect">
            <a:avLst/>
          </a:prstGeom>
        </p:spPr>
      </p:pic>
      <p:sp>
        <p:nvSpPr>
          <p:cNvPr id="23" name="Text Placeholder 9">
            <a:extLst>
              <a:ext uri="{FF2B5EF4-FFF2-40B4-BE49-F238E27FC236}">
                <a16:creationId xmlns:a16="http://schemas.microsoft.com/office/drawing/2014/main" id="{F52A8AB6-AA3F-05AB-4B52-B10B0ACB55F0}"/>
              </a:ext>
            </a:extLst>
          </p:cNvPr>
          <p:cNvSpPr>
            <a:spLocks noGrp="1"/>
          </p:cNvSpPr>
          <p:nvPr>
            <p:ph type="body" sz="quarter" idx="16" hasCustomPrompt="1"/>
          </p:nvPr>
        </p:nvSpPr>
        <p:spPr>
          <a:xfrm>
            <a:off x="1703513" y="2592682"/>
            <a:ext cx="4896543" cy="928652"/>
          </a:xfrm>
          <a:prstGeom prst="rect">
            <a:avLst/>
          </a:prstGeom>
        </p:spPr>
        <p:txBody>
          <a:bodyPr lIns="0" anchor="t" anchorCtr="0">
            <a:spAutoFit/>
          </a:bodyPr>
          <a:lstStyle>
            <a:lvl1pPr marL="0" indent="0">
              <a:spcBef>
                <a:spcPts val="0"/>
              </a:spcBef>
              <a:buFontTx/>
              <a:buNone/>
              <a:defRPr sz="6000">
                <a:solidFill>
                  <a:schemeClr val="bg2"/>
                </a:solidFill>
              </a:defRPr>
            </a:lvl1pPr>
          </a:lstStyle>
          <a:p>
            <a:pPr lvl="0"/>
            <a:r>
              <a:rPr lang="en-GB"/>
              <a:t>Divider</a:t>
            </a:r>
            <a:endParaRPr lang="en-GR"/>
          </a:p>
        </p:txBody>
      </p:sp>
      <p:sp>
        <p:nvSpPr>
          <p:cNvPr id="2" name="Text Placeholder 17">
            <a:extLst>
              <a:ext uri="{FF2B5EF4-FFF2-40B4-BE49-F238E27FC236}">
                <a16:creationId xmlns:a16="http://schemas.microsoft.com/office/drawing/2014/main" id="{8237A67D-B345-E025-59CD-D9834C644D3D}"/>
              </a:ext>
            </a:extLst>
          </p:cNvPr>
          <p:cNvSpPr>
            <a:spLocks noGrp="1"/>
          </p:cNvSpPr>
          <p:nvPr>
            <p:ph type="body" sz="quarter" idx="14" hasCustomPrompt="1"/>
          </p:nvPr>
        </p:nvSpPr>
        <p:spPr>
          <a:xfrm>
            <a:off x="1703513" y="3429000"/>
            <a:ext cx="4896544" cy="2925000"/>
          </a:xfrm>
          <a:prstGeom prst="rect">
            <a:avLst/>
          </a:prstGeom>
        </p:spPr>
        <p:txBody>
          <a:bodyPr lIns="54000" anchor="t" anchorCtr="0">
            <a:normAutofit/>
          </a:bodyPr>
          <a:lstStyle>
            <a:lvl1pPr marL="0" indent="0">
              <a:buNone/>
              <a:defRPr sz="1600">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Placeholder text</a:t>
            </a:r>
            <a:endParaRPr lang="en-GR"/>
          </a:p>
        </p:txBody>
      </p:sp>
      <p:sp>
        <p:nvSpPr>
          <p:cNvPr id="7" name="Title 1">
            <a:extLst>
              <a:ext uri="{FF2B5EF4-FFF2-40B4-BE49-F238E27FC236}">
                <a16:creationId xmlns:a16="http://schemas.microsoft.com/office/drawing/2014/main" id="{ECE6F00D-F482-1A2D-781D-685F08B1E4E6}"/>
              </a:ext>
            </a:extLst>
          </p:cNvPr>
          <p:cNvSpPr>
            <a:spLocks noGrp="1"/>
          </p:cNvSpPr>
          <p:nvPr>
            <p:ph type="ctrTitle" hasCustomPrompt="1"/>
          </p:nvPr>
        </p:nvSpPr>
        <p:spPr>
          <a:xfrm>
            <a:off x="335360" y="2592682"/>
            <a:ext cx="1059081" cy="928652"/>
          </a:xfrm>
          <a:prstGeom prst="rect">
            <a:avLst/>
          </a:prstGeom>
        </p:spPr>
        <p:txBody>
          <a:bodyPr lIns="0" anchor="t" anchorCtr="0">
            <a:spAutoFit/>
          </a:bodyPr>
          <a:lstStyle>
            <a:lvl1pPr algn="l">
              <a:defRPr sz="6000">
                <a:solidFill>
                  <a:schemeClr val="bg1"/>
                </a:solidFill>
              </a:defRPr>
            </a:lvl1pPr>
          </a:lstStyle>
          <a:p>
            <a:r>
              <a:rPr lang="en-GB"/>
              <a:t>00</a:t>
            </a:r>
            <a:endParaRPr lang="en-GR"/>
          </a:p>
        </p:txBody>
      </p:sp>
      <p:sp>
        <p:nvSpPr>
          <p:cNvPr id="4" name="Slide Number Placeholder 4">
            <a:extLst>
              <a:ext uri="{FF2B5EF4-FFF2-40B4-BE49-F238E27FC236}">
                <a16:creationId xmlns:a16="http://schemas.microsoft.com/office/drawing/2014/main" id="{7ECF6ED8-2307-EE6E-F437-755ACEEA5A7B}"/>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pic>
        <p:nvPicPr>
          <p:cNvPr id="6" name="Graphic 5">
            <a:extLst>
              <a:ext uri="{FF2B5EF4-FFF2-40B4-BE49-F238E27FC236}">
                <a16:creationId xmlns:a16="http://schemas.microsoft.com/office/drawing/2014/main" id="{189E362E-F511-124B-6F1D-B9423F8636D3}"/>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42001" y="6465600"/>
            <a:ext cx="1007999" cy="210763"/>
          </a:xfrm>
          <a:prstGeom prst="rect">
            <a:avLst/>
          </a:prstGeom>
        </p:spPr>
      </p:pic>
    </p:spTree>
    <p:extLst>
      <p:ext uri="{BB962C8B-B14F-4D97-AF65-F5344CB8AC3E}">
        <p14:creationId xmlns:p14="http://schemas.microsoft.com/office/powerpoint/2010/main" val="306739067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_Back Covers">
    <p:spTree>
      <p:nvGrpSpPr>
        <p:cNvPr id="1" name=""/>
        <p:cNvGrpSpPr/>
        <p:nvPr/>
      </p:nvGrpSpPr>
      <p:grpSpPr>
        <a:xfrm>
          <a:off x="0" y="0"/>
          <a:ext cx="0" cy="0"/>
          <a:chOff x="0" y="0"/>
          <a:chExt cx="0" cy="0"/>
        </a:xfrm>
      </p:grpSpPr>
      <p:sp>
        <p:nvSpPr>
          <p:cNvPr id="48" name="Freeform 47">
            <a:extLst>
              <a:ext uri="{FF2B5EF4-FFF2-40B4-BE49-F238E27FC236}">
                <a16:creationId xmlns:a16="http://schemas.microsoft.com/office/drawing/2014/main" id="{5D9FE91F-3225-D851-C6AF-22514551F9B4}"/>
              </a:ext>
            </a:extLst>
          </p:cNvPr>
          <p:cNvSpPr/>
          <p:nvPr/>
        </p:nvSpPr>
        <p:spPr>
          <a:xfrm>
            <a:off x="15052" y="-2400"/>
            <a:ext cx="12192000" cy="6862799"/>
          </a:xfrm>
          <a:custGeom>
            <a:avLst/>
            <a:gdLst>
              <a:gd name="connsiteX0" fmla="*/ 8319019 w 12192000"/>
              <a:gd name="connsiteY0" fmla="*/ 5539710 h 6862799"/>
              <a:gd name="connsiteX1" fmla="*/ 7244885 w 12192000"/>
              <a:gd name="connsiteY1" fmla="*/ 6176254 h 6862799"/>
              <a:gd name="connsiteX2" fmla="*/ 8319019 w 12192000"/>
              <a:gd name="connsiteY2" fmla="*/ 6812801 h 6862799"/>
              <a:gd name="connsiteX3" fmla="*/ 9393153 w 12192000"/>
              <a:gd name="connsiteY3" fmla="*/ 6176254 h 6862799"/>
              <a:gd name="connsiteX4" fmla="*/ 8319019 w 12192000"/>
              <a:gd name="connsiteY4" fmla="*/ 5539710 h 6862799"/>
              <a:gd name="connsiteX5" fmla="*/ 11680964 w 12192000"/>
              <a:gd name="connsiteY5" fmla="*/ 5490238 h 6862799"/>
              <a:gd name="connsiteX6" fmla="*/ 12116870 w 12192000"/>
              <a:gd name="connsiteY6" fmla="*/ 5544183 h 6862799"/>
              <a:gd name="connsiteX7" fmla="*/ 12192000 w 12192000"/>
              <a:gd name="connsiteY7" fmla="*/ 5569176 h 6862799"/>
              <a:gd name="connsiteX8" fmla="*/ 12192000 w 12192000"/>
              <a:gd name="connsiteY8" fmla="*/ 6783861 h 6862799"/>
              <a:gd name="connsiteX9" fmla="*/ 12116870 w 12192000"/>
              <a:gd name="connsiteY9" fmla="*/ 6808854 h 6862799"/>
              <a:gd name="connsiteX10" fmla="*/ 11680964 w 12192000"/>
              <a:gd name="connsiteY10" fmla="*/ 6862799 h 6862799"/>
              <a:gd name="connsiteX11" fmla="*/ 10561000 w 12192000"/>
              <a:gd name="connsiteY11" fmla="*/ 6176517 h 6862799"/>
              <a:gd name="connsiteX12" fmla="*/ 11680964 w 12192000"/>
              <a:gd name="connsiteY12" fmla="*/ 5490238 h 6862799"/>
              <a:gd name="connsiteX13" fmla="*/ 10558948 w 12192000"/>
              <a:gd name="connsiteY13" fmla="*/ 5490238 h 6862799"/>
              <a:gd name="connsiteX14" fmla="*/ 10558948 w 12192000"/>
              <a:gd name="connsiteY14" fmla="*/ 6862799 h 6862799"/>
              <a:gd name="connsiteX15" fmla="*/ 9438984 w 12192000"/>
              <a:gd name="connsiteY15" fmla="*/ 6176517 h 6862799"/>
              <a:gd name="connsiteX16" fmla="*/ 10558948 w 12192000"/>
              <a:gd name="connsiteY16" fmla="*/ 5490238 h 6862799"/>
              <a:gd name="connsiteX17" fmla="*/ 7199055 w 12192000"/>
              <a:gd name="connsiteY17" fmla="*/ 5490238 h 6862799"/>
              <a:gd name="connsiteX18" fmla="*/ 7202983 w 12192000"/>
              <a:gd name="connsiteY18" fmla="*/ 5490238 h 6862799"/>
              <a:gd name="connsiteX19" fmla="*/ 8321746 w 12192000"/>
              <a:gd name="connsiteY19" fmla="*/ 5490238 h 6862799"/>
              <a:gd name="connsiteX20" fmla="*/ 9438983 w 12192000"/>
              <a:gd name="connsiteY20" fmla="*/ 5490238 h 6862799"/>
              <a:gd name="connsiteX21" fmla="*/ 9438983 w 12192000"/>
              <a:gd name="connsiteY21" fmla="*/ 6862799 h 6862799"/>
              <a:gd name="connsiteX22" fmla="*/ 7199055 w 12192000"/>
              <a:gd name="connsiteY22" fmla="*/ 6862799 h 6862799"/>
              <a:gd name="connsiteX23" fmla="*/ 7199055 w 12192000"/>
              <a:gd name="connsiteY23" fmla="*/ 6176517 h 6862799"/>
              <a:gd name="connsiteX24" fmla="*/ 6079091 w 12192000"/>
              <a:gd name="connsiteY24" fmla="*/ 5490238 h 6862799"/>
              <a:gd name="connsiteX25" fmla="*/ 7199055 w 12192000"/>
              <a:gd name="connsiteY25" fmla="*/ 6176517 h 6862799"/>
              <a:gd name="connsiteX26" fmla="*/ 6079091 w 12192000"/>
              <a:gd name="connsiteY26" fmla="*/ 6862799 h 6862799"/>
              <a:gd name="connsiteX27" fmla="*/ 6079091 w 12192000"/>
              <a:gd name="connsiteY27" fmla="*/ 6176517 h 6862799"/>
              <a:gd name="connsiteX28" fmla="*/ 1605373 w 12192000"/>
              <a:gd name="connsiteY28" fmla="*/ 5490238 h 6862799"/>
              <a:gd name="connsiteX29" fmla="*/ 1605373 w 12192000"/>
              <a:gd name="connsiteY29" fmla="*/ 6152879 h 6862799"/>
              <a:gd name="connsiteX30" fmla="*/ 1619463 w 12192000"/>
              <a:gd name="connsiteY30" fmla="*/ 6055059 h 6862799"/>
              <a:gd name="connsiteX31" fmla="*/ 2496244 w 12192000"/>
              <a:gd name="connsiteY31" fmla="*/ 5504182 h 6862799"/>
              <a:gd name="connsiteX32" fmla="*/ 2721883 w 12192000"/>
              <a:gd name="connsiteY32" fmla="*/ 5490238 h 6862799"/>
              <a:gd name="connsiteX33" fmla="*/ 10564927 w 12192000"/>
              <a:gd name="connsiteY33" fmla="*/ 4167412 h 6862799"/>
              <a:gd name="connsiteX34" fmla="*/ 9490793 w 12192000"/>
              <a:gd name="connsiteY34" fmla="*/ 4803956 h 6862799"/>
              <a:gd name="connsiteX35" fmla="*/ 10564927 w 12192000"/>
              <a:gd name="connsiteY35" fmla="*/ 5440240 h 6862799"/>
              <a:gd name="connsiteX36" fmla="*/ 10564927 w 12192000"/>
              <a:gd name="connsiteY36" fmla="*/ 5440503 h 6862799"/>
              <a:gd name="connsiteX37" fmla="*/ 11639061 w 12192000"/>
              <a:gd name="connsiteY37" fmla="*/ 4803956 h 6862799"/>
              <a:gd name="connsiteX38" fmla="*/ 10564927 w 12192000"/>
              <a:gd name="connsiteY38" fmla="*/ 4167412 h 6862799"/>
              <a:gd name="connsiteX39" fmla="*/ 2723136 w 12192000"/>
              <a:gd name="connsiteY39" fmla="*/ 4167149 h 6862799"/>
              <a:gd name="connsiteX40" fmla="*/ 1649001 w 12192000"/>
              <a:gd name="connsiteY40" fmla="*/ 4803693 h 6862799"/>
              <a:gd name="connsiteX41" fmla="*/ 2723136 w 12192000"/>
              <a:gd name="connsiteY41" fmla="*/ 5440240 h 6862799"/>
              <a:gd name="connsiteX42" fmla="*/ 3797269 w 12192000"/>
              <a:gd name="connsiteY42" fmla="*/ 4803693 h 6862799"/>
              <a:gd name="connsiteX43" fmla="*/ 2723136 w 12192000"/>
              <a:gd name="connsiteY43" fmla="*/ 4167149 h 6862799"/>
              <a:gd name="connsiteX44" fmla="*/ 6083021 w 12192000"/>
              <a:gd name="connsiteY44" fmla="*/ 4117677 h 6862799"/>
              <a:gd name="connsiteX45" fmla="*/ 6083021 w 12192000"/>
              <a:gd name="connsiteY45" fmla="*/ 4803956 h 6862799"/>
              <a:gd name="connsiteX46" fmla="*/ 6083021 w 12192000"/>
              <a:gd name="connsiteY46" fmla="*/ 5490238 h 6862799"/>
              <a:gd name="connsiteX47" fmla="*/ 4963060 w 12192000"/>
              <a:gd name="connsiteY47" fmla="*/ 4803956 h 6862799"/>
              <a:gd name="connsiteX48" fmla="*/ 6083021 w 12192000"/>
              <a:gd name="connsiteY48" fmla="*/ 4117677 h 6862799"/>
              <a:gd name="connsiteX49" fmla="*/ 0 w 12192000"/>
              <a:gd name="connsiteY49" fmla="*/ 2899024 h 6862799"/>
              <a:gd name="connsiteX50" fmla="*/ 93355 w 12192000"/>
              <a:gd name="connsiteY50" fmla="*/ 2946227 h 6862799"/>
              <a:gd name="connsiteX51" fmla="*/ 421415 w 12192000"/>
              <a:gd name="connsiteY51" fmla="*/ 3431464 h 6862799"/>
              <a:gd name="connsiteX52" fmla="*/ 93355 w 12192000"/>
              <a:gd name="connsiteY52" fmla="*/ 3916703 h 6862799"/>
              <a:gd name="connsiteX53" fmla="*/ 0 w 12192000"/>
              <a:gd name="connsiteY53" fmla="*/ 3963906 h 6862799"/>
              <a:gd name="connsiteX54" fmla="*/ 3833291 w 12192000"/>
              <a:gd name="connsiteY54" fmla="*/ 2794593 h 6862799"/>
              <a:gd name="connsiteX55" fmla="*/ 2759157 w 12192000"/>
              <a:gd name="connsiteY55" fmla="*/ 3431136 h 6862799"/>
              <a:gd name="connsiteX56" fmla="*/ 3833291 w 12192000"/>
              <a:gd name="connsiteY56" fmla="*/ 4067683 h 6862799"/>
              <a:gd name="connsiteX57" fmla="*/ 4907422 w 12192000"/>
              <a:gd name="connsiteY57" fmla="*/ 3431136 h 6862799"/>
              <a:gd name="connsiteX58" fmla="*/ 3833291 w 12192000"/>
              <a:gd name="connsiteY58" fmla="*/ 2794593 h 6862799"/>
              <a:gd name="connsiteX59" fmla="*/ 8321784 w 12192000"/>
              <a:gd name="connsiteY59" fmla="*/ 2745121 h 6862799"/>
              <a:gd name="connsiteX60" fmla="*/ 8547431 w 12192000"/>
              <a:gd name="connsiteY60" fmla="*/ 2759065 h 6862799"/>
              <a:gd name="connsiteX61" fmla="*/ 9424212 w 12192000"/>
              <a:gd name="connsiteY61" fmla="*/ 3309942 h 6862799"/>
              <a:gd name="connsiteX62" fmla="*/ 9433380 w 12192000"/>
              <a:gd name="connsiteY62" fmla="*/ 3373590 h 6862799"/>
              <a:gd name="connsiteX63" fmla="*/ 9446623 w 12192000"/>
              <a:gd name="connsiteY63" fmla="*/ 3293117 h 6862799"/>
              <a:gd name="connsiteX64" fmla="*/ 10318142 w 12192000"/>
              <a:gd name="connsiteY64" fmla="*/ 2759065 h 6862799"/>
              <a:gd name="connsiteX65" fmla="*/ 10543789 w 12192000"/>
              <a:gd name="connsiteY65" fmla="*/ 2745121 h 6862799"/>
              <a:gd name="connsiteX66" fmla="*/ 2713326 w 12192000"/>
              <a:gd name="connsiteY66" fmla="*/ 2745121 h 6862799"/>
              <a:gd name="connsiteX67" fmla="*/ 3841899 w 12192000"/>
              <a:gd name="connsiteY67" fmla="*/ 2745121 h 6862799"/>
              <a:gd name="connsiteX68" fmla="*/ 4953254 w 12192000"/>
              <a:gd name="connsiteY68" fmla="*/ 2745121 h 6862799"/>
              <a:gd name="connsiteX69" fmla="*/ 4953254 w 12192000"/>
              <a:gd name="connsiteY69" fmla="*/ 4117681 h 6862799"/>
              <a:gd name="connsiteX70" fmla="*/ 3843100 w 12192000"/>
              <a:gd name="connsiteY70" fmla="*/ 4117681 h 6862799"/>
              <a:gd name="connsiteX71" fmla="*/ 3843100 w 12192000"/>
              <a:gd name="connsiteY71" fmla="*/ 4803937 h 6862799"/>
              <a:gd name="connsiteX72" fmla="*/ 3865854 w 12192000"/>
              <a:gd name="connsiteY72" fmla="*/ 4665674 h 6862799"/>
              <a:gd name="connsiteX73" fmla="*/ 4963060 w 12192000"/>
              <a:gd name="connsiteY73" fmla="*/ 4117677 h 6862799"/>
              <a:gd name="connsiteX74" fmla="*/ 4963060 w 12192000"/>
              <a:gd name="connsiteY74" fmla="*/ 4803956 h 6862799"/>
              <a:gd name="connsiteX75" fmla="*/ 4963060 w 12192000"/>
              <a:gd name="connsiteY75" fmla="*/ 5490238 h 6862799"/>
              <a:gd name="connsiteX76" fmla="*/ 3865854 w 12192000"/>
              <a:gd name="connsiteY76" fmla="*/ 4942239 h 6862799"/>
              <a:gd name="connsiteX77" fmla="*/ 3843100 w 12192000"/>
              <a:gd name="connsiteY77" fmla="*/ 4803975 h 6862799"/>
              <a:gd name="connsiteX78" fmla="*/ 3843100 w 12192000"/>
              <a:gd name="connsiteY78" fmla="*/ 5490238 h 6862799"/>
              <a:gd name="connsiteX79" fmla="*/ 3839171 w 12192000"/>
              <a:gd name="connsiteY79" fmla="*/ 5490238 h 6862799"/>
              <a:gd name="connsiteX80" fmla="*/ 2721932 w 12192000"/>
              <a:gd name="connsiteY80" fmla="*/ 5490238 h 6862799"/>
              <a:gd name="connsiteX81" fmla="*/ 2721932 w 12192000"/>
              <a:gd name="connsiteY81" fmla="*/ 6159953 h 6862799"/>
              <a:gd name="connsiteX82" fmla="*/ 2741963 w 12192000"/>
              <a:gd name="connsiteY82" fmla="*/ 6038235 h 6862799"/>
              <a:gd name="connsiteX83" fmla="*/ 3839171 w 12192000"/>
              <a:gd name="connsiteY83" fmla="*/ 5490238 h 6862799"/>
              <a:gd name="connsiteX84" fmla="*/ 4936378 w 12192000"/>
              <a:gd name="connsiteY84" fmla="*/ 6038235 h 6862799"/>
              <a:gd name="connsiteX85" fmla="*/ 4959130 w 12192000"/>
              <a:gd name="connsiteY85" fmla="*/ 6176496 h 6862799"/>
              <a:gd name="connsiteX86" fmla="*/ 4959130 w 12192000"/>
              <a:gd name="connsiteY86" fmla="*/ 5490238 h 6862799"/>
              <a:gd name="connsiteX87" fmla="*/ 6079091 w 12192000"/>
              <a:gd name="connsiteY87" fmla="*/ 6176517 h 6862799"/>
              <a:gd name="connsiteX88" fmla="*/ 4959130 w 12192000"/>
              <a:gd name="connsiteY88" fmla="*/ 6862799 h 6862799"/>
              <a:gd name="connsiteX89" fmla="*/ 4959130 w 12192000"/>
              <a:gd name="connsiteY89" fmla="*/ 6176538 h 6862799"/>
              <a:gd name="connsiteX90" fmla="*/ 4936378 w 12192000"/>
              <a:gd name="connsiteY90" fmla="*/ 6314800 h 6862799"/>
              <a:gd name="connsiteX91" fmla="*/ 3839171 w 12192000"/>
              <a:gd name="connsiteY91" fmla="*/ 6862799 h 6862799"/>
              <a:gd name="connsiteX92" fmla="*/ 2741963 w 12192000"/>
              <a:gd name="connsiteY92" fmla="*/ 6314800 h 6862799"/>
              <a:gd name="connsiteX93" fmla="*/ 2721932 w 12192000"/>
              <a:gd name="connsiteY93" fmla="*/ 6193082 h 6862799"/>
              <a:gd name="connsiteX94" fmla="*/ 2721932 w 12192000"/>
              <a:gd name="connsiteY94" fmla="*/ 6862796 h 6862799"/>
              <a:gd name="connsiteX95" fmla="*/ 1624725 w 12192000"/>
              <a:gd name="connsiteY95" fmla="*/ 6314800 h 6862799"/>
              <a:gd name="connsiteX96" fmla="*/ 1605373 w 12192000"/>
              <a:gd name="connsiteY96" fmla="*/ 6197207 h 6862799"/>
              <a:gd name="connsiteX97" fmla="*/ 1605373 w 12192000"/>
              <a:gd name="connsiteY97" fmla="*/ 6862799 h 6862799"/>
              <a:gd name="connsiteX98" fmla="*/ 0 w 12192000"/>
              <a:gd name="connsiteY98" fmla="*/ 6862799 h 6862799"/>
              <a:gd name="connsiteX99" fmla="*/ 0 w 12192000"/>
              <a:gd name="connsiteY99" fmla="*/ 6741121 h 6862799"/>
              <a:gd name="connsiteX100" fmla="*/ 67332 w 12192000"/>
              <a:gd name="connsiteY100" fmla="*/ 6762779 h 6862799"/>
              <a:gd name="connsiteX101" fmla="*/ 485409 w 12192000"/>
              <a:gd name="connsiteY101" fmla="*/ 6812801 h 6862799"/>
              <a:gd name="connsiteX102" fmla="*/ 1559543 w 12192000"/>
              <a:gd name="connsiteY102" fmla="*/ 6176254 h 6862799"/>
              <a:gd name="connsiteX103" fmla="*/ 485409 w 12192000"/>
              <a:gd name="connsiteY103" fmla="*/ 5539710 h 6862799"/>
              <a:gd name="connsiteX104" fmla="*/ 67332 w 12192000"/>
              <a:gd name="connsiteY104" fmla="*/ 5589732 h 6862799"/>
              <a:gd name="connsiteX105" fmla="*/ 0 w 12192000"/>
              <a:gd name="connsiteY105" fmla="*/ 5611390 h 6862799"/>
              <a:gd name="connsiteX106" fmla="*/ 0 w 12192000"/>
              <a:gd name="connsiteY106" fmla="*/ 5490238 h 6862799"/>
              <a:gd name="connsiteX107" fmla="*/ 487356 w 12192000"/>
              <a:gd name="connsiteY107" fmla="*/ 5490238 h 6862799"/>
              <a:gd name="connsiteX108" fmla="*/ 1603171 w 12192000"/>
              <a:gd name="connsiteY108" fmla="*/ 5490238 h 6862799"/>
              <a:gd name="connsiteX109" fmla="*/ 1603171 w 12192000"/>
              <a:gd name="connsiteY109" fmla="*/ 4829161 h 6862799"/>
              <a:gd name="connsiteX110" fmla="*/ 1584562 w 12192000"/>
              <a:gd name="connsiteY110" fmla="*/ 4942239 h 6862799"/>
              <a:gd name="connsiteX111" fmla="*/ 487356 w 12192000"/>
              <a:gd name="connsiteY111" fmla="*/ 5490238 h 6862799"/>
              <a:gd name="connsiteX112" fmla="*/ 51450 w 12192000"/>
              <a:gd name="connsiteY112" fmla="*/ 5436293 h 6862799"/>
              <a:gd name="connsiteX113" fmla="*/ 0 w 12192000"/>
              <a:gd name="connsiteY113" fmla="*/ 5419178 h 6862799"/>
              <a:gd name="connsiteX114" fmla="*/ 0 w 12192000"/>
              <a:gd name="connsiteY114" fmla="*/ 4188737 h 6862799"/>
              <a:gd name="connsiteX115" fmla="*/ 51450 w 12192000"/>
              <a:gd name="connsiteY115" fmla="*/ 4171622 h 6862799"/>
              <a:gd name="connsiteX116" fmla="*/ 487356 w 12192000"/>
              <a:gd name="connsiteY116" fmla="*/ 4117677 h 6862799"/>
              <a:gd name="connsiteX117" fmla="*/ 1584562 w 12192000"/>
              <a:gd name="connsiteY117" fmla="*/ 4665674 h 6862799"/>
              <a:gd name="connsiteX118" fmla="*/ 1603171 w 12192000"/>
              <a:gd name="connsiteY118" fmla="*/ 4778751 h 6862799"/>
              <a:gd name="connsiteX119" fmla="*/ 1603171 w 12192000"/>
              <a:gd name="connsiteY119" fmla="*/ 4117677 h 6862799"/>
              <a:gd name="connsiteX120" fmla="*/ 2713326 w 12192000"/>
              <a:gd name="connsiteY120" fmla="*/ 4117677 h 6862799"/>
              <a:gd name="connsiteX121" fmla="*/ 2713326 w 12192000"/>
              <a:gd name="connsiteY121" fmla="*/ 3431473 h 6862799"/>
              <a:gd name="connsiteX122" fmla="*/ 2690571 w 12192000"/>
              <a:gd name="connsiteY122" fmla="*/ 3569747 h 6862799"/>
              <a:gd name="connsiteX123" fmla="*/ 1593364 w 12192000"/>
              <a:gd name="connsiteY123" fmla="*/ 4117746 h 6862799"/>
              <a:gd name="connsiteX124" fmla="*/ 1593364 w 12192000"/>
              <a:gd name="connsiteY124" fmla="*/ 3483776 h 6862799"/>
              <a:gd name="connsiteX125" fmla="*/ 1579216 w 12192000"/>
              <a:gd name="connsiteY125" fmla="*/ 3569746 h 6862799"/>
              <a:gd name="connsiteX126" fmla="*/ 482008 w 12192000"/>
              <a:gd name="connsiteY126" fmla="*/ 4117745 h 6862799"/>
              <a:gd name="connsiteX127" fmla="*/ 482008 w 12192000"/>
              <a:gd name="connsiteY127" fmla="*/ 2745185 h 6862799"/>
              <a:gd name="connsiteX128" fmla="*/ 1579216 w 12192000"/>
              <a:gd name="connsiteY128" fmla="*/ 3293182 h 6862799"/>
              <a:gd name="connsiteX129" fmla="*/ 1593364 w 12192000"/>
              <a:gd name="connsiteY129" fmla="*/ 3379152 h 6862799"/>
              <a:gd name="connsiteX130" fmla="*/ 1593364 w 12192000"/>
              <a:gd name="connsiteY130" fmla="*/ 2745185 h 6862799"/>
              <a:gd name="connsiteX131" fmla="*/ 2690571 w 12192000"/>
              <a:gd name="connsiteY131" fmla="*/ 3293182 h 6862799"/>
              <a:gd name="connsiteX132" fmla="*/ 2713326 w 12192000"/>
              <a:gd name="connsiteY132" fmla="*/ 3431455 h 6862799"/>
              <a:gd name="connsiteX133" fmla="*/ 0 w 12192000"/>
              <a:gd name="connsiteY133" fmla="*/ 1496221 h 6862799"/>
              <a:gd name="connsiteX134" fmla="*/ 153039 w 12192000"/>
              <a:gd name="connsiteY134" fmla="*/ 1573602 h 6862799"/>
              <a:gd name="connsiteX135" fmla="*/ 481099 w 12192000"/>
              <a:gd name="connsiteY135" fmla="*/ 2058838 h 6862799"/>
              <a:gd name="connsiteX136" fmla="*/ 153039 w 12192000"/>
              <a:gd name="connsiteY136" fmla="*/ 2544077 h 6862799"/>
              <a:gd name="connsiteX137" fmla="*/ 0 w 12192000"/>
              <a:gd name="connsiteY137" fmla="*/ 2621458 h 6862799"/>
              <a:gd name="connsiteX138" fmla="*/ 1601975 w 12192000"/>
              <a:gd name="connsiteY138" fmla="*/ 1422293 h 6862799"/>
              <a:gd name="connsiteX139" fmla="*/ 527841 w 12192000"/>
              <a:gd name="connsiteY139" fmla="*/ 2058839 h 6862799"/>
              <a:gd name="connsiteX140" fmla="*/ 1601975 w 12192000"/>
              <a:gd name="connsiteY140" fmla="*/ 2695120 h 6862799"/>
              <a:gd name="connsiteX141" fmla="*/ 1601975 w 12192000"/>
              <a:gd name="connsiteY141" fmla="*/ 2695383 h 6862799"/>
              <a:gd name="connsiteX142" fmla="*/ 2676110 w 12192000"/>
              <a:gd name="connsiteY142" fmla="*/ 2058839 h 6862799"/>
              <a:gd name="connsiteX143" fmla="*/ 1601975 w 12192000"/>
              <a:gd name="connsiteY143" fmla="*/ 1422293 h 6862799"/>
              <a:gd name="connsiteX144" fmla="*/ 9441710 w 12192000"/>
              <a:gd name="connsiteY144" fmla="*/ 1422033 h 6862799"/>
              <a:gd name="connsiteX145" fmla="*/ 8367576 w 12192000"/>
              <a:gd name="connsiteY145" fmla="*/ 2058576 h 6862799"/>
              <a:gd name="connsiteX146" fmla="*/ 9441710 w 12192000"/>
              <a:gd name="connsiteY146" fmla="*/ 2695122 h 6862799"/>
              <a:gd name="connsiteX147" fmla="*/ 10515841 w 12192000"/>
              <a:gd name="connsiteY147" fmla="*/ 2058576 h 6862799"/>
              <a:gd name="connsiteX148" fmla="*/ 9441710 w 12192000"/>
              <a:gd name="connsiteY148" fmla="*/ 1422033 h 6862799"/>
              <a:gd name="connsiteX149" fmla="*/ 1612696 w 12192000"/>
              <a:gd name="connsiteY149" fmla="*/ 761034 h 6862799"/>
              <a:gd name="connsiteX150" fmla="*/ 1612696 w 12192000"/>
              <a:gd name="connsiteY150" fmla="*/ 1372557 h 6862799"/>
              <a:gd name="connsiteX151" fmla="*/ 2717683 w 12192000"/>
              <a:gd name="connsiteY151" fmla="*/ 1372557 h 6862799"/>
              <a:gd name="connsiteX152" fmla="*/ 2496241 w 12192000"/>
              <a:gd name="connsiteY152" fmla="*/ 1358873 h 6862799"/>
              <a:gd name="connsiteX153" fmla="*/ 1619461 w 12192000"/>
              <a:gd name="connsiteY153" fmla="*/ 807999 h 6862799"/>
              <a:gd name="connsiteX154" fmla="*/ 8321745 w 12192000"/>
              <a:gd name="connsiteY154" fmla="*/ 49735 h 6862799"/>
              <a:gd name="connsiteX155" fmla="*/ 7247612 w 12192000"/>
              <a:gd name="connsiteY155" fmla="*/ 686278 h 6862799"/>
              <a:gd name="connsiteX156" fmla="*/ 8321745 w 12192000"/>
              <a:gd name="connsiteY156" fmla="*/ 1322825 h 6862799"/>
              <a:gd name="connsiteX157" fmla="*/ 9395879 w 12192000"/>
              <a:gd name="connsiteY157" fmla="*/ 686278 h 6862799"/>
              <a:gd name="connsiteX158" fmla="*/ 8321745 w 12192000"/>
              <a:gd name="connsiteY158" fmla="*/ 49735 h 6862799"/>
              <a:gd name="connsiteX159" fmla="*/ 7201781 w 12192000"/>
              <a:gd name="connsiteY159" fmla="*/ 263 h 6862799"/>
              <a:gd name="connsiteX160" fmla="*/ 9441709 w 12192000"/>
              <a:gd name="connsiteY160" fmla="*/ 263 h 6862799"/>
              <a:gd name="connsiteX161" fmla="*/ 9441709 w 12192000"/>
              <a:gd name="connsiteY161" fmla="*/ 1372561 h 6862799"/>
              <a:gd name="connsiteX162" fmla="*/ 10557444 w 12192000"/>
              <a:gd name="connsiteY162" fmla="*/ 1372561 h 6862799"/>
              <a:gd name="connsiteX163" fmla="*/ 10335986 w 12192000"/>
              <a:gd name="connsiteY163" fmla="*/ 1358876 h 6862799"/>
              <a:gd name="connsiteX164" fmla="*/ 9441710 w 12192000"/>
              <a:gd name="connsiteY164" fmla="*/ 686541 h 6862799"/>
              <a:gd name="connsiteX165" fmla="*/ 10561674 w 12192000"/>
              <a:gd name="connsiteY165" fmla="*/ 263 h 6862799"/>
              <a:gd name="connsiteX166" fmla="*/ 10561674 w 12192000"/>
              <a:gd name="connsiteY166" fmla="*/ 686541 h 6862799"/>
              <a:gd name="connsiteX167" fmla="*/ 10561674 w 12192000"/>
              <a:gd name="connsiteY167" fmla="*/ 1372561 h 6862799"/>
              <a:gd name="connsiteX168" fmla="*/ 10561674 w 12192000"/>
              <a:gd name="connsiteY168" fmla="*/ 1372823 h 6862799"/>
              <a:gd name="connsiteX169" fmla="*/ 10561674 w 12192000"/>
              <a:gd name="connsiteY169" fmla="*/ 2058839 h 6862799"/>
              <a:gd name="connsiteX170" fmla="*/ 10561674 w 12192000"/>
              <a:gd name="connsiteY170" fmla="*/ 2745121 h 6862799"/>
              <a:gd name="connsiteX171" fmla="*/ 10543871 w 12192000"/>
              <a:gd name="connsiteY171" fmla="*/ 2745121 h 6862799"/>
              <a:gd name="connsiteX172" fmla="*/ 10769518 w 12192000"/>
              <a:gd name="connsiteY172" fmla="*/ 2759065 h 6862799"/>
              <a:gd name="connsiteX173" fmla="*/ 11646299 w 12192000"/>
              <a:gd name="connsiteY173" fmla="*/ 3309942 h 6862799"/>
              <a:gd name="connsiteX174" fmla="*/ 11662768 w 12192000"/>
              <a:gd name="connsiteY174" fmla="*/ 3424275 h 6862799"/>
              <a:gd name="connsiteX175" fmla="*/ 11684352 w 12192000"/>
              <a:gd name="connsiteY175" fmla="*/ 3293118 h 6862799"/>
              <a:gd name="connsiteX176" fmla="*/ 12069192 w 12192000"/>
              <a:gd name="connsiteY176" fmla="*/ 2901865 h 6862799"/>
              <a:gd name="connsiteX177" fmla="*/ 12192000 w 12192000"/>
              <a:gd name="connsiteY177" fmla="*/ 2849709 h 6862799"/>
              <a:gd name="connsiteX178" fmla="*/ 12192000 w 12192000"/>
              <a:gd name="connsiteY178" fmla="*/ 4013092 h 6862799"/>
              <a:gd name="connsiteX179" fmla="*/ 12069192 w 12192000"/>
              <a:gd name="connsiteY179" fmla="*/ 3960936 h 6862799"/>
              <a:gd name="connsiteX180" fmla="*/ 11684352 w 12192000"/>
              <a:gd name="connsiteY180" fmla="*/ 3569681 h 6862799"/>
              <a:gd name="connsiteX181" fmla="*/ 11662768 w 12192000"/>
              <a:gd name="connsiteY181" fmla="*/ 3438524 h 6862799"/>
              <a:gd name="connsiteX182" fmla="*/ 11646299 w 12192000"/>
              <a:gd name="connsiteY182" fmla="*/ 3552858 h 6862799"/>
              <a:gd name="connsiteX183" fmla="*/ 10769518 w 12192000"/>
              <a:gd name="connsiteY183" fmla="*/ 4103732 h 6862799"/>
              <a:gd name="connsiteX184" fmla="*/ 10543846 w 12192000"/>
              <a:gd name="connsiteY184" fmla="*/ 4117677 h 6862799"/>
              <a:gd name="connsiteX185" fmla="*/ 11684891 w 12192000"/>
              <a:gd name="connsiteY185" fmla="*/ 4117677 h 6862799"/>
              <a:gd name="connsiteX186" fmla="*/ 11684891 w 12192000"/>
              <a:gd name="connsiteY186" fmla="*/ 5490238 h 6862799"/>
              <a:gd name="connsiteX187" fmla="*/ 11680964 w 12192000"/>
              <a:gd name="connsiteY187" fmla="*/ 5490238 h 6862799"/>
              <a:gd name="connsiteX188" fmla="*/ 10558948 w 12192000"/>
              <a:gd name="connsiteY188" fmla="*/ 5490238 h 6862799"/>
              <a:gd name="connsiteX189" fmla="*/ 9444963 w 12192000"/>
              <a:gd name="connsiteY189" fmla="*/ 5490238 h 6862799"/>
              <a:gd name="connsiteX190" fmla="*/ 9444963 w 12192000"/>
              <a:gd name="connsiteY190" fmla="*/ 4117677 h 6862799"/>
              <a:gd name="connsiteX191" fmla="*/ 10543812 w 12192000"/>
              <a:gd name="connsiteY191" fmla="*/ 4117677 h 6862799"/>
              <a:gd name="connsiteX192" fmla="*/ 10345599 w 12192000"/>
              <a:gd name="connsiteY192" fmla="*/ 4106956 h 6862799"/>
              <a:gd name="connsiteX193" fmla="*/ 9446623 w 12192000"/>
              <a:gd name="connsiteY193" fmla="*/ 3569682 h 6862799"/>
              <a:gd name="connsiteX194" fmla="*/ 9432786 w 12192000"/>
              <a:gd name="connsiteY194" fmla="*/ 3485604 h 6862799"/>
              <a:gd name="connsiteX195" fmla="*/ 9418950 w 12192000"/>
              <a:gd name="connsiteY195" fmla="*/ 3569681 h 6862799"/>
              <a:gd name="connsiteX196" fmla="*/ 8519974 w 12192000"/>
              <a:gd name="connsiteY196" fmla="*/ 4106956 h 6862799"/>
              <a:gd name="connsiteX197" fmla="*/ 8321753 w 12192000"/>
              <a:gd name="connsiteY197" fmla="*/ 4117678 h 6862799"/>
              <a:gd name="connsiteX198" fmla="*/ 8547434 w 12192000"/>
              <a:gd name="connsiteY198" fmla="*/ 4131624 h 6862799"/>
              <a:gd name="connsiteX199" fmla="*/ 9441710 w 12192000"/>
              <a:gd name="connsiteY199" fmla="*/ 4803956 h 6862799"/>
              <a:gd name="connsiteX200" fmla="*/ 8321746 w 12192000"/>
              <a:gd name="connsiteY200" fmla="*/ 5490238 h 6862799"/>
              <a:gd name="connsiteX201" fmla="*/ 8321746 w 12192000"/>
              <a:gd name="connsiteY201" fmla="*/ 4811254 h 6862799"/>
              <a:gd name="connsiteX202" fmla="*/ 8300190 w 12192000"/>
              <a:gd name="connsiteY202" fmla="*/ 4942239 h 6862799"/>
              <a:gd name="connsiteX203" fmla="*/ 7202983 w 12192000"/>
              <a:gd name="connsiteY203" fmla="*/ 5490238 h 6862799"/>
              <a:gd name="connsiteX204" fmla="*/ 6083021 w 12192000"/>
              <a:gd name="connsiteY204" fmla="*/ 4803956 h 6862799"/>
              <a:gd name="connsiteX205" fmla="*/ 7202983 w 12192000"/>
              <a:gd name="connsiteY205" fmla="*/ 4117677 h 6862799"/>
              <a:gd name="connsiteX206" fmla="*/ 8300190 w 12192000"/>
              <a:gd name="connsiteY206" fmla="*/ 4665674 h 6862799"/>
              <a:gd name="connsiteX207" fmla="*/ 8321746 w 12192000"/>
              <a:gd name="connsiteY207" fmla="*/ 4796658 h 6862799"/>
              <a:gd name="connsiteX208" fmla="*/ 8321746 w 12192000"/>
              <a:gd name="connsiteY208" fmla="*/ 4117678 h 6862799"/>
              <a:gd name="connsiteX209" fmla="*/ 8321743 w 12192000"/>
              <a:gd name="connsiteY209" fmla="*/ 4117678 h 6862799"/>
              <a:gd name="connsiteX210" fmla="*/ 8321743 w 12192000"/>
              <a:gd name="connsiteY210" fmla="*/ 2745118 h 6862799"/>
              <a:gd name="connsiteX211" fmla="*/ 8321746 w 12192000"/>
              <a:gd name="connsiteY211" fmla="*/ 2745118 h 6862799"/>
              <a:gd name="connsiteX212" fmla="*/ 8321746 w 12192000"/>
              <a:gd name="connsiteY212" fmla="*/ 1372823 h 6862799"/>
              <a:gd name="connsiteX213" fmla="*/ 7206019 w 12192000"/>
              <a:gd name="connsiteY213" fmla="*/ 1372823 h 6862799"/>
              <a:gd name="connsiteX214" fmla="*/ 7427470 w 12192000"/>
              <a:gd name="connsiteY214" fmla="*/ 1386508 h 6862799"/>
              <a:gd name="connsiteX215" fmla="*/ 8321745 w 12192000"/>
              <a:gd name="connsiteY215" fmla="*/ 2058840 h 6862799"/>
              <a:gd name="connsiteX216" fmla="*/ 7427469 w 12192000"/>
              <a:gd name="connsiteY216" fmla="*/ 2731174 h 6862799"/>
              <a:gd name="connsiteX217" fmla="*/ 7201800 w 12192000"/>
              <a:gd name="connsiteY217" fmla="*/ 2745119 h 6862799"/>
              <a:gd name="connsiteX218" fmla="*/ 7427466 w 12192000"/>
              <a:gd name="connsiteY218" fmla="*/ 2759065 h 6862799"/>
              <a:gd name="connsiteX219" fmla="*/ 8321742 w 12192000"/>
              <a:gd name="connsiteY219" fmla="*/ 3431399 h 6862799"/>
              <a:gd name="connsiteX220" fmla="*/ 7201779 w 12192000"/>
              <a:gd name="connsiteY220" fmla="*/ 4117678 h 6862799"/>
              <a:gd name="connsiteX221" fmla="*/ 7201779 w 12192000"/>
              <a:gd name="connsiteY221" fmla="*/ 2745118 h 6862799"/>
              <a:gd name="connsiteX222" fmla="*/ 7201781 w 12192000"/>
              <a:gd name="connsiteY222" fmla="*/ 2745118 h 6862799"/>
              <a:gd name="connsiteX223" fmla="*/ 7201781 w 12192000"/>
              <a:gd name="connsiteY223" fmla="*/ 2058840 h 6862799"/>
              <a:gd name="connsiteX224" fmla="*/ 7201781 w 12192000"/>
              <a:gd name="connsiteY224" fmla="*/ 1372823 h 6862799"/>
              <a:gd name="connsiteX225" fmla="*/ 7201781 w 12192000"/>
              <a:gd name="connsiteY225" fmla="*/ 1372561 h 6862799"/>
              <a:gd name="connsiteX226" fmla="*/ 7201781 w 12192000"/>
              <a:gd name="connsiteY226" fmla="*/ 686278 h 6862799"/>
              <a:gd name="connsiteX227" fmla="*/ 11681638 w 12192000"/>
              <a:gd name="connsiteY227" fmla="*/ 262 h 6862799"/>
              <a:gd name="connsiteX228" fmla="*/ 12117544 w 12192000"/>
              <a:gd name="connsiteY228" fmla="*/ 54207 h 6862799"/>
              <a:gd name="connsiteX229" fmla="*/ 12192000 w 12192000"/>
              <a:gd name="connsiteY229" fmla="*/ 78976 h 6862799"/>
              <a:gd name="connsiteX230" fmla="*/ 12192000 w 12192000"/>
              <a:gd name="connsiteY230" fmla="*/ 1294109 h 6862799"/>
              <a:gd name="connsiteX231" fmla="*/ 12117544 w 12192000"/>
              <a:gd name="connsiteY231" fmla="*/ 1318877 h 6862799"/>
              <a:gd name="connsiteX232" fmla="*/ 11681638 w 12192000"/>
              <a:gd name="connsiteY232" fmla="*/ 1372822 h 6862799"/>
              <a:gd name="connsiteX233" fmla="*/ 11681638 w 12192000"/>
              <a:gd name="connsiteY233" fmla="*/ 2039421 h 6862799"/>
              <a:gd name="connsiteX234" fmla="*/ 11701200 w 12192000"/>
              <a:gd name="connsiteY234" fmla="*/ 1920554 h 6862799"/>
              <a:gd name="connsiteX235" fmla="*/ 12086040 w 12192000"/>
              <a:gd name="connsiteY235" fmla="*/ 1529300 h 6862799"/>
              <a:gd name="connsiteX236" fmla="*/ 12192000 w 12192000"/>
              <a:gd name="connsiteY236" fmla="*/ 1484300 h 6862799"/>
              <a:gd name="connsiteX237" fmla="*/ 12192000 w 12192000"/>
              <a:gd name="connsiteY237" fmla="*/ 2633373 h 6862799"/>
              <a:gd name="connsiteX238" fmla="*/ 12086040 w 12192000"/>
              <a:gd name="connsiteY238" fmla="*/ 2588373 h 6862799"/>
              <a:gd name="connsiteX239" fmla="*/ 11701200 w 12192000"/>
              <a:gd name="connsiteY239" fmla="*/ 2197118 h 6862799"/>
              <a:gd name="connsiteX240" fmla="*/ 11681638 w 12192000"/>
              <a:gd name="connsiteY240" fmla="*/ 2078250 h 6862799"/>
              <a:gd name="connsiteX241" fmla="*/ 11681638 w 12192000"/>
              <a:gd name="connsiteY241" fmla="*/ 2745118 h 6862799"/>
              <a:gd name="connsiteX242" fmla="*/ 10561674 w 12192000"/>
              <a:gd name="connsiteY242" fmla="*/ 2058839 h 6862799"/>
              <a:gd name="connsiteX243" fmla="*/ 11455950 w 12192000"/>
              <a:gd name="connsiteY243" fmla="*/ 1386504 h 6862799"/>
              <a:gd name="connsiteX244" fmla="*/ 11679495 w 12192000"/>
              <a:gd name="connsiteY244" fmla="*/ 1372690 h 6862799"/>
              <a:gd name="connsiteX245" fmla="*/ 11455950 w 12192000"/>
              <a:gd name="connsiteY245" fmla="*/ 1358875 h 6862799"/>
              <a:gd name="connsiteX246" fmla="*/ 10561674 w 12192000"/>
              <a:gd name="connsiteY246" fmla="*/ 686541 h 6862799"/>
              <a:gd name="connsiteX247" fmla="*/ 11681638 w 12192000"/>
              <a:gd name="connsiteY247" fmla="*/ 262 h 6862799"/>
              <a:gd name="connsiteX248" fmla="*/ 2721930 w 12192000"/>
              <a:gd name="connsiteY248" fmla="*/ 260 h 6862799"/>
              <a:gd name="connsiteX249" fmla="*/ 2721930 w 12192000"/>
              <a:gd name="connsiteY249" fmla="*/ 686541 h 6862799"/>
              <a:gd name="connsiteX250" fmla="*/ 2721930 w 12192000"/>
              <a:gd name="connsiteY250" fmla="*/ 1372557 h 6862799"/>
              <a:gd name="connsiteX251" fmla="*/ 2721939 w 12192000"/>
              <a:gd name="connsiteY251" fmla="*/ 1372557 h 6862799"/>
              <a:gd name="connsiteX252" fmla="*/ 2721939 w 12192000"/>
              <a:gd name="connsiteY252" fmla="*/ 2058812 h 6862799"/>
              <a:gd name="connsiteX253" fmla="*/ 2744692 w 12192000"/>
              <a:gd name="connsiteY253" fmla="*/ 1920571 h 6862799"/>
              <a:gd name="connsiteX254" fmla="*/ 3841899 w 12192000"/>
              <a:gd name="connsiteY254" fmla="*/ 1372825 h 6862799"/>
              <a:gd name="connsiteX255" fmla="*/ 3841899 w 12192000"/>
              <a:gd name="connsiteY255" fmla="*/ 2058827 h 6862799"/>
              <a:gd name="connsiteX256" fmla="*/ 3864662 w 12192000"/>
              <a:gd name="connsiteY256" fmla="*/ 1920558 h 6862799"/>
              <a:gd name="connsiteX257" fmla="*/ 4962300 w 12192000"/>
              <a:gd name="connsiteY257" fmla="*/ 1372561 h 6862799"/>
              <a:gd name="connsiteX258" fmla="*/ 6059935 w 12192000"/>
              <a:gd name="connsiteY258" fmla="*/ 1920558 h 6862799"/>
              <a:gd name="connsiteX259" fmla="*/ 6081818 w 12192000"/>
              <a:gd name="connsiteY259" fmla="*/ 2053471 h 6862799"/>
              <a:gd name="connsiteX260" fmla="*/ 6081818 w 12192000"/>
              <a:gd name="connsiteY260" fmla="*/ 1372561 h 6862799"/>
              <a:gd name="connsiteX261" fmla="*/ 7201781 w 12192000"/>
              <a:gd name="connsiteY261" fmla="*/ 2058840 h 6862799"/>
              <a:gd name="connsiteX262" fmla="*/ 6081818 w 12192000"/>
              <a:gd name="connsiteY262" fmla="*/ 2745121 h 6862799"/>
              <a:gd name="connsiteX263" fmla="*/ 6081818 w 12192000"/>
              <a:gd name="connsiteY263" fmla="*/ 2064208 h 6862799"/>
              <a:gd name="connsiteX264" fmla="*/ 6059935 w 12192000"/>
              <a:gd name="connsiteY264" fmla="*/ 2197122 h 6862799"/>
              <a:gd name="connsiteX265" fmla="*/ 4962300 w 12192000"/>
              <a:gd name="connsiteY265" fmla="*/ 2745121 h 6862799"/>
              <a:gd name="connsiteX266" fmla="*/ 3864662 w 12192000"/>
              <a:gd name="connsiteY266" fmla="*/ 2197122 h 6862799"/>
              <a:gd name="connsiteX267" fmla="*/ 3841899 w 12192000"/>
              <a:gd name="connsiteY267" fmla="*/ 2058852 h 6862799"/>
              <a:gd name="connsiteX268" fmla="*/ 3841899 w 12192000"/>
              <a:gd name="connsiteY268" fmla="*/ 2745121 h 6862799"/>
              <a:gd name="connsiteX269" fmla="*/ 2744692 w 12192000"/>
              <a:gd name="connsiteY269" fmla="*/ 2197122 h 6862799"/>
              <a:gd name="connsiteX270" fmla="*/ 2721939 w 12192000"/>
              <a:gd name="connsiteY270" fmla="*/ 2058867 h 6862799"/>
              <a:gd name="connsiteX271" fmla="*/ 2721939 w 12192000"/>
              <a:gd name="connsiteY271" fmla="*/ 2745118 h 6862799"/>
              <a:gd name="connsiteX272" fmla="*/ 482011 w 12192000"/>
              <a:gd name="connsiteY272" fmla="*/ 2745118 h 6862799"/>
              <a:gd name="connsiteX273" fmla="*/ 482011 w 12192000"/>
              <a:gd name="connsiteY273" fmla="*/ 1372822 h 6862799"/>
              <a:gd name="connsiteX274" fmla="*/ 0 w 12192000"/>
              <a:gd name="connsiteY274" fmla="*/ 1372822 h 6862799"/>
              <a:gd name="connsiteX275" fmla="*/ 0 w 12192000"/>
              <a:gd name="connsiteY275" fmla="*/ 1248789 h 6862799"/>
              <a:gd name="connsiteX276" fmla="*/ 74655 w 12192000"/>
              <a:gd name="connsiteY276" fmla="*/ 1272802 h 6862799"/>
              <a:gd name="connsiteX277" fmla="*/ 492732 w 12192000"/>
              <a:gd name="connsiteY277" fmla="*/ 1322824 h 6862799"/>
              <a:gd name="connsiteX278" fmla="*/ 1566866 w 12192000"/>
              <a:gd name="connsiteY278" fmla="*/ 686278 h 6862799"/>
              <a:gd name="connsiteX279" fmla="*/ 492732 w 12192000"/>
              <a:gd name="connsiteY279" fmla="*/ 49734 h 6862799"/>
              <a:gd name="connsiteX280" fmla="*/ 74655 w 12192000"/>
              <a:gd name="connsiteY280" fmla="*/ 99756 h 6862799"/>
              <a:gd name="connsiteX281" fmla="*/ 0 w 12192000"/>
              <a:gd name="connsiteY281" fmla="*/ 123769 h 6862799"/>
              <a:gd name="connsiteX282" fmla="*/ 0 w 12192000"/>
              <a:gd name="connsiteY282" fmla="*/ 262 h 6862799"/>
              <a:gd name="connsiteX283" fmla="*/ 1612696 w 12192000"/>
              <a:gd name="connsiteY283" fmla="*/ 262 h 6862799"/>
              <a:gd name="connsiteX284" fmla="*/ 1612696 w 12192000"/>
              <a:gd name="connsiteY284" fmla="*/ 621339 h 6862799"/>
              <a:gd name="connsiteX285" fmla="*/ 1624723 w 12192000"/>
              <a:gd name="connsiteY285" fmla="*/ 548259 h 6862799"/>
              <a:gd name="connsiteX286" fmla="*/ 2721930 w 12192000"/>
              <a:gd name="connsiteY286" fmla="*/ 260 h 6862799"/>
              <a:gd name="connsiteX287" fmla="*/ 6081818 w 12192000"/>
              <a:gd name="connsiteY287" fmla="*/ 0 h 6862799"/>
              <a:gd name="connsiteX288" fmla="*/ 7201781 w 12192000"/>
              <a:gd name="connsiteY288" fmla="*/ 686278 h 6862799"/>
              <a:gd name="connsiteX289" fmla="*/ 6081818 w 12192000"/>
              <a:gd name="connsiteY289" fmla="*/ 1372559 h 6862799"/>
              <a:gd name="connsiteX290" fmla="*/ 6081818 w 12192000"/>
              <a:gd name="connsiteY290" fmla="*/ 686278 h 6862799"/>
              <a:gd name="connsiteX291" fmla="*/ 4961856 w 12192000"/>
              <a:gd name="connsiteY291" fmla="*/ 0 h 6862799"/>
              <a:gd name="connsiteX292" fmla="*/ 6081818 w 12192000"/>
              <a:gd name="connsiteY292" fmla="*/ 686278 h 6862799"/>
              <a:gd name="connsiteX293" fmla="*/ 4961856 w 12192000"/>
              <a:gd name="connsiteY293" fmla="*/ 1372559 h 6862799"/>
              <a:gd name="connsiteX294" fmla="*/ 4961856 w 12192000"/>
              <a:gd name="connsiteY294" fmla="*/ 686560 h 6862799"/>
              <a:gd name="connsiteX295" fmla="*/ 4939102 w 12192000"/>
              <a:gd name="connsiteY295" fmla="*/ 824824 h 6862799"/>
              <a:gd name="connsiteX296" fmla="*/ 3841894 w 12192000"/>
              <a:gd name="connsiteY296" fmla="*/ 1372823 h 6862799"/>
              <a:gd name="connsiteX297" fmla="*/ 2721930 w 12192000"/>
              <a:gd name="connsiteY297" fmla="*/ 686541 h 6862799"/>
              <a:gd name="connsiteX298" fmla="*/ 3841894 w 12192000"/>
              <a:gd name="connsiteY298" fmla="*/ 263 h 6862799"/>
              <a:gd name="connsiteX299" fmla="*/ 4939102 w 12192000"/>
              <a:gd name="connsiteY299" fmla="*/ 548260 h 6862799"/>
              <a:gd name="connsiteX300" fmla="*/ 4961856 w 12192000"/>
              <a:gd name="connsiteY300" fmla="*/ 686523 h 6862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Lst>
            <a:rect l="l" t="t" r="r" b="b"/>
            <a:pathLst>
              <a:path w="12192000" h="6862799">
                <a:moveTo>
                  <a:pt x="8319019" y="5539710"/>
                </a:moveTo>
                <a:cubicBezTo>
                  <a:pt x="7725850" y="5539710"/>
                  <a:pt x="7244885" y="5824695"/>
                  <a:pt x="7244885" y="6176254"/>
                </a:cubicBezTo>
                <a:cubicBezTo>
                  <a:pt x="7244885" y="6527816"/>
                  <a:pt x="7725850" y="6812801"/>
                  <a:pt x="8319019" y="6812801"/>
                </a:cubicBezTo>
                <a:cubicBezTo>
                  <a:pt x="8912188" y="6812801"/>
                  <a:pt x="9393153" y="6527816"/>
                  <a:pt x="9393153" y="6176254"/>
                </a:cubicBezTo>
                <a:cubicBezTo>
                  <a:pt x="9393153" y="5824695"/>
                  <a:pt x="8912188" y="5539710"/>
                  <a:pt x="8319019" y="5539710"/>
                </a:cubicBezTo>
                <a:close/>
                <a:moveTo>
                  <a:pt x="11680964" y="5490238"/>
                </a:moveTo>
                <a:cubicBezTo>
                  <a:pt x="11835578" y="5490238"/>
                  <a:pt x="11982883" y="5509448"/>
                  <a:pt x="12116870" y="5544183"/>
                </a:cubicBezTo>
                <a:lnTo>
                  <a:pt x="12192000" y="5569176"/>
                </a:lnTo>
                <a:lnTo>
                  <a:pt x="12192000" y="6783861"/>
                </a:lnTo>
                <a:lnTo>
                  <a:pt x="12116870" y="6808854"/>
                </a:lnTo>
                <a:cubicBezTo>
                  <a:pt x="11982883" y="6843590"/>
                  <a:pt x="11835578" y="6862799"/>
                  <a:pt x="11680964" y="6862799"/>
                </a:cubicBezTo>
                <a:cubicBezTo>
                  <a:pt x="11062507" y="6862799"/>
                  <a:pt x="10561000" y="6555445"/>
                  <a:pt x="10561000" y="6176517"/>
                </a:cubicBezTo>
                <a:cubicBezTo>
                  <a:pt x="10561000" y="5797589"/>
                  <a:pt x="11062507" y="5490238"/>
                  <a:pt x="11680964" y="5490238"/>
                </a:cubicBezTo>
                <a:close/>
                <a:moveTo>
                  <a:pt x="10558948" y="5490238"/>
                </a:moveTo>
                <a:lnTo>
                  <a:pt x="10558948" y="6862799"/>
                </a:lnTo>
                <a:cubicBezTo>
                  <a:pt x="9940491" y="6862799"/>
                  <a:pt x="9438984" y="6555445"/>
                  <a:pt x="9438984" y="6176517"/>
                </a:cubicBezTo>
                <a:cubicBezTo>
                  <a:pt x="9438984" y="5797589"/>
                  <a:pt x="9940491" y="5490238"/>
                  <a:pt x="10558948" y="5490238"/>
                </a:cubicBezTo>
                <a:close/>
                <a:moveTo>
                  <a:pt x="7199055" y="5490238"/>
                </a:moveTo>
                <a:lnTo>
                  <a:pt x="7202983" y="5490238"/>
                </a:lnTo>
                <a:lnTo>
                  <a:pt x="8321746" y="5490238"/>
                </a:lnTo>
                <a:lnTo>
                  <a:pt x="9438983" y="5490238"/>
                </a:lnTo>
                <a:lnTo>
                  <a:pt x="9438983" y="6862799"/>
                </a:lnTo>
                <a:lnTo>
                  <a:pt x="7199055" y="6862799"/>
                </a:lnTo>
                <a:lnTo>
                  <a:pt x="7199055" y="6176517"/>
                </a:lnTo>
                <a:close/>
                <a:moveTo>
                  <a:pt x="6079091" y="5490238"/>
                </a:moveTo>
                <a:cubicBezTo>
                  <a:pt x="6697548" y="5490238"/>
                  <a:pt x="7199055" y="5797589"/>
                  <a:pt x="7199055" y="6176517"/>
                </a:cubicBezTo>
                <a:cubicBezTo>
                  <a:pt x="7199055" y="6555445"/>
                  <a:pt x="6697548" y="6862799"/>
                  <a:pt x="6079091" y="6862799"/>
                </a:cubicBezTo>
                <a:lnTo>
                  <a:pt x="6079091" y="6176517"/>
                </a:lnTo>
                <a:close/>
                <a:moveTo>
                  <a:pt x="1605373" y="5490238"/>
                </a:moveTo>
                <a:lnTo>
                  <a:pt x="1605373" y="6152879"/>
                </a:lnTo>
                <a:lnTo>
                  <a:pt x="1619463" y="6055059"/>
                </a:lnTo>
                <a:cubicBezTo>
                  <a:pt x="1699934" y="5779089"/>
                  <a:pt x="2049723" y="5560191"/>
                  <a:pt x="2496244" y="5504182"/>
                </a:cubicBezTo>
                <a:lnTo>
                  <a:pt x="2721883" y="5490238"/>
                </a:lnTo>
                <a:close/>
                <a:moveTo>
                  <a:pt x="10564927" y="4167412"/>
                </a:moveTo>
                <a:cubicBezTo>
                  <a:pt x="9971757" y="4167412"/>
                  <a:pt x="9490793" y="4452660"/>
                  <a:pt x="9490793" y="4803956"/>
                </a:cubicBezTo>
                <a:cubicBezTo>
                  <a:pt x="9490793" y="5155255"/>
                  <a:pt x="9971757" y="5440240"/>
                  <a:pt x="10564927" y="5440240"/>
                </a:cubicBezTo>
                <a:lnTo>
                  <a:pt x="10564927" y="5440503"/>
                </a:lnTo>
                <a:cubicBezTo>
                  <a:pt x="11158096" y="5440503"/>
                  <a:pt x="11639061" y="5155518"/>
                  <a:pt x="11639061" y="4803956"/>
                </a:cubicBezTo>
                <a:cubicBezTo>
                  <a:pt x="11639061" y="4452397"/>
                  <a:pt x="11158096" y="4167412"/>
                  <a:pt x="10564927" y="4167412"/>
                </a:cubicBezTo>
                <a:close/>
                <a:moveTo>
                  <a:pt x="2723136" y="4167149"/>
                </a:moveTo>
                <a:cubicBezTo>
                  <a:pt x="2129966" y="4167149"/>
                  <a:pt x="1649001" y="4452134"/>
                  <a:pt x="1649001" y="4803693"/>
                </a:cubicBezTo>
                <a:cubicBezTo>
                  <a:pt x="1649001" y="5155255"/>
                  <a:pt x="2129966" y="5440240"/>
                  <a:pt x="2723136" y="5440240"/>
                </a:cubicBezTo>
                <a:cubicBezTo>
                  <a:pt x="3316305" y="5440240"/>
                  <a:pt x="3797269" y="5155255"/>
                  <a:pt x="3797269" y="4803693"/>
                </a:cubicBezTo>
                <a:cubicBezTo>
                  <a:pt x="3797269" y="4452134"/>
                  <a:pt x="3316305" y="4167149"/>
                  <a:pt x="2723136" y="4167149"/>
                </a:cubicBezTo>
                <a:close/>
                <a:moveTo>
                  <a:pt x="6083021" y="4117677"/>
                </a:moveTo>
                <a:lnTo>
                  <a:pt x="6083021" y="4803956"/>
                </a:lnTo>
                <a:lnTo>
                  <a:pt x="6083021" y="5490238"/>
                </a:lnTo>
                <a:cubicBezTo>
                  <a:pt x="5464567" y="5490238"/>
                  <a:pt x="4963060" y="5182884"/>
                  <a:pt x="4963060" y="4803956"/>
                </a:cubicBezTo>
                <a:cubicBezTo>
                  <a:pt x="4963060" y="4425028"/>
                  <a:pt x="5464567" y="4117677"/>
                  <a:pt x="6083021" y="4117677"/>
                </a:cubicBezTo>
                <a:close/>
                <a:moveTo>
                  <a:pt x="0" y="2899024"/>
                </a:moveTo>
                <a:lnTo>
                  <a:pt x="93355" y="2946227"/>
                </a:lnTo>
                <a:cubicBezTo>
                  <a:pt x="296039" y="3070431"/>
                  <a:pt x="421415" y="3242001"/>
                  <a:pt x="421415" y="3431464"/>
                </a:cubicBezTo>
                <a:cubicBezTo>
                  <a:pt x="421415" y="3620928"/>
                  <a:pt x="296039" y="3792499"/>
                  <a:pt x="93355" y="3916703"/>
                </a:cubicBezTo>
                <a:lnTo>
                  <a:pt x="0" y="3963906"/>
                </a:lnTo>
                <a:close/>
                <a:moveTo>
                  <a:pt x="3833291" y="2794593"/>
                </a:moveTo>
                <a:cubicBezTo>
                  <a:pt x="3240122" y="2794593"/>
                  <a:pt x="2759157" y="3079577"/>
                  <a:pt x="2759157" y="3431136"/>
                </a:cubicBezTo>
                <a:cubicBezTo>
                  <a:pt x="2759157" y="3782698"/>
                  <a:pt x="3240122" y="4067683"/>
                  <a:pt x="3833291" y="4067683"/>
                </a:cubicBezTo>
                <a:cubicBezTo>
                  <a:pt x="4426459" y="4067683"/>
                  <a:pt x="4907422" y="3782698"/>
                  <a:pt x="4907422" y="3431136"/>
                </a:cubicBezTo>
                <a:cubicBezTo>
                  <a:pt x="4907422" y="3079577"/>
                  <a:pt x="4426459" y="2794593"/>
                  <a:pt x="3833291" y="2794593"/>
                </a:cubicBezTo>
                <a:close/>
                <a:moveTo>
                  <a:pt x="8321784" y="2745121"/>
                </a:moveTo>
                <a:lnTo>
                  <a:pt x="8547431" y="2759065"/>
                </a:lnTo>
                <a:cubicBezTo>
                  <a:pt x="8993952" y="2815074"/>
                  <a:pt x="9343741" y="3033971"/>
                  <a:pt x="9424212" y="3309942"/>
                </a:cubicBezTo>
                <a:lnTo>
                  <a:pt x="9433380" y="3373590"/>
                </a:lnTo>
                <a:lnTo>
                  <a:pt x="9446623" y="3293117"/>
                </a:lnTo>
                <a:cubicBezTo>
                  <a:pt x="9536149" y="3025104"/>
                  <a:pt x="9880734" y="2813931"/>
                  <a:pt x="10318142" y="2759065"/>
                </a:cubicBezTo>
                <a:lnTo>
                  <a:pt x="10543789" y="2745121"/>
                </a:lnTo>
                <a:close/>
                <a:moveTo>
                  <a:pt x="2713326" y="2745121"/>
                </a:moveTo>
                <a:lnTo>
                  <a:pt x="3841899" y="2745121"/>
                </a:lnTo>
                <a:lnTo>
                  <a:pt x="4953254" y="2745121"/>
                </a:lnTo>
                <a:lnTo>
                  <a:pt x="4953254" y="4117681"/>
                </a:lnTo>
                <a:lnTo>
                  <a:pt x="3843100" y="4117681"/>
                </a:lnTo>
                <a:lnTo>
                  <a:pt x="3843100" y="4803937"/>
                </a:lnTo>
                <a:lnTo>
                  <a:pt x="3865854" y="4665674"/>
                </a:lnTo>
                <a:cubicBezTo>
                  <a:pt x="3970300" y="4352993"/>
                  <a:pt x="4421910" y="4117677"/>
                  <a:pt x="4963060" y="4117677"/>
                </a:cubicBezTo>
                <a:lnTo>
                  <a:pt x="4963060" y="4803956"/>
                </a:lnTo>
                <a:lnTo>
                  <a:pt x="4963060" y="5490238"/>
                </a:lnTo>
                <a:cubicBezTo>
                  <a:pt x="4421910" y="5490238"/>
                  <a:pt x="3970300" y="5254920"/>
                  <a:pt x="3865854" y="4942239"/>
                </a:cubicBezTo>
                <a:lnTo>
                  <a:pt x="3843100" y="4803975"/>
                </a:lnTo>
                <a:lnTo>
                  <a:pt x="3843100" y="5490238"/>
                </a:lnTo>
                <a:lnTo>
                  <a:pt x="3839171" y="5490238"/>
                </a:lnTo>
                <a:lnTo>
                  <a:pt x="2721932" y="5490238"/>
                </a:lnTo>
                <a:lnTo>
                  <a:pt x="2721932" y="6159953"/>
                </a:lnTo>
                <a:lnTo>
                  <a:pt x="2741963" y="6038235"/>
                </a:lnTo>
                <a:cubicBezTo>
                  <a:pt x="2846410" y="5725554"/>
                  <a:pt x="3298021" y="5490238"/>
                  <a:pt x="3839171" y="5490238"/>
                </a:cubicBezTo>
                <a:cubicBezTo>
                  <a:pt x="4380320" y="5490238"/>
                  <a:pt x="4831931" y="5725554"/>
                  <a:pt x="4936378" y="6038235"/>
                </a:cubicBezTo>
                <a:lnTo>
                  <a:pt x="4959130" y="6176496"/>
                </a:lnTo>
                <a:lnTo>
                  <a:pt x="4959130" y="5490238"/>
                </a:lnTo>
                <a:cubicBezTo>
                  <a:pt x="5577584" y="5490238"/>
                  <a:pt x="6079091" y="5797589"/>
                  <a:pt x="6079091" y="6176517"/>
                </a:cubicBezTo>
                <a:cubicBezTo>
                  <a:pt x="6079091" y="6555445"/>
                  <a:pt x="5577584" y="6862799"/>
                  <a:pt x="4959130" y="6862799"/>
                </a:cubicBezTo>
                <a:lnTo>
                  <a:pt x="4959130" y="6176538"/>
                </a:lnTo>
                <a:lnTo>
                  <a:pt x="4936378" y="6314800"/>
                </a:lnTo>
                <a:cubicBezTo>
                  <a:pt x="4831931" y="6627481"/>
                  <a:pt x="4380320" y="6862799"/>
                  <a:pt x="3839171" y="6862799"/>
                </a:cubicBezTo>
                <a:cubicBezTo>
                  <a:pt x="3298021" y="6862799"/>
                  <a:pt x="2846410" y="6627481"/>
                  <a:pt x="2741963" y="6314800"/>
                </a:cubicBezTo>
                <a:lnTo>
                  <a:pt x="2721932" y="6193082"/>
                </a:lnTo>
                <a:lnTo>
                  <a:pt x="2721932" y="6862796"/>
                </a:lnTo>
                <a:cubicBezTo>
                  <a:pt x="2180782" y="6862796"/>
                  <a:pt x="1729172" y="6627481"/>
                  <a:pt x="1624725" y="6314800"/>
                </a:cubicBezTo>
                <a:lnTo>
                  <a:pt x="1605373" y="6197207"/>
                </a:lnTo>
                <a:lnTo>
                  <a:pt x="1605373" y="6862799"/>
                </a:lnTo>
                <a:lnTo>
                  <a:pt x="0" y="6862799"/>
                </a:lnTo>
                <a:lnTo>
                  <a:pt x="0" y="6741121"/>
                </a:lnTo>
                <a:lnTo>
                  <a:pt x="67332" y="6762779"/>
                </a:lnTo>
                <a:cubicBezTo>
                  <a:pt x="195837" y="6794990"/>
                  <a:pt x="337117" y="6812801"/>
                  <a:pt x="485409" y="6812801"/>
                </a:cubicBezTo>
                <a:cubicBezTo>
                  <a:pt x="1078579" y="6812801"/>
                  <a:pt x="1559543" y="6527816"/>
                  <a:pt x="1559543" y="6176254"/>
                </a:cubicBezTo>
                <a:cubicBezTo>
                  <a:pt x="1559543" y="5824695"/>
                  <a:pt x="1078579" y="5539710"/>
                  <a:pt x="485409" y="5539710"/>
                </a:cubicBezTo>
                <a:cubicBezTo>
                  <a:pt x="337117" y="5539710"/>
                  <a:pt x="195837" y="5557522"/>
                  <a:pt x="67332" y="5589732"/>
                </a:cubicBezTo>
                <a:lnTo>
                  <a:pt x="0" y="5611390"/>
                </a:lnTo>
                <a:lnTo>
                  <a:pt x="0" y="5490238"/>
                </a:lnTo>
                <a:lnTo>
                  <a:pt x="487356" y="5490238"/>
                </a:lnTo>
                <a:lnTo>
                  <a:pt x="1603171" y="5490238"/>
                </a:lnTo>
                <a:lnTo>
                  <a:pt x="1603171" y="4829161"/>
                </a:lnTo>
                <a:lnTo>
                  <a:pt x="1584562" y="4942239"/>
                </a:lnTo>
                <a:cubicBezTo>
                  <a:pt x="1480115" y="5254920"/>
                  <a:pt x="1028505" y="5490238"/>
                  <a:pt x="487356" y="5490238"/>
                </a:cubicBezTo>
                <a:cubicBezTo>
                  <a:pt x="332742" y="5490238"/>
                  <a:pt x="185437" y="5471029"/>
                  <a:pt x="51450" y="5436293"/>
                </a:cubicBezTo>
                <a:lnTo>
                  <a:pt x="0" y="5419178"/>
                </a:lnTo>
                <a:lnTo>
                  <a:pt x="0" y="4188737"/>
                </a:lnTo>
                <a:lnTo>
                  <a:pt x="51450" y="4171622"/>
                </a:lnTo>
                <a:cubicBezTo>
                  <a:pt x="185437" y="4136887"/>
                  <a:pt x="332742" y="4117677"/>
                  <a:pt x="487356" y="4117677"/>
                </a:cubicBezTo>
                <a:cubicBezTo>
                  <a:pt x="1028505" y="4117677"/>
                  <a:pt x="1480115" y="4352993"/>
                  <a:pt x="1584562" y="4665674"/>
                </a:cubicBezTo>
                <a:lnTo>
                  <a:pt x="1603171" y="4778751"/>
                </a:lnTo>
                <a:lnTo>
                  <a:pt x="1603171" y="4117677"/>
                </a:lnTo>
                <a:lnTo>
                  <a:pt x="2713326" y="4117677"/>
                </a:lnTo>
                <a:lnTo>
                  <a:pt x="2713326" y="3431473"/>
                </a:lnTo>
                <a:lnTo>
                  <a:pt x="2690571" y="3569747"/>
                </a:lnTo>
                <a:cubicBezTo>
                  <a:pt x="2586125" y="3882428"/>
                  <a:pt x="2134515" y="4117746"/>
                  <a:pt x="1593364" y="4117746"/>
                </a:cubicBezTo>
                <a:lnTo>
                  <a:pt x="1593364" y="3483776"/>
                </a:lnTo>
                <a:lnTo>
                  <a:pt x="1579216" y="3569746"/>
                </a:lnTo>
                <a:cubicBezTo>
                  <a:pt x="1474769" y="3882428"/>
                  <a:pt x="1023158" y="4117745"/>
                  <a:pt x="482008" y="4117745"/>
                </a:cubicBezTo>
                <a:lnTo>
                  <a:pt x="482008" y="2745185"/>
                </a:lnTo>
                <a:cubicBezTo>
                  <a:pt x="1023158" y="2745185"/>
                  <a:pt x="1474769" y="2980501"/>
                  <a:pt x="1579216" y="3293182"/>
                </a:cubicBezTo>
                <a:lnTo>
                  <a:pt x="1593364" y="3379152"/>
                </a:lnTo>
                <a:lnTo>
                  <a:pt x="1593364" y="2745185"/>
                </a:lnTo>
                <a:cubicBezTo>
                  <a:pt x="2134515" y="2745185"/>
                  <a:pt x="2586125" y="2980501"/>
                  <a:pt x="2690571" y="3293182"/>
                </a:cubicBezTo>
                <a:lnTo>
                  <a:pt x="2713326" y="3431455"/>
                </a:lnTo>
                <a:close/>
                <a:moveTo>
                  <a:pt x="0" y="1496221"/>
                </a:moveTo>
                <a:lnTo>
                  <a:pt x="153039" y="1573602"/>
                </a:lnTo>
                <a:cubicBezTo>
                  <a:pt x="355722" y="1697806"/>
                  <a:pt x="481099" y="1869376"/>
                  <a:pt x="481099" y="2058838"/>
                </a:cubicBezTo>
                <a:cubicBezTo>
                  <a:pt x="481099" y="2248302"/>
                  <a:pt x="355722" y="2419873"/>
                  <a:pt x="153039" y="2544077"/>
                </a:cubicBezTo>
                <a:lnTo>
                  <a:pt x="0" y="2621458"/>
                </a:lnTo>
                <a:close/>
                <a:moveTo>
                  <a:pt x="1601975" y="1422293"/>
                </a:moveTo>
                <a:cubicBezTo>
                  <a:pt x="1008805" y="1422293"/>
                  <a:pt x="527841" y="1707542"/>
                  <a:pt x="527841" y="2058839"/>
                </a:cubicBezTo>
                <a:cubicBezTo>
                  <a:pt x="527841" y="2410135"/>
                  <a:pt x="1008805" y="2695120"/>
                  <a:pt x="1601975" y="2695120"/>
                </a:cubicBezTo>
                <a:lnTo>
                  <a:pt x="1601975" y="2695383"/>
                </a:lnTo>
                <a:cubicBezTo>
                  <a:pt x="2195146" y="2695383"/>
                  <a:pt x="2676110" y="2410398"/>
                  <a:pt x="2676110" y="2058839"/>
                </a:cubicBezTo>
                <a:cubicBezTo>
                  <a:pt x="2676110" y="1707278"/>
                  <a:pt x="2195146" y="1422293"/>
                  <a:pt x="1601975" y="1422293"/>
                </a:cubicBezTo>
                <a:close/>
                <a:moveTo>
                  <a:pt x="9441710" y="1422033"/>
                </a:moveTo>
                <a:cubicBezTo>
                  <a:pt x="8848540" y="1422033"/>
                  <a:pt x="8367576" y="1707019"/>
                  <a:pt x="8367576" y="2058576"/>
                </a:cubicBezTo>
                <a:cubicBezTo>
                  <a:pt x="8367576" y="2410138"/>
                  <a:pt x="8848540" y="2695122"/>
                  <a:pt x="9441710" y="2695122"/>
                </a:cubicBezTo>
                <a:cubicBezTo>
                  <a:pt x="10034879" y="2695122"/>
                  <a:pt x="10515841" y="2410138"/>
                  <a:pt x="10515841" y="2058576"/>
                </a:cubicBezTo>
                <a:cubicBezTo>
                  <a:pt x="10515841" y="1707019"/>
                  <a:pt x="10034879" y="1422033"/>
                  <a:pt x="9441710" y="1422033"/>
                </a:cubicBezTo>
                <a:close/>
                <a:moveTo>
                  <a:pt x="1612696" y="761034"/>
                </a:moveTo>
                <a:lnTo>
                  <a:pt x="1612696" y="1372557"/>
                </a:lnTo>
                <a:lnTo>
                  <a:pt x="2717683" y="1372557"/>
                </a:lnTo>
                <a:lnTo>
                  <a:pt x="2496241" y="1358873"/>
                </a:lnTo>
                <a:cubicBezTo>
                  <a:pt x="2049720" y="1302865"/>
                  <a:pt x="1699931" y="1083969"/>
                  <a:pt x="1619461" y="807999"/>
                </a:cubicBezTo>
                <a:close/>
                <a:moveTo>
                  <a:pt x="8321745" y="49735"/>
                </a:moveTo>
                <a:cubicBezTo>
                  <a:pt x="7728576" y="49735"/>
                  <a:pt x="7247612" y="334719"/>
                  <a:pt x="7247612" y="686278"/>
                </a:cubicBezTo>
                <a:cubicBezTo>
                  <a:pt x="7247612" y="1037840"/>
                  <a:pt x="7728576" y="1322825"/>
                  <a:pt x="8321745" y="1322825"/>
                </a:cubicBezTo>
                <a:cubicBezTo>
                  <a:pt x="8914914" y="1322825"/>
                  <a:pt x="9395879" y="1037840"/>
                  <a:pt x="9395879" y="686278"/>
                </a:cubicBezTo>
                <a:cubicBezTo>
                  <a:pt x="9395879" y="334719"/>
                  <a:pt x="8914914" y="49735"/>
                  <a:pt x="8321745" y="49735"/>
                </a:cubicBezTo>
                <a:close/>
                <a:moveTo>
                  <a:pt x="7201781" y="263"/>
                </a:moveTo>
                <a:lnTo>
                  <a:pt x="9441709" y="263"/>
                </a:lnTo>
                <a:lnTo>
                  <a:pt x="9441709" y="1372561"/>
                </a:lnTo>
                <a:lnTo>
                  <a:pt x="10557444" y="1372561"/>
                </a:lnTo>
                <a:lnTo>
                  <a:pt x="10335986" y="1358876"/>
                </a:lnTo>
                <a:cubicBezTo>
                  <a:pt x="9825676" y="1294866"/>
                  <a:pt x="9441710" y="1018103"/>
                  <a:pt x="9441710" y="686541"/>
                </a:cubicBezTo>
                <a:cubicBezTo>
                  <a:pt x="9441710" y="307616"/>
                  <a:pt x="9943217" y="263"/>
                  <a:pt x="10561674" y="263"/>
                </a:cubicBezTo>
                <a:lnTo>
                  <a:pt x="10561674" y="686541"/>
                </a:lnTo>
                <a:lnTo>
                  <a:pt x="10561674" y="1372561"/>
                </a:lnTo>
                <a:lnTo>
                  <a:pt x="10561674" y="1372823"/>
                </a:lnTo>
                <a:lnTo>
                  <a:pt x="10561674" y="2058839"/>
                </a:lnTo>
                <a:lnTo>
                  <a:pt x="10561674" y="2745121"/>
                </a:lnTo>
                <a:lnTo>
                  <a:pt x="10543871" y="2745121"/>
                </a:lnTo>
                <a:lnTo>
                  <a:pt x="10769518" y="2759065"/>
                </a:lnTo>
                <a:cubicBezTo>
                  <a:pt x="11216039" y="2815074"/>
                  <a:pt x="11565828" y="3033971"/>
                  <a:pt x="11646299" y="3309942"/>
                </a:cubicBezTo>
                <a:lnTo>
                  <a:pt x="11662768" y="3424275"/>
                </a:lnTo>
                <a:lnTo>
                  <a:pt x="11684352" y="3293118"/>
                </a:lnTo>
                <a:cubicBezTo>
                  <a:pt x="11736575" y="3136778"/>
                  <a:pt x="11875590" y="2999779"/>
                  <a:pt x="12069192" y="2901865"/>
                </a:cubicBezTo>
                <a:lnTo>
                  <a:pt x="12192000" y="2849709"/>
                </a:lnTo>
                <a:lnTo>
                  <a:pt x="12192000" y="4013092"/>
                </a:lnTo>
                <a:lnTo>
                  <a:pt x="12069192" y="3960936"/>
                </a:lnTo>
                <a:cubicBezTo>
                  <a:pt x="11875590" y="3863022"/>
                  <a:pt x="11736575" y="3726022"/>
                  <a:pt x="11684352" y="3569681"/>
                </a:cubicBezTo>
                <a:lnTo>
                  <a:pt x="11662768" y="3438524"/>
                </a:lnTo>
                <a:lnTo>
                  <a:pt x="11646299" y="3552858"/>
                </a:lnTo>
                <a:cubicBezTo>
                  <a:pt x="11565828" y="3828827"/>
                  <a:pt x="11216039" y="4047723"/>
                  <a:pt x="10769518" y="4103732"/>
                </a:cubicBezTo>
                <a:lnTo>
                  <a:pt x="10543846" y="4117677"/>
                </a:lnTo>
                <a:lnTo>
                  <a:pt x="11684891" y="4117677"/>
                </a:lnTo>
                <a:lnTo>
                  <a:pt x="11684891" y="5490238"/>
                </a:lnTo>
                <a:lnTo>
                  <a:pt x="11680964" y="5490238"/>
                </a:lnTo>
                <a:lnTo>
                  <a:pt x="10558948" y="5490238"/>
                </a:lnTo>
                <a:lnTo>
                  <a:pt x="9444963" y="5490238"/>
                </a:lnTo>
                <a:lnTo>
                  <a:pt x="9444963" y="4117677"/>
                </a:lnTo>
                <a:lnTo>
                  <a:pt x="10543812" y="4117677"/>
                </a:lnTo>
                <a:lnTo>
                  <a:pt x="10345599" y="4106956"/>
                </a:lnTo>
                <a:cubicBezTo>
                  <a:pt x="9895202" y="4057640"/>
                  <a:pt x="9538014" y="3843278"/>
                  <a:pt x="9446623" y="3569682"/>
                </a:cubicBezTo>
                <a:lnTo>
                  <a:pt x="9432786" y="3485604"/>
                </a:lnTo>
                <a:lnTo>
                  <a:pt x="9418950" y="3569681"/>
                </a:lnTo>
                <a:cubicBezTo>
                  <a:pt x="9327559" y="3843276"/>
                  <a:pt x="8970371" y="4057640"/>
                  <a:pt x="8519974" y="4106956"/>
                </a:cubicBezTo>
                <a:lnTo>
                  <a:pt x="8321753" y="4117678"/>
                </a:lnTo>
                <a:lnTo>
                  <a:pt x="8547434" y="4131624"/>
                </a:lnTo>
                <a:cubicBezTo>
                  <a:pt x="9057744" y="4195633"/>
                  <a:pt x="9441710" y="4472394"/>
                  <a:pt x="9441710" y="4803956"/>
                </a:cubicBezTo>
                <a:cubicBezTo>
                  <a:pt x="9441710" y="5182884"/>
                  <a:pt x="8940203" y="5490238"/>
                  <a:pt x="8321746" y="5490238"/>
                </a:cubicBezTo>
                <a:lnTo>
                  <a:pt x="8321746" y="4811254"/>
                </a:lnTo>
                <a:lnTo>
                  <a:pt x="8300190" y="4942239"/>
                </a:lnTo>
                <a:cubicBezTo>
                  <a:pt x="8195743" y="5254920"/>
                  <a:pt x="7744133" y="5490238"/>
                  <a:pt x="7202983" y="5490238"/>
                </a:cubicBezTo>
                <a:cubicBezTo>
                  <a:pt x="6584526" y="5490238"/>
                  <a:pt x="6083021" y="5182884"/>
                  <a:pt x="6083021" y="4803956"/>
                </a:cubicBezTo>
                <a:cubicBezTo>
                  <a:pt x="6083021" y="4425028"/>
                  <a:pt x="6584526" y="4117677"/>
                  <a:pt x="7202983" y="4117677"/>
                </a:cubicBezTo>
                <a:cubicBezTo>
                  <a:pt x="7744133" y="4117677"/>
                  <a:pt x="8195743" y="4352993"/>
                  <a:pt x="8300190" y="4665674"/>
                </a:cubicBezTo>
                <a:lnTo>
                  <a:pt x="8321746" y="4796658"/>
                </a:lnTo>
                <a:lnTo>
                  <a:pt x="8321746" y="4117678"/>
                </a:lnTo>
                <a:lnTo>
                  <a:pt x="8321743" y="4117678"/>
                </a:lnTo>
                <a:lnTo>
                  <a:pt x="8321743" y="2745118"/>
                </a:lnTo>
                <a:lnTo>
                  <a:pt x="8321746" y="2745118"/>
                </a:lnTo>
                <a:lnTo>
                  <a:pt x="8321746" y="1372823"/>
                </a:lnTo>
                <a:lnTo>
                  <a:pt x="7206019" y="1372823"/>
                </a:lnTo>
                <a:lnTo>
                  <a:pt x="7427470" y="1386508"/>
                </a:lnTo>
                <a:cubicBezTo>
                  <a:pt x="7937779" y="1450518"/>
                  <a:pt x="8321745" y="1727280"/>
                  <a:pt x="8321745" y="2058840"/>
                </a:cubicBezTo>
                <a:cubicBezTo>
                  <a:pt x="8321745" y="2390401"/>
                  <a:pt x="7937779" y="2667164"/>
                  <a:pt x="7427469" y="2731174"/>
                </a:cubicBezTo>
                <a:lnTo>
                  <a:pt x="7201800" y="2745119"/>
                </a:lnTo>
                <a:lnTo>
                  <a:pt x="7427466" y="2759065"/>
                </a:lnTo>
                <a:cubicBezTo>
                  <a:pt x="7937776" y="2823075"/>
                  <a:pt x="8321742" y="3099838"/>
                  <a:pt x="8321742" y="3431399"/>
                </a:cubicBezTo>
                <a:cubicBezTo>
                  <a:pt x="8321742" y="3810325"/>
                  <a:pt x="7820235" y="4117678"/>
                  <a:pt x="7201779" y="4117678"/>
                </a:cubicBezTo>
                <a:lnTo>
                  <a:pt x="7201779" y="2745118"/>
                </a:lnTo>
                <a:lnTo>
                  <a:pt x="7201781" y="2745118"/>
                </a:lnTo>
                <a:lnTo>
                  <a:pt x="7201781" y="2058840"/>
                </a:lnTo>
                <a:lnTo>
                  <a:pt x="7201781" y="1372823"/>
                </a:lnTo>
                <a:lnTo>
                  <a:pt x="7201781" y="1372561"/>
                </a:lnTo>
                <a:lnTo>
                  <a:pt x="7201781" y="686278"/>
                </a:lnTo>
                <a:close/>
                <a:moveTo>
                  <a:pt x="11681638" y="262"/>
                </a:moveTo>
                <a:cubicBezTo>
                  <a:pt x="11836252" y="262"/>
                  <a:pt x="11983557" y="19472"/>
                  <a:pt x="12117544" y="54207"/>
                </a:cubicBezTo>
                <a:lnTo>
                  <a:pt x="12192000" y="78976"/>
                </a:lnTo>
                <a:lnTo>
                  <a:pt x="12192000" y="1294109"/>
                </a:lnTo>
                <a:lnTo>
                  <a:pt x="12117544" y="1318877"/>
                </a:lnTo>
                <a:cubicBezTo>
                  <a:pt x="11983557" y="1353613"/>
                  <a:pt x="11836252" y="1372822"/>
                  <a:pt x="11681638" y="1372822"/>
                </a:cubicBezTo>
                <a:lnTo>
                  <a:pt x="11681638" y="2039421"/>
                </a:lnTo>
                <a:lnTo>
                  <a:pt x="11701200" y="1920554"/>
                </a:lnTo>
                <a:cubicBezTo>
                  <a:pt x="11753424" y="1764214"/>
                  <a:pt x="11892438" y="1627215"/>
                  <a:pt x="12086040" y="1529300"/>
                </a:cubicBezTo>
                <a:lnTo>
                  <a:pt x="12192000" y="1484300"/>
                </a:lnTo>
                <a:lnTo>
                  <a:pt x="12192000" y="2633373"/>
                </a:lnTo>
                <a:lnTo>
                  <a:pt x="12086040" y="2588373"/>
                </a:lnTo>
                <a:cubicBezTo>
                  <a:pt x="11892438" y="2490459"/>
                  <a:pt x="11753424" y="2353459"/>
                  <a:pt x="11701200" y="2197118"/>
                </a:cubicBezTo>
                <a:lnTo>
                  <a:pt x="11681638" y="2078250"/>
                </a:lnTo>
                <a:lnTo>
                  <a:pt x="11681638" y="2745118"/>
                </a:lnTo>
                <a:cubicBezTo>
                  <a:pt x="11063181" y="2745118"/>
                  <a:pt x="10561674" y="2437764"/>
                  <a:pt x="10561674" y="2058839"/>
                </a:cubicBezTo>
                <a:cubicBezTo>
                  <a:pt x="10561674" y="1727278"/>
                  <a:pt x="10945640" y="1450514"/>
                  <a:pt x="11455950" y="1386504"/>
                </a:cubicBezTo>
                <a:lnTo>
                  <a:pt x="11679495" y="1372690"/>
                </a:lnTo>
                <a:lnTo>
                  <a:pt x="11455950" y="1358875"/>
                </a:lnTo>
                <a:cubicBezTo>
                  <a:pt x="10945640" y="1294865"/>
                  <a:pt x="10561674" y="1018103"/>
                  <a:pt x="10561674" y="686541"/>
                </a:cubicBezTo>
                <a:cubicBezTo>
                  <a:pt x="10561674" y="307616"/>
                  <a:pt x="11063181" y="262"/>
                  <a:pt x="11681638" y="262"/>
                </a:cubicBezTo>
                <a:close/>
                <a:moveTo>
                  <a:pt x="2721930" y="260"/>
                </a:moveTo>
                <a:lnTo>
                  <a:pt x="2721930" y="686541"/>
                </a:lnTo>
                <a:lnTo>
                  <a:pt x="2721930" y="1372557"/>
                </a:lnTo>
                <a:lnTo>
                  <a:pt x="2721939" y="1372557"/>
                </a:lnTo>
                <a:lnTo>
                  <a:pt x="2721939" y="2058812"/>
                </a:lnTo>
                <a:lnTo>
                  <a:pt x="2744692" y="1920571"/>
                </a:lnTo>
                <a:cubicBezTo>
                  <a:pt x="2849139" y="1607941"/>
                  <a:pt x="3300749" y="1372825"/>
                  <a:pt x="3841899" y="1372825"/>
                </a:cubicBezTo>
                <a:lnTo>
                  <a:pt x="3841899" y="2058827"/>
                </a:lnTo>
                <a:lnTo>
                  <a:pt x="3864662" y="1920558"/>
                </a:lnTo>
                <a:cubicBezTo>
                  <a:pt x="3969151" y="1607879"/>
                  <a:pt x="4420938" y="1372561"/>
                  <a:pt x="4962300" y="1372561"/>
                </a:cubicBezTo>
                <a:cubicBezTo>
                  <a:pt x="5503662" y="1372561"/>
                  <a:pt x="5955447" y="1607879"/>
                  <a:pt x="6059935" y="1920558"/>
                </a:cubicBezTo>
                <a:lnTo>
                  <a:pt x="6081818" y="2053471"/>
                </a:lnTo>
                <a:lnTo>
                  <a:pt x="6081818" y="1372561"/>
                </a:lnTo>
                <a:cubicBezTo>
                  <a:pt x="6700274" y="1372561"/>
                  <a:pt x="7201781" y="1679914"/>
                  <a:pt x="7201781" y="2058840"/>
                </a:cubicBezTo>
                <a:cubicBezTo>
                  <a:pt x="7201781" y="2437767"/>
                  <a:pt x="6700274" y="2745121"/>
                  <a:pt x="6081818" y="2745121"/>
                </a:cubicBezTo>
                <a:lnTo>
                  <a:pt x="6081818" y="2064208"/>
                </a:lnTo>
                <a:lnTo>
                  <a:pt x="6059935" y="2197122"/>
                </a:lnTo>
                <a:cubicBezTo>
                  <a:pt x="5955447" y="2509804"/>
                  <a:pt x="5503662" y="2745121"/>
                  <a:pt x="4962300" y="2745121"/>
                </a:cubicBezTo>
                <a:cubicBezTo>
                  <a:pt x="4420938" y="2745121"/>
                  <a:pt x="3969151" y="2509804"/>
                  <a:pt x="3864662" y="2197122"/>
                </a:cubicBezTo>
                <a:lnTo>
                  <a:pt x="3841899" y="2058852"/>
                </a:lnTo>
                <a:lnTo>
                  <a:pt x="3841899" y="2745121"/>
                </a:lnTo>
                <a:cubicBezTo>
                  <a:pt x="3300749" y="2745121"/>
                  <a:pt x="2849139" y="2509804"/>
                  <a:pt x="2744692" y="2197122"/>
                </a:cubicBezTo>
                <a:lnTo>
                  <a:pt x="2721939" y="2058867"/>
                </a:lnTo>
                <a:lnTo>
                  <a:pt x="2721939" y="2745118"/>
                </a:lnTo>
                <a:lnTo>
                  <a:pt x="482011" y="2745118"/>
                </a:lnTo>
                <a:lnTo>
                  <a:pt x="482011" y="1372822"/>
                </a:lnTo>
                <a:lnTo>
                  <a:pt x="0" y="1372822"/>
                </a:lnTo>
                <a:lnTo>
                  <a:pt x="0" y="1248789"/>
                </a:lnTo>
                <a:lnTo>
                  <a:pt x="74655" y="1272802"/>
                </a:lnTo>
                <a:cubicBezTo>
                  <a:pt x="203160" y="1305013"/>
                  <a:pt x="344440" y="1322824"/>
                  <a:pt x="492732" y="1322824"/>
                </a:cubicBezTo>
                <a:cubicBezTo>
                  <a:pt x="1085901" y="1322824"/>
                  <a:pt x="1566866" y="1037839"/>
                  <a:pt x="1566866" y="686278"/>
                </a:cubicBezTo>
                <a:cubicBezTo>
                  <a:pt x="1566866" y="334718"/>
                  <a:pt x="1085901" y="49734"/>
                  <a:pt x="492732" y="49734"/>
                </a:cubicBezTo>
                <a:cubicBezTo>
                  <a:pt x="344440" y="49734"/>
                  <a:pt x="203160" y="67546"/>
                  <a:pt x="74655" y="99756"/>
                </a:cubicBezTo>
                <a:lnTo>
                  <a:pt x="0" y="123769"/>
                </a:lnTo>
                <a:lnTo>
                  <a:pt x="0" y="262"/>
                </a:lnTo>
                <a:lnTo>
                  <a:pt x="1612696" y="262"/>
                </a:lnTo>
                <a:lnTo>
                  <a:pt x="1612696" y="621339"/>
                </a:lnTo>
                <a:lnTo>
                  <a:pt x="1624723" y="548259"/>
                </a:lnTo>
                <a:cubicBezTo>
                  <a:pt x="1729170" y="235577"/>
                  <a:pt x="2180780" y="260"/>
                  <a:pt x="2721930" y="260"/>
                </a:cubicBezTo>
                <a:close/>
                <a:moveTo>
                  <a:pt x="6081818" y="0"/>
                </a:moveTo>
                <a:cubicBezTo>
                  <a:pt x="6700274" y="0"/>
                  <a:pt x="7201781" y="307353"/>
                  <a:pt x="7201781" y="686278"/>
                </a:cubicBezTo>
                <a:cubicBezTo>
                  <a:pt x="7201781" y="1065206"/>
                  <a:pt x="6700274" y="1372559"/>
                  <a:pt x="6081818" y="1372559"/>
                </a:cubicBezTo>
                <a:lnTo>
                  <a:pt x="6081818" y="686278"/>
                </a:lnTo>
                <a:close/>
                <a:moveTo>
                  <a:pt x="4961856" y="0"/>
                </a:moveTo>
                <a:cubicBezTo>
                  <a:pt x="5580311" y="0"/>
                  <a:pt x="6081818" y="307353"/>
                  <a:pt x="6081818" y="686278"/>
                </a:cubicBezTo>
                <a:cubicBezTo>
                  <a:pt x="6081818" y="1065206"/>
                  <a:pt x="5580311" y="1372559"/>
                  <a:pt x="4961856" y="1372559"/>
                </a:cubicBezTo>
                <a:lnTo>
                  <a:pt x="4961856" y="686560"/>
                </a:lnTo>
                <a:lnTo>
                  <a:pt x="4939102" y="824824"/>
                </a:lnTo>
                <a:cubicBezTo>
                  <a:pt x="4834654" y="1137505"/>
                  <a:pt x="4383044" y="1372823"/>
                  <a:pt x="3841894" y="1372823"/>
                </a:cubicBezTo>
                <a:cubicBezTo>
                  <a:pt x="3223437" y="1372823"/>
                  <a:pt x="2721930" y="1065469"/>
                  <a:pt x="2721930" y="686541"/>
                </a:cubicBezTo>
                <a:cubicBezTo>
                  <a:pt x="2721930" y="307616"/>
                  <a:pt x="3223437" y="263"/>
                  <a:pt x="3841894" y="263"/>
                </a:cubicBezTo>
                <a:cubicBezTo>
                  <a:pt x="4383044" y="263"/>
                  <a:pt x="4834654" y="235580"/>
                  <a:pt x="4939102" y="548260"/>
                </a:cubicBezTo>
                <a:lnTo>
                  <a:pt x="4961856" y="686523"/>
                </a:lnTo>
                <a:close/>
              </a:path>
            </a:pathLst>
          </a:custGeom>
          <a:solidFill>
            <a:schemeClr val="accent1">
              <a:alpha val="5000"/>
            </a:schemeClr>
          </a:solidFill>
          <a:ln w="0" cap="flat">
            <a:noFill/>
            <a:prstDash val="solid"/>
            <a:miter/>
          </a:ln>
        </p:spPr>
        <p:txBody>
          <a:bodyPr wrap="square" rtlCol="0" anchor="ctr">
            <a:noAutofit/>
          </a:bodyPr>
          <a:lstStyle/>
          <a:p>
            <a:endParaRPr lang="en-GR" sz="1800">
              <a:solidFill>
                <a:schemeClr val="tx1">
                  <a:alpha val="50000"/>
                </a:schemeClr>
              </a:solidFill>
            </a:endParaRPr>
          </a:p>
        </p:txBody>
      </p:sp>
      <p:pic>
        <p:nvPicPr>
          <p:cNvPr id="2" name="Graphic 1">
            <a:extLst>
              <a:ext uri="{FF2B5EF4-FFF2-40B4-BE49-F238E27FC236}">
                <a16:creationId xmlns:a16="http://schemas.microsoft.com/office/drawing/2014/main" id="{DD35B463-EB7B-3FC2-43A4-1CF6E9A12B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975597" y="2724343"/>
            <a:ext cx="2240809" cy="1409314"/>
          </a:xfrm>
          <a:prstGeom prst="rect">
            <a:avLst/>
          </a:prstGeom>
        </p:spPr>
      </p:pic>
    </p:spTree>
    <p:extLst>
      <p:ext uri="{BB962C8B-B14F-4D97-AF65-F5344CB8AC3E}">
        <p14:creationId xmlns:p14="http://schemas.microsoft.com/office/powerpoint/2010/main" val="32119234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2_Back Cover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EB92D00-0461-3622-51E6-0150CECEB387}"/>
              </a:ext>
            </a:extLst>
          </p:cNvPr>
          <p:cNvSpPr>
            <a:spLocks noGrp="1"/>
          </p:cNvSpPr>
          <p:nvPr>
            <p:ph type="sldNum" sz="quarter" idx="12"/>
          </p:nvPr>
        </p:nvSpPr>
        <p:spPr>
          <a:xfrm>
            <a:off x="342000" y="6516000"/>
            <a:ext cx="684000" cy="180000"/>
          </a:xfrm>
          <a:prstGeom prst="rect">
            <a:avLst/>
          </a:prstGeom>
        </p:spPr>
        <p:txBody>
          <a:bodyPr/>
          <a:lstStyle/>
          <a:p>
            <a:fld id="{233F7D93-8529-0F4E-AF24-E7C8656CB0BF}" type="slidenum">
              <a:rPr lang="en-GR" smtClean="0"/>
              <a:t>‹#›</a:t>
            </a:fld>
            <a:endParaRPr lang="en-GR"/>
          </a:p>
        </p:txBody>
      </p:sp>
      <p:sp>
        <p:nvSpPr>
          <p:cNvPr id="88" name="Rectangle 87">
            <a:extLst>
              <a:ext uri="{FF2B5EF4-FFF2-40B4-BE49-F238E27FC236}">
                <a16:creationId xmlns:a16="http://schemas.microsoft.com/office/drawing/2014/main" id="{8512BE97-48DF-4AE8-559C-3D151D13A477}"/>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10" name="Freeform 9">
            <a:extLst>
              <a:ext uri="{FF2B5EF4-FFF2-40B4-BE49-F238E27FC236}">
                <a16:creationId xmlns:a16="http://schemas.microsoft.com/office/drawing/2014/main" id="{A4FF1930-3379-FD74-17C8-9DE25A25307E}"/>
              </a:ext>
            </a:extLst>
          </p:cNvPr>
          <p:cNvSpPr/>
          <p:nvPr/>
        </p:nvSpPr>
        <p:spPr>
          <a:xfrm>
            <a:off x="0" y="1"/>
            <a:ext cx="12188484" cy="6862799"/>
          </a:xfrm>
          <a:custGeom>
            <a:avLst/>
            <a:gdLst>
              <a:gd name="connsiteX0" fmla="*/ 8336775 w 12188484"/>
              <a:gd name="connsiteY0" fmla="*/ 5539710 h 6862799"/>
              <a:gd name="connsiteX1" fmla="*/ 7262641 w 12188484"/>
              <a:gd name="connsiteY1" fmla="*/ 6176254 h 6862799"/>
              <a:gd name="connsiteX2" fmla="*/ 8336775 w 12188484"/>
              <a:gd name="connsiteY2" fmla="*/ 6812801 h 6862799"/>
              <a:gd name="connsiteX3" fmla="*/ 9410909 w 12188484"/>
              <a:gd name="connsiteY3" fmla="*/ 6176254 h 6862799"/>
              <a:gd name="connsiteX4" fmla="*/ 8336775 w 12188484"/>
              <a:gd name="connsiteY4" fmla="*/ 5539710 h 6862799"/>
              <a:gd name="connsiteX5" fmla="*/ 11698720 w 12188484"/>
              <a:gd name="connsiteY5" fmla="*/ 5490238 h 6862799"/>
              <a:gd name="connsiteX6" fmla="*/ 12134626 w 12188484"/>
              <a:gd name="connsiteY6" fmla="*/ 5544183 h 6862799"/>
              <a:gd name="connsiteX7" fmla="*/ 12188484 w 12188484"/>
              <a:gd name="connsiteY7" fmla="*/ 5562099 h 6862799"/>
              <a:gd name="connsiteX8" fmla="*/ 12188484 w 12188484"/>
              <a:gd name="connsiteY8" fmla="*/ 6790938 h 6862799"/>
              <a:gd name="connsiteX9" fmla="*/ 12134626 w 12188484"/>
              <a:gd name="connsiteY9" fmla="*/ 6808854 h 6862799"/>
              <a:gd name="connsiteX10" fmla="*/ 11698720 w 12188484"/>
              <a:gd name="connsiteY10" fmla="*/ 6862799 h 6862799"/>
              <a:gd name="connsiteX11" fmla="*/ 10578756 w 12188484"/>
              <a:gd name="connsiteY11" fmla="*/ 6176517 h 6862799"/>
              <a:gd name="connsiteX12" fmla="*/ 11698720 w 12188484"/>
              <a:gd name="connsiteY12" fmla="*/ 5490238 h 6862799"/>
              <a:gd name="connsiteX13" fmla="*/ 10576704 w 12188484"/>
              <a:gd name="connsiteY13" fmla="*/ 5490238 h 6862799"/>
              <a:gd name="connsiteX14" fmla="*/ 10576704 w 12188484"/>
              <a:gd name="connsiteY14" fmla="*/ 6862799 h 6862799"/>
              <a:gd name="connsiteX15" fmla="*/ 9456740 w 12188484"/>
              <a:gd name="connsiteY15" fmla="*/ 6176517 h 6862799"/>
              <a:gd name="connsiteX16" fmla="*/ 10576704 w 12188484"/>
              <a:gd name="connsiteY16" fmla="*/ 5490238 h 6862799"/>
              <a:gd name="connsiteX17" fmla="*/ 7216811 w 12188484"/>
              <a:gd name="connsiteY17" fmla="*/ 5490238 h 6862799"/>
              <a:gd name="connsiteX18" fmla="*/ 7220739 w 12188484"/>
              <a:gd name="connsiteY18" fmla="*/ 5490238 h 6862799"/>
              <a:gd name="connsiteX19" fmla="*/ 8339502 w 12188484"/>
              <a:gd name="connsiteY19" fmla="*/ 5490238 h 6862799"/>
              <a:gd name="connsiteX20" fmla="*/ 9456739 w 12188484"/>
              <a:gd name="connsiteY20" fmla="*/ 5490238 h 6862799"/>
              <a:gd name="connsiteX21" fmla="*/ 9456739 w 12188484"/>
              <a:gd name="connsiteY21" fmla="*/ 6862799 h 6862799"/>
              <a:gd name="connsiteX22" fmla="*/ 7216811 w 12188484"/>
              <a:gd name="connsiteY22" fmla="*/ 6862799 h 6862799"/>
              <a:gd name="connsiteX23" fmla="*/ 7216811 w 12188484"/>
              <a:gd name="connsiteY23" fmla="*/ 6176517 h 6862799"/>
              <a:gd name="connsiteX24" fmla="*/ 6096849 w 12188484"/>
              <a:gd name="connsiteY24" fmla="*/ 5490238 h 6862799"/>
              <a:gd name="connsiteX25" fmla="*/ 7216811 w 12188484"/>
              <a:gd name="connsiteY25" fmla="*/ 6176517 h 6862799"/>
              <a:gd name="connsiteX26" fmla="*/ 6096849 w 12188484"/>
              <a:gd name="connsiteY26" fmla="*/ 6862799 h 6862799"/>
              <a:gd name="connsiteX27" fmla="*/ 6096849 w 12188484"/>
              <a:gd name="connsiteY27" fmla="*/ 6176517 h 6862799"/>
              <a:gd name="connsiteX28" fmla="*/ 1623129 w 12188484"/>
              <a:gd name="connsiteY28" fmla="*/ 5490238 h 6862799"/>
              <a:gd name="connsiteX29" fmla="*/ 1623129 w 12188484"/>
              <a:gd name="connsiteY29" fmla="*/ 6152880 h 6862799"/>
              <a:gd name="connsiteX30" fmla="*/ 1637219 w 12188484"/>
              <a:gd name="connsiteY30" fmla="*/ 6055059 h 6862799"/>
              <a:gd name="connsiteX31" fmla="*/ 2514000 w 12188484"/>
              <a:gd name="connsiteY31" fmla="*/ 5504182 h 6862799"/>
              <a:gd name="connsiteX32" fmla="*/ 2739639 w 12188484"/>
              <a:gd name="connsiteY32" fmla="*/ 5490238 h 6862799"/>
              <a:gd name="connsiteX33" fmla="*/ 10582683 w 12188484"/>
              <a:gd name="connsiteY33" fmla="*/ 4167412 h 6862799"/>
              <a:gd name="connsiteX34" fmla="*/ 9508549 w 12188484"/>
              <a:gd name="connsiteY34" fmla="*/ 4803956 h 6862799"/>
              <a:gd name="connsiteX35" fmla="*/ 10582683 w 12188484"/>
              <a:gd name="connsiteY35" fmla="*/ 5440240 h 6862799"/>
              <a:gd name="connsiteX36" fmla="*/ 10582683 w 12188484"/>
              <a:gd name="connsiteY36" fmla="*/ 5440503 h 6862799"/>
              <a:gd name="connsiteX37" fmla="*/ 11656817 w 12188484"/>
              <a:gd name="connsiteY37" fmla="*/ 4803956 h 6862799"/>
              <a:gd name="connsiteX38" fmla="*/ 10582683 w 12188484"/>
              <a:gd name="connsiteY38" fmla="*/ 4167412 h 6862799"/>
              <a:gd name="connsiteX39" fmla="*/ 2740891 w 12188484"/>
              <a:gd name="connsiteY39" fmla="*/ 4167149 h 6862799"/>
              <a:gd name="connsiteX40" fmla="*/ 1666756 w 12188484"/>
              <a:gd name="connsiteY40" fmla="*/ 4803693 h 6862799"/>
              <a:gd name="connsiteX41" fmla="*/ 2740891 w 12188484"/>
              <a:gd name="connsiteY41" fmla="*/ 5440240 h 6862799"/>
              <a:gd name="connsiteX42" fmla="*/ 3815026 w 12188484"/>
              <a:gd name="connsiteY42" fmla="*/ 4803693 h 6862799"/>
              <a:gd name="connsiteX43" fmla="*/ 2740891 w 12188484"/>
              <a:gd name="connsiteY43" fmla="*/ 4167149 h 6862799"/>
              <a:gd name="connsiteX44" fmla="*/ 6100776 w 12188484"/>
              <a:gd name="connsiteY44" fmla="*/ 4117677 h 6862799"/>
              <a:gd name="connsiteX45" fmla="*/ 6100776 w 12188484"/>
              <a:gd name="connsiteY45" fmla="*/ 4803956 h 6862799"/>
              <a:gd name="connsiteX46" fmla="*/ 6100776 w 12188484"/>
              <a:gd name="connsiteY46" fmla="*/ 5490238 h 6862799"/>
              <a:gd name="connsiteX47" fmla="*/ 4980816 w 12188484"/>
              <a:gd name="connsiteY47" fmla="*/ 4803956 h 6862799"/>
              <a:gd name="connsiteX48" fmla="*/ 6100776 w 12188484"/>
              <a:gd name="connsiteY48" fmla="*/ 4117677 h 6862799"/>
              <a:gd name="connsiteX49" fmla="*/ 0 w 12188484"/>
              <a:gd name="connsiteY49" fmla="*/ 2890047 h 6862799"/>
              <a:gd name="connsiteX50" fmla="*/ 111111 w 12188484"/>
              <a:gd name="connsiteY50" fmla="*/ 2946228 h 6862799"/>
              <a:gd name="connsiteX51" fmla="*/ 439171 w 12188484"/>
              <a:gd name="connsiteY51" fmla="*/ 3431464 h 6862799"/>
              <a:gd name="connsiteX52" fmla="*/ 111111 w 12188484"/>
              <a:gd name="connsiteY52" fmla="*/ 3916703 h 6862799"/>
              <a:gd name="connsiteX53" fmla="*/ 0 w 12188484"/>
              <a:gd name="connsiteY53" fmla="*/ 3972884 h 6862799"/>
              <a:gd name="connsiteX54" fmla="*/ 3851047 w 12188484"/>
              <a:gd name="connsiteY54" fmla="*/ 2794593 h 6862799"/>
              <a:gd name="connsiteX55" fmla="*/ 2776913 w 12188484"/>
              <a:gd name="connsiteY55" fmla="*/ 3431137 h 6862799"/>
              <a:gd name="connsiteX56" fmla="*/ 3851047 w 12188484"/>
              <a:gd name="connsiteY56" fmla="*/ 4067683 h 6862799"/>
              <a:gd name="connsiteX57" fmla="*/ 4925179 w 12188484"/>
              <a:gd name="connsiteY57" fmla="*/ 3431137 h 6862799"/>
              <a:gd name="connsiteX58" fmla="*/ 3851047 w 12188484"/>
              <a:gd name="connsiteY58" fmla="*/ 2794593 h 6862799"/>
              <a:gd name="connsiteX59" fmla="*/ 8339540 w 12188484"/>
              <a:gd name="connsiteY59" fmla="*/ 2745121 h 6862799"/>
              <a:gd name="connsiteX60" fmla="*/ 8565187 w 12188484"/>
              <a:gd name="connsiteY60" fmla="*/ 2759065 h 6862799"/>
              <a:gd name="connsiteX61" fmla="*/ 9441968 w 12188484"/>
              <a:gd name="connsiteY61" fmla="*/ 3309942 h 6862799"/>
              <a:gd name="connsiteX62" fmla="*/ 9451136 w 12188484"/>
              <a:gd name="connsiteY62" fmla="*/ 3373590 h 6862799"/>
              <a:gd name="connsiteX63" fmla="*/ 9464379 w 12188484"/>
              <a:gd name="connsiteY63" fmla="*/ 3293117 h 6862799"/>
              <a:gd name="connsiteX64" fmla="*/ 10335898 w 12188484"/>
              <a:gd name="connsiteY64" fmla="*/ 2759065 h 6862799"/>
              <a:gd name="connsiteX65" fmla="*/ 10561546 w 12188484"/>
              <a:gd name="connsiteY65" fmla="*/ 2745121 h 6862799"/>
              <a:gd name="connsiteX66" fmla="*/ 2731083 w 12188484"/>
              <a:gd name="connsiteY66" fmla="*/ 2745121 h 6862799"/>
              <a:gd name="connsiteX67" fmla="*/ 3859654 w 12188484"/>
              <a:gd name="connsiteY67" fmla="*/ 2745121 h 6862799"/>
              <a:gd name="connsiteX68" fmla="*/ 4971010 w 12188484"/>
              <a:gd name="connsiteY68" fmla="*/ 2745121 h 6862799"/>
              <a:gd name="connsiteX69" fmla="*/ 4971010 w 12188484"/>
              <a:gd name="connsiteY69" fmla="*/ 4117681 h 6862799"/>
              <a:gd name="connsiteX70" fmla="*/ 3860855 w 12188484"/>
              <a:gd name="connsiteY70" fmla="*/ 4117681 h 6862799"/>
              <a:gd name="connsiteX71" fmla="*/ 3860855 w 12188484"/>
              <a:gd name="connsiteY71" fmla="*/ 4803937 h 6862799"/>
              <a:gd name="connsiteX72" fmla="*/ 3883609 w 12188484"/>
              <a:gd name="connsiteY72" fmla="*/ 4665674 h 6862799"/>
              <a:gd name="connsiteX73" fmla="*/ 4980816 w 12188484"/>
              <a:gd name="connsiteY73" fmla="*/ 4117677 h 6862799"/>
              <a:gd name="connsiteX74" fmla="*/ 4980816 w 12188484"/>
              <a:gd name="connsiteY74" fmla="*/ 4803956 h 6862799"/>
              <a:gd name="connsiteX75" fmla="*/ 4980816 w 12188484"/>
              <a:gd name="connsiteY75" fmla="*/ 5490238 h 6862799"/>
              <a:gd name="connsiteX76" fmla="*/ 3883609 w 12188484"/>
              <a:gd name="connsiteY76" fmla="*/ 4942239 h 6862799"/>
              <a:gd name="connsiteX77" fmla="*/ 3860855 w 12188484"/>
              <a:gd name="connsiteY77" fmla="*/ 4803975 h 6862799"/>
              <a:gd name="connsiteX78" fmla="*/ 3860855 w 12188484"/>
              <a:gd name="connsiteY78" fmla="*/ 5490238 h 6862799"/>
              <a:gd name="connsiteX79" fmla="*/ 3856926 w 12188484"/>
              <a:gd name="connsiteY79" fmla="*/ 5490238 h 6862799"/>
              <a:gd name="connsiteX80" fmla="*/ 2739688 w 12188484"/>
              <a:gd name="connsiteY80" fmla="*/ 5490238 h 6862799"/>
              <a:gd name="connsiteX81" fmla="*/ 2739688 w 12188484"/>
              <a:gd name="connsiteY81" fmla="*/ 6159954 h 6862799"/>
              <a:gd name="connsiteX82" fmla="*/ 2759720 w 12188484"/>
              <a:gd name="connsiteY82" fmla="*/ 6038235 h 6862799"/>
              <a:gd name="connsiteX83" fmla="*/ 3856926 w 12188484"/>
              <a:gd name="connsiteY83" fmla="*/ 5490238 h 6862799"/>
              <a:gd name="connsiteX84" fmla="*/ 4954134 w 12188484"/>
              <a:gd name="connsiteY84" fmla="*/ 6038235 h 6862799"/>
              <a:gd name="connsiteX85" fmla="*/ 4976886 w 12188484"/>
              <a:gd name="connsiteY85" fmla="*/ 6176496 h 6862799"/>
              <a:gd name="connsiteX86" fmla="*/ 4976886 w 12188484"/>
              <a:gd name="connsiteY86" fmla="*/ 5490238 h 6862799"/>
              <a:gd name="connsiteX87" fmla="*/ 6096849 w 12188484"/>
              <a:gd name="connsiteY87" fmla="*/ 6176517 h 6862799"/>
              <a:gd name="connsiteX88" fmla="*/ 4976886 w 12188484"/>
              <a:gd name="connsiteY88" fmla="*/ 6862799 h 6862799"/>
              <a:gd name="connsiteX89" fmla="*/ 4976886 w 12188484"/>
              <a:gd name="connsiteY89" fmla="*/ 6176538 h 6862799"/>
              <a:gd name="connsiteX90" fmla="*/ 4954134 w 12188484"/>
              <a:gd name="connsiteY90" fmla="*/ 6314800 h 6862799"/>
              <a:gd name="connsiteX91" fmla="*/ 3856926 w 12188484"/>
              <a:gd name="connsiteY91" fmla="*/ 6862799 h 6862799"/>
              <a:gd name="connsiteX92" fmla="*/ 2759720 w 12188484"/>
              <a:gd name="connsiteY92" fmla="*/ 6314800 h 6862799"/>
              <a:gd name="connsiteX93" fmla="*/ 2739688 w 12188484"/>
              <a:gd name="connsiteY93" fmla="*/ 6193080 h 6862799"/>
              <a:gd name="connsiteX94" fmla="*/ 2739688 w 12188484"/>
              <a:gd name="connsiteY94" fmla="*/ 6862796 h 6862799"/>
              <a:gd name="connsiteX95" fmla="*/ 1642481 w 12188484"/>
              <a:gd name="connsiteY95" fmla="*/ 6314800 h 6862799"/>
              <a:gd name="connsiteX96" fmla="*/ 1623129 w 12188484"/>
              <a:gd name="connsiteY96" fmla="*/ 6197206 h 6862799"/>
              <a:gd name="connsiteX97" fmla="*/ 1623129 w 12188484"/>
              <a:gd name="connsiteY97" fmla="*/ 6862799 h 6862799"/>
              <a:gd name="connsiteX98" fmla="*/ 0 w 12188484"/>
              <a:gd name="connsiteY98" fmla="*/ 6862799 h 6862799"/>
              <a:gd name="connsiteX99" fmla="*/ 0 w 12188484"/>
              <a:gd name="connsiteY99" fmla="*/ 6735410 h 6862799"/>
              <a:gd name="connsiteX100" fmla="*/ 85088 w 12188484"/>
              <a:gd name="connsiteY100" fmla="*/ 6762779 h 6862799"/>
              <a:gd name="connsiteX101" fmla="*/ 503165 w 12188484"/>
              <a:gd name="connsiteY101" fmla="*/ 6812801 h 6862799"/>
              <a:gd name="connsiteX102" fmla="*/ 1577299 w 12188484"/>
              <a:gd name="connsiteY102" fmla="*/ 6176254 h 6862799"/>
              <a:gd name="connsiteX103" fmla="*/ 503165 w 12188484"/>
              <a:gd name="connsiteY103" fmla="*/ 5539710 h 6862799"/>
              <a:gd name="connsiteX104" fmla="*/ 85088 w 12188484"/>
              <a:gd name="connsiteY104" fmla="*/ 5589732 h 6862799"/>
              <a:gd name="connsiteX105" fmla="*/ 0 w 12188484"/>
              <a:gd name="connsiteY105" fmla="*/ 5617101 h 6862799"/>
              <a:gd name="connsiteX106" fmla="*/ 0 w 12188484"/>
              <a:gd name="connsiteY106" fmla="*/ 5490238 h 6862799"/>
              <a:gd name="connsiteX107" fmla="*/ 505111 w 12188484"/>
              <a:gd name="connsiteY107" fmla="*/ 5490238 h 6862799"/>
              <a:gd name="connsiteX108" fmla="*/ 1620927 w 12188484"/>
              <a:gd name="connsiteY108" fmla="*/ 5490238 h 6862799"/>
              <a:gd name="connsiteX109" fmla="*/ 1620927 w 12188484"/>
              <a:gd name="connsiteY109" fmla="*/ 4829161 h 6862799"/>
              <a:gd name="connsiteX110" fmla="*/ 1602318 w 12188484"/>
              <a:gd name="connsiteY110" fmla="*/ 4942239 h 6862799"/>
              <a:gd name="connsiteX111" fmla="*/ 505111 w 12188484"/>
              <a:gd name="connsiteY111" fmla="*/ 5490238 h 6862799"/>
              <a:gd name="connsiteX112" fmla="*/ 69205 w 12188484"/>
              <a:gd name="connsiteY112" fmla="*/ 5436293 h 6862799"/>
              <a:gd name="connsiteX113" fmla="*/ 0 w 12188484"/>
              <a:gd name="connsiteY113" fmla="*/ 5413271 h 6862799"/>
              <a:gd name="connsiteX114" fmla="*/ 0 w 12188484"/>
              <a:gd name="connsiteY114" fmla="*/ 4194643 h 6862799"/>
              <a:gd name="connsiteX115" fmla="*/ 69205 w 12188484"/>
              <a:gd name="connsiteY115" fmla="*/ 4171621 h 6862799"/>
              <a:gd name="connsiteX116" fmla="*/ 505111 w 12188484"/>
              <a:gd name="connsiteY116" fmla="*/ 4117677 h 6862799"/>
              <a:gd name="connsiteX117" fmla="*/ 1602318 w 12188484"/>
              <a:gd name="connsiteY117" fmla="*/ 4665674 h 6862799"/>
              <a:gd name="connsiteX118" fmla="*/ 1620927 w 12188484"/>
              <a:gd name="connsiteY118" fmla="*/ 4778751 h 6862799"/>
              <a:gd name="connsiteX119" fmla="*/ 1620927 w 12188484"/>
              <a:gd name="connsiteY119" fmla="*/ 4117677 h 6862799"/>
              <a:gd name="connsiteX120" fmla="*/ 2731083 w 12188484"/>
              <a:gd name="connsiteY120" fmla="*/ 4117677 h 6862799"/>
              <a:gd name="connsiteX121" fmla="*/ 2731083 w 12188484"/>
              <a:gd name="connsiteY121" fmla="*/ 3431473 h 6862799"/>
              <a:gd name="connsiteX122" fmla="*/ 2708326 w 12188484"/>
              <a:gd name="connsiteY122" fmla="*/ 3569747 h 6862799"/>
              <a:gd name="connsiteX123" fmla="*/ 1611120 w 12188484"/>
              <a:gd name="connsiteY123" fmla="*/ 4117746 h 6862799"/>
              <a:gd name="connsiteX124" fmla="*/ 1611120 w 12188484"/>
              <a:gd name="connsiteY124" fmla="*/ 3483776 h 6862799"/>
              <a:gd name="connsiteX125" fmla="*/ 1596972 w 12188484"/>
              <a:gd name="connsiteY125" fmla="*/ 3569746 h 6862799"/>
              <a:gd name="connsiteX126" fmla="*/ 499764 w 12188484"/>
              <a:gd name="connsiteY126" fmla="*/ 4117745 h 6862799"/>
              <a:gd name="connsiteX127" fmla="*/ 499764 w 12188484"/>
              <a:gd name="connsiteY127" fmla="*/ 2745186 h 6862799"/>
              <a:gd name="connsiteX128" fmla="*/ 1596972 w 12188484"/>
              <a:gd name="connsiteY128" fmla="*/ 3293182 h 6862799"/>
              <a:gd name="connsiteX129" fmla="*/ 1611120 w 12188484"/>
              <a:gd name="connsiteY129" fmla="*/ 3379151 h 6862799"/>
              <a:gd name="connsiteX130" fmla="*/ 1611120 w 12188484"/>
              <a:gd name="connsiteY130" fmla="*/ 2745186 h 6862799"/>
              <a:gd name="connsiteX131" fmla="*/ 2708326 w 12188484"/>
              <a:gd name="connsiteY131" fmla="*/ 3293182 h 6862799"/>
              <a:gd name="connsiteX132" fmla="*/ 2731083 w 12188484"/>
              <a:gd name="connsiteY132" fmla="*/ 3431455 h 6862799"/>
              <a:gd name="connsiteX133" fmla="*/ 0 w 12188484"/>
              <a:gd name="connsiteY133" fmla="*/ 1488115 h 6862799"/>
              <a:gd name="connsiteX134" fmla="*/ 5038 w 12188484"/>
              <a:gd name="connsiteY134" fmla="*/ 1489790 h 6862799"/>
              <a:gd name="connsiteX135" fmla="*/ 498855 w 12188484"/>
              <a:gd name="connsiteY135" fmla="*/ 2058838 h 6862799"/>
              <a:gd name="connsiteX136" fmla="*/ 5038 w 12188484"/>
              <a:gd name="connsiteY136" fmla="*/ 2627889 h 6862799"/>
              <a:gd name="connsiteX137" fmla="*/ 0 w 12188484"/>
              <a:gd name="connsiteY137" fmla="*/ 2629565 h 6862799"/>
              <a:gd name="connsiteX138" fmla="*/ 1619730 w 12188484"/>
              <a:gd name="connsiteY138" fmla="*/ 1422293 h 6862799"/>
              <a:gd name="connsiteX139" fmla="*/ 545597 w 12188484"/>
              <a:gd name="connsiteY139" fmla="*/ 2058837 h 6862799"/>
              <a:gd name="connsiteX140" fmla="*/ 1619730 w 12188484"/>
              <a:gd name="connsiteY140" fmla="*/ 2695120 h 6862799"/>
              <a:gd name="connsiteX141" fmla="*/ 1619730 w 12188484"/>
              <a:gd name="connsiteY141" fmla="*/ 2695383 h 6862799"/>
              <a:gd name="connsiteX142" fmla="*/ 2693866 w 12188484"/>
              <a:gd name="connsiteY142" fmla="*/ 2058837 h 6862799"/>
              <a:gd name="connsiteX143" fmla="*/ 1619730 w 12188484"/>
              <a:gd name="connsiteY143" fmla="*/ 1422293 h 6862799"/>
              <a:gd name="connsiteX144" fmla="*/ 9459466 w 12188484"/>
              <a:gd name="connsiteY144" fmla="*/ 1422033 h 6862799"/>
              <a:gd name="connsiteX145" fmla="*/ 8385332 w 12188484"/>
              <a:gd name="connsiteY145" fmla="*/ 2058578 h 6862799"/>
              <a:gd name="connsiteX146" fmla="*/ 9459466 w 12188484"/>
              <a:gd name="connsiteY146" fmla="*/ 2695122 h 6862799"/>
              <a:gd name="connsiteX147" fmla="*/ 10533597 w 12188484"/>
              <a:gd name="connsiteY147" fmla="*/ 2058578 h 6862799"/>
              <a:gd name="connsiteX148" fmla="*/ 9459466 w 12188484"/>
              <a:gd name="connsiteY148" fmla="*/ 1422033 h 6862799"/>
              <a:gd name="connsiteX149" fmla="*/ 1630452 w 12188484"/>
              <a:gd name="connsiteY149" fmla="*/ 761033 h 6862799"/>
              <a:gd name="connsiteX150" fmla="*/ 1630452 w 12188484"/>
              <a:gd name="connsiteY150" fmla="*/ 1372558 h 6862799"/>
              <a:gd name="connsiteX151" fmla="*/ 2735449 w 12188484"/>
              <a:gd name="connsiteY151" fmla="*/ 1372558 h 6862799"/>
              <a:gd name="connsiteX152" fmla="*/ 2513997 w 12188484"/>
              <a:gd name="connsiteY152" fmla="*/ 1358873 h 6862799"/>
              <a:gd name="connsiteX153" fmla="*/ 1637217 w 12188484"/>
              <a:gd name="connsiteY153" fmla="*/ 807999 h 6862799"/>
              <a:gd name="connsiteX154" fmla="*/ 8339501 w 12188484"/>
              <a:gd name="connsiteY154" fmla="*/ 49735 h 6862799"/>
              <a:gd name="connsiteX155" fmla="*/ 7265367 w 12188484"/>
              <a:gd name="connsiteY155" fmla="*/ 686278 h 6862799"/>
              <a:gd name="connsiteX156" fmla="*/ 8339501 w 12188484"/>
              <a:gd name="connsiteY156" fmla="*/ 1322825 h 6862799"/>
              <a:gd name="connsiteX157" fmla="*/ 9413635 w 12188484"/>
              <a:gd name="connsiteY157" fmla="*/ 686278 h 6862799"/>
              <a:gd name="connsiteX158" fmla="*/ 8339501 w 12188484"/>
              <a:gd name="connsiteY158" fmla="*/ 49735 h 6862799"/>
              <a:gd name="connsiteX159" fmla="*/ 7219537 w 12188484"/>
              <a:gd name="connsiteY159" fmla="*/ 263 h 6862799"/>
              <a:gd name="connsiteX160" fmla="*/ 9459465 w 12188484"/>
              <a:gd name="connsiteY160" fmla="*/ 263 h 6862799"/>
              <a:gd name="connsiteX161" fmla="*/ 9459465 w 12188484"/>
              <a:gd name="connsiteY161" fmla="*/ 1372561 h 6862799"/>
              <a:gd name="connsiteX162" fmla="*/ 10575203 w 12188484"/>
              <a:gd name="connsiteY162" fmla="*/ 1372561 h 6862799"/>
              <a:gd name="connsiteX163" fmla="*/ 10353742 w 12188484"/>
              <a:gd name="connsiteY163" fmla="*/ 1358876 h 6862799"/>
              <a:gd name="connsiteX164" fmla="*/ 9459466 w 12188484"/>
              <a:gd name="connsiteY164" fmla="*/ 686541 h 6862799"/>
              <a:gd name="connsiteX165" fmla="*/ 10579430 w 12188484"/>
              <a:gd name="connsiteY165" fmla="*/ 263 h 6862799"/>
              <a:gd name="connsiteX166" fmla="*/ 10579430 w 12188484"/>
              <a:gd name="connsiteY166" fmla="*/ 686541 h 6862799"/>
              <a:gd name="connsiteX167" fmla="*/ 10579430 w 12188484"/>
              <a:gd name="connsiteY167" fmla="*/ 1372561 h 6862799"/>
              <a:gd name="connsiteX168" fmla="*/ 10579430 w 12188484"/>
              <a:gd name="connsiteY168" fmla="*/ 1372823 h 6862799"/>
              <a:gd name="connsiteX169" fmla="*/ 10579430 w 12188484"/>
              <a:gd name="connsiteY169" fmla="*/ 2058837 h 6862799"/>
              <a:gd name="connsiteX170" fmla="*/ 10579430 w 12188484"/>
              <a:gd name="connsiteY170" fmla="*/ 2745121 h 6862799"/>
              <a:gd name="connsiteX171" fmla="*/ 10561626 w 12188484"/>
              <a:gd name="connsiteY171" fmla="*/ 2745121 h 6862799"/>
              <a:gd name="connsiteX172" fmla="*/ 10787274 w 12188484"/>
              <a:gd name="connsiteY172" fmla="*/ 2759065 h 6862799"/>
              <a:gd name="connsiteX173" fmla="*/ 11664055 w 12188484"/>
              <a:gd name="connsiteY173" fmla="*/ 3309942 h 6862799"/>
              <a:gd name="connsiteX174" fmla="*/ 11680524 w 12188484"/>
              <a:gd name="connsiteY174" fmla="*/ 3424275 h 6862799"/>
              <a:gd name="connsiteX175" fmla="*/ 11702108 w 12188484"/>
              <a:gd name="connsiteY175" fmla="*/ 3293118 h 6862799"/>
              <a:gd name="connsiteX176" fmla="*/ 12086948 w 12188484"/>
              <a:gd name="connsiteY176" fmla="*/ 2901865 h 6862799"/>
              <a:gd name="connsiteX177" fmla="*/ 12188484 w 12188484"/>
              <a:gd name="connsiteY177" fmla="*/ 2858744 h 6862799"/>
              <a:gd name="connsiteX178" fmla="*/ 12188484 w 12188484"/>
              <a:gd name="connsiteY178" fmla="*/ 4004058 h 6862799"/>
              <a:gd name="connsiteX179" fmla="*/ 12086948 w 12188484"/>
              <a:gd name="connsiteY179" fmla="*/ 3960936 h 6862799"/>
              <a:gd name="connsiteX180" fmla="*/ 11702108 w 12188484"/>
              <a:gd name="connsiteY180" fmla="*/ 3569681 h 6862799"/>
              <a:gd name="connsiteX181" fmla="*/ 11680524 w 12188484"/>
              <a:gd name="connsiteY181" fmla="*/ 3438524 h 6862799"/>
              <a:gd name="connsiteX182" fmla="*/ 11664055 w 12188484"/>
              <a:gd name="connsiteY182" fmla="*/ 3552858 h 6862799"/>
              <a:gd name="connsiteX183" fmla="*/ 10787274 w 12188484"/>
              <a:gd name="connsiteY183" fmla="*/ 4103732 h 6862799"/>
              <a:gd name="connsiteX184" fmla="*/ 10561602 w 12188484"/>
              <a:gd name="connsiteY184" fmla="*/ 4117677 h 6862799"/>
              <a:gd name="connsiteX185" fmla="*/ 11702647 w 12188484"/>
              <a:gd name="connsiteY185" fmla="*/ 4117677 h 6862799"/>
              <a:gd name="connsiteX186" fmla="*/ 11702647 w 12188484"/>
              <a:gd name="connsiteY186" fmla="*/ 5490238 h 6862799"/>
              <a:gd name="connsiteX187" fmla="*/ 11698720 w 12188484"/>
              <a:gd name="connsiteY187" fmla="*/ 5490238 h 6862799"/>
              <a:gd name="connsiteX188" fmla="*/ 10576704 w 12188484"/>
              <a:gd name="connsiteY188" fmla="*/ 5490238 h 6862799"/>
              <a:gd name="connsiteX189" fmla="*/ 9462719 w 12188484"/>
              <a:gd name="connsiteY189" fmla="*/ 5490238 h 6862799"/>
              <a:gd name="connsiteX190" fmla="*/ 9462719 w 12188484"/>
              <a:gd name="connsiteY190" fmla="*/ 4117677 h 6862799"/>
              <a:gd name="connsiteX191" fmla="*/ 10561568 w 12188484"/>
              <a:gd name="connsiteY191" fmla="*/ 4117677 h 6862799"/>
              <a:gd name="connsiteX192" fmla="*/ 10363355 w 12188484"/>
              <a:gd name="connsiteY192" fmla="*/ 4106956 h 6862799"/>
              <a:gd name="connsiteX193" fmla="*/ 9464379 w 12188484"/>
              <a:gd name="connsiteY193" fmla="*/ 3569682 h 6862799"/>
              <a:gd name="connsiteX194" fmla="*/ 9450542 w 12188484"/>
              <a:gd name="connsiteY194" fmla="*/ 3485604 h 6862799"/>
              <a:gd name="connsiteX195" fmla="*/ 9436706 w 12188484"/>
              <a:gd name="connsiteY195" fmla="*/ 3569681 h 6862799"/>
              <a:gd name="connsiteX196" fmla="*/ 8537730 w 12188484"/>
              <a:gd name="connsiteY196" fmla="*/ 4106956 h 6862799"/>
              <a:gd name="connsiteX197" fmla="*/ 8339509 w 12188484"/>
              <a:gd name="connsiteY197" fmla="*/ 4117678 h 6862799"/>
              <a:gd name="connsiteX198" fmla="*/ 8565190 w 12188484"/>
              <a:gd name="connsiteY198" fmla="*/ 4131624 h 6862799"/>
              <a:gd name="connsiteX199" fmla="*/ 9459466 w 12188484"/>
              <a:gd name="connsiteY199" fmla="*/ 4803956 h 6862799"/>
              <a:gd name="connsiteX200" fmla="*/ 8339502 w 12188484"/>
              <a:gd name="connsiteY200" fmla="*/ 5490238 h 6862799"/>
              <a:gd name="connsiteX201" fmla="*/ 8339502 w 12188484"/>
              <a:gd name="connsiteY201" fmla="*/ 4811255 h 6862799"/>
              <a:gd name="connsiteX202" fmla="*/ 8317946 w 12188484"/>
              <a:gd name="connsiteY202" fmla="*/ 4942239 h 6862799"/>
              <a:gd name="connsiteX203" fmla="*/ 7220739 w 12188484"/>
              <a:gd name="connsiteY203" fmla="*/ 5490238 h 6862799"/>
              <a:gd name="connsiteX204" fmla="*/ 6100776 w 12188484"/>
              <a:gd name="connsiteY204" fmla="*/ 4803956 h 6862799"/>
              <a:gd name="connsiteX205" fmla="*/ 7220739 w 12188484"/>
              <a:gd name="connsiteY205" fmla="*/ 4117677 h 6862799"/>
              <a:gd name="connsiteX206" fmla="*/ 8317946 w 12188484"/>
              <a:gd name="connsiteY206" fmla="*/ 4665674 h 6862799"/>
              <a:gd name="connsiteX207" fmla="*/ 8339502 w 12188484"/>
              <a:gd name="connsiteY207" fmla="*/ 4796657 h 6862799"/>
              <a:gd name="connsiteX208" fmla="*/ 8339502 w 12188484"/>
              <a:gd name="connsiteY208" fmla="*/ 4117678 h 6862799"/>
              <a:gd name="connsiteX209" fmla="*/ 8339499 w 12188484"/>
              <a:gd name="connsiteY209" fmla="*/ 4117678 h 6862799"/>
              <a:gd name="connsiteX210" fmla="*/ 8339499 w 12188484"/>
              <a:gd name="connsiteY210" fmla="*/ 2745118 h 6862799"/>
              <a:gd name="connsiteX211" fmla="*/ 8339502 w 12188484"/>
              <a:gd name="connsiteY211" fmla="*/ 2745119 h 6862799"/>
              <a:gd name="connsiteX212" fmla="*/ 8339502 w 12188484"/>
              <a:gd name="connsiteY212" fmla="*/ 1372823 h 6862799"/>
              <a:gd name="connsiteX213" fmla="*/ 7223774 w 12188484"/>
              <a:gd name="connsiteY213" fmla="*/ 1372823 h 6862799"/>
              <a:gd name="connsiteX214" fmla="*/ 7445226 w 12188484"/>
              <a:gd name="connsiteY214" fmla="*/ 1386508 h 6862799"/>
              <a:gd name="connsiteX215" fmla="*/ 8339501 w 12188484"/>
              <a:gd name="connsiteY215" fmla="*/ 2058840 h 6862799"/>
              <a:gd name="connsiteX216" fmla="*/ 7445226 w 12188484"/>
              <a:gd name="connsiteY216" fmla="*/ 2731174 h 6862799"/>
              <a:gd name="connsiteX217" fmla="*/ 7219557 w 12188484"/>
              <a:gd name="connsiteY217" fmla="*/ 2745120 h 6862799"/>
              <a:gd name="connsiteX218" fmla="*/ 7445222 w 12188484"/>
              <a:gd name="connsiteY218" fmla="*/ 2759065 h 6862799"/>
              <a:gd name="connsiteX219" fmla="*/ 8339498 w 12188484"/>
              <a:gd name="connsiteY219" fmla="*/ 3431399 h 6862799"/>
              <a:gd name="connsiteX220" fmla="*/ 7219534 w 12188484"/>
              <a:gd name="connsiteY220" fmla="*/ 4117678 h 6862799"/>
              <a:gd name="connsiteX221" fmla="*/ 7219534 w 12188484"/>
              <a:gd name="connsiteY221" fmla="*/ 2745118 h 6862799"/>
              <a:gd name="connsiteX222" fmla="*/ 7219537 w 12188484"/>
              <a:gd name="connsiteY222" fmla="*/ 2745119 h 6862799"/>
              <a:gd name="connsiteX223" fmla="*/ 7219537 w 12188484"/>
              <a:gd name="connsiteY223" fmla="*/ 2058840 h 6862799"/>
              <a:gd name="connsiteX224" fmla="*/ 7219537 w 12188484"/>
              <a:gd name="connsiteY224" fmla="*/ 1372823 h 6862799"/>
              <a:gd name="connsiteX225" fmla="*/ 7219537 w 12188484"/>
              <a:gd name="connsiteY225" fmla="*/ 1372561 h 6862799"/>
              <a:gd name="connsiteX226" fmla="*/ 7219537 w 12188484"/>
              <a:gd name="connsiteY226" fmla="*/ 686278 h 6862799"/>
              <a:gd name="connsiteX227" fmla="*/ 11699394 w 12188484"/>
              <a:gd name="connsiteY227" fmla="*/ 262 h 6862799"/>
              <a:gd name="connsiteX228" fmla="*/ 12135300 w 12188484"/>
              <a:gd name="connsiteY228" fmla="*/ 54207 h 6862799"/>
              <a:gd name="connsiteX229" fmla="*/ 12188484 w 12188484"/>
              <a:gd name="connsiteY229" fmla="*/ 71899 h 6862799"/>
              <a:gd name="connsiteX230" fmla="*/ 12188484 w 12188484"/>
              <a:gd name="connsiteY230" fmla="*/ 1301185 h 6862799"/>
              <a:gd name="connsiteX231" fmla="*/ 12135300 w 12188484"/>
              <a:gd name="connsiteY231" fmla="*/ 1318878 h 6862799"/>
              <a:gd name="connsiteX232" fmla="*/ 11699394 w 12188484"/>
              <a:gd name="connsiteY232" fmla="*/ 1372822 h 6862799"/>
              <a:gd name="connsiteX233" fmla="*/ 11699394 w 12188484"/>
              <a:gd name="connsiteY233" fmla="*/ 2039421 h 6862799"/>
              <a:gd name="connsiteX234" fmla="*/ 11718956 w 12188484"/>
              <a:gd name="connsiteY234" fmla="*/ 1920554 h 6862799"/>
              <a:gd name="connsiteX235" fmla="*/ 12103796 w 12188484"/>
              <a:gd name="connsiteY235" fmla="*/ 1529300 h 6862799"/>
              <a:gd name="connsiteX236" fmla="*/ 12188484 w 12188484"/>
              <a:gd name="connsiteY236" fmla="*/ 1493334 h 6862799"/>
              <a:gd name="connsiteX237" fmla="*/ 12188484 w 12188484"/>
              <a:gd name="connsiteY237" fmla="*/ 2624340 h 6862799"/>
              <a:gd name="connsiteX238" fmla="*/ 12103796 w 12188484"/>
              <a:gd name="connsiteY238" fmla="*/ 2588373 h 6862799"/>
              <a:gd name="connsiteX239" fmla="*/ 11718956 w 12188484"/>
              <a:gd name="connsiteY239" fmla="*/ 2197118 h 6862799"/>
              <a:gd name="connsiteX240" fmla="*/ 11699394 w 12188484"/>
              <a:gd name="connsiteY240" fmla="*/ 2078250 h 6862799"/>
              <a:gd name="connsiteX241" fmla="*/ 11699394 w 12188484"/>
              <a:gd name="connsiteY241" fmla="*/ 2745117 h 6862799"/>
              <a:gd name="connsiteX242" fmla="*/ 10579430 w 12188484"/>
              <a:gd name="connsiteY242" fmla="*/ 2058837 h 6862799"/>
              <a:gd name="connsiteX243" fmla="*/ 11473706 w 12188484"/>
              <a:gd name="connsiteY243" fmla="*/ 1386505 h 6862799"/>
              <a:gd name="connsiteX244" fmla="*/ 11697256 w 12188484"/>
              <a:gd name="connsiteY244" fmla="*/ 1372690 h 6862799"/>
              <a:gd name="connsiteX245" fmla="*/ 11473706 w 12188484"/>
              <a:gd name="connsiteY245" fmla="*/ 1358875 h 6862799"/>
              <a:gd name="connsiteX246" fmla="*/ 10579430 w 12188484"/>
              <a:gd name="connsiteY246" fmla="*/ 686541 h 6862799"/>
              <a:gd name="connsiteX247" fmla="*/ 11699394 w 12188484"/>
              <a:gd name="connsiteY247" fmla="*/ 262 h 6862799"/>
              <a:gd name="connsiteX248" fmla="*/ 2739686 w 12188484"/>
              <a:gd name="connsiteY248" fmla="*/ 260 h 6862799"/>
              <a:gd name="connsiteX249" fmla="*/ 2739686 w 12188484"/>
              <a:gd name="connsiteY249" fmla="*/ 1372558 h 6862799"/>
              <a:gd name="connsiteX250" fmla="*/ 2739695 w 12188484"/>
              <a:gd name="connsiteY250" fmla="*/ 1372558 h 6862799"/>
              <a:gd name="connsiteX251" fmla="*/ 2739695 w 12188484"/>
              <a:gd name="connsiteY251" fmla="*/ 2058812 h 6862799"/>
              <a:gd name="connsiteX252" fmla="*/ 2762447 w 12188484"/>
              <a:gd name="connsiteY252" fmla="*/ 1920570 h 6862799"/>
              <a:gd name="connsiteX253" fmla="*/ 3859654 w 12188484"/>
              <a:gd name="connsiteY253" fmla="*/ 1372825 h 6862799"/>
              <a:gd name="connsiteX254" fmla="*/ 3859654 w 12188484"/>
              <a:gd name="connsiteY254" fmla="*/ 2058827 h 6862799"/>
              <a:gd name="connsiteX255" fmla="*/ 3882419 w 12188484"/>
              <a:gd name="connsiteY255" fmla="*/ 1920560 h 6862799"/>
              <a:gd name="connsiteX256" fmla="*/ 4980056 w 12188484"/>
              <a:gd name="connsiteY256" fmla="*/ 1372561 h 6862799"/>
              <a:gd name="connsiteX257" fmla="*/ 6077691 w 12188484"/>
              <a:gd name="connsiteY257" fmla="*/ 1920560 h 6862799"/>
              <a:gd name="connsiteX258" fmla="*/ 6099575 w 12188484"/>
              <a:gd name="connsiteY258" fmla="*/ 2053472 h 6862799"/>
              <a:gd name="connsiteX259" fmla="*/ 6099575 w 12188484"/>
              <a:gd name="connsiteY259" fmla="*/ 1372561 h 6862799"/>
              <a:gd name="connsiteX260" fmla="*/ 7219537 w 12188484"/>
              <a:gd name="connsiteY260" fmla="*/ 2058840 h 6862799"/>
              <a:gd name="connsiteX261" fmla="*/ 6099575 w 12188484"/>
              <a:gd name="connsiteY261" fmla="*/ 2745121 h 6862799"/>
              <a:gd name="connsiteX262" fmla="*/ 6099575 w 12188484"/>
              <a:gd name="connsiteY262" fmla="*/ 2064209 h 6862799"/>
              <a:gd name="connsiteX263" fmla="*/ 6077691 w 12188484"/>
              <a:gd name="connsiteY263" fmla="*/ 2197121 h 6862799"/>
              <a:gd name="connsiteX264" fmla="*/ 4980056 w 12188484"/>
              <a:gd name="connsiteY264" fmla="*/ 2745121 h 6862799"/>
              <a:gd name="connsiteX265" fmla="*/ 3882419 w 12188484"/>
              <a:gd name="connsiteY265" fmla="*/ 2197121 h 6862799"/>
              <a:gd name="connsiteX266" fmla="*/ 3859654 w 12188484"/>
              <a:gd name="connsiteY266" fmla="*/ 2058853 h 6862799"/>
              <a:gd name="connsiteX267" fmla="*/ 3859654 w 12188484"/>
              <a:gd name="connsiteY267" fmla="*/ 2745121 h 6862799"/>
              <a:gd name="connsiteX268" fmla="*/ 2762447 w 12188484"/>
              <a:gd name="connsiteY268" fmla="*/ 2197121 h 6862799"/>
              <a:gd name="connsiteX269" fmla="*/ 2739695 w 12188484"/>
              <a:gd name="connsiteY269" fmla="*/ 2058868 h 6862799"/>
              <a:gd name="connsiteX270" fmla="*/ 2739695 w 12188484"/>
              <a:gd name="connsiteY270" fmla="*/ 2745117 h 6862799"/>
              <a:gd name="connsiteX271" fmla="*/ 499767 w 12188484"/>
              <a:gd name="connsiteY271" fmla="*/ 2745117 h 6862799"/>
              <a:gd name="connsiteX272" fmla="*/ 499767 w 12188484"/>
              <a:gd name="connsiteY272" fmla="*/ 1372822 h 6862799"/>
              <a:gd name="connsiteX273" fmla="*/ 0 w 12188484"/>
              <a:gd name="connsiteY273" fmla="*/ 1372822 h 6862799"/>
              <a:gd name="connsiteX274" fmla="*/ 0 w 12188484"/>
              <a:gd name="connsiteY274" fmla="*/ 1243078 h 6862799"/>
              <a:gd name="connsiteX275" fmla="*/ 92411 w 12188484"/>
              <a:gd name="connsiteY275" fmla="*/ 1272802 h 6862799"/>
              <a:gd name="connsiteX276" fmla="*/ 510488 w 12188484"/>
              <a:gd name="connsiteY276" fmla="*/ 1322824 h 6862799"/>
              <a:gd name="connsiteX277" fmla="*/ 1584622 w 12188484"/>
              <a:gd name="connsiteY277" fmla="*/ 686278 h 6862799"/>
              <a:gd name="connsiteX278" fmla="*/ 510488 w 12188484"/>
              <a:gd name="connsiteY278" fmla="*/ 49734 h 6862799"/>
              <a:gd name="connsiteX279" fmla="*/ 92411 w 12188484"/>
              <a:gd name="connsiteY279" fmla="*/ 99756 h 6862799"/>
              <a:gd name="connsiteX280" fmla="*/ 0 w 12188484"/>
              <a:gd name="connsiteY280" fmla="*/ 129481 h 6862799"/>
              <a:gd name="connsiteX281" fmla="*/ 0 w 12188484"/>
              <a:gd name="connsiteY281" fmla="*/ 262 h 6862799"/>
              <a:gd name="connsiteX282" fmla="*/ 1630452 w 12188484"/>
              <a:gd name="connsiteY282" fmla="*/ 262 h 6862799"/>
              <a:gd name="connsiteX283" fmla="*/ 1630452 w 12188484"/>
              <a:gd name="connsiteY283" fmla="*/ 621341 h 6862799"/>
              <a:gd name="connsiteX284" fmla="*/ 1642479 w 12188484"/>
              <a:gd name="connsiteY284" fmla="*/ 548259 h 6862799"/>
              <a:gd name="connsiteX285" fmla="*/ 2739686 w 12188484"/>
              <a:gd name="connsiteY285" fmla="*/ 260 h 6862799"/>
              <a:gd name="connsiteX286" fmla="*/ 6099573 w 12188484"/>
              <a:gd name="connsiteY286" fmla="*/ 0 h 6862799"/>
              <a:gd name="connsiteX287" fmla="*/ 7219537 w 12188484"/>
              <a:gd name="connsiteY287" fmla="*/ 686278 h 6862799"/>
              <a:gd name="connsiteX288" fmla="*/ 6099573 w 12188484"/>
              <a:gd name="connsiteY288" fmla="*/ 1372560 h 6862799"/>
              <a:gd name="connsiteX289" fmla="*/ 6099573 w 12188484"/>
              <a:gd name="connsiteY289" fmla="*/ 686278 h 6862799"/>
              <a:gd name="connsiteX290" fmla="*/ 4979612 w 12188484"/>
              <a:gd name="connsiteY290" fmla="*/ 0 h 6862799"/>
              <a:gd name="connsiteX291" fmla="*/ 6099573 w 12188484"/>
              <a:gd name="connsiteY291" fmla="*/ 686278 h 6862799"/>
              <a:gd name="connsiteX292" fmla="*/ 4979612 w 12188484"/>
              <a:gd name="connsiteY292" fmla="*/ 1372560 h 6862799"/>
              <a:gd name="connsiteX293" fmla="*/ 4979612 w 12188484"/>
              <a:gd name="connsiteY293" fmla="*/ 686563 h 6862799"/>
              <a:gd name="connsiteX294" fmla="*/ 4956858 w 12188484"/>
              <a:gd name="connsiteY294" fmla="*/ 824824 h 6862799"/>
              <a:gd name="connsiteX295" fmla="*/ 3859651 w 12188484"/>
              <a:gd name="connsiteY295" fmla="*/ 1372823 h 6862799"/>
              <a:gd name="connsiteX296" fmla="*/ 2739687 w 12188484"/>
              <a:gd name="connsiteY296" fmla="*/ 686541 h 6862799"/>
              <a:gd name="connsiteX297" fmla="*/ 3859651 w 12188484"/>
              <a:gd name="connsiteY297" fmla="*/ 263 h 6862799"/>
              <a:gd name="connsiteX298" fmla="*/ 4956858 w 12188484"/>
              <a:gd name="connsiteY298" fmla="*/ 548260 h 6862799"/>
              <a:gd name="connsiteX299" fmla="*/ 4979612 w 12188484"/>
              <a:gd name="connsiteY299" fmla="*/ 686520 h 6862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Lst>
            <a:rect l="l" t="t" r="r" b="b"/>
            <a:pathLst>
              <a:path w="12188484" h="6862799">
                <a:moveTo>
                  <a:pt x="8336775" y="5539710"/>
                </a:moveTo>
                <a:cubicBezTo>
                  <a:pt x="7743606" y="5539710"/>
                  <a:pt x="7262641" y="5824695"/>
                  <a:pt x="7262641" y="6176254"/>
                </a:cubicBezTo>
                <a:cubicBezTo>
                  <a:pt x="7262641" y="6527816"/>
                  <a:pt x="7743606" y="6812801"/>
                  <a:pt x="8336775" y="6812801"/>
                </a:cubicBezTo>
                <a:cubicBezTo>
                  <a:pt x="8929944" y="6812801"/>
                  <a:pt x="9410909" y="6527816"/>
                  <a:pt x="9410909" y="6176254"/>
                </a:cubicBezTo>
                <a:cubicBezTo>
                  <a:pt x="9410909" y="5824695"/>
                  <a:pt x="8929944" y="5539710"/>
                  <a:pt x="8336775" y="5539710"/>
                </a:cubicBezTo>
                <a:close/>
                <a:moveTo>
                  <a:pt x="11698720" y="5490238"/>
                </a:moveTo>
                <a:cubicBezTo>
                  <a:pt x="11853334" y="5490238"/>
                  <a:pt x="12000639" y="5509448"/>
                  <a:pt x="12134626" y="5544183"/>
                </a:cubicBezTo>
                <a:lnTo>
                  <a:pt x="12188484" y="5562099"/>
                </a:lnTo>
                <a:lnTo>
                  <a:pt x="12188484" y="6790938"/>
                </a:lnTo>
                <a:lnTo>
                  <a:pt x="12134626" y="6808854"/>
                </a:lnTo>
                <a:cubicBezTo>
                  <a:pt x="12000639" y="6843590"/>
                  <a:pt x="11853334" y="6862799"/>
                  <a:pt x="11698720" y="6862799"/>
                </a:cubicBezTo>
                <a:cubicBezTo>
                  <a:pt x="11080263" y="6862799"/>
                  <a:pt x="10578756" y="6555445"/>
                  <a:pt x="10578756" y="6176517"/>
                </a:cubicBezTo>
                <a:cubicBezTo>
                  <a:pt x="10578756" y="5797589"/>
                  <a:pt x="11080263" y="5490238"/>
                  <a:pt x="11698720" y="5490238"/>
                </a:cubicBezTo>
                <a:close/>
                <a:moveTo>
                  <a:pt x="10576704" y="5490238"/>
                </a:moveTo>
                <a:lnTo>
                  <a:pt x="10576704" y="6862799"/>
                </a:lnTo>
                <a:cubicBezTo>
                  <a:pt x="9958247" y="6862799"/>
                  <a:pt x="9456740" y="6555445"/>
                  <a:pt x="9456740" y="6176517"/>
                </a:cubicBezTo>
                <a:cubicBezTo>
                  <a:pt x="9456740" y="5797589"/>
                  <a:pt x="9958247" y="5490238"/>
                  <a:pt x="10576704" y="5490238"/>
                </a:cubicBezTo>
                <a:close/>
                <a:moveTo>
                  <a:pt x="7216811" y="5490238"/>
                </a:moveTo>
                <a:lnTo>
                  <a:pt x="7220739" y="5490238"/>
                </a:lnTo>
                <a:lnTo>
                  <a:pt x="8339502" y="5490238"/>
                </a:lnTo>
                <a:lnTo>
                  <a:pt x="9456739" y="5490238"/>
                </a:lnTo>
                <a:lnTo>
                  <a:pt x="9456739" y="6862799"/>
                </a:lnTo>
                <a:lnTo>
                  <a:pt x="7216811" y="6862799"/>
                </a:lnTo>
                <a:lnTo>
                  <a:pt x="7216811" y="6176517"/>
                </a:lnTo>
                <a:close/>
                <a:moveTo>
                  <a:pt x="6096849" y="5490238"/>
                </a:moveTo>
                <a:cubicBezTo>
                  <a:pt x="6715304" y="5490238"/>
                  <a:pt x="7216811" y="5797589"/>
                  <a:pt x="7216811" y="6176517"/>
                </a:cubicBezTo>
                <a:cubicBezTo>
                  <a:pt x="7216811" y="6555445"/>
                  <a:pt x="6715304" y="6862799"/>
                  <a:pt x="6096849" y="6862799"/>
                </a:cubicBezTo>
                <a:lnTo>
                  <a:pt x="6096849" y="6176517"/>
                </a:lnTo>
                <a:close/>
                <a:moveTo>
                  <a:pt x="1623129" y="5490238"/>
                </a:moveTo>
                <a:lnTo>
                  <a:pt x="1623129" y="6152880"/>
                </a:lnTo>
                <a:lnTo>
                  <a:pt x="1637219" y="6055059"/>
                </a:lnTo>
                <a:cubicBezTo>
                  <a:pt x="1717690" y="5779089"/>
                  <a:pt x="2067479" y="5560191"/>
                  <a:pt x="2514000" y="5504182"/>
                </a:cubicBezTo>
                <a:lnTo>
                  <a:pt x="2739639" y="5490238"/>
                </a:lnTo>
                <a:close/>
                <a:moveTo>
                  <a:pt x="10582683" y="4167412"/>
                </a:moveTo>
                <a:cubicBezTo>
                  <a:pt x="9989513" y="4167412"/>
                  <a:pt x="9508549" y="4452660"/>
                  <a:pt x="9508549" y="4803956"/>
                </a:cubicBezTo>
                <a:cubicBezTo>
                  <a:pt x="9508549" y="5155255"/>
                  <a:pt x="9989513" y="5440240"/>
                  <a:pt x="10582683" y="5440240"/>
                </a:cubicBezTo>
                <a:lnTo>
                  <a:pt x="10582683" y="5440503"/>
                </a:lnTo>
                <a:cubicBezTo>
                  <a:pt x="11175852" y="5440503"/>
                  <a:pt x="11656817" y="5155518"/>
                  <a:pt x="11656817" y="4803956"/>
                </a:cubicBezTo>
                <a:cubicBezTo>
                  <a:pt x="11656817" y="4452397"/>
                  <a:pt x="11175852" y="4167412"/>
                  <a:pt x="10582683" y="4167412"/>
                </a:cubicBezTo>
                <a:close/>
                <a:moveTo>
                  <a:pt x="2740891" y="4167149"/>
                </a:moveTo>
                <a:cubicBezTo>
                  <a:pt x="2147723" y="4167149"/>
                  <a:pt x="1666756" y="4452134"/>
                  <a:pt x="1666756" y="4803693"/>
                </a:cubicBezTo>
                <a:cubicBezTo>
                  <a:pt x="1666756" y="5155255"/>
                  <a:pt x="2147723" y="5440240"/>
                  <a:pt x="2740891" y="5440240"/>
                </a:cubicBezTo>
                <a:cubicBezTo>
                  <a:pt x="3334062" y="5440240"/>
                  <a:pt x="3815026" y="5155255"/>
                  <a:pt x="3815026" y="4803693"/>
                </a:cubicBezTo>
                <a:cubicBezTo>
                  <a:pt x="3815026" y="4452134"/>
                  <a:pt x="3334062" y="4167149"/>
                  <a:pt x="2740891" y="4167149"/>
                </a:cubicBezTo>
                <a:close/>
                <a:moveTo>
                  <a:pt x="6100776" y="4117677"/>
                </a:moveTo>
                <a:lnTo>
                  <a:pt x="6100776" y="4803956"/>
                </a:lnTo>
                <a:lnTo>
                  <a:pt x="6100776" y="5490238"/>
                </a:lnTo>
                <a:cubicBezTo>
                  <a:pt x="5482320" y="5490238"/>
                  <a:pt x="4980816" y="5182884"/>
                  <a:pt x="4980816" y="4803956"/>
                </a:cubicBezTo>
                <a:cubicBezTo>
                  <a:pt x="4980816" y="4425028"/>
                  <a:pt x="5482320" y="4117677"/>
                  <a:pt x="6100776" y="4117677"/>
                </a:cubicBezTo>
                <a:close/>
                <a:moveTo>
                  <a:pt x="0" y="2890047"/>
                </a:moveTo>
                <a:lnTo>
                  <a:pt x="111111" y="2946228"/>
                </a:lnTo>
                <a:cubicBezTo>
                  <a:pt x="313795" y="3070431"/>
                  <a:pt x="439171" y="3242001"/>
                  <a:pt x="439171" y="3431464"/>
                </a:cubicBezTo>
                <a:cubicBezTo>
                  <a:pt x="439171" y="3620928"/>
                  <a:pt x="313795" y="3792499"/>
                  <a:pt x="111111" y="3916703"/>
                </a:cubicBezTo>
                <a:lnTo>
                  <a:pt x="0" y="3972884"/>
                </a:lnTo>
                <a:close/>
                <a:moveTo>
                  <a:pt x="3851047" y="2794593"/>
                </a:moveTo>
                <a:cubicBezTo>
                  <a:pt x="3257878" y="2794593"/>
                  <a:pt x="2776913" y="3079577"/>
                  <a:pt x="2776913" y="3431137"/>
                </a:cubicBezTo>
                <a:cubicBezTo>
                  <a:pt x="2776913" y="3782698"/>
                  <a:pt x="3257878" y="4067683"/>
                  <a:pt x="3851047" y="4067683"/>
                </a:cubicBezTo>
                <a:cubicBezTo>
                  <a:pt x="4444216" y="4067683"/>
                  <a:pt x="4925179" y="3782698"/>
                  <a:pt x="4925179" y="3431137"/>
                </a:cubicBezTo>
                <a:cubicBezTo>
                  <a:pt x="4925179" y="3079577"/>
                  <a:pt x="4444216" y="2794593"/>
                  <a:pt x="3851047" y="2794593"/>
                </a:cubicBezTo>
                <a:close/>
                <a:moveTo>
                  <a:pt x="8339540" y="2745121"/>
                </a:moveTo>
                <a:lnTo>
                  <a:pt x="8565187" y="2759065"/>
                </a:lnTo>
                <a:cubicBezTo>
                  <a:pt x="9011708" y="2815074"/>
                  <a:pt x="9361497" y="3033971"/>
                  <a:pt x="9441968" y="3309942"/>
                </a:cubicBezTo>
                <a:lnTo>
                  <a:pt x="9451136" y="3373590"/>
                </a:lnTo>
                <a:lnTo>
                  <a:pt x="9464379" y="3293117"/>
                </a:lnTo>
                <a:cubicBezTo>
                  <a:pt x="9553905" y="3025104"/>
                  <a:pt x="9898490" y="2813931"/>
                  <a:pt x="10335898" y="2759065"/>
                </a:cubicBezTo>
                <a:lnTo>
                  <a:pt x="10561546" y="2745121"/>
                </a:lnTo>
                <a:close/>
                <a:moveTo>
                  <a:pt x="2731083" y="2745121"/>
                </a:moveTo>
                <a:lnTo>
                  <a:pt x="3859654" y="2745121"/>
                </a:lnTo>
                <a:lnTo>
                  <a:pt x="4971010" y="2745121"/>
                </a:lnTo>
                <a:lnTo>
                  <a:pt x="4971010" y="4117681"/>
                </a:lnTo>
                <a:lnTo>
                  <a:pt x="3860855" y="4117681"/>
                </a:lnTo>
                <a:lnTo>
                  <a:pt x="3860855" y="4803937"/>
                </a:lnTo>
                <a:lnTo>
                  <a:pt x="3883609" y="4665674"/>
                </a:lnTo>
                <a:cubicBezTo>
                  <a:pt x="3988057" y="4352993"/>
                  <a:pt x="4439666" y="4117677"/>
                  <a:pt x="4980816" y="4117677"/>
                </a:cubicBezTo>
                <a:lnTo>
                  <a:pt x="4980816" y="4803956"/>
                </a:lnTo>
                <a:lnTo>
                  <a:pt x="4980816" y="5490238"/>
                </a:lnTo>
                <a:cubicBezTo>
                  <a:pt x="4439666" y="5490238"/>
                  <a:pt x="3988057" y="5254920"/>
                  <a:pt x="3883609" y="4942239"/>
                </a:cubicBezTo>
                <a:lnTo>
                  <a:pt x="3860855" y="4803975"/>
                </a:lnTo>
                <a:lnTo>
                  <a:pt x="3860855" y="5490238"/>
                </a:lnTo>
                <a:lnTo>
                  <a:pt x="3856926" y="5490238"/>
                </a:lnTo>
                <a:lnTo>
                  <a:pt x="2739688" y="5490238"/>
                </a:lnTo>
                <a:lnTo>
                  <a:pt x="2739688" y="6159954"/>
                </a:lnTo>
                <a:lnTo>
                  <a:pt x="2759720" y="6038235"/>
                </a:lnTo>
                <a:cubicBezTo>
                  <a:pt x="2864167" y="5725554"/>
                  <a:pt x="3315776" y="5490238"/>
                  <a:pt x="3856926" y="5490238"/>
                </a:cubicBezTo>
                <a:cubicBezTo>
                  <a:pt x="4398077" y="5490238"/>
                  <a:pt x="4849687" y="5725554"/>
                  <a:pt x="4954134" y="6038235"/>
                </a:cubicBezTo>
                <a:lnTo>
                  <a:pt x="4976886" y="6176496"/>
                </a:lnTo>
                <a:lnTo>
                  <a:pt x="4976886" y="5490238"/>
                </a:lnTo>
                <a:cubicBezTo>
                  <a:pt x="5595341" y="5490238"/>
                  <a:pt x="6096849" y="5797589"/>
                  <a:pt x="6096849" y="6176517"/>
                </a:cubicBezTo>
                <a:cubicBezTo>
                  <a:pt x="6096849" y="6555445"/>
                  <a:pt x="5595341" y="6862799"/>
                  <a:pt x="4976886" y="6862799"/>
                </a:cubicBezTo>
                <a:lnTo>
                  <a:pt x="4976886" y="6176538"/>
                </a:lnTo>
                <a:lnTo>
                  <a:pt x="4954134" y="6314800"/>
                </a:lnTo>
                <a:cubicBezTo>
                  <a:pt x="4849687" y="6627481"/>
                  <a:pt x="4398077" y="6862799"/>
                  <a:pt x="3856926" y="6862799"/>
                </a:cubicBezTo>
                <a:cubicBezTo>
                  <a:pt x="3315776" y="6862799"/>
                  <a:pt x="2864167" y="6627481"/>
                  <a:pt x="2759720" y="6314800"/>
                </a:cubicBezTo>
                <a:lnTo>
                  <a:pt x="2739688" y="6193080"/>
                </a:lnTo>
                <a:lnTo>
                  <a:pt x="2739688" y="6862796"/>
                </a:lnTo>
                <a:cubicBezTo>
                  <a:pt x="2198539" y="6862796"/>
                  <a:pt x="1746928" y="6627481"/>
                  <a:pt x="1642481" y="6314800"/>
                </a:cubicBezTo>
                <a:lnTo>
                  <a:pt x="1623129" y="6197206"/>
                </a:lnTo>
                <a:lnTo>
                  <a:pt x="1623129" y="6862799"/>
                </a:lnTo>
                <a:lnTo>
                  <a:pt x="0" y="6862799"/>
                </a:lnTo>
                <a:lnTo>
                  <a:pt x="0" y="6735410"/>
                </a:lnTo>
                <a:lnTo>
                  <a:pt x="85088" y="6762779"/>
                </a:lnTo>
                <a:cubicBezTo>
                  <a:pt x="213593" y="6794990"/>
                  <a:pt x="354873" y="6812801"/>
                  <a:pt x="503165" y="6812801"/>
                </a:cubicBezTo>
                <a:cubicBezTo>
                  <a:pt x="1096334" y="6812801"/>
                  <a:pt x="1577299" y="6527816"/>
                  <a:pt x="1577299" y="6176254"/>
                </a:cubicBezTo>
                <a:cubicBezTo>
                  <a:pt x="1577299" y="5824695"/>
                  <a:pt x="1096334" y="5539710"/>
                  <a:pt x="503165" y="5539710"/>
                </a:cubicBezTo>
                <a:cubicBezTo>
                  <a:pt x="354873" y="5539710"/>
                  <a:pt x="213593" y="5557522"/>
                  <a:pt x="85088" y="5589732"/>
                </a:cubicBezTo>
                <a:lnTo>
                  <a:pt x="0" y="5617101"/>
                </a:lnTo>
                <a:lnTo>
                  <a:pt x="0" y="5490238"/>
                </a:lnTo>
                <a:lnTo>
                  <a:pt x="505111" y="5490238"/>
                </a:lnTo>
                <a:lnTo>
                  <a:pt x="1620927" y="5490238"/>
                </a:lnTo>
                <a:lnTo>
                  <a:pt x="1620927" y="4829161"/>
                </a:lnTo>
                <a:lnTo>
                  <a:pt x="1602318" y="4942239"/>
                </a:lnTo>
                <a:cubicBezTo>
                  <a:pt x="1497871" y="5254920"/>
                  <a:pt x="1046261" y="5490238"/>
                  <a:pt x="505111" y="5490238"/>
                </a:cubicBezTo>
                <a:cubicBezTo>
                  <a:pt x="350497" y="5490238"/>
                  <a:pt x="203192" y="5471029"/>
                  <a:pt x="69205" y="5436293"/>
                </a:cubicBezTo>
                <a:lnTo>
                  <a:pt x="0" y="5413271"/>
                </a:lnTo>
                <a:lnTo>
                  <a:pt x="0" y="4194643"/>
                </a:lnTo>
                <a:lnTo>
                  <a:pt x="69205" y="4171621"/>
                </a:lnTo>
                <a:cubicBezTo>
                  <a:pt x="203192" y="4136887"/>
                  <a:pt x="350497" y="4117677"/>
                  <a:pt x="505111" y="4117677"/>
                </a:cubicBezTo>
                <a:cubicBezTo>
                  <a:pt x="1046261" y="4117677"/>
                  <a:pt x="1497871" y="4352993"/>
                  <a:pt x="1602318" y="4665674"/>
                </a:cubicBezTo>
                <a:lnTo>
                  <a:pt x="1620927" y="4778751"/>
                </a:lnTo>
                <a:lnTo>
                  <a:pt x="1620927" y="4117677"/>
                </a:lnTo>
                <a:lnTo>
                  <a:pt x="2731083" y="4117677"/>
                </a:lnTo>
                <a:lnTo>
                  <a:pt x="2731083" y="3431473"/>
                </a:lnTo>
                <a:lnTo>
                  <a:pt x="2708326" y="3569747"/>
                </a:lnTo>
                <a:cubicBezTo>
                  <a:pt x="2603881" y="3882428"/>
                  <a:pt x="2152270" y="4117746"/>
                  <a:pt x="1611120" y="4117746"/>
                </a:cubicBezTo>
                <a:lnTo>
                  <a:pt x="1611120" y="3483776"/>
                </a:lnTo>
                <a:lnTo>
                  <a:pt x="1596972" y="3569746"/>
                </a:lnTo>
                <a:cubicBezTo>
                  <a:pt x="1492525" y="3882428"/>
                  <a:pt x="1040915" y="4117745"/>
                  <a:pt x="499764" y="4117745"/>
                </a:cubicBezTo>
                <a:lnTo>
                  <a:pt x="499764" y="2745186"/>
                </a:lnTo>
                <a:cubicBezTo>
                  <a:pt x="1040915" y="2745186"/>
                  <a:pt x="1492525" y="2980501"/>
                  <a:pt x="1596972" y="3293182"/>
                </a:cubicBezTo>
                <a:lnTo>
                  <a:pt x="1611120" y="3379151"/>
                </a:lnTo>
                <a:lnTo>
                  <a:pt x="1611120" y="2745186"/>
                </a:lnTo>
                <a:cubicBezTo>
                  <a:pt x="2152270" y="2745186"/>
                  <a:pt x="2603881" y="2980501"/>
                  <a:pt x="2708326" y="3293182"/>
                </a:cubicBezTo>
                <a:lnTo>
                  <a:pt x="2731083" y="3431455"/>
                </a:lnTo>
                <a:close/>
                <a:moveTo>
                  <a:pt x="0" y="1488115"/>
                </a:moveTo>
                <a:lnTo>
                  <a:pt x="5038" y="1489790"/>
                </a:lnTo>
                <a:cubicBezTo>
                  <a:pt x="302954" y="1613139"/>
                  <a:pt x="498855" y="1822010"/>
                  <a:pt x="498855" y="2058838"/>
                </a:cubicBezTo>
                <a:cubicBezTo>
                  <a:pt x="498855" y="2295668"/>
                  <a:pt x="302954" y="2504540"/>
                  <a:pt x="5038" y="2627889"/>
                </a:cubicBezTo>
                <a:lnTo>
                  <a:pt x="0" y="2629565"/>
                </a:lnTo>
                <a:close/>
                <a:moveTo>
                  <a:pt x="1619730" y="1422293"/>
                </a:moveTo>
                <a:cubicBezTo>
                  <a:pt x="1026561" y="1422293"/>
                  <a:pt x="545597" y="1707541"/>
                  <a:pt x="545597" y="2058837"/>
                </a:cubicBezTo>
                <a:cubicBezTo>
                  <a:pt x="545597" y="2410135"/>
                  <a:pt x="1026561" y="2695120"/>
                  <a:pt x="1619730" y="2695120"/>
                </a:cubicBezTo>
                <a:lnTo>
                  <a:pt x="1619730" y="2695383"/>
                </a:lnTo>
                <a:cubicBezTo>
                  <a:pt x="2212902" y="2695383"/>
                  <a:pt x="2693866" y="2410398"/>
                  <a:pt x="2693866" y="2058837"/>
                </a:cubicBezTo>
                <a:cubicBezTo>
                  <a:pt x="2693866" y="1707278"/>
                  <a:pt x="2212902" y="1422293"/>
                  <a:pt x="1619730" y="1422293"/>
                </a:cubicBezTo>
                <a:close/>
                <a:moveTo>
                  <a:pt x="9459466" y="1422033"/>
                </a:moveTo>
                <a:cubicBezTo>
                  <a:pt x="8866296" y="1422033"/>
                  <a:pt x="8385332" y="1707017"/>
                  <a:pt x="8385332" y="2058578"/>
                </a:cubicBezTo>
                <a:cubicBezTo>
                  <a:pt x="8385332" y="2410138"/>
                  <a:pt x="8866296" y="2695122"/>
                  <a:pt x="9459466" y="2695122"/>
                </a:cubicBezTo>
                <a:cubicBezTo>
                  <a:pt x="10052635" y="2695122"/>
                  <a:pt x="10533597" y="2410138"/>
                  <a:pt x="10533597" y="2058578"/>
                </a:cubicBezTo>
                <a:cubicBezTo>
                  <a:pt x="10533597" y="1707017"/>
                  <a:pt x="10052635" y="1422033"/>
                  <a:pt x="9459466" y="1422033"/>
                </a:cubicBezTo>
                <a:close/>
                <a:moveTo>
                  <a:pt x="1630452" y="761033"/>
                </a:moveTo>
                <a:lnTo>
                  <a:pt x="1630452" y="1372558"/>
                </a:lnTo>
                <a:lnTo>
                  <a:pt x="2735449" y="1372558"/>
                </a:lnTo>
                <a:lnTo>
                  <a:pt x="2513997" y="1358873"/>
                </a:lnTo>
                <a:cubicBezTo>
                  <a:pt x="2067476" y="1302865"/>
                  <a:pt x="1717687" y="1083969"/>
                  <a:pt x="1637217" y="807999"/>
                </a:cubicBezTo>
                <a:close/>
                <a:moveTo>
                  <a:pt x="8339501" y="49735"/>
                </a:moveTo>
                <a:cubicBezTo>
                  <a:pt x="7746332" y="49735"/>
                  <a:pt x="7265367" y="334719"/>
                  <a:pt x="7265367" y="686278"/>
                </a:cubicBezTo>
                <a:cubicBezTo>
                  <a:pt x="7265367" y="1037840"/>
                  <a:pt x="7746332" y="1322825"/>
                  <a:pt x="8339501" y="1322825"/>
                </a:cubicBezTo>
                <a:cubicBezTo>
                  <a:pt x="8932670" y="1322825"/>
                  <a:pt x="9413635" y="1037840"/>
                  <a:pt x="9413635" y="686278"/>
                </a:cubicBezTo>
                <a:cubicBezTo>
                  <a:pt x="9413635" y="334719"/>
                  <a:pt x="8932670" y="49735"/>
                  <a:pt x="8339501" y="49735"/>
                </a:cubicBezTo>
                <a:close/>
                <a:moveTo>
                  <a:pt x="7219537" y="263"/>
                </a:moveTo>
                <a:lnTo>
                  <a:pt x="9459465" y="263"/>
                </a:lnTo>
                <a:lnTo>
                  <a:pt x="9459465" y="1372561"/>
                </a:lnTo>
                <a:lnTo>
                  <a:pt x="10575203" y="1372561"/>
                </a:lnTo>
                <a:lnTo>
                  <a:pt x="10353742" y="1358876"/>
                </a:lnTo>
                <a:cubicBezTo>
                  <a:pt x="9843432" y="1294866"/>
                  <a:pt x="9459466" y="1018103"/>
                  <a:pt x="9459466" y="686541"/>
                </a:cubicBezTo>
                <a:cubicBezTo>
                  <a:pt x="9459466" y="307616"/>
                  <a:pt x="9960973" y="263"/>
                  <a:pt x="10579430" y="263"/>
                </a:cubicBezTo>
                <a:lnTo>
                  <a:pt x="10579430" y="686541"/>
                </a:lnTo>
                <a:lnTo>
                  <a:pt x="10579430" y="1372561"/>
                </a:lnTo>
                <a:lnTo>
                  <a:pt x="10579430" y="1372823"/>
                </a:lnTo>
                <a:lnTo>
                  <a:pt x="10579430" y="2058837"/>
                </a:lnTo>
                <a:lnTo>
                  <a:pt x="10579430" y="2745121"/>
                </a:lnTo>
                <a:lnTo>
                  <a:pt x="10561626" y="2745121"/>
                </a:lnTo>
                <a:lnTo>
                  <a:pt x="10787274" y="2759065"/>
                </a:lnTo>
                <a:cubicBezTo>
                  <a:pt x="11233795" y="2815074"/>
                  <a:pt x="11583584" y="3033971"/>
                  <a:pt x="11664055" y="3309942"/>
                </a:cubicBezTo>
                <a:lnTo>
                  <a:pt x="11680524" y="3424275"/>
                </a:lnTo>
                <a:lnTo>
                  <a:pt x="11702108" y="3293118"/>
                </a:lnTo>
                <a:cubicBezTo>
                  <a:pt x="11754332" y="3136779"/>
                  <a:pt x="11893346" y="2999780"/>
                  <a:pt x="12086948" y="2901865"/>
                </a:cubicBezTo>
                <a:lnTo>
                  <a:pt x="12188484" y="2858744"/>
                </a:lnTo>
                <a:lnTo>
                  <a:pt x="12188484" y="4004058"/>
                </a:lnTo>
                <a:lnTo>
                  <a:pt x="12086948" y="3960936"/>
                </a:lnTo>
                <a:cubicBezTo>
                  <a:pt x="11893346" y="3863022"/>
                  <a:pt x="11754332" y="3726022"/>
                  <a:pt x="11702108" y="3569681"/>
                </a:cubicBezTo>
                <a:lnTo>
                  <a:pt x="11680524" y="3438524"/>
                </a:lnTo>
                <a:lnTo>
                  <a:pt x="11664055" y="3552858"/>
                </a:lnTo>
                <a:cubicBezTo>
                  <a:pt x="11583584" y="3828827"/>
                  <a:pt x="11233795" y="4047723"/>
                  <a:pt x="10787274" y="4103732"/>
                </a:cubicBezTo>
                <a:lnTo>
                  <a:pt x="10561602" y="4117677"/>
                </a:lnTo>
                <a:lnTo>
                  <a:pt x="11702647" y="4117677"/>
                </a:lnTo>
                <a:lnTo>
                  <a:pt x="11702647" y="5490238"/>
                </a:lnTo>
                <a:lnTo>
                  <a:pt x="11698720" y="5490238"/>
                </a:lnTo>
                <a:lnTo>
                  <a:pt x="10576704" y="5490238"/>
                </a:lnTo>
                <a:lnTo>
                  <a:pt x="9462719" y="5490238"/>
                </a:lnTo>
                <a:lnTo>
                  <a:pt x="9462719" y="4117677"/>
                </a:lnTo>
                <a:lnTo>
                  <a:pt x="10561568" y="4117677"/>
                </a:lnTo>
                <a:lnTo>
                  <a:pt x="10363355" y="4106956"/>
                </a:lnTo>
                <a:cubicBezTo>
                  <a:pt x="9912958" y="4057640"/>
                  <a:pt x="9555770" y="3843278"/>
                  <a:pt x="9464379" y="3569682"/>
                </a:cubicBezTo>
                <a:lnTo>
                  <a:pt x="9450542" y="3485604"/>
                </a:lnTo>
                <a:lnTo>
                  <a:pt x="9436706" y="3569681"/>
                </a:lnTo>
                <a:cubicBezTo>
                  <a:pt x="9345315" y="3843276"/>
                  <a:pt x="8988127" y="4057640"/>
                  <a:pt x="8537730" y="4106956"/>
                </a:cubicBezTo>
                <a:lnTo>
                  <a:pt x="8339509" y="4117678"/>
                </a:lnTo>
                <a:lnTo>
                  <a:pt x="8565190" y="4131624"/>
                </a:lnTo>
                <a:cubicBezTo>
                  <a:pt x="9075500" y="4195633"/>
                  <a:pt x="9459466" y="4472394"/>
                  <a:pt x="9459466" y="4803956"/>
                </a:cubicBezTo>
                <a:cubicBezTo>
                  <a:pt x="9459466" y="5182884"/>
                  <a:pt x="8957959" y="5490238"/>
                  <a:pt x="8339502" y="5490238"/>
                </a:cubicBezTo>
                <a:lnTo>
                  <a:pt x="8339502" y="4811255"/>
                </a:lnTo>
                <a:lnTo>
                  <a:pt x="8317946" y="4942239"/>
                </a:lnTo>
                <a:cubicBezTo>
                  <a:pt x="8213499" y="5254920"/>
                  <a:pt x="7761889" y="5490238"/>
                  <a:pt x="7220739" y="5490238"/>
                </a:cubicBezTo>
                <a:cubicBezTo>
                  <a:pt x="6602282" y="5490238"/>
                  <a:pt x="6100776" y="5182884"/>
                  <a:pt x="6100776" y="4803956"/>
                </a:cubicBezTo>
                <a:cubicBezTo>
                  <a:pt x="6100776" y="4425028"/>
                  <a:pt x="6602282" y="4117677"/>
                  <a:pt x="7220739" y="4117677"/>
                </a:cubicBezTo>
                <a:cubicBezTo>
                  <a:pt x="7761889" y="4117677"/>
                  <a:pt x="8213499" y="4352993"/>
                  <a:pt x="8317946" y="4665674"/>
                </a:cubicBezTo>
                <a:lnTo>
                  <a:pt x="8339502" y="4796657"/>
                </a:lnTo>
                <a:lnTo>
                  <a:pt x="8339502" y="4117678"/>
                </a:lnTo>
                <a:lnTo>
                  <a:pt x="8339499" y="4117678"/>
                </a:lnTo>
                <a:lnTo>
                  <a:pt x="8339499" y="2745118"/>
                </a:lnTo>
                <a:lnTo>
                  <a:pt x="8339502" y="2745119"/>
                </a:lnTo>
                <a:lnTo>
                  <a:pt x="8339502" y="1372823"/>
                </a:lnTo>
                <a:lnTo>
                  <a:pt x="7223774" y="1372823"/>
                </a:lnTo>
                <a:lnTo>
                  <a:pt x="7445226" y="1386508"/>
                </a:lnTo>
                <a:cubicBezTo>
                  <a:pt x="7955535" y="1450518"/>
                  <a:pt x="8339501" y="1727280"/>
                  <a:pt x="8339501" y="2058840"/>
                </a:cubicBezTo>
                <a:cubicBezTo>
                  <a:pt x="8339501" y="2390401"/>
                  <a:pt x="7955535" y="2667164"/>
                  <a:pt x="7445226" y="2731174"/>
                </a:cubicBezTo>
                <a:lnTo>
                  <a:pt x="7219557" y="2745120"/>
                </a:lnTo>
                <a:lnTo>
                  <a:pt x="7445222" y="2759065"/>
                </a:lnTo>
                <a:cubicBezTo>
                  <a:pt x="7955532" y="2823075"/>
                  <a:pt x="8339498" y="3099838"/>
                  <a:pt x="8339498" y="3431399"/>
                </a:cubicBezTo>
                <a:cubicBezTo>
                  <a:pt x="8339498" y="3810325"/>
                  <a:pt x="7837991" y="4117678"/>
                  <a:pt x="7219534" y="4117678"/>
                </a:cubicBezTo>
                <a:lnTo>
                  <a:pt x="7219534" y="2745118"/>
                </a:lnTo>
                <a:lnTo>
                  <a:pt x="7219537" y="2745119"/>
                </a:lnTo>
                <a:lnTo>
                  <a:pt x="7219537" y="2058840"/>
                </a:lnTo>
                <a:lnTo>
                  <a:pt x="7219537" y="1372823"/>
                </a:lnTo>
                <a:lnTo>
                  <a:pt x="7219537" y="1372561"/>
                </a:lnTo>
                <a:lnTo>
                  <a:pt x="7219537" y="686278"/>
                </a:lnTo>
                <a:close/>
                <a:moveTo>
                  <a:pt x="11699394" y="262"/>
                </a:moveTo>
                <a:cubicBezTo>
                  <a:pt x="11854008" y="262"/>
                  <a:pt x="12001313" y="19472"/>
                  <a:pt x="12135300" y="54207"/>
                </a:cubicBezTo>
                <a:lnTo>
                  <a:pt x="12188484" y="71899"/>
                </a:lnTo>
                <a:lnTo>
                  <a:pt x="12188484" y="1301185"/>
                </a:lnTo>
                <a:lnTo>
                  <a:pt x="12135300" y="1318878"/>
                </a:lnTo>
                <a:cubicBezTo>
                  <a:pt x="12001313" y="1353613"/>
                  <a:pt x="11854008" y="1372822"/>
                  <a:pt x="11699394" y="1372822"/>
                </a:cubicBezTo>
                <a:lnTo>
                  <a:pt x="11699394" y="2039421"/>
                </a:lnTo>
                <a:lnTo>
                  <a:pt x="11718956" y="1920554"/>
                </a:lnTo>
                <a:cubicBezTo>
                  <a:pt x="11771179" y="1764214"/>
                  <a:pt x="11910194" y="1627215"/>
                  <a:pt x="12103796" y="1529300"/>
                </a:cubicBezTo>
                <a:lnTo>
                  <a:pt x="12188484" y="1493334"/>
                </a:lnTo>
                <a:lnTo>
                  <a:pt x="12188484" y="2624340"/>
                </a:lnTo>
                <a:lnTo>
                  <a:pt x="12103796" y="2588373"/>
                </a:lnTo>
                <a:cubicBezTo>
                  <a:pt x="11910194" y="2490459"/>
                  <a:pt x="11771179" y="2353459"/>
                  <a:pt x="11718956" y="2197118"/>
                </a:cubicBezTo>
                <a:lnTo>
                  <a:pt x="11699394" y="2078250"/>
                </a:lnTo>
                <a:lnTo>
                  <a:pt x="11699394" y="2745117"/>
                </a:lnTo>
                <a:cubicBezTo>
                  <a:pt x="11080937" y="2745117"/>
                  <a:pt x="10579430" y="2437764"/>
                  <a:pt x="10579430" y="2058837"/>
                </a:cubicBezTo>
                <a:cubicBezTo>
                  <a:pt x="10579430" y="1727277"/>
                  <a:pt x="10963396" y="1450514"/>
                  <a:pt x="11473706" y="1386505"/>
                </a:cubicBezTo>
                <a:lnTo>
                  <a:pt x="11697256" y="1372690"/>
                </a:lnTo>
                <a:lnTo>
                  <a:pt x="11473706" y="1358875"/>
                </a:lnTo>
                <a:cubicBezTo>
                  <a:pt x="10963396" y="1294865"/>
                  <a:pt x="10579430" y="1018103"/>
                  <a:pt x="10579430" y="686541"/>
                </a:cubicBezTo>
                <a:cubicBezTo>
                  <a:pt x="10579430" y="307616"/>
                  <a:pt x="11080937" y="262"/>
                  <a:pt x="11699394" y="262"/>
                </a:cubicBezTo>
                <a:close/>
                <a:moveTo>
                  <a:pt x="2739686" y="260"/>
                </a:moveTo>
                <a:lnTo>
                  <a:pt x="2739686" y="1372558"/>
                </a:lnTo>
                <a:lnTo>
                  <a:pt x="2739695" y="1372558"/>
                </a:lnTo>
                <a:lnTo>
                  <a:pt x="2739695" y="2058812"/>
                </a:lnTo>
                <a:lnTo>
                  <a:pt x="2762447" y="1920570"/>
                </a:lnTo>
                <a:cubicBezTo>
                  <a:pt x="2866896" y="1607940"/>
                  <a:pt x="3318505" y="1372825"/>
                  <a:pt x="3859654" y="1372825"/>
                </a:cubicBezTo>
                <a:lnTo>
                  <a:pt x="3859654" y="2058827"/>
                </a:lnTo>
                <a:lnTo>
                  <a:pt x="3882419" y="1920560"/>
                </a:lnTo>
                <a:cubicBezTo>
                  <a:pt x="3986907" y="1607879"/>
                  <a:pt x="4438694" y="1372561"/>
                  <a:pt x="4980056" y="1372561"/>
                </a:cubicBezTo>
                <a:cubicBezTo>
                  <a:pt x="5521419" y="1372561"/>
                  <a:pt x="5973204" y="1607879"/>
                  <a:pt x="6077691" y="1920560"/>
                </a:cubicBezTo>
                <a:lnTo>
                  <a:pt x="6099575" y="2053472"/>
                </a:lnTo>
                <a:lnTo>
                  <a:pt x="6099575" y="1372561"/>
                </a:lnTo>
                <a:cubicBezTo>
                  <a:pt x="6718030" y="1372561"/>
                  <a:pt x="7219537" y="1679915"/>
                  <a:pt x="7219537" y="2058840"/>
                </a:cubicBezTo>
                <a:cubicBezTo>
                  <a:pt x="7219537" y="2437767"/>
                  <a:pt x="6718030" y="2745121"/>
                  <a:pt x="6099575" y="2745121"/>
                </a:cubicBezTo>
                <a:lnTo>
                  <a:pt x="6099575" y="2064209"/>
                </a:lnTo>
                <a:lnTo>
                  <a:pt x="6077691" y="2197121"/>
                </a:lnTo>
                <a:cubicBezTo>
                  <a:pt x="5973204" y="2509803"/>
                  <a:pt x="5521419" y="2745121"/>
                  <a:pt x="4980056" y="2745121"/>
                </a:cubicBezTo>
                <a:cubicBezTo>
                  <a:pt x="4438694" y="2745121"/>
                  <a:pt x="3986907" y="2509803"/>
                  <a:pt x="3882419" y="2197121"/>
                </a:cubicBezTo>
                <a:lnTo>
                  <a:pt x="3859654" y="2058853"/>
                </a:lnTo>
                <a:lnTo>
                  <a:pt x="3859654" y="2745121"/>
                </a:lnTo>
                <a:cubicBezTo>
                  <a:pt x="3318505" y="2745121"/>
                  <a:pt x="2866896" y="2509803"/>
                  <a:pt x="2762447" y="2197121"/>
                </a:cubicBezTo>
                <a:lnTo>
                  <a:pt x="2739695" y="2058868"/>
                </a:lnTo>
                <a:lnTo>
                  <a:pt x="2739695" y="2745117"/>
                </a:lnTo>
                <a:lnTo>
                  <a:pt x="499767" y="2745117"/>
                </a:lnTo>
                <a:lnTo>
                  <a:pt x="499767" y="1372822"/>
                </a:lnTo>
                <a:lnTo>
                  <a:pt x="0" y="1372822"/>
                </a:lnTo>
                <a:lnTo>
                  <a:pt x="0" y="1243078"/>
                </a:lnTo>
                <a:lnTo>
                  <a:pt x="92411" y="1272802"/>
                </a:lnTo>
                <a:cubicBezTo>
                  <a:pt x="220916" y="1305013"/>
                  <a:pt x="362196" y="1322824"/>
                  <a:pt x="510488" y="1322824"/>
                </a:cubicBezTo>
                <a:cubicBezTo>
                  <a:pt x="1103657" y="1322824"/>
                  <a:pt x="1584622" y="1037839"/>
                  <a:pt x="1584622" y="686278"/>
                </a:cubicBezTo>
                <a:cubicBezTo>
                  <a:pt x="1584622" y="334718"/>
                  <a:pt x="1103657" y="49734"/>
                  <a:pt x="510488" y="49734"/>
                </a:cubicBezTo>
                <a:cubicBezTo>
                  <a:pt x="362196" y="49734"/>
                  <a:pt x="220916" y="67546"/>
                  <a:pt x="92411" y="99756"/>
                </a:cubicBezTo>
                <a:lnTo>
                  <a:pt x="0" y="129481"/>
                </a:lnTo>
                <a:lnTo>
                  <a:pt x="0" y="262"/>
                </a:lnTo>
                <a:lnTo>
                  <a:pt x="1630452" y="262"/>
                </a:lnTo>
                <a:lnTo>
                  <a:pt x="1630452" y="621341"/>
                </a:lnTo>
                <a:lnTo>
                  <a:pt x="1642479" y="548259"/>
                </a:lnTo>
                <a:cubicBezTo>
                  <a:pt x="1746926" y="235577"/>
                  <a:pt x="2198536" y="260"/>
                  <a:pt x="2739686" y="260"/>
                </a:cubicBezTo>
                <a:close/>
                <a:moveTo>
                  <a:pt x="6099573" y="0"/>
                </a:moveTo>
                <a:cubicBezTo>
                  <a:pt x="6718030" y="0"/>
                  <a:pt x="7219537" y="307353"/>
                  <a:pt x="7219537" y="686278"/>
                </a:cubicBezTo>
                <a:cubicBezTo>
                  <a:pt x="7219537" y="1065206"/>
                  <a:pt x="6718030" y="1372560"/>
                  <a:pt x="6099573" y="1372560"/>
                </a:cubicBezTo>
                <a:lnTo>
                  <a:pt x="6099573" y="686278"/>
                </a:lnTo>
                <a:close/>
                <a:moveTo>
                  <a:pt x="4979612" y="0"/>
                </a:moveTo>
                <a:cubicBezTo>
                  <a:pt x="5598067" y="0"/>
                  <a:pt x="6099573" y="307353"/>
                  <a:pt x="6099573" y="686278"/>
                </a:cubicBezTo>
                <a:cubicBezTo>
                  <a:pt x="6099573" y="1065206"/>
                  <a:pt x="5598067" y="1372560"/>
                  <a:pt x="4979612" y="1372560"/>
                </a:cubicBezTo>
                <a:lnTo>
                  <a:pt x="4979612" y="686563"/>
                </a:lnTo>
                <a:lnTo>
                  <a:pt x="4956858" y="824824"/>
                </a:lnTo>
                <a:cubicBezTo>
                  <a:pt x="4852411" y="1137505"/>
                  <a:pt x="4400801" y="1372823"/>
                  <a:pt x="3859651" y="1372823"/>
                </a:cubicBezTo>
                <a:cubicBezTo>
                  <a:pt x="3241193" y="1372823"/>
                  <a:pt x="2739687" y="1065469"/>
                  <a:pt x="2739687" y="686541"/>
                </a:cubicBezTo>
                <a:cubicBezTo>
                  <a:pt x="2739687" y="307616"/>
                  <a:pt x="3241193" y="263"/>
                  <a:pt x="3859651" y="263"/>
                </a:cubicBezTo>
                <a:cubicBezTo>
                  <a:pt x="4400801" y="263"/>
                  <a:pt x="4852411" y="235580"/>
                  <a:pt x="4956858" y="548260"/>
                </a:cubicBezTo>
                <a:lnTo>
                  <a:pt x="4979612" y="686520"/>
                </a:lnTo>
                <a:close/>
              </a:path>
            </a:pathLst>
          </a:custGeom>
          <a:solidFill>
            <a:schemeClr val="tx2">
              <a:alpha val="25000"/>
            </a:schemeClr>
          </a:solidFill>
          <a:ln w="0" cap="flat">
            <a:noFill/>
            <a:prstDash val="solid"/>
            <a:miter/>
          </a:ln>
        </p:spPr>
        <p:txBody>
          <a:bodyPr wrap="square" rtlCol="0" anchor="ctr">
            <a:noAutofit/>
          </a:bodyPr>
          <a:lstStyle/>
          <a:p>
            <a:endParaRPr lang="en-GR" sz="1800">
              <a:solidFill>
                <a:schemeClr val="tx1">
                  <a:alpha val="50000"/>
                </a:schemeClr>
              </a:solidFill>
            </a:endParaRPr>
          </a:p>
        </p:txBody>
      </p:sp>
      <p:pic>
        <p:nvPicPr>
          <p:cNvPr id="3" name="Graphic 2">
            <a:extLst>
              <a:ext uri="{FF2B5EF4-FFF2-40B4-BE49-F238E27FC236}">
                <a16:creationId xmlns:a16="http://schemas.microsoft.com/office/drawing/2014/main" id="{3764A1D6-DD96-3FE0-7A8F-8299EAC3FAE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975597" y="2724343"/>
            <a:ext cx="2240809" cy="1409314"/>
          </a:xfrm>
          <a:prstGeom prst="rect">
            <a:avLst/>
          </a:prstGeom>
        </p:spPr>
      </p:pic>
    </p:spTree>
    <p:extLst>
      <p:ext uri="{BB962C8B-B14F-4D97-AF65-F5344CB8AC3E}">
        <p14:creationId xmlns:p14="http://schemas.microsoft.com/office/powerpoint/2010/main" val="160769947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3_Back Cover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EB92D00-0461-3622-51E6-0150CECEB387}"/>
              </a:ext>
            </a:extLst>
          </p:cNvPr>
          <p:cNvSpPr>
            <a:spLocks noGrp="1"/>
          </p:cNvSpPr>
          <p:nvPr>
            <p:ph type="sldNum" sz="quarter" idx="12"/>
          </p:nvPr>
        </p:nvSpPr>
        <p:spPr>
          <a:xfrm>
            <a:off x="342000" y="6516000"/>
            <a:ext cx="684000" cy="180000"/>
          </a:xfrm>
          <a:prstGeom prst="rect">
            <a:avLst/>
          </a:prstGeom>
        </p:spPr>
        <p:txBody>
          <a:bodyPr/>
          <a:lstStyle/>
          <a:p>
            <a:fld id="{233F7D93-8529-0F4E-AF24-E7C8656CB0BF}" type="slidenum">
              <a:rPr lang="en-GR" smtClean="0"/>
              <a:t>‹#›</a:t>
            </a:fld>
            <a:endParaRPr lang="en-GR"/>
          </a:p>
        </p:txBody>
      </p:sp>
      <p:sp>
        <p:nvSpPr>
          <p:cNvPr id="88" name="Rectangle 87">
            <a:extLst>
              <a:ext uri="{FF2B5EF4-FFF2-40B4-BE49-F238E27FC236}">
                <a16:creationId xmlns:a16="http://schemas.microsoft.com/office/drawing/2014/main" id="{8512BE97-48DF-4AE8-559C-3D151D13A477}"/>
              </a:ext>
            </a:extLst>
          </p:cNvPr>
          <p:cNvSpPr/>
          <p:nvPr userDrawn="1"/>
        </p:nvSpPr>
        <p:spPr>
          <a:xfrm>
            <a:off x="0" y="0"/>
            <a:ext cx="12192000" cy="6858000"/>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9" name="Freeform 8">
            <a:extLst>
              <a:ext uri="{FF2B5EF4-FFF2-40B4-BE49-F238E27FC236}">
                <a16:creationId xmlns:a16="http://schemas.microsoft.com/office/drawing/2014/main" id="{904E63BF-F550-8D2F-9616-C011717A582B}"/>
              </a:ext>
            </a:extLst>
          </p:cNvPr>
          <p:cNvSpPr/>
          <p:nvPr/>
        </p:nvSpPr>
        <p:spPr>
          <a:xfrm>
            <a:off x="0" y="-4795"/>
            <a:ext cx="12192000" cy="6862799"/>
          </a:xfrm>
          <a:custGeom>
            <a:avLst/>
            <a:gdLst>
              <a:gd name="connsiteX0" fmla="*/ 8336775 w 12192000"/>
              <a:gd name="connsiteY0" fmla="*/ 5539710 h 6862799"/>
              <a:gd name="connsiteX1" fmla="*/ 7262641 w 12192000"/>
              <a:gd name="connsiteY1" fmla="*/ 6176254 h 6862799"/>
              <a:gd name="connsiteX2" fmla="*/ 8336775 w 12192000"/>
              <a:gd name="connsiteY2" fmla="*/ 6812801 h 6862799"/>
              <a:gd name="connsiteX3" fmla="*/ 9410909 w 12192000"/>
              <a:gd name="connsiteY3" fmla="*/ 6176254 h 6862799"/>
              <a:gd name="connsiteX4" fmla="*/ 8336775 w 12192000"/>
              <a:gd name="connsiteY4" fmla="*/ 5539710 h 6862799"/>
              <a:gd name="connsiteX5" fmla="*/ 11698720 w 12192000"/>
              <a:gd name="connsiteY5" fmla="*/ 5490238 h 6862799"/>
              <a:gd name="connsiteX6" fmla="*/ 12134626 w 12192000"/>
              <a:gd name="connsiteY6" fmla="*/ 5544183 h 6862799"/>
              <a:gd name="connsiteX7" fmla="*/ 12192000 w 12192000"/>
              <a:gd name="connsiteY7" fmla="*/ 5563269 h 6862799"/>
              <a:gd name="connsiteX8" fmla="*/ 12192000 w 12192000"/>
              <a:gd name="connsiteY8" fmla="*/ 6789768 h 6862799"/>
              <a:gd name="connsiteX9" fmla="*/ 12134626 w 12192000"/>
              <a:gd name="connsiteY9" fmla="*/ 6808854 h 6862799"/>
              <a:gd name="connsiteX10" fmla="*/ 11698720 w 12192000"/>
              <a:gd name="connsiteY10" fmla="*/ 6862799 h 6862799"/>
              <a:gd name="connsiteX11" fmla="*/ 10578756 w 12192000"/>
              <a:gd name="connsiteY11" fmla="*/ 6176517 h 6862799"/>
              <a:gd name="connsiteX12" fmla="*/ 11698720 w 12192000"/>
              <a:gd name="connsiteY12" fmla="*/ 5490238 h 6862799"/>
              <a:gd name="connsiteX13" fmla="*/ 10576704 w 12192000"/>
              <a:gd name="connsiteY13" fmla="*/ 5490238 h 6862799"/>
              <a:gd name="connsiteX14" fmla="*/ 10576704 w 12192000"/>
              <a:gd name="connsiteY14" fmla="*/ 6862799 h 6862799"/>
              <a:gd name="connsiteX15" fmla="*/ 9456740 w 12192000"/>
              <a:gd name="connsiteY15" fmla="*/ 6176517 h 6862799"/>
              <a:gd name="connsiteX16" fmla="*/ 10576704 w 12192000"/>
              <a:gd name="connsiteY16" fmla="*/ 5490238 h 6862799"/>
              <a:gd name="connsiteX17" fmla="*/ 7216812 w 12192000"/>
              <a:gd name="connsiteY17" fmla="*/ 5490238 h 6862799"/>
              <a:gd name="connsiteX18" fmla="*/ 7220740 w 12192000"/>
              <a:gd name="connsiteY18" fmla="*/ 5490238 h 6862799"/>
              <a:gd name="connsiteX19" fmla="*/ 8339502 w 12192000"/>
              <a:gd name="connsiteY19" fmla="*/ 5490238 h 6862799"/>
              <a:gd name="connsiteX20" fmla="*/ 9456739 w 12192000"/>
              <a:gd name="connsiteY20" fmla="*/ 5490238 h 6862799"/>
              <a:gd name="connsiteX21" fmla="*/ 9456739 w 12192000"/>
              <a:gd name="connsiteY21" fmla="*/ 6862799 h 6862799"/>
              <a:gd name="connsiteX22" fmla="*/ 7216812 w 12192000"/>
              <a:gd name="connsiteY22" fmla="*/ 6862799 h 6862799"/>
              <a:gd name="connsiteX23" fmla="*/ 7216812 w 12192000"/>
              <a:gd name="connsiteY23" fmla="*/ 6176517 h 6862799"/>
              <a:gd name="connsiteX24" fmla="*/ 6096848 w 12192000"/>
              <a:gd name="connsiteY24" fmla="*/ 5490238 h 6862799"/>
              <a:gd name="connsiteX25" fmla="*/ 7216812 w 12192000"/>
              <a:gd name="connsiteY25" fmla="*/ 6176517 h 6862799"/>
              <a:gd name="connsiteX26" fmla="*/ 6096848 w 12192000"/>
              <a:gd name="connsiteY26" fmla="*/ 6862799 h 6862799"/>
              <a:gd name="connsiteX27" fmla="*/ 6096848 w 12192000"/>
              <a:gd name="connsiteY27" fmla="*/ 6176517 h 6862799"/>
              <a:gd name="connsiteX28" fmla="*/ 1623129 w 12192000"/>
              <a:gd name="connsiteY28" fmla="*/ 5490238 h 6862799"/>
              <a:gd name="connsiteX29" fmla="*/ 1623129 w 12192000"/>
              <a:gd name="connsiteY29" fmla="*/ 6152880 h 6862799"/>
              <a:gd name="connsiteX30" fmla="*/ 1637219 w 12192000"/>
              <a:gd name="connsiteY30" fmla="*/ 6055059 h 6862799"/>
              <a:gd name="connsiteX31" fmla="*/ 2514000 w 12192000"/>
              <a:gd name="connsiteY31" fmla="*/ 5504182 h 6862799"/>
              <a:gd name="connsiteX32" fmla="*/ 2739639 w 12192000"/>
              <a:gd name="connsiteY32" fmla="*/ 5490238 h 6862799"/>
              <a:gd name="connsiteX33" fmla="*/ 10582683 w 12192000"/>
              <a:gd name="connsiteY33" fmla="*/ 4167412 h 6862799"/>
              <a:gd name="connsiteX34" fmla="*/ 9508549 w 12192000"/>
              <a:gd name="connsiteY34" fmla="*/ 4803956 h 6862799"/>
              <a:gd name="connsiteX35" fmla="*/ 10582683 w 12192000"/>
              <a:gd name="connsiteY35" fmla="*/ 5440240 h 6862799"/>
              <a:gd name="connsiteX36" fmla="*/ 10582683 w 12192000"/>
              <a:gd name="connsiteY36" fmla="*/ 5440503 h 6862799"/>
              <a:gd name="connsiteX37" fmla="*/ 11656817 w 12192000"/>
              <a:gd name="connsiteY37" fmla="*/ 4803956 h 6862799"/>
              <a:gd name="connsiteX38" fmla="*/ 10582683 w 12192000"/>
              <a:gd name="connsiteY38" fmla="*/ 4167412 h 6862799"/>
              <a:gd name="connsiteX39" fmla="*/ 2740891 w 12192000"/>
              <a:gd name="connsiteY39" fmla="*/ 4167149 h 6862799"/>
              <a:gd name="connsiteX40" fmla="*/ 1666756 w 12192000"/>
              <a:gd name="connsiteY40" fmla="*/ 4803693 h 6862799"/>
              <a:gd name="connsiteX41" fmla="*/ 2740891 w 12192000"/>
              <a:gd name="connsiteY41" fmla="*/ 5440240 h 6862799"/>
              <a:gd name="connsiteX42" fmla="*/ 3815026 w 12192000"/>
              <a:gd name="connsiteY42" fmla="*/ 4803693 h 6862799"/>
              <a:gd name="connsiteX43" fmla="*/ 2740891 w 12192000"/>
              <a:gd name="connsiteY43" fmla="*/ 4167149 h 6862799"/>
              <a:gd name="connsiteX44" fmla="*/ 6100776 w 12192000"/>
              <a:gd name="connsiteY44" fmla="*/ 4117677 h 6862799"/>
              <a:gd name="connsiteX45" fmla="*/ 6100776 w 12192000"/>
              <a:gd name="connsiteY45" fmla="*/ 4803956 h 6862799"/>
              <a:gd name="connsiteX46" fmla="*/ 6100776 w 12192000"/>
              <a:gd name="connsiteY46" fmla="*/ 5490238 h 6862799"/>
              <a:gd name="connsiteX47" fmla="*/ 4980815 w 12192000"/>
              <a:gd name="connsiteY47" fmla="*/ 4803956 h 6862799"/>
              <a:gd name="connsiteX48" fmla="*/ 6100776 w 12192000"/>
              <a:gd name="connsiteY48" fmla="*/ 4117677 h 6862799"/>
              <a:gd name="connsiteX49" fmla="*/ 0 w 12192000"/>
              <a:gd name="connsiteY49" fmla="*/ 2890047 h 6862799"/>
              <a:gd name="connsiteX50" fmla="*/ 111111 w 12192000"/>
              <a:gd name="connsiteY50" fmla="*/ 2946228 h 6862799"/>
              <a:gd name="connsiteX51" fmla="*/ 439171 w 12192000"/>
              <a:gd name="connsiteY51" fmla="*/ 3431464 h 6862799"/>
              <a:gd name="connsiteX52" fmla="*/ 111111 w 12192000"/>
              <a:gd name="connsiteY52" fmla="*/ 3916703 h 6862799"/>
              <a:gd name="connsiteX53" fmla="*/ 0 w 12192000"/>
              <a:gd name="connsiteY53" fmla="*/ 3972883 h 6862799"/>
              <a:gd name="connsiteX54" fmla="*/ 3851047 w 12192000"/>
              <a:gd name="connsiteY54" fmla="*/ 2794593 h 6862799"/>
              <a:gd name="connsiteX55" fmla="*/ 2776913 w 12192000"/>
              <a:gd name="connsiteY55" fmla="*/ 3431137 h 6862799"/>
              <a:gd name="connsiteX56" fmla="*/ 3851047 w 12192000"/>
              <a:gd name="connsiteY56" fmla="*/ 4067683 h 6862799"/>
              <a:gd name="connsiteX57" fmla="*/ 4925180 w 12192000"/>
              <a:gd name="connsiteY57" fmla="*/ 3431137 h 6862799"/>
              <a:gd name="connsiteX58" fmla="*/ 3851047 w 12192000"/>
              <a:gd name="connsiteY58" fmla="*/ 2794593 h 6862799"/>
              <a:gd name="connsiteX59" fmla="*/ 8339540 w 12192000"/>
              <a:gd name="connsiteY59" fmla="*/ 2745121 h 6862799"/>
              <a:gd name="connsiteX60" fmla="*/ 8565187 w 12192000"/>
              <a:gd name="connsiteY60" fmla="*/ 2759065 h 6862799"/>
              <a:gd name="connsiteX61" fmla="*/ 9441968 w 12192000"/>
              <a:gd name="connsiteY61" fmla="*/ 3309942 h 6862799"/>
              <a:gd name="connsiteX62" fmla="*/ 9451136 w 12192000"/>
              <a:gd name="connsiteY62" fmla="*/ 3373590 h 6862799"/>
              <a:gd name="connsiteX63" fmla="*/ 9464379 w 12192000"/>
              <a:gd name="connsiteY63" fmla="*/ 3293117 h 6862799"/>
              <a:gd name="connsiteX64" fmla="*/ 10335898 w 12192000"/>
              <a:gd name="connsiteY64" fmla="*/ 2759065 h 6862799"/>
              <a:gd name="connsiteX65" fmla="*/ 10561546 w 12192000"/>
              <a:gd name="connsiteY65" fmla="*/ 2745121 h 6862799"/>
              <a:gd name="connsiteX66" fmla="*/ 2731083 w 12192000"/>
              <a:gd name="connsiteY66" fmla="*/ 2745121 h 6862799"/>
              <a:gd name="connsiteX67" fmla="*/ 3859654 w 12192000"/>
              <a:gd name="connsiteY67" fmla="*/ 2745121 h 6862799"/>
              <a:gd name="connsiteX68" fmla="*/ 4971010 w 12192000"/>
              <a:gd name="connsiteY68" fmla="*/ 2745121 h 6862799"/>
              <a:gd name="connsiteX69" fmla="*/ 4971010 w 12192000"/>
              <a:gd name="connsiteY69" fmla="*/ 4117681 h 6862799"/>
              <a:gd name="connsiteX70" fmla="*/ 3860855 w 12192000"/>
              <a:gd name="connsiteY70" fmla="*/ 4117681 h 6862799"/>
              <a:gd name="connsiteX71" fmla="*/ 3860855 w 12192000"/>
              <a:gd name="connsiteY71" fmla="*/ 4803937 h 6862799"/>
              <a:gd name="connsiteX72" fmla="*/ 3883609 w 12192000"/>
              <a:gd name="connsiteY72" fmla="*/ 4665674 h 6862799"/>
              <a:gd name="connsiteX73" fmla="*/ 4980815 w 12192000"/>
              <a:gd name="connsiteY73" fmla="*/ 4117677 h 6862799"/>
              <a:gd name="connsiteX74" fmla="*/ 4980815 w 12192000"/>
              <a:gd name="connsiteY74" fmla="*/ 4803956 h 6862799"/>
              <a:gd name="connsiteX75" fmla="*/ 4980815 w 12192000"/>
              <a:gd name="connsiteY75" fmla="*/ 5490238 h 6862799"/>
              <a:gd name="connsiteX76" fmla="*/ 3883609 w 12192000"/>
              <a:gd name="connsiteY76" fmla="*/ 4942239 h 6862799"/>
              <a:gd name="connsiteX77" fmla="*/ 3860855 w 12192000"/>
              <a:gd name="connsiteY77" fmla="*/ 4803975 h 6862799"/>
              <a:gd name="connsiteX78" fmla="*/ 3860855 w 12192000"/>
              <a:gd name="connsiteY78" fmla="*/ 5490238 h 6862799"/>
              <a:gd name="connsiteX79" fmla="*/ 3856926 w 12192000"/>
              <a:gd name="connsiteY79" fmla="*/ 5490238 h 6862799"/>
              <a:gd name="connsiteX80" fmla="*/ 2739688 w 12192000"/>
              <a:gd name="connsiteY80" fmla="*/ 5490238 h 6862799"/>
              <a:gd name="connsiteX81" fmla="*/ 2739688 w 12192000"/>
              <a:gd name="connsiteY81" fmla="*/ 6159954 h 6862799"/>
              <a:gd name="connsiteX82" fmla="*/ 2759720 w 12192000"/>
              <a:gd name="connsiteY82" fmla="*/ 6038235 h 6862799"/>
              <a:gd name="connsiteX83" fmla="*/ 3856926 w 12192000"/>
              <a:gd name="connsiteY83" fmla="*/ 5490238 h 6862799"/>
              <a:gd name="connsiteX84" fmla="*/ 4954134 w 12192000"/>
              <a:gd name="connsiteY84" fmla="*/ 6038235 h 6862799"/>
              <a:gd name="connsiteX85" fmla="*/ 4976887 w 12192000"/>
              <a:gd name="connsiteY85" fmla="*/ 6176496 h 6862799"/>
              <a:gd name="connsiteX86" fmla="*/ 4976887 w 12192000"/>
              <a:gd name="connsiteY86" fmla="*/ 5490238 h 6862799"/>
              <a:gd name="connsiteX87" fmla="*/ 6096848 w 12192000"/>
              <a:gd name="connsiteY87" fmla="*/ 6176517 h 6862799"/>
              <a:gd name="connsiteX88" fmla="*/ 4976887 w 12192000"/>
              <a:gd name="connsiteY88" fmla="*/ 6862799 h 6862799"/>
              <a:gd name="connsiteX89" fmla="*/ 4976887 w 12192000"/>
              <a:gd name="connsiteY89" fmla="*/ 6176538 h 6862799"/>
              <a:gd name="connsiteX90" fmla="*/ 4954134 w 12192000"/>
              <a:gd name="connsiteY90" fmla="*/ 6314800 h 6862799"/>
              <a:gd name="connsiteX91" fmla="*/ 3856926 w 12192000"/>
              <a:gd name="connsiteY91" fmla="*/ 6862799 h 6862799"/>
              <a:gd name="connsiteX92" fmla="*/ 2759720 w 12192000"/>
              <a:gd name="connsiteY92" fmla="*/ 6314800 h 6862799"/>
              <a:gd name="connsiteX93" fmla="*/ 2739688 w 12192000"/>
              <a:gd name="connsiteY93" fmla="*/ 6193080 h 6862799"/>
              <a:gd name="connsiteX94" fmla="*/ 2739688 w 12192000"/>
              <a:gd name="connsiteY94" fmla="*/ 6862796 h 6862799"/>
              <a:gd name="connsiteX95" fmla="*/ 1642481 w 12192000"/>
              <a:gd name="connsiteY95" fmla="*/ 6314800 h 6862799"/>
              <a:gd name="connsiteX96" fmla="*/ 1623129 w 12192000"/>
              <a:gd name="connsiteY96" fmla="*/ 6197206 h 6862799"/>
              <a:gd name="connsiteX97" fmla="*/ 1623129 w 12192000"/>
              <a:gd name="connsiteY97" fmla="*/ 6862799 h 6862799"/>
              <a:gd name="connsiteX98" fmla="*/ 0 w 12192000"/>
              <a:gd name="connsiteY98" fmla="*/ 6862799 h 6862799"/>
              <a:gd name="connsiteX99" fmla="*/ 0 w 12192000"/>
              <a:gd name="connsiteY99" fmla="*/ 6735410 h 6862799"/>
              <a:gd name="connsiteX100" fmla="*/ 85088 w 12192000"/>
              <a:gd name="connsiteY100" fmla="*/ 6762779 h 6862799"/>
              <a:gd name="connsiteX101" fmla="*/ 503165 w 12192000"/>
              <a:gd name="connsiteY101" fmla="*/ 6812801 h 6862799"/>
              <a:gd name="connsiteX102" fmla="*/ 1577299 w 12192000"/>
              <a:gd name="connsiteY102" fmla="*/ 6176254 h 6862799"/>
              <a:gd name="connsiteX103" fmla="*/ 503165 w 12192000"/>
              <a:gd name="connsiteY103" fmla="*/ 5539710 h 6862799"/>
              <a:gd name="connsiteX104" fmla="*/ 85088 w 12192000"/>
              <a:gd name="connsiteY104" fmla="*/ 5589732 h 6862799"/>
              <a:gd name="connsiteX105" fmla="*/ 0 w 12192000"/>
              <a:gd name="connsiteY105" fmla="*/ 5617101 h 6862799"/>
              <a:gd name="connsiteX106" fmla="*/ 0 w 12192000"/>
              <a:gd name="connsiteY106" fmla="*/ 5490238 h 6862799"/>
              <a:gd name="connsiteX107" fmla="*/ 505111 w 12192000"/>
              <a:gd name="connsiteY107" fmla="*/ 5490238 h 6862799"/>
              <a:gd name="connsiteX108" fmla="*/ 1620927 w 12192000"/>
              <a:gd name="connsiteY108" fmla="*/ 5490238 h 6862799"/>
              <a:gd name="connsiteX109" fmla="*/ 1620927 w 12192000"/>
              <a:gd name="connsiteY109" fmla="*/ 4829161 h 6862799"/>
              <a:gd name="connsiteX110" fmla="*/ 1602318 w 12192000"/>
              <a:gd name="connsiteY110" fmla="*/ 4942239 h 6862799"/>
              <a:gd name="connsiteX111" fmla="*/ 505111 w 12192000"/>
              <a:gd name="connsiteY111" fmla="*/ 5490238 h 6862799"/>
              <a:gd name="connsiteX112" fmla="*/ 69206 w 12192000"/>
              <a:gd name="connsiteY112" fmla="*/ 5436293 h 6862799"/>
              <a:gd name="connsiteX113" fmla="*/ 0 w 12192000"/>
              <a:gd name="connsiteY113" fmla="*/ 5413271 h 6862799"/>
              <a:gd name="connsiteX114" fmla="*/ 0 w 12192000"/>
              <a:gd name="connsiteY114" fmla="*/ 4194644 h 6862799"/>
              <a:gd name="connsiteX115" fmla="*/ 69206 w 12192000"/>
              <a:gd name="connsiteY115" fmla="*/ 4171622 h 6862799"/>
              <a:gd name="connsiteX116" fmla="*/ 505111 w 12192000"/>
              <a:gd name="connsiteY116" fmla="*/ 4117677 h 6862799"/>
              <a:gd name="connsiteX117" fmla="*/ 1602318 w 12192000"/>
              <a:gd name="connsiteY117" fmla="*/ 4665674 h 6862799"/>
              <a:gd name="connsiteX118" fmla="*/ 1620927 w 12192000"/>
              <a:gd name="connsiteY118" fmla="*/ 4778751 h 6862799"/>
              <a:gd name="connsiteX119" fmla="*/ 1620927 w 12192000"/>
              <a:gd name="connsiteY119" fmla="*/ 4117677 h 6862799"/>
              <a:gd name="connsiteX120" fmla="*/ 2731083 w 12192000"/>
              <a:gd name="connsiteY120" fmla="*/ 4117677 h 6862799"/>
              <a:gd name="connsiteX121" fmla="*/ 2731083 w 12192000"/>
              <a:gd name="connsiteY121" fmla="*/ 3431473 h 6862799"/>
              <a:gd name="connsiteX122" fmla="*/ 2708326 w 12192000"/>
              <a:gd name="connsiteY122" fmla="*/ 3569747 h 6862799"/>
              <a:gd name="connsiteX123" fmla="*/ 1611120 w 12192000"/>
              <a:gd name="connsiteY123" fmla="*/ 4117746 h 6862799"/>
              <a:gd name="connsiteX124" fmla="*/ 1611120 w 12192000"/>
              <a:gd name="connsiteY124" fmla="*/ 3483776 h 6862799"/>
              <a:gd name="connsiteX125" fmla="*/ 1596972 w 12192000"/>
              <a:gd name="connsiteY125" fmla="*/ 3569746 h 6862799"/>
              <a:gd name="connsiteX126" fmla="*/ 499764 w 12192000"/>
              <a:gd name="connsiteY126" fmla="*/ 4117745 h 6862799"/>
              <a:gd name="connsiteX127" fmla="*/ 499764 w 12192000"/>
              <a:gd name="connsiteY127" fmla="*/ 2745186 h 6862799"/>
              <a:gd name="connsiteX128" fmla="*/ 1596972 w 12192000"/>
              <a:gd name="connsiteY128" fmla="*/ 3293182 h 6862799"/>
              <a:gd name="connsiteX129" fmla="*/ 1611120 w 12192000"/>
              <a:gd name="connsiteY129" fmla="*/ 3379151 h 6862799"/>
              <a:gd name="connsiteX130" fmla="*/ 1611120 w 12192000"/>
              <a:gd name="connsiteY130" fmla="*/ 2745186 h 6862799"/>
              <a:gd name="connsiteX131" fmla="*/ 2708326 w 12192000"/>
              <a:gd name="connsiteY131" fmla="*/ 3293182 h 6862799"/>
              <a:gd name="connsiteX132" fmla="*/ 2731083 w 12192000"/>
              <a:gd name="connsiteY132" fmla="*/ 3431455 h 6862799"/>
              <a:gd name="connsiteX133" fmla="*/ 0 w 12192000"/>
              <a:gd name="connsiteY133" fmla="*/ 1488115 h 6862799"/>
              <a:gd name="connsiteX134" fmla="*/ 5038 w 12192000"/>
              <a:gd name="connsiteY134" fmla="*/ 1489790 h 6862799"/>
              <a:gd name="connsiteX135" fmla="*/ 498855 w 12192000"/>
              <a:gd name="connsiteY135" fmla="*/ 2058838 h 6862799"/>
              <a:gd name="connsiteX136" fmla="*/ 5038 w 12192000"/>
              <a:gd name="connsiteY136" fmla="*/ 2627889 h 6862799"/>
              <a:gd name="connsiteX137" fmla="*/ 0 w 12192000"/>
              <a:gd name="connsiteY137" fmla="*/ 2629565 h 6862799"/>
              <a:gd name="connsiteX138" fmla="*/ 1619730 w 12192000"/>
              <a:gd name="connsiteY138" fmla="*/ 1422293 h 6862799"/>
              <a:gd name="connsiteX139" fmla="*/ 545597 w 12192000"/>
              <a:gd name="connsiteY139" fmla="*/ 2058837 h 6862799"/>
              <a:gd name="connsiteX140" fmla="*/ 1619730 w 12192000"/>
              <a:gd name="connsiteY140" fmla="*/ 2695120 h 6862799"/>
              <a:gd name="connsiteX141" fmla="*/ 1619730 w 12192000"/>
              <a:gd name="connsiteY141" fmla="*/ 2695383 h 6862799"/>
              <a:gd name="connsiteX142" fmla="*/ 2693866 w 12192000"/>
              <a:gd name="connsiteY142" fmla="*/ 2058837 h 6862799"/>
              <a:gd name="connsiteX143" fmla="*/ 1619730 w 12192000"/>
              <a:gd name="connsiteY143" fmla="*/ 1422293 h 6862799"/>
              <a:gd name="connsiteX144" fmla="*/ 9459466 w 12192000"/>
              <a:gd name="connsiteY144" fmla="*/ 1422033 h 6862799"/>
              <a:gd name="connsiteX145" fmla="*/ 8385332 w 12192000"/>
              <a:gd name="connsiteY145" fmla="*/ 2058578 h 6862799"/>
              <a:gd name="connsiteX146" fmla="*/ 9459466 w 12192000"/>
              <a:gd name="connsiteY146" fmla="*/ 2695122 h 6862799"/>
              <a:gd name="connsiteX147" fmla="*/ 10533597 w 12192000"/>
              <a:gd name="connsiteY147" fmla="*/ 2058578 h 6862799"/>
              <a:gd name="connsiteX148" fmla="*/ 9459466 w 12192000"/>
              <a:gd name="connsiteY148" fmla="*/ 1422033 h 6862799"/>
              <a:gd name="connsiteX149" fmla="*/ 1630452 w 12192000"/>
              <a:gd name="connsiteY149" fmla="*/ 761033 h 6862799"/>
              <a:gd name="connsiteX150" fmla="*/ 1630452 w 12192000"/>
              <a:gd name="connsiteY150" fmla="*/ 1372558 h 6862799"/>
              <a:gd name="connsiteX151" fmla="*/ 2735449 w 12192000"/>
              <a:gd name="connsiteY151" fmla="*/ 1372558 h 6862799"/>
              <a:gd name="connsiteX152" fmla="*/ 2513997 w 12192000"/>
              <a:gd name="connsiteY152" fmla="*/ 1358873 h 6862799"/>
              <a:gd name="connsiteX153" fmla="*/ 1637217 w 12192000"/>
              <a:gd name="connsiteY153" fmla="*/ 807999 h 6862799"/>
              <a:gd name="connsiteX154" fmla="*/ 8339501 w 12192000"/>
              <a:gd name="connsiteY154" fmla="*/ 49735 h 6862799"/>
              <a:gd name="connsiteX155" fmla="*/ 7265368 w 12192000"/>
              <a:gd name="connsiteY155" fmla="*/ 686278 h 6862799"/>
              <a:gd name="connsiteX156" fmla="*/ 8339501 w 12192000"/>
              <a:gd name="connsiteY156" fmla="*/ 1322825 h 6862799"/>
              <a:gd name="connsiteX157" fmla="*/ 9413635 w 12192000"/>
              <a:gd name="connsiteY157" fmla="*/ 686278 h 6862799"/>
              <a:gd name="connsiteX158" fmla="*/ 8339501 w 12192000"/>
              <a:gd name="connsiteY158" fmla="*/ 49735 h 6862799"/>
              <a:gd name="connsiteX159" fmla="*/ 7219537 w 12192000"/>
              <a:gd name="connsiteY159" fmla="*/ 263 h 6862799"/>
              <a:gd name="connsiteX160" fmla="*/ 9459465 w 12192000"/>
              <a:gd name="connsiteY160" fmla="*/ 263 h 6862799"/>
              <a:gd name="connsiteX161" fmla="*/ 9459465 w 12192000"/>
              <a:gd name="connsiteY161" fmla="*/ 1372561 h 6862799"/>
              <a:gd name="connsiteX162" fmla="*/ 10575203 w 12192000"/>
              <a:gd name="connsiteY162" fmla="*/ 1372561 h 6862799"/>
              <a:gd name="connsiteX163" fmla="*/ 10353742 w 12192000"/>
              <a:gd name="connsiteY163" fmla="*/ 1358876 h 6862799"/>
              <a:gd name="connsiteX164" fmla="*/ 9459466 w 12192000"/>
              <a:gd name="connsiteY164" fmla="*/ 686541 h 6862799"/>
              <a:gd name="connsiteX165" fmla="*/ 10579430 w 12192000"/>
              <a:gd name="connsiteY165" fmla="*/ 263 h 6862799"/>
              <a:gd name="connsiteX166" fmla="*/ 10579430 w 12192000"/>
              <a:gd name="connsiteY166" fmla="*/ 686541 h 6862799"/>
              <a:gd name="connsiteX167" fmla="*/ 10579430 w 12192000"/>
              <a:gd name="connsiteY167" fmla="*/ 1372561 h 6862799"/>
              <a:gd name="connsiteX168" fmla="*/ 10579430 w 12192000"/>
              <a:gd name="connsiteY168" fmla="*/ 1372823 h 6862799"/>
              <a:gd name="connsiteX169" fmla="*/ 10579430 w 12192000"/>
              <a:gd name="connsiteY169" fmla="*/ 2058837 h 6862799"/>
              <a:gd name="connsiteX170" fmla="*/ 10579430 w 12192000"/>
              <a:gd name="connsiteY170" fmla="*/ 2745121 h 6862799"/>
              <a:gd name="connsiteX171" fmla="*/ 10561626 w 12192000"/>
              <a:gd name="connsiteY171" fmla="*/ 2745121 h 6862799"/>
              <a:gd name="connsiteX172" fmla="*/ 10787274 w 12192000"/>
              <a:gd name="connsiteY172" fmla="*/ 2759065 h 6862799"/>
              <a:gd name="connsiteX173" fmla="*/ 11664055 w 12192000"/>
              <a:gd name="connsiteY173" fmla="*/ 3309942 h 6862799"/>
              <a:gd name="connsiteX174" fmla="*/ 11680524 w 12192000"/>
              <a:gd name="connsiteY174" fmla="*/ 3424275 h 6862799"/>
              <a:gd name="connsiteX175" fmla="*/ 11702108 w 12192000"/>
              <a:gd name="connsiteY175" fmla="*/ 3293118 h 6862799"/>
              <a:gd name="connsiteX176" fmla="*/ 12086948 w 12192000"/>
              <a:gd name="connsiteY176" fmla="*/ 2901865 h 6862799"/>
              <a:gd name="connsiteX177" fmla="*/ 12192000 w 12192000"/>
              <a:gd name="connsiteY177" fmla="*/ 2857251 h 6862799"/>
              <a:gd name="connsiteX178" fmla="*/ 12192000 w 12192000"/>
              <a:gd name="connsiteY178" fmla="*/ 4005551 h 6862799"/>
              <a:gd name="connsiteX179" fmla="*/ 12086948 w 12192000"/>
              <a:gd name="connsiteY179" fmla="*/ 3960936 h 6862799"/>
              <a:gd name="connsiteX180" fmla="*/ 11702108 w 12192000"/>
              <a:gd name="connsiteY180" fmla="*/ 3569681 h 6862799"/>
              <a:gd name="connsiteX181" fmla="*/ 11680524 w 12192000"/>
              <a:gd name="connsiteY181" fmla="*/ 3438524 h 6862799"/>
              <a:gd name="connsiteX182" fmla="*/ 11664055 w 12192000"/>
              <a:gd name="connsiteY182" fmla="*/ 3552858 h 6862799"/>
              <a:gd name="connsiteX183" fmla="*/ 10787274 w 12192000"/>
              <a:gd name="connsiteY183" fmla="*/ 4103732 h 6862799"/>
              <a:gd name="connsiteX184" fmla="*/ 10561602 w 12192000"/>
              <a:gd name="connsiteY184" fmla="*/ 4117677 h 6862799"/>
              <a:gd name="connsiteX185" fmla="*/ 11702647 w 12192000"/>
              <a:gd name="connsiteY185" fmla="*/ 4117677 h 6862799"/>
              <a:gd name="connsiteX186" fmla="*/ 11702647 w 12192000"/>
              <a:gd name="connsiteY186" fmla="*/ 5490238 h 6862799"/>
              <a:gd name="connsiteX187" fmla="*/ 11698720 w 12192000"/>
              <a:gd name="connsiteY187" fmla="*/ 5490238 h 6862799"/>
              <a:gd name="connsiteX188" fmla="*/ 10576704 w 12192000"/>
              <a:gd name="connsiteY188" fmla="*/ 5490238 h 6862799"/>
              <a:gd name="connsiteX189" fmla="*/ 9462719 w 12192000"/>
              <a:gd name="connsiteY189" fmla="*/ 5490238 h 6862799"/>
              <a:gd name="connsiteX190" fmla="*/ 9462719 w 12192000"/>
              <a:gd name="connsiteY190" fmla="*/ 4117677 h 6862799"/>
              <a:gd name="connsiteX191" fmla="*/ 10561568 w 12192000"/>
              <a:gd name="connsiteY191" fmla="*/ 4117677 h 6862799"/>
              <a:gd name="connsiteX192" fmla="*/ 10363355 w 12192000"/>
              <a:gd name="connsiteY192" fmla="*/ 4106956 h 6862799"/>
              <a:gd name="connsiteX193" fmla="*/ 9464379 w 12192000"/>
              <a:gd name="connsiteY193" fmla="*/ 3569682 h 6862799"/>
              <a:gd name="connsiteX194" fmla="*/ 9450542 w 12192000"/>
              <a:gd name="connsiteY194" fmla="*/ 3485604 h 6862799"/>
              <a:gd name="connsiteX195" fmla="*/ 9436706 w 12192000"/>
              <a:gd name="connsiteY195" fmla="*/ 3569681 h 6862799"/>
              <a:gd name="connsiteX196" fmla="*/ 8537730 w 12192000"/>
              <a:gd name="connsiteY196" fmla="*/ 4106956 h 6862799"/>
              <a:gd name="connsiteX197" fmla="*/ 8339509 w 12192000"/>
              <a:gd name="connsiteY197" fmla="*/ 4117678 h 6862799"/>
              <a:gd name="connsiteX198" fmla="*/ 8565190 w 12192000"/>
              <a:gd name="connsiteY198" fmla="*/ 4131624 h 6862799"/>
              <a:gd name="connsiteX199" fmla="*/ 9459466 w 12192000"/>
              <a:gd name="connsiteY199" fmla="*/ 4803956 h 6862799"/>
              <a:gd name="connsiteX200" fmla="*/ 8339502 w 12192000"/>
              <a:gd name="connsiteY200" fmla="*/ 5490238 h 6862799"/>
              <a:gd name="connsiteX201" fmla="*/ 8339502 w 12192000"/>
              <a:gd name="connsiteY201" fmla="*/ 4811255 h 6862799"/>
              <a:gd name="connsiteX202" fmla="*/ 8317946 w 12192000"/>
              <a:gd name="connsiteY202" fmla="*/ 4942239 h 6862799"/>
              <a:gd name="connsiteX203" fmla="*/ 7220740 w 12192000"/>
              <a:gd name="connsiteY203" fmla="*/ 5490238 h 6862799"/>
              <a:gd name="connsiteX204" fmla="*/ 6100776 w 12192000"/>
              <a:gd name="connsiteY204" fmla="*/ 4803956 h 6862799"/>
              <a:gd name="connsiteX205" fmla="*/ 7220740 w 12192000"/>
              <a:gd name="connsiteY205" fmla="*/ 4117677 h 6862799"/>
              <a:gd name="connsiteX206" fmla="*/ 8317946 w 12192000"/>
              <a:gd name="connsiteY206" fmla="*/ 4665674 h 6862799"/>
              <a:gd name="connsiteX207" fmla="*/ 8339502 w 12192000"/>
              <a:gd name="connsiteY207" fmla="*/ 4796657 h 6862799"/>
              <a:gd name="connsiteX208" fmla="*/ 8339502 w 12192000"/>
              <a:gd name="connsiteY208" fmla="*/ 4117678 h 6862799"/>
              <a:gd name="connsiteX209" fmla="*/ 8339499 w 12192000"/>
              <a:gd name="connsiteY209" fmla="*/ 4117678 h 6862799"/>
              <a:gd name="connsiteX210" fmla="*/ 8339499 w 12192000"/>
              <a:gd name="connsiteY210" fmla="*/ 2745118 h 6862799"/>
              <a:gd name="connsiteX211" fmla="*/ 8339502 w 12192000"/>
              <a:gd name="connsiteY211" fmla="*/ 2745119 h 6862799"/>
              <a:gd name="connsiteX212" fmla="*/ 8339502 w 12192000"/>
              <a:gd name="connsiteY212" fmla="*/ 1372823 h 6862799"/>
              <a:gd name="connsiteX213" fmla="*/ 7223773 w 12192000"/>
              <a:gd name="connsiteY213" fmla="*/ 1372823 h 6862799"/>
              <a:gd name="connsiteX214" fmla="*/ 7445225 w 12192000"/>
              <a:gd name="connsiteY214" fmla="*/ 1386508 h 6862799"/>
              <a:gd name="connsiteX215" fmla="*/ 8339501 w 12192000"/>
              <a:gd name="connsiteY215" fmla="*/ 2058840 h 6862799"/>
              <a:gd name="connsiteX216" fmla="*/ 7445225 w 12192000"/>
              <a:gd name="connsiteY216" fmla="*/ 2731174 h 6862799"/>
              <a:gd name="connsiteX217" fmla="*/ 7219556 w 12192000"/>
              <a:gd name="connsiteY217" fmla="*/ 2745120 h 6862799"/>
              <a:gd name="connsiteX218" fmla="*/ 7445222 w 12192000"/>
              <a:gd name="connsiteY218" fmla="*/ 2759065 h 6862799"/>
              <a:gd name="connsiteX219" fmla="*/ 8339498 w 12192000"/>
              <a:gd name="connsiteY219" fmla="*/ 3431399 h 6862799"/>
              <a:gd name="connsiteX220" fmla="*/ 7219534 w 12192000"/>
              <a:gd name="connsiteY220" fmla="*/ 4117678 h 6862799"/>
              <a:gd name="connsiteX221" fmla="*/ 7219534 w 12192000"/>
              <a:gd name="connsiteY221" fmla="*/ 2745118 h 6862799"/>
              <a:gd name="connsiteX222" fmla="*/ 7219537 w 12192000"/>
              <a:gd name="connsiteY222" fmla="*/ 2745119 h 6862799"/>
              <a:gd name="connsiteX223" fmla="*/ 7219537 w 12192000"/>
              <a:gd name="connsiteY223" fmla="*/ 2058840 h 6862799"/>
              <a:gd name="connsiteX224" fmla="*/ 7219537 w 12192000"/>
              <a:gd name="connsiteY224" fmla="*/ 1372823 h 6862799"/>
              <a:gd name="connsiteX225" fmla="*/ 7219537 w 12192000"/>
              <a:gd name="connsiteY225" fmla="*/ 1372561 h 6862799"/>
              <a:gd name="connsiteX226" fmla="*/ 7219537 w 12192000"/>
              <a:gd name="connsiteY226" fmla="*/ 686278 h 6862799"/>
              <a:gd name="connsiteX227" fmla="*/ 11699394 w 12192000"/>
              <a:gd name="connsiteY227" fmla="*/ 262 h 6862799"/>
              <a:gd name="connsiteX228" fmla="*/ 12135300 w 12192000"/>
              <a:gd name="connsiteY228" fmla="*/ 54207 h 6862799"/>
              <a:gd name="connsiteX229" fmla="*/ 12192000 w 12192000"/>
              <a:gd name="connsiteY229" fmla="*/ 73069 h 6862799"/>
              <a:gd name="connsiteX230" fmla="*/ 12192000 w 12192000"/>
              <a:gd name="connsiteY230" fmla="*/ 1300015 h 6862799"/>
              <a:gd name="connsiteX231" fmla="*/ 12135300 w 12192000"/>
              <a:gd name="connsiteY231" fmla="*/ 1318878 h 6862799"/>
              <a:gd name="connsiteX232" fmla="*/ 11699394 w 12192000"/>
              <a:gd name="connsiteY232" fmla="*/ 1372822 h 6862799"/>
              <a:gd name="connsiteX233" fmla="*/ 11699394 w 12192000"/>
              <a:gd name="connsiteY233" fmla="*/ 2039421 h 6862799"/>
              <a:gd name="connsiteX234" fmla="*/ 11718956 w 12192000"/>
              <a:gd name="connsiteY234" fmla="*/ 1920554 h 6862799"/>
              <a:gd name="connsiteX235" fmla="*/ 12103796 w 12192000"/>
              <a:gd name="connsiteY235" fmla="*/ 1529300 h 6862799"/>
              <a:gd name="connsiteX236" fmla="*/ 12192000 w 12192000"/>
              <a:gd name="connsiteY236" fmla="*/ 1491841 h 6862799"/>
              <a:gd name="connsiteX237" fmla="*/ 12192000 w 12192000"/>
              <a:gd name="connsiteY237" fmla="*/ 2625833 h 6862799"/>
              <a:gd name="connsiteX238" fmla="*/ 12103796 w 12192000"/>
              <a:gd name="connsiteY238" fmla="*/ 2588373 h 6862799"/>
              <a:gd name="connsiteX239" fmla="*/ 11718956 w 12192000"/>
              <a:gd name="connsiteY239" fmla="*/ 2197118 h 6862799"/>
              <a:gd name="connsiteX240" fmla="*/ 11699394 w 12192000"/>
              <a:gd name="connsiteY240" fmla="*/ 2078250 h 6862799"/>
              <a:gd name="connsiteX241" fmla="*/ 11699394 w 12192000"/>
              <a:gd name="connsiteY241" fmla="*/ 2745117 h 6862799"/>
              <a:gd name="connsiteX242" fmla="*/ 10579430 w 12192000"/>
              <a:gd name="connsiteY242" fmla="*/ 2058837 h 6862799"/>
              <a:gd name="connsiteX243" fmla="*/ 11473706 w 12192000"/>
              <a:gd name="connsiteY243" fmla="*/ 1386505 h 6862799"/>
              <a:gd name="connsiteX244" fmla="*/ 11697256 w 12192000"/>
              <a:gd name="connsiteY244" fmla="*/ 1372690 h 6862799"/>
              <a:gd name="connsiteX245" fmla="*/ 11473706 w 12192000"/>
              <a:gd name="connsiteY245" fmla="*/ 1358875 h 6862799"/>
              <a:gd name="connsiteX246" fmla="*/ 10579430 w 12192000"/>
              <a:gd name="connsiteY246" fmla="*/ 686541 h 6862799"/>
              <a:gd name="connsiteX247" fmla="*/ 11699394 w 12192000"/>
              <a:gd name="connsiteY247" fmla="*/ 262 h 6862799"/>
              <a:gd name="connsiteX248" fmla="*/ 2739686 w 12192000"/>
              <a:gd name="connsiteY248" fmla="*/ 260 h 6862799"/>
              <a:gd name="connsiteX249" fmla="*/ 2739686 w 12192000"/>
              <a:gd name="connsiteY249" fmla="*/ 1372558 h 6862799"/>
              <a:gd name="connsiteX250" fmla="*/ 2739695 w 12192000"/>
              <a:gd name="connsiteY250" fmla="*/ 1372558 h 6862799"/>
              <a:gd name="connsiteX251" fmla="*/ 2739695 w 12192000"/>
              <a:gd name="connsiteY251" fmla="*/ 2058812 h 6862799"/>
              <a:gd name="connsiteX252" fmla="*/ 2762447 w 12192000"/>
              <a:gd name="connsiteY252" fmla="*/ 1920570 h 6862799"/>
              <a:gd name="connsiteX253" fmla="*/ 3859654 w 12192000"/>
              <a:gd name="connsiteY253" fmla="*/ 1372825 h 6862799"/>
              <a:gd name="connsiteX254" fmla="*/ 3859654 w 12192000"/>
              <a:gd name="connsiteY254" fmla="*/ 2058827 h 6862799"/>
              <a:gd name="connsiteX255" fmla="*/ 3882419 w 12192000"/>
              <a:gd name="connsiteY255" fmla="*/ 1920560 h 6862799"/>
              <a:gd name="connsiteX256" fmla="*/ 4980056 w 12192000"/>
              <a:gd name="connsiteY256" fmla="*/ 1372561 h 6862799"/>
              <a:gd name="connsiteX257" fmla="*/ 6077691 w 12192000"/>
              <a:gd name="connsiteY257" fmla="*/ 1920560 h 6862799"/>
              <a:gd name="connsiteX258" fmla="*/ 6099575 w 12192000"/>
              <a:gd name="connsiteY258" fmla="*/ 2053472 h 6862799"/>
              <a:gd name="connsiteX259" fmla="*/ 6099575 w 12192000"/>
              <a:gd name="connsiteY259" fmla="*/ 1372561 h 6862799"/>
              <a:gd name="connsiteX260" fmla="*/ 7219537 w 12192000"/>
              <a:gd name="connsiteY260" fmla="*/ 2058840 h 6862799"/>
              <a:gd name="connsiteX261" fmla="*/ 6099575 w 12192000"/>
              <a:gd name="connsiteY261" fmla="*/ 2745121 h 6862799"/>
              <a:gd name="connsiteX262" fmla="*/ 6099575 w 12192000"/>
              <a:gd name="connsiteY262" fmla="*/ 2064209 h 6862799"/>
              <a:gd name="connsiteX263" fmla="*/ 6077691 w 12192000"/>
              <a:gd name="connsiteY263" fmla="*/ 2197121 h 6862799"/>
              <a:gd name="connsiteX264" fmla="*/ 4980056 w 12192000"/>
              <a:gd name="connsiteY264" fmla="*/ 2745121 h 6862799"/>
              <a:gd name="connsiteX265" fmla="*/ 3882419 w 12192000"/>
              <a:gd name="connsiteY265" fmla="*/ 2197121 h 6862799"/>
              <a:gd name="connsiteX266" fmla="*/ 3859654 w 12192000"/>
              <a:gd name="connsiteY266" fmla="*/ 2058853 h 6862799"/>
              <a:gd name="connsiteX267" fmla="*/ 3859654 w 12192000"/>
              <a:gd name="connsiteY267" fmla="*/ 2745121 h 6862799"/>
              <a:gd name="connsiteX268" fmla="*/ 2762447 w 12192000"/>
              <a:gd name="connsiteY268" fmla="*/ 2197121 h 6862799"/>
              <a:gd name="connsiteX269" fmla="*/ 2739695 w 12192000"/>
              <a:gd name="connsiteY269" fmla="*/ 2058868 h 6862799"/>
              <a:gd name="connsiteX270" fmla="*/ 2739695 w 12192000"/>
              <a:gd name="connsiteY270" fmla="*/ 2745117 h 6862799"/>
              <a:gd name="connsiteX271" fmla="*/ 499767 w 12192000"/>
              <a:gd name="connsiteY271" fmla="*/ 2745117 h 6862799"/>
              <a:gd name="connsiteX272" fmla="*/ 499767 w 12192000"/>
              <a:gd name="connsiteY272" fmla="*/ 1372822 h 6862799"/>
              <a:gd name="connsiteX273" fmla="*/ 0 w 12192000"/>
              <a:gd name="connsiteY273" fmla="*/ 1372822 h 6862799"/>
              <a:gd name="connsiteX274" fmla="*/ 0 w 12192000"/>
              <a:gd name="connsiteY274" fmla="*/ 1243077 h 6862799"/>
              <a:gd name="connsiteX275" fmla="*/ 92411 w 12192000"/>
              <a:gd name="connsiteY275" fmla="*/ 1272802 h 6862799"/>
              <a:gd name="connsiteX276" fmla="*/ 510488 w 12192000"/>
              <a:gd name="connsiteY276" fmla="*/ 1322824 h 6862799"/>
              <a:gd name="connsiteX277" fmla="*/ 1584622 w 12192000"/>
              <a:gd name="connsiteY277" fmla="*/ 686278 h 6862799"/>
              <a:gd name="connsiteX278" fmla="*/ 510488 w 12192000"/>
              <a:gd name="connsiteY278" fmla="*/ 49734 h 6862799"/>
              <a:gd name="connsiteX279" fmla="*/ 92411 w 12192000"/>
              <a:gd name="connsiteY279" fmla="*/ 99756 h 6862799"/>
              <a:gd name="connsiteX280" fmla="*/ 0 w 12192000"/>
              <a:gd name="connsiteY280" fmla="*/ 129481 h 6862799"/>
              <a:gd name="connsiteX281" fmla="*/ 0 w 12192000"/>
              <a:gd name="connsiteY281" fmla="*/ 262 h 6862799"/>
              <a:gd name="connsiteX282" fmla="*/ 1630452 w 12192000"/>
              <a:gd name="connsiteY282" fmla="*/ 262 h 6862799"/>
              <a:gd name="connsiteX283" fmla="*/ 1630452 w 12192000"/>
              <a:gd name="connsiteY283" fmla="*/ 621341 h 6862799"/>
              <a:gd name="connsiteX284" fmla="*/ 1642479 w 12192000"/>
              <a:gd name="connsiteY284" fmla="*/ 548259 h 6862799"/>
              <a:gd name="connsiteX285" fmla="*/ 2739686 w 12192000"/>
              <a:gd name="connsiteY285" fmla="*/ 260 h 6862799"/>
              <a:gd name="connsiteX286" fmla="*/ 6099573 w 12192000"/>
              <a:gd name="connsiteY286" fmla="*/ 0 h 6862799"/>
              <a:gd name="connsiteX287" fmla="*/ 7219537 w 12192000"/>
              <a:gd name="connsiteY287" fmla="*/ 686278 h 6862799"/>
              <a:gd name="connsiteX288" fmla="*/ 6099573 w 12192000"/>
              <a:gd name="connsiteY288" fmla="*/ 1372560 h 6862799"/>
              <a:gd name="connsiteX289" fmla="*/ 6099573 w 12192000"/>
              <a:gd name="connsiteY289" fmla="*/ 686278 h 6862799"/>
              <a:gd name="connsiteX290" fmla="*/ 4979612 w 12192000"/>
              <a:gd name="connsiteY290" fmla="*/ 0 h 6862799"/>
              <a:gd name="connsiteX291" fmla="*/ 6099573 w 12192000"/>
              <a:gd name="connsiteY291" fmla="*/ 686278 h 6862799"/>
              <a:gd name="connsiteX292" fmla="*/ 4979612 w 12192000"/>
              <a:gd name="connsiteY292" fmla="*/ 1372560 h 6862799"/>
              <a:gd name="connsiteX293" fmla="*/ 4979612 w 12192000"/>
              <a:gd name="connsiteY293" fmla="*/ 686563 h 6862799"/>
              <a:gd name="connsiteX294" fmla="*/ 4956857 w 12192000"/>
              <a:gd name="connsiteY294" fmla="*/ 824824 h 6862799"/>
              <a:gd name="connsiteX295" fmla="*/ 3859651 w 12192000"/>
              <a:gd name="connsiteY295" fmla="*/ 1372823 h 6862799"/>
              <a:gd name="connsiteX296" fmla="*/ 2739687 w 12192000"/>
              <a:gd name="connsiteY296" fmla="*/ 686541 h 6862799"/>
              <a:gd name="connsiteX297" fmla="*/ 3859651 w 12192000"/>
              <a:gd name="connsiteY297" fmla="*/ 263 h 6862799"/>
              <a:gd name="connsiteX298" fmla="*/ 4956857 w 12192000"/>
              <a:gd name="connsiteY298" fmla="*/ 548260 h 6862799"/>
              <a:gd name="connsiteX299" fmla="*/ 4979612 w 12192000"/>
              <a:gd name="connsiteY299" fmla="*/ 686520 h 6862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Lst>
            <a:rect l="l" t="t" r="r" b="b"/>
            <a:pathLst>
              <a:path w="12192000" h="6862799">
                <a:moveTo>
                  <a:pt x="8336775" y="5539710"/>
                </a:moveTo>
                <a:cubicBezTo>
                  <a:pt x="7743606" y="5539710"/>
                  <a:pt x="7262641" y="5824695"/>
                  <a:pt x="7262641" y="6176254"/>
                </a:cubicBezTo>
                <a:cubicBezTo>
                  <a:pt x="7262641" y="6527816"/>
                  <a:pt x="7743606" y="6812801"/>
                  <a:pt x="8336775" y="6812801"/>
                </a:cubicBezTo>
                <a:cubicBezTo>
                  <a:pt x="8929944" y="6812801"/>
                  <a:pt x="9410909" y="6527816"/>
                  <a:pt x="9410909" y="6176254"/>
                </a:cubicBezTo>
                <a:cubicBezTo>
                  <a:pt x="9410909" y="5824695"/>
                  <a:pt x="8929944" y="5539710"/>
                  <a:pt x="8336775" y="5539710"/>
                </a:cubicBezTo>
                <a:close/>
                <a:moveTo>
                  <a:pt x="11698720" y="5490238"/>
                </a:moveTo>
                <a:cubicBezTo>
                  <a:pt x="11853334" y="5490238"/>
                  <a:pt x="12000639" y="5509448"/>
                  <a:pt x="12134626" y="5544183"/>
                </a:cubicBezTo>
                <a:lnTo>
                  <a:pt x="12192000" y="5563269"/>
                </a:lnTo>
                <a:lnTo>
                  <a:pt x="12192000" y="6789768"/>
                </a:lnTo>
                <a:lnTo>
                  <a:pt x="12134626" y="6808854"/>
                </a:lnTo>
                <a:cubicBezTo>
                  <a:pt x="12000639" y="6843590"/>
                  <a:pt x="11853334" y="6862799"/>
                  <a:pt x="11698720" y="6862799"/>
                </a:cubicBezTo>
                <a:cubicBezTo>
                  <a:pt x="11080263" y="6862799"/>
                  <a:pt x="10578756" y="6555445"/>
                  <a:pt x="10578756" y="6176517"/>
                </a:cubicBezTo>
                <a:cubicBezTo>
                  <a:pt x="10578756" y="5797589"/>
                  <a:pt x="11080263" y="5490238"/>
                  <a:pt x="11698720" y="5490238"/>
                </a:cubicBezTo>
                <a:close/>
                <a:moveTo>
                  <a:pt x="10576704" y="5490238"/>
                </a:moveTo>
                <a:lnTo>
                  <a:pt x="10576704" y="6862799"/>
                </a:lnTo>
                <a:cubicBezTo>
                  <a:pt x="9958247" y="6862799"/>
                  <a:pt x="9456740" y="6555445"/>
                  <a:pt x="9456740" y="6176517"/>
                </a:cubicBezTo>
                <a:cubicBezTo>
                  <a:pt x="9456740" y="5797589"/>
                  <a:pt x="9958247" y="5490238"/>
                  <a:pt x="10576704" y="5490238"/>
                </a:cubicBezTo>
                <a:close/>
                <a:moveTo>
                  <a:pt x="7216812" y="5490238"/>
                </a:moveTo>
                <a:lnTo>
                  <a:pt x="7220740" y="5490238"/>
                </a:lnTo>
                <a:lnTo>
                  <a:pt x="8339502" y="5490238"/>
                </a:lnTo>
                <a:lnTo>
                  <a:pt x="9456739" y="5490238"/>
                </a:lnTo>
                <a:lnTo>
                  <a:pt x="9456739" y="6862799"/>
                </a:lnTo>
                <a:lnTo>
                  <a:pt x="7216812" y="6862799"/>
                </a:lnTo>
                <a:lnTo>
                  <a:pt x="7216812" y="6176517"/>
                </a:lnTo>
                <a:close/>
                <a:moveTo>
                  <a:pt x="6096848" y="5490238"/>
                </a:moveTo>
                <a:cubicBezTo>
                  <a:pt x="6715304" y="5490238"/>
                  <a:pt x="7216812" y="5797589"/>
                  <a:pt x="7216812" y="6176517"/>
                </a:cubicBezTo>
                <a:cubicBezTo>
                  <a:pt x="7216812" y="6555445"/>
                  <a:pt x="6715304" y="6862799"/>
                  <a:pt x="6096848" y="6862799"/>
                </a:cubicBezTo>
                <a:lnTo>
                  <a:pt x="6096848" y="6176517"/>
                </a:lnTo>
                <a:close/>
                <a:moveTo>
                  <a:pt x="1623129" y="5490238"/>
                </a:moveTo>
                <a:lnTo>
                  <a:pt x="1623129" y="6152880"/>
                </a:lnTo>
                <a:lnTo>
                  <a:pt x="1637219" y="6055059"/>
                </a:lnTo>
                <a:cubicBezTo>
                  <a:pt x="1717690" y="5779089"/>
                  <a:pt x="2067479" y="5560191"/>
                  <a:pt x="2514000" y="5504182"/>
                </a:cubicBezTo>
                <a:lnTo>
                  <a:pt x="2739639" y="5490238"/>
                </a:lnTo>
                <a:close/>
                <a:moveTo>
                  <a:pt x="10582683" y="4167412"/>
                </a:moveTo>
                <a:cubicBezTo>
                  <a:pt x="9989513" y="4167412"/>
                  <a:pt x="9508549" y="4452660"/>
                  <a:pt x="9508549" y="4803956"/>
                </a:cubicBezTo>
                <a:cubicBezTo>
                  <a:pt x="9508549" y="5155255"/>
                  <a:pt x="9989513" y="5440240"/>
                  <a:pt x="10582683" y="5440240"/>
                </a:cubicBezTo>
                <a:lnTo>
                  <a:pt x="10582683" y="5440503"/>
                </a:lnTo>
                <a:cubicBezTo>
                  <a:pt x="11175852" y="5440503"/>
                  <a:pt x="11656817" y="5155518"/>
                  <a:pt x="11656817" y="4803956"/>
                </a:cubicBezTo>
                <a:cubicBezTo>
                  <a:pt x="11656817" y="4452397"/>
                  <a:pt x="11175852" y="4167412"/>
                  <a:pt x="10582683" y="4167412"/>
                </a:cubicBezTo>
                <a:close/>
                <a:moveTo>
                  <a:pt x="2740891" y="4167149"/>
                </a:moveTo>
                <a:cubicBezTo>
                  <a:pt x="2147723" y="4167149"/>
                  <a:pt x="1666756" y="4452134"/>
                  <a:pt x="1666756" y="4803693"/>
                </a:cubicBezTo>
                <a:cubicBezTo>
                  <a:pt x="1666756" y="5155255"/>
                  <a:pt x="2147723" y="5440240"/>
                  <a:pt x="2740891" y="5440240"/>
                </a:cubicBezTo>
                <a:cubicBezTo>
                  <a:pt x="3334062" y="5440240"/>
                  <a:pt x="3815026" y="5155255"/>
                  <a:pt x="3815026" y="4803693"/>
                </a:cubicBezTo>
                <a:cubicBezTo>
                  <a:pt x="3815026" y="4452134"/>
                  <a:pt x="3334062" y="4167149"/>
                  <a:pt x="2740891" y="4167149"/>
                </a:cubicBezTo>
                <a:close/>
                <a:moveTo>
                  <a:pt x="6100776" y="4117677"/>
                </a:moveTo>
                <a:lnTo>
                  <a:pt x="6100776" y="4803956"/>
                </a:lnTo>
                <a:lnTo>
                  <a:pt x="6100776" y="5490238"/>
                </a:lnTo>
                <a:cubicBezTo>
                  <a:pt x="5482321" y="5490238"/>
                  <a:pt x="4980815" y="5182884"/>
                  <a:pt x="4980815" y="4803956"/>
                </a:cubicBezTo>
                <a:cubicBezTo>
                  <a:pt x="4980815" y="4425028"/>
                  <a:pt x="5482321" y="4117677"/>
                  <a:pt x="6100776" y="4117677"/>
                </a:cubicBezTo>
                <a:close/>
                <a:moveTo>
                  <a:pt x="0" y="2890047"/>
                </a:moveTo>
                <a:lnTo>
                  <a:pt x="111111" y="2946228"/>
                </a:lnTo>
                <a:cubicBezTo>
                  <a:pt x="313794" y="3070431"/>
                  <a:pt x="439171" y="3242001"/>
                  <a:pt x="439171" y="3431464"/>
                </a:cubicBezTo>
                <a:cubicBezTo>
                  <a:pt x="439171" y="3620928"/>
                  <a:pt x="313794" y="3792499"/>
                  <a:pt x="111111" y="3916703"/>
                </a:cubicBezTo>
                <a:lnTo>
                  <a:pt x="0" y="3972883"/>
                </a:lnTo>
                <a:close/>
                <a:moveTo>
                  <a:pt x="3851047" y="2794593"/>
                </a:moveTo>
                <a:cubicBezTo>
                  <a:pt x="3257878" y="2794593"/>
                  <a:pt x="2776913" y="3079577"/>
                  <a:pt x="2776913" y="3431137"/>
                </a:cubicBezTo>
                <a:cubicBezTo>
                  <a:pt x="2776913" y="3782698"/>
                  <a:pt x="3257878" y="4067683"/>
                  <a:pt x="3851047" y="4067683"/>
                </a:cubicBezTo>
                <a:cubicBezTo>
                  <a:pt x="4444215" y="4067683"/>
                  <a:pt x="4925180" y="3782698"/>
                  <a:pt x="4925180" y="3431137"/>
                </a:cubicBezTo>
                <a:cubicBezTo>
                  <a:pt x="4925180" y="3079577"/>
                  <a:pt x="4444215" y="2794593"/>
                  <a:pt x="3851047" y="2794593"/>
                </a:cubicBezTo>
                <a:close/>
                <a:moveTo>
                  <a:pt x="8339540" y="2745121"/>
                </a:moveTo>
                <a:lnTo>
                  <a:pt x="8565187" y="2759065"/>
                </a:lnTo>
                <a:cubicBezTo>
                  <a:pt x="9011708" y="2815074"/>
                  <a:pt x="9361497" y="3033971"/>
                  <a:pt x="9441968" y="3309942"/>
                </a:cubicBezTo>
                <a:lnTo>
                  <a:pt x="9451136" y="3373590"/>
                </a:lnTo>
                <a:lnTo>
                  <a:pt x="9464379" y="3293117"/>
                </a:lnTo>
                <a:cubicBezTo>
                  <a:pt x="9553905" y="3025104"/>
                  <a:pt x="9898490" y="2813931"/>
                  <a:pt x="10335898" y="2759065"/>
                </a:cubicBezTo>
                <a:lnTo>
                  <a:pt x="10561546" y="2745121"/>
                </a:lnTo>
                <a:close/>
                <a:moveTo>
                  <a:pt x="2731083" y="2745121"/>
                </a:moveTo>
                <a:lnTo>
                  <a:pt x="3859654" y="2745121"/>
                </a:lnTo>
                <a:lnTo>
                  <a:pt x="4971010" y="2745121"/>
                </a:lnTo>
                <a:lnTo>
                  <a:pt x="4971010" y="4117681"/>
                </a:lnTo>
                <a:lnTo>
                  <a:pt x="3860855" y="4117681"/>
                </a:lnTo>
                <a:lnTo>
                  <a:pt x="3860855" y="4803937"/>
                </a:lnTo>
                <a:lnTo>
                  <a:pt x="3883609" y="4665674"/>
                </a:lnTo>
                <a:cubicBezTo>
                  <a:pt x="3988057" y="4352993"/>
                  <a:pt x="4439666" y="4117677"/>
                  <a:pt x="4980815" y="4117677"/>
                </a:cubicBezTo>
                <a:lnTo>
                  <a:pt x="4980815" y="4803956"/>
                </a:lnTo>
                <a:lnTo>
                  <a:pt x="4980815" y="5490238"/>
                </a:lnTo>
                <a:cubicBezTo>
                  <a:pt x="4439666" y="5490238"/>
                  <a:pt x="3988057" y="5254920"/>
                  <a:pt x="3883609" y="4942239"/>
                </a:cubicBezTo>
                <a:lnTo>
                  <a:pt x="3860855" y="4803975"/>
                </a:lnTo>
                <a:lnTo>
                  <a:pt x="3860855" y="5490238"/>
                </a:lnTo>
                <a:lnTo>
                  <a:pt x="3856926" y="5490238"/>
                </a:lnTo>
                <a:lnTo>
                  <a:pt x="2739688" y="5490238"/>
                </a:lnTo>
                <a:lnTo>
                  <a:pt x="2739688" y="6159954"/>
                </a:lnTo>
                <a:lnTo>
                  <a:pt x="2759720" y="6038235"/>
                </a:lnTo>
                <a:cubicBezTo>
                  <a:pt x="2864167" y="5725554"/>
                  <a:pt x="3315776" y="5490238"/>
                  <a:pt x="3856926" y="5490238"/>
                </a:cubicBezTo>
                <a:cubicBezTo>
                  <a:pt x="4398077" y="5490238"/>
                  <a:pt x="4849687" y="5725554"/>
                  <a:pt x="4954134" y="6038235"/>
                </a:cubicBezTo>
                <a:lnTo>
                  <a:pt x="4976887" y="6176496"/>
                </a:lnTo>
                <a:lnTo>
                  <a:pt x="4976887" y="5490238"/>
                </a:lnTo>
                <a:cubicBezTo>
                  <a:pt x="5595340" y="5490238"/>
                  <a:pt x="6096848" y="5797589"/>
                  <a:pt x="6096848" y="6176517"/>
                </a:cubicBezTo>
                <a:cubicBezTo>
                  <a:pt x="6096848" y="6555445"/>
                  <a:pt x="5595340" y="6862799"/>
                  <a:pt x="4976887" y="6862799"/>
                </a:cubicBezTo>
                <a:lnTo>
                  <a:pt x="4976887" y="6176538"/>
                </a:lnTo>
                <a:lnTo>
                  <a:pt x="4954134" y="6314800"/>
                </a:lnTo>
                <a:cubicBezTo>
                  <a:pt x="4849687" y="6627481"/>
                  <a:pt x="4398077" y="6862799"/>
                  <a:pt x="3856926" y="6862799"/>
                </a:cubicBezTo>
                <a:cubicBezTo>
                  <a:pt x="3315776" y="6862799"/>
                  <a:pt x="2864167" y="6627481"/>
                  <a:pt x="2759720" y="6314800"/>
                </a:cubicBezTo>
                <a:lnTo>
                  <a:pt x="2739688" y="6193080"/>
                </a:lnTo>
                <a:lnTo>
                  <a:pt x="2739688" y="6862796"/>
                </a:lnTo>
                <a:cubicBezTo>
                  <a:pt x="2198539" y="6862796"/>
                  <a:pt x="1746928" y="6627481"/>
                  <a:pt x="1642481" y="6314800"/>
                </a:cubicBezTo>
                <a:lnTo>
                  <a:pt x="1623129" y="6197206"/>
                </a:lnTo>
                <a:lnTo>
                  <a:pt x="1623129" y="6862799"/>
                </a:lnTo>
                <a:lnTo>
                  <a:pt x="0" y="6862799"/>
                </a:lnTo>
                <a:lnTo>
                  <a:pt x="0" y="6735410"/>
                </a:lnTo>
                <a:lnTo>
                  <a:pt x="85088" y="6762779"/>
                </a:lnTo>
                <a:cubicBezTo>
                  <a:pt x="213593" y="6794990"/>
                  <a:pt x="354873" y="6812801"/>
                  <a:pt x="503165" y="6812801"/>
                </a:cubicBezTo>
                <a:cubicBezTo>
                  <a:pt x="1096334" y="6812801"/>
                  <a:pt x="1577299" y="6527816"/>
                  <a:pt x="1577299" y="6176254"/>
                </a:cubicBezTo>
                <a:cubicBezTo>
                  <a:pt x="1577299" y="5824695"/>
                  <a:pt x="1096334" y="5539710"/>
                  <a:pt x="503165" y="5539710"/>
                </a:cubicBezTo>
                <a:cubicBezTo>
                  <a:pt x="354873" y="5539710"/>
                  <a:pt x="213593" y="5557522"/>
                  <a:pt x="85088" y="5589732"/>
                </a:cubicBezTo>
                <a:lnTo>
                  <a:pt x="0" y="5617101"/>
                </a:lnTo>
                <a:lnTo>
                  <a:pt x="0" y="5490238"/>
                </a:lnTo>
                <a:lnTo>
                  <a:pt x="505111" y="5490238"/>
                </a:lnTo>
                <a:lnTo>
                  <a:pt x="1620927" y="5490238"/>
                </a:lnTo>
                <a:lnTo>
                  <a:pt x="1620927" y="4829161"/>
                </a:lnTo>
                <a:lnTo>
                  <a:pt x="1602318" y="4942239"/>
                </a:lnTo>
                <a:cubicBezTo>
                  <a:pt x="1497871" y="5254920"/>
                  <a:pt x="1046261" y="5490238"/>
                  <a:pt x="505111" y="5490238"/>
                </a:cubicBezTo>
                <a:cubicBezTo>
                  <a:pt x="350497" y="5490238"/>
                  <a:pt x="203192" y="5471029"/>
                  <a:pt x="69206" y="5436293"/>
                </a:cubicBezTo>
                <a:lnTo>
                  <a:pt x="0" y="5413271"/>
                </a:lnTo>
                <a:lnTo>
                  <a:pt x="0" y="4194644"/>
                </a:lnTo>
                <a:lnTo>
                  <a:pt x="69206" y="4171622"/>
                </a:lnTo>
                <a:cubicBezTo>
                  <a:pt x="203192" y="4136887"/>
                  <a:pt x="350497" y="4117677"/>
                  <a:pt x="505111" y="4117677"/>
                </a:cubicBezTo>
                <a:cubicBezTo>
                  <a:pt x="1046261" y="4117677"/>
                  <a:pt x="1497871" y="4352993"/>
                  <a:pt x="1602318" y="4665674"/>
                </a:cubicBezTo>
                <a:lnTo>
                  <a:pt x="1620927" y="4778751"/>
                </a:lnTo>
                <a:lnTo>
                  <a:pt x="1620927" y="4117677"/>
                </a:lnTo>
                <a:lnTo>
                  <a:pt x="2731083" y="4117677"/>
                </a:lnTo>
                <a:lnTo>
                  <a:pt x="2731083" y="3431473"/>
                </a:lnTo>
                <a:lnTo>
                  <a:pt x="2708326" y="3569747"/>
                </a:lnTo>
                <a:cubicBezTo>
                  <a:pt x="2603881" y="3882428"/>
                  <a:pt x="2152270" y="4117746"/>
                  <a:pt x="1611120" y="4117746"/>
                </a:cubicBezTo>
                <a:lnTo>
                  <a:pt x="1611120" y="3483776"/>
                </a:lnTo>
                <a:lnTo>
                  <a:pt x="1596972" y="3569746"/>
                </a:lnTo>
                <a:cubicBezTo>
                  <a:pt x="1492525" y="3882428"/>
                  <a:pt x="1040915" y="4117745"/>
                  <a:pt x="499764" y="4117745"/>
                </a:cubicBezTo>
                <a:lnTo>
                  <a:pt x="499764" y="2745186"/>
                </a:lnTo>
                <a:cubicBezTo>
                  <a:pt x="1040915" y="2745186"/>
                  <a:pt x="1492525" y="2980501"/>
                  <a:pt x="1596972" y="3293182"/>
                </a:cubicBezTo>
                <a:lnTo>
                  <a:pt x="1611120" y="3379151"/>
                </a:lnTo>
                <a:lnTo>
                  <a:pt x="1611120" y="2745186"/>
                </a:lnTo>
                <a:cubicBezTo>
                  <a:pt x="2152270" y="2745186"/>
                  <a:pt x="2603881" y="2980501"/>
                  <a:pt x="2708326" y="3293182"/>
                </a:cubicBezTo>
                <a:lnTo>
                  <a:pt x="2731083" y="3431455"/>
                </a:lnTo>
                <a:close/>
                <a:moveTo>
                  <a:pt x="0" y="1488115"/>
                </a:moveTo>
                <a:lnTo>
                  <a:pt x="5038" y="1489790"/>
                </a:lnTo>
                <a:cubicBezTo>
                  <a:pt x="302954" y="1613139"/>
                  <a:pt x="498855" y="1822010"/>
                  <a:pt x="498855" y="2058838"/>
                </a:cubicBezTo>
                <a:cubicBezTo>
                  <a:pt x="498855" y="2295668"/>
                  <a:pt x="302954" y="2504540"/>
                  <a:pt x="5038" y="2627889"/>
                </a:cubicBezTo>
                <a:lnTo>
                  <a:pt x="0" y="2629565"/>
                </a:lnTo>
                <a:close/>
                <a:moveTo>
                  <a:pt x="1619730" y="1422293"/>
                </a:moveTo>
                <a:cubicBezTo>
                  <a:pt x="1026561" y="1422293"/>
                  <a:pt x="545597" y="1707541"/>
                  <a:pt x="545597" y="2058837"/>
                </a:cubicBezTo>
                <a:cubicBezTo>
                  <a:pt x="545597" y="2410135"/>
                  <a:pt x="1026561" y="2695120"/>
                  <a:pt x="1619730" y="2695120"/>
                </a:cubicBezTo>
                <a:lnTo>
                  <a:pt x="1619730" y="2695383"/>
                </a:lnTo>
                <a:cubicBezTo>
                  <a:pt x="2212902" y="2695383"/>
                  <a:pt x="2693866" y="2410398"/>
                  <a:pt x="2693866" y="2058837"/>
                </a:cubicBezTo>
                <a:cubicBezTo>
                  <a:pt x="2693866" y="1707278"/>
                  <a:pt x="2212902" y="1422293"/>
                  <a:pt x="1619730" y="1422293"/>
                </a:cubicBezTo>
                <a:close/>
                <a:moveTo>
                  <a:pt x="9459466" y="1422033"/>
                </a:moveTo>
                <a:cubicBezTo>
                  <a:pt x="8866296" y="1422033"/>
                  <a:pt x="8385332" y="1707017"/>
                  <a:pt x="8385332" y="2058578"/>
                </a:cubicBezTo>
                <a:cubicBezTo>
                  <a:pt x="8385332" y="2410138"/>
                  <a:pt x="8866296" y="2695122"/>
                  <a:pt x="9459466" y="2695122"/>
                </a:cubicBezTo>
                <a:cubicBezTo>
                  <a:pt x="10052635" y="2695122"/>
                  <a:pt x="10533597" y="2410138"/>
                  <a:pt x="10533597" y="2058578"/>
                </a:cubicBezTo>
                <a:cubicBezTo>
                  <a:pt x="10533597" y="1707017"/>
                  <a:pt x="10052635" y="1422033"/>
                  <a:pt x="9459466" y="1422033"/>
                </a:cubicBezTo>
                <a:close/>
                <a:moveTo>
                  <a:pt x="1630452" y="761033"/>
                </a:moveTo>
                <a:lnTo>
                  <a:pt x="1630452" y="1372558"/>
                </a:lnTo>
                <a:lnTo>
                  <a:pt x="2735449" y="1372558"/>
                </a:lnTo>
                <a:lnTo>
                  <a:pt x="2513997" y="1358873"/>
                </a:lnTo>
                <a:cubicBezTo>
                  <a:pt x="2067476" y="1302865"/>
                  <a:pt x="1717687" y="1083969"/>
                  <a:pt x="1637217" y="807999"/>
                </a:cubicBezTo>
                <a:close/>
                <a:moveTo>
                  <a:pt x="8339501" y="49735"/>
                </a:moveTo>
                <a:cubicBezTo>
                  <a:pt x="7746332" y="49735"/>
                  <a:pt x="7265368" y="334719"/>
                  <a:pt x="7265368" y="686278"/>
                </a:cubicBezTo>
                <a:cubicBezTo>
                  <a:pt x="7265368" y="1037840"/>
                  <a:pt x="7746332" y="1322825"/>
                  <a:pt x="8339501" y="1322825"/>
                </a:cubicBezTo>
                <a:cubicBezTo>
                  <a:pt x="8932670" y="1322825"/>
                  <a:pt x="9413635" y="1037840"/>
                  <a:pt x="9413635" y="686278"/>
                </a:cubicBezTo>
                <a:cubicBezTo>
                  <a:pt x="9413635" y="334719"/>
                  <a:pt x="8932670" y="49735"/>
                  <a:pt x="8339501" y="49735"/>
                </a:cubicBezTo>
                <a:close/>
                <a:moveTo>
                  <a:pt x="7219537" y="263"/>
                </a:moveTo>
                <a:lnTo>
                  <a:pt x="9459465" y="263"/>
                </a:lnTo>
                <a:lnTo>
                  <a:pt x="9459465" y="1372561"/>
                </a:lnTo>
                <a:lnTo>
                  <a:pt x="10575203" y="1372561"/>
                </a:lnTo>
                <a:lnTo>
                  <a:pt x="10353742" y="1358876"/>
                </a:lnTo>
                <a:cubicBezTo>
                  <a:pt x="9843432" y="1294866"/>
                  <a:pt x="9459466" y="1018103"/>
                  <a:pt x="9459466" y="686541"/>
                </a:cubicBezTo>
                <a:cubicBezTo>
                  <a:pt x="9459466" y="307616"/>
                  <a:pt x="9960973" y="263"/>
                  <a:pt x="10579430" y="263"/>
                </a:cubicBezTo>
                <a:lnTo>
                  <a:pt x="10579430" y="686541"/>
                </a:lnTo>
                <a:lnTo>
                  <a:pt x="10579430" y="1372561"/>
                </a:lnTo>
                <a:lnTo>
                  <a:pt x="10579430" y="1372823"/>
                </a:lnTo>
                <a:lnTo>
                  <a:pt x="10579430" y="2058837"/>
                </a:lnTo>
                <a:lnTo>
                  <a:pt x="10579430" y="2745121"/>
                </a:lnTo>
                <a:lnTo>
                  <a:pt x="10561626" y="2745121"/>
                </a:lnTo>
                <a:lnTo>
                  <a:pt x="10787274" y="2759065"/>
                </a:lnTo>
                <a:cubicBezTo>
                  <a:pt x="11233795" y="2815074"/>
                  <a:pt x="11583584" y="3033971"/>
                  <a:pt x="11664055" y="3309942"/>
                </a:cubicBezTo>
                <a:lnTo>
                  <a:pt x="11680524" y="3424275"/>
                </a:lnTo>
                <a:lnTo>
                  <a:pt x="11702108" y="3293118"/>
                </a:lnTo>
                <a:cubicBezTo>
                  <a:pt x="11754332" y="3136779"/>
                  <a:pt x="11893346" y="2999780"/>
                  <a:pt x="12086948" y="2901865"/>
                </a:cubicBezTo>
                <a:lnTo>
                  <a:pt x="12192000" y="2857251"/>
                </a:lnTo>
                <a:lnTo>
                  <a:pt x="12192000" y="4005551"/>
                </a:lnTo>
                <a:lnTo>
                  <a:pt x="12086948" y="3960936"/>
                </a:lnTo>
                <a:cubicBezTo>
                  <a:pt x="11893346" y="3863022"/>
                  <a:pt x="11754332" y="3726022"/>
                  <a:pt x="11702108" y="3569681"/>
                </a:cubicBezTo>
                <a:lnTo>
                  <a:pt x="11680524" y="3438524"/>
                </a:lnTo>
                <a:lnTo>
                  <a:pt x="11664055" y="3552858"/>
                </a:lnTo>
                <a:cubicBezTo>
                  <a:pt x="11583584" y="3828827"/>
                  <a:pt x="11233795" y="4047723"/>
                  <a:pt x="10787274" y="4103732"/>
                </a:cubicBezTo>
                <a:lnTo>
                  <a:pt x="10561602" y="4117677"/>
                </a:lnTo>
                <a:lnTo>
                  <a:pt x="11702647" y="4117677"/>
                </a:lnTo>
                <a:lnTo>
                  <a:pt x="11702647" y="5490238"/>
                </a:lnTo>
                <a:lnTo>
                  <a:pt x="11698720" y="5490238"/>
                </a:lnTo>
                <a:lnTo>
                  <a:pt x="10576704" y="5490238"/>
                </a:lnTo>
                <a:lnTo>
                  <a:pt x="9462719" y="5490238"/>
                </a:lnTo>
                <a:lnTo>
                  <a:pt x="9462719" y="4117677"/>
                </a:lnTo>
                <a:lnTo>
                  <a:pt x="10561568" y="4117677"/>
                </a:lnTo>
                <a:lnTo>
                  <a:pt x="10363355" y="4106956"/>
                </a:lnTo>
                <a:cubicBezTo>
                  <a:pt x="9912958" y="4057640"/>
                  <a:pt x="9555770" y="3843278"/>
                  <a:pt x="9464379" y="3569682"/>
                </a:cubicBezTo>
                <a:lnTo>
                  <a:pt x="9450542" y="3485604"/>
                </a:lnTo>
                <a:lnTo>
                  <a:pt x="9436706" y="3569681"/>
                </a:lnTo>
                <a:cubicBezTo>
                  <a:pt x="9345315" y="3843276"/>
                  <a:pt x="8988127" y="4057640"/>
                  <a:pt x="8537730" y="4106956"/>
                </a:cubicBezTo>
                <a:lnTo>
                  <a:pt x="8339509" y="4117678"/>
                </a:lnTo>
                <a:lnTo>
                  <a:pt x="8565190" y="4131624"/>
                </a:lnTo>
                <a:cubicBezTo>
                  <a:pt x="9075500" y="4195633"/>
                  <a:pt x="9459466" y="4472394"/>
                  <a:pt x="9459466" y="4803956"/>
                </a:cubicBezTo>
                <a:cubicBezTo>
                  <a:pt x="9459466" y="5182884"/>
                  <a:pt x="8957959" y="5490238"/>
                  <a:pt x="8339502" y="5490238"/>
                </a:cubicBezTo>
                <a:lnTo>
                  <a:pt x="8339502" y="4811255"/>
                </a:lnTo>
                <a:lnTo>
                  <a:pt x="8317946" y="4942239"/>
                </a:lnTo>
                <a:cubicBezTo>
                  <a:pt x="8213499" y="5254920"/>
                  <a:pt x="7761889" y="5490238"/>
                  <a:pt x="7220740" y="5490238"/>
                </a:cubicBezTo>
                <a:cubicBezTo>
                  <a:pt x="6602282" y="5490238"/>
                  <a:pt x="6100776" y="5182884"/>
                  <a:pt x="6100776" y="4803956"/>
                </a:cubicBezTo>
                <a:cubicBezTo>
                  <a:pt x="6100776" y="4425028"/>
                  <a:pt x="6602282" y="4117677"/>
                  <a:pt x="7220740" y="4117677"/>
                </a:cubicBezTo>
                <a:cubicBezTo>
                  <a:pt x="7761889" y="4117677"/>
                  <a:pt x="8213499" y="4352993"/>
                  <a:pt x="8317946" y="4665674"/>
                </a:cubicBezTo>
                <a:lnTo>
                  <a:pt x="8339502" y="4796657"/>
                </a:lnTo>
                <a:lnTo>
                  <a:pt x="8339502" y="4117678"/>
                </a:lnTo>
                <a:lnTo>
                  <a:pt x="8339499" y="4117678"/>
                </a:lnTo>
                <a:lnTo>
                  <a:pt x="8339499" y="2745118"/>
                </a:lnTo>
                <a:lnTo>
                  <a:pt x="8339502" y="2745119"/>
                </a:lnTo>
                <a:lnTo>
                  <a:pt x="8339502" y="1372823"/>
                </a:lnTo>
                <a:lnTo>
                  <a:pt x="7223773" y="1372823"/>
                </a:lnTo>
                <a:lnTo>
                  <a:pt x="7445225" y="1386508"/>
                </a:lnTo>
                <a:cubicBezTo>
                  <a:pt x="7955535" y="1450518"/>
                  <a:pt x="8339501" y="1727280"/>
                  <a:pt x="8339501" y="2058840"/>
                </a:cubicBezTo>
                <a:cubicBezTo>
                  <a:pt x="8339501" y="2390401"/>
                  <a:pt x="7955535" y="2667164"/>
                  <a:pt x="7445225" y="2731174"/>
                </a:cubicBezTo>
                <a:lnTo>
                  <a:pt x="7219556" y="2745120"/>
                </a:lnTo>
                <a:lnTo>
                  <a:pt x="7445222" y="2759065"/>
                </a:lnTo>
                <a:cubicBezTo>
                  <a:pt x="7955532" y="2823075"/>
                  <a:pt x="8339498" y="3099838"/>
                  <a:pt x="8339498" y="3431399"/>
                </a:cubicBezTo>
                <a:cubicBezTo>
                  <a:pt x="8339498" y="3810325"/>
                  <a:pt x="7837991" y="4117678"/>
                  <a:pt x="7219534" y="4117678"/>
                </a:cubicBezTo>
                <a:lnTo>
                  <a:pt x="7219534" y="2745118"/>
                </a:lnTo>
                <a:lnTo>
                  <a:pt x="7219537" y="2745119"/>
                </a:lnTo>
                <a:lnTo>
                  <a:pt x="7219537" y="2058840"/>
                </a:lnTo>
                <a:lnTo>
                  <a:pt x="7219537" y="1372823"/>
                </a:lnTo>
                <a:lnTo>
                  <a:pt x="7219537" y="1372561"/>
                </a:lnTo>
                <a:lnTo>
                  <a:pt x="7219537" y="686278"/>
                </a:lnTo>
                <a:close/>
                <a:moveTo>
                  <a:pt x="11699394" y="262"/>
                </a:moveTo>
                <a:cubicBezTo>
                  <a:pt x="11854008" y="262"/>
                  <a:pt x="12001313" y="19472"/>
                  <a:pt x="12135300" y="54207"/>
                </a:cubicBezTo>
                <a:lnTo>
                  <a:pt x="12192000" y="73069"/>
                </a:lnTo>
                <a:lnTo>
                  <a:pt x="12192000" y="1300015"/>
                </a:lnTo>
                <a:lnTo>
                  <a:pt x="12135300" y="1318878"/>
                </a:lnTo>
                <a:cubicBezTo>
                  <a:pt x="12001313" y="1353613"/>
                  <a:pt x="11854008" y="1372822"/>
                  <a:pt x="11699394" y="1372822"/>
                </a:cubicBezTo>
                <a:lnTo>
                  <a:pt x="11699394" y="2039421"/>
                </a:lnTo>
                <a:lnTo>
                  <a:pt x="11718956" y="1920554"/>
                </a:lnTo>
                <a:cubicBezTo>
                  <a:pt x="11771179" y="1764214"/>
                  <a:pt x="11910194" y="1627215"/>
                  <a:pt x="12103796" y="1529300"/>
                </a:cubicBezTo>
                <a:lnTo>
                  <a:pt x="12192000" y="1491841"/>
                </a:lnTo>
                <a:lnTo>
                  <a:pt x="12192000" y="2625833"/>
                </a:lnTo>
                <a:lnTo>
                  <a:pt x="12103796" y="2588373"/>
                </a:lnTo>
                <a:cubicBezTo>
                  <a:pt x="11910194" y="2490459"/>
                  <a:pt x="11771179" y="2353459"/>
                  <a:pt x="11718956" y="2197118"/>
                </a:cubicBezTo>
                <a:lnTo>
                  <a:pt x="11699394" y="2078250"/>
                </a:lnTo>
                <a:lnTo>
                  <a:pt x="11699394" y="2745117"/>
                </a:lnTo>
                <a:cubicBezTo>
                  <a:pt x="11080937" y="2745117"/>
                  <a:pt x="10579430" y="2437764"/>
                  <a:pt x="10579430" y="2058837"/>
                </a:cubicBezTo>
                <a:cubicBezTo>
                  <a:pt x="10579430" y="1727277"/>
                  <a:pt x="10963396" y="1450514"/>
                  <a:pt x="11473706" y="1386505"/>
                </a:cubicBezTo>
                <a:lnTo>
                  <a:pt x="11697256" y="1372690"/>
                </a:lnTo>
                <a:lnTo>
                  <a:pt x="11473706" y="1358875"/>
                </a:lnTo>
                <a:cubicBezTo>
                  <a:pt x="10963396" y="1294865"/>
                  <a:pt x="10579430" y="1018103"/>
                  <a:pt x="10579430" y="686541"/>
                </a:cubicBezTo>
                <a:cubicBezTo>
                  <a:pt x="10579430" y="307616"/>
                  <a:pt x="11080937" y="262"/>
                  <a:pt x="11699394" y="262"/>
                </a:cubicBezTo>
                <a:close/>
                <a:moveTo>
                  <a:pt x="2739686" y="260"/>
                </a:moveTo>
                <a:lnTo>
                  <a:pt x="2739686" y="1372558"/>
                </a:lnTo>
                <a:lnTo>
                  <a:pt x="2739695" y="1372558"/>
                </a:lnTo>
                <a:lnTo>
                  <a:pt x="2739695" y="2058812"/>
                </a:lnTo>
                <a:lnTo>
                  <a:pt x="2762447" y="1920570"/>
                </a:lnTo>
                <a:cubicBezTo>
                  <a:pt x="2866896" y="1607940"/>
                  <a:pt x="3318505" y="1372825"/>
                  <a:pt x="3859654" y="1372825"/>
                </a:cubicBezTo>
                <a:lnTo>
                  <a:pt x="3859654" y="2058827"/>
                </a:lnTo>
                <a:lnTo>
                  <a:pt x="3882419" y="1920560"/>
                </a:lnTo>
                <a:cubicBezTo>
                  <a:pt x="3986907" y="1607879"/>
                  <a:pt x="4438694" y="1372561"/>
                  <a:pt x="4980056" y="1372561"/>
                </a:cubicBezTo>
                <a:cubicBezTo>
                  <a:pt x="5521418" y="1372561"/>
                  <a:pt x="5973204" y="1607879"/>
                  <a:pt x="6077691" y="1920560"/>
                </a:cubicBezTo>
                <a:lnTo>
                  <a:pt x="6099575" y="2053472"/>
                </a:lnTo>
                <a:lnTo>
                  <a:pt x="6099575" y="1372561"/>
                </a:lnTo>
                <a:cubicBezTo>
                  <a:pt x="6718030" y="1372561"/>
                  <a:pt x="7219537" y="1679915"/>
                  <a:pt x="7219537" y="2058840"/>
                </a:cubicBezTo>
                <a:cubicBezTo>
                  <a:pt x="7219537" y="2437767"/>
                  <a:pt x="6718030" y="2745121"/>
                  <a:pt x="6099575" y="2745121"/>
                </a:cubicBezTo>
                <a:lnTo>
                  <a:pt x="6099575" y="2064209"/>
                </a:lnTo>
                <a:lnTo>
                  <a:pt x="6077691" y="2197121"/>
                </a:lnTo>
                <a:cubicBezTo>
                  <a:pt x="5973204" y="2509803"/>
                  <a:pt x="5521418" y="2745121"/>
                  <a:pt x="4980056" y="2745121"/>
                </a:cubicBezTo>
                <a:cubicBezTo>
                  <a:pt x="4438694" y="2745121"/>
                  <a:pt x="3986907" y="2509803"/>
                  <a:pt x="3882419" y="2197121"/>
                </a:cubicBezTo>
                <a:lnTo>
                  <a:pt x="3859654" y="2058853"/>
                </a:lnTo>
                <a:lnTo>
                  <a:pt x="3859654" y="2745121"/>
                </a:lnTo>
                <a:cubicBezTo>
                  <a:pt x="3318505" y="2745121"/>
                  <a:pt x="2866896" y="2509803"/>
                  <a:pt x="2762447" y="2197121"/>
                </a:cubicBezTo>
                <a:lnTo>
                  <a:pt x="2739695" y="2058868"/>
                </a:lnTo>
                <a:lnTo>
                  <a:pt x="2739695" y="2745117"/>
                </a:lnTo>
                <a:lnTo>
                  <a:pt x="499767" y="2745117"/>
                </a:lnTo>
                <a:lnTo>
                  <a:pt x="499767" y="1372822"/>
                </a:lnTo>
                <a:lnTo>
                  <a:pt x="0" y="1372822"/>
                </a:lnTo>
                <a:lnTo>
                  <a:pt x="0" y="1243077"/>
                </a:lnTo>
                <a:lnTo>
                  <a:pt x="92411" y="1272802"/>
                </a:lnTo>
                <a:cubicBezTo>
                  <a:pt x="220916" y="1305013"/>
                  <a:pt x="362196" y="1322824"/>
                  <a:pt x="510488" y="1322824"/>
                </a:cubicBezTo>
                <a:cubicBezTo>
                  <a:pt x="1103657" y="1322824"/>
                  <a:pt x="1584622" y="1037839"/>
                  <a:pt x="1584622" y="686278"/>
                </a:cubicBezTo>
                <a:cubicBezTo>
                  <a:pt x="1584622" y="334718"/>
                  <a:pt x="1103657" y="49734"/>
                  <a:pt x="510488" y="49734"/>
                </a:cubicBezTo>
                <a:cubicBezTo>
                  <a:pt x="362196" y="49734"/>
                  <a:pt x="220916" y="67546"/>
                  <a:pt x="92411" y="99756"/>
                </a:cubicBezTo>
                <a:lnTo>
                  <a:pt x="0" y="129481"/>
                </a:lnTo>
                <a:lnTo>
                  <a:pt x="0" y="262"/>
                </a:lnTo>
                <a:lnTo>
                  <a:pt x="1630452" y="262"/>
                </a:lnTo>
                <a:lnTo>
                  <a:pt x="1630452" y="621341"/>
                </a:lnTo>
                <a:lnTo>
                  <a:pt x="1642479" y="548259"/>
                </a:lnTo>
                <a:cubicBezTo>
                  <a:pt x="1746926" y="235577"/>
                  <a:pt x="2198536" y="260"/>
                  <a:pt x="2739686" y="260"/>
                </a:cubicBezTo>
                <a:close/>
                <a:moveTo>
                  <a:pt x="6099573" y="0"/>
                </a:moveTo>
                <a:cubicBezTo>
                  <a:pt x="6718030" y="0"/>
                  <a:pt x="7219537" y="307353"/>
                  <a:pt x="7219537" y="686278"/>
                </a:cubicBezTo>
                <a:cubicBezTo>
                  <a:pt x="7219537" y="1065206"/>
                  <a:pt x="6718030" y="1372560"/>
                  <a:pt x="6099573" y="1372560"/>
                </a:cubicBezTo>
                <a:lnTo>
                  <a:pt x="6099573" y="686278"/>
                </a:lnTo>
                <a:close/>
                <a:moveTo>
                  <a:pt x="4979612" y="0"/>
                </a:moveTo>
                <a:cubicBezTo>
                  <a:pt x="5598067" y="0"/>
                  <a:pt x="6099573" y="307353"/>
                  <a:pt x="6099573" y="686278"/>
                </a:cubicBezTo>
                <a:cubicBezTo>
                  <a:pt x="6099573" y="1065206"/>
                  <a:pt x="5598067" y="1372560"/>
                  <a:pt x="4979612" y="1372560"/>
                </a:cubicBezTo>
                <a:lnTo>
                  <a:pt x="4979612" y="686563"/>
                </a:lnTo>
                <a:lnTo>
                  <a:pt x="4956857" y="824824"/>
                </a:lnTo>
                <a:cubicBezTo>
                  <a:pt x="4852412" y="1137505"/>
                  <a:pt x="4400801" y="1372823"/>
                  <a:pt x="3859651" y="1372823"/>
                </a:cubicBezTo>
                <a:cubicBezTo>
                  <a:pt x="3241193" y="1372823"/>
                  <a:pt x="2739687" y="1065469"/>
                  <a:pt x="2739687" y="686541"/>
                </a:cubicBezTo>
                <a:cubicBezTo>
                  <a:pt x="2739687" y="307616"/>
                  <a:pt x="3241193" y="263"/>
                  <a:pt x="3859651" y="263"/>
                </a:cubicBezTo>
                <a:cubicBezTo>
                  <a:pt x="4400801" y="263"/>
                  <a:pt x="4852412" y="235580"/>
                  <a:pt x="4956857" y="548260"/>
                </a:cubicBezTo>
                <a:lnTo>
                  <a:pt x="4979612" y="686520"/>
                </a:lnTo>
                <a:close/>
              </a:path>
            </a:pathLst>
          </a:custGeom>
          <a:solidFill>
            <a:schemeClr val="tx2"/>
          </a:solidFill>
          <a:ln w="0" cap="flat">
            <a:noFill/>
            <a:prstDash val="solid"/>
            <a:miter/>
          </a:ln>
        </p:spPr>
        <p:txBody>
          <a:bodyPr wrap="square" rtlCol="0" anchor="ctr">
            <a:noAutofit/>
          </a:bodyPr>
          <a:lstStyle/>
          <a:p>
            <a:endParaRPr lang="en-GR" sz="1800">
              <a:solidFill>
                <a:schemeClr val="tx1">
                  <a:alpha val="50000"/>
                </a:schemeClr>
              </a:solidFill>
            </a:endParaRPr>
          </a:p>
        </p:txBody>
      </p:sp>
      <p:pic>
        <p:nvPicPr>
          <p:cNvPr id="2" name="Graphic 1">
            <a:extLst>
              <a:ext uri="{FF2B5EF4-FFF2-40B4-BE49-F238E27FC236}">
                <a16:creationId xmlns:a16="http://schemas.microsoft.com/office/drawing/2014/main" id="{FE062B05-9E56-47A7-96C8-B6554449EAE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975597" y="2724343"/>
            <a:ext cx="2240809" cy="1409314"/>
          </a:xfrm>
          <a:prstGeom prst="rect">
            <a:avLst/>
          </a:prstGeom>
        </p:spPr>
      </p:pic>
    </p:spTree>
    <p:extLst>
      <p:ext uri="{BB962C8B-B14F-4D97-AF65-F5344CB8AC3E}">
        <p14:creationId xmlns:p14="http://schemas.microsoft.com/office/powerpoint/2010/main" val="198292376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4_Back Covers">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653862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5_Back Cover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DB8227-D7A6-0155-6E85-57F2259C9D39}"/>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pic>
        <p:nvPicPr>
          <p:cNvPr id="4" name="Graphic 3">
            <a:extLst>
              <a:ext uri="{FF2B5EF4-FFF2-40B4-BE49-F238E27FC236}">
                <a16:creationId xmlns:a16="http://schemas.microsoft.com/office/drawing/2014/main" id="{CE8C8BAC-BE21-5F41-0638-5D426AA7CC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975597" y="2724343"/>
            <a:ext cx="2240809" cy="1409314"/>
          </a:xfrm>
          <a:prstGeom prst="rect">
            <a:avLst/>
          </a:prstGeom>
        </p:spPr>
      </p:pic>
    </p:spTree>
    <p:extLst>
      <p:ext uri="{BB962C8B-B14F-4D97-AF65-F5344CB8AC3E}">
        <p14:creationId xmlns:p14="http://schemas.microsoft.com/office/powerpoint/2010/main" val="275743724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Blank Page">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D589F65B-BB06-7D4D-0F25-3C183B37D4D3}"/>
              </a:ext>
            </a:extLst>
          </p:cNvPr>
          <p:cNvSpPr>
            <a:spLocks noGrp="1"/>
          </p:cNvSpPr>
          <p:nvPr>
            <p:ph type="sldNum" sz="quarter" idx="12"/>
          </p:nvPr>
        </p:nvSpPr>
        <p:spPr/>
        <p:txBody>
          <a:bodyPr/>
          <a:lstStyle/>
          <a:p>
            <a:fld id="{233F7D93-8529-0F4E-AF24-E7C8656CB0BF}" type="slidenum">
              <a:rPr lang="en-GR" smtClean="0"/>
              <a:pPr/>
              <a:t>‹#›</a:t>
            </a:fld>
            <a:endParaRPr lang="en-GR"/>
          </a:p>
        </p:txBody>
      </p:sp>
    </p:spTree>
    <p:extLst>
      <p:ext uri="{BB962C8B-B14F-4D97-AF65-F5344CB8AC3E}">
        <p14:creationId xmlns:p14="http://schemas.microsoft.com/office/powerpoint/2010/main" val="16355296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Page 1/2 _Image Right">
    <p:spTree>
      <p:nvGrpSpPr>
        <p:cNvPr id="1" name=""/>
        <p:cNvGrpSpPr/>
        <p:nvPr/>
      </p:nvGrpSpPr>
      <p:grpSpPr>
        <a:xfrm>
          <a:off x="0" y="0"/>
          <a:ext cx="0" cy="0"/>
          <a:chOff x="0" y="0"/>
          <a:chExt cx="0" cy="0"/>
        </a:xfrm>
      </p:grpSpPr>
      <p:sp>
        <p:nvSpPr>
          <p:cNvPr id="10" name="Picture Placeholder 7">
            <a:extLst>
              <a:ext uri="{FF2B5EF4-FFF2-40B4-BE49-F238E27FC236}">
                <a16:creationId xmlns:a16="http://schemas.microsoft.com/office/drawing/2014/main" id="{837955B4-4714-639C-E6EB-1DEDAE0D9711}"/>
              </a:ext>
            </a:extLst>
          </p:cNvPr>
          <p:cNvSpPr>
            <a:spLocks noGrp="1"/>
          </p:cNvSpPr>
          <p:nvPr>
            <p:ph type="pic" sz="quarter" idx="21" hasCustomPrompt="1"/>
          </p:nvPr>
        </p:nvSpPr>
        <p:spPr>
          <a:xfrm>
            <a:off x="6096000" y="-339"/>
            <a:ext cx="6096000" cy="6858000"/>
          </a:xfrm>
          <a:solidFill>
            <a:schemeClr val="accent5">
              <a:lumMod val="40000"/>
              <a:lumOff val="60000"/>
            </a:schemeClr>
          </a:solidFill>
        </p:spPr>
        <p:txBody>
          <a:bodyPr/>
          <a:lstStyle/>
          <a:p>
            <a:r>
              <a:rPr lang="en-GR"/>
              <a:t> </a:t>
            </a:r>
          </a:p>
        </p:txBody>
      </p:sp>
      <p:sp>
        <p:nvSpPr>
          <p:cNvPr id="20" name="Title 1">
            <a:extLst>
              <a:ext uri="{FF2B5EF4-FFF2-40B4-BE49-F238E27FC236}">
                <a16:creationId xmlns:a16="http://schemas.microsoft.com/office/drawing/2014/main" id="{7842F028-7891-6DA4-B572-55C48A21DBCB}"/>
              </a:ext>
            </a:extLst>
          </p:cNvPr>
          <p:cNvSpPr>
            <a:spLocks noGrp="1"/>
          </p:cNvSpPr>
          <p:nvPr>
            <p:ph type="ctrTitle" hasCustomPrompt="1"/>
          </p:nvPr>
        </p:nvSpPr>
        <p:spPr>
          <a:xfrm>
            <a:off x="332316" y="409286"/>
            <a:ext cx="5037767" cy="139397"/>
          </a:xfrm>
        </p:spPr>
        <p:txBody>
          <a:bodyPr wrap="square" anchor="t" anchorCtr="0">
            <a:spAutoFit/>
          </a:bodyPr>
          <a:lstStyle>
            <a:lvl1pPr algn="l">
              <a:defRPr sz="1000" b="1" i="0">
                <a:solidFill>
                  <a:schemeClr val="accent1"/>
                </a:solidFill>
                <a:latin typeface="Aptos SemiBold" panose="020B0004020202020204" pitchFamily="34" charset="0"/>
              </a:defRPr>
            </a:lvl1pPr>
          </a:lstStyle>
          <a:p>
            <a:r>
              <a:rPr lang="en-GB"/>
              <a:t>Placeholder text</a:t>
            </a:r>
            <a:endParaRPr lang="en-GR"/>
          </a:p>
        </p:txBody>
      </p:sp>
      <p:sp>
        <p:nvSpPr>
          <p:cNvPr id="21" name="Text Placeholder 17">
            <a:extLst>
              <a:ext uri="{FF2B5EF4-FFF2-40B4-BE49-F238E27FC236}">
                <a16:creationId xmlns:a16="http://schemas.microsoft.com/office/drawing/2014/main" id="{E4F39B2F-3138-1D49-29EC-F4CA1032AE35}"/>
              </a:ext>
            </a:extLst>
          </p:cNvPr>
          <p:cNvSpPr>
            <a:spLocks noGrp="1"/>
          </p:cNvSpPr>
          <p:nvPr>
            <p:ph type="body" sz="quarter" idx="14" hasCustomPrompt="1"/>
          </p:nvPr>
        </p:nvSpPr>
        <p:spPr>
          <a:xfrm>
            <a:off x="332317" y="1268824"/>
            <a:ext cx="5036400" cy="5040497"/>
          </a:xfrm>
        </p:spPr>
        <p:txBody>
          <a:bodyPr wrap="square" lIns="0" anchor="t" anchorCtr="0">
            <a:noAutofit/>
          </a:bodyPr>
          <a:lstStyle>
            <a:lvl1pPr marL="0" indent="0">
              <a:lnSpc>
                <a:spcPct val="110000"/>
              </a:lnSpc>
              <a:spcBef>
                <a:spcPts val="900"/>
              </a:spcBef>
              <a:buFont typeface="Arial" panose="020B0604020202020204" pitchFamily="34" charset="0"/>
              <a:buNone/>
              <a:defRPr sz="1100" b="0" i="0">
                <a:solidFill>
                  <a:schemeClr val="tx1"/>
                </a:solidFill>
                <a:latin typeface="Aptos" panose="020B0004020202020204" pitchFamily="34" charset="0"/>
              </a:defRPr>
            </a:lvl1pPr>
            <a:lvl2pPr marL="628650" indent="-171450">
              <a:lnSpc>
                <a:spcPct val="110000"/>
              </a:lnSpc>
              <a:spcBef>
                <a:spcPts val="900"/>
              </a:spcBef>
              <a:buFontTx/>
              <a:buBlip>
                <a:blip r:embed="rId2"/>
              </a:buBlip>
              <a:defRPr sz="1100" b="0" i="0">
                <a:solidFill>
                  <a:schemeClr val="tx1"/>
                </a:solidFill>
                <a:latin typeface="Aptos" panose="020B0004020202020204" pitchFamily="34" charset="0"/>
              </a:defRPr>
            </a:lvl2pPr>
            <a:lvl3pPr marL="1085850" indent="-171450">
              <a:lnSpc>
                <a:spcPct val="110000"/>
              </a:lnSpc>
              <a:spcBef>
                <a:spcPts val="900"/>
              </a:spcBef>
              <a:buFontTx/>
              <a:buBlip>
                <a:blip r:embed="rId3"/>
              </a:buBlip>
              <a:defRPr sz="1100" b="0" i="0">
                <a:solidFill>
                  <a:schemeClr val="tx1"/>
                </a:solidFill>
                <a:latin typeface="Aptos" panose="020B0004020202020204" pitchFamily="34" charset="0"/>
              </a:defRPr>
            </a:lvl3pPr>
            <a:lvl4pPr marL="1543050" indent="-171450">
              <a:lnSpc>
                <a:spcPct val="110000"/>
              </a:lnSpc>
              <a:spcBef>
                <a:spcPts val="900"/>
              </a:spcBef>
              <a:buFontTx/>
              <a:buBlip>
                <a:blip r:embed="rId3"/>
              </a:buBlip>
              <a:defRPr sz="1100" b="0" i="0">
                <a:solidFill>
                  <a:schemeClr val="tx1"/>
                </a:solidFill>
                <a:latin typeface="Aptos" panose="020B0004020202020204" pitchFamily="34" charset="0"/>
              </a:defRPr>
            </a:lvl4pPr>
            <a:lvl5pPr marL="1828800" indent="0">
              <a:buNone/>
              <a:defRPr/>
            </a:lvl5pPr>
          </a:lstStyle>
          <a:p>
            <a:pPr lvl="0"/>
            <a:r>
              <a:rPr lang="en-US"/>
              <a:t>Content text</a:t>
            </a:r>
          </a:p>
          <a:p>
            <a:pPr lvl="1"/>
            <a:r>
              <a:rPr lang="en-GB"/>
              <a:t>Content text</a:t>
            </a:r>
          </a:p>
          <a:p>
            <a:pPr lvl="2"/>
            <a:r>
              <a:rPr lang="en-GB"/>
              <a:t>Content text</a:t>
            </a:r>
          </a:p>
          <a:p>
            <a:pPr lvl="3"/>
            <a:r>
              <a:rPr lang="en-GB"/>
              <a:t>Content text</a:t>
            </a:r>
          </a:p>
        </p:txBody>
      </p:sp>
      <p:sp>
        <p:nvSpPr>
          <p:cNvPr id="23" name="Text Placeholder 9">
            <a:extLst>
              <a:ext uri="{FF2B5EF4-FFF2-40B4-BE49-F238E27FC236}">
                <a16:creationId xmlns:a16="http://schemas.microsoft.com/office/drawing/2014/main" id="{1813BFB3-1398-7C21-5F63-4098AE5CE5B1}"/>
              </a:ext>
            </a:extLst>
          </p:cNvPr>
          <p:cNvSpPr>
            <a:spLocks noGrp="1"/>
          </p:cNvSpPr>
          <p:nvPr>
            <p:ph type="body" sz="quarter" idx="16" hasCustomPrompt="1"/>
          </p:nvPr>
        </p:nvSpPr>
        <p:spPr>
          <a:xfrm>
            <a:off x="332317" y="741495"/>
            <a:ext cx="5036400"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sp>
        <p:nvSpPr>
          <p:cNvPr id="4" name="Slide Number Placeholder 3">
            <a:extLst>
              <a:ext uri="{FF2B5EF4-FFF2-40B4-BE49-F238E27FC236}">
                <a16:creationId xmlns:a16="http://schemas.microsoft.com/office/drawing/2014/main" id="{64CD88D4-1AD0-1524-DD13-09F15529245A}"/>
              </a:ext>
            </a:extLst>
          </p:cNvPr>
          <p:cNvSpPr>
            <a:spLocks noGrp="1"/>
          </p:cNvSpPr>
          <p:nvPr>
            <p:ph type="sldNum" sz="quarter" idx="24"/>
          </p:nvPr>
        </p:nvSpPr>
        <p:spPr/>
        <p:txBody>
          <a:bodyPr/>
          <a:lstStyle/>
          <a:p>
            <a:fld id="{233F7D93-8529-0F4E-AF24-E7C8656CB0BF}" type="slidenum">
              <a:rPr lang="en-GR" smtClean="0"/>
              <a:pPr/>
              <a:t>‹#›</a:t>
            </a:fld>
            <a:endParaRPr lang="en-GR"/>
          </a:p>
        </p:txBody>
      </p:sp>
    </p:spTree>
    <p:extLst>
      <p:ext uri="{BB962C8B-B14F-4D97-AF65-F5344CB8AC3E}">
        <p14:creationId xmlns:p14="http://schemas.microsoft.com/office/powerpoint/2010/main" val="211814998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Page 1/2-cut edges _Image Right">
    <p:spTree>
      <p:nvGrpSpPr>
        <p:cNvPr id="1" name=""/>
        <p:cNvGrpSpPr/>
        <p:nvPr/>
      </p:nvGrpSpPr>
      <p:grpSpPr>
        <a:xfrm>
          <a:off x="0" y="0"/>
          <a:ext cx="0" cy="0"/>
          <a:chOff x="0" y="0"/>
          <a:chExt cx="0" cy="0"/>
        </a:xfrm>
      </p:grpSpPr>
      <p:sp>
        <p:nvSpPr>
          <p:cNvPr id="10" name="Picture Placeholder 7">
            <a:extLst>
              <a:ext uri="{FF2B5EF4-FFF2-40B4-BE49-F238E27FC236}">
                <a16:creationId xmlns:a16="http://schemas.microsoft.com/office/drawing/2014/main" id="{837955B4-4714-639C-E6EB-1DEDAE0D9711}"/>
              </a:ext>
            </a:extLst>
          </p:cNvPr>
          <p:cNvSpPr>
            <a:spLocks noGrp="1"/>
          </p:cNvSpPr>
          <p:nvPr>
            <p:ph type="pic" sz="quarter" idx="21" hasCustomPrompt="1"/>
          </p:nvPr>
        </p:nvSpPr>
        <p:spPr>
          <a:xfrm>
            <a:off x="6096001" y="540000"/>
            <a:ext cx="5763682" cy="5778001"/>
          </a:xfrm>
          <a:solidFill>
            <a:schemeClr val="accent5">
              <a:lumMod val="40000"/>
              <a:lumOff val="60000"/>
            </a:schemeClr>
          </a:solidFill>
        </p:spPr>
        <p:txBody>
          <a:bodyPr/>
          <a:lstStyle>
            <a:lvl1pPr marL="0" indent="0">
              <a:buNone/>
              <a:defRPr/>
            </a:lvl1pPr>
          </a:lstStyle>
          <a:p>
            <a:r>
              <a:rPr lang="en-GR"/>
              <a:t> </a:t>
            </a:r>
          </a:p>
        </p:txBody>
      </p:sp>
      <p:sp>
        <p:nvSpPr>
          <p:cNvPr id="6" name="Slide Number Placeholder 5">
            <a:extLst>
              <a:ext uri="{FF2B5EF4-FFF2-40B4-BE49-F238E27FC236}">
                <a16:creationId xmlns:a16="http://schemas.microsoft.com/office/drawing/2014/main" id="{80DFF26E-01D6-DA7D-61D7-D2AA158ADACC}"/>
              </a:ext>
            </a:extLst>
          </p:cNvPr>
          <p:cNvSpPr>
            <a:spLocks noGrp="1"/>
          </p:cNvSpPr>
          <p:nvPr>
            <p:ph type="sldNum" sz="quarter" idx="24"/>
          </p:nvPr>
        </p:nvSpPr>
        <p:spPr/>
        <p:txBody>
          <a:bodyPr/>
          <a:lstStyle/>
          <a:p>
            <a:fld id="{233F7D93-8529-0F4E-AF24-E7C8656CB0BF}" type="slidenum">
              <a:rPr lang="en-GR" smtClean="0"/>
              <a:pPr/>
              <a:t>‹#›</a:t>
            </a:fld>
            <a:endParaRPr lang="en-GR"/>
          </a:p>
        </p:txBody>
      </p:sp>
      <p:sp>
        <p:nvSpPr>
          <p:cNvPr id="3" name="Text Placeholder 17">
            <a:extLst>
              <a:ext uri="{FF2B5EF4-FFF2-40B4-BE49-F238E27FC236}">
                <a16:creationId xmlns:a16="http://schemas.microsoft.com/office/drawing/2014/main" id="{F21FC5D1-E72F-2B42-7A55-EB88C7747A6B}"/>
              </a:ext>
            </a:extLst>
          </p:cNvPr>
          <p:cNvSpPr>
            <a:spLocks noGrp="1"/>
          </p:cNvSpPr>
          <p:nvPr>
            <p:ph type="body" sz="quarter" idx="14" hasCustomPrompt="1"/>
          </p:nvPr>
        </p:nvSpPr>
        <p:spPr>
          <a:xfrm>
            <a:off x="332317" y="1268824"/>
            <a:ext cx="5036400" cy="5040497"/>
          </a:xfrm>
        </p:spPr>
        <p:txBody>
          <a:bodyPr wrap="square" lIns="0" anchor="t" anchorCtr="0">
            <a:noAutofit/>
          </a:bodyPr>
          <a:lstStyle>
            <a:lvl1pPr marL="0" indent="0">
              <a:lnSpc>
                <a:spcPct val="110000"/>
              </a:lnSpc>
              <a:spcBef>
                <a:spcPts val="900"/>
              </a:spcBef>
              <a:buFont typeface="Arial" panose="020B0604020202020204" pitchFamily="34" charset="0"/>
              <a:buNone/>
              <a:defRPr sz="1100" b="0" i="0">
                <a:solidFill>
                  <a:schemeClr val="tx1"/>
                </a:solidFill>
                <a:latin typeface="Aptos" panose="020B0004020202020204" pitchFamily="34" charset="0"/>
              </a:defRPr>
            </a:lvl1pPr>
            <a:lvl2pPr marL="6286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2pPr>
            <a:lvl3pPr marL="10858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3pPr>
            <a:lvl4pPr marL="15430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4pPr>
            <a:lvl5pPr marL="1828800" indent="0">
              <a:buNone/>
              <a:defRPr/>
            </a:lvl5pPr>
          </a:lstStyle>
          <a:p>
            <a:pPr lvl="0"/>
            <a:r>
              <a:rPr lang="en-US"/>
              <a:t>Content text</a:t>
            </a:r>
            <a:endParaRPr lang="en-GR"/>
          </a:p>
          <a:p>
            <a:pPr lvl="1"/>
            <a:r>
              <a:rPr lang="en-GB"/>
              <a:t>Content text</a:t>
            </a:r>
          </a:p>
          <a:p>
            <a:pPr lvl="2"/>
            <a:r>
              <a:rPr lang="en-GB"/>
              <a:t>Content text</a:t>
            </a:r>
          </a:p>
          <a:p>
            <a:pPr lvl="3"/>
            <a:r>
              <a:rPr lang="en-GB"/>
              <a:t>Content text</a:t>
            </a:r>
          </a:p>
        </p:txBody>
      </p:sp>
      <p:sp>
        <p:nvSpPr>
          <p:cNvPr id="8" name="Title 1">
            <a:extLst>
              <a:ext uri="{FF2B5EF4-FFF2-40B4-BE49-F238E27FC236}">
                <a16:creationId xmlns:a16="http://schemas.microsoft.com/office/drawing/2014/main" id="{C1757F0A-064F-23B6-97AB-120AA0D69A79}"/>
              </a:ext>
            </a:extLst>
          </p:cNvPr>
          <p:cNvSpPr>
            <a:spLocks noGrp="1"/>
          </p:cNvSpPr>
          <p:nvPr>
            <p:ph type="ctrTitle" hasCustomPrompt="1"/>
          </p:nvPr>
        </p:nvSpPr>
        <p:spPr>
          <a:xfrm>
            <a:off x="332316" y="409286"/>
            <a:ext cx="5037767" cy="139397"/>
          </a:xfrm>
        </p:spPr>
        <p:txBody>
          <a:bodyPr wrap="square" anchor="t" anchorCtr="0">
            <a:spAutoFit/>
          </a:bodyPr>
          <a:lstStyle>
            <a:lvl1pPr algn="l">
              <a:defRPr sz="1000" b="1" i="0">
                <a:solidFill>
                  <a:schemeClr val="accent1"/>
                </a:solidFill>
                <a:latin typeface="Aptos SemiBold" panose="020B0004020202020204" pitchFamily="34" charset="0"/>
              </a:defRPr>
            </a:lvl1pPr>
          </a:lstStyle>
          <a:p>
            <a:r>
              <a:rPr lang="en-GB"/>
              <a:t>Placeholder text</a:t>
            </a:r>
            <a:endParaRPr lang="en-GR"/>
          </a:p>
        </p:txBody>
      </p:sp>
      <p:sp>
        <p:nvSpPr>
          <p:cNvPr id="9" name="Text Placeholder 9">
            <a:extLst>
              <a:ext uri="{FF2B5EF4-FFF2-40B4-BE49-F238E27FC236}">
                <a16:creationId xmlns:a16="http://schemas.microsoft.com/office/drawing/2014/main" id="{BAF75329-7273-0766-5352-6475078BEE9C}"/>
              </a:ext>
            </a:extLst>
          </p:cNvPr>
          <p:cNvSpPr>
            <a:spLocks noGrp="1"/>
          </p:cNvSpPr>
          <p:nvPr>
            <p:ph type="body" sz="quarter" idx="16" hasCustomPrompt="1"/>
          </p:nvPr>
        </p:nvSpPr>
        <p:spPr>
          <a:xfrm>
            <a:off x="332317" y="741495"/>
            <a:ext cx="5036400"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spTree>
    <p:extLst>
      <p:ext uri="{BB962C8B-B14F-4D97-AF65-F5344CB8AC3E}">
        <p14:creationId xmlns:p14="http://schemas.microsoft.com/office/powerpoint/2010/main" val="6224987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Page Cut Edges _Image Right">
    <p:spTree>
      <p:nvGrpSpPr>
        <p:cNvPr id="1" name=""/>
        <p:cNvGrpSpPr/>
        <p:nvPr/>
      </p:nvGrpSpPr>
      <p:grpSpPr>
        <a:xfrm>
          <a:off x="0" y="0"/>
          <a:ext cx="0" cy="0"/>
          <a:chOff x="0" y="0"/>
          <a:chExt cx="0" cy="0"/>
        </a:xfrm>
      </p:grpSpPr>
      <p:sp>
        <p:nvSpPr>
          <p:cNvPr id="10" name="Picture Placeholder 7">
            <a:extLst>
              <a:ext uri="{FF2B5EF4-FFF2-40B4-BE49-F238E27FC236}">
                <a16:creationId xmlns:a16="http://schemas.microsoft.com/office/drawing/2014/main" id="{837955B4-4714-639C-E6EB-1DEDAE0D9711}"/>
              </a:ext>
            </a:extLst>
          </p:cNvPr>
          <p:cNvSpPr>
            <a:spLocks noGrp="1"/>
          </p:cNvSpPr>
          <p:nvPr>
            <p:ph type="pic" sz="quarter" idx="21" hasCustomPrompt="1"/>
          </p:nvPr>
        </p:nvSpPr>
        <p:spPr>
          <a:xfrm>
            <a:off x="7537939" y="539999"/>
            <a:ext cx="4321745" cy="5769320"/>
          </a:xfrm>
          <a:solidFill>
            <a:schemeClr val="accent5">
              <a:lumMod val="40000"/>
              <a:lumOff val="60000"/>
            </a:schemeClr>
          </a:solidFill>
        </p:spPr>
        <p:txBody>
          <a:bodyPr/>
          <a:lstStyle>
            <a:lvl1pPr marL="0" indent="0">
              <a:buNone/>
              <a:defRPr/>
            </a:lvl1pPr>
          </a:lstStyle>
          <a:p>
            <a:r>
              <a:rPr lang="en-GR"/>
              <a:t> </a:t>
            </a:r>
          </a:p>
        </p:txBody>
      </p:sp>
      <p:sp>
        <p:nvSpPr>
          <p:cNvPr id="6" name="Slide Number Placeholder 5">
            <a:extLst>
              <a:ext uri="{FF2B5EF4-FFF2-40B4-BE49-F238E27FC236}">
                <a16:creationId xmlns:a16="http://schemas.microsoft.com/office/drawing/2014/main" id="{12DE721F-C35F-8032-709A-130A74FA1447}"/>
              </a:ext>
            </a:extLst>
          </p:cNvPr>
          <p:cNvSpPr>
            <a:spLocks noGrp="1"/>
          </p:cNvSpPr>
          <p:nvPr>
            <p:ph type="sldNum" sz="quarter" idx="24"/>
          </p:nvPr>
        </p:nvSpPr>
        <p:spPr/>
        <p:txBody>
          <a:bodyPr/>
          <a:lstStyle/>
          <a:p>
            <a:fld id="{233F7D93-8529-0F4E-AF24-E7C8656CB0BF}" type="slidenum">
              <a:rPr lang="en-GR" smtClean="0"/>
              <a:pPr/>
              <a:t>‹#›</a:t>
            </a:fld>
            <a:endParaRPr lang="en-GR"/>
          </a:p>
        </p:txBody>
      </p:sp>
      <p:sp>
        <p:nvSpPr>
          <p:cNvPr id="3" name="Text Placeholder 17">
            <a:extLst>
              <a:ext uri="{FF2B5EF4-FFF2-40B4-BE49-F238E27FC236}">
                <a16:creationId xmlns:a16="http://schemas.microsoft.com/office/drawing/2014/main" id="{B8D15024-A39C-C1FA-0FF4-303B5225A7A9}"/>
              </a:ext>
            </a:extLst>
          </p:cNvPr>
          <p:cNvSpPr>
            <a:spLocks noGrp="1"/>
          </p:cNvSpPr>
          <p:nvPr>
            <p:ph type="body" sz="quarter" idx="14" hasCustomPrompt="1"/>
          </p:nvPr>
        </p:nvSpPr>
        <p:spPr>
          <a:xfrm>
            <a:off x="332317" y="1268824"/>
            <a:ext cx="6451625" cy="5040497"/>
          </a:xfrm>
        </p:spPr>
        <p:txBody>
          <a:bodyPr wrap="square" lIns="0" anchor="t" anchorCtr="0">
            <a:noAutofit/>
          </a:bodyPr>
          <a:lstStyle>
            <a:lvl1pPr marL="0" indent="0">
              <a:lnSpc>
                <a:spcPct val="110000"/>
              </a:lnSpc>
              <a:spcBef>
                <a:spcPts val="900"/>
              </a:spcBef>
              <a:buFont typeface="Arial" panose="020B0604020202020204" pitchFamily="34" charset="0"/>
              <a:buNone/>
              <a:defRPr sz="1100" b="0" i="0">
                <a:solidFill>
                  <a:schemeClr val="tx1"/>
                </a:solidFill>
                <a:latin typeface="Aptos" panose="020B0004020202020204" pitchFamily="34" charset="0"/>
              </a:defRPr>
            </a:lvl1pPr>
            <a:lvl2pPr marL="6286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2pPr>
            <a:lvl3pPr marL="10858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3pPr>
            <a:lvl4pPr marL="15430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4pPr>
            <a:lvl5pPr marL="1828800" indent="0">
              <a:buNone/>
              <a:defRPr/>
            </a:lvl5pPr>
          </a:lstStyle>
          <a:p>
            <a:pPr lvl="0"/>
            <a:r>
              <a:rPr lang="en-US"/>
              <a:t>Content text</a:t>
            </a:r>
            <a:endParaRPr lang="en-GR"/>
          </a:p>
          <a:p>
            <a:pPr lvl="1"/>
            <a:r>
              <a:rPr lang="en-GB"/>
              <a:t>Content text</a:t>
            </a:r>
          </a:p>
          <a:p>
            <a:pPr lvl="2"/>
            <a:r>
              <a:rPr lang="en-GB"/>
              <a:t>Content text</a:t>
            </a:r>
          </a:p>
          <a:p>
            <a:pPr lvl="3"/>
            <a:r>
              <a:rPr lang="en-GB"/>
              <a:t>Content text</a:t>
            </a:r>
          </a:p>
        </p:txBody>
      </p:sp>
      <p:sp>
        <p:nvSpPr>
          <p:cNvPr id="11" name="Title 1">
            <a:extLst>
              <a:ext uri="{FF2B5EF4-FFF2-40B4-BE49-F238E27FC236}">
                <a16:creationId xmlns:a16="http://schemas.microsoft.com/office/drawing/2014/main" id="{20876508-3569-257E-A991-ECB6D46F349D}"/>
              </a:ext>
            </a:extLst>
          </p:cNvPr>
          <p:cNvSpPr>
            <a:spLocks noGrp="1"/>
          </p:cNvSpPr>
          <p:nvPr>
            <p:ph type="ctrTitle" hasCustomPrompt="1"/>
          </p:nvPr>
        </p:nvSpPr>
        <p:spPr>
          <a:xfrm>
            <a:off x="332316" y="409286"/>
            <a:ext cx="5037767" cy="139397"/>
          </a:xfrm>
        </p:spPr>
        <p:txBody>
          <a:bodyPr wrap="square" anchor="t" anchorCtr="0">
            <a:spAutoFit/>
          </a:bodyPr>
          <a:lstStyle>
            <a:lvl1pPr algn="l">
              <a:defRPr sz="1000" b="1" i="0">
                <a:solidFill>
                  <a:schemeClr val="accent1"/>
                </a:solidFill>
                <a:latin typeface="Aptos SemiBold" panose="020B0004020202020204" pitchFamily="34" charset="0"/>
              </a:defRPr>
            </a:lvl1pPr>
          </a:lstStyle>
          <a:p>
            <a:r>
              <a:rPr lang="en-GB"/>
              <a:t>Placeholder text</a:t>
            </a:r>
            <a:endParaRPr lang="en-GR"/>
          </a:p>
        </p:txBody>
      </p:sp>
      <p:sp>
        <p:nvSpPr>
          <p:cNvPr id="12" name="Text Placeholder 9">
            <a:extLst>
              <a:ext uri="{FF2B5EF4-FFF2-40B4-BE49-F238E27FC236}">
                <a16:creationId xmlns:a16="http://schemas.microsoft.com/office/drawing/2014/main" id="{D899BADE-C82B-2864-F245-3B685636364D}"/>
              </a:ext>
            </a:extLst>
          </p:cNvPr>
          <p:cNvSpPr>
            <a:spLocks noGrp="1"/>
          </p:cNvSpPr>
          <p:nvPr>
            <p:ph type="body" sz="quarter" idx="16" hasCustomPrompt="1"/>
          </p:nvPr>
        </p:nvSpPr>
        <p:spPr>
          <a:xfrm>
            <a:off x="332317" y="741495"/>
            <a:ext cx="5036400"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spTree>
    <p:extLst>
      <p:ext uri="{BB962C8B-B14F-4D97-AF65-F5344CB8AC3E}">
        <p14:creationId xmlns:p14="http://schemas.microsoft.com/office/powerpoint/2010/main" val="6948726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2/3 _Image Righ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57F6B4E-50EE-3606-2CBE-542DFD85C121}"/>
              </a:ext>
            </a:extLst>
          </p:cNvPr>
          <p:cNvSpPr>
            <a:spLocks noGrp="1"/>
          </p:cNvSpPr>
          <p:nvPr>
            <p:ph type="pic" sz="quarter" idx="21" hasCustomPrompt="1"/>
          </p:nvPr>
        </p:nvSpPr>
        <p:spPr>
          <a:xfrm>
            <a:off x="8278803" y="0"/>
            <a:ext cx="3913198" cy="6858000"/>
          </a:xfrm>
          <a:solidFill>
            <a:schemeClr val="accent5">
              <a:lumMod val="40000"/>
              <a:lumOff val="60000"/>
            </a:schemeClr>
          </a:solidFill>
        </p:spPr>
        <p:txBody>
          <a:bodyPr/>
          <a:lstStyle>
            <a:lvl1pPr marL="0" indent="0">
              <a:buNone/>
              <a:defRPr/>
            </a:lvl1pPr>
          </a:lstStyle>
          <a:p>
            <a:r>
              <a:rPr lang="en-GR"/>
              <a:t> </a:t>
            </a:r>
          </a:p>
        </p:txBody>
      </p:sp>
      <p:sp>
        <p:nvSpPr>
          <p:cNvPr id="6" name="Slide Number Placeholder 5">
            <a:extLst>
              <a:ext uri="{FF2B5EF4-FFF2-40B4-BE49-F238E27FC236}">
                <a16:creationId xmlns:a16="http://schemas.microsoft.com/office/drawing/2014/main" id="{5312AE2D-74D1-1E7C-A641-A79DB72039D9}"/>
              </a:ext>
            </a:extLst>
          </p:cNvPr>
          <p:cNvSpPr>
            <a:spLocks noGrp="1"/>
          </p:cNvSpPr>
          <p:nvPr>
            <p:ph type="sldNum" sz="quarter" idx="24"/>
          </p:nvPr>
        </p:nvSpPr>
        <p:spPr/>
        <p:txBody>
          <a:bodyPr/>
          <a:lstStyle/>
          <a:p>
            <a:fld id="{233F7D93-8529-0F4E-AF24-E7C8656CB0BF}" type="slidenum">
              <a:rPr lang="en-GR" smtClean="0"/>
              <a:pPr/>
              <a:t>‹#›</a:t>
            </a:fld>
            <a:endParaRPr lang="en-GR"/>
          </a:p>
        </p:txBody>
      </p:sp>
      <p:sp>
        <p:nvSpPr>
          <p:cNvPr id="3" name="Text Placeholder 17">
            <a:extLst>
              <a:ext uri="{FF2B5EF4-FFF2-40B4-BE49-F238E27FC236}">
                <a16:creationId xmlns:a16="http://schemas.microsoft.com/office/drawing/2014/main" id="{152EEF87-6829-CD4F-6AD9-F243388CE0CD}"/>
              </a:ext>
            </a:extLst>
          </p:cNvPr>
          <p:cNvSpPr>
            <a:spLocks noGrp="1"/>
          </p:cNvSpPr>
          <p:nvPr>
            <p:ph type="body" sz="quarter" idx="14" hasCustomPrompt="1"/>
          </p:nvPr>
        </p:nvSpPr>
        <p:spPr>
          <a:xfrm>
            <a:off x="332316" y="1268824"/>
            <a:ext cx="7567084" cy="5040497"/>
          </a:xfrm>
        </p:spPr>
        <p:txBody>
          <a:bodyPr wrap="square" lIns="0" anchor="t" anchorCtr="0">
            <a:noAutofit/>
          </a:bodyPr>
          <a:lstStyle>
            <a:lvl1pPr marL="0" indent="0">
              <a:lnSpc>
                <a:spcPct val="110000"/>
              </a:lnSpc>
              <a:spcBef>
                <a:spcPts val="900"/>
              </a:spcBef>
              <a:buFont typeface="Arial" panose="020B0604020202020204" pitchFamily="34" charset="0"/>
              <a:buNone/>
              <a:defRPr sz="1100" b="0" i="0">
                <a:solidFill>
                  <a:schemeClr val="tx1"/>
                </a:solidFill>
                <a:latin typeface="Aptos" panose="020B0004020202020204" pitchFamily="34" charset="0"/>
              </a:defRPr>
            </a:lvl1pPr>
            <a:lvl2pPr marL="6286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2pPr>
            <a:lvl3pPr marL="10858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3pPr>
            <a:lvl4pPr marL="15430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4pPr>
            <a:lvl5pPr marL="1828800" indent="0">
              <a:buNone/>
              <a:defRPr/>
            </a:lvl5pPr>
          </a:lstStyle>
          <a:p>
            <a:pPr lvl="0"/>
            <a:r>
              <a:rPr lang="en-US"/>
              <a:t>Content text</a:t>
            </a:r>
            <a:endParaRPr lang="en-GR"/>
          </a:p>
          <a:p>
            <a:pPr lvl="1"/>
            <a:r>
              <a:rPr lang="en-GB"/>
              <a:t>Content text</a:t>
            </a:r>
          </a:p>
          <a:p>
            <a:pPr lvl="2"/>
            <a:r>
              <a:rPr lang="en-GB"/>
              <a:t>Content text</a:t>
            </a:r>
          </a:p>
          <a:p>
            <a:pPr lvl="3"/>
            <a:r>
              <a:rPr lang="en-GB"/>
              <a:t>Content text</a:t>
            </a:r>
          </a:p>
        </p:txBody>
      </p:sp>
      <p:sp>
        <p:nvSpPr>
          <p:cNvPr id="9" name="Title 1">
            <a:extLst>
              <a:ext uri="{FF2B5EF4-FFF2-40B4-BE49-F238E27FC236}">
                <a16:creationId xmlns:a16="http://schemas.microsoft.com/office/drawing/2014/main" id="{95DA0507-C26D-8515-6312-FF27FC139795}"/>
              </a:ext>
            </a:extLst>
          </p:cNvPr>
          <p:cNvSpPr>
            <a:spLocks noGrp="1"/>
          </p:cNvSpPr>
          <p:nvPr>
            <p:ph type="ctrTitle" hasCustomPrompt="1"/>
          </p:nvPr>
        </p:nvSpPr>
        <p:spPr>
          <a:xfrm>
            <a:off x="332316" y="409286"/>
            <a:ext cx="7569137" cy="139397"/>
          </a:xfrm>
        </p:spPr>
        <p:txBody>
          <a:bodyPr wrap="square" anchor="t" anchorCtr="0">
            <a:spAutoFit/>
          </a:bodyPr>
          <a:lstStyle>
            <a:lvl1pPr algn="l">
              <a:defRPr sz="1000" b="1" i="0">
                <a:solidFill>
                  <a:schemeClr val="accent1"/>
                </a:solidFill>
                <a:latin typeface="Aptos SemiBold" panose="020B0004020202020204" pitchFamily="34" charset="0"/>
              </a:defRPr>
            </a:lvl1pPr>
          </a:lstStyle>
          <a:p>
            <a:r>
              <a:rPr lang="en-GB"/>
              <a:t>Placeholder text</a:t>
            </a:r>
            <a:endParaRPr lang="en-GR"/>
          </a:p>
        </p:txBody>
      </p:sp>
      <p:sp>
        <p:nvSpPr>
          <p:cNvPr id="10" name="Text Placeholder 9">
            <a:extLst>
              <a:ext uri="{FF2B5EF4-FFF2-40B4-BE49-F238E27FC236}">
                <a16:creationId xmlns:a16="http://schemas.microsoft.com/office/drawing/2014/main" id="{41C03462-44DF-349A-6ACC-115D77DBE1C6}"/>
              </a:ext>
            </a:extLst>
          </p:cNvPr>
          <p:cNvSpPr>
            <a:spLocks noGrp="1"/>
          </p:cNvSpPr>
          <p:nvPr>
            <p:ph type="body" sz="quarter" idx="16" hasCustomPrompt="1"/>
          </p:nvPr>
        </p:nvSpPr>
        <p:spPr>
          <a:xfrm>
            <a:off x="332316" y="741495"/>
            <a:ext cx="7567083"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spTree>
    <p:extLst>
      <p:ext uri="{BB962C8B-B14F-4D97-AF65-F5344CB8AC3E}">
        <p14:creationId xmlns:p14="http://schemas.microsoft.com/office/powerpoint/2010/main" val="5625991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Page 1/4 _Image Righ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EB7D991D-FAF1-1795-8F51-3B32F7345170}"/>
              </a:ext>
            </a:extLst>
          </p:cNvPr>
          <p:cNvSpPr>
            <a:spLocks noGrp="1"/>
          </p:cNvSpPr>
          <p:nvPr>
            <p:ph type="pic" sz="quarter" idx="21" hasCustomPrompt="1"/>
          </p:nvPr>
        </p:nvSpPr>
        <p:spPr>
          <a:xfrm>
            <a:off x="3215603" y="0"/>
            <a:ext cx="8976398" cy="6858000"/>
          </a:xfrm>
          <a:solidFill>
            <a:schemeClr val="accent5">
              <a:lumMod val="40000"/>
              <a:lumOff val="60000"/>
            </a:schemeClr>
          </a:solidFill>
        </p:spPr>
        <p:txBody>
          <a:bodyPr/>
          <a:lstStyle>
            <a:lvl1pPr marL="0" indent="0">
              <a:buNone/>
              <a:defRPr/>
            </a:lvl1pPr>
          </a:lstStyle>
          <a:p>
            <a:r>
              <a:rPr lang="en-GR"/>
              <a:t> </a:t>
            </a:r>
          </a:p>
        </p:txBody>
      </p:sp>
      <p:sp>
        <p:nvSpPr>
          <p:cNvPr id="6" name="Slide Number Placeholder 5">
            <a:extLst>
              <a:ext uri="{FF2B5EF4-FFF2-40B4-BE49-F238E27FC236}">
                <a16:creationId xmlns:a16="http://schemas.microsoft.com/office/drawing/2014/main" id="{34AB7033-82CE-A0FA-C6FB-147C60AA40BB}"/>
              </a:ext>
            </a:extLst>
          </p:cNvPr>
          <p:cNvSpPr>
            <a:spLocks noGrp="1"/>
          </p:cNvSpPr>
          <p:nvPr>
            <p:ph type="sldNum" sz="quarter" idx="24"/>
          </p:nvPr>
        </p:nvSpPr>
        <p:spPr/>
        <p:txBody>
          <a:bodyPr/>
          <a:lstStyle/>
          <a:p>
            <a:fld id="{233F7D93-8529-0F4E-AF24-E7C8656CB0BF}" type="slidenum">
              <a:rPr lang="en-GR" smtClean="0"/>
              <a:pPr/>
              <a:t>‹#›</a:t>
            </a:fld>
            <a:endParaRPr lang="en-GR"/>
          </a:p>
        </p:txBody>
      </p:sp>
      <p:sp>
        <p:nvSpPr>
          <p:cNvPr id="12" name="Text Placeholder 17">
            <a:extLst>
              <a:ext uri="{FF2B5EF4-FFF2-40B4-BE49-F238E27FC236}">
                <a16:creationId xmlns:a16="http://schemas.microsoft.com/office/drawing/2014/main" id="{333FC67B-415A-F31D-DC19-58646E470F72}"/>
              </a:ext>
            </a:extLst>
          </p:cNvPr>
          <p:cNvSpPr>
            <a:spLocks noGrp="1"/>
          </p:cNvSpPr>
          <p:nvPr>
            <p:ph type="body" sz="quarter" idx="25" hasCustomPrompt="1"/>
          </p:nvPr>
        </p:nvSpPr>
        <p:spPr>
          <a:xfrm>
            <a:off x="332317" y="1268824"/>
            <a:ext cx="2694466" cy="5040497"/>
          </a:xfrm>
        </p:spPr>
        <p:txBody>
          <a:bodyPr wrap="square" lIns="0" anchor="t" anchorCtr="0">
            <a:noAutofit/>
          </a:bodyPr>
          <a:lstStyle>
            <a:lvl1pPr marL="0" indent="0">
              <a:lnSpc>
                <a:spcPct val="110000"/>
              </a:lnSpc>
              <a:spcBef>
                <a:spcPts val="900"/>
              </a:spcBef>
              <a:buFont typeface="Arial" panose="020B0604020202020204" pitchFamily="34" charset="0"/>
              <a:buNone/>
              <a:defRPr sz="1100" b="0" i="0">
                <a:solidFill>
                  <a:schemeClr val="tx1"/>
                </a:solidFill>
                <a:latin typeface="Aptos" panose="020B0004020202020204" pitchFamily="34" charset="0"/>
              </a:defRPr>
            </a:lvl1pPr>
            <a:lvl2pPr marL="6286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2pPr>
            <a:lvl3pPr marL="10858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3pPr>
            <a:lvl4pPr marL="15430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4pPr>
            <a:lvl5pPr marL="1828800" indent="0">
              <a:buNone/>
              <a:defRPr/>
            </a:lvl5pPr>
          </a:lstStyle>
          <a:p>
            <a:pPr lvl="0"/>
            <a:r>
              <a:rPr lang="en-US"/>
              <a:t>Content text</a:t>
            </a:r>
            <a:endParaRPr lang="en-GR"/>
          </a:p>
          <a:p>
            <a:pPr lvl="1"/>
            <a:r>
              <a:rPr lang="en-GB"/>
              <a:t>Content text</a:t>
            </a:r>
          </a:p>
          <a:p>
            <a:pPr lvl="2"/>
            <a:r>
              <a:rPr lang="en-GB"/>
              <a:t>Content text</a:t>
            </a:r>
          </a:p>
          <a:p>
            <a:pPr lvl="3"/>
            <a:r>
              <a:rPr lang="en-GB"/>
              <a:t>Content text</a:t>
            </a:r>
          </a:p>
        </p:txBody>
      </p:sp>
      <p:sp>
        <p:nvSpPr>
          <p:cNvPr id="3" name="Title 1">
            <a:extLst>
              <a:ext uri="{FF2B5EF4-FFF2-40B4-BE49-F238E27FC236}">
                <a16:creationId xmlns:a16="http://schemas.microsoft.com/office/drawing/2014/main" id="{93FD1BD4-1CB4-E3B1-9032-F43454B55074}"/>
              </a:ext>
            </a:extLst>
          </p:cNvPr>
          <p:cNvSpPr>
            <a:spLocks noGrp="1"/>
          </p:cNvSpPr>
          <p:nvPr>
            <p:ph type="ctrTitle" hasCustomPrompt="1"/>
          </p:nvPr>
        </p:nvSpPr>
        <p:spPr>
          <a:xfrm>
            <a:off x="332317" y="409286"/>
            <a:ext cx="2695198" cy="139397"/>
          </a:xfrm>
        </p:spPr>
        <p:txBody>
          <a:bodyPr wrap="square" anchor="t" anchorCtr="0">
            <a:spAutoFit/>
          </a:bodyPr>
          <a:lstStyle>
            <a:lvl1pPr algn="l">
              <a:defRPr sz="1000" b="1" i="0">
                <a:solidFill>
                  <a:schemeClr val="accent1"/>
                </a:solidFill>
                <a:latin typeface="Aptos SemiBold" panose="020B0004020202020204" pitchFamily="34" charset="0"/>
              </a:defRPr>
            </a:lvl1pPr>
          </a:lstStyle>
          <a:p>
            <a:r>
              <a:rPr lang="en-GB"/>
              <a:t>Placeholder text</a:t>
            </a:r>
            <a:endParaRPr lang="en-GR"/>
          </a:p>
        </p:txBody>
      </p:sp>
      <p:sp>
        <p:nvSpPr>
          <p:cNvPr id="9" name="Text Placeholder 9">
            <a:extLst>
              <a:ext uri="{FF2B5EF4-FFF2-40B4-BE49-F238E27FC236}">
                <a16:creationId xmlns:a16="http://schemas.microsoft.com/office/drawing/2014/main" id="{826E68A9-36D5-27E5-20AE-AC6C4698658B}"/>
              </a:ext>
            </a:extLst>
          </p:cNvPr>
          <p:cNvSpPr>
            <a:spLocks noGrp="1"/>
          </p:cNvSpPr>
          <p:nvPr>
            <p:ph type="body" sz="quarter" idx="16" hasCustomPrompt="1"/>
          </p:nvPr>
        </p:nvSpPr>
        <p:spPr>
          <a:xfrm>
            <a:off x="332317" y="741495"/>
            <a:ext cx="2694466"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spTree>
    <p:extLst>
      <p:ext uri="{BB962C8B-B14F-4D97-AF65-F5344CB8AC3E}">
        <p14:creationId xmlns:p14="http://schemas.microsoft.com/office/powerpoint/2010/main" val="7326179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Page 1/2 _Image Left">
    <p:spTree>
      <p:nvGrpSpPr>
        <p:cNvPr id="1" name=""/>
        <p:cNvGrpSpPr/>
        <p:nvPr/>
      </p:nvGrpSpPr>
      <p:grpSpPr>
        <a:xfrm>
          <a:off x="0" y="0"/>
          <a:ext cx="0" cy="0"/>
          <a:chOff x="0" y="0"/>
          <a:chExt cx="0" cy="0"/>
        </a:xfrm>
      </p:grpSpPr>
      <p:sp>
        <p:nvSpPr>
          <p:cNvPr id="3" name="Picture Placeholder 7">
            <a:extLst>
              <a:ext uri="{FF2B5EF4-FFF2-40B4-BE49-F238E27FC236}">
                <a16:creationId xmlns:a16="http://schemas.microsoft.com/office/drawing/2014/main" id="{F08EF499-AFF2-F923-4F24-144755A16333}"/>
              </a:ext>
            </a:extLst>
          </p:cNvPr>
          <p:cNvSpPr>
            <a:spLocks noGrp="1"/>
          </p:cNvSpPr>
          <p:nvPr>
            <p:ph type="pic" sz="quarter" idx="21" hasCustomPrompt="1"/>
          </p:nvPr>
        </p:nvSpPr>
        <p:spPr>
          <a:xfrm>
            <a:off x="0" y="0"/>
            <a:ext cx="6094439" cy="6858000"/>
          </a:xfrm>
          <a:solidFill>
            <a:schemeClr val="accent5">
              <a:lumMod val="40000"/>
              <a:lumOff val="60000"/>
            </a:schemeClr>
          </a:solidFill>
        </p:spPr>
        <p:txBody>
          <a:bodyPr/>
          <a:lstStyle>
            <a:lvl1pPr marL="0" indent="0">
              <a:buNone/>
              <a:defRPr/>
            </a:lvl1pPr>
          </a:lstStyle>
          <a:p>
            <a:r>
              <a:rPr lang="en-GR"/>
              <a:t> </a:t>
            </a:r>
          </a:p>
        </p:txBody>
      </p:sp>
      <p:sp>
        <p:nvSpPr>
          <p:cNvPr id="6" name="Slide Number Placeholder 5">
            <a:extLst>
              <a:ext uri="{FF2B5EF4-FFF2-40B4-BE49-F238E27FC236}">
                <a16:creationId xmlns:a16="http://schemas.microsoft.com/office/drawing/2014/main" id="{9F36413B-34AA-6DE5-C947-60535B9E93BC}"/>
              </a:ext>
            </a:extLst>
          </p:cNvPr>
          <p:cNvSpPr>
            <a:spLocks noGrp="1"/>
          </p:cNvSpPr>
          <p:nvPr>
            <p:ph type="sldNum" sz="quarter" idx="24"/>
          </p:nvPr>
        </p:nvSpPr>
        <p:spPr/>
        <p:txBody>
          <a:bodyPr/>
          <a:lstStyle/>
          <a:p>
            <a:fld id="{233F7D93-8529-0F4E-AF24-E7C8656CB0BF}" type="slidenum">
              <a:rPr lang="en-GR" smtClean="0"/>
              <a:pPr/>
              <a:t>‹#›</a:t>
            </a:fld>
            <a:endParaRPr lang="en-GR"/>
          </a:p>
        </p:txBody>
      </p:sp>
      <p:sp>
        <p:nvSpPr>
          <p:cNvPr id="7" name="Text Placeholder 17">
            <a:extLst>
              <a:ext uri="{FF2B5EF4-FFF2-40B4-BE49-F238E27FC236}">
                <a16:creationId xmlns:a16="http://schemas.microsoft.com/office/drawing/2014/main" id="{A738468E-5A67-E017-EBFC-4B490D59EE03}"/>
              </a:ext>
            </a:extLst>
          </p:cNvPr>
          <p:cNvSpPr>
            <a:spLocks noGrp="1"/>
          </p:cNvSpPr>
          <p:nvPr>
            <p:ph type="body" sz="quarter" idx="14" hasCustomPrompt="1"/>
          </p:nvPr>
        </p:nvSpPr>
        <p:spPr>
          <a:xfrm>
            <a:off x="6783942" y="1268824"/>
            <a:ext cx="5079927" cy="5040497"/>
          </a:xfrm>
        </p:spPr>
        <p:txBody>
          <a:bodyPr wrap="square" lIns="0" anchor="t" anchorCtr="0">
            <a:noAutofit/>
          </a:bodyPr>
          <a:lstStyle>
            <a:lvl1pPr marL="0" indent="0">
              <a:lnSpc>
                <a:spcPct val="110000"/>
              </a:lnSpc>
              <a:spcBef>
                <a:spcPts val="900"/>
              </a:spcBef>
              <a:buFont typeface="Arial" panose="020B0604020202020204" pitchFamily="34" charset="0"/>
              <a:buNone/>
              <a:defRPr sz="1100" b="0" i="0">
                <a:solidFill>
                  <a:schemeClr val="tx1"/>
                </a:solidFill>
                <a:latin typeface="Aptos" panose="020B0004020202020204" pitchFamily="34" charset="0"/>
              </a:defRPr>
            </a:lvl1pPr>
            <a:lvl2pPr marL="6286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2pPr>
            <a:lvl3pPr marL="10858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3pPr>
            <a:lvl4pPr marL="15430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4pPr>
            <a:lvl5pPr marL="1828800" indent="0">
              <a:buNone/>
              <a:defRPr/>
            </a:lvl5pPr>
          </a:lstStyle>
          <a:p>
            <a:pPr lvl="0"/>
            <a:r>
              <a:rPr lang="en-US"/>
              <a:t>Content text</a:t>
            </a:r>
            <a:endParaRPr lang="en-GR"/>
          </a:p>
          <a:p>
            <a:pPr lvl="1"/>
            <a:r>
              <a:rPr lang="en-GB"/>
              <a:t>Content text</a:t>
            </a:r>
          </a:p>
          <a:p>
            <a:pPr lvl="2"/>
            <a:r>
              <a:rPr lang="en-GB"/>
              <a:t>Content text</a:t>
            </a:r>
          </a:p>
          <a:p>
            <a:pPr lvl="3"/>
            <a:r>
              <a:rPr lang="en-GB"/>
              <a:t>Content text</a:t>
            </a:r>
          </a:p>
        </p:txBody>
      </p:sp>
      <p:sp>
        <p:nvSpPr>
          <p:cNvPr id="10" name="Title 1">
            <a:extLst>
              <a:ext uri="{FF2B5EF4-FFF2-40B4-BE49-F238E27FC236}">
                <a16:creationId xmlns:a16="http://schemas.microsoft.com/office/drawing/2014/main" id="{49D2B538-2BC8-2B1E-3F2A-F457482AAA9C}"/>
              </a:ext>
            </a:extLst>
          </p:cNvPr>
          <p:cNvSpPr txBox="1">
            <a:spLocks/>
          </p:cNvSpPr>
          <p:nvPr userDrawn="1"/>
        </p:nvSpPr>
        <p:spPr>
          <a:xfrm>
            <a:off x="6783941" y="409286"/>
            <a:ext cx="5081305" cy="1393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000" b="1" i="0" kern="1200">
                <a:solidFill>
                  <a:schemeClr val="accent1"/>
                </a:solidFill>
                <a:latin typeface="Aptos SemiBold" panose="020B0004020202020204" pitchFamily="34" charset="0"/>
                <a:ea typeface="+mj-ea"/>
                <a:cs typeface="+mj-cs"/>
              </a:defRPr>
            </a:lvl1pPr>
          </a:lstStyle>
          <a:p>
            <a:r>
              <a:rPr lang="en-GB" sz="1000"/>
              <a:t>Placeholder text</a:t>
            </a:r>
            <a:endParaRPr lang="en-GR" sz="1000"/>
          </a:p>
        </p:txBody>
      </p:sp>
      <p:sp>
        <p:nvSpPr>
          <p:cNvPr id="11" name="Text Placeholder 9">
            <a:extLst>
              <a:ext uri="{FF2B5EF4-FFF2-40B4-BE49-F238E27FC236}">
                <a16:creationId xmlns:a16="http://schemas.microsoft.com/office/drawing/2014/main" id="{109A6EB3-CB68-C68B-19B0-963165AAA4A9}"/>
              </a:ext>
            </a:extLst>
          </p:cNvPr>
          <p:cNvSpPr>
            <a:spLocks noGrp="1"/>
          </p:cNvSpPr>
          <p:nvPr>
            <p:ph type="body" sz="quarter" idx="25" hasCustomPrompt="1"/>
          </p:nvPr>
        </p:nvSpPr>
        <p:spPr>
          <a:xfrm>
            <a:off x="6783940" y="741495"/>
            <a:ext cx="5079926"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pic>
        <p:nvPicPr>
          <p:cNvPr id="4" name="Graphic 3">
            <a:extLst>
              <a:ext uri="{FF2B5EF4-FFF2-40B4-BE49-F238E27FC236}">
                <a16:creationId xmlns:a16="http://schemas.microsoft.com/office/drawing/2014/main" id="{BFB9FF4E-0331-8F2B-5995-EA65B973440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42030" y="6465600"/>
            <a:ext cx="1007999" cy="210763"/>
          </a:xfrm>
          <a:prstGeom prst="rect">
            <a:avLst/>
          </a:prstGeom>
        </p:spPr>
      </p:pic>
    </p:spTree>
    <p:extLst>
      <p:ext uri="{BB962C8B-B14F-4D97-AF65-F5344CB8AC3E}">
        <p14:creationId xmlns:p14="http://schemas.microsoft.com/office/powerpoint/2010/main" val="21900484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_Page 1/2-cut edges _Image Right">
    <p:spTree>
      <p:nvGrpSpPr>
        <p:cNvPr id="1" name=""/>
        <p:cNvGrpSpPr/>
        <p:nvPr/>
      </p:nvGrpSpPr>
      <p:grpSpPr>
        <a:xfrm>
          <a:off x="0" y="0"/>
          <a:ext cx="0" cy="0"/>
          <a:chOff x="0" y="0"/>
          <a:chExt cx="0" cy="0"/>
        </a:xfrm>
      </p:grpSpPr>
      <p:sp>
        <p:nvSpPr>
          <p:cNvPr id="10" name="Picture Placeholder 7">
            <a:extLst>
              <a:ext uri="{FF2B5EF4-FFF2-40B4-BE49-F238E27FC236}">
                <a16:creationId xmlns:a16="http://schemas.microsoft.com/office/drawing/2014/main" id="{837955B4-4714-639C-E6EB-1DEDAE0D9711}"/>
              </a:ext>
            </a:extLst>
          </p:cNvPr>
          <p:cNvSpPr>
            <a:spLocks noGrp="1"/>
          </p:cNvSpPr>
          <p:nvPr>
            <p:ph type="pic" sz="quarter" idx="21" hasCustomPrompt="1"/>
          </p:nvPr>
        </p:nvSpPr>
        <p:spPr>
          <a:xfrm>
            <a:off x="342001" y="409285"/>
            <a:ext cx="5763682" cy="5908716"/>
          </a:xfrm>
          <a:solidFill>
            <a:schemeClr val="accent5">
              <a:lumMod val="40000"/>
              <a:lumOff val="60000"/>
            </a:schemeClr>
          </a:solidFill>
        </p:spPr>
        <p:txBody>
          <a:bodyPr/>
          <a:lstStyle>
            <a:lvl1pPr marL="0" indent="0">
              <a:buNone/>
              <a:defRPr/>
            </a:lvl1pPr>
          </a:lstStyle>
          <a:p>
            <a:r>
              <a:rPr lang="en-GR"/>
              <a:t> </a:t>
            </a:r>
          </a:p>
        </p:txBody>
      </p:sp>
      <p:sp>
        <p:nvSpPr>
          <p:cNvPr id="6" name="Slide Number Placeholder 5">
            <a:extLst>
              <a:ext uri="{FF2B5EF4-FFF2-40B4-BE49-F238E27FC236}">
                <a16:creationId xmlns:a16="http://schemas.microsoft.com/office/drawing/2014/main" id="{91F2057B-CB7E-F3AB-7250-E559DF52BBAB}"/>
              </a:ext>
            </a:extLst>
          </p:cNvPr>
          <p:cNvSpPr>
            <a:spLocks noGrp="1"/>
          </p:cNvSpPr>
          <p:nvPr>
            <p:ph type="sldNum" sz="quarter" idx="24"/>
          </p:nvPr>
        </p:nvSpPr>
        <p:spPr/>
        <p:txBody>
          <a:bodyPr/>
          <a:lstStyle/>
          <a:p>
            <a:fld id="{233F7D93-8529-0F4E-AF24-E7C8656CB0BF}" type="slidenum">
              <a:rPr lang="en-GR" smtClean="0"/>
              <a:pPr/>
              <a:t>‹#›</a:t>
            </a:fld>
            <a:endParaRPr lang="en-GR"/>
          </a:p>
        </p:txBody>
      </p:sp>
      <p:sp>
        <p:nvSpPr>
          <p:cNvPr id="3" name="Text Placeholder 17">
            <a:extLst>
              <a:ext uri="{FF2B5EF4-FFF2-40B4-BE49-F238E27FC236}">
                <a16:creationId xmlns:a16="http://schemas.microsoft.com/office/drawing/2014/main" id="{BD47E1C5-D53A-1F3F-8FF6-6DD24A82C14A}"/>
              </a:ext>
            </a:extLst>
          </p:cNvPr>
          <p:cNvSpPr>
            <a:spLocks noGrp="1"/>
          </p:cNvSpPr>
          <p:nvPr>
            <p:ph type="body" sz="quarter" idx="14" hasCustomPrompt="1"/>
          </p:nvPr>
        </p:nvSpPr>
        <p:spPr>
          <a:xfrm>
            <a:off x="6783942" y="1268824"/>
            <a:ext cx="5079927" cy="5040497"/>
          </a:xfrm>
        </p:spPr>
        <p:txBody>
          <a:bodyPr wrap="square" lIns="0" anchor="t" anchorCtr="0">
            <a:noAutofit/>
          </a:bodyPr>
          <a:lstStyle>
            <a:lvl1pPr marL="0" indent="0">
              <a:lnSpc>
                <a:spcPct val="110000"/>
              </a:lnSpc>
              <a:spcBef>
                <a:spcPts val="900"/>
              </a:spcBef>
              <a:buFont typeface="Arial" panose="020B0604020202020204" pitchFamily="34" charset="0"/>
              <a:buNone/>
              <a:defRPr sz="1100" b="0" i="0">
                <a:solidFill>
                  <a:schemeClr val="tx1"/>
                </a:solidFill>
                <a:latin typeface="Aptos" panose="020B0004020202020204" pitchFamily="34" charset="0"/>
              </a:defRPr>
            </a:lvl1pPr>
            <a:lvl2pPr marL="6286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2pPr>
            <a:lvl3pPr marL="10858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3pPr>
            <a:lvl4pPr marL="15430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4pPr>
            <a:lvl5pPr marL="1828800" indent="0">
              <a:buNone/>
              <a:defRPr/>
            </a:lvl5pPr>
          </a:lstStyle>
          <a:p>
            <a:pPr lvl="0"/>
            <a:r>
              <a:rPr lang="en-US"/>
              <a:t>Content text</a:t>
            </a:r>
            <a:endParaRPr lang="en-GR"/>
          </a:p>
          <a:p>
            <a:pPr lvl="1"/>
            <a:r>
              <a:rPr lang="en-GB"/>
              <a:t>Content text</a:t>
            </a:r>
          </a:p>
          <a:p>
            <a:pPr lvl="2"/>
            <a:r>
              <a:rPr lang="en-GB"/>
              <a:t>Content text</a:t>
            </a:r>
          </a:p>
          <a:p>
            <a:pPr lvl="3"/>
            <a:r>
              <a:rPr lang="en-GB"/>
              <a:t>Content text</a:t>
            </a:r>
          </a:p>
        </p:txBody>
      </p:sp>
      <p:sp>
        <p:nvSpPr>
          <p:cNvPr id="8" name="Title 1">
            <a:extLst>
              <a:ext uri="{FF2B5EF4-FFF2-40B4-BE49-F238E27FC236}">
                <a16:creationId xmlns:a16="http://schemas.microsoft.com/office/drawing/2014/main" id="{67CDB3F4-8F74-973A-4C9A-2A761765AEAD}"/>
              </a:ext>
            </a:extLst>
          </p:cNvPr>
          <p:cNvSpPr txBox="1">
            <a:spLocks/>
          </p:cNvSpPr>
          <p:nvPr userDrawn="1"/>
        </p:nvSpPr>
        <p:spPr>
          <a:xfrm>
            <a:off x="6783941" y="409286"/>
            <a:ext cx="5081305" cy="1393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000" b="1" i="0" kern="1200">
                <a:solidFill>
                  <a:schemeClr val="accent1"/>
                </a:solidFill>
                <a:latin typeface="Aptos SemiBold" panose="020B0004020202020204" pitchFamily="34" charset="0"/>
                <a:ea typeface="+mj-ea"/>
                <a:cs typeface="+mj-cs"/>
              </a:defRPr>
            </a:lvl1pPr>
          </a:lstStyle>
          <a:p>
            <a:r>
              <a:rPr lang="en-GB" sz="1000"/>
              <a:t>Placeholder text</a:t>
            </a:r>
            <a:endParaRPr lang="en-GR" sz="1000"/>
          </a:p>
        </p:txBody>
      </p:sp>
      <p:sp>
        <p:nvSpPr>
          <p:cNvPr id="9" name="Text Placeholder 9">
            <a:extLst>
              <a:ext uri="{FF2B5EF4-FFF2-40B4-BE49-F238E27FC236}">
                <a16:creationId xmlns:a16="http://schemas.microsoft.com/office/drawing/2014/main" id="{009D3D5D-5646-699D-9E02-4034EFDB096D}"/>
              </a:ext>
            </a:extLst>
          </p:cNvPr>
          <p:cNvSpPr>
            <a:spLocks noGrp="1"/>
          </p:cNvSpPr>
          <p:nvPr>
            <p:ph type="body" sz="quarter" idx="25" hasCustomPrompt="1"/>
          </p:nvPr>
        </p:nvSpPr>
        <p:spPr>
          <a:xfrm>
            <a:off x="6783940" y="741495"/>
            <a:ext cx="5079926"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spTree>
    <p:extLst>
      <p:ext uri="{BB962C8B-B14F-4D97-AF65-F5344CB8AC3E}">
        <p14:creationId xmlns:p14="http://schemas.microsoft.com/office/powerpoint/2010/main" val="266075136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Page Cut Edges _Image Left">
    <p:spTree>
      <p:nvGrpSpPr>
        <p:cNvPr id="1" name=""/>
        <p:cNvGrpSpPr/>
        <p:nvPr/>
      </p:nvGrpSpPr>
      <p:grpSpPr>
        <a:xfrm>
          <a:off x="0" y="0"/>
          <a:ext cx="0" cy="0"/>
          <a:chOff x="0" y="0"/>
          <a:chExt cx="0" cy="0"/>
        </a:xfrm>
      </p:grpSpPr>
      <p:sp>
        <p:nvSpPr>
          <p:cNvPr id="10" name="Picture Placeholder 7">
            <a:extLst>
              <a:ext uri="{FF2B5EF4-FFF2-40B4-BE49-F238E27FC236}">
                <a16:creationId xmlns:a16="http://schemas.microsoft.com/office/drawing/2014/main" id="{837955B4-4714-639C-E6EB-1DEDAE0D9711}"/>
              </a:ext>
            </a:extLst>
          </p:cNvPr>
          <p:cNvSpPr>
            <a:spLocks noGrp="1"/>
          </p:cNvSpPr>
          <p:nvPr>
            <p:ph type="pic" sz="quarter" idx="21" hasCustomPrompt="1"/>
          </p:nvPr>
        </p:nvSpPr>
        <p:spPr>
          <a:xfrm>
            <a:off x="352461" y="409285"/>
            <a:ext cx="4392082" cy="5900035"/>
          </a:xfrm>
          <a:solidFill>
            <a:schemeClr val="accent5">
              <a:lumMod val="40000"/>
              <a:lumOff val="60000"/>
            </a:schemeClr>
          </a:solidFill>
        </p:spPr>
        <p:txBody>
          <a:bodyPr/>
          <a:lstStyle>
            <a:lvl1pPr marL="0" indent="0">
              <a:buNone/>
              <a:defRPr/>
            </a:lvl1pPr>
          </a:lstStyle>
          <a:p>
            <a:r>
              <a:rPr lang="en-GR"/>
              <a:t> </a:t>
            </a:r>
          </a:p>
        </p:txBody>
      </p:sp>
      <p:sp>
        <p:nvSpPr>
          <p:cNvPr id="6" name="Slide Number Placeholder 5">
            <a:extLst>
              <a:ext uri="{FF2B5EF4-FFF2-40B4-BE49-F238E27FC236}">
                <a16:creationId xmlns:a16="http://schemas.microsoft.com/office/drawing/2014/main" id="{E8935F29-9856-26DE-B30B-416833B68083}"/>
              </a:ext>
            </a:extLst>
          </p:cNvPr>
          <p:cNvSpPr>
            <a:spLocks noGrp="1"/>
          </p:cNvSpPr>
          <p:nvPr>
            <p:ph type="sldNum" sz="quarter" idx="24"/>
          </p:nvPr>
        </p:nvSpPr>
        <p:spPr/>
        <p:txBody>
          <a:bodyPr/>
          <a:lstStyle/>
          <a:p>
            <a:fld id="{233F7D93-8529-0F4E-AF24-E7C8656CB0BF}" type="slidenum">
              <a:rPr lang="en-GR" smtClean="0"/>
              <a:pPr/>
              <a:t>‹#›</a:t>
            </a:fld>
            <a:endParaRPr lang="en-GR"/>
          </a:p>
        </p:txBody>
      </p:sp>
      <p:sp>
        <p:nvSpPr>
          <p:cNvPr id="3" name="Text Placeholder 17">
            <a:extLst>
              <a:ext uri="{FF2B5EF4-FFF2-40B4-BE49-F238E27FC236}">
                <a16:creationId xmlns:a16="http://schemas.microsoft.com/office/drawing/2014/main" id="{FE89C104-6F36-81BA-669D-E761864E13B6}"/>
              </a:ext>
            </a:extLst>
          </p:cNvPr>
          <p:cNvSpPr>
            <a:spLocks noGrp="1"/>
          </p:cNvSpPr>
          <p:nvPr>
            <p:ph type="body" sz="quarter" idx="14" hasCustomPrompt="1"/>
          </p:nvPr>
        </p:nvSpPr>
        <p:spPr>
          <a:xfrm>
            <a:off x="5384800" y="1268824"/>
            <a:ext cx="6479067" cy="5040497"/>
          </a:xfrm>
        </p:spPr>
        <p:txBody>
          <a:bodyPr wrap="square" lIns="0" anchor="t" anchorCtr="0">
            <a:noAutofit/>
          </a:bodyPr>
          <a:lstStyle>
            <a:lvl1pPr marL="0" indent="0">
              <a:lnSpc>
                <a:spcPct val="110000"/>
              </a:lnSpc>
              <a:spcBef>
                <a:spcPts val="900"/>
              </a:spcBef>
              <a:buFont typeface="Arial" panose="020B0604020202020204" pitchFamily="34" charset="0"/>
              <a:buNone/>
              <a:defRPr sz="1100" b="0" i="0">
                <a:solidFill>
                  <a:schemeClr val="tx1"/>
                </a:solidFill>
                <a:latin typeface="Aptos" panose="020B0004020202020204" pitchFamily="34" charset="0"/>
              </a:defRPr>
            </a:lvl1pPr>
            <a:lvl2pPr marL="6286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2pPr>
            <a:lvl3pPr marL="10858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3pPr>
            <a:lvl4pPr marL="15430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4pPr>
            <a:lvl5pPr marL="1828800" indent="0">
              <a:buNone/>
              <a:defRPr/>
            </a:lvl5pPr>
          </a:lstStyle>
          <a:p>
            <a:pPr lvl="0"/>
            <a:r>
              <a:rPr lang="en-US"/>
              <a:t>Content text</a:t>
            </a:r>
            <a:endParaRPr lang="en-GR"/>
          </a:p>
          <a:p>
            <a:pPr lvl="1"/>
            <a:r>
              <a:rPr lang="en-GB"/>
              <a:t>Content text</a:t>
            </a:r>
          </a:p>
          <a:p>
            <a:pPr lvl="2"/>
            <a:r>
              <a:rPr lang="en-GB"/>
              <a:t>Content text</a:t>
            </a:r>
          </a:p>
          <a:p>
            <a:pPr lvl="3"/>
            <a:r>
              <a:rPr lang="en-GB"/>
              <a:t>Content text</a:t>
            </a:r>
          </a:p>
        </p:txBody>
      </p:sp>
      <p:sp>
        <p:nvSpPr>
          <p:cNvPr id="8" name="Title 1">
            <a:extLst>
              <a:ext uri="{FF2B5EF4-FFF2-40B4-BE49-F238E27FC236}">
                <a16:creationId xmlns:a16="http://schemas.microsoft.com/office/drawing/2014/main" id="{61800468-7F3F-3F4F-A254-B6C1EAB9C4CB}"/>
              </a:ext>
            </a:extLst>
          </p:cNvPr>
          <p:cNvSpPr txBox="1">
            <a:spLocks/>
          </p:cNvSpPr>
          <p:nvPr userDrawn="1"/>
        </p:nvSpPr>
        <p:spPr>
          <a:xfrm>
            <a:off x="5384801" y="409286"/>
            <a:ext cx="6480826" cy="1393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000" b="1" i="0" kern="1200">
                <a:solidFill>
                  <a:schemeClr val="accent1"/>
                </a:solidFill>
                <a:latin typeface="Aptos SemiBold" panose="020B0004020202020204" pitchFamily="34" charset="0"/>
                <a:ea typeface="+mj-ea"/>
                <a:cs typeface="+mj-cs"/>
              </a:defRPr>
            </a:lvl1pPr>
          </a:lstStyle>
          <a:p>
            <a:r>
              <a:rPr lang="en-GB" sz="1000"/>
              <a:t>Placeholder text</a:t>
            </a:r>
            <a:endParaRPr lang="en-GR" sz="1000"/>
          </a:p>
        </p:txBody>
      </p:sp>
      <p:sp>
        <p:nvSpPr>
          <p:cNvPr id="9" name="Text Placeholder 9">
            <a:extLst>
              <a:ext uri="{FF2B5EF4-FFF2-40B4-BE49-F238E27FC236}">
                <a16:creationId xmlns:a16="http://schemas.microsoft.com/office/drawing/2014/main" id="{7431405A-E4BE-A121-70C1-BE941649D654}"/>
              </a:ext>
            </a:extLst>
          </p:cNvPr>
          <p:cNvSpPr>
            <a:spLocks noGrp="1"/>
          </p:cNvSpPr>
          <p:nvPr>
            <p:ph type="body" sz="quarter" idx="25" hasCustomPrompt="1"/>
          </p:nvPr>
        </p:nvSpPr>
        <p:spPr>
          <a:xfrm>
            <a:off x="5384800" y="741495"/>
            <a:ext cx="6479067"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spTree>
    <p:extLst>
      <p:ext uri="{BB962C8B-B14F-4D97-AF65-F5344CB8AC3E}">
        <p14:creationId xmlns:p14="http://schemas.microsoft.com/office/powerpoint/2010/main" val="11724518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Page 1/4 _Image Lef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EB7D991D-FAF1-1795-8F51-3B32F7345170}"/>
              </a:ext>
            </a:extLst>
          </p:cNvPr>
          <p:cNvSpPr>
            <a:spLocks noGrp="1"/>
          </p:cNvSpPr>
          <p:nvPr>
            <p:ph type="pic" sz="quarter" idx="21" hasCustomPrompt="1"/>
          </p:nvPr>
        </p:nvSpPr>
        <p:spPr>
          <a:xfrm>
            <a:off x="0" y="0"/>
            <a:ext cx="8976398" cy="6858000"/>
          </a:xfrm>
          <a:solidFill>
            <a:schemeClr val="accent5">
              <a:lumMod val="40000"/>
              <a:lumOff val="60000"/>
            </a:schemeClr>
          </a:solidFill>
        </p:spPr>
        <p:txBody>
          <a:bodyPr/>
          <a:lstStyle>
            <a:lvl1pPr marL="0" indent="0">
              <a:buNone/>
              <a:defRPr>
                <a:solidFill>
                  <a:schemeClr val="accent1"/>
                </a:solidFill>
              </a:defRPr>
            </a:lvl1pPr>
          </a:lstStyle>
          <a:p>
            <a:r>
              <a:rPr lang="en-GR"/>
              <a:t> </a:t>
            </a:r>
          </a:p>
        </p:txBody>
      </p:sp>
      <p:sp>
        <p:nvSpPr>
          <p:cNvPr id="6" name="Slide Number Placeholder 5">
            <a:extLst>
              <a:ext uri="{FF2B5EF4-FFF2-40B4-BE49-F238E27FC236}">
                <a16:creationId xmlns:a16="http://schemas.microsoft.com/office/drawing/2014/main" id="{DF21B053-61AF-C505-7025-814A4A166544}"/>
              </a:ext>
            </a:extLst>
          </p:cNvPr>
          <p:cNvSpPr>
            <a:spLocks noGrp="1"/>
          </p:cNvSpPr>
          <p:nvPr>
            <p:ph type="sldNum" sz="quarter" idx="24"/>
          </p:nvPr>
        </p:nvSpPr>
        <p:spPr/>
        <p:txBody>
          <a:bodyPr/>
          <a:lstStyle/>
          <a:p>
            <a:fld id="{233F7D93-8529-0F4E-AF24-E7C8656CB0BF}" type="slidenum">
              <a:rPr lang="en-GR" smtClean="0"/>
              <a:pPr/>
              <a:t>‹#›</a:t>
            </a:fld>
            <a:endParaRPr lang="en-GR"/>
          </a:p>
        </p:txBody>
      </p:sp>
      <p:sp>
        <p:nvSpPr>
          <p:cNvPr id="3" name="Text Placeholder 17">
            <a:extLst>
              <a:ext uri="{FF2B5EF4-FFF2-40B4-BE49-F238E27FC236}">
                <a16:creationId xmlns:a16="http://schemas.microsoft.com/office/drawing/2014/main" id="{AADEDD0F-2EEA-3DA1-7096-4D69DDCD40C9}"/>
              </a:ext>
            </a:extLst>
          </p:cNvPr>
          <p:cNvSpPr>
            <a:spLocks noGrp="1"/>
          </p:cNvSpPr>
          <p:nvPr>
            <p:ph type="body" sz="quarter" idx="14" hasCustomPrompt="1"/>
          </p:nvPr>
        </p:nvSpPr>
        <p:spPr>
          <a:xfrm>
            <a:off x="9169401" y="1268824"/>
            <a:ext cx="2694466" cy="5040497"/>
          </a:xfrm>
        </p:spPr>
        <p:txBody>
          <a:bodyPr wrap="square" lIns="0" anchor="t" anchorCtr="0">
            <a:noAutofit/>
          </a:bodyPr>
          <a:lstStyle>
            <a:lvl1pPr marL="0" indent="0">
              <a:lnSpc>
                <a:spcPct val="110000"/>
              </a:lnSpc>
              <a:spcBef>
                <a:spcPts val="900"/>
              </a:spcBef>
              <a:buFont typeface="Arial" panose="020B0604020202020204" pitchFamily="34" charset="0"/>
              <a:buNone/>
              <a:defRPr sz="1100" b="0" i="0">
                <a:solidFill>
                  <a:schemeClr val="tx1"/>
                </a:solidFill>
                <a:latin typeface="Aptos" panose="020B0004020202020204" pitchFamily="34" charset="0"/>
              </a:defRPr>
            </a:lvl1pPr>
            <a:lvl2pPr marL="6286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2pPr>
            <a:lvl3pPr marL="10858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3pPr>
            <a:lvl4pPr marL="15430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4pPr>
            <a:lvl5pPr marL="1828800" indent="0">
              <a:buNone/>
              <a:defRPr/>
            </a:lvl5pPr>
          </a:lstStyle>
          <a:p>
            <a:pPr lvl="0"/>
            <a:r>
              <a:rPr lang="en-US"/>
              <a:t>Content text</a:t>
            </a:r>
            <a:endParaRPr lang="en-GR"/>
          </a:p>
          <a:p>
            <a:pPr lvl="1"/>
            <a:r>
              <a:rPr lang="en-GB"/>
              <a:t>Content text</a:t>
            </a:r>
          </a:p>
          <a:p>
            <a:pPr lvl="2"/>
            <a:r>
              <a:rPr lang="en-GB"/>
              <a:t>Content text</a:t>
            </a:r>
          </a:p>
          <a:p>
            <a:pPr lvl="3"/>
            <a:r>
              <a:rPr lang="en-GB"/>
              <a:t>Content text</a:t>
            </a:r>
          </a:p>
        </p:txBody>
      </p:sp>
      <p:sp>
        <p:nvSpPr>
          <p:cNvPr id="10" name="Title 1">
            <a:extLst>
              <a:ext uri="{FF2B5EF4-FFF2-40B4-BE49-F238E27FC236}">
                <a16:creationId xmlns:a16="http://schemas.microsoft.com/office/drawing/2014/main" id="{5383F008-5854-0BB0-CE3F-D326FFF573B3}"/>
              </a:ext>
            </a:extLst>
          </p:cNvPr>
          <p:cNvSpPr txBox="1">
            <a:spLocks/>
          </p:cNvSpPr>
          <p:nvPr userDrawn="1"/>
        </p:nvSpPr>
        <p:spPr>
          <a:xfrm>
            <a:off x="9170047" y="409286"/>
            <a:ext cx="2695198" cy="1393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000" b="1" i="0" kern="1200">
                <a:solidFill>
                  <a:schemeClr val="accent1"/>
                </a:solidFill>
                <a:latin typeface="Aptos SemiBold" panose="020B0004020202020204" pitchFamily="34" charset="0"/>
                <a:ea typeface="+mj-ea"/>
                <a:cs typeface="+mj-cs"/>
              </a:defRPr>
            </a:lvl1pPr>
          </a:lstStyle>
          <a:p>
            <a:r>
              <a:rPr lang="en-GB" sz="1000"/>
              <a:t>Placeholder text</a:t>
            </a:r>
            <a:endParaRPr lang="en-GR" sz="1000"/>
          </a:p>
        </p:txBody>
      </p:sp>
      <p:sp>
        <p:nvSpPr>
          <p:cNvPr id="11" name="Text Placeholder 9">
            <a:extLst>
              <a:ext uri="{FF2B5EF4-FFF2-40B4-BE49-F238E27FC236}">
                <a16:creationId xmlns:a16="http://schemas.microsoft.com/office/drawing/2014/main" id="{95B56B04-1086-7140-9BA7-402CA2C91AF7}"/>
              </a:ext>
            </a:extLst>
          </p:cNvPr>
          <p:cNvSpPr>
            <a:spLocks noGrp="1"/>
          </p:cNvSpPr>
          <p:nvPr>
            <p:ph type="body" sz="quarter" idx="25" hasCustomPrompt="1"/>
          </p:nvPr>
        </p:nvSpPr>
        <p:spPr>
          <a:xfrm>
            <a:off x="9169400" y="741495"/>
            <a:ext cx="2694466"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pic>
        <p:nvPicPr>
          <p:cNvPr id="2" name="Graphic 1">
            <a:extLst>
              <a:ext uri="{FF2B5EF4-FFF2-40B4-BE49-F238E27FC236}">
                <a16:creationId xmlns:a16="http://schemas.microsoft.com/office/drawing/2014/main" id="{C8F519E9-DAB5-1DDE-DAE1-18DE9C9D9D9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42030" y="6465600"/>
            <a:ext cx="1007999" cy="210763"/>
          </a:xfrm>
          <a:prstGeom prst="rect">
            <a:avLst/>
          </a:prstGeom>
        </p:spPr>
      </p:pic>
    </p:spTree>
    <p:extLst>
      <p:ext uri="{BB962C8B-B14F-4D97-AF65-F5344CB8AC3E}">
        <p14:creationId xmlns:p14="http://schemas.microsoft.com/office/powerpoint/2010/main" val="117296604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2/3 _Image 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57F6B4E-50EE-3606-2CBE-542DFD85C121}"/>
              </a:ext>
            </a:extLst>
          </p:cNvPr>
          <p:cNvSpPr>
            <a:spLocks noGrp="1"/>
          </p:cNvSpPr>
          <p:nvPr>
            <p:ph type="pic" sz="quarter" idx="21"/>
          </p:nvPr>
        </p:nvSpPr>
        <p:spPr>
          <a:xfrm>
            <a:off x="0" y="0"/>
            <a:ext cx="3913198" cy="6858000"/>
          </a:xfrm>
          <a:solidFill>
            <a:schemeClr val="accent5">
              <a:lumMod val="40000"/>
              <a:lumOff val="60000"/>
            </a:schemeClr>
          </a:solidFill>
        </p:spPr>
        <p:txBody>
          <a:bodyPr/>
          <a:lstStyle>
            <a:lvl1pPr marL="0" indent="0">
              <a:buNone/>
              <a:defRPr/>
            </a:lvl1pPr>
          </a:lstStyle>
          <a:p>
            <a:endParaRPr lang="en-GR"/>
          </a:p>
        </p:txBody>
      </p:sp>
      <p:sp>
        <p:nvSpPr>
          <p:cNvPr id="6" name="Slide Number Placeholder 5">
            <a:extLst>
              <a:ext uri="{FF2B5EF4-FFF2-40B4-BE49-F238E27FC236}">
                <a16:creationId xmlns:a16="http://schemas.microsoft.com/office/drawing/2014/main" id="{F23FAB9A-B169-15EE-7E42-27E026A81DE9}"/>
              </a:ext>
            </a:extLst>
          </p:cNvPr>
          <p:cNvSpPr>
            <a:spLocks noGrp="1"/>
          </p:cNvSpPr>
          <p:nvPr>
            <p:ph type="sldNum" sz="quarter" idx="24"/>
          </p:nvPr>
        </p:nvSpPr>
        <p:spPr/>
        <p:txBody>
          <a:bodyPr/>
          <a:lstStyle/>
          <a:p>
            <a:fld id="{233F7D93-8529-0F4E-AF24-E7C8656CB0BF}" type="slidenum">
              <a:rPr lang="en-GR" smtClean="0"/>
              <a:pPr/>
              <a:t>‹#›</a:t>
            </a:fld>
            <a:endParaRPr lang="en-GR"/>
          </a:p>
        </p:txBody>
      </p:sp>
      <p:sp>
        <p:nvSpPr>
          <p:cNvPr id="11" name="Text Placeholder 17">
            <a:extLst>
              <a:ext uri="{FF2B5EF4-FFF2-40B4-BE49-F238E27FC236}">
                <a16:creationId xmlns:a16="http://schemas.microsoft.com/office/drawing/2014/main" id="{B60B97EE-8714-795E-1772-6D5174D747E8}"/>
              </a:ext>
            </a:extLst>
          </p:cNvPr>
          <p:cNvSpPr>
            <a:spLocks noGrp="1"/>
          </p:cNvSpPr>
          <p:nvPr>
            <p:ph type="body" sz="quarter" idx="14" hasCustomPrompt="1"/>
          </p:nvPr>
        </p:nvSpPr>
        <p:spPr>
          <a:xfrm>
            <a:off x="4305300" y="1268824"/>
            <a:ext cx="7558567" cy="5040497"/>
          </a:xfrm>
        </p:spPr>
        <p:txBody>
          <a:bodyPr wrap="square" lIns="0" anchor="t" anchorCtr="0">
            <a:noAutofit/>
          </a:bodyPr>
          <a:lstStyle>
            <a:lvl1pPr marL="0" indent="0">
              <a:lnSpc>
                <a:spcPct val="110000"/>
              </a:lnSpc>
              <a:spcBef>
                <a:spcPts val="900"/>
              </a:spcBef>
              <a:buFont typeface="Arial" panose="020B0604020202020204" pitchFamily="34" charset="0"/>
              <a:buNone/>
              <a:defRPr sz="1100" b="0" i="0">
                <a:solidFill>
                  <a:schemeClr val="tx1"/>
                </a:solidFill>
                <a:latin typeface="Aptos" panose="020B0004020202020204" pitchFamily="34" charset="0"/>
              </a:defRPr>
            </a:lvl1pPr>
            <a:lvl2pPr marL="6286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2pPr>
            <a:lvl3pPr marL="10858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3pPr>
            <a:lvl4pPr marL="15430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4pPr>
            <a:lvl5pPr marL="1828800" indent="0">
              <a:buNone/>
              <a:defRPr/>
            </a:lvl5pPr>
          </a:lstStyle>
          <a:p>
            <a:pPr lvl="0"/>
            <a:r>
              <a:rPr lang="en-US"/>
              <a:t>Content text</a:t>
            </a:r>
            <a:endParaRPr lang="en-GR"/>
          </a:p>
          <a:p>
            <a:pPr lvl="1"/>
            <a:r>
              <a:rPr lang="en-GB"/>
              <a:t>Content text</a:t>
            </a:r>
          </a:p>
          <a:p>
            <a:pPr lvl="2"/>
            <a:r>
              <a:rPr lang="en-GB"/>
              <a:t>Content text</a:t>
            </a:r>
          </a:p>
          <a:p>
            <a:pPr lvl="3"/>
            <a:r>
              <a:rPr lang="en-GB"/>
              <a:t>Content text</a:t>
            </a:r>
          </a:p>
        </p:txBody>
      </p:sp>
      <p:sp>
        <p:nvSpPr>
          <p:cNvPr id="3" name="Title 1">
            <a:extLst>
              <a:ext uri="{FF2B5EF4-FFF2-40B4-BE49-F238E27FC236}">
                <a16:creationId xmlns:a16="http://schemas.microsoft.com/office/drawing/2014/main" id="{ADE1DF0F-FCB1-7FA1-26C9-CB0C9E178489}"/>
              </a:ext>
            </a:extLst>
          </p:cNvPr>
          <p:cNvSpPr txBox="1">
            <a:spLocks/>
          </p:cNvSpPr>
          <p:nvPr userDrawn="1"/>
        </p:nvSpPr>
        <p:spPr>
          <a:xfrm>
            <a:off x="4304627" y="409286"/>
            <a:ext cx="7560619" cy="1393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000" b="1" i="0" kern="1200">
                <a:solidFill>
                  <a:schemeClr val="accent1"/>
                </a:solidFill>
                <a:latin typeface="Aptos SemiBold" panose="020B0004020202020204" pitchFamily="34" charset="0"/>
                <a:ea typeface="+mj-ea"/>
                <a:cs typeface="+mj-cs"/>
              </a:defRPr>
            </a:lvl1pPr>
          </a:lstStyle>
          <a:p>
            <a:r>
              <a:rPr lang="en-GB" sz="1000"/>
              <a:t>Placeholder text</a:t>
            </a:r>
            <a:endParaRPr lang="en-GR" sz="1000"/>
          </a:p>
        </p:txBody>
      </p:sp>
      <p:sp>
        <p:nvSpPr>
          <p:cNvPr id="8" name="Text Placeholder 9">
            <a:extLst>
              <a:ext uri="{FF2B5EF4-FFF2-40B4-BE49-F238E27FC236}">
                <a16:creationId xmlns:a16="http://schemas.microsoft.com/office/drawing/2014/main" id="{54D57F8D-0738-04E8-C4F6-54F3716F7F3C}"/>
              </a:ext>
            </a:extLst>
          </p:cNvPr>
          <p:cNvSpPr>
            <a:spLocks noGrp="1"/>
          </p:cNvSpPr>
          <p:nvPr>
            <p:ph type="body" sz="quarter" idx="25" hasCustomPrompt="1"/>
          </p:nvPr>
        </p:nvSpPr>
        <p:spPr>
          <a:xfrm>
            <a:off x="4305300" y="741495"/>
            <a:ext cx="7558567"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pic>
        <p:nvPicPr>
          <p:cNvPr id="2" name="Graphic 1">
            <a:extLst>
              <a:ext uri="{FF2B5EF4-FFF2-40B4-BE49-F238E27FC236}">
                <a16:creationId xmlns:a16="http://schemas.microsoft.com/office/drawing/2014/main" id="{87A7AD23-4440-1EE7-3F29-031F704DD7F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42030" y="6465600"/>
            <a:ext cx="1007999" cy="210763"/>
          </a:xfrm>
          <a:prstGeom prst="rect">
            <a:avLst/>
          </a:prstGeom>
        </p:spPr>
      </p:pic>
    </p:spTree>
    <p:extLst>
      <p:ext uri="{BB962C8B-B14F-4D97-AF65-F5344CB8AC3E}">
        <p14:creationId xmlns:p14="http://schemas.microsoft.com/office/powerpoint/2010/main" val="31041201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B4B6086-E87B-995B-857D-17A6AA533DCA}"/>
              </a:ext>
            </a:extLst>
          </p:cNvPr>
          <p:cNvSpPr>
            <a:spLocks noGrp="1"/>
          </p:cNvSpPr>
          <p:nvPr>
            <p:ph type="sldNum" sz="quarter" idx="19"/>
          </p:nvPr>
        </p:nvSpPr>
        <p:spPr/>
        <p:txBody>
          <a:bodyPr/>
          <a:lstStyle/>
          <a:p>
            <a:fld id="{233F7D93-8529-0F4E-AF24-E7C8656CB0BF}" type="slidenum">
              <a:rPr lang="en-GR" smtClean="0"/>
              <a:pPr/>
              <a:t>‹#›</a:t>
            </a:fld>
            <a:endParaRPr lang="en-GR"/>
          </a:p>
        </p:txBody>
      </p:sp>
      <p:sp>
        <p:nvSpPr>
          <p:cNvPr id="11" name="Text Placeholder 17">
            <a:extLst>
              <a:ext uri="{FF2B5EF4-FFF2-40B4-BE49-F238E27FC236}">
                <a16:creationId xmlns:a16="http://schemas.microsoft.com/office/drawing/2014/main" id="{0505B8EF-4DB1-B3EB-6418-549C4239DE9B}"/>
              </a:ext>
            </a:extLst>
          </p:cNvPr>
          <p:cNvSpPr>
            <a:spLocks noGrp="1"/>
          </p:cNvSpPr>
          <p:nvPr>
            <p:ph type="body" sz="quarter" idx="14" hasCustomPrompt="1"/>
          </p:nvPr>
        </p:nvSpPr>
        <p:spPr>
          <a:xfrm>
            <a:off x="332316" y="1268824"/>
            <a:ext cx="11531551" cy="5040497"/>
          </a:xfrm>
        </p:spPr>
        <p:txBody>
          <a:bodyPr wrap="square" lIns="0" anchor="t" anchorCtr="0">
            <a:noAutofit/>
          </a:bodyPr>
          <a:lstStyle>
            <a:lvl1pPr marL="0" indent="0">
              <a:lnSpc>
                <a:spcPct val="110000"/>
              </a:lnSpc>
              <a:spcBef>
                <a:spcPts val="900"/>
              </a:spcBef>
              <a:buFont typeface="Arial" panose="020B0604020202020204" pitchFamily="34" charset="0"/>
              <a:buNone/>
              <a:defRPr sz="1100" b="0" i="0">
                <a:solidFill>
                  <a:schemeClr val="tx1"/>
                </a:solidFill>
                <a:latin typeface="Aptos" panose="020B0004020202020204" pitchFamily="34" charset="0"/>
              </a:defRPr>
            </a:lvl1pPr>
            <a:lvl2pPr marL="6286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2pPr>
            <a:lvl3pPr marL="10858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3pPr>
            <a:lvl4pPr marL="15430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4pPr>
            <a:lvl5pPr marL="1828800" indent="0">
              <a:buNone/>
              <a:defRPr/>
            </a:lvl5pPr>
          </a:lstStyle>
          <a:p>
            <a:pPr lvl="0"/>
            <a:r>
              <a:rPr lang="en-US"/>
              <a:t>Content text</a:t>
            </a:r>
            <a:endParaRPr lang="en-GR"/>
          </a:p>
          <a:p>
            <a:pPr lvl="1"/>
            <a:r>
              <a:rPr lang="en-GB"/>
              <a:t>Content text</a:t>
            </a:r>
          </a:p>
          <a:p>
            <a:pPr lvl="2"/>
            <a:r>
              <a:rPr lang="en-GB"/>
              <a:t>Content text</a:t>
            </a:r>
          </a:p>
          <a:p>
            <a:pPr lvl="3"/>
            <a:r>
              <a:rPr lang="en-GB"/>
              <a:t>Content text</a:t>
            </a:r>
          </a:p>
        </p:txBody>
      </p:sp>
      <p:sp>
        <p:nvSpPr>
          <p:cNvPr id="2" name="Title 1">
            <a:extLst>
              <a:ext uri="{FF2B5EF4-FFF2-40B4-BE49-F238E27FC236}">
                <a16:creationId xmlns:a16="http://schemas.microsoft.com/office/drawing/2014/main" id="{9B00D36E-3088-13F2-F51E-C152A4F257CD}"/>
              </a:ext>
            </a:extLst>
          </p:cNvPr>
          <p:cNvSpPr txBox="1">
            <a:spLocks/>
          </p:cNvSpPr>
          <p:nvPr userDrawn="1"/>
        </p:nvSpPr>
        <p:spPr>
          <a:xfrm>
            <a:off x="330565" y="409286"/>
            <a:ext cx="11534681" cy="1393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000" b="1" i="0" kern="1200">
                <a:solidFill>
                  <a:schemeClr val="accent1"/>
                </a:solidFill>
                <a:latin typeface="Aptos SemiBold" panose="020B0004020202020204" pitchFamily="34" charset="0"/>
                <a:ea typeface="+mj-ea"/>
                <a:cs typeface="+mj-cs"/>
              </a:defRPr>
            </a:lvl1pPr>
          </a:lstStyle>
          <a:p>
            <a:r>
              <a:rPr lang="en-GB" sz="1000"/>
              <a:t>Placeholder text</a:t>
            </a:r>
            <a:endParaRPr lang="en-GR" sz="1000"/>
          </a:p>
        </p:txBody>
      </p:sp>
      <p:sp>
        <p:nvSpPr>
          <p:cNvPr id="3" name="Text Placeholder 9">
            <a:extLst>
              <a:ext uri="{FF2B5EF4-FFF2-40B4-BE49-F238E27FC236}">
                <a16:creationId xmlns:a16="http://schemas.microsoft.com/office/drawing/2014/main" id="{E95120D0-C782-FB84-44F9-A0345BCD0AC7}"/>
              </a:ext>
            </a:extLst>
          </p:cNvPr>
          <p:cNvSpPr>
            <a:spLocks noGrp="1"/>
          </p:cNvSpPr>
          <p:nvPr>
            <p:ph type="body" sz="quarter" idx="25" hasCustomPrompt="1"/>
          </p:nvPr>
        </p:nvSpPr>
        <p:spPr>
          <a:xfrm>
            <a:off x="332316" y="741495"/>
            <a:ext cx="11531551"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spTree>
    <p:extLst>
      <p:ext uri="{BB962C8B-B14F-4D97-AF65-F5344CB8AC3E}">
        <p14:creationId xmlns:p14="http://schemas.microsoft.com/office/powerpoint/2010/main" val="20559373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1_Full Page &amp; quote">
    <p:spTree>
      <p:nvGrpSpPr>
        <p:cNvPr id="1" name=""/>
        <p:cNvGrpSpPr/>
        <p:nvPr/>
      </p:nvGrpSpPr>
      <p:grpSpPr>
        <a:xfrm>
          <a:off x="0" y="0"/>
          <a:ext cx="0" cy="0"/>
          <a:chOff x="0" y="0"/>
          <a:chExt cx="0" cy="0"/>
        </a:xfrm>
      </p:grpSpPr>
      <p:sp>
        <p:nvSpPr>
          <p:cNvPr id="21" name="Text Placeholder 17">
            <a:extLst>
              <a:ext uri="{FF2B5EF4-FFF2-40B4-BE49-F238E27FC236}">
                <a16:creationId xmlns:a16="http://schemas.microsoft.com/office/drawing/2014/main" id="{E4F39B2F-3138-1D49-29EC-F4CA1032AE35}"/>
              </a:ext>
            </a:extLst>
          </p:cNvPr>
          <p:cNvSpPr>
            <a:spLocks noGrp="1"/>
          </p:cNvSpPr>
          <p:nvPr>
            <p:ph type="body" sz="quarter" idx="14" hasCustomPrompt="1"/>
          </p:nvPr>
        </p:nvSpPr>
        <p:spPr>
          <a:xfrm>
            <a:off x="332316" y="1268824"/>
            <a:ext cx="3785977" cy="5047757"/>
          </a:xfrm>
        </p:spPr>
        <p:txBody>
          <a:bodyPr wrap="square" lIns="0" anchor="t" anchorCtr="0">
            <a:normAutofit/>
          </a:bodyPr>
          <a:lstStyle>
            <a:lvl1pPr marL="0" indent="0">
              <a:lnSpc>
                <a:spcPct val="110000"/>
              </a:lnSpc>
              <a:spcBef>
                <a:spcPts val="900"/>
              </a:spcBef>
              <a:buFont typeface="Arial" panose="020B0604020202020204" pitchFamily="34" charset="0"/>
              <a:buNone/>
              <a:defRPr sz="1100" b="0" i="0">
                <a:solidFill>
                  <a:schemeClr val="tx1"/>
                </a:solidFill>
                <a:latin typeface="Aptos" panose="020B0004020202020204" pitchFamily="34" charset="0"/>
              </a:defRPr>
            </a:lvl1pPr>
            <a:lvl2pPr marL="6286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2pPr>
            <a:lvl3pPr marL="10858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3pPr>
            <a:lvl4pPr marL="15430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4pPr>
            <a:lvl5pPr marL="2000250" indent="-171450">
              <a:buFont typeface="Arial" panose="020B0604020202020204" pitchFamily="34" charset="0"/>
              <a:buChar char="•"/>
              <a:defRPr/>
            </a:lvl5pPr>
          </a:lstStyle>
          <a:p>
            <a:pPr lvl="0"/>
            <a:r>
              <a:rPr lang="en-US"/>
              <a:t>Content text</a:t>
            </a:r>
            <a:endParaRPr lang="en-GR"/>
          </a:p>
          <a:p>
            <a:pPr lvl="1"/>
            <a:r>
              <a:rPr lang="en-GB"/>
              <a:t>Content text</a:t>
            </a:r>
          </a:p>
          <a:p>
            <a:pPr lvl="2"/>
            <a:r>
              <a:rPr lang="en-GB"/>
              <a:t>Content text</a:t>
            </a:r>
          </a:p>
          <a:p>
            <a:pPr lvl="3"/>
            <a:r>
              <a:rPr lang="en-GB"/>
              <a:t>Content text</a:t>
            </a:r>
          </a:p>
        </p:txBody>
      </p:sp>
      <p:sp>
        <p:nvSpPr>
          <p:cNvPr id="8" name="Rectangle 7">
            <a:extLst>
              <a:ext uri="{FF2B5EF4-FFF2-40B4-BE49-F238E27FC236}">
                <a16:creationId xmlns:a16="http://schemas.microsoft.com/office/drawing/2014/main" id="{815F88B9-6B0D-0687-63CD-3B44D7EA82C0}"/>
              </a:ext>
            </a:extLst>
          </p:cNvPr>
          <p:cNvSpPr/>
          <p:nvPr userDrawn="1"/>
        </p:nvSpPr>
        <p:spPr>
          <a:xfrm>
            <a:off x="8976321" y="3136759"/>
            <a:ext cx="2875186" cy="3179820"/>
          </a:xfrm>
          <a:prstGeom prst="rect">
            <a:avLst/>
          </a:prstGeom>
          <a:solidFill>
            <a:schemeClr val="accent5">
              <a:lumMod val="40000"/>
              <a:lumOff val="6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R" sz="1200" b="0" i="0" u="none" strike="noStrike" kern="1200" cap="none" spc="0" normalizeH="0" baseline="0" noProof="0">
              <a:ln>
                <a:noFill/>
              </a:ln>
              <a:solidFill>
                <a:schemeClr val="accent4">
                  <a:lumMod val="40000"/>
                  <a:lumOff val="60000"/>
                </a:schemeClr>
              </a:solidFill>
              <a:effectLst/>
              <a:uLnTx/>
              <a:uFillTx/>
              <a:latin typeface="Aptos" panose="020B0004020202020204" pitchFamily="34" charset="0"/>
              <a:ea typeface="+mn-ea"/>
              <a:cs typeface="+mn-cs"/>
            </a:endParaRPr>
          </a:p>
        </p:txBody>
      </p:sp>
      <p:sp>
        <p:nvSpPr>
          <p:cNvPr id="10" name="Text Placeholder 17">
            <a:extLst>
              <a:ext uri="{FF2B5EF4-FFF2-40B4-BE49-F238E27FC236}">
                <a16:creationId xmlns:a16="http://schemas.microsoft.com/office/drawing/2014/main" id="{B1A09D24-C492-7D32-1E93-68AE331CE86F}"/>
              </a:ext>
            </a:extLst>
          </p:cNvPr>
          <p:cNvSpPr>
            <a:spLocks noGrp="1"/>
          </p:cNvSpPr>
          <p:nvPr>
            <p:ph type="body" sz="quarter" idx="18" hasCustomPrompt="1"/>
          </p:nvPr>
        </p:nvSpPr>
        <p:spPr>
          <a:xfrm>
            <a:off x="4459106" y="1268823"/>
            <a:ext cx="3785977" cy="5047757"/>
          </a:xfrm>
        </p:spPr>
        <p:txBody>
          <a:bodyPr wrap="square" lIns="0" anchor="t" anchorCtr="0">
            <a:normAutofit/>
          </a:bodyPr>
          <a:lstStyle>
            <a:lvl1pPr marL="0" indent="0">
              <a:lnSpc>
                <a:spcPct val="110000"/>
              </a:lnSpc>
              <a:spcBef>
                <a:spcPts val="900"/>
              </a:spcBef>
              <a:buFont typeface="Arial" panose="020B0604020202020204" pitchFamily="34" charset="0"/>
              <a:buNone/>
              <a:defRPr sz="1100" b="0" i="0">
                <a:solidFill>
                  <a:schemeClr val="tx1"/>
                </a:solidFill>
                <a:latin typeface="Aptos" panose="020B0004020202020204" pitchFamily="34" charset="0"/>
              </a:defRPr>
            </a:lvl1pPr>
            <a:lvl2pPr marL="6286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2pPr>
            <a:lvl3pPr marL="10858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3pPr>
            <a:lvl4pPr marL="15430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4pPr>
            <a:lvl5pPr marL="2000250" indent="-171450">
              <a:buFont typeface="Arial" panose="020B0604020202020204" pitchFamily="34" charset="0"/>
              <a:buChar char="•"/>
              <a:defRPr/>
            </a:lvl5pPr>
          </a:lstStyle>
          <a:p>
            <a:pPr lvl="0"/>
            <a:r>
              <a:rPr lang="en-US"/>
              <a:t>Content text</a:t>
            </a:r>
            <a:endParaRPr lang="en-GR"/>
          </a:p>
          <a:p>
            <a:pPr lvl="1"/>
            <a:r>
              <a:rPr lang="en-GB"/>
              <a:t>Content text</a:t>
            </a:r>
          </a:p>
          <a:p>
            <a:pPr lvl="2"/>
            <a:r>
              <a:rPr lang="en-GB"/>
              <a:t>Content text</a:t>
            </a:r>
          </a:p>
          <a:p>
            <a:pPr lvl="3"/>
            <a:r>
              <a:rPr lang="en-GB"/>
              <a:t>Content text</a:t>
            </a:r>
          </a:p>
        </p:txBody>
      </p:sp>
      <p:sp>
        <p:nvSpPr>
          <p:cNvPr id="14" name="Picture Placeholder 13">
            <a:extLst>
              <a:ext uri="{FF2B5EF4-FFF2-40B4-BE49-F238E27FC236}">
                <a16:creationId xmlns:a16="http://schemas.microsoft.com/office/drawing/2014/main" id="{457DD202-5B4E-0FF7-FF61-A0FA4EAE4D92}"/>
              </a:ext>
            </a:extLst>
          </p:cNvPr>
          <p:cNvSpPr>
            <a:spLocks noGrp="1"/>
          </p:cNvSpPr>
          <p:nvPr>
            <p:ph type="pic" sz="quarter" idx="19" hasCustomPrompt="1"/>
          </p:nvPr>
        </p:nvSpPr>
        <p:spPr>
          <a:xfrm>
            <a:off x="8976319" y="1268821"/>
            <a:ext cx="2875956" cy="1867938"/>
          </a:xfrm>
          <a:solidFill>
            <a:schemeClr val="accent5">
              <a:lumMod val="40000"/>
              <a:lumOff val="60000"/>
            </a:schemeClr>
          </a:solidFill>
        </p:spPr>
        <p:txBody>
          <a:bodyPr/>
          <a:lstStyle/>
          <a:p>
            <a:r>
              <a:rPr lang="en-GR"/>
              <a:t> </a:t>
            </a:r>
          </a:p>
        </p:txBody>
      </p:sp>
      <p:sp>
        <p:nvSpPr>
          <p:cNvPr id="15" name="Text Placeholder 17">
            <a:extLst>
              <a:ext uri="{FF2B5EF4-FFF2-40B4-BE49-F238E27FC236}">
                <a16:creationId xmlns:a16="http://schemas.microsoft.com/office/drawing/2014/main" id="{115867B5-8D8F-3C03-D082-075373C6A08A}"/>
              </a:ext>
            </a:extLst>
          </p:cNvPr>
          <p:cNvSpPr>
            <a:spLocks noGrp="1"/>
          </p:cNvSpPr>
          <p:nvPr>
            <p:ph type="body" sz="quarter" idx="20" hasCustomPrompt="1"/>
          </p:nvPr>
        </p:nvSpPr>
        <p:spPr>
          <a:xfrm>
            <a:off x="9317134" y="3483980"/>
            <a:ext cx="2193558" cy="2465370"/>
          </a:xfrm>
        </p:spPr>
        <p:txBody>
          <a:bodyPr wrap="square" lIns="0" anchor="t" anchorCtr="0">
            <a:normAutofit/>
          </a:bodyPr>
          <a:lstStyle>
            <a:lvl1pPr marL="285750" indent="-2857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1pPr>
            <a:lvl2pPr marL="6286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2pPr>
            <a:lvl3pPr marL="10858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3pPr>
            <a:lvl4pPr marL="15430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4pPr>
            <a:lvl5pPr marL="2000250" indent="-171450">
              <a:buFont typeface="Arial" panose="020B0604020202020204" pitchFamily="34" charset="0"/>
              <a:buChar char="•"/>
              <a:defRPr/>
            </a:lvl5pPr>
          </a:lstStyle>
          <a:p>
            <a:pPr lvl="0"/>
            <a:r>
              <a:rPr lang="en-US"/>
              <a:t>Content text</a:t>
            </a:r>
            <a:endParaRPr lang="en-GR"/>
          </a:p>
          <a:p>
            <a:pPr lvl="1"/>
            <a:r>
              <a:rPr lang="en-GB"/>
              <a:t>Content text</a:t>
            </a:r>
          </a:p>
          <a:p>
            <a:pPr lvl="2"/>
            <a:r>
              <a:rPr lang="en-GB"/>
              <a:t>Content text</a:t>
            </a:r>
          </a:p>
          <a:p>
            <a:pPr lvl="3"/>
            <a:r>
              <a:rPr lang="en-GB"/>
              <a:t>Content text</a:t>
            </a:r>
          </a:p>
        </p:txBody>
      </p:sp>
      <p:sp>
        <p:nvSpPr>
          <p:cNvPr id="6" name="Slide Number Placeholder 5">
            <a:extLst>
              <a:ext uri="{FF2B5EF4-FFF2-40B4-BE49-F238E27FC236}">
                <a16:creationId xmlns:a16="http://schemas.microsoft.com/office/drawing/2014/main" id="{CD5060E7-C7A8-8231-BFD1-A8592832FD72}"/>
              </a:ext>
            </a:extLst>
          </p:cNvPr>
          <p:cNvSpPr>
            <a:spLocks noGrp="1"/>
          </p:cNvSpPr>
          <p:nvPr>
            <p:ph type="sldNum" sz="quarter" idx="23"/>
          </p:nvPr>
        </p:nvSpPr>
        <p:spPr/>
        <p:txBody>
          <a:bodyPr/>
          <a:lstStyle/>
          <a:p>
            <a:fld id="{233F7D93-8529-0F4E-AF24-E7C8656CB0BF}" type="slidenum">
              <a:rPr lang="en-GR" smtClean="0"/>
              <a:pPr/>
              <a:t>‹#›</a:t>
            </a:fld>
            <a:endParaRPr lang="en-GR"/>
          </a:p>
        </p:txBody>
      </p:sp>
      <p:sp>
        <p:nvSpPr>
          <p:cNvPr id="7" name="Title 1">
            <a:extLst>
              <a:ext uri="{FF2B5EF4-FFF2-40B4-BE49-F238E27FC236}">
                <a16:creationId xmlns:a16="http://schemas.microsoft.com/office/drawing/2014/main" id="{BFAE5AEF-3188-1708-7D86-2C3565C40010}"/>
              </a:ext>
            </a:extLst>
          </p:cNvPr>
          <p:cNvSpPr txBox="1">
            <a:spLocks/>
          </p:cNvSpPr>
          <p:nvPr userDrawn="1"/>
        </p:nvSpPr>
        <p:spPr>
          <a:xfrm>
            <a:off x="330567" y="409286"/>
            <a:ext cx="11534679" cy="1393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000" b="1" i="0" kern="1200">
                <a:solidFill>
                  <a:schemeClr val="accent1"/>
                </a:solidFill>
                <a:latin typeface="Aptos SemiBold" panose="020B0004020202020204" pitchFamily="34" charset="0"/>
                <a:ea typeface="+mj-ea"/>
                <a:cs typeface="+mj-cs"/>
              </a:defRPr>
            </a:lvl1pPr>
          </a:lstStyle>
          <a:p>
            <a:r>
              <a:rPr lang="en-GB" sz="1000"/>
              <a:t>Placeholder text</a:t>
            </a:r>
            <a:endParaRPr lang="en-GR" sz="1000"/>
          </a:p>
        </p:txBody>
      </p:sp>
      <p:sp>
        <p:nvSpPr>
          <p:cNvPr id="9" name="Text Placeholder 9">
            <a:extLst>
              <a:ext uri="{FF2B5EF4-FFF2-40B4-BE49-F238E27FC236}">
                <a16:creationId xmlns:a16="http://schemas.microsoft.com/office/drawing/2014/main" id="{2C07AD8B-CDB5-4EE7-E347-7BD163A4F430}"/>
              </a:ext>
            </a:extLst>
          </p:cNvPr>
          <p:cNvSpPr>
            <a:spLocks noGrp="1"/>
          </p:cNvSpPr>
          <p:nvPr>
            <p:ph type="body" sz="quarter" idx="25" hasCustomPrompt="1"/>
          </p:nvPr>
        </p:nvSpPr>
        <p:spPr>
          <a:xfrm>
            <a:off x="332317" y="741495"/>
            <a:ext cx="11531550"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spTree>
    <p:extLst>
      <p:ext uri="{BB962C8B-B14F-4D97-AF65-F5344CB8AC3E}">
        <p14:creationId xmlns:p14="http://schemas.microsoft.com/office/powerpoint/2010/main" val="7291634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1_Charts &amp; Infographic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9024955-86A7-9B66-610F-21460F8152A7}"/>
              </a:ext>
            </a:extLst>
          </p:cNvPr>
          <p:cNvSpPr>
            <a:spLocks noGrp="1"/>
          </p:cNvSpPr>
          <p:nvPr>
            <p:ph type="sldNum" sz="quarter" idx="19"/>
          </p:nvPr>
        </p:nvSpPr>
        <p:spPr/>
        <p:txBody>
          <a:bodyPr/>
          <a:lstStyle/>
          <a:p>
            <a:fld id="{233F7D93-8529-0F4E-AF24-E7C8656CB0BF}" type="slidenum">
              <a:rPr lang="en-GR" smtClean="0"/>
              <a:pPr/>
              <a:t>‹#›</a:t>
            </a:fld>
            <a:endParaRPr lang="en-GR"/>
          </a:p>
        </p:txBody>
      </p:sp>
      <p:sp>
        <p:nvSpPr>
          <p:cNvPr id="8" name="Title 1">
            <a:extLst>
              <a:ext uri="{FF2B5EF4-FFF2-40B4-BE49-F238E27FC236}">
                <a16:creationId xmlns:a16="http://schemas.microsoft.com/office/drawing/2014/main" id="{F50B733F-5363-3210-4F18-71BD8BD3FBF4}"/>
              </a:ext>
            </a:extLst>
          </p:cNvPr>
          <p:cNvSpPr txBox="1">
            <a:spLocks/>
          </p:cNvSpPr>
          <p:nvPr userDrawn="1"/>
        </p:nvSpPr>
        <p:spPr>
          <a:xfrm>
            <a:off x="330567" y="409286"/>
            <a:ext cx="11534679" cy="1393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000" b="1" i="0" kern="1200">
                <a:solidFill>
                  <a:schemeClr val="accent1"/>
                </a:solidFill>
                <a:latin typeface="Aptos SemiBold" panose="020B0004020202020204" pitchFamily="34" charset="0"/>
                <a:ea typeface="+mj-ea"/>
                <a:cs typeface="+mj-cs"/>
              </a:defRPr>
            </a:lvl1pPr>
          </a:lstStyle>
          <a:p>
            <a:r>
              <a:rPr lang="en-GB" sz="1000"/>
              <a:t>Placeholder text</a:t>
            </a:r>
            <a:endParaRPr lang="en-GR" sz="1000"/>
          </a:p>
        </p:txBody>
      </p:sp>
      <p:sp>
        <p:nvSpPr>
          <p:cNvPr id="9" name="Text Placeholder 9">
            <a:extLst>
              <a:ext uri="{FF2B5EF4-FFF2-40B4-BE49-F238E27FC236}">
                <a16:creationId xmlns:a16="http://schemas.microsoft.com/office/drawing/2014/main" id="{46EA70AA-47C8-4E40-19B0-F65BAB179F27}"/>
              </a:ext>
            </a:extLst>
          </p:cNvPr>
          <p:cNvSpPr>
            <a:spLocks noGrp="1"/>
          </p:cNvSpPr>
          <p:nvPr>
            <p:ph type="body" sz="quarter" idx="25" hasCustomPrompt="1"/>
          </p:nvPr>
        </p:nvSpPr>
        <p:spPr>
          <a:xfrm>
            <a:off x="332317" y="741495"/>
            <a:ext cx="11531550"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spTree>
    <p:extLst>
      <p:ext uri="{BB962C8B-B14F-4D97-AF65-F5344CB8AC3E}">
        <p14:creationId xmlns:p14="http://schemas.microsoft.com/office/powerpoint/2010/main" val="10707514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BC6D5FCA-C520-CB80-F34F-675687DD0531}"/>
              </a:ext>
            </a:extLst>
          </p:cNvPr>
          <p:cNvSpPr>
            <a:spLocks noGrp="1"/>
          </p:cNvSpPr>
          <p:nvPr>
            <p:ph idx="1" hasCustomPrompt="1"/>
          </p:nvPr>
        </p:nvSpPr>
        <p:spPr>
          <a:xfrm>
            <a:off x="345226" y="1217046"/>
            <a:ext cx="11510224" cy="5092274"/>
          </a:xfrm>
          <a:prstGeom prst="rect">
            <a:avLst/>
          </a:prstGeom>
        </p:spPr>
        <p:txBody>
          <a:bodyPr vert="horz" wrap="square" lIns="0" tIns="0" rIns="0" bIns="0" rtlCol="0" anchor="t" anchorCtr="0">
            <a:normAutofit/>
          </a:bodyPr>
          <a:lstStyle>
            <a:lvl1pPr>
              <a:defRPr sz="1600"/>
            </a:lvl1pPr>
            <a:lvl2pPr>
              <a:defRPr sz="1600"/>
            </a:lvl2pPr>
          </a:lstStyle>
          <a:p>
            <a:pPr lvl="0"/>
            <a:r>
              <a:rPr lang="en-GB"/>
              <a:t>Content text</a:t>
            </a:r>
          </a:p>
          <a:p>
            <a:pPr lvl="1"/>
            <a:r>
              <a:rPr lang="en-GB"/>
              <a:t>Content text</a:t>
            </a:r>
          </a:p>
        </p:txBody>
      </p:sp>
      <p:sp>
        <p:nvSpPr>
          <p:cNvPr id="3" name="Freeform 2">
            <a:extLst>
              <a:ext uri="{FF2B5EF4-FFF2-40B4-BE49-F238E27FC236}">
                <a16:creationId xmlns:a16="http://schemas.microsoft.com/office/drawing/2014/main" id="{3E81E5DD-CD87-AE97-1D40-E2CF1A40B450}"/>
              </a:ext>
            </a:extLst>
          </p:cNvPr>
          <p:cNvSpPr/>
          <p:nvPr userDrawn="1"/>
        </p:nvSpPr>
        <p:spPr>
          <a:xfrm>
            <a:off x="7143976" y="9"/>
            <a:ext cx="3857511" cy="6858000"/>
          </a:xfrm>
          <a:custGeom>
            <a:avLst/>
            <a:gdLst>
              <a:gd name="connsiteX0" fmla="*/ 2571678 w 3857511"/>
              <a:gd name="connsiteY0" fmla="*/ 6000753 h 6858000"/>
              <a:gd name="connsiteX1" fmla="*/ 3857511 w 3857511"/>
              <a:gd name="connsiteY1" fmla="*/ 6000753 h 6858000"/>
              <a:gd name="connsiteX2" fmla="*/ 3857511 w 3857511"/>
              <a:gd name="connsiteY2" fmla="*/ 6051758 h 6858000"/>
              <a:gd name="connsiteX3" fmla="*/ 2620025 w 3857511"/>
              <a:gd name="connsiteY3" fmla="*/ 6858000 h 6858000"/>
              <a:gd name="connsiteX4" fmla="*/ 2571678 w 3857511"/>
              <a:gd name="connsiteY4" fmla="*/ 6858000 h 6858000"/>
              <a:gd name="connsiteX5" fmla="*/ 2523331 w 3857511"/>
              <a:gd name="connsiteY5" fmla="*/ 5143506 h 6858000"/>
              <a:gd name="connsiteX6" fmla="*/ 2571678 w 3857511"/>
              <a:gd name="connsiteY6" fmla="*/ 5143506 h 6858000"/>
              <a:gd name="connsiteX7" fmla="*/ 2571678 w 3857511"/>
              <a:gd name="connsiteY7" fmla="*/ 6000753 h 6858000"/>
              <a:gd name="connsiteX8" fmla="*/ 1285845 w 3857511"/>
              <a:gd name="connsiteY8" fmla="*/ 6000753 h 6858000"/>
              <a:gd name="connsiteX9" fmla="*/ 1285845 w 3857511"/>
              <a:gd name="connsiteY9" fmla="*/ 5949748 h 6858000"/>
              <a:gd name="connsiteX10" fmla="*/ 2523331 w 3857511"/>
              <a:gd name="connsiteY10" fmla="*/ 5143506 h 6858000"/>
              <a:gd name="connsiteX11" fmla="*/ 0 w 3857511"/>
              <a:gd name="connsiteY11" fmla="*/ 3429000 h 6858000"/>
              <a:gd name="connsiteX12" fmla="*/ 48346 w 3857511"/>
              <a:gd name="connsiteY12" fmla="*/ 3429000 h 6858000"/>
              <a:gd name="connsiteX13" fmla="*/ 1285833 w 3857511"/>
              <a:gd name="connsiteY13" fmla="*/ 4235242 h 6858000"/>
              <a:gd name="connsiteX14" fmla="*/ 1285833 w 3857511"/>
              <a:gd name="connsiteY14" fmla="*/ 4286247 h 6858000"/>
              <a:gd name="connsiteX15" fmla="*/ 0 w 3857511"/>
              <a:gd name="connsiteY15" fmla="*/ 4286247 h 6858000"/>
              <a:gd name="connsiteX16" fmla="*/ 1285845 w 3857511"/>
              <a:gd name="connsiteY16" fmla="*/ 2571752 h 6858000"/>
              <a:gd name="connsiteX17" fmla="*/ 2571678 w 3857511"/>
              <a:gd name="connsiteY17" fmla="*/ 2571752 h 6858000"/>
              <a:gd name="connsiteX18" fmla="*/ 2571678 w 3857511"/>
              <a:gd name="connsiteY18" fmla="*/ 3428999 h 6858000"/>
              <a:gd name="connsiteX19" fmla="*/ 2523331 w 3857511"/>
              <a:gd name="connsiteY19" fmla="*/ 3428999 h 6858000"/>
              <a:gd name="connsiteX20" fmla="*/ 1285845 w 3857511"/>
              <a:gd name="connsiteY20" fmla="*/ 2622757 h 6858000"/>
              <a:gd name="connsiteX21" fmla="*/ 2523331 w 3857511"/>
              <a:gd name="connsiteY21" fmla="*/ 0 h 6858000"/>
              <a:gd name="connsiteX22" fmla="*/ 2571678 w 3857511"/>
              <a:gd name="connsiteY22" fmla="*/ 0 h 6858000"/>
              <a:gd name="connsiteX23" fmla="*/ 2571678 w 3857511"/>
              <a:gd name="connsiteY23" fmla="*/ 857246 h 6858000"/>
              <a:gd name="connsiteX24" fmla="*/ 3857511 w 3857511"/>
              <a:gd name="connsiteY24" fmla="*/ 857246 h 6858000"/>
              <a:gd name="connsiteX25" fmla="*/ 3857511 w 3857511"/>
              <a:gd name="connsiteY25" fmla="*/ 908251 h 6858000"/>
              <a:gd name="connsiteX26" fmla="*/ 2626415 w 3857511"/>
              <a:gd name="connsiteY26" fmla="*/ 1632077 h 6858000"/>
              <a:gd name="connsiteX27" fmla="*/ 2620025 w 3857511"/>
              <a:gd name="connsiteY27" fmla="*/ 1714493 h 6858000"/>
              <a:gd name="connsiteX28" fmla="*/ 2626415 w 3857511"/>
              <a:gd name="connsiteY28" fmla="*/ 1796909 h 6858000"/>
              <a:gd name="connsiteX29" fmla="*/ 3857511 w 3857511"/>
              <a:gd name="connsiteY29" fmla="*/ 2520735 h 6858000"/>
              <a:gd name="connsiteX30" fmla="*/ 3857511 w 3857511"/>
              <a:gd name="connsiteY30" fmla="*/ 2571740 h 6858000"/>
              <a:gd name="connsiteX31" fmla="*/ 2571678 w 3857511"/>
              <a:gd name="connsiteY31" fmla="*/ 2571740 h 6858000"/>
              <a:gd name="connsiteX32" fmla="*/ 2571678 w 3857511"/>
              <a:gd name="connsiteY32" fmla="*/ 1714493 h 6858000"/>
              <a:gd name="connsiteX33" fmla="*/ 2571678 w 3857511"/>
              <a:gd name="connsiteY33" fmla="*/ 1714493 h 6858000"/>
              <a:gd name="connsiteX34" fmla="*/ 2571678 w 3857511"/>
              <a:gd name="connsiteY34" fmla="*/ 857247 h 6858000"/>
              <a:gd name="connsiteX35" fmla="*/ 1285845 w 3857511"/>
              <a:gd name="connsiteY35" fmla="*/ 857247 h 6858000"/>
              <a:gd name="connsiteX36" fmla="*/ 1285845 w 3857511"/>
              <a:gd name="connsiteY36" fmla="*/ 806242 h 6858000"/>
              <a:gd name="connsiteX37" fmla="*/ 2523331 w 3857511"/>
              <a:gd name="connsiteY3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57511" h="6858000">
                <a:moveTo>
                  <a:pt x="2571678" y="6000753"/>
                </a:moveTo>
                <a:lnTo>
                  <a:pt x="3857511" y="6000753"/>
                </a:lnTo>
                <a:lnTo>
                  <a:pt x="3857511" y="6051758"/>
                </a:lnTo>
                <a:cubicBezTo>
                  <a:pt x="3174136" y="6051758"/>
                  <a:pt x="2620025" y="6412831"/>
                  <a:pt x="2620025" y="6858000"/>
                </a:cubicBezTo>
                <a:lnTo>
                  <a:pt x="2571678" y="6858000"/>
                </a:lnTo>
                <a:close/>
                <a:moveTo>
                  <a:pt x="2523331" y="5143506"/>
                </a:moveTo>
                <a:lnTo>
                  <a:pt x="2571678" y="5143506"/>
                </a:lnTo>
                <a:lnTo>
                  <a:pt x="2571678" y="6000753"/>
                </a:lnTo>
                <a:lnTo>
                  <a:pt x="1285845" y="6000753"/>
                </a:lnTo>
                <a:lnTo>
                  <a:pt x="1285845" y="5949748"/>
                </a:lnTo>
                <a:cubicBezTo>
                  <a:pt x="1969220" y="5949748"/>
                  <a:pt x="2523331" y="5588676"/>
                  <a:pt x="2523331" y="5143506"/>
                </a:cubicBezTo>
                <a:close/>
                <a:moveTo>
                  <a:pt x="0" y="3429000"/>
                </a:moveTo>
                <a:lnTo>
                  <a:pt x="48346" y="3429000"/>
                </a:lnTo>
                <a:cubicBezTo>
                  <a:pt x="48346" y="3874170"/>
                  <a:pt x="602458" y="4235242"/>
                  <a:pt x="1285833" y="4235242"/>
                </a:cubicBezTo>
                <a:lnTo>
                  <a:pt x="1285833" y="4286247"/>
                </a:lnTo>
                <a:lnTo>
                  <a:pt x="0" y="4286247"/>
                </a:lnTo>
                <a:close/>
                <a:moveTo>
                  <a:pt x="1285845" y="2571752"/>
                </a:moveTo>
                <a:lnTo>
                  <a:pt x="2571678" y="2571752"/>
                </a:lnTo>
                <a:lnTo>
                  <a:pt x="2571678" y="3428999"/>
                </a:lnTo>
                <a:lnTo>
                  <a:pt x="2523331" y="3428999"/>
                </a:lnTo>
                <a:cubicBezTo>
                  <a:pt x="2523331" y="2983830"/>
                  <a:pt x="1969220" y="2622757"/>
                  <a:pt x="1285845" y="2622757"/>
                </a:cubicBezTo>
                <a:close/>
                <a:moveTo>
                  <a:pt x="2523331" y="0"/>
                </a:moveTo>
                <a:lnTo>
                  <a:pt x="2571678" y="0"/>
                </a:lnTo>
                <a:lnTo>
                  <a:pt x="2571678" y="857246"/>
                </a:lnTo>
                <a:lnTo>
                  <a:pt x="3857511" y="857246"/>
                </a:lnTo>
                <a:lnTo>
                  <a:pt x="3857511" y="908251"/>
                </a:lnTo>
                <a:cubicBezTo>
                  <a:pt x="3216847" y="908251"/>
                  <a:pt x="2689794" y="1225600"/>
                  <a:pt x="2626415" y="1632077"/>
                </a:cubicBezTo>
                <a:lnTo>
                  <a:pt x="2620025" y="1714493"/>
                </a:lnTo>
                <a:lnTo>
                  <a:pt x="2626415" y="1796909"/>
                </a:lnTo>
                <a:cubicBezTo>
                  <a:pt x="2689794" y="2203387"/>
                  <a:pt x="3216847" y="2520735"/>
                  <a:pt x="3857511" y="2520735"/>
                </a:cubicBezTo>
                <a:lnTo>
                  <a:pt x="3857511" y="2571740"/>
                </a:lnTo>
                <a:lnTo>
                  <a:pt x="2571678" y="2571740"/>
                </a:lnTo>
                <a:lnTo>
                  <a:pt x="2571678" y="1714493"/>
                </a:lnTo>
                <a:lnTo>
                  <a:pt x="2571678" y="1714493"/>
                </a:lnTo>
                <a:lnTo>
                  <a:pt x="2571678" y="857247"/>
                </a:lnTo>
                <a:lnTo>
                  <a:pt x="1285845" y="857247"/>
                </a:lnTo>
                <a:lnTo>
                  <a:pt x="1285845" y="806242"/>
                </a:lnTo>
                <a:cubicBezTo>
                  <a:pt x="1969220" y="806242"/>
                  <a:pt x="2523331" y="445169"/>
                  <a:pt x="2523331" y="0"/>
                </a:cubicBezTo>
                <a:close/>
              </a:path>
            </a:pathLst>
          </a:custGeom>
          <a:solidFill>
            <a:srgbClr val="003841">
              <a:alpha val="5000"/>
            </a:srgbClr>
          </a:solidFill>
          <a:ln w="690" cap="flat">
            <a:noFill/>
            <a:prstDash val="solid"/>
            <a:miter/>
          </a:ln>
        </p:spPr>
        <p:txBody>
          <a:bodyPr wrap="square" rtlCol="0" anchor="ctr">
            <a:noAutofit/>
          </a:bodyPr>
          <a:lstStyle/>
          <a:p>
            <a:endParaRPr lang="en-GR" sz="1800"/>
          </a:p>
        </p:txBody>
      </p:sp>
      <p:sp>
        <p:nvSpPr>
          <p:cNvPr id="8" name="Title Placeholder 1">
            <a:extLst>
              <a:ext uri="{FF2B5EF4-FFF2-40B4-BE49-F238E27FC236}">
                <a16:creationId xmlns:a16="http://schemas.microsoft.com/office/drawing/2014/main" id="{D32E0DDE-E1A6-C607-EB2C-9F9988E2F42B}"/>
              </a:ext>
            </a:extLst>
          </p:cNvPr>
          <p:cNvSpPr>
            <a:spLocks noGrp="1"/>
          </p:cNvSpPr>
          <p:nvPr>
            <p:ph type="title" hasCustomPrompt="1"/>
          </p:nvPr>
        </p:nvSpPr>
        <p:spPr>
          <a:xfrm>
            <a:off x="345226" y="548682"/>
            <a:ext cx="11510224" cy="334515"/>
          </a:xfrm>
          <a:prstGeom prst="rect">
            <a:avLst/>
          </a:prstGeom>
        </p:spPr>
        <p:txBody>
          <a:bodyPr vert="horz" wrap="square" lIns="0" tIns="0" rIns="0" bIns="0" rtlCol="0" anchor="t" anchorCtr="0">
            <a:spAutoFit/>
          </a:bodyPr>
          <a:lstStyle>
            <a:lvl1pPr>
              <a:defRPr sz="2400"/>
            </a:lvl1pPr>
          </a:lstStyle>
          <a:p>
            <a:r>
              <a:rPr lang="en-GB"/>
              <a:t>Contents</a:t>
            </a:r>
            <a:endParaRPr lang="en-GR"/>
          </a:p>
        </p:txBody>
      </p:sp>
      <p:sp>
        <p:nvSpPr>
          <p:cNvPr id="5" name="Slide Number Placeholder 4">
            <a:extLst>
              <a:ext uri="{FF2B5EF4-FFF2-40B4-BE49-F238E27FC236}">
                <a16:creationId xmlns:a16="http://schemas.microsoft.com/office/drawing/2014/main" id="{D4BBFF05-EE07-2F43-56BD-D9B6199F91A3}"/>
              </a:ext>
            </a:extLst>
          </p:cNvPr>
          <p:cNvSpPr>
            <a:spLocks noGrp="1"/>
          </p:cNvSpPr>
          <p:nvPr>
            <p:ph type="sldNum" sz="quarter" idx="12"/>
          </p:nvPr>
        </p:nvSpPr>
        <p:spPr>
          <a:xfrm>
            <a:off x="11179867" y="6542092"/>
            <a:ext cx="684000" cy="138499"/>
          </a:xfrm>
        </p:spPr>
        <p:txBody>
          <a:bodyPr/>
          <a:lstStyle/>
          <a:p>
            <a:fld id="{233F7D93-8529-0F4E-AF24-E7C8656CB0BF}" type="slidenum">
              <a:rPr lang="en-GR" smtClean="0"/>
              <a:pPr/>
              <a:t>‹#›</a:t>
            </a:fld>
            <a:endParaRPr lang="en-GR"/>
          </a:p>
        </p:txBody>
      </p:sp>
    </p:spTree>
    <p:extLst>
      <p:ext uri="{BB962C8B-B14F-4D97-AF65-F5344CB8AC3E}">
        <p14:creationId xmlns:p14="http://schemas.microsoft.com/office/powerpoint/2010/main" val="8328661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2_Contents">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D857C6C5-9DC3-CAB1-11FB-788C50679709}"/>
              </a:ext>
            </a:extLst>
          </p:cNvPr>
          <p:cNvSpPr>
            <a:spLocks noGrp="1"/>
          </p:cNvSpPr>
          <p:nvPr>
            <p:ph idx="22" hasCustomPrompt="1"/>
          </p:nvPr>
        </p:nvSpPr>
        <p:spPr>
          <a:xfrm>
            <a:off x="4300776" y="1217046"/>
            <a:ext cx="3611174" cy="5092274"/>
          </a:xfrm>
          <a:prstGeom prst="rect">
            <a:avLst/>
          </a:prstGeom>
        </p:spPr>
        <p:txBody>
          <a:bodyPr vert="horz" wrap="square" lIns="0" tIns="0" rIns="0" bIns="0" rtlCol="0" anchor="t" anchorCtr="0">
            <a:normAutofit/>
          </a:bodyPr>
          <a:lstStyle>
            <a:lvl1pPr>
              <a:defRPr sz="1600"/>
            </a:lvl1pPr>
            <a:lvl2pPr>
              <a:defRPr sz="1600"/>
            </a:lvl2pPr>
          </a:lstStyle>
          <a:p>
            <a:pPr lvl="0"/>
            <a:r>
              <a:rPr lang="en-GB"/>
              <a:t>Content text</a:t>
            </a:r>
          </a:p>
          <a:p>
            <a:pPr lvl="1"/>
            <a:r>
              <a:rPr lang="en-GB"/>
              <a:t>Content text</a:t>
            </a:r>
          </a:p>
        </p:txBody>
      </p:sp>
      <p:sp>
        <p:nvSpPr>
          <p:cNvPr id="3" name="Freeform 2">
            <a:extLst>
              <a:ext uri="{FF2B5EF4-FFF2-40B4-BE49-F238E27FC236}">
                <a16:creationId xmlns:a16="http://schemas.microsoft.com/office/drawing/2014/main" id="{A992FB78-0321-DEAD-7F83-723CCDB2BC4B}"/>
              </a:ext>
            </a:extLst>
          </p:cNvPr>
          <p:cNvSpPr/>
          <p:nvPr userDrawn="1"/>
        </p:nvSpPr>
        <p:spPr>
          <a:xfrm>
            <a:off x="7143976" y="9"/>
            <a:ext cx="3857511" cy="6858000"/>
          </a:xfrm>
          <a:custGeom>
            <a:avLst/>
            <a:gdLst>
              <a:gd name="connsiteX0" fmla="*/ 2571678 w 3857511"/>
              <a:gd name="connsiteY0" fmla="*/ 6000753 h 6858000"/>
              <a:gd name="connsiteX1" fmla="*/ 3857511 w 3857511"/>
              <a:gd name="connsiteY1" fmla="*/ 6000753 h 6858000"/>
              <a:gd name="connsiteX2" fmla="*/ 3857511 w 3857511"/>
              <a:gd name="connsiteY2" fmla="*/ 6051758 h 6858000"/>
              <a:gd name="connsiteX3" fmla="*/ 2620025 w 3857511"/>
              <a:gd name="connsiteY3" fmla="*/ 6858000 h 6858000"/>
              <a:gd name="connsiteX4" fmla="*/ 2571678 w 3857511"/>
              <a:gd name="connsiteY4" fmla="*/ 6858000 h 6858000"/>
              <a:gd name="connsiteX5" fmla="*/ 2523331 w 3857511"/>
              <a:gd name="connsiteY5" fmla="*/ 5143506 h 6858000"/>
              <a:gd name="connsiteX6" fmla="*/ 2571678 w 3857511"/>
              <a:gd name="connsiteY6" fmla="*/ 5143506 h 6858000"/>
              <a:gd name="connsiteX7" fmla="*/ 2571678 w 3857511"/>
              <a:gd name="connsiteY7" fmla="*/ 6000753 h 6858000"/>
              <a:gd name="connsiteX8" fmla="*/ 1285845 w 3857511"/>
              <a:gd name="connsiteY8" fmla="*/ 6000753 h 6858000"/>
              <a:gd name="connsiteX9" fmla="*/ 1285845 w 3857511"/>
              <a:gd name="connsiteY9" fmla="*/ 5949748 h 6858000"/>
              <a:gd name="connsiteX10" fmla="*/ 2523331 w 3857511"/>
              <a:gd name="connsiteY10" fmla="*/ 5143506 h 6858000"/>
              <a:gd name="connsiteX11" fmla="*/ 0 w 3857511"/>
              <a:gd name="connsiteY11" fmla="*/ 3429000 h 6858000"/>
              <a:gd name="connsiteX12" fmla="*/ 48346 w 3857511"/>
              <a:gd name="connsiteY12" fmla="*/ 3429000 h 6858000"/>
              <a:gd name="connsiteX13" fmla="*/ 1285833 w 3857511"/>
              <a:gd name="connsiteY13" fmla="*/ 4235242 h 6858000"/>
              <a:gd name="connsiteX14" fmla="*/ 1285833 w 3857511"/>
              <a:gd name="connsiteY14" fmla="*/ 4286247 h 6858000"/>
              <a:gd name="connsiteX15" fmla="*/ 0 w 3857511"/>
              <a:gd name="connsiteY15" fmla="*/ 4286247 h 6858000"/>
              <a:gd name="connsiteX16" fmla="*/ 1285845 w 3857511"/>
              <a:gd name="connsiteY16" fmla="*/ 2571752 h 6858000"/>
              <a:gd name="connsiteX17" fmla="*/ 2571678 w 3857511"/>
              <a:gd name="connsiteY17" fmla="*/ 2571752 h 6858000"/>
              <a:gd name="connsiteX18" fmla="*/ 2571678 w 3857511"/>
              <a:gd name="connsiteY18" fmla="*/ 3428999 h 6858000"/>
              <a:gd name="connsiteX19" fmla="*/ 2523331 w 3857511"/>
              <a:gd name="connsiteY19" fmla="*/ 3428999 h 6858000"/>
              <a:gd name="connsiteX20" fmla="*/ 1285845 w 3857511"/>
              <a:gd name="connsiteY20" fmla="*/ 2622757 h 6858000"/>
              <a:gd name="connsiteX21" fmla="*/ 2523331 w 3857511"/>
              <a:gd name="connsiteY21" fmla="*/ 0 h 6858000"/>
              <a:gd name="connsiteX22" fmla="*/ 2571678 w 3857511"/>
              <a:gd name="connsiteY22" fmla="*/ 0 h 6858000"/>
              <a:gd name="connsiteX23" fmla="*/ 2571678 w 3857511"/>
              <a:gd name="connsiteY23" fmla="*/ 857246 h 6858000"/>
              <a:gd name="connsiteX24" fmla="*/ 3857511 w 3857511"/>
              <a:gd name="connsiteY24" fmla="*/ 857246 h 6858000"/>
              <a:gd name="connsiteX25" fmla="*/ 3857511 w 3857511"/>
              <a:gd name="connsiteY25" fmla="*/ 908251 h 6858000"/>
              <a:gd name="connsiteX26" fmla="*/ 2626415 w 3857511"/>
              <a:gd name="connsiteY26" fmla="*/ 1632077 h 6858000"/>
              <a:gd name="connsiteX27" fmla="*/ 2620025 w 3857511"/>
              <a:gd name="connsiteY27" fmla="*/ 1714493 h 6858000"/>
              <a:gd name="connsiteX28" fmla="*/ 2626415 w 3857511"/>
              <a:gd name="connsiteY28" fmla="*/ 1796909 h 6858000"/>
              <a:gd name="connsiteX29" fmla="*/ 3857511 w 3857511"/>
              <a:gd name="connsiteY29" fmla="*/ 2520735 h 6858000"/>
              <a:gd name="connsiteX30" fmla="*/ 3857511 w 3857511"/>
              <a:gd name="connsiteY30" fmla="*/ 2571740 h 6858000"/>
              <a:gd name="connsiteX31" fmla="*/ 2571678 w 3857511"/>
              <a:gd name="connsiteY31" fmla="*/ 2571740 h 6858000"/>
              <a:gd name="connsiteX32" fmla="*/ 2571678 w 3857511"/>
              <a:gd name="connsiteY32" fmla="*/ 1714493 h 6858000"/>
              <a:gd name="connsiteX33" fmla="*/ 2571678 w 3857511"/>
              <a:gd name="connsiteY33" fmla="*/ 1714493 h 6858000"/>
              <a:gd name="connsiteX34" fmla="*/ 2571678 w 3857511"/>
              <a:gd name="connsiteY34" fmla="*/ 857247 h 6858000"/>
              <a:gd name="connsiteX35" fmla="*/ 1285845 w 3857511"/>
              <a:gd name="connsiteY35" fmla="*/ 857247 h 6858000"/>
              <a:gd name="connsiteX36" fmla="*/ 1285845 w 3857511"/>
              <a:gd name="connsiteY36" fmla="*/ 806242 h 6858000"/>
              <a:gd name="connsiteX37" fmla="*/ 2523331 w 3857511"/>
              <a:gd name="connsiteY3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57511" h="6858000">
                <a:moveTo>
                  <a:pt x="2571678" y="6000753"/>
                </a:moveTo>
                <a:lnTo>
                  <a:pt x="3857511" y="6000753"/>
                </a:lnTo>
                <a:lnTo>
                  <a:pt x="3857511" y="6051758"/>
                </a:lnTo>
                <a:cubicBezTo>
                  <a:pt x="3174136" y="6051758"/>
                  <a:pt x="2620025" y="6412831"/>
                  <a:pt x="2620025" y="6858000"/>
                </a:cubicBezTo>
                <a:lnTo>
                  <a:pt x="2571678" y="6858000"/>
                </a:lnTo>
                <a:close/>
                <a:moveTo>
                  <a:pt x="2523331" y="5143506"/>
                </a:moveTo>
                <a:lnTo>
                  <a:pt x="2571678" y="5143506"/>
                </a:lnTo>
                <a:lnTo>
                  <a:pt x="2571678" y="6000753"/>
                </a:lnTo>
                <a:lnTo>
                  <a:pt x="1285845" y="6000753"/>
                </a:lnTo>
                <a:lnTo>
                  <a:pt x="1285845" y="5949748"/>
                </a:lnTo>
                <a:cubicBezTo>
                  <a:pt x="1969220" y="5949748"/>
                  <a:pt x="2523331" y="5588676"/>
                  <a:pt x="2523331" y="5143506"/>
                </a:cubicBezTo>
                <a:close/>
                <a:moveTo>
                  <a:pt x="0" y="3429000"/>
                </a:moveTo>
                <a:lnTo>
                  <a:pt x="48346" y="3429000"/>
                </a:lnTo>
                <a:cubicBezTo>
                  <a:pt x="48346" y="3874170"/>
                  <a:pt x="602458" y="4235242"/>
                  <a:pt x="1285833" y="4235242"/>
                </a:cubicBezTo>
                <a:lnTo>
                  <a:pt x="1285833" y="4286247"/>
                </a:lnTo>
                <a:lnTo>
                  <a:pt x="0" y="4286247"/>
                </a:lnTo>
                <a:close/>
                <a:moveTo>
                  <a:pt x="1285845" y="2571752"/>
                </a:moveTo>
                <a:lnTo>
                  <a:pt x="2571678" y="2571752"/>
                </a:lnTo>
                <a:lnTo>
                  <a:pt x="2571678" y="3428999"/>
                </a:lnTo>
                <a:lnTo>
                  <a:pt x="2523331" y="3428999"/>
                </a:lnTo>
                <a:cubicBezTo>
                  <a:pt x="2523331" y="2983830"/>
                  <a:pt x="1969220" y="2622757"/>
                  <a:pt x="1285845" y="2622757"/>
                </a:cubicBezTo>
                <a:close/>
                <a:moveTo>
                  <a:pt x="2523331" y="0"/>
                </a:moveTo>
                <a:lnTo>
                  <a:pt x="2571678" y="0"/>
                </a:lnTo>
                <a:lnTo>
                  <a:pt x="2571678" y="857246"/>
                </a:lnTo>
                <a:lnTo>
                  <a:pt x="3857511" y="857246"/>
                </a:lnTo>
                <a:lnTo>
                  <a:pt x="3857511" y="908251"/>
                </a:lnTo>
                <a:cubicBezTo>
                  <a:pt x="3216847" y="908251"/>
                  <a:pt x="2689794" y="1225600"/>
                  <a:pt x="2626415" y="1632077"/>
                </a:cubicBezTo>
                <a:lnTo>
                  <a:pt x="2620025" y="1714493"/>
                </a:lnTo>
                <a:lnTo>
                  <a:pt x="2626415" y="1796909"/>
                </a:lnTo>
                <a:cubicBezTo>
                  <a:pt x="2689794" y="2203387"/>
                  <a:pt x="3216847" y="2520735"/>
                  <a:pt x="3857511" y="2520735"/>
                </a:cubicBezTo>
                <a:lnTo>
                  <a:pt x="3857511" y="2571740"/>
                </a:lnTo>
                <a:lnTo>
                  <a:pt x="2571678" y="2571740"/>
                </a:lnTo>
                <a:lnTo>
                  <a:pt x="2571678" y="1714493"/>
                </a:lnTo>
                <a:lnTo>
                  <a:pt x="2571678" y="1714493"/>
                </a:lnTo>
                <a:lnTo>
                  <a:pt x="2571678" y="857247"/>
                </a:lnTo>
                <a:lnTo>
                  <a:pt x="1285845" y="857247"/>
                </a:lnTo>
                <a:lnTo>
                  <a:pt x="1285845" y="806242"/>
                </a:lnTo>
                <a:cubicBezTo>
                  <a:pt x="1969220" y="806242"/>
                  <a:pt x="2523331" y="445169"/>
                  <a:pt x="2523331" y="0"/>
                </a:cubicBezTo>
                <a:close/>
              </a:path>
            </a:pathLst>
          </a:custGeom>
          <a:solidFill>
            <a:srgbClr val="003841">
              <a:alpha val="5000"/>
            </a:srgbClr>
          </a:solidFill>
          <a:ln w="690" cap="flat">
            <a:noFill/>
            <a:prstDash val="solid"/>
            <a:miter/>
          </a:ln>
        </p:spPr>
        <p:txBody>
          <a:bodyPr wrap="square" rtlCol="0" anchor="ctr">
            <a:noAutofit/>
          </a:bodyPr>
          <a:lstStyle/>
          <a:p>
            <a:endParaRPr lang="en-GR" sz="1800"/>
          </a:p>
        </p:txBody>
      </p:sp>
      <p:sp>
        <p:nvSpPr>
          <p:cNvPr id="8" name="Title Placeholder 1">
            <a:extLst>
              <a:ext uri="{FF2B5EF4-FFF2-40B4-BE49-F238E27FC236}">
                <a16:creationId xmlns:a16="http://schemas.microsoft.com/office/drawing/2014/main" id="{8B365D12-BF9A-C72D-66C2-1C0BF90E7ED5}"/>
              </a:ext>
            </a:extLst>
          </p:cNvPr>
          <p:cNvSpPr>
            <a:spLocks noGrp="1"/>
          </p:cNvSpPr>
          <p:nvPr>
            <p:ph type="title" hasCustomPrompt="1"/>
          </p:nvPr>
        </p:nvSpPr>
        <p:spPr>
          <a:xfrm>
            <a:off x="345226" y="548682"/>
            <a:ext cx="11510224" cy="334515"/>
          </a:xfrm>
          <a:prstGeom prst="rect">
            <a:avLst/>
          </a:prstGeom>
        </p:spPr>
        <p:txBody>
          <a:bodyPr vert="horz" wrap="square" lIns="0" tIns="0" rIns="0" bIns="0" rtlCol="0" anchor="t" anchorCtr="0">
            <a:spAutoFit/>
          </a:bodyPr>
          <a:lstStyle>
            <a:lvl1pPr>
              <a:defRPr sz="2400"/>
            </a:lvl1pPr>
          </a:lstStyle>
          <a:p>
            <a:r>
              <a:rPr lang="en-GB"/>
              <a:t>Contents</a:t>
            </a:r>
            <a:endParaRPr lang="en-GR"/>
          </a:p>
        </p:txBody>
      </p:sp>
      <p:sp>
        <p:nvSpPr>
          <p:cNvPr id="17" name="Text Placeholder 2">
            <a:extLst>
              <a:ext uri="{FF2B5EF4-FFF2-40B4-BE49-F238E27FC236}">
                <a16:creationId xmlns:a16="http://schemas.microsoft.com/office/drawing/2014/main" id="{EF9BAA52-4560-16D0-93DB-AB897E42BB09}"/>
              </a:ext>
            </a:extLst>
          </p:cNvPr>
          <p:cNvSpPr>
            <a:spLocks noGrp="1"/>
          </p:cNvSpPr>
          <p:nvPr>
            <p:ph idx="21" hasCustomPrompt="1"/>
          </p:nvPr>
        </p:nvSpPr>
        <p:spPr>
          <a:xfrm>
            <a:off x="345228" y="1217046"/>
            <a:ext cx="3614399" cy="5092274"/>
          </a:xfrm>
          <a:prstGeom prst="rect">
            <a:avLst/>
          </a:prstGeom>
        </p:spPr>
        <p:txBody>
          <a:bodyPr vert="horz" wrap="square" lIns="0" tIns="0" rIns="0" bIns="0" rtlCol="0" anchor="t" anchorCtr="0">
            <a:normAutofit/>
          </a:bodyPr>
          <a:lstStyle>
            <a:lvl1pPr>
              <a:defRPr sz="1600"/>
            </a:lvl1pPr>
            <a:lvl2pPr>
              <a:defRPr sz="1600"/>
            </a:lvl2pPr>
          </a:lstStyle>
          <a:p>
            <a:pPr lvl="0"/>
            <a:r>
              <a:rPr lang="en-GB"/>
              <a:t>Content text</a:t>
            </a:r>
          </a:p>
          <a:p>
            <a:pPr lvl="1"/>
            <a:r>
              <a:rPr lang="en-GB"/>
              <a:t>Content text</a:t>
            </a:r>
          </a:p>
        </p:txBody>
      </p:sp>
      <p:sp>
        <p:nvSpPr>
          <p:cNvPr id="5" name="Slide Number Placeholder 4">
            <a:extLst>
              <a:ext uri="{FF2B5EF4-FFF2-40B4-BE49-F238E27FC236}">
                <a16:creationId xmlns:a16="http://schemas.microsoft.com/office/drawing/2014/main" id="{2C36ED36-1D0E-87EC-37AE-FFC3720A2E55}"/>
              </a:ext>
            </a:extLst>
          </p:cNvPr>
          <p:cNvSpPr>
            <a:spLocks noGrp="1"/>
          </p:cNvSpPr>
          <p:nvPr>
            <p:ph type="sldNum" sz="quarter" idx="25"/>
          </p:nvPr>
        </p:nvSpPr>
        <p:spPr/>
        <p:txBody>
          <a:bodyPr/>
          <a:lstStyle/>
          <a:p>
            <a:fld id="{233F7D93-8529-0F4E-AF24-E7C8656CB0BF}" type="slidenum">
              <a:rPr lang="en-GR" smtClean="0"/>
              <a:pPr/>
              <a:t>‹#›</a:t>
            </a:fld>
            <a:endParaRPr lang="en-GR"/>
          </a:p>
        </p:txBody>
      </p:sp>
    </p:spTree>
    <p:extLst>
      <p:ext uri="{BB962C8B-B14F-4D97-AF65-F5344CB8AC3E}">
        <p14:creationId xmlns:p14="http://schemas.microsoft.com/office/powerpoint/2010/main" val="39218654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3_Contents">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29897B65-A9E3-528D-5BE4-59BCC75F703C}"/>
              </a:ext>
            </a:extLst>
          </p:cNvPr>
          <p:cNvSpPr>
            <a:spLocks noGrp="1"/>
          </p:cNvSpPr>
          <p:nvPr>
            <p:ph type="title" hasCustomPrompt="1"/>
          </p:nvPr>
        </p:nvSpPr>
        <p:spPr>
          <a:xfrm>
            <a:off x="345226" y="548602"/>
            <a:ext cx="11510224" cy="334515"/>
          </a:xfrm>
          <a:prstGeom prst="rect">
            <a:avLst/>
          </a:prstGeom>
        </p:spPr>
        <p:txBody>
          <a:bodyPr vert="horz" wrap="square" lIns="0" tIns="0" rIns="0" bIns="0" rtlCol="0" anchor="t" anchorCtr="0">
            <a:spAutoFit/>
          </a:bodyPr>
          <a:lstStyle>
            <a:lvl1pPr>
              <a:defRPr sz="2400"/>
            </a:lvl1pPr>
          </a:lstStyle>
          <a:p>
            <a:r>
              <a:rPr lang="en-GB"/>
              <a:t>Contents</a:t>
            </a:r>
            <a:endParaRPr lang="en-GR"/>
          </a:p>
        </p:txBody>
      </p:sp>
      <p:sp>
        <p:nvSpPr>
          <p:cNvPr id="9" name="Text Placeholder 2">
            <a:extLst>
              <a:ext uri="{FF2B5EF4-FFF2-40B4-BE49-F238E27FC236}">
                <a16:creationId xmlns:a16="http://schemas.microsoft.com/office/drawing/2014/main" id="{05E28D67-B536-29B0-2CAC-42E2B20F58F0}"/>
              </a:ext>
            </a:extLst>
          </p:cNvPr>
          <p:cNvSpPr>
            <a:spLocks noGrp="1"/>
          </p:cNvSpPr>
          <p:nvPr>
            <p:ph idx="19" hasCustomPrompt="1"/>
          </p:nvPr>
        </p:nvSpPr>
        <p:spPr>
          <a:xfrm>
            <a:off x="345600" y="1216966"/>
            <a:ext cx="3612923" cy="5092274"/>
          </a:xfrm>
          <a:prstGeom prst="rect">
            <a:avLst/>
          </a:prstGeom>
        </p:spPr>
        <p:txBody>
          <a:bodyPr vert="horz" wrap="square" lIns="0" tIns="0" rIns="0" bIns="0" rtlCol="0" anchor="t" anchorCtr="0">
            <a:normAutofit/>
          </a:bodyPr>
          <a:lstStyle>
            <a:lvl1pPr>
              <a:defRPr sz="1600"/>
            </a:lvl1pPr>
            <a:lvl2pPr>
              <a:defRPr sz="1600"/>
            </a:lvl2pPr>
          </a:lstStyle>
          <a:p>
            <a:pPr lvl="0"/>
            <a:r>
              <a:rPr lang="en-GB"/>
              <a:t>Content text</a:t>
            </a:r>
          </a:p>
          <a:p>
            <a:pPr lvl="1"/>
            <a:r>
              <a:rPr lang="en-GB"/>
              <a:t>Content text</a:t>
            </a:r>
          </a:p>
        </p:txBody>
      </p:sp>
      <p:sp>
        <p:nvSpPr>
          <p:cNvPr id="12" name="Text Placeholder 2">
            <a:extLst>
              <a:ext uri="{FF2B5EF4-FFF2-40B4-BE49-F238E27FC236}">
                <a16:creationId xmlns:a16="http://schemas.microsoft.com/office/drawing/2014/main" id="{6131FEE5-AC82-AFFF-0F0F-E920138C6999}"/>
              </a:ext>
            </a:extLst>
          </p:cNvPr>
          <p:cNvSpPr>
            <a:spLocks noGrp="1"/>
          </p:cNvSpPr>
          <p:nvPr>
            <p:ph idx="20" hasCustomPrompt="1"/>
          </p:nvPr>
        </p:nvSpPr>
        <p:spPr>
          <a:xfrm>
            <a:off x="4300369" y="1216966"/>
            <a:ext cx="3612923" cy="5092274"/>
          </a:xfrm>
          <a:prstGeom prst="rect">
            <a:avLst/>
          </a:prstGeom>
        </p:spPr>
        <p:txBody>
          <a:bodyPr vert="horz" wrap="square" lIns="0" tIns="0" rIns="0" bIns="0" rtlCol="0" anchor="t" anchorCtr="0">
            <a:normAutofit/>
          </a:bodyPr>
          <a:lstStyle>
            <a:lvl1pPr>
              <a:defRPr sz="1600"/>
            </a:lvl1pPr>
            <a:lvl2pPr>
              <a:defRPr sz="1600"/>
            </a:lvl2pPr>
          </a:lstStyle>
          <a:p>
            <a:pPr lvl="0"/>
            <a:r>
              <a:rPr lang="en-GB"/>
              <a:t>Content text</a:t>
            </a:r>
          </a:p>
          <a:p>
            <a:pPr lvl="1"/>
            <a:r>
              <a:rPr lang="en-GB"/>
              <a:t>Content text</a:t>
            </a:r>
          </a:p>
        </p:txBody>
      </p:sp>
      <p:sp>
        <p:nvSpPr>
          <p:cNvPr id="13" name="Text Placeholder 2">
            <a:extLst>
              <a:ext uri="{FF2B5EF4-FFF2-40B4-BE49-F238E27FC236}">
                <a16:creationId xmlns:a16="http://schemas.microsoft.com/office/drawing/2014/main" id="{72556A72-2098-539D-9A46-2A7A8FBF3E4E}"/>
              </a:ext>
            </a:extLst>
          </p:cNvPr>
          <p:cNvSpPr>
            <a:spLocks noGrp="1"/>
          </p:cNvSpPr>
          <p:nvPr>
            <p:ph idx="21" hasCustomPrompt="1"/>
          </p:nvPr>
        </p:nvSpPr>
        <p:spPr>
          <a:xfrm>
            <a:off x="8250783" y="1216967"/>
            <a:ext cx="3612923" cy="5092275"/>
          </a:xfrm>
          <a:prstGeom prst="rect">
            <a:avLst/>
          </a:prstGeom>
        </p:spPr>
        <p:txBody>
          <a:bodyPr vert="horz" wrap="square" lIns="0" tIns="0" rIns="0" bIns="0" rtlCol="0" anchor="t" anchorCtr="0">
            <a:normAutofit/>
          </a:bodyPr>
          <a:lstStyle>
            <a:lvl1pPr>
              <a:defRPr sz="1600"/>
            </a:lvl1pPr>
            <a:lvl2pPr>
              <a:defRPr sz="1600"/>
            </a:lvl2pPr>
          </a:lstStyle>
          <a:p>
            <a:pPr lvl="0"/>
            <a:r>
              <a:rPr lang="en-GB"/>
              <a:t>Content text</a:t>
            </a:r>
          </a:p>
          <a:p>
            <a:pPr lvl="1"/>
            <a:r>
              <a:rPr lang="en-GB"/>
              <a:t>Content text</a:t>
            </a:r>
          </a:p>
        </p:txBody>
      </p:sp>
      <p:sp>
        <p:nvSpPr>
          <p:cNvPr id="5" name="Slide Number Placeholder 4">
            <a:extLst>
              <a:ext uri="{FF2B5EF4-FFF2-40B4-BE49-F238E27FC236}">
                <a16:creationId xmlns:a16="http://schemas.microsoft.com/office/drawing/2014/main" id="{1DC1CA7E-07EA-4588-5CB8-D135431F7AC0}"/>
              </a:ext>
            </a:extLst>
          </p:cNvPr>
          <p:cNvSpPr>
            <a:spLocks noGrp="1"/>
          </p:cNvSpPr>
          <p:nvPr>
            <p:ph type="sldNum" sz="quarter" idx="24"/>
          </p:nvPr>
        </p:nvSpPr>
        <p:spPr/>
        <p:txBody>
          <a:bodyPr/>
          <a:lstStyle/>
          <a:p>
            <a:fld id="{233F7D93-8529-0F4E-AF24-E7C8656CB0BF}" type="slidenum">
              <a:rPr lang="en-GR" smtClean="0"/>
              <a:pPr/>
              <a:t>‹#›</a:t>
            </a:fld>
            <a:endParaRPr lang="en-GR"/>
          </a:p>
        </p:txBody>
      </p:sp>
    </p:spTree>
    <p:extLst>
      <p:ext uri="{BB962C8B-B14F-4D97-AF65-F5344CB8AC3E}">
        <p14:creationId xmlns:p14="http://schemas.microsoft.com/office/powerpoint/2010/main" val="19169608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23" name="Text Placeholder 9">
            <a:extLst>
              <a:ext uri="{FF2B5EF4-FFF2-40B4-BE49-F238E27FC236}">
                <a16:creationId xmlns:a16="http://schemas.microsoft.com/office/drawing/2014/main" id="{1813BFB3-1398-7C21-5F63-4098AE5CE5B1}"/>
              </a:ext>
            </a:extLst>
          </p:cNvPr>
          <p:cNvSpPr>
            <a:spLocks noGrp="1"/>
          </p:cNvSpPr>
          <p:nvPr>
            <p:ph type="body" sz="quarter" idx="16" hasCustomPrompt="1"/>
          </p:nvPr>
        </p:nvSpPr>
        <p:spPr>
          <a:xfrm>
            <a:off x="342000" y="548682"/>
            <a:ext cx="11500044"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Contact</a:t>
            </a:r>
            <a:endParaRPr lang="en-GR"/>
          </a:p>
        </p:txBody>
      </p:sp>
      <p:sp>
        <p:nvSpPr>
          <p:cNvPr id="2" name="Text Placeholder 2">
            <a:extLst>
              <a:ext uri="{FF2B5EF4-FFF2-40B4-BE49-F238E27FC236}">
                <a16:creationId xmlns:a16="http://schemas.microsoft.com/office/drawing/2014/main" id="{3BDF388B-0818-CF70-25B9-21FFA6BABEC4}"/>
              </a:ext>
            </a:extLst>
          </p:cNvPr>
          <p:cNvSpPr>
            <a:spLocks noGrp="1"/>
          </p:cNvSpPr>
          <p:nvPr>
            <p:ph idx="1" hasCustomPrompt="1"/>
          </p:nvPr>
        </p:nvSpPr>
        <p:spPr>
          <a:xfrm>
            <a:off x="345227" y="1220434"/>
            <a:ext cx="11496818" cy="5088886"/>
          </a:xfrm>
          <a:prstGeom prst="rect">
            <a:avLst/>
          </a:prstGeom>
        </p:spPr>
        <p:txBody>
          <a:bodyPr vert="horz" wrap="square" lIns="0" tIns="0" rIns="0" bIns="0" rtlCol="0" anchor="t" anchorCtr="0">
            <a:normAutofit/>
          </a:bodyPr>
          <a:lstStyle>
            <a:lvl1pPr>
              <a:defRPr sz="1600"/>
            </a:lvl1pPr>
            <a:lvl2pPr>
              <a:defRPr sz="1600"/>
            </a:lvl2pPr>
          </a:lstStyle>
          <a:p>
            <a:pPr lvl="0"/>
            <a:r>
              <a:rPr lang="en-GB"/>
              <a:t>Content text</a:t>
            </a:r>
          </a:p>
          <a:p>
            <a:pPr lvl="1"/>
            <a:r>
              <a:rPr lang="en-GB"/>
              <a:t>Content text</a:t>
            </a:r>
          </a:p>
        </p:txBody>
      </p:sp>
      <p:sp>
        <p:nvSpPr>
          <p:cNvPr id="5" name="Slide Number Placeholder 4">
            <a:extLst>
              <a:ext uri="{FF2B5EF4-FFF2-40B4-BE49-F238E27FC236}">
                <a16:creationId xmlns:a16="http://schemas.microsoft.com/office/drawing/2014/main" id="{594ED08B-4D32-AC85-D802-19AF28A1A58C}"/>
              </a:ext>
            </a:extLst>
          </p:cNvPr>
          <p:cNvSpPr>
            <a:spLocks noGrp="1"/>
          </p:cNvSpPr>
          <p:nvPr>
            <p:ph type="sldNum" sz="quarter" idx="19"/>
          </p:nvPr>
        </p:nvSpPr>
        <p:spPr/>
        <p:txBody>
          <a:bodyPr/>
          <a:lstStyle/>
          <a:p>
            <a:fld id="{233F7D93-8529-0F4E-AF24-E7C8656CB0BF}" type="slidenum">
              <a:rPr lang="en-GR" smtClean="0"/>
              <a:pPr/>
              <a:t>‹#›</a:t>
            </a:fld>
            <a:endParaRPr lang="en-GR"/>
          </a:p>
        </p:txBody>
      </p:sp>
    </p:spTree>
    <p:extLst>
      <p:ext uri="{BB962C8B-B14F-4D97-AF65-F5344CB8AC3E}">
        <p14:creationId xmlns:p14="http://schemas.microsoft.com/office/powerpoint/2010/main" val="41184234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4_Thank_You_P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D5079C4-2114-C508-42F8-E6CB5FBC7765}"/>
              </a:ext>
            </a:extLst>
          </p:cNvPr>
          <p:cNvSpPr/>
          <p:nvPr userDrawn="1"/>
        </p:nvSpPr>
        <p:spPr>
          <a:xfrm>
            <a:off x="0" y="0"/>
            <a:ext cx="12192000" cy="6858000"/>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3" name="Freeform 2">
            <a:extLst>
              <a:ext uri="{FF2B5EF4-FFF2-40B4-BE49-F238E27FC236}">
                <a16:creationId xmlns:a16="http://schemas.microsoft.com/office/drawing/2014/main" id="{77E2F7BF-B31C-A2D3-5CDF-3D64A03658D5}"/>
              </a:ext>
            </a:extLst>
          </p:cNvPr>
          <p:cNvSpPr/>
          <p:nvPr userDrawn="1"/>
        </p:nvSpPr>
        <p:spPr>
          <a:xfrm>
            <a:off x="7143976" y="0"/>
            <a:ext cx="3857511" cy="6858000"/>
          </a:xfrm>
          <a:custGeom>
            <a:avLst/>
            <a:gdLst>
              <a:gd name="connsiteX0" fmla="*/ 2571678 w 3857511"/>
              <a:gd name="connsiteY0" fmla="*/ 6000753 h 6858000"/>
              <a:gd name="connsiteX1" fmla="*/ 3857511 w 3857511"/>
              <a:gd name="connsiteY1" fmla="*/ 6000753 h 6858000"/>
              <a:gd name="connsiteX2" fmla="*/ 3857511 w 3857511"/>
              <a:gd name="connsiteY2" fmla="*/ 6051758 h 6858000"/>
              <a:gd name="connsiteX3" fmla="*/ 2620025 w 3857511"/>
              <a:gd name="connsiteY3" fmla="*/ 6858000 h 6858000"/>
              <a:gd name="connsiteX4" fmla="*/ 2571678 w 3857511"/>
              <a:gd name="connsiteY4" fmla="*/ 6858000 h 6858000"/>
              <a:gd name="connsiteX5" fmla="*/ 2523331 w 3857511"/>
              <a:gd name="connsiteY5" fmla="*/ 5143506 h 6858000"/>
              <a:gd name="connsiteX6" fmla="*/ 2571678 w 3857511"/>
              <a:gd name="connsiteY6" fmla="*/ 5143506 h 6858000"/>
              <a:gd name="connsiteX7" fmla="*/ 2571678 w 3857511"/>
              <a:gd name="connsiteY7" fmla="*/ 6000753 h 6858000"/>
              <a:gd name="connsiteX8" fmla="*/ 1285845 w 3857511"/>
              <a:gd name="connsiteY8" fmla="*/ 6000753 h 6858000"/>
              <a:gd name="connsiteX9" fmla="*/ 1285845 w 3857511"/>
              <a:gd name="connsiteY9" fmla="*/ 5949748 h 6858000"/>
              <a:gd name="connsiteX10" fmla="*/ 2523331 w 3857511"/>
              <a:gd name="connsiteY10" fmla="*/ 5143506 h 6858000"/>
              <a:gd name="connsiteX11" fmla="*/ 0 w 3857511"/>
              <a:gd name="connsiteY11" fmla="*/ 3429000 h 6858000"/>
              <a:gd name="connsiteX12" fmla="*/ 48346 w 3857511"/>
              <a:gd name="connsiteY12" fmla="*/ 3429000 h 6858000"/>
              <a:gd name="connsiteX13" fmla="*/ 1285833 w 3857511"/>
              <a:gd name="connsiteY13" fmla="*/ 4235242 h 6858000"/>
              <a:gd name="connsiteX14" fmla="*/ 1285833 w 3857511"/>
              <a:gd name="connsiteY14" fmla="*/ 4286247 h 6858000"/>
              <a:gd name="connsiteX15" fmla="*/ 0 w 3857511"/>
              <a:gd name="connsiteY15" fmla="*/ 4286247 h 6858000"/>
              <a:gd name="connsiteX16" fmla="*/ 1285845 w 3857511"/>
              <a:gd name="connsiteY16" fmla="*/ 2571752 h 6858000"/>
              <a:gd name="connsiteX17" fmla="*/ 2571678 w 3857511"/>
              <a:gd name="connsiteY17" fmla="*/ 2571752 h 6858000"/>
              <a:gd name="connsiteX18" fmla="*/ 2571678 w 3857511"/>
              <a:gd name="connsiteY18" fmla="*/ 3428999 h 6858000"/>
              <a:gd name="connsiteX19" fmla="*/ 2523331 w 3857511"/>
              <a:gd name="connsiteY19" fmla="*/ 3428999 h 6858000"/>
              <a:gd name="connsiteX20" fmla="*/ 1285845 w 3857511"/>
              <a:gd name="connsiteY20" fmla="*/ 2622757 h 6858000"/>
              <a:gd name="connsiteX21" fmla="*/ 2523331 w 3857511"/>
              <a:gd name="connsiteY21" fmla="*/ 0 h 6858000"/>
              <a:gd name="connsiteX22" fmla="*/ 2571678 w 3857511"/>
              <a:gd name="connsiteY22" fmla="*/ 0 h 6858000"/>
              <a:gd name="connsiteX23" fmla="*/ 2571678 w 3857511"/>
              <a:gd name="connsiteY23" fmla="*/ 857246 h 6858000"/>
              <a:gd name="connsiteX24" fmla="*/ 3857511 w 3857511"/>
              <a:gd name="connsiteY24" fmla="*/ 857246 h 6858000"/>
              <a:gd name="connsiteX25" fmla="*/ 3857511 w 3857511"/>
              <a:gd name="connsiteY25" fmla="*/ 908251 h 6858000"/>
              <a:gd name="connsiteX26" fmla="*/ 2626415 w 3857511"/>
              <a:gd name="connsiteY26" fmla="*/ 1632077 h 6858000"/>
              <a:gd name="connsiteX27" fmla="*/ 2620025 w 3857511"/>
              <a:gd name="connsiteY27" fmla="*/ 1714493 h 6858000"/>
              <a:gd name="connsiteX28" fmla="*/ 2626415 w 3857511"/>
              <a:gd name="connsiteY28" fmla="*/ 1796909 h 6858000"/>
              <a:gd name="connsiteX29" fmla="*/ 3857511 w 3857511"/>
              <a:gd name="connsiteY29" fmla="*/ 2520735 h 6858000"/>
              <a:gd name="connsiteX30" fmla="*/ 3857511 w 3857511"/>
              <a:gd name="connsiteY30" fmla="*/ 2571740 h 6858000"/>
              <a:gd name="connsiteX31" fmla="*/ 2571678 w 3857511"/>
              <a:gd name="connsiteY31" fmla="*/ 2571740 h 6858000"/>
              <a:gd name="connsiteX32" fmla="*/ 2571678 w 3857511"/>
              <a:gd name="connsiteY32" fmla="*/ 1714493 h 6858000"/>
              <a:gd name="connsiteX33" fmla="*/ 2571678 w 3857511"/>
              <a:gd name="connsiteY33" fmla="*/ 1714493 h 6858000"/>
              <a:gd name="connsiteX34" fmla="*/ 2571678 w 3857511"/>
              <a:gd name="connsiteY34" fmla="*/ 857247 h 6858000"/>
              <a:gd name="connsiteX35" fmla="*/ 1285845 w 3857511"/>
              <a:gd name="connsiteY35" fmla="*/ 857247 h 6858000"/>
              <a:gd name="connsiteX36" fmla="*/ 1285845 w 3857511"/>
              <a:gd name="connsiteY36" fmla="*/ 806242 h 6858000"/>
              <a:gd name="connsiteX37" fmla="*/ 2523331 w 3857511"/>
              <a:gd name="connsiteY3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57511" h="6858000">
                <a:moveTo>
                  <a:pt x="2571678" y="6000753"/>
                </a:moveTo>
                <a:lnTo>
                  <a:pt x="3857511" y="6000753"/>
                </a:lnTo>
                <a:lnTo>
                  <a:pt x="3857511" y="6051758"/>
                </a:lnTo>
                <a:cubicBezTo>
                  <a:pt x="3174136" y="6051758"/>
                  <a:pt x="2620025" y="6412831"/>
                  <a:pt x="2620025" y="6858000"/>
                </a:cubicBezTo>
                <a:lnTo>
                  <a:pt x="2571678" y="6858000"/>
                </a:lnTo>
                <a:close/>
                <a:moveTo>
                  <a:pt x="2523331" y="5143506"/>
                </a:moveTo>
                <a:lnTo>
                  <a:pt x="2571678" y="5143506"/>
                </a:lnTo>
                <a:lnTo>
                  <a:pt x="2571678" y="6000753"/>
                </a:lnTo>
                <a:lnTo>
                  <a:pt x="1285845" y="6000753"/>
                </a:lnTo>
                <a:lnTo>
                  <a:pt x="1285845" y="5949748"/>
                </a:lnTo>
                <a:cubicBezTo>
                  <a:pt x="1969220" y="5949748"/>
                  <a:pt x="2523331" y="5588676"/>
                  <a:pt x="2523331" y="5143506"/>
                </a:cubicBezTo>
                <a:close/>
                <a:moveTo>
                  <a:pt x="0" y="3429000"/>
                </a:moveTo>
                <a:lnTo>
                  <a:pt x="48346" y="3429000"/>
                </a:lnTo>
                <a:cubicBezTo>
                  <a:pt x="48346" y="3874170"/>
                  <a:pt x="602458" y="4235242"/>
                  <a:pt x="1285833" y="4235242"/>
                </a:cubicBezTo>
                <a:lnTo>
                  <a:pt x="1285833" y="4286247"/>
                </a:lnTo>
                <a:lnTo>
                  <a:pt x="0" y="4286247"/>
                </a:lnTo>
                <a:close/>
                <a:moveTo>
                  <a:pt x="1285845" y="2571752"/>
                </a:moveTo>
                <a:lnTo>
                  <a:pt x="2571678" y="2571752"/>
                </a:lnTo>
                <a:lnTo>
                  <a:pt x="2571678" y="3428999"/>
                </a:lnTo>
                <a:lnTo>
                  <a:pt x="2523331" y="3428999"/>
                </a:lnTo>
                <a:cubicBezTo>
                  <a:pt x="2523331" y="2983830"/>
                  <a:pt x="1969220" y="2622757"/>
                  <a:pt x="1285845" y="2622757"/>
                </a:cubicBezTo>
                <a:close/>
                <a:moveTo>
                  <a:pt x="2523331" y="0"/>
                </a:moveTo>
                <a:lnTo>
                  <a:pt x="2571678" y="0"/>
                </a:lnTo>
                <a:lnTo>
                  <a:pt x="2571678" y="857246"/>
                </a:lnTo>
                <a:lnTo>
                  <a:pt x="3857511" y="857246"/>
                </a:lnTo>
                <a:lnTo>
                  <a:pt x="3857511" y="908251"/>
                </a:lnTo>
                <a:cubicBezTo>
                  <a:pt x="3216847" y="908251"/>
                  <a:pt x="2689794" y="1225600"/>
                  <a:pt x="2626415" y="1632077"/>
                </a:cubicBezTo>
                <a:lnTo>
                  <a:pt x="2620025" y="1714493"/>
                </a:lnTo>
                <a:lnTo>
                  <a:pt x="2626415" y="1796909"/>
                </a:lnTo>
                <a:cubicBezTo>
                  <a:pt x="2689794" y="2203387"/>
                  <a:pt x="3216847" y="2520735"/>
                  <a:pt x="3857511" y="2520735"/>
                </a:cubicBezTo>
                <a:lnTo>
                  <a:pt x="3857511" y="2571740"/>
                </a:lnTo>
                <a:lnTo>
                  <a:pt x="2571678" y="2571740"/>
                </a:lnTo>
                <a:lnTo>
                  <a:pt x="2571678" y="1714493"/>
                </a:lnTo>
                <a:lnTo>
                  <a:pt x="2571678" y="1714493"/>
                </a:lnTo>
                <a:lnTo>
                  <a:pt x="2571678" y="857247"/>
                </a:lnTo>
                <a:lnTo>
                  <a:pt x="1285845" y="857247"/>
                </a:lnTo>
                <a:lnTo>
                  <a:pt x="1285845" y="806242"/>
                </a:lnTo>
                <a:cubicBezTo>
                  <a:pt x="1969220" y="806242"/>
                  <a:pt x="2523331" y="445169"/>
                  <a:pt x="2523331" y="0"/>
                </a:cubicBezTo>
                <a:close/>
              </a:path>
            </a:pathLst>
          </a:custGeom>
          <a:solidFill>
            <a:schemeClr val="bg2">
              <a:alpha val="5000"/>
            </a:schemeClr>
          </a:solidFill>
          <a:ln w="690" cap="flat">
            <a:noFill/>
            <a:prstDash val="solid"/>
            <a:miter/>
          </a:ln>
        </p:spPr>
        <p:txBody>
          <a:bodyPr wrap="square" rtlCol="0" anchor="ctr">
            <a:noAutofit/>
          </a:bodyPr>
          <a:lstStyle/>
          <a:p>
            <a:endParaRPr lang="en-GR" sz="1800"/>
          </a:p>
        </p:txBody>
      </p:sp>
      <p:sp>
        <p:nvSpPr>
          <p:cNvPr id="4" name="Text Placeholder 9">
            <a:extLst>
              <a:ext uri="{FF2B5EF4-FFF2-40B4-BE49-F238E27FC236}">
                <a16:creationId xmlns:a16="http://schemas.microsoft.com/office/drawing/2014/main" id="{BAA00F90-8D0F-F4AB-C646-440E9DAB4C57}"/>
              </a:ext>
            </a:extLst>
          </p:cNvPr>
          <p:cNvSpPr>
            <a:spLocks noGrp="1"/>
          </p:cNvSpPr>
          <p:nvPr>
            <p:ph type="body" sz="quarter" idx="16" hasCustomPrompt="1"/>
          </p:nvPr>
        </p:nvSpPr>
        <p:spPr>
          <a:xfrm>
            <a:off x="334800" y="2592682"/>
            <a:ext cx="3675946" cy="836319"/>
          </a:xfrm>
        </p:spPr>
        <p:txBody>
          <a:bodyPr wrap="square" lIns="0" anchor="t" anchorCtr="0">
            <a:spAutoFit/>
          </a:bodyPr>
          <a:lstStyle>
            <a:lvl1pPr marL="0" indent="0">
              <a:spcBef>
                <a:spcPts val="0"/>
              </a:spcBef>
              <a:buFontTx/>
              <a:buNone/>
              <a:defRPr sz="6000">
                <a:solidFill>
                  <a:schemeClr val="bg1"/>
                </a:solidFill>
              </a:defRPr>
            </a:lvl1pPr>
          </a:lstStyle>
          <a:p>
            <a:pPr lvl="0"/>
            <a:r>
              <a:rPr lang="en-GB"/>
              <a:t>Thank You</a:t>
            </a:r>
            <a:endParaRPr lang="en-GR"/>
          </a:p>
        </p:txBody>
      </p:sp>
    </p:spTree>
    <p:extLst>
      <p:ext uri="{BB962C8B-B14F-4D97-AF65-F5344CB8AC3E}">
        <p14:creationId xmlns:p14="http://schemas.microsoft.com/office/powerpoint/2010/main" val="905021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3_Thank_You_Page">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ED4B3C37-4B0E-A082-B988-A757B004A3F8}"/>
              </a:ext>
            </a:extLst>
          </p:cNvPr>
          <p:cNvSpPr>
            <a:spLocks noGrp="1"/>
          </p:cNvSpPr>
          <p:nvPr>
            <p:ph type="body" sz="quarter" idx="17" hasCustomPrompt="1"/>
          </p:nvPr>
        </p:nvSpPr>
        <p:spPr>
          <a:xfrm>
            <a:off x="334800" y="2592682"/>
            <a:ext cx="3675946" cy="836319"/>
          </a:xfrm>
        </p:spPr>
        <p:txBody>
          <a:bodyPr wrap="square" lIns="0" anchor="t" anchorCtr="0">
            <a:spAutoFit/>
          </a:bodyPr>
          <a:lstStyle>
            <a:lvl1pPr marL="0" indent="0">
              <a:spcBef>
                <a:spcPts val="0"/>
              </a:spcBef>
              <a:buFontTx/>
              <a:buNone/>
              <a:defRPr sz="6000">
                <a:solidFill>
                  <a:schemeClr val="accent1"/>
                </a:solidFill>
              </a:defRPr>
            </a:lvl1pPr>
          </a:lstStyle>
          <a:p>
            <a:pPr lvl="0"/>
            <a:r>
              <a:rPr lang="en-GB"/>
              <a:t>Thank You</a:t>
            </a:r>
            <a:endParaRPr lang="en-GR"/>
          </a:p>
        </p:txBody>
      </p:sp>
    </p:spTree>
    <p:extLst>
      <p:ext uri="{BB962C8B-B14F-4D97-AF65-F5344CB8AC3E}">
        <p14:creationId xmlns:p14="http://schemas.microsoft.com/office/powerpoint/2010/main" val="31521908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1_Tables">
    <p:spTree>
      <p:nvGrpSpPr>
        <p:cNvPr id="1" name=""/>
        <p:cNvGrpSpPr/>
        <p:nvPr/>
      </p:nvGrpSpPr>
      <p:grpSpPr>
        <a:xfrm>
          <a:off x="0" y="0"/>
          <a:ext cx="0" cy="0"/>
          <a:chOff x="0" y="0"/>
          <a:chExt cx="0" cy="0"/>
        </a:xfrm>
      </p:grpSpPr>
      <p:sp>
        <p:nvSpPr>
          <p:cNvPr id="21" name="Text Placeholder 17">
            <a:extLst>
              <a:ext uri="{FF2B5EF4-FFF2-40B4-BE49-F238E27FC236}">
                <a16:creationId xmlns:a16="http://schemas.microsoft.com/office/drawing/2014/main" id="{E4F39B2F-3138-1D49-29EC-F4CA1032AE35}"/>
              </a:ext>
            </a:extLst>
          </p:cNvPr>
          <p:cNvSpPr>
            <a:spLocks noGrp="1"/>
          </p:cNvSpPr>
          <p:nvPr>
            <p:ph type="body" sz="quarter" idx="14" hasCustomPrompt="1"/>
          </p:nvPr>
        </p:nvSpPr>
        <p:spPr>
          <a:xfrm>
            <a:off x="332318" y="1268823"/>
            <a:ext cx="5028082" cy="5040498"/>
          </a:xfrm>
        </p:spPr>
        <p:txBody>
          <a:bodyPr wrap="square" lIns="72000" anchor="t" anchorCtr="0">
            <a:normAutofit/>
          </a:bodyPr>
          <a:lstStyle>
            <a:lvl1pPr marL="0" indent="0">
              <a:lnSpc>
                <a:spcPct val="110000"/>
              </a:lnSpc>
              <a:spcBef>
                <a:spcPts val="900"/>
              </a:spcBef>
              <a:buFont typeface="Arial" panose="020B0604020202020204" pitchFamily="34" charset="0"/>
              <a:buNone/>
              <a:defRPr sz="1100" b="0" i="0">
                <a:solidFill>
                  <a:schemeClr val="tx1"/>
                </a:solidFill>
                <a:latin typeface="Aptos" panose="020B0004020202020204" pitchFamily="34" charset="0"/>
              </a:defRPr>
            </a:lvl1pPr>
            <a:lvl2pPr marL="6286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2pPr>
            <a:lvl3pPr marL="10858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3pPr>
            <a:lvl4pPr marL="15430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4pPr>
            <a:lvl5pPr marL="20002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5pPr>
          </a:lstStyle>
          <a:p>
            <a:pPr lvl="0"/>
            <a:r>
              <a:rPr lang="en-GB"/>
              <a:t>Content text</a:t>
            </a:r>
          </a:p>
          <a:p>
            <a:pPr lvl="1"/>
            <a:r>
              <a:rPr lang="en-GB"/>
              <a:t>Content text</a:t>
            </a:r>
          </a:p>
          <a:p>
            <a:pPr lvl="2"/>
            <a:r>
              <a:rPr lang="en-GB"/>
              <a:t>Content text</a:t>
            </a:r>
          </a:p>
          <a:p>
            <a:pPr lvl="3"/>
            <a:r>
              <a:rPr lang="en-GB"/>
              <a:t>Content text</a:t>
            </a:r>
          </a:p>
          <a:p>
            <a:pPr lvl="4"/>
            <a:r>
              <a:rPr lang="en-GB"/>
              <a:t>Content text</a:t>
            </a:r>
            <a:endParaRPr lang="en-GR"/>
          </a:p>
        </p:txBody>
      </p:sp>
      <p:sp>
        <p:nvSpPr>
          <p:cNvPr id="8" name="Table Placeholder 7">
            <a:extLst>
              <a:ext uri="{FF2B5EF4-FFF2-40B4-BE49-F238E27FC236}">
                <a16:creationId xmlns:a16="http://schemas.microsoft.com/office/drawing/2014/main" id="{ECAA5278-13F2-7CB9-B207-B019076EAD18}"/>
              </a:ext>
            </a:extLst>
          </p:cNvPr>
          <p:cNvSpPr>
            <a:spLocks noGrp="1"/>
          </p:cNvSpPr>
          <p:nvPr>
            <p:ph type="tbl" sz="quarter" idx="17"/>
          </p:nvPr>
        </p:nvSpPr>
        <p:spPr>
          <a:xfrm>
            <a:off x="6096000" y="1268822"/>
            <a:ext cx="5763682" cy="4320477"/>
          </a:xfrm>
        </p:spPr>
        <p:txBody>
          <a:bodyPr>
            <a:normAutofit/>
          </a:bodyPr>
          <a:lstStyle>
            <a:lvl1pPr>
              <a:defRPr sz="1100" b="0" i="0">
                <a:solidFill>
                  <a:schemeClr val="tx1"/>
                </a:solidFill>
                <a:latin typeface="Aptos" panose="020B0004020202020204" pitchFamily="34" charset="0"/>
              </a:defRPr>
            </a:lvl1pPr>
          </a:lstStyle>
          <a:p>
            <a:endParaRPr lang="en-GR"/>
          </a:p>
        </p:txBody>
      </p:sp>
      <p:sp>
        <p:nvSpPr>
          <p:cNvPr id="2" name="Text Placeholder 10">
            <a:extLst>
              <a:ext uri="{FF2B5EF4-FFF2-40B4-BE49-F238E27FC236}">
                <a16:creationId xmlns:a16="http://schemas.microsoft.com/office/drawing/2014/main" id="{BBFD3E6D-C2EC-AB85-05D5-8CFAA2B29603}"/>
              </a:ext>
            </a:extLst>
          </p:cNvPr>
          <p:cNvSpPr>
            <a:spLocks noGrp="1"/>
          </p:cNvSpPr>
          <p:nvPr>
            <p:ph type="body" sz="quarter" idx="27" hasCustomPrompt="1"/>
          </p:nvPr>
        </p:nvSpPr>
        <p:spPr>
          <a:xfrm>
            <a:off x="6095999" y="5712313"/>
            <a:ext cx="5729705" cy="597009"/>
          </a:xfrm>
        </p:spPr>
        <p:txBody>
          <a:bodyPr>
            <a:normAutofit/>
          </a:bodyPr>
          <a:lstStyle>
            <a:lvl1pPr>
              <a:lnSpc>
                <a:spcPct val="110000"/>
              </a:lnSpc>
              <a:spcBef>
                <a:spcPts val="900"/>
              </a:spcBef>
              <a:defRPr sz="800" b="0" i="0">
                <a:solidFill>
                  <a:schemeClr val="tx1"/>
                </a:solidFill>
                <a:latin typeface="Aptos" panose="020B0004020202020204" pitchFamily="34" charset="0"/>
              </a:defRPr>
            </a:lvl1pPr>
          </a:lstStyle>
          <a:p>
            <a:pPr lvl="0"/>
            <a:r>
              <a:rPr lang="en-GB"/>
              <a:t>Aptos 8 / Line spacing 1,1 / Paragraph spacing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 nisi </a:t>
            </a:r>
            <a:r>
              <a:rPr lang="en-GB" err="1"/>
              <a:t>ut</a:t>
            </a:r>
            <a:r>
              <a:rPr lang="en-GB"/>
              <a:t> </a:t>
            </a:r>
            <a:r>
              <a:rPr lang="en-GB" err="1"/>
              <a:t>aliquip</a:t>
            </a:r>
            <a:r>
              <a:rPr lang="en-GB"/>
              <a:t> ex </a:t>
            </a:r>
            <a:r>
              <a:rPr lang="en-GB" err="1"/>
              <a:t>eas</a:t>
            </a:r>
            <a:r>
              <a:rPr lang="en-GB"/>
              <a: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 nisi </a:t>
            </a:r>
            <a:r>
              <a:rPr lang="en-GB" err="1"/>
              <a:t>ut</a:t>
            </a:r>
            <a:r>
              <a:rPr lang="en-GB"/>
              <a:t> </a:t>
            </a:r>
            <a:r>
              <a:rPr lang="en-GB" err="1"/>
              <a:t>aliquip</a:t>
            </a:r>
            <a:r>
              <a:rPr lang="en-GB"/>
              <a:t> ex </a:t>
            </a:r>
            <a:r>
              <a:rPr lang="en-GB" err="1"/>
              <a:t>eas</a:t>
            </a:r>
            <a:r>
              <a:rPr lang="en-GB"/>
              <a:t>.</a:t>
            </a:r>
            <a:endParaRPr lang="en-GR"/>
          </a:p>
        </p:txBody>
      </p:sp>
      <p:sp>
        <p:nvSpPr>
          <p:cNvPr id="9" name="Title 1">
            <a:extLst>
              <a:ext uri="{FF2B5EF4-FFF2-40B4-BE49-F238E27FC236}">
                <a16:creationId xmlns:a16="http://schemas.microsoft.com/office/drawing/2014/main" id="{AE1E2BD4-DBB6-F505-D7C5-125A4E8DE5DE}"/>
              </a:ext>
            </a:extLst>
          </p:cNvPr>
          <p:cNvSpPr txBox="1">
            <a:spLocks/>
          </p:cNvSpPr>
          <p:nvPr userDrawn="1"/>
        </p:nvSpPr>
        <p:spPr>
          <a:xfrm>
            <a:off x="330565" y="409286"/>
            <a:ext cx="11534681" cy="1393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000" b="1" i="0" kern="1200">
                <a:solidFill>
                  <a:schemeClr val="accent1"/>
                </a:solidFill>
                <a:latin typeface="Aptos SemiBold" panose="020B0004020202020204" pitchFamily="34" charset="0"/>
                <a:ea typeface="+mj-ea"/>
                <a:cs typeface="+mj-cs"/>
              </a:defRPr>
            </a:lvl1pPr>
          </a:lstStyle>
          <a:p>
            <a:r>
              <a:rPr lang="en-GB" sz="1000"/>
              <a:t>Placeholder text</a:t>
            </a:r>
            <a:endParaRPr lang="en-GR" sz="1000"/>
          </a:p>
        </p:txBody>
      </p:sp>
      <p:sp>
        <p:nvSpPr>
          <p:cNvPr id="10" name="Text Placeholder 9">
            <a:extLst>
              <a:ext uri="{FF2B5EF4-FFF2-40B4-BE49-F238E27FC236}">
                <a16:creationId xmlns:a16="http://schemas.microsoft.com/office/drawing/2014/main" id="{D6745769-B302-1230-D77A-AC66415335E9}"/>
              </a:ext>
            </a:extLst>
          </p:cNvPr>
          <p:cNvSpPr>
            <a:spLocks noGrp="1"/>
          </p:cNvSpPr>
          <p:nvPr>
            <p:ph type="body" sz="quarter" idx="25" hasCustomPrompt="1"/>
          </p:nvPr>
        </p:nvSpPr>
        <p:spPr>
          <a:xfrm>
            <a:off x="332316" y="741495"/>
            <a:ext cx="11531551"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sp>
        <p:nvSpPr>
          <p:cNvPr id="3" name="Slide Number Placeholder 4">
            <a:extLst>
              <a:ext uri="{FF2B5EF4-FFF2-40B4-BE49-F238E27FC236}">
                <a16:creationId xmlns:a16="http://schemas.microsoft.com/office/drawing/2014/main" id="{A623E365-8A8F-8137-1CB2-10D585E37E91}"/>
              </a:ext>
            </a:extLst>
          </p:cNvPr>
          <p:cNvSpPr>
            <a:spLocks noGrp="1"/>
          </p:cNvSpPr>
          <p:nvPr>
            <p:ph type="sldNum" sz="quarter" idx="4"/>
          </p:nvPr>
        </p:nvSpPr>
        <p:spPr>
          <a:xfrm>
            <a:off x="11179867" y="6542942"/>
            <a:ext cx="684000" cy="138499"/>
          </a:xfrm>
          <a:prstGeom prst="rect">
            <a:avLst/>
          </a:prstGeom>
        </p:spPr>
        <p:txBody>
          <a:bodyPr lIns="0" tIns="0" rIns="0" bIns="0"/>
          <a:lstStyle>
            <a:lvl1pPr algn="r">
              <a:defRPr sz="800"/>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192813068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2_Tables">
    <p:spTree>
      <p:nvGrpSpPr>
        <p:cNvPr id="1" name=""/>
        <p:cNvGrpSpPr/>
        <p:nvPr/>
      </p:nvGrpSpPr>
      <p:grpSpPr>
        <a:xfrm>
          <a:off x="0" y="0"/>
          <a:ext cx="0" cy="0"/>
          <a:chOff x="0" y="0"/>
          <a:chExt cx="0" cy="0"/>
        </a:xfrm>
      </p:grpSpPr>
      <p:sp>
        <p:nvSpPr>
          <p:cNvPr id="8" name="Table Placeholder 7">
            <a:extLst>
              <a:ext uri="{FF2B5EF4-FFF2-40B4-BE49-F238E27FC236}">
                <a16:creationId xmlns:a16="http://schemas.microsoft.com/office/drawing/2014/main" id="{ECAA5278-13F2-7CB9-B207-B019076EAD18}"/>
              </a:ext>
            </a:extLst>
          </p:cNvPr>
          <p:cNvSpPr>
            <a:spLocks noGrp="1"/>
          </p:cNvSpPr>
          <p:nvPr>
            <p:ph type="tbl" sz="quarter" idx="17"/>
          </p:nvPr>
        </p:nvSpPr>
        <p:spPr>
          <a:xfrm>
            <a:off x="332318" y="1268822"/>
            <a:ext cx="11527365" cy="4320477"/>
          </a:xfrm>
        </p:spPr>
        <p:txBody>
          <a:bodyPr>
            <a:normAutofit/>
          </a:bodyPr>
          <a:lstStyle>
            <a:lvl1pPr>
              <a:defRPr sz="1200"/>
            </a:lvl1pPr>
          </a:lstStyle>
          <a:p>
            <a:endParaRPr lang="en-GR"/>
          </a:p>
        </p:txBody>
      </p:sp>
      <p:sp>
        <p:nvSpPr>
          <p:cNvPr id="6" name="Slide Number Placeholder 5">
            <a:extLst>
              <a:ext uri="{FF2B5EF4-FFF2-40B4-BE49-F238E27FC236}">
                <a16:creationId xmlns:a16="http://schemas.microsoft.com/office/drawing/2014/main" id="{AC603BE1-9D9D-394D-AD02-AF8275322756}"/>
              </a:ext>
            </a:extLst>
          </p:cNvPr>
          <p:cNvSpPr>
            <a:spLocks noGrp="1"/>
          </p:cNvSpPr>
          <p:nvPr>
            <p:ph type="sldNum" sz="quarter" idx="21"/>
          </p:nvPr>
        </p:nvSpPr>
        <p:spPr/>
        <p:txBody>
          <a:bodyPr/>
          <a:lstStyle/>
          <a:p>
            <a:fld id="{233F7D93-8529-0F4E-AF24-E7C8656CB0BF}" type="slidenum">
              <a:rPr lang="en-GR" smtClean="0"/>
              <a:pPr/>
              <a:t>‹#›</a:t>
            </a:fld>
            <a:endParaRPr lang="en-GR"/>
          </a:p>
        </p:txBody>
      </p:sp>
      <p:sp>
        <p:nvSpPr>
          <p:cNvPr id="3" name="Text Placeholder 10">
            <a:extLst>
              <a:ext uri="{FF2B5EF4-FFF2-40B4-BE49-F238E27FC236}">
                <a16:creationId xmlns:a16="http://schemas.microsoft.com/office/drawing/2014/main" id="{CFC4874C-B6B6-AB95-1E37-8FC105778E3D}"/>
              </a:ext>
            </a:extLst>
          </p:cNvPr>
          <p:cNvSpPr>
            <a:spLocks noGrp="1"/>
          </p:cNvSpPr>
          <p:nvPr>
            <p:ph type="body" sz="quarter" idx="27" hasCustomPrompt="1"/>
          </p:nvPr>
        </p:nvSpPr>
        <p:spPr>
          <a:xfrm>
            <a:off x="331201" y="5821200"/>
            <a:ext cx="7939040" cy="488120"/>
          </a:xfrm>
        </p:spPr>
        <p:txBody>
          <a:bodyPr>
            <a:normAutofit/>
          </a:bodyPr>
          <a:lstStyle>
            <a:lvl1pPr>
              <a:lnSpc>
                <a:spcPct val="110000"/>
              </a:lnSpc>
              <a:spcBef>
                <a:spcPts val="900"/>
              </a:spcBef>
              <a:defRPr sz="800" b="0" i="0">
                <a:solidFill>
                  <a:schemeClr val="tx1"/>
                </a:solidFill>
                <a:latin typeface="Aptos" panose="020B0004020202020204" pitchFamily="34" charset="0"/>
              </a:defRPr>
            </a:lvl1pPr>
          </a:lstStyle>
          <a:p>
            <a:pPr lvl="0"/>
            <a:r>
              <a:rPr lang="en-GB"/>
              <a:t>Aptos 8 / Line spacing 1,1 / Paragraph spacing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 nisi </a:t>
            </a:r>
            <a:r>
              <a:rPr lang="en-GB" err="1"/>
              <a:t>ut</a:t>
            </a:r>
            <a:r>
              <a:rPr lang="en-GB"/>
              <a:t> </a:t>
            </a:r>
            <a:r>
              <a:rPr lang="en-GB" err="1"/>
              <a:t>aliquip</a:t>
            </a:r>
            <a:r>
              <a:rPr lang="en-GB"/>
              <a:t> ex </a:t>
            </a:r>
            <a:r>
              <a:rPr lang="en-GB" err="1"/>
              <a:t>eas</a:t>
            </a:r>
            <a:r>
              <a:rPr lang="en-GB"/>
              <a: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 nisi </a:t>
            </a:r>
            <a:r>
              <a:rPr lang="en-GB" err="1"/>
              <a:t>ut</a:t>
            </a:r>
            <a:r>
              <a:rPr lang="en-GB"/>
              <a:t> </a:t>
            </a:r>
            <a:r>
              <a:rPr lang="en-GB" err="1"/>
              <a:t>aliquip</a:t>
            </a:r>
            <a:r>
              <a:rPr lang="en-GB"/>
              <a:t> ex </a:t>
            </a:r>
            <a:r>
              <a:rPr lang="en-GB" err="1"/>
              <a:t>eas</a:t>
            </a:r>
            <a:r>
              <a:rPr lang="en-GB"/>
              <a:t>.</a:t>
            </a:r>
            <a:endParaRPr lang="en-GR"/>
          </a:p>
        </p:txBody>
      </p:sp>
      <p:sp>
        <p:nvSpPr>
          <p:cNvPr id="2" name="Title 1">
            <a:extLst>
              <a:ext uri="{FF2B5EF4-FFF2-40B4-BE49-F238E27FC236}">
                <a16:creationId xmlns:a16="http://schemas.microsoft.com/office/drawing/2014/main" id="{B369AE44-9D9C-ACBD-0083-00D0E5AB1B05}"/>
              </a:ext>
            </a:extLst>
          </p:cNvPr>
          <p:cNvSpPr txBox="1">
            <a:spLocks/>
          </p:cNvSpPr>
          <p:nvPr userDrawn="1"/>
        </p:nvSpPr>
        <p:spPr>
          <a:xfrm>
            <a:off x="330565" y="409286"/>
            <a:ext cx="11534681" cy="1393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000" b="1" i="0" kern="1200">
                <a:solidFill>
                  <a:schemeClr val="accent1"/>
                </a:solidFill>
                <a:latin typeface="Aptos SemiBold" panose="020B0004020202020204" pitchFamily="34" charset="0"/>
                <a:ea typeface="+mj-ea"/>
                <a:cs typeface="+mj-cs"/>
              </a:defRPr>
            </a:lvl1pPr>
          </a:lstStyle>
          <a:p>
            <a:r>
              <a:rPr lang="en-GB" sz="1000"/>
              <a:t>Placeholder text</a:t>
            </a:r>
            <a:endParaRPr lang="en-GR" sz="1000"/>
          </a:p>
        </p:txBody>
      </p:sp>
      <p:sp>
        <p:nvSpPr>
          <p:cNvPr id="7" name="Text Placeholder 9">
            <a:extLst>
              <a:ext uri="{FF2B5EF4-FFF2-40B4-BE49-F238E27FC236}">
                <a16:creationId xmlns:a16="http://schemas.microsoft.com/office/drawing/2014/main" id="{23818CD9-028D-46E5-5A29-6AB17459F65B}"/>
              </a:ext>
            </a:extLst>
          </p:cNvPr>
          <p:cNvSpPr>
            <a:spLocks noGrp="1"/>
          </p:cNvSpPr>
          <p:nvPr>
            <p:ph type="body" sz="quarter" idx="25" hasCustomPrompt="1"/>
          </p:nvPr>
        </p:nvSpPr>
        <p:spPr>
          <a:xfrm>
            <a:off x="332316" y="741495"/>
            <a:ext cx="11531551"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spTree>
    <p:extLst>
      <p:ext uri="{BB962C8B-B14F-4D97-AF65-F5344CB8AC3E}">
        <p14:creationId xmlns:p14="http://schemas.microsoft.com/office/powerpoint/2010/main" val="20963602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3_Tables">
    <p:spTree>
      <p:nvGrpSpPr>
        <p:cNvPr id="1" name=""/>
        <p:cNvGrpSpPr/>
        <p:nvPr/>
      </p:nvGrpSpPr>
      <p:grpSpPr>
        <a:xfrm>
          <a:off x="0" y="0"/>
          <a:ext cx="0" cy="0"/>
          <a:chOff x="0" y="0"/>
          <a:chExt cx="0" cy="0"/>
        </a:xfrm>
      </p:grpSpPr>
      <p:sp>
        <p:nvSpPr>
          <p:cNvPr id="21" name="Text Placeholder 17">
            <a:extLst>
              <a:ext uri="{FF2B5EF4-FFF2-40B4-BE49-F238E27FC236}">
                <a16:creationId xmlns:a16="http://schemas.microsoft.com/office/drawing/2014/main" id="{E4F39B2F-3138-1D49-29EC-F4CA1032AE35}"/>
              </a:ext>
            </a:extLst>
          </p:cNvPr>
          <p:cNvSpPr>
            <a:spLocks noGrp="1"/>
          </p:cNvSpPr>
          <p:nvPr>
            <p:ph type="body" sz="quarter" idx="14" hasCustomPrompt="1"/>
          </p:nvPr>
        </p:nvSpPr>
        <p:spPr>
          <a:xfrm>
            <a:off x="9192431" y="1268823"/>
            <a:ext cx="2655943" cy="5040578"/>
          </a:xfrm>
        </p:spPr>
        <p:txBody>
          <a:bodyPr wrap="square" lIns="72000" anchor="t" anchorCtr="0">
            <a:normAutofit/>
          </a:bodyPr>
          <a:lstStyle>
            <a:lvl1pPr marL="0" indent="0">
              <a:lnSpc>
                <a:spcPct val="110000"/>
              </a:lnSpc>
              <a:spcBef>
                <a:spcPts val="900"/>
              </a:spcBef>
              <a:buFont typeface="Arial" panose="020B0604020202020204" pitchFamily="34" charset="0"/>
              <a:buNone/>
              <a:defRPr sz="1100" b="0" i="0">
                <a:solidFill>
                  <a:schemeClr val="tx1"/>
                </a:solidFill>
                <a:latin typeface="Aptos" panose="020B0004020202020204" pitchFamily="34" charset="0"/>
              </a:defRPr>
            </a:lvl1pPr>
            <a:lvl2pPr marL="6286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2pPr>
            <a:lvl3pPr marL="10858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3pPr>
            <a:lvl4pPr marL="15430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4pPr>
            <a:lvl5pPr marL="2000250" indent="-171450">
              <a:lnSpc>
                <a:spcPct val="110000"/>
              </a:lnSpc>
              <a:spcBef>
                <a:spcPts val="900"/>
              </a:spcBef>
              <a:buFont typeface="Arial" panose="020B0604020202020204" pitchFamily="34" charset="0"/>
              <a:buChar char="•"/>
              <a:defRPr sz="1100" b="0" i="0">
                <a:solidFill>
                  <a:schemeClr val="tx1"/>
                </a:solidFill>
                <a:latin typeface="Aptos" panose="020B0004020202020204" pitchFamily="34" charset="0"/>
              </a:defRPr>
            </a:lvl5pPr>
          </a:lstStyle>
          <a:p>
            <a:pPr lvl="0"/>
            <a:r>
              <a:rPr lang="en-GB"/>
              <a:t>Content text</a:t>
            </a:r>
          </a:p>
          <a:p>
            <a:pPr lvl="1"/>
            <a:r>
              <a:rPr lang="en-GB"/>
              <a:t>Content text</a:t>
            </a:r>
          </a:p>
          <a:p>
            <a:pPr lvl="2"/>
            <a:r>
              <a:rPr lang="en-GB"/>
              <a:t>Content text</a:t>
            </a:r>
          </a:p>
          <a:p>
            <a:pPr lvl="3"/>
            <a:r>
              <a:rPr lang="en-GB"/>
              <a:t>Content text</a:t>
            </a:r>
          </a:p>
          <a:p>
            <a:pPr lvl="4"/>
            <a:r>
              <a:rPr lang="en-GB"/>
              <a:t>Content text</a:t>
            </a:r>
            <a:endParaRPr lang="en-GR"/>
          </a:p>
        </p:txBody>
      </p:sp>
      <p:sp>
        <p:nvSpPr>
          <p:cNvPr id="8" name="Table Placeholder 7">
            <a:extLst>
              <a:ext uri="{FF2B5EF4-FFF2-40B4-BE49-F238E27FC236}">
                <a16:creationId xmlns:a16="http://schemas.microsoft.com/office/drawing/2014/main" id="{ECAA5278-13F2-7CB9-B207-B019076EAD18}"/>
              </a:ext>
            </a:extLst>
          </p:cNvPr>
          <p:cNvSpPr>
            <a:spLocks noGrp="1"/>
          </p:cNvSpPr>
          <p:nvPr>
            <p:ph type="tbl" sz="quarter" idx="17"/>
          </p:nvPr>
        </p:nvSpPr>
        <p:spPr>
          <a:xfrm>
            <a:off x="343627" y="1268822"/>
            <a:ext cx="8632773" cy="4320477"/>
          </a:xfrm>
        </p:spPr>
        <p:txBody>
          <a:bodyPr>
            <a:normAutofit/>
          </a:bodyPr>
          <a:lstStyle>
            <a:lvl1pPr>
              <a:defRPr sz="1200"/>
            </a:lvl1pPr>
          </a:lstStyle>
          <a:p>
            <a:endParaRPr lang="en-GR"/>
          </a:p>
        </p:txBody>
      </p:sp>
      <p:sp>
        <p:nvSpPr>
          <p:cNvPr id="6" name="Slide Number Placeholder 5">
            <a:extLst>
              <a:ext uri="{FF2B5EF4-FFF2-40B4-BE49-F238E27FC236}">
                <a16:creationId xmlns:a16="http://schemas.microsoft.com/office/drawing/2014/main" id="{849DF22A-9CB6-5A48-BCB0-C71095B7435F}"/>
              </a:ext>
            </a:extLst>
          </p:cNvPr>
          <p:cNvSpPr>
            <a:spLocks noGrp="1"/>
          </p:cNvSpPr>
          <p:nvPr>
            <p:ph type="sldNum" sz="quarter" idx="21"/>
          </p:nvPr>
        </p:nvSpPr>
        <p:spPr/>
        <p:txBody>
          <a:bodyPr/>
          <a:lstStyle/>
          <a:p>
            <a:fld id="{233F7D93-8529-0F4E-AF24-E7C8656CB0BF}" type="slidenum">
              <a:rPr lang="en-GR" smtClean="0"/>
              <a:pPr/>
              <a:t>‹#›</a:t>
            </a:fld>
            <a:endParaRPr lang="en-GR"/>
          </a:p>
        </p:txBody>
      </p:sp>
      <p:sp>
        <p:nvSpPr>
          <p:cNvPr id="3" name="Text Placeholder 10">
            <a:extLst>
              <a:ext uri="{FF2B5EF4-FFF2-40B4-BE49-F238E27FC236}">
                <a16:creationId xmlns:a16="http://schemas.microsoft.com/office/drawing/2014/main" id="{62AF992E-650C-B5E5-E8BD-DB1BD1F2412B}"/>
              </a:ext>
            </a:extLst>
          </p:cNvPr>
          <p:cNvSpPr>
            <a:spLocks noGrp="1"/>
          </p:cNvSpPr>
          <p:nvPr>
            <p:ph type="body" sz="quarter" idx="27" hasCustomPrompt="1"/>
          </p:nvPr>
        </p:nvSpPr>
        <p:spPr>
          <a:xfrm>
            <a:off x="331201" y="5821200"/>
            <a:ext cx="7939040" cy="488120"/>
          </a:xfrm>
        </p:spPr>
        <p:txBody>
          <a:bodyPr>
            <a:normAutofit/>
          </a:bodyPr>
          <a:lstStyle>
            <a:lvl1pPr>
              <a:lnSpc>
                <a:spcPct val="110000"/>
              </a:lnSpc>
              <a:spcBef>
                <a:spcPts val="900"/>
              </a:spcBef>
              <a:defRPr sz="800" b="0" i="0">
                <a:solidFill>
                  <a:schemeClr val="tx1"/>
                </a:solidFill>
                <a:latin typeface="Aptos" panose="020B0004020202020204" pitchFamily="34" charset="0"/>
              </a:defRPr>
            </a:lvl1pPr>
          </a:lstStyle>
          <a:p>
            <a:pPr lvl="0"/>
            <a:r>
              <a:rPr lang="en-GB"/>
              <a:t>Aptos 8 / Line spacing 1,1 / Paragraph spacing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 nisi </a:t>
            </a:r>
            <a:r>
              <a:rPr lang="en-GB" err="1"/>
              <a:t>ut</a:t>
            </a:r>
            <a:r>
              <a:rPr lang="en-GB"/>
              <a:t> </a:t>
            </a:r>
            <a:r>
              <a:rPr lang="en-GB" err="1"/>
              <a:t>aliquip</a:t>
            </a:r>
            <a:r>
              <a:rPr lang="en-GB"/>
              <a:t> ex </a:t>
            </a:r>
            <a:r>
              <a:rPr lang="en-GB" err="1"/>
              <a:t>eas</a:t>
            </a:r>
            <a:r>
              <a:rPr lang="en-GB"/>
              <a: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 nisi </a:t>
            </a:r>
            <a:r>
              <a:rPr lang="en-GB" err="1"/>
              <a:t>ut</a:t>
            </a:r>
            <a:r>
              <a:rPr lang="en-GB"/>
              <a:t> </a:t>
            </a:r>
            <a:r>
              <a:rPr lang="en-GB" err="1"/>
              <a:t>aliquip</a:t>
            </a:r>
            <a:r>
              <a:rPr lang="en-GB"/>
              <a:t> ex </a:t>
            </a:r>
            <a:r>
              <a:rPr lang="en-GB" err="1"/>
              <a:t>eas</a:t>
            </a:r>
            <a:r>
              <a:rPr lang="en-GB"/>
              <a:t>.</a:t>
            </a:r>
            <a:endParaRPr lang="en-GR"/>
          </a:p>
        </p:txBody>
      </p:sp>
      <p:sp>
        <p:nvSpPr>
          <p:cNvPr id="2" name="Title 1">
            <a:extLst>
              <a:ext uri="{FF2B5EF4-FFF2-40B4-BE49-F238E27FC236}">
                <a16:creationId xmlns:a16="http://schemas.microsoft.com/office/drawing/2014/main" id="{67D5B699-B4BC-3631-EE70-8F68140BF765}"/>
              </a:ext>
            </a:extLst>
          </p:cNvPr>
          <p:cNvSpPr txBox="1">
            <a:spLocks/>
          </p:cNvSpPr>
          <p:nvPr userDrawn="1"/>
        </p:nvSpPr>
        <p:spPr>
          <a:xfrm>
            <a:off x="330565" y="409286"/>
            <a:ext cx="11534681" cy="1393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000" b="1" i="0" kern="1200">
                <a:solidFill>
                  <a:schemeClr val="accent1"/>
                </a:solidFill>
                <a:latin typeface="Aptos SemiBold" panose="020B0004020202020204" pitchFamily="34" charset="0"/>
                <a:ea typeface="+mj-ea"/>
                <a:cs typeface="+mj-cs"/>
              </a:defRPr>
            </a:lvl1pPr>
          </a:lstStyle>
          <a:p>
            <a:r>
              <a:rPr lang="en-GB" sz="1000"/>
              <a:t>Placeholder text</a:t>
            </a:r>
            <a:endParaRPr lang="en-GR" sz="1000"/>
          </a:p>
        </p:txBody>
      </p:sp>
      <p:sp>
        <p:nvSpPr>
          <p:cNvPr id="7" name="Text Placeholder 9">
            <a:extLst>
              <a:ext uri="{FF2B5EF4-FFF2-40B4-BE49-F238E27FC236}">
                <a16:creationId xmlns:a16="http://schemas.microsoft.com/office/drawing/2014/main" id="{0B06DC94-A67F-F7DA-4A24-4B0160F7353B}"/>
              </a:ext>
            </a:extLst>
          </p:cNvPr>
          <p:cNvSpPr>
            <a:spLocks noGrp="1"/>
          </p:cNvSpPr>
          <p:nvPr>
            <p:ph type="body" sz="quarter" idx="25" hasCustomPrompt="1"/>
          </p:nvPr>
        </p:nvSpPr>
        <p:spPr>
          <a:xfrm>
            <a:off x="332316" y="741495"/>
            <a:ext cx="11531551"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spTree>
    <p:extLst>
      <p:ext uri="{BB962C8B-B14F-4D97-AF65-F5344CB8AC3E}">
        <p14:creationId xmlns:p14="http://schemas.microsoft.com/office/powerpoint/2010/main" val="173173824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Charts &amp; Infographic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59BD32-F7F8-0097-22C1-305AD46C1925}"/>
              </a:ext>
            </a:extLst>
          </p:cNvPr>
          <p:cNvSpPr txBox="1">
            <a:spLocks/>
          </p:cNvSpPr>
          <p:nvPr userDrawn="1"/>
        </p:nvSpPr>
        <p:spPr>
          <a:xfrm>
            <a:off x="330567" y="409286"/>
            <a:ext cx="11534679" cy="1393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000" b="1" i="0" kern="1200">
                <a:solidFill>
                  <a:schemeClr val="accent1"/>
                </a:solidFill>
                <a:latin typeface="Aptos SemiBold" panose="020B0004020202020204" pitchFamily="34" charset="0"/>
                <a:ea typeface="+mj-ea"/>
                <a:cs typeface="+mj-cs"/>
              </a:defRPr>
            </a:lvl1pPr>
          </a:lstStyle>
          <a:p>
            <a:r>
              <a:rPr lang="en-GB" sz="1000"/>
              <a:t>Placeholder text</a:t>
            </a:r>
            <a:endParaRPr lang="en-GR" sz="1000"/>
          </a:p>
        </p:txBody>
      </p:sp>
      <p:sp>
        <p:nvSpPr>
          <p:cNvPr id="7" name="Text Placeholder 9">
            <a:extLst>
              <a:ext uri="{FF2B5EF4-FFF2-40B4-BE49-F238E27FC236}">
                <a16:creationId xmlns:a16="http://schemas.microsoft.com/office/drawing/2014/main" id="{B8569185-6AFA-2DB3-A2BB-AAD3679AC406}"/>
              </a:ext>
            </a:extLst>
          </p:cNvPr>
          <p:cNvSpPr>
            <a:spLocks noGrp="1"/>
          </p:cNvSpPr>
          <p:nvPr>
            <p:ph type="body" sz="quarter" idx="25" hasCustomPrompt="1"/>
          </p:nvPr>
        </p:nvSpPr>
        <p:spPr>
          <a:xfrm>
            <a:off x="332317" y="741495"/>
            <a:ext cx="11531550"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sp>
        <p:nvSpPr>
          <p:cNvPr id="2" name="Slide Number Placeholder 4">
            <a:extLst>
              <a:ext uri="{FF2B5EF4-FFF2-40B4-BE49-F238E27FC236}">
                <a16:creationId xmlns:a16="http://schemas.microsoft.com/office/drawing/2014/main" id="{48CFE57A-E358-E82F-CF8A-523CB4AE614A}"/>
              </a:ext>
            </a:extLst>
          </p:cNvPr>
          <p:cNvSpPr>
            <a:spLocks noGrp="1"/>
          </p:cNvSpPr>
          <p:nvPr>
            <p:ph type="sldNum" sz="quarter" idx="4"/>
          </p:nvPr>
        </p:nvSpPr>
        <p:spPr>
          <a:xfrm>
            <a:off x="11179867" y="6562192"/>
            <a:ext cx="684000" cy="138499"/>
          </a:xfrm>
          <a:prstGeom prst="rect">
            <a:avLst/>
          </a:prstGeom>
        </p:spPr>
        <p:txBody>
          <a:bodyPr lIns="0" tIns="0" rIns="0" bIns="0"/>
          <a:lstStyle>
            <a:lvl1pPr algn="r">
              <a:defRPr sz="800"/>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14588804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2_Charts &amp; Infographics">
    <p:spTree>
      <p:nvGrpSpPr>
        <p:cNvPr id="1" name=""/>
        <p:cNvGrpSpPr/>
        <p:nvPr/>
      </p:nvGrpSpPr>
      <p:grpSpPr>
        <a:xfrm>
          <a:off x="0" y="0"/>
          <a:ext cx="0" cy="0"/>
          <a:chOff x="0" y="0"/>
          <a:chExt cx="0" cy="0"/>
        </a:xfrm>
      </p:grpSpPr>
      <p:sp>
        <p:nvSpPr>
          <p:cNvPr id="21" name="Text Placeholder 17">
            <a:extLst>
              <a:ext uri="{FF2B5EF4-FFF2-40B4-BE49-F238E27FC236}">
                <a16:creationId xmlns:a16="http://schemas.microsoft.com/office/drawing/2014/main" id="{E4F39B2F-3138-1D49-29EC-F4CA1032AE35}"/>
              </a:ext>
            </a:extLst>
          </p:cNvPr>
          <p:cNvSpPr>
            <a:spLocks noGrp="1"/>
          </p:cNvSpPr>
          <p:nvPr>
            <p:ph type="body" sz="quarter" idx="14" hasCustomPrompt="1"/>
          </p:nvPr>
        </p:nvSpPr>
        <p:spPr>
          <a:xfrm>
            <a:off x="331201" y="1268823"/>
            <a:ext cx="7939040" cy="364908"/>
          </a:xfrm>
        </p:spPr>
        <p:txBody>
          <a:bodyPr wrap="square" lIns="36000" anchor="t" anchorCtr="0">
            <a:spAutoFit/>
          </a:bodyPr>
          <a:lstStyle>
            <a:lvl1pPr marL="0" indent="0">
              <a:lnSpc>
                <a:spcPct val="110000"/>
              </a:lnSpc>
              <a:spcBef>
                <a:spcPts val="900"/>
              </a:spcBef>
              <a:buFont typeface="Arial" panose="020B0604020202020204" pitchFamily="34" charset="0"/>
              <a:buNone/>
              <a:defRPr sz="1100" b="0" i="0">
                <a:solidFill>
                  <a:schemeClr val="tx1"/>
                </a:solidFill>
                <a:latin typeface="Aptos" panose="020B00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a:t>Aptos 11 / Line spacing 1,1 / Paragraph space before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a:t>
            </a:r>
          </a:p>
        </p:txBody>
      </p:sp>
      <p:sp>
        <p:nvSpPr>
          <p:cNvPr id="7" name="Title 1">
            <a:extLst>
              <a:ext uri="{FF2B5EF4-FFF2-40B4-BE49-F238E27FC236}">
                <a16:creationId xmlns:a16="http://schemas.microsoft.com/office/drawing/2014/main" id="{035840B8-4626-64AB-C4B7-E2A0D46856AB}"/>
              </a:ext>
            </a:extLst>
          </p:cNvPr>
          <p:cNvSpPr txBox="1">
            <a:spLocks/>
          </p:cNvSpPr>
          <p:nvPr userDrawn="1"/>
        </p:nvSpPr>
        <p:spPr>
          <a:xfrm>
            <a:off x="330567" y="409286"/>
            <a:ext cx="11534679" cy="1393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000" b="1" i="0" kern="1200">
                <a:solidFill>
                  <a:schemeClr val="accent1"/>
                </a:solidFill>
                <a:latin typeface="Aptos SemiBold" panose="020B0004020202020204" pitchFamily="34" charset="0"/>
                <a:ea typeface="+mj-ea"/>
                <a:cs typeface="+mj-cs"/>
              </a:defRPr>
            </a:lvl1pPr>
          </a:lstStyle>
          <a:p>
            <a:r>
              <a:rPr lang="en-GB" sz="1000"/>
              <a:t>Placeholder text</a:t>
            </a:r>
            <a:endParaRPr lang="en-GR" sz="1000"/>
          </a:p>
        </p:txBody>
      </p:sp>
      <p:sp>
        <p:nvSpPr>
          <p:cNvPr id="8" name="Text Placeholder 9">
            <a:extLst>
              <a:ext uri="{FF2B5EF4-FFF2-40B4-BE49-F238E27FC236}">
                <a16:creationId xmlns:a16="http://schemas.microsoft.com/office/drawing/2014/main" id="{3B4E0D39-5B4A-29B4-12CA-B18AD14955A9}"/>
              </a:ext>
            </a:extLst>
          </p:cNvPr>
          <p:cNvSpPr>
            <a:spLocks noGrp="1"/>
          </p:cNvSpPr>
          <p:nvPr>
            <p:ph type="body" sz="quarter" idx="25" hasCustomPrompt="1"/>
          </p:nvPr>
        </p:nvSpPr>
        <p:spPr>
          <a:xfrm>
            <a:off x="332317" y="741495"/>
            <a:ext cx="11531550"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sp>
        <p:nvSpPr>
          <p:cNvPr id="2" name="Slide Number Placeholder 4">
            <a:extLst>
              <a:ext uri="{FF2B5EF4-FFF2-40B4-BE49-F238E27FC236}">
                <a16:creationId xmlns:a16="http://schemas.microsoft.com/office/drawing/2014/main" id="{EB62B9FE-B882-A5EF-12A4-773BC019B15E}"/>
              </a:ext>
            </a:extLst>
          </p:cNvPr>
          <p:cNvSpPr>
            <a:spLocks noGrp="1"/>
          </p:cNvSpPr>
          <p:nvPr>
            <p:ph type="sldNum" sz="quarter" idx="4"/>
          </p:nvPr>
        </p:nvSpPr>
        <p:spPr>
          <a:xfrm>
            <a:off x="11179867" y="6542942"/>
            <a:ext cx="684000" cy="138499"/>
          </a:xfrm>
          <a:prstGeom prst="rect">
            <a:avLst/>
          </a:prstGeom>
        </p:spPr>
        <p:txBody>
          <a:bodyPr lIns="0" tIns="0" rIns="0" bIns="0"/>
          <a:lstStyle>
            <a:lvl1pPr algn="r">
              <a:defRPr sz="800"/>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352010724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3_Charts &amp; Infographic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2C98CE9-7771-1C31-CEF3-263F3051A666}"/>
              </a:ext>
            </a:extLst>
          </p:cNvPr>
          <p:cNvSpPr/>
          <p:nvPr userDrawn="1"/>
        </p:nvSpPr>
        <p:spPr>
          <a:xfrm>
            <a:off x="342000" y="1979272"/>
            <a:ext cx="11520964" cy="3631862"/>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7" name="Text Placeholder 17">
            <a:extLst>
              <a:ext uri="{FF2B5EF4-FFF2-40B4-BE49-F238E27FC236}">
                <a16:creationId xmlns:a16="http://schemas.microsoft.com/office/drawing/2014/main" id="{A3371F17-2C13-575F-D1AC-0A4264C27FD1}"/>
              </a:ext>
            </a:extLst>
          </p:cNvPr>
          <p:cNvSpPr>
            <a:spLocks noGrp="1"/>
          </p:cNvSpPr>
          <p:nvPr>
            <p:ph type="body" sz="quarter" idx="14" hasCustomPrompt="1"/>
          </p:nvPr>
        </p:nvSpPr>
        <p:spPr>
          <a:xfrm>
            <a:off x="331202" y="1268823"/>
            <a:ext cx="7939039" cy="364908"/>
          </a:xfrm>
        </p:spPr>
        <p:txBody>
          <a:bodyPr wrap="square" lIns="36000" anchor="t" anchorCtr="0">
            <a:spAutoFit/>
          </a:bodyPr>
          <a:lstStyle>
            <a:lvl1pPr marL="0" indent="0">
              <a:lnSpc>
                <a:spcPct val="110000"/>
              </a:lnSpc>
              <a:spcBef>
                <a:spcPts val="900"/>
              </a:spcBef>
              <a:buFont typeface="Arial" panose="020B0604020202020204" pitchFamily="34" charset="0"/>
              <a:buNone/>
              <a:defRPr sz="1100" b="0" i="0">
                <a:solidFill>
                  <a:schemeClr val="tx1"/>
                </a:solidFill>
                <a:latin typeface="Aptos" panose="020B00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a:t>Aptos 11 / Line spacing 1,1 / Paragraph space before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a:t>
            </a:r>
          </a:p>
        </p:txBody>
      </p:sp>
      <p:sp>
        <p:nvSpPr>
          <p:cNvPr id="11" name="Text Placeholder 10">
            <a:extLst>
              <a:ext uri="{FF2B5EF4-FFF2-40B4-BE49-F238E27FC236}">
                <a16:creationId xmlns:a16="http://schemas.microsoft.com/office/drawing/2014/main" id="{02F48BDA-C3CB-BAED-6FD9-9F7EE7254C31}"/>
              </a:ext>
            </a:extLst>
          </p:cNvPr>
          <p:cNvSpPr>
            <a:spLocks noGrp="1"/>
          </p:cNvSpPr>
          <p:nvPr>
            <p:ph type="body" sz="quarter" idx="27" hasCustomPrompt="1"/>
          </p:nvPr>
        </p:nvSpPr>
        <p:spPr>
          <a:xfrm>
            <a:off x="331201" y="5821200"/>
            <a:ext cx="7939040" cy="488120"/>
          </a:xfrm>
        </p:spPr>
        <p:txBody>
          <a:bodyPr>
            <a:normAutofit/>
          </a:bodyPr>
          <a:lstStyle>
            <a:lvl1pPr>
              <a:lnSpc>
                <a:spcPct val="110000"/>
              </a:lnSpc>
              <a:spcBef>
                <a:spcPts val="900"/>
              </a:spcBef>
              <a:defRPr sz="800" b="0" i="0">
                <a:solidFill>
                  <a:schemeClr val="tx1"/>
                </a:solidFill>
                <a:latin typeface="Aptos" panose="020B0004020202020204" pitchFamily="34" charset="0"/>
              </a:defRPr>
            </a:lvl1pPr>
          </a:lstStyle>
          <a:p>
            <a:pPr lvl="0"/>
            <a:r>
              <a:rPr lang="en-GB"/>
              <a:t>Aptos 8 / Line spacing 1,1 / Paragraph spacing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 nisi </a:t>
            </a:r>
            <a:r>
              <a:rPr lang="en-GB" err="1"/>
              <a:t>ut</a:t>
            </a:r>
            <a:r>
              <a:rPr lang="en-GB"/>
              <a:t> </a:t>
            </a:r>
            <a:r>
              <a:rPr lang="en-GB" err="1"/>
              <a:t>aliquip</a:t>
            </a:r>
            <a:r>
              <a:rPr lang="en-GB"/>
              <a:t> ex </a:t>
            </a:r>
            <a:r>
              <a:rPr lang="en-GB" err="1"/>
              <a:t>eas</a:t>
            </a:r>
            <a:r>
              <a:rPr lang="en-GB"/>
              <a: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 nisi </a:t>
            </a:r>
            <a:r>
              <a:rPr lang="en-GB" err="1"/>
              <a:t>ut</a:t>
            </a:r>
            <a:r>
              <a:rPr lang="en-GB"/>
              <a:t> </a:t>
            </a:r>
            <a:r>
              <a:rPr lang="en-GB" err="1"/>
              <a:t>aliquip</a:t>
            </a:r>
            <a:r>
              <a:rPr lang="en-GB"/>
              <a:t> ex </a:t>
            </a:r>
            <a:r>
              <a:rPr lang="en-GB" err="1"/>
              <a:t>eas</a:t>
            </a:r>
            <a:r>
              <a:rPr lang="en-GB"/>
              <a:t>.</a:t>
            </a:r>
            <a:endParaRPr lang="en-GR"/>
          </a:p>
        </p:txBody>
      </p:sp>
      <p:sp>
        <p:nvSpPr>
          <p:cNvPr id="5" name="Title 1">
            <a:extLst>
              <a:ext uri="{FF2B5EF4-FFF2-40B4-BE49-F238E27FC236}">
                <a16:creationId xmlns:a16="http://schemas.microsoft.com/office/drawing/2014/main" id="{6E055FD5-E7E9-3AF2-1173-9B7445FB3F9C}"/>
              </a:ext>
            </a:extLst>
          </p:cNvPr>
          <p:cNvSpPr txBox="1">
            <a:spLocks/>
          </p:cNvSpPr>
          <p:nvPr userDrawn="1"/>
        </p:nvSpPr>
        <p:spPr>
          <a:xfrm>
            <a:off x="330567" y="409286"/>
            <a:ext cx="11534679" cy="1393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000" b="1" i="0" kern="1200">
                <a:solidFill>
                  <a:schemeClr val="accent1"/>
                </a:solidFill>
                <a:latin typeface="Aptos SemiBold" panose="020B0004020202020204" pitchFamily="34" charset="0"/>
                <a:ea typeface="+mj-ea"/>
                <a:cs typeface="+mj-cs"/>
              </a:defRPr>
            </a:lvl1pPr>
          </a:lstStyle>
          <a:p>
            <a:r>
              <a:rPr lang="en-GB" sz="1000"/>
              <a:t>Placeholder text</a:t>
            </a:r>
            <a:endParaRPr lang="en-GR" sz="1000"/>
          </a:p>
        </p:txBody>
      </p:sp>
      <p:sp>
        <p:nvSpPr>
          <p:cNvPr id="10" name="Text Placeholder 9">
            <a:extLst>
              <a:ext uri="{FF2B5EF4-FFF2-40B4-BE49-F238E27FC236}">
                <a16:creationId xmlns:a16="http://schemas.microsoft.com/office/drawing/2014/main" id="{7317E5E1-1081-26CF-B4EE-59116CB8DBE2}"/>
              </a:ext>
            </a:extLst>
          </p:cNvPr>
          <p:cNvSpPr>
            <a:spLocks noGrp="1"/>
          </p:cNvSpPr>
          <p:nvPr>
            <p:ph type="body" sz="quarter" idx="28" hasCustomPrompt="1"/>
          </p:nvPr>
        </p:nvSpPr>
        <p:spPr>
          <a:xfrm>
            <a:off x="332317" y="741495"/>
            <a:ext cx="11531550"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sp>
        <p:nvSpPr>
          <p:cNvPr id="2" name="Slide Number Placeholder 4">
            <a:extLst>
              <a:ext uri="{FF2B5EF4-FFF2-40B4-BE49-F238E27FC236}">
                <a16:creationId xmlns:a16="http://schemas.microsoft.com/office/drawing/2014/main" id="{23962996-EA96-B0A2-3DF4-7FDCF29E6C2A}"/>
              </a:ext>
            </a:extLst>
          </p:cNvPr>
          <p:cNvSpPr>
            <a:spLocks noGrp="1"/>
          </p:cNvSpPr>
          <p:nvPr>
            <p:ph type="sldNum" sz="quarter" idx="4"/>
          </p:nvPr>
        </p:nvSpPr>
        <p:spPr>
          <a:xfrm>
            <a:off x="11179867" y="6542942"/>
            <a:ext cx="684000" cy="138499"/>
          </a:xfrm>
          <a:prstGeom prst="rect">
            <a:avLst/>
          </a:prstGeom>
        </p:spPr>
        <p:txBody>
          <a:bodyPr lIns="0" tIns="0" rIns="0" bIns="0"/>
          <a:lstStyle>
            <a:lvl1pPr algn="r">
              <a:defRPr sz="800"/>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12823481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4_Charts &amp; Infographic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29B989-D9E7-D5B0-F146-6D81AF14143B}"/>
              </a:ext>
            </a:extLst>
          </p:cNvPr>
          <p:cNvSpPr/>
          <p:nvPr userDrawn="1"/>
        </p:nvSpPr>
        <p:spPr>
          <a:xfrm>
            <a:off x="6238586" y="1996634"/>
            <a:ext cx="5614911" cy="3605334"/>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3" name="Rectangle 2">
            <a:extLst>
              <a:ext uri="{FF2B5EF4-FFF2-40B4-BE49-F238E27FC236}">
                <a16:creationId xmlns:a16="http://schemas.microsoft.com/office/drawing/2014/main" id="{F82DFC2B-F41B-30BB-AB9C-99A5BB7DC4DE}"/>
              </a:ext>
            </a:extLst>
          </p:cNvPr>
          <p:cNvSpPr/>
          <p:nvPr userDrawn="1"/>
        </p:nvSpPr>
        <p:spPr>
          <a:xfrm>
            <a:off x="336551" y="1996634"/>
            <a:ext cx="5614911" cy="3605334"/>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4" name="Text Placeholder 17">
            <a:extLst>
              <a:ext uri="{FF2B5EF4-FFF2-40B4-BE49-F238E27FC236}">
                <a16:creationId xmlns:a16="http://schemas.microsoft.com/office/drawing/2014/main" id="{27B5BF07-C388-83E9-79C4-7359D37E1035}"/>
              </a:ext>
            </a:extLst>
          </p:cNvPr>
          <p:cNvSpPr>
            <a:spLocks noGrp="1"/>
          </p:cNvSpPr>
          <p:nvPr>
            <p:ph type="body" sz="quarter" idx="14" hasCustomPrompt="1"/>
          </p:nvPr>
        </p:nvSpPr>
        <p:spPr>
          <a:xfrm>
            <a:off x="331201" y="1268823"/>
            <a:ext cx="7939040" cy="364908"/>
          </a:xfrm>
        </p:spPr>
        <p:txBody>
          <a:bodyPr wrap="square" lIns="36000" anchor="t" anchorCtr="0">
            <a:spAutoFit/>
          </a:bodyPr>
          <a:lstStyle>
            <a:lvl1pPr marL="0" indent="0">
              <a:lnSpc>
                <a:spcPct val="110000"/>
              </a:lnSpc>
              <a:spcBef>
                <a:spcPts val="900"/>
              </a:spcBef>
              <a:buFont typeface="Arial" panose="020B0604020202020204" pitchFamily="34" charset="0"/>
              <a:buNone/>
              <a:defRPr sz="1100" b="0" i="0">
                <a:solidFill>
                  <a:schemeClr val="tx1"/>
                </a:solidFill>
                <a:latin typeface="Aptos" panose="020B00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a:t>Aptos 11 / Line spacing 1,1 / Paragraph space before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a:t>
            </a:r>
          </a:p>
        </p:txBody>
      </p:sp>
      <p:sp>
        <p:nvSpPr>
          <p:cNvPr id="8" name="Text Placeholder 10">
            <a:extLst>
              <a:ext uri="{FF2B5EF4-FFF2-40B4-BE49-F238E27FC236}">
                <a16:creationId xmlns:a16="http://schemas.microsoft.com/office/drawing/2014/main" id="{CB830DC1-7115-6EEB-864C-81D68F347B40}"/>
              </a:ext>
            </a:extLst>
          </p:cNvPr>
          <p:cNvSpPr>
            <a:spLocks noGrp="1"/>
          </p:cNvSpPr>
          <p:nvPr>
            <p:ph type="body" sz="quarter" idx="27" hasCustomPrompt="1"/>
          </p:nvPr>
        </p:nvSpPr>
        <p:spPr>
          <a:xfrm>
            <a:off x="331200" y="5821200"/>
            <a:ext cx="5614911" cy="265394"/>
          </a:xfrm>
        </p:spPr>
        <p:txBody>
          <a:bodyPr>
            <a:normAutofit/>
          </a:bodyPr>
          <a:lstStyle>
            <a:lvl1pPr>
              <a:lnSpc>
                <a:spcPct val="110000"/>
              </a:lnSpc>
              <a:spcBef>
                <a:spcPts val="900"/>
              </a:spcBef>
              <a:defRPr sz="800" b="0" i="0">
                <a:solidFill>
                  <a:schemeClr val="tx1"/>
                </a:solidFill>
                <a:latin typeface="Aptos" panose="020B0004020202020204" pitchFamily="34" charset="0"/>
              </a:defRPr>
            </a:lvl1pPr>
          </a:lstStyle>
          <a:p>
            <a:pPr lvl="0"/>
            <a:r>
              <a:rPr lang="en-GB"/>
              <a:t>Aptos 8 / Line spacing 1,1 / Paragraph spacing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a:t>
            </a:r>
            <a:endParaRPr lang="en-GR"/>
          </a:p>
        </p:txBody>
      </p:sp>
      <p:sp>
        <p:nvSpPr>
          <p:cNvPr id="9" name="Text Placeholder 10">
            <a:extLst>
              <a:ext uri="{FF2B5EF4-FFF2-40B4-BE49-F238E27FC236}">
                <a16:creationId xmlns:a16="http://schemas.microsoft.com/office/drawing/2014/main" id="{C8F9A450-E321-EEDA-11EB-CEB62DB8A77F}"/>
              </a:ext>
            </a:extLst>
          </p:cNvPr>
          <p:cNvSpPr>
            <a:spLocks noGrp="1"/>
          </p:cNvSpPr>
          <p:nvPr>
            <p:ph type="body" sz="quarter" idx="31" hasCustomPrompt="1"/>
          </p:nvPr>
        </p:nvSpPr>
        <p:spPr>
          <a:xfrm>
            <a:off x="6243804" y="5821200"/>
            <a:ext cx="5614911" cy="265394"/>
          </a:xfrm>
        </p:spPr>
        <p:txBody>
          <a:bodyPr>
            <a:normAutofit/>
          </a:bodyPr>
          <a:lstStyle>
            <a:lvl1pPr>
              <a:lnSpc>
                <a:spcPct val="110000"/>
              </a:lnSpc>
              <a:spcBef>
                <a:spcPts val="900"/>
              </a:spcBef>
              <a:defRPr sz="800" b="0" i="0">
                <a:solidFill>
                  <a:schemeClr val="tx1"/>
                </a:solidFill>
                <a:latin typeface="Aptos" panose="020B0004020202020204" pitchFamily="34" charset="0"/>
              </a:defRPr>
            </a:lvl1pPr>
          </a:lstStyle>
          <a:p>
            <a:pPr lvl="0"/>
            <a:r>
              <a:rPr lang="en-GB"/>
              <a:t>Aptos 8 / Line spacing 1,1 / Paragraph spacing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a:t>
            </a:r>
            <a:endParaRPr lang="en-GR"/>
          </a:p>
        </p:txBody>
      </p:sp>
      <p:sp>
        <p:nvSpPr>
          <p:cNvPr id="6" name="Title 1">
            <a:extLst>
              <a:ext uri="{FF2B5EF4-FFF2-40B4-BE49-F238E27FC236}">
                <a16:creationId xmlns:a16="http://schemas.microsoft.com/office/drawing/2014/main" id="{090B755B-1D8E-7EA3-38A0-6DB74B9AD903}"/>
              </a:ext>
            </a:extLst>
          </p:cNvPr>
          <p:cNvSpPr txBox="1">
            <a:spLocks/>
          </p:cNvSpPr>
          <p:nvPr userDrawn="1"/>
        </p:nvSpPr>
        <p:spPr>
          <a:xfrm>
            <a:off x="330567" y="409286"/>
            <a:ext cx="11534679" cy="1393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000" b="1" i="0" kern="1200">
                <a:solidFill>
                  <a:schemeClr val="accent1"/>
                </a:solidFill>
                <a:latin typeface="Aptos SemiBold" panose="020B0004020202020204" pitchFamily="34" charset="0"/>
                <a:ea typeface="+mj-ea"/>
                <a:cs typeface="+mj-cs"/>
              </a:defRPr>
            </a:lvl1pPr>
          </a:lstStyle>
          <a:p>
            <a:r>
              <a:rPr lang="en-GB" sz="1000"/>
              <a:t>Placeholder text</a:t>
            </a:r>
            <a:endParaRPr lang="en-GR" sz="1000"/>
          </a:p>
        </p:txBody>
      </p:sp>
      <p:sp>
        <p:nvSpPr>
          <p:cNvPr id="10" name="Text Placeholder 9">
            <a:extLst>
              <a:ext uri="{FF2B5EF4-FFF2-40B4-BE49-F238E27FC236}">
                <a16:creationId xmlns:a16="http://schemas.microsoft.com/office/drawing/2014/main" id="{2ACC6873-A8BF-B3D6-900B-34BB7A55D45B}"/>
              </a:ext>
            </a:extLst>
          </p:cNvPr>
          <p:cNvSpPr>
            <a:spLocks noGrp="1"/>
          </p:cNvSpPr>
          <p:nvPr>
            <p:ph type="body" sz="quarter" idx="25" hasCustomPrompt="1"/>
          </p:nvPr>
        </p:nvSpPr>
        <p:spPr>
          <a:xfrm>
            <a:off x="332317" y="741495"/>
            <a:ext cx="11531550"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sp>
        <p:nvSpPr>
          <p:cNvPr id="5" name="Slide Number Placeholder 4">
            <a:extLst>
              <a:ext uri="{FF2B5EF4-FFF2-40B4-BE49-F238E27FC236}">
                <a16:creationId xmlns:a16="http://schemas.microsoft.com/office/drawing/2014/main" id="{1E3D2839-EA6B-D2D4-EF6C-5255FB248A17}"/>
              </a:ext>
            </a:extLst>
          </p:cNvPr>
          <p:cNvSpPr>
            <a:spLocks noGrp="1"/>
          </p:cNvSpPr>
          <p:nvPr>
            <p:ph type="sldNum" sz="quarter" idx="4"/>
          </p:nvPr>
        </p:nvSpPr>
        <p:spPr>
          <a:xfrm>
            <a:off x="11179867" y="6542942"/>
            <a:ext cx="684000" cy="138499"/>
          </a:xfrm>
          <a:prstGeom prst="rect">
            <a:avLst/>
          </a:prstGeom>
        </p:spPr>
        <p:txBody>
          <a:bodyPr lIns="0" tIns="0" rIns="0" bIns="0"/>
          <a:lstStyle>
            <a:lvl1pPr algn="r">
              <a:defRPr sz="800"/>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34886565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5_Charts &amp; Infographics">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FD115D0-2958-EBB5-67E6-563AFA4DF5B4}"/>
              </a:ext>
            </a:extLst>
          </p:cNvPr>
          <p:cNvSpPr/>
          <p:nvPr userDrawn="1"/>
        </p:nvSpPr>
        <p:spPr>
          <a:xfrm>
            <a:off x="4284155" y="2002420"/>
            <a:ext cx="3593089" cy="4306940"/>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22" name="Rectangle 21">
            <a:extLst>
              <a:ext uri="{FF2B5EF4-FFF2-40B4-BE49-F238E27FC236}">
                <a16:creationId xmlns:a16="http://schemas.microsoft.com/office/drawing/2014/main" id="{EBB05AE1-CDCB-D60F-0888-500699A028A6}"/>
              </a:ext>
            </a:extLst>
          </p:cNvPr>
          <p:cNvSpPr/>
          <p:nvPr userDrawn="1"/>
        </p:nvSpPr>
        <p:spPr>
          <a:xfrm>
            <a:off x="321755" y="2002420"/>
            <a:ext cx="3593089" cy="4306940"/>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2" name="Rectangle 1">
            <a:extLst>
              <a:ext uri="{FF2B5EF4-FFF2-40B4-BE49-F238E27FC236}">
                <a16:creationId xmlns:a16="http://schemas.microsoft.com/office/drawing/2014/main" id="{E029B989-D9E7-D5B0-F146-6D81AF14143B}"/>
              </a:ext>
            </a:extLst>
          </p:cNvPr>
          <p:cNvSpPr/>
          <p:nvPr userDrawn="1"/>
        </p:nvSpPr>
        <p:spPr>
          <a:xfrm>
            <a:off x="8260408" y="2002420"/>
            <a:ext cx="3593089" cy="4306940"/>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6" name="Text Placeholder 17">
            <a:extLst>
              <a:ext uri="{FF2B5EF4-FFF2-40B4-BE49-F238E27FC236}">
                <a16:creationId xmlns:a16="http://schemas.microsoft.com/office/drawing/2014/main" id="{B0F23C3E-E3EF-02C8-1AB2-2C724A4BAD19}"/>
              </a:ext>
            </a:extLst>
          </p:cNvPr>
          <p:cNvSpPr>
            <a:spLocks noGrp="1"/>
          </p:cNvSpPr>
          <p:nvPr>
            <p:ph type="body" sz="quarter" idx="14" hasCustomPrompt="1"/>
          </p:nvPr>
        </p:nvSpPr>
        <p:spPr>
          <a:xfrm>
            <a:off x="331200" y="1268823"/>
            <a:ext cx="7939040" cy="364908"/>
          </a:xfrm>
        </p:spPr>
        <p:txBody>
          <a:bodyPr wrap="square" lIns="36000" anchor="t" anchorCtr="0">
            <a:spAutoFit/>
          </a:bodyPr>
          <a:lstStyle>
            <a:lvl1pPr marL="0" indent="0">
              <a:lnSpc>
                <a:spcPct val="110000"/>
              </a:lnSpc>
              <a:spcBef>
                <a:spcPts val="900"/>
              </a:spcBef>
              <a:buFont typeface="Arial" panose="020B0604020202020204" pitchFamily="34" charset="0"/>
              <a:buNone/>
              <a:defRPr sz="1100" b="0" i="0">
                <a:solidFill>
                  <a:schemeClr val="tx1"/>
                </a:solidFill>
                <a:latin typeface="Aptos" panose="020B00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a:t>Aptos 11 / Line spacing 1,1 / Paragraph space before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a:t>
            </a:r>
          </a:p>
        </p:txBody>
      </p:sp>
      <p:sp>
        <p:nvSpPr>
          <p:cNvPr id="9" name="Title 1">
            <a:extLst>
              <a:ext uri="{FF2B5EF4-FFF2-40B4-BE49-F238E27FC236}">
                <a16:creationId xmlns:a16="http://schemas.microsoft.com/office/drawing/2014/main" id="{2C3CD223-2ABD-66AE-68DB-E561503CF766}"/>
              </a:ext>
            </a:extLst>
          </p:cNvPr>
          <p:cNvSpPr txBox="1">
            <a:spLocks/>
          </p:cNvSpPr>
          <p:nvPr userDrawn="1"/>
        </p:nvSpPr>
        <p:spPr>
          <a:xfrm>
            <a:off x="330567" y="409286"/>
            <a:ext cx="11534679" cy="1393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000" b="1" i="0" kern="1200">
                <a:solidFill>
                  <a:schemeClr val="accent1"/>
                </a:solidFill>
                <a:latin typeface="Aptos SemiBold" panose="020B0004020202020204" pitchFamily="34" charset="0"/>
                <a:ea typeface="+mj-ea"/>
                <a:cs typeface="+mj-cs"/>
              </a:defRPr>
            </a:lvl1pPr>
          </a:lstStyle>
          <a:p>
            <a:r>
              <a:rPr lang="en-GB" sz="1000"/>
              <a:t>Placeholder text</a:t>
            </a:r>
            <a:endParaRPr lang="en-GR" sz="1000"/>
          </a:p>
        </p:txBody>
      </p:sp>
      <p:sp>
        <p:nvSpPr>
          <p:cNvPr id="10" name="Text Placeholder 9">
            <a:extLst>
              <a:ext uri="{FF2B5EF4-FFF2-40B4-BE49-F238E27FC236}">
                <a16:creationId xmlns:a16="http://schemas.microsoft.com/office/drawing/2014/main" id="{39E0AEC8-C5AF-D1B0-1EA6-1CB11CE4E36A}"/>
              </a:ext>
            </a:extLst>
          </p:cNvPr>
          <p:cNvSpPr>
            <a:spLocks noGrp="1"/>
          </p:cNvSpPr>
          <p:nvPr>
            <p:ph type="body" sz="quarter" idx="25" hasCustomPrompt="1"/>
          </p:nvPr>
        </p:nvSpPr>
        <p:spPr>
          <a:xfrm>
            <a:off x="332317" y="741495"/>
            <a:ext cx="11531550"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sp>
        <p:nvSpPr>
          <p:cNvPr id="3" name="Slide Number Placeholder 4">
            <a:extLst>
              <a:ext uri="{FF2B5EF4-FFF2-40B4-BE49-F238E27FC236}">
                <a16:creationId xmlns:a16="http://schemas.microsoft.com/office/drawing/2014/main" id="{7882E8DC-A5B0-94D3-51D2-94815F58DA50}"/>
              </a:ext>
            </a:extLst>
          </p:cNvPr>
          <p:cNvSpPr>
            <a:spLocks noGrp="1"/>
          </p:cNvSpPr>
          <p:nvPr>
            <p:ph type="sldNum" sz="quarter" idx="4"/>
          </p:nvPr>
        </p:nvSpPr>
        <p:spPr>
          <a:xfrm>
            <a:off x="11179867" y="6542942"/>
            <a:ext cx="684000" cy="138499"/>
          </a:xfrm>
          <a:prstGeom prst="rect">
            <a:avLst/>
          </a:prstGeom>
        </p:spPr>
        <p:txBody>
          <a:bodyPr lIns="0" tIns="0" rIns="0" bIns="0"/>
          <a:lstStyle>
            <a:lvl1pPr algn="r">
              <a:defRPr sz="800"/>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4659095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6_Charts &amp; Infographic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3D031A-219E-42D6-87C7-EF4C3F7B11F0}"/>
              </a:ext>
            </a:extLst>
          </p:cNvPr>
          <p:cNvSpPr/>
          <p:nvPr userDrawn="1"/>
        </p:nvSpPr>
        <p:spPr>
          <a:xfrm>
            <a:off x="342420" y="1997266"/>
            <a:ext cx="2636137" cy="4316718"/>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8" name="Rectangle 7">
            <a:extLst>
              <a:ext uri="{FF2B5EF4-FFF2-40B4-BE49-F238E27FC236}">
                <a16:creationId xmlns:a16="http://schemas.microsoft.com/office/drawing/2014/main" id="{8E7B7275-BABD-A31F-7329-62CCA399BF5E}"/>
              </a:ext>
            </a:extLst>
          </p:cNvPr>
          <p:cNvSpPr/>
          <p:nvPr userDrawn="1"/>
        </p:nvSpPr>
        <p:spPr>
          <a:xfrm>
            <a:off x="3302072" y="1996634"/>
            <a:ext cx="2636137" cy="4326794"/>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9" name="Rectangle 8">
            <a:extLst>
              <a:ext uri="{FF2B5EF4-FFF2-40B4-BE49-F238E27FC236}">
                <a16:creationId xmlns:a16="http://schemas.microsoft.com/office/drawing/2014/main" id="{B8014BD2-C06A-726A-0488-18EB32921776}"/>
              </a:ext>
            </a:extLst>
          </p:cNvPr>
          <p:cNvSpPr/>
          <p:nvPr userDrawn="1"/>
        </p:nvSpPr>
        <p:spPr>
          <a:xfrm>
            <a:off x="6261725" y="1999886"/>
            <a:ext cx="2636137" cy="4314013"/>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10" name="Rectangle 9">
            <a:extLst>
              <a:ext uri="{FF2B5EF4-FFF2-40B4-BE49-F238E27FC236}">
                <a16:creationId xmlns:a16="http://schemas.microsoft.com/office/drawing/2014/main" id="{17FDC38B-DA88-3E24-895A-6C09385E0EFC}"/>
              </a:ext>
            </a:extLst>
          </p:cNvPr>
          <p:cNvSpPr/>
          <p:nvPr userDrawn="1"/>
        </p:nvSpPr>
        <p:spPr>
          <a:xfrm>
            <a:off x="9221378" y="1999886"/>
            <a:ext cx="2636137" cy="4314013"/>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12" name="Text Placeholder 17">
            <a:extLst>
              <a:ext uri="{FF2B5EF4-FFF2-40B4-BE49-F238E27FC236}">
                <a16:creationId xmlns:a16="http://schemas.microsoft.com/office/drawing/2014/main" id="{9425A69B-86CA-87F5-E9E2-C7B1763718A7}"/>
              </a:ext>
            </a:extLst>
          </p:cNvPr>
          <p:cNvSpPr>
            <a:spLocks noGrp="1"/>
          </p:cNvSpPr>
          <p:nvPr>
            <p:ph type="body" sz="quarter" idx="14" hasCustomPrompt="1"/>
          </p:nvPr>
        </p:nvSpPr>
        <p:spPr>
          <a:xfrm>
            <a:off x="331201" y="1268823"/>
            <a:ext cx="7939040" cy="364908"/>
          </a:xfrm>
        </p:spPr>
        <p:txBody>
          <a:bodyPr wrap="square" lIns="36000" anchor="t" anchorCtr="0">
            <a:spAutoFit/>
          </a:bodyPr>
          <a:lstStyle>
            <a:lvl1pPr marL="0" indent="0">
              <a:lnSpc>
                <a:spcPct val="110000"/>
              </a:lnSpc>
              <a:spcBef>
                <a:spcPts val="900"/>
              </a:spcBef>
              <a:buFont typeface="Arial" panose="020B0604020202020204" pitchFamily="34" charset="0"/>
              <a:buNone/>
              <a:defRPr sz="1100" b="0" i="0">
                <a:solidFill>
                  <a:schemeClr val="tx1"/>
                </a:solidFill>
                <a:latin typeface="Aptos" panose="020B00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a:t>Aptos 11 / Line spacing 1,1 / Paragraph space before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a:t>
            </a:r>
          </a:p>
        </p:txBody>
      </p:sp>
      <p:sp>
        <p:nvSpPr>
          <p:cNvPr id="2" name="Title 1">
            <a:extLst>
              <a:ext uri="{FF2B5EF4-FFF2-40B4-BE49-F238E27FC236}">
                <a16:creationId xmlns:a16="http://schemas.microsoft.com/office/drawing/2014/main" id="{CA83C6E4-C75E-65D7-46AB-14E2521559B4}"/>
              </a:ext>
            </a:extLst>
          </p:cNvPr>
          <p:cNvSpPr txBox="1">
            <a:spLocks/>
          </p:cNvSpPr>
          <p:nvPr userDrawn="1"/>
        </p:nvSpPr>
        <p:spPr>
          <a:xfrm>
            <a:off x="330567" y="409286"/>
            <a:ext cx="11534679" cy="1393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000" b="1" i="0" kern="1200">
                <a:solidFill>
                  <a:schemeClr val="accent1"/>
                </a:solidFill>
                <a:latin typeface="Aptos SemiBold" panose="020B0004020202020204" pitchFamily="34" charset="0"/>
                <a:ea typeface="+mj-ea"/>
                <a:cs typeface="+mj-cs"/>
              </a:defRPr>
            </a:lvl1pPr>
          </a:lstStyle>
          <a:p>
            <a:r>
              <a:rPr lang="en-GB" sz="1000"/>
              <a:t>Placeholder text</a:t>
            </a:r>
            <a:endParaRPr lang="en-GR" sz="1000"/>
          </a:p>
        </p:txBody>
      </p:sp>
      <p:sp>
        <p:nvSpPr>
          <p:cNvPr id="7" name="Text Placeholder 9">
            <a:extLst>
              <a:ext uri="{FF2B5EF4-FFF2-40B4-BE49-F238E27FC236}">
                <a16:creationId xmlns:a16="http://schemas.microsoft.com/office/drawing/2014/main" id="{3FD86FD9-19B0-98E3-C8A4-458BEA77A116}"/>
              </a:ext>
            </a:extLst>
          </p:cNvPr>
          <p:cNvSpPr>
            <a:spLocks noGrp="1"/>
          </p:cNvSpPr>
          <p:nvPr>
            <p:ph type="body" sz="quarter" idx="25" hasCustomPrompt="1"/>
          </p:nvPr>
        </p:nvSpPr>
        <p:spPr>
          <a:xfrm>
            <a:off x="332317" y="741495"/>
            <a:ext cx="11531550"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sp>
        <p:nvSpPr>
          <p:cNvPr id="4" name="Slide Number Placeholder 4">
            <a:extLst>
              <a:ext uri="{FF2B5EF4-FFF2-40B4-BE49-F238E27FC236}">
                <a16:creationId xmlns:a16="http://schemas.microsoft.com/office/drawing/2014/main" id="{79B7EB31-5C0A-7298-3761-17F22A1F5E3F}"/>
              </a:ext>
            </a:extLst>
          </p:cNvPr>
          <p:cNvSpPr>
            <a:spLocks noGrp="1"/>
          </p:cNvSpPr>
          <p:nvPr>
            <p:ph type="sldNum" sz="quarter" idx="4"/>
          </p:nvPr>
        </p:nvSpPr>
        <p:spPr>
          <a:xfrm>
            <a:off x="11179867" y="6542942"/>
            <a:ext cx="684000" cy="138499"/>
          </a:xfrm>
          <a:prstGeom prst="rect">
            <a:avLst/>
          </a:prstGeom>
        </p:spPr>
        <p:txBody>
          <a:bodyPr lIns="0" tIns="0" rIns="0" bIns="0"/>
          <a:lstStyle>
            <a:lvl1pPr algn="r">
              <a:defRPr sz="800"/>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1635207577"/>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7_Charts &amp; Infographic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E27F60E-6033-D153-7F23-E2E9438F1302}"/>
              </a:ext>
            </a:extLst>
          </p:cNvPr>
          <p:cNvSpPr/>
          <p:nvPr userDrawn="1"/>
        </p:nvSpPr>
        <p:spPr>
          <a:xfrm>
            <a:off x="336550" y="4331606"/>
            <a:ext cx="3586358" cy="1980000"/>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13" name="Rectangle 12">
            <a:extLst>
              <a:ext uri="{FF2B5EF4-FFF2-40B4-BE49-F238E27FC236}">
                <a16:creationId xmlns:a16="http://schemas.microsoft.com/office/drawing/2014/main" id="{C2541CDE-96C3-60A2-9C1C-E60178798ED3}"/>
              </a:ext>
            </a:extLst>
          </p:cNvPr>
          <p:cNvSpPr/>
          <p:nvPr userDrawn="1"/>
        </p:nvSpPr>
        <p:spPr>
          <a:xfrm>
            <a:off x="330894" y="1992668"/>
            <a:ext cx="3586358" cy="1980000"/>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14" name="Rectangle 13">
            <a:extLst>
              <a:ext uri="{FF2B5EF4-FFF2-40B4-BE49-F238E27FC236}">
                <a16:creationId xmlns:a16="http://schemas.microsoft.com/office/drawing/2014/main" id="{F213FB70-2BCD-B9C8-7FF4-41606E8E758E}"/>
              </a:ext>
            </a:extLst>
          </p:cNvPr>
          <p:cNvSpPr/>
          <p:nvPr userDrawn="1"/>
        </p:nvSpPr>
        <p:spPr>
          <a:xfrm>
            <a:off x="4315697" y="4331606"/>
            <a:ext cx="3586358" cy="1980000"/>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16" name="Rectangle 15">
            <a:extLst>
              <a:ext uri="{FF2B5EF4-FFF2-40B4-BE49-F238E27FC236}">
                <a16:creationId xmlns:a16="http://schemas.microsoft.com/office/drawing/2014/main" id="{FECCC2E7-2950-873D-2F7D-0B8F61B2941F}"/>
              </a:ext>
            </a:extLst>
          </p:cNvPr>
          <p:cNvSpPr/>
          <p:nvPr userDrawn="1"/>
        </p:nvSpPr>
        <p:spPr>
          <a:xfrm>
            <a:off x="4310041" y="1992668"/>
            <a:ext cx="3586358" cy="1980000"/>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17" name="Rectangle 16">
            <a:extLst>
              <a:ext uri="{FF2B5EF4-FFF2-40B4-BE49-F238E27FC236}">
                <a16:creationId xmlns:a16="http://schemas.microsoft.com/office/drawing/2014/main" id="{846983BF-A6F3-1F1B-56D4-E2F57863D6C0}"/>
              </a:ext>
            </a:extLst>
          </p:cNvPr>
          <p:cNvSpPr/>
          <p:nvPr userDrawn="1"/>
        </p:nvSpPr>
        <p:spPr>
          <a:xfrm>
            <a:off x="8254650" y="4331606"/>
            <a:ext cx="3586358" cy="1980000"/>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18" name="Rectangle 17">
            <a:extLst>
              <a:ext uri="{FF2B5EF4-FFF2-40B4-BE49-F238E27FC236}">
                <a16:creationId xmlns:a16="http://schemas.microsoft.com/office/drawing/2014/main" id="{7EF83CF9-4CB6-7692-FCC6-B5CA150D3306}"/>
              </a:ext>
            </a:extLst>
          </p:cNvPr>
          <p:cNvSpPr/>
          <p:nvPr userDrawn="1"/>
        </p:nvSpPr>
        <p:spPr>
          <a:xfrm>
            <a:off x="8248995" y="1992668"/>
            <a:ext cx="3586358" cy="1980000"/>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2" name="Text Placeholder 17">
            <a:extLst>
              <a:ext uri="{FF2B5EF4-FFF2-40B4-BE49-F238E27FC236}">
                <a16:creationId xmlns:a16="http://schemas.microsoft.com/office/drawing/2014/main" id="{6457C2DF-8689-2A8E-EB8B-C5CCBFF903A8}"/>
              </a:ext>
            </a:extLst>
          </p:cNvPr>
          <p:cNvSpPr>
            <a:spLocks noGrp="1"/>
          </p:cNvSpPr>
          <p:nvPr>
            <p:ph type="body" sz="quarter" idx="14" hasCustomPrompt="1"/>
          </p:nvPr>
        </p:nvSpPr>
        <p:spPr>
          <a:xfrm>
            <a:off x="331201" y="1268823"/>
            <a:ext cx="7939040" cy="364908"/>
          </a:xfrm>
        </p:spPr>
        <p:txBody>
          <a:bodyPr wrap="square" lIns="36000" anchor="t" anchorCtr="0">
            <a:spAutoFit/>
          </a:bodyPr>
          <a:lstStyle>
            <a:lvl1pPr marL="0" indent="0">
              <a:lnSpc>
                <a:spcPct val="110000"/>
              </a:lnSpc>
              <a:spcBef>
                <a:spcPts val="900"/>
              </a:spcBef>
              <a:buFont typeface="Arial" panose="020B0604020202020204" pitchFamily="34" charset="0"/>
              <a:buNone/>
              <a:defRPr sz="1100" b="0" i="0">
                <a:solidFill>
                  <a:schemeClr val="tx1"/>
                </a:solidFill>
                <a:latin typeface="Aptos" panose="020B00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a:t>Aptos 11 / Line spacing 1,1 / Paragraph space before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endParaRPr lang="en-GB"/>
          </a:p>
        </p:txBody>
      </p:sp>
      <p:sp>
        <p:nvSpPr>
          <p:cNvPr id="8" name="Title 1">
            <a:extLst>
              <a:ext uri="{FF2B5EF4-FFF2-40B4-BE49-F238E27FC236}">
                <a16:creationId xmlns:a16="http://schemas.microsoft.com/office/drawing/2014/main" id="{3A3DA6DD-F3C9-88D2-4FB5-81EE29E40F28}"/>
              </a:ext>
            </a:extLst>
          </p:cNvPr>
          <p:cNvSpPr txBox="1">
            <a:spLocks/>
          </p:cNvSpPr>
          <p:nvPr userDrawn="1"/>
        </p:nvSpPr>
        <p:spPr>
          <a:xfrm>
            <a:off x="330567" y="409286"/>
            <a:ext cx="11534679" cy="1393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000" b="1" i="0" kern="1200">
                <a:solidFill>
                  <a:schemeClr val="accent1"/>
                </a:solidFill>
                <a:latin typeface="Aptos SemiBold" panose="020B0004020202020204" pitchFamily="34" charset="0"/>
                <a:ea typeface="+mj-ea"/>
                <a:cs typeface="+mj-cs"/>
              </a:defRPr>
            </a:lvl1pPr>
          </a:lstStyle>
          <a:p>
            <a:r>
              <a:rPr lang="en-GB" sz="1000"/>
              <a:t>Placeholder text</a:t>
            </a:r>
            <a:endParaRPr lang="en-GR" sz="1000"/>
          </a:p>
        </p:txBody>
      </p:sp>
      <p:sp>
        <p:nvSpPr>
          <p:cNvPr id="9" name="Text Placeholder 9">
            <a:extLst>
              <a:ext uri="{FF2B5EF4-FFF2-40B4-BE49-F238E27FC236}">
                <a16:creationId xmlns:a16="http://schemas.microsoft.com/office/drawing/2014/main" id="{E0454375-EF74-69B1-951B-42A71238158A}"/>
              </a:ext>
            </a:extLst>
          </p:cNvPr>
          <p:cNvSpPr>
            <a:spLocks noGrp="1"/>
          </p:cNvSpPr>
          <p:nvPr>
            <p:ph type="body" sz="quarter" idx="25" hasCustomPrompt="1"/>
          </p:nvPr>
        </p:nvSpPr>
        <p:spPr>
          <a:xfrm>
            <a:off x="332317" y="741495"/>
            <a:ext cx="11531550"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sp>
        <p:nvSpPr>
          <p:cNvPr id="3" name="Slide Number Placeholder 4">
            <a:extLst>
              <a:ext uri="{FF2B5EF4-FFF2-40B4-BE49-F238E27FC236}">
                <a16:creationId xmlns:a16="http://schemas.microsoft.com/office/drawing/2014/main" id="{F5A79D3D-D689-96BA-201E-B9A4DFFBB104}"/>
              </a:ext>
            </a:extLst>
          </p:cNvPr>
          <p:cNvSpPr>
            <a:spLocks noGrp="1"/>
          </p:cNvSpPr>
          <p:nvPr>
            <p:ph type="sldNum" sz="quarter" idx="4"/>
          </p:nvPr>
        </p:nvSpPr>
        <p:spPr>
          <a:xfrm>
            <a:off x="11179867" y="6542942"/>
            <a:ext cx="684000" cy="138499"/>
          </a:xfrm>
          <a:prstGeom prst="rect">
            <a:avLst/>
          </a:prstGeom>
        </p:spPr>
        <p:txBody>
          <a:bodyPr lIns="0" tIns="0" rIns="0" bIns="0"/>
          <a:lstStyle>
            <a:lvl1pPr algn="r">
              <a:defRPr sz="800"/>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3080267649"/>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8_Charts &amp; Infographic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B2399D6-034D-003C-A24C-A6098AF4B15F}"/>
              </a:ext>
            </a:extLst>
          </p:cNvPr>
          <p:cNvSpPr/>
          <p:nvPr userDrawn="1"/>
        </p:nvSpPr>
        <p:spPr>
          <a:xfrm>
            <a:off x="342419" y="1996635"/>
            <a:ext cx="2046473" cy="4319761"/>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10" name="Rectangle 9">
            <a:extLst>
              <a:ext uri="{FF2B5EF4-FFF2-40B4-BE49-F238E27FC236}">
                <a16:creationId xmlns:a16="http://schemas.microsoft.com/office/drawing/2014/main" id="{7E5B41E4-A6C5-127E-2FC9-BE04D5C3512B}"/>
              </a:ext>
            </a:extLst>
          </p:cNvPr>
          <p:cNvSpPr/>
          <p:nvPr userDrawn="1"/>
        </p:nvSpPr>
        <p:spPr>
          <a:xfrm>
            <a:off x="2703655" y="1996635"/>
            <a:ext cx="2058047" cy="4319761"/>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14" name="Rectangle 13">
            <a:extLst>
              <a:ext uri="{FF2B5EF4-FFF2-40B4-BE49-F238E27FC236}">
                <a16:creationId xmlns:a16="http://schemas.microsoft.com/office/drawing/2014/main" id="{178C598A-7DDF-4F96-AFAE-3F0F2D989DD1}"/>
              </a:ext>
            </a:extLst>
          </p:cNvPr>
          <p:cNvSpPr/>
          <p:nvPr userDrawn="1"/>
        </p:nvSpPr>
        <p:spPr>
          <a:xfrm>
            <a:off x="5088040" y="1996635"/>
            <a:ext cx="2046473" cy="4319761"/>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18" name="Rectangle 17">
            <a:extLst>
              <a:ext uri="{FF2B5EF4-FFF2-40B4-BE49-F238E27FC236}">
                <a16:creationId xmlns:a16="http://schemas.microsoft.com/office/drawing/2014/main" id="{3E14985A-CE92-2ED5-5C6E-6EE8F6873DEF}"/>
              </a:ext>
            </a:extLst>
          </p:cNvPr>
          <p:cNvSpPr/>
          <p:nvPr userDrawn="1"/>
        </p:nvSpPr>
        <p:spPr>
          <a:xfrm>
            <a:off x="7449275" y="1996635"/>
            <a:ext cx="2046473" cy="4319761"/>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25" name="Rectangle 24">
            <a:extLst>
              <a:ext uri="{FF2B5EF4-FFF2-40B4-BE49-F238E27FC236}">
                <a16:creationId xmlns:a16="http://schemas.microsoft.com/office/drawing/2014/main" id="{A8F06F04-CD7A-3999-0EB6-5D4698AE50E0}"/>
              </a:ext>
            </a:extLst>
          </p:cNvPr>
          <p:cNvSpPr/>
          <p:nvPr userDrawn="1"/>
        </p:nvSpPr>
        <p:spPr>
          <a:xfrm>
            <a:off x="9822085" y="1996635"/>
            <a:ext cx="2046473" cy="4319761"/>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800"/>
          </a:p>
        </p:txBody>
      </p:sp>
      <p:sp>
        <p:nvSpPr>
          <p:cNvPr id="6" name="Text Placeholder 17">
            <a:extLst>
              <a:ext uri="{FF2B5EF4-FFF2-40B4-BE49-F238E27FC236}">
                <a16:creationId xmlns:a16="http://schemas.microsoft.com/office/drawing/2014/main" id="{CE5F3480-CC70-E5F9-99FF-51FA937ADD01}"/>
              </a:ext>
            </a:extLst>
          </p:cNvPr>
          <p:cNvSpPr>
            <a:spLocks noGrp="1"/>
          </p:cNvSpPr>
          <p:nvPr>
            <p:ph type="body" sz="quarter" idx="14" hasCustomPrompt="1"/>
          </p:nvPr>
        </p:nvSpPr>
        <p:spPr>
          <a:xfrm>
            <a:off x="331201" y="1268823"/>
            <a:ext cx="7939040" cy="364908"/>
          </a:xfrm>
        </p:spPr>
        <p:txBody>
          <a:bodyPr wrap="square" lIns="36000" anchor="t" anchorCtr="0">
            <a:spAutoFit/>
          </a:bodyPr>
          <a:lstStyle>
            <a:lvl1pPr marL="0" indent="0">
              <a:lnSpc>
                <a:spcPct val="110000"/>
              </a:lnSpc>
              <a:spcBef>
                <a:spcPts val="900"/>
              </a:spcBef>
              <a:buFont typeface="Arial" panose="020B0604020202020204" pitchFamily="34" charset="0"/>
              <a:buNone/>
              <a:defRPr sz="1100" b="0" i="0">
                <a:solidFill>
                  <a:schemeClr val="tx1"/>
                </a:solidFill>
                <a:latin typeface="Aptos" panose="020B00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a:t>Aptos 11 / Line spacing 1,1 / Paragraph space before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a:t>
            </a:r>
          </a:p>
        </p:txBody>
      </p:sp>
      <p:sp>
        <p:nvSpPr>
          <p:cNvPr id="9" name="Title 1">
            <a:extLst>
              <a:ext uri="{FF2B5EF4-FFF2-40B4-BE49-F238E27FC236}">
                <a16:creationId xmlns:a16="http://schemas.microsoft.com/office/drawing/2014/main" id="{DFFB937D-878D-3C20-C445-174ECA581D68}"/>
              </a:ext>
            </a:extLst>
          </p:cNvPr>
          <p:cNvSpPr txBox="1">
            <a:spLocks/>
          </p:cNvSpPr>
          <p:nvPr userDrawn="1"/>
        </p:nvSpPr>
        <p:spPr>
          <a:xfrm>
            <a:off x="330567" y="409286"/>
            <a:ext cx="11534679" cy="13939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000" b="1" i="0" kern="1200">
                <a:solidFill>
                  <a:schemeClr val="accent1"/>
                </a:solidFill>
                <a:latin typeface="Aptos SemiBold" panose="020B0004020202020204" pitchFamily="34" charset="0"/>
                <a:ea typeface="+mj-ea"/>
                <a:cs typeface="+mj-cs"/>
              </a:defRPr>
            </a:lvl1pPr>
          </a:lstStyle>
          <a:p>
            <a:r>
              <a:rPr lang="en-GB" sz="1000"/>
              <a:t>Placeholder text</a:t>
            </a:r>
            <a:endParaRPr lang="en-GR" sz="1000"/>
          </a:p>
        </p:txBody>
      </p:sp>
      <p:sp>
        <p:nvSpPr>
          <p:cNvPr id="11" name="Text Placeholder 9">
            <a:extLst>
              <a:ext uri="{FF2B5EF4-FFF2-40B4-BE49-F238E27FC236}">
                <a16:creationId xmlns:a16="http://schemas.microsoft.com/office/drawing/2014/main" id="{ACE16028-214C-0AE1-466E-52DD47409D28}"/>
              </a:ext>
            </a:extLst>
          </p:cNvPr>
          <p:cNvSpPr>
            <a:spLocks noGrp="1"/>
          </p:cNvSpPr>
          <p:nvPr>
            <p:ph type="body" sz="quarter" idx="25" hasCustomPrompt="1"/>
          </p:nvPr>
        </p:nvSpPr>
        <p:spPr>
          <a:xfrm>
            <a:off x="332317" y="741495"/>
            <a:ext cx="11531550" cy="334515"/>
          </a:xfrm>
        </p:spPr>
        <p:txBody>
          <a:bodyPr wrap="square" lIns="0" anchor="t" anchorCtr="0">
            <a:spAutoFit/>
          </a:bodyPr>
          <a:lstStyle>
            <a:lvl1pPr marL="0" indent="0">
              <a:spcBef>
                <a:spcPts val="0"/>
              </a:spcBef>
              <a:buFontTx/>
              <a:buNone/>
              <a:defRPr sz="2400">
                <a:solidFill>
                  <a:schemeClr val="accent1"/>
                </a:solidFill>
              </a:defRPr>
            </a:lvl1pPr>
          </a:lstStyle>
          <a:p>
            <a:pPr lvl="0"/>
            <a:r>
              <a:rPr lang="en-GB"/>
              <a:t>Title text</a:t>
            </a:r>
            <a:endParaRPr lang="en-GR"/>
          </a:p>
        </p:txBody>
      </p:sp>
      <p:sp>
        <p:nvSpPr>
          <p:cNvPr id="2" name="Slide Number Placeholder 4">
            <a:extLst>
              <a:ext uri="{FF2B5EF4-FFF2-40B4-BE49-F238E27FC236}">
                <a16:creationId xmlns:a16="http://schemas.microsoft.com/office/drawing/2014/main" id="{3F757396-9B6A-C469-6412-77FF9DA63CE4}"/>
              </a:ext>
            </a:extLst>
          </p:cNvPr>
          <p:cNvSpPr>
            <a:spLocks noGrp="1"/>
          </p:cNvSpPr>
          <p:nvPr>
            <p:ph type="sldNum" sz="quarter" idx="4"/>
          </p:nvPr>
        </p:nvSpPr>
        <p:spPr>
          <a:xfrm>
            <a:off x="11179867" y="6542942"/>
            <a:ext cx="684000" cy="138499"/>
          </a:xfrm>
          <a:prstGeom prst="rect">
            <a:avLst/>
          </a:prstGeom>
        </p:spPr>
        <p:txBody>
          <a:bodyPr lIns="0" tIns="0" rIns="0" bIns="0"/>
          <a:lstStyle>
            <a:lvl1pPr algn="r">
              <a:defRPr sz="800"/>
            </a:lvl1pPr>
          </a:lstStyle>
          <a:p>
            <a:fld id="{233F7D93-8529-0F4E-AF24-E7C8656CB0BF}" type="slidenum">
              <a:rPr lang="en-GR" smtClean="0"/>
              <a:pPr/>
              <a:t>‹#›</a:t>
            </a:fld>
            <a:endParaRPr lang="en-GR"/>
          </a:p>
        </p:txBody>
      </p:sp>
    </p:spTree>
    <p:extLst>
      <p:ext uri="{BB962C8B-B14F-4D97-AF65-F5344CB8AC3E}">
        <p14:creationId xmlns:p14="http://schemas.microsoft.com/office/powerpoint/2010/main" val="1925433616"/>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oleObject" Target="../embeddings/oleObject1.bin"/><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tags" Target="../tags/tag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image" Target="../media/image4.sv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theme" Target="../theme/theme2.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image" Target="../media/image3.png"/><Relationship Id="rId10" Type="http://schemas.openxmlformats.org/officeDocument/2006/relationships/slideLayout" Target="../slideLayouts/slideLayout22.xml"/><Relationship Id="rId19" Type="http://schemas.openxmlformats.org/officeDocument/2006/relationships/slideLayout" Target="../slideLayouts/slideLayout31.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image" Target="../media/image13.emf"/></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13" Type="http://schemas.openxmlformats.org/officeDocument/2006/relationships/image" Target="../media/image4.sv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image" Target="../media/image3.png"/><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image" Target="../media/image13.emf"/><Relationship Id="rId5" Type="http://schemas.openxmlformats.org/officeDocument/2006/relationships/slideLayout" Target="../slideLayouts/slideLayout40.xml"/><Relationship Id="rId10" Type="http://schemas.openxmlformats.org/officeDocument/2006/relationships/oleObject" Target="../embeddings/oleObject1.bin"/><Relationship Id="rId4" Type="http://schemas.openxmlformats.org/officeDocument/2006/relationships/slideLayout" Target="../slideLayouts/slideLayout39.xml"/><Relationship Id="rId9" Type="http://schemas.openxmlformats.org/officeDocument/2006/relationships/tags" Target="../tags/tag3.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13" Type="http://schemas.openxmlformats.org/officeDocument/2006/relationships/image" Target="../media/image2.svg"/><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image" Target="../media/image1.png"/><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image" Target="../media/image13.emf"/><Relationship Id="rId5" Type="http://schemas.openxmlformats.org/officeDocument/2006/relationships/slideLayout" Target="../slideLayouts/slideLayout47.xml"/><Relationship Id="rId10" Type="http://schemas.openxmlformats.org/officeDocument/2006/relationships/oleObject" Target="../embeddings/oleObject1.bin"/><Relationship Id="rId4" Type="http://schemas.openxmlformats.org/officeDocument/2006/relationships/slideLayout" Target="../slideLayouts/slideLayout46.xml"/><Relationship Id="rId9" Type="http://schemas.openxmlformats.org/officeDocument/2006/relationships/tags" Target="../tags/tag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18" Type="http://schemas.openxmlformats.org/officeDocument/2006/relationships/slideLayout" Target="../slideLayouts/slideLayout67.xml"/><Relationship Id="rId3" Type="http://schemas.openxmlformats.org/officeDocument/2006/relationships/slideLayout" Target="../slideLayouts/slideLayout52.xml"/><Relationship Id="rId21" Type="http://schemas.openxmlformats.org/officeDocument/2006/relationships/oleObject" Target="../embeddings/oleObject1.bin"/><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tags" Target="../tags/tag5.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24" Type="http://schemas.openxmlformats.org/officeDocument/2006/relationships/image" Target="../media/image4.svg"/><Relationship Id="rId5" Type="http://schemas.openxmlformats.org/officeDocument/2006/relationships/slideLayout" Target="../slideLayouts/slideLayout54.xml"/><Relationship Id="rId15" Type="http://schemas.openxmlformats.org/officeDocument/2006/relationships/slideLayout" Target="../slideLayouts/slideLayout64.xml"/><Relationship Id="rId23" Type="http://schemas.openxmlformats.org/officeDocument/2006/relationships/image" Target="../media/image3.png"/><Relationship Id="rId10" Type="http://schemas.openxmlformats.org/officeDocument/2006/relationships/slideLayout" Target="../slideLayouts/slideLayout59.xml"/><Relationship Id="rId19" Type="http://schemas.openxmlformats.org/officeDocument/2006/relationships/theme" Target="../theme/theme5.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image" Target="../media/image13.emf"/></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70.xml"/><Relationship Id="rId7" Type="http://schemas.openxmlformats.org/officeDocument/2006/relationships/theme" Target="../theme/theme6.xml"/><Relationship Id="rId2" Type="http://schemas.openxmlformats.org/officeDocument/2006/relationships/slideLayout" Target="../slideLayouts/slideLayout69.xml"/><Relationship Id="rId1" Type="http://schemas.openxmlformats.org/officeDocument/2006/relationships/slideLayout" Target="../slideLayouts/slideLayout68.xml"/><Relationship Id="rId6" Type="http://schemas.openxmlformats.org/officeDocument/2006/relationships/slideLayout" Target="../slideLayouts/slideLayout73.xml"/><Relationship Id="rId5" Type="http://schemas.openxmlformats.org/officeDocument/2006/relationships/slideLayout" Target="../slideLayouts/slideLayout72.xml"/><Relationship Id="rId4" Type="http://schemas.openxmlformats.org/officeDocument/2006/relationships/slideLayout" Target="../slideLayouts/slideLayout71.xml"/><Relationship Id="rId9" Type="http://schemas.openxmlformats.org/officeDocument/2006/relationships/image" Target="../media/image4.sv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1.xml"/><Relationship Id="rId3" Type="http://schemas.openxmlformats.org/officeDocument/2006/relationships/slideLayout" Target="../slideLayouts/slideLayout76.xml"/><Relationship Id="rId7" Type="http://schemas.openxmlformats.org/officeDocument/2006/relationships/slideLayout" Target="../slideLayouts/slideLayout80.xml"/><Relationship Id="rId12" Type="http://schemas.openxmlformats.org/officeDocument/2006/relationships/image" Target="../media/image4.svg"/><Relationship Id="rId2" Type="http://schemas.openxmlformats.org/officeDocument/2006/relationships/slideLayout" Target="../slideLayouts/slideLayout75.xml"/><Relationship Id="rId1" Type="http://schemas.openxmlformats.org/officeDocument/2006/relationships/slideLayout" Target="../slideLayouts/slideLayout74.xml"/><Relationship Id="rId6" Type="http://schemas.openxmlformats.org/officeDocument/2006/relationships/slideLayout" Target="../slideLayouts/slideLayout79.xml"/><Relationship Id="rId11" Type="http://schemas.openxmlformats.org/officeDocument/2006/relationships/image" Target="../media/image3.png"/><Relationship Id="rId5" Type="http://schemas.openxmlformats.org/officeDocument/2006/relationships/slideLayout" Target="../slideLayouts/slideLayout78.xml"/><Relationship Id="rId10" Type="http://schemas.openxmlformats.org/officeDocument/2006/relationships/theme" Target="../theme/theme7.xml"/><Relationship Id="rId4" Type="http://schemas.openxmlformats.org/officeDocument/2006/relationships/slideLayout" Target="../slideLayouts/slideLayout77.xml"/><Relationship Id="rId9" Type="http://schemas.openxmlformats.org/officeDocument/2006/relationships/slideLayout" Target="../slideLayouts/slideLayout82.xml"/></Relationships>
</file>

<file path=ppt/slideMasters/_rels/slideMaster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85.xml"/><Relationship Id="rId7" Type="http://schemas.openxmlformats.org/officeDocument/2006/relationships/theme" Target="../theme/theme8.xml"/><Relationship Id="rId2" Type="http://schemas.openxmlformats.org/officeDocument/2006/relationships/slideLayout" Target="../slideLayouts/slideLayout84.xml"/><Relationship Id="rId1" Type="http://schemas.openxmlformats.org/officeDocument/2006/relationships/slideLayout" Target="../slideLayouts/slideLayout83.xml"/><Relationship Id="rId6" Type="http://schemas.openxmlformats.org/officeDocument/2006/relationships/slideLayout" Target="../slideLayouts/slideLayout88.xml"/><Relationship Id="rId5" Type="http://schemas.openxmlformats.org/officeDocument/2006/relationships/slideLayout" Target="../slideLayouts/slideLayout87.xml"/><Relationship Id="rId4" Type="http://schemas.openxmlformats.org/officeDocument/2006/relationships/slideLayout" Target="../slideLayouts/slideLayout86.xml"/><Relationship Id="rId9" Type="http://schemas.openxmlformats.org/officeDocument/2006/relationships/image" Target="../media/image2.svg"/></Relationships>
</file>

<file path=ppt/slideMasters/_rels/slideMaster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91.xml"/><Relationship Id="rId7"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9" Type="http://schemas.openxmlformats.org/officeDocument/2006/relationships/image" Target="../media/image4.svg"/></Relationships>
</file>

<file path=ppt/slideMasters/_rels/slideMaster10.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slideLayout" Target="../slideLayouts/slideLayout97.xml"/><Relationship Id="rId7" Type="http://schemas.openxmlformats.org/officeDocument/2006/relationships/image" Target="../media/image57.png"/><Relationship Id="rId2" Type="http://schemas.openxmlformats.org/officeDocument/2006/relationships/slideLayout" Target="../slideLayouts/slideLayout96.xml"/><Relationship Id="rId1" Type="http://schemas.openxmlformats.org/officeDocument/2006/relationships/slideLayout" Target="../slideLayouts/slideLayout95.xml"/><Relationship Id="rId6" Type="http://schemas.openxmlformats.org/officeDocument/2006/relationships/theme" Target="../theme/theme10.xml"/><Relationship Id="rId5" Type="http://schemas.openxmlformats.org/officeDocument/2006/relationships/slideLayout" Target="../slideLayouts/slideLayout99.xml"/><Relationship Id="rId4" Type="http://schemas.openxmlformats.org/officeDocument/2006/relationships/slideLayout" Target="../slideLayouts/slideLayout9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slideLayout" Target="../slideLayouts/slideLayout112.xml"/><Relationship Id="rId18" Type="http://schemas.openxmlformats.org/officeDocument/2006/relationships/image" Target="../media/image59.png"/><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slideLayout" Target="../slideLayouts/slideLayout111.xml"/><Relationship Id="rId17" Type="http://schemas.openxmlformats.org/officeDocument/2006/relationships/image" Target="../media/image2.svg"/><Relationship Id="rId2" Type="http://schemas.openxmlformats.org/officeDocument/2006/relationships/slideLayout" Target="../slideLayouts/slideLayout101.xml"/><Relationship Id="rId16" Type="http://schemas.openxmlformats.org/officeDocument/2006/relationships/image" Target="../media/image1.png"/><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5" Type="http://schemas.openxmlformats.org/officeDocument/2006/relationships/theme" Target="../theme/theme11.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 Id="rId14" Type="http://schemas.openxmlformats.org/officeDocument/2006/relationships/slideLayout" Target="../slideLayouts/slideLayout113.xml"/></Relationships>
</file>

<file path=ppt/slideMasters/_rels/slideMaster12.xml.rels><?xml version="1.0" encoding="UTF-8" standalone="yes"?>
<Relationships xmlns="http://schemas.openxmlformats.org/package/2006/relationships"><Relationship Id="rId3" Type="http://schemas.openxmlformats.org/officeDocument/2006/relationships/slideLayout" Target="../slideLayouts/slideLayout116.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3.xml"/><Relationship Id="rId1" Type="http://schemas.openxmlformats.org/officeDocument/2006/relationships/slideLayout" Target="../slideLayouts/slideLayout117.xml"/><Relationship Id="rId4" Type="http://schemas.openxmlformats.org/officeDocument/2006/relationships/image" Target="../media/image2.svg"/></Relationships>
</file>

<file path=ppt/slideMasters/_rels/slideMaster14.xml.rels><?xml version="1.0" encoding="UTF-8" standalone="yes"?>
<Relationships xmlns="http://schemas.openxmlformats.org/package/2006/relationships"><Relationship Id="rId3" Type="http://schemas.openxmlformats.org/officeDocument/2006/relationships/theme" Target="../theme/theme14.xml"/><Relationship Id="rId2" Type="http://schemas.openxmlformats.org/officeDocument/2006/relationships/slideLayout" Target="../slideLayouts/slideLayout119.xml"/><Relationship Id="rId1" Type="http://schemas.openxmlformats.org/officeDocument/2006/relationships/slideLayout" Target="../slideLayouts/slideLayout118.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122.xml"/><Relationship Id="rId2" Type="http://schemas.openxmlformats.org/officeDocument/2006/relationships/slideLayout" Target="../slideLayouts/slideLayout121.xml"/><Relationship Id="rId1" Type="http://schemas.openxmlformats.org/officeDocument/2006/relationships/slideLayout" Target="../slideLayouts/slideLayout120.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theme" Target="../theme/theme15.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30.xml"/><Relationship Id="rId3" Type="http://schemas.openxmlformats.org/officeDocument/2006/relationships/slideLayout" Target="../slideLayouts/slideLayout125.xml"/><Relationship Id="rId7" Type="http://schemas.openxmlformats.org/officeDocument/2006/relationships/slideLayout" Target="../slideLayouts/slideLayout129.xml"/><Relationship Id="rId2" Type="http://schemas.openxmlformats.org/officeDocument/2006/relationships/slideLayout" Target="../slideLayouts/slideLayout124.xml"/><Relationship Id="rId1" Type="http://schemas.openxmlformats.org/officeDocument/2006/relationships/slideLayout" Target="../slideLayouts/slideLayout123.xml"/><Relationship Id="rId6" Type="http://schemas.openxmlformats.org/officeDocument/2006/relationships/slideLayout" Target="../slideLayouts/slideLayout128.xml"/><Relationship Id="rId11" Type="http://schemas.openxmlformats.org/officeDocument/2006/relationships/image" Target="../media/image2.svg"/><Relationship Id="rId5" Type="http://schemas.openxmlformats.org/officeDocument/2006/relationships/slideLayout" Target="../slideLayouts/slideLayout127.xml"/><Relationship Id="rId10" Type="http://schemas.openxmlformats.org/officeDocument/2006/relationships/image" Target="../media/image1.png"/><Relationship Id="rId4" Type="http://schemas.openxmlformats.org/officeDocument/2006/relationships/slideLayout" Target="../slideLayouts/slideLayout126.xml"/><Relationship Id="rId9" Type="http://schemas.openxmlformats.org/officeDocument/2006/relationships/theme" Target="../theme/theme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E221ADBC-C97A-C9D2-1A18-D767F0D7807E}"/>
              </a:ext>
            </a:extLst>
          </p:cNvPr>
          <p:cNvSpPr>
            <a:spLocks noGrp="1"/>
          </p:cNvSpPr>
          <p:nvPr>
            <p:ph type="title"/>
          </p:nvPr>
        </p:nvSpPr>
        <p:spPr>
          <a:xfrm>
            <a:off x="838201" y="365126"/>
            <a:ext cx="10515600" cy="1325563"/>
          </a:xfrm>
          <a:prstGeom prst="rect">
            <a:avLst/>
          </a:prstGeom>
        </p:spPr>
        <p:txBody>
          <a:bodyPr vert="horz" lIns="91440" tIns="45720" rIns="91440" bIns="45720" rtlCol="0" anchor="ctr">
            <a:normAutofit/>
          </a:bodyPr>
          <a:lstStyle/>
          <a:p>
            <a:r>
              <a:rPr lang="en-GB"/>
              <a:t>English</a:t>
            </a:r>
            <a:endParaRPr lang="en-GR"/>
          </a:p>
        </p:txBody>
      </p:sp>
    </p:spTree>
    <p:extLst>
      <p:ext uri="{BB962C8B-B14F-4D97-AF65-F5344CB8AC3E}">
        <p14:creationId xmlns:p14="http://schemas.microsoft.com/office/powerpoint/2010/main" val="1834900146"/>
      </p:ext>
    </p:extLst>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Lst>
  <p:hf hdr="0" ftr="0" dt="0"/>
  <p:txStyles>
    <p:titleStyle>
      <a:lvl1pPr algn="l" defTabSz="914400" rtl="0" eaLnBrk="1" latinLnBrk="0" hangingPunct="1">
        <a:lnSpc>
          <a:spcPct val="90000"/>
        </a:lnSpc>
        <a:spcBef>
          <a:spcPct val="0"/>
        </a:spcBef>
        <a:buNone/>
        <a:defRPr sz="4400" kern="1200">
          <a:solidFill>
            <a:schemeClr val="accent1"/>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7F57AB7-0B2D-E3FD-2049-B2A91F81B93E}"/>
              </a:ext>
            </a:extLst>
          </p:cNvPr>
          <p:cNvGraphicFramePr>
            <a:graphicFrameLocks noChangeAspect="1"/>
          </p:cNvGraphicFramePr>
          <p:nvPr userDrawn="1">
            <p:custDataLst>
              <p:tags r:id="rId25"/>
            </p:custDataLst>
            <p:extLst>
              <p:ext uri="{D42A27DB-BD31-4B8C-83A1-F6EECF244321}">
                <p14:modId xmlns:p14="http://schemas.microsoft.com/office/powerpoint/2010/main" val="25326283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6" imgW="473" imgH="473" progId="TCLayout.ActiveDocument.1">
                  <p:embed/>
                </p:oleObj>
              </mc:Choice>
              <mc:Fallback>
                <p:oleObj name="think-cell Slide" r:id="rId26" imgW="473" imgH="473" progId="TCLayout.ActiveDocument.1">
                  <p:embed/>
                  <p:pic>
                    <p:nvPicPr>
                      <p:cNvPr id="5" name="think-cell data - do not delete" hidden="1">
                        <a:extLst>
                          <a:ext uri="{FF2B5EF4-FFF2-40B4-BE49-F238E27FC236}">
                            <a16:creationId xmlns:a16="http://schemas.microsoft.com/office/drawing/2014/main" id="{47F57AB7-0B2D-E3FD-2049-B2A91F81B93E}"/>
                          </a:ext>
                        </a:extLst>
                      </p:cNvPr>
                      <p:cNvPicPr/>
                      <p:nvPr/>
                    </p:nvPicPr>
                    <p:blipFill>
                      <a:blip r:embed="rId27"/>
                      <a:stretch>
                        <a:fillRect/>
                      </a:stretch>
                    </p:blipFill>
                    <p:spPr>
                      <a:xfrm>
                        <a:off x="1588" y="1588"/>
                        <a:ext cx="1588" cy="1588"/>
                      </a:xfrm>
                      <a:prstGeom prst="rect">
                        <a:avLst/>
                      </a:prstGeom>
                    </p:spPr>
                  </p:pic>
                </p:oleObj>
              </mc:Fallback>
            </mc:AlternateContent>
          </a:graphicData>
        </a:graphic>
      </p:graphicFrame>
      <p:pic>
        <p:nvPicPr>
          <p:cNvPr id="10" name="Graphic 9">
            <a:extLst>
              <a:ext uri="{FF2B5EF4-FFF2-40B4-BE49-F238E27FC236}">
                <a16:creationId xmlns:a16="http://schemas.microsoft.com/office/drawing/2014/main" id="{5D3CD51B-F0C0-DAF8-E0C7-A1559CF1EE24}"/>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3203995644"/>
      </p:ext>
    </p:extLst>
  </p:cSld>
  <p:clrMap bg1="lt1" tx1="dk1" bg2="lt2" tx2="dk2" accent1="accent1" accent2="accent2" accent3="accent3" accent4="accent4" accent5="accent5" accent6="accent6" hlink="hlink" folHlink="folHlink"/>
  <p:sldLayoutIdLst>
    <p:sldLayoutId id="2147483682" r:id="rId1"/>
    <p:sldLayoutId id="2147483850" r:id="rId2"/>
    <p:sldLayoutId id="2147483849" r:id="rId3"/>
    <p:sldLayoutId id="2147483684" r:id="rId4"/>
    <p:sldLayoutId id="2147483689" r:id="rId5"/>
    <p:sldLayoutId id="2147483873" r:id="rId6"/>
    <p:sldLayoutId id="2147483685" r:id="rId7"/>
    <p:sldLayoutId id="2147483852" r:id="rId8"/>
    <p:sldLayoutId id="2147483874" r:id="rId9"/>
    <p:sldLayoutId id="2147483686" r:id="rId10"/>
    <p:sldLayoutId id="2147483870" r:id="rId11"/>
    <p:sldLayoutId id="2147483853" r:id="rId12"/>
    <p:sldLayoutId id="2147483687" r:id="rId13"/>
    <p:sldLayoutId id="2147483869" r:id="rId14"/>
    <p:sldLayoutId id="2147483851" r:id="rId15"/>
    <p:sldLayoutId id="2147483688" r:id="rId16"/>
    <p:sldLayoutId id="2147483860" r:id="rId17"/>
    <p:sldLayoutId id="2147483861" r:id="rId18"/>
    <p:sldLayoutId id="2147483862" r:id="rId19"/>
    <p:sldLayoutId id="2147483863" r:id="rId20"/>
    <p:sldLayoutId id="2147483864" r:id="rId21"/>
    <p:sldLayoutId id="2147483865" r:id="rId22"/>
    <p:sldLayoutId id="2147483866" r:id="rId23"/>
  </p:sldLayoutIdLst>
  <p:hf hdr="0" ftr="0" dt="0"/>
  <p:txStyles>
    <p:titleStyle>
      <a:lvl1pPr algn="l" defTabSz="914400" rtl="0" eaLnBrk="1" latinLnBrk="0" hangingPunct="1">
        <a:lnSpc>
          <a:spcPct val="100000"/>
        </a:lnSpc>
        <a:spcBef>
          <a:spcPct val="0"/>
        </a:spcBef>
        <a:buNone/>
        <a:defRPr sz="4800" kern="1200" spc="-150">
          <a:solidFill>
            <a:schemeClr val="bg1"/>
          </a:solidFill>
          <a:latin typeface="Aptos" panose="020B0004020202020204" pitchFamily="34" charset="0"/>
          <a:ea typeface="+mj-ea"/>
          <a:cs typeface="+mj-cs"/>
        </a:defRPr>
      </a:lvl1pPr>
    </p:titleStyle>
    <p:bodyStyle>
      <a:lvl1pPr marL="0" indent="0" algn="l" defTabSz="914400" rtl="0" eaLnBrk="1" latinLnBrk="0" hangingPunct="1">
        <a:lnSpc>
          <a:spcPct val="100000"/>
        </a:lnSpc>
        <a:spcBef>
          <a:spcPts val="0"/>
        </a:spcBef>
        <a:buClr>
          <a:srgbClr val="00DFF8"/>
        </a:buClr>
        <a:buFontTx/>
        <a:buNone/>
        <a:defRPr sz="2800" kern="1200">
          <a:solidFill>
            <a:schemeClr val="accent3"/>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7F57AB7-0B2D-E3FD-2049-B2A91F81B93E}"/>
              </a:ext>
            </a:extLst>
          </p:cNvPr>
          <p:cNvGraphicFramePr>
            <a:graphicFrameLocks noChangeAspect="1"/>
          </p:cNvGraphicFramePr>
          <p:nvPr userDrawn="1">
            <p:custDataLst>
              <p:tags r:id="rId9"/>
            </p:custDataLst>
            <p:extLst>
              <p:ext uri="{D42A27DB-BD31-4B8C-83A1-F6EECF244321}">
                <p14:modId xmlns:p14="http://schemas.microsoft.com/office/powerpoint/2010/main" val="25326283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73" imgH="473" progId="TCLayout.ActiveDocument.1">
                  <p:embed/>
                </p:oleObj>
              </mc:Choice>
              <mc:Fallback>
                <p:oleObj name="think-cell Slide" r:id="rId10" imgW="473" imgH="473" progId="TCLayout.ActiveDocument.1">
                  <p:embed/>
                  <p:pic>
                    <p:nvPicPr>
                      <p:cNvPr id="5" name="think-cell data - do not delete" hidden="1">
                        <a:extLst>
                          <a:ext uri="{FF2B5EF4-FFF2-40B4-BE49-F238E27FC236}">
                            <a16:creationId xmlns:a16="http://schemas.microsoft.com/office/drawing/2014/main" id="{47F57AB7-0B2D-E3FD-2049-B2A91F81B93E}"/>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pic>
        <p:nvPicPr>
          <p:cNvPr id="2" name="Graphic 1">
            <a:extLst>
              <a:ext uri="{FF2B5EF4-FFF2-40B4-BE49-F238E27FC236}">
                <a16:creationId xmlns:a16="http://schemas.microsoft.com/office/drawing/2014/main" id="{8304598C-81BB-4971-8A54-7D51DC48582C}"/>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2908761127"/>
      </p:ext>
    </p:extLst>
  </p:cSld>
  <p:clrMap bg1="lt1" tx1="dk1" bg2="lt2" tx2="dk2" accent1="accent1" accent2="accent2" accent3="accent3" accent4="accent4" accent5="accent5" accent6="accent6" hlink="hlink" folHlink="folHlink"/>
  <p:sldLayoutIdLst>
    <p:sldLayoutId id="2147484036" r:id="rId1"/>
    <p:sldLayoutId id="2147484037" r:id="rId2"/>
    <p:sldLayoutId id="2147484038" r:id="rId3"/>
    <p:sldLayoutId id="2147484039" r:id="rId4"/>
    <p:sldLayoutId id="2147484040" r:id="rId5"/>
    <p:sldLayoutId id="2147484041" r:id="rId6"/>
    <p:sldLayoutId id="2147484042" r:id="rId7"/>
  </p:sldLayoutIdLst>
  <p:hf hdr="0" ftr="0" dt="0"/>
  <p:txStyles>
    <p:titleStyle>
      <a:lvl1pPr algn="l" defTabSz="914400" rtl="0" eaLnBrk="1" latinLnBrk="0" hangingPunct="1">
        <a:lnSpc>
          <a:spcPct val="100000"/>
        </a:lnSpc>
        <a:spcBef>
          <a:spcPct val="0"/>
        </a:spcBef>
        <a:buNone/>
        <a:defRPr sz="4800" kern="1200" spc="-150">
          <a:solidFill>
            <a:schemeClr val="bg1"/>
          </a:solidFill>
          <a:latin typeface="Aptos" panose="020B0004020202020204" pitchFamily="34" charset="0"/>
          <a:ea typeface="+mj-ea"/>
          <a:cs typeface="+mj-cs"/>
        </a:defRPr>
      </a:lvl1pPr>
    </p:titleStyle>
    <p:bodyStyle>
      <a:lvl1pPr marL="0" indent="0" algn="l" defTabSz="914400" rtl="0" eaLnBrk="1" latinLnBrk="0" hangingPunct="1">
        <a:lnSpc>
          <a:spcPct val="100000"/>
        </a:lnSpc>
        <a:spcBef>
          <a:spcPts val="0"/>
        </a:spcBef>
        <a:buClr>
          <a:srgbClr val="00DFF8"/>
        </a:buClr>
        <a:buFontTx/>
        <a:buNone/>
        <a:defRPr sz="2800" kern="1200">
          <a:solidFill>
            <a:schemeClr val="accent3"/>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7F57AB7-0B2D-E3FD-2049-B2A91F81B93E}"/>
              </a:ext>
            </a:extLst>
          </p:cNvPr>
          <p:cNvGraphicFramePr>
            <a:graphicFrameLocks noChangeAspect="1"/>
          </p:cNvGraphicFramePr>
          <p:nvPr userDrawn="1">
            <p:custDataLst>
              <p:tags r:id="rId9"/>
            </p:custDataLst>
            <p:extLst>
              <p:ext uri="{D42A27DB-BD31-4B8C-83A1-F6EECF244321}">
                <p14:modId xmlns:p14="http://schemas.microsoft.com/office/powerpoint/2010/main" val="25326283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73" imgH="473" progId="TCLayout.ActiveDocument.1">
                  <p:embed/>
                </p:oleObj>
              </mc:Choice>
              <mc:Fallback>
                <p:oleObj name="think-cell Slide" r:id="rId10" imgW="473" imgH="473" progId="TCLayout.ActiveDocument.1">
                  <p:embed/>
                  <p:pic>
                    <p:nvPicPr>
                      <p:cNvPr id="5" name="think-cell data - do not delete" hidden="1">
                        <a:extLst>
                          <a:ext uri="{FF2B5EF4-FFF2-40B4-BE49-F238E27FC236}">
                            <a16:creationId xmlns:a16="http://schemas.microsoft.com/office/drawing/2014/main" id="{47F57AB7-0B2D-E3FD-2049-B2A91F81B93E}"/>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id="{14769AD8-9577-20E0-CFF1-97039A9F1B7D}"/>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3802200099"/>
      </p:ext>
    </p:extLst>
  </p:cSld>
  <p:clrMap bg1="lt1" tx1="dk1" bg2="lt2" tx2="dk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Lst>
  <p:hf hdr="0" ftr="0" dt="0"/>
  <p:txStyles>
    <p:titleStyle>
      <a:lvl1pPr algn="l" defTabSz="914400" rtl="0" eaLnBrk="1" latinLnBrk="0" hangingPunct="1">
        <a:lnSpc>
          <a:spcPct val="100000"/>
        </a:lnSpc>
        <a:spcBef>
          <a:spcPct val="0"/>
        </a:spcBef>
        <a:buNone/>
        <a:defRPr sz="4800" kern="1200" spc="-150">
          <a:solidFill>
            <a:schemeClr val="bg1"/>
          </a:solidFill>
          <a:latin typeface="Aptos" panose="020B0004020202020204" pitchFamily="34" charset="0"/>
          <a:ea typeface="+mj-ea"/>
          <a:cs typeface="+mj-cs"/>
        </a:defRPr>
      </a:lvl1pPr>
    </p:titleStyle>
    <p:bodyStyle>
      <a:lvl1pPr marL="0" indent="0" algn="l" defTabSz="914400" rtl="0" eaLnBrk="1" latinLnBrk="0" hangingPunct="1">
        <a:lnSpc>
          <a:spcPct val="100000"/>
        </a:lnSpc>
        <a:spcBef>
          <a:spcPts val="0"/>
        </a:spcBef>
        <a:buClr>
          <a:srgbClr val="00DFF8"/>
        </a:buClr>
        <a:buFontTx/>
        <a:buNone/>
        <a:defRPr sz="2800" kern="1200">
          <a:solidFill>
            <a:schemeClr val="accent3"/>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7F57AB7-0B2D-E3FD-2049-B2A91F81B93E}"/>
              </a:ext>
            </a:extLst>
          </p:cNvPr>
          <p:cNvGraphicFramePr>
            <a:graphicFrameLocks noChangeAspect="1"/>
          </p:cNvGraphicFramePr>
          <p:nvPr userDrawn="1">
            <p:custDataLst>
              <p:tags r:id="rId20"/>
            </p:custDataLst>
            <p:extLst>
              <p:ext uri="{D42A27DB-BD31-4B8C-83A1-F6EECF244321}">
                <p14:modId xmlns:p14="http://schemas.microsoft.com/office/powerpoint/2010/main" val="25326283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473" imgH="473" progId="TCLayout.ActiveDocument.1">
                  <p:embed/>
                </p:oleObj>
              </mc:Choice>
              <mc:Fallback>
                <p:oleObj name="think-cell Slide" r:id="rId21" imgW="473" imgH="473" progId="TCLayout.ActiveDocument.1">
                  <p:embed/>
                  <p:pic>
                    <p:nvPicPr>
                      <p:cNvPr id="5" name="think-cell data - do not delete" hidden="1">
                        <a:extLst>
                          <a:ext uri="{FF2B5EF4-FFF2-40B4-BE49-F238E27FC236}">
                            <a16:creationId xmlns:a16="http://schemas.microsoft.com/office/drawing/2014/main" id="{47F57AB7-0B2D-E3FD-2049-B2A91F81B93E}"/>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pic>
        <p:nvPicPr>
          <p:cNvPr id="3" name="Graphic 2">
            <a:extLst>
              <a:ext uri="{FF2B5EF4-FFF2-40B4-BE49-F238E27FC236}">
                <a16:creationId xmlns:a16="http://schemas.microsoft.com/office/drawing/2014/main" id="{24B45421-AE81-7F9B-C4ED-A88E5778B2CA}"/>
              </a:ext>
            </a:extLst>
          </p:cNvPr>
          <p:cNvPicPr>
            <a:picLocks noChangeAspect="1"/>
          </p:cNvPicPr>
          <p:nvPr userDrawn="1"/>
        </p:nvPicPr>
        <p:blipFill>
          <a:blip r:embed="rId23">
            <a:extLst>
              <a:ext uri="{96DAC541-7B7A-43D3-8B79-37D633B846F1}">
                <asvg:svgBlip xmlns:asvg="http://schemas.microsoft.com/office/drawing/2016/SVG/main" r:embed="rId24"/>
              </a:ext>
            </a:extLst>
          </a:blip>
          <a:stretch>
            <a:fillRect/>
          </a:stretch>
        </p:blipFill>
        <p:spPr>
          <a:xfrm>
            <a:off x="342029" y="5446800"/>
            <a:ext cx="4010400" cy="838538"/>
          </a:xfrm>
          <a:prstGeom prst="rect">
            <a:avLst/>
          </a:prstGeom>
        </p:spPr>
      </p:pic>
    </p:spTree>
    <p:extLst>
      <p:ext uri="{BB962C8B-B14F-4D97-AF65-F5344CB8AC3E}">
        <p14:creationId xmlns:p14="http://schemas.microsoft.com/office/powerpoint/2010/main" val="3518537784"/>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4" r:id="rId3"/>
    <p:sldLayoutId id="2147483928" r:id="rId4"/>
    <p:sldLayoutId id="2147483917" r:id="rId5"/>
    <p:sldLayoutId id="2147483926" r:id="rId6"/>
    <p:sldLayoutId id="2147483929" r:id="rId7"/>
    <p:sldLayoutId id="2147483932" r:id="rId8"/>
    <p:sldLayoutId id="2147483940" r:id="rId9"/>
    <p:sldLayoutId id="2147483941" r:id="rId10"/>
    <p:sldLayoutId id="2147483944" r:id="rId11"/>
    <p:sldLayoutId id="2147483936" r:id="rId12"/>
    <p:sldLayoutId id="2147483942" r:id="rId13"/>
    <p:sldLayoutId id="2147483943" r:id="rId14"/>
    <p:sldLayoutId id="2147483947" r:id="rId15"/>
    <p:sldLayoutId id="2147483945" r:id="rId16"/>
    <p:sldLayoutId id="2147483946" r:id="rId17"/>
    <p:sldLayoutId id="2147483980" r:id="rId18"/>
  </p:sldLayoutIdLst>
  <p:hf hdr="0" ftr="0" dt="0"/>
  <p:txStyles>
    <p:titleStyle>
      <a:lvl1pPr algn="l" defTabSz="914400" rtl="0" eaLnBrk="1" latinLnBrk="0" hangingPunct="1">
        <a:lnSpc>
          <a:spcPct val="100000"/>
        </a:lnSpc>
        <a:spcBef>
          <a:spcPct val="0"/>
        </a:spcBef>
        <a:buNone/>
        <a:defRPr sz="4800" kern="1200" spc="-150">
          <a:solidFill>
            <a:schemeClr val="bg1"/>
          </a:solidFill>
          <a:latin typeface="Aptos" panose="020B0004020202020204" pitchFamily="34" charset="0"/>
          <a:ea typeface="+mj-ea"/>
          <a:cs typeface="+mj-cs"/>
        </a:defRPr>
      </a:lvl1pPr>
    </p:titleStyle>
    <p:bodyStyle>
      <a:lvl1pPr marL="0" indent="0" algn="l" defTabSz="914400" rtl="0" eaLnBrk="1" latinLnBrk="0" hangingPunct="1">
        <a:lnSpc>
          <a:spcPct val="100000"/>
        </a:lnSpc>
        <a:spcBef>
          <a:spcPts val="0"/>
        </a:spcBef>
        <a:buClr>
          <a:srgbClr val="00DFF8"/>
        </a:buClr>
        <a:buFontTx/>
        <a:buNone/>
        <a:defRPr sz="2800" kern="1200">
          <a:solidFill>
            <a:schemeClr val="accent3"/>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E0A3B606-DE6C-7D3E-57AD-9A9408A76E97}"/>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pic>
        <p:nvPicPr>
          <p:cNvPr id="5" name="Graphic 4">
            <a:extLst>
              <a:ext uri="{FF2B5EF4-FFF2-40B4-BE49-F238E27FC236}">
                <a16:creationId xmlns:a16="http://schemas.microsoft.com/office/drawing/2014/main" id="{0CE6D49F-7335-6E41-DAF0-2935235FA868}"/>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42001" y="6465600"/>
            <a:ext cx="1007999" cy="210763"/>
          </a:xfrm>
          <a:prstGeom prst="rect">
            <a:avLst/>
          </a:prstGeom>
        </p:spPr>
      </p:pic>
    </p:spTree>
    <p:extLst>
      <p:ext uri="{BB962C8B-B14F-4D97-AF65-F5344CB8AC3E}">
        <p14:creationId xmlns:p14="http://schemas.microsoft.com/office/powerpoint/2010/main" val="1839947002"/>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871" r:id="rId6"/>
  </p:sldLayoutIdLst>
  <p:hf hdr="0" ftr="0" dt="0"/>
  <p:txStyles>
    <p:titleStyle>
      <a:lvl1pPr algn="l" defTabSz="914400" rtl="0" eaLnBrk="1" latinLnBrk="0" hangingPunct="1">
        <a:lnSpc>
          <a:spcPct val="90000"/>
        </a:lnSpc>
        <a:spcBef>
          <a:spcPct val="0"/>
        </a:spcBef>
        <a:buNone/>
        <a:defRPr sz="6000" b="0" i="0" kern="1200">
          <a:solidFill>
            <a:schemeClr val="accent3"/>
          </a:solidFill>
          <a:latin typeface="Aptos" panose="020B00040202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b="0" i="0" kern="1200">
          <a:solidFill>
            <a:schemeClr val="bg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2"/>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2"/>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2"/>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F4128088-3987-FF95-AB4E-8A5EB48F0711}"/>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pic>
        <p:nvPicPr>
          <p:cNvPr id="4" name="Graphic 3">
            <a:extLst>
              <a:ext uri="{FF2B5EF4-FFF2-40B4-BE49-F238E27FC236}">
                <a16:creationId xmlns:a16="http://schemas.microsoft.com/office/drawing/2014/main" id="{80054ED5-A421-044B-4567-C6622D274CCB}"/>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342001" y="6465600"/>
            <a:ext cx="1007999" cy="210763"/>
          </a:xfrm>
          <a:prstGeom prst="rect">
            <a:avLst/>
          </a:prstGeom>
        </p:spPr>
      </p:pic>
    </p:spTree>
    <p:extLst>
      <p:ext uri="{BB962C8B-B14F-4D97-AF65-F5344CB8AC3E}">
        <p14:creationId xmlns:p14="http://schemas.microsoft.com/office/powerpoint/2010/main" val="607718606"/>
      </p:ext>
    </p:extLst>
  </p:cSld>
  <p:clrMap bg1="lt1" tx1="dk1" bg2="lt2" tx2="dk2" accent1="accent1" accent2="accent2" accent3="accent3" accent4="accent4" accent5="accent5" accent6="accent6" hlink="hlink" folHlink="folHlink"/>
  <p:sldLayoutIdLst>
    <p:sldLayoutId id="2147483949" r:id="rId1"/>
    <p:sldLayoutId id="2147483970" r:id="rId2"/>
    <p:sldLayoutId id="2147483971" r:id="rId3"/>
    <p:sldLayoutId id="2147483972" r:id="rId4"/>
    <p:sldLayoutId id="2147483973" r:id="rId5"/>
    <p:sldLayoutId id="2147483974" r:id="rId6"/>
    <p:sldLayoutId id="2147483977" r:id="rId7"/>
    <p:sldLayoutId id="2147483978" r:id="rId8"/>
    <p:sldLayoutId id="2147483979" r:id="rId9"/>
  </p:sldLayoutIdLst>
  <p:hf hdr="0" ftr="0" dt="0"/>
  <p:txStyles>
    <p:titleStyle>
      <a:lvl1pPr algn="l" defTabSz="914400" rtl="0" eaLnBrk="1" latinLnBrk="0" hangingPunct="1">
        <a:lnSpc>
          <a:spcPct val="90000"/>
        </a:lnSpc>
        <a:spcBef>
          <a:spcPct val="0"/>
        </a:spcBef>
        <a:buNone/>
        <a:defRPr sz="6000" b="0" i="0" kern="1200">
          <a:solidFill>
            <a:schemeClr val="accent3"/>
          </a:solidFill>
          <a:latin typeface="Aptos" panose="020B00040202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b="0" i="0" kern="1200">
          <a:solidFill>
            <a:schemeClr val="bg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2"/>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2"/>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2"/>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A2AD3B38-8FB8-0FBF-CA5A-5C94F4049D57}"/>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accent6"/>
                </a:solidFill>
              </a:defRPr>
            </a:lvl1pPr>
          </a:lstStyle>
          <a:p>
            <a:fld id="{233F7D93-8529-0F4E-AF24-E7C8656CB0BF}" type="slidenum">
              <a:rPr lang="en-GR" smtClean="0"/>
              <a:pPr/>
              <a:t>‹#›</a:t>
            </a:fld>
            <a:endParaRPr lang="en-GR"/>
          </a:p>
        </p:txBody>
      </p:sp>
      <p:pic>
        <p:nvPicPr>
          <p:cNvPr id="2" name="Graphic 1">
            <a:extLst>
              <a:ext uri="{FF2B5EF4-FFF2-40B4-BE49-F238E27FC236}">
                <a16:creationId xmlns:a16="http://schemas.microsoft.com/office/drawing/2014/main" id="{E9DA6FC1-F2FE-52C1-DF53-5A2AFDAAD821}"/>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42030" y="6465600"/>
            <a:ext cx="1007999" cy="210763"/>
          </a:xfrm>
          <a:prstGeom prst="rect">
            <a:avLst/>
          </a:prstGeom>
        </p:spPr>
      </p:pic>
    </p:spTree>
    <p:extLst>
      <p:ext uri="{BB962C8B-B14F-4D97-AF65-F5344CB8AC3E}">
        <p14:creationId xmlns:p14="http://schemas.microsoft.com/office/powerpoint/2010/main" val="1879079193"/>
      </p:ext>
    </p:extLst>
  </p:cSld>
  <p:clrMap bg1="lt1" tx1="dk1" bg2="lt2" tx2="dk2" accent1="accent1" accent2="accent2" accent3="accent3" accent4="accent4" accent5="accent5" accent6="accent6" hlink="hlink" folHlink="folHlink"/>
  <p:sldLayoutIdLst>
    <p:sldLayoutId id="2147483701" r:id="rId1"/>
    <p:sldLayoutId id="2147483814" r:id="rId2"/>
    <p:sldLayoutId id="2147483815" r:id="rId3"/>
    <p:sldLayoutId id="2147483816" r:id="rId4"/>
    <p:sldLayoutId id="2147483817" r:id="rId5"/>
    <p:sldLayoutId id="2147483872" r:id="rId6"/>
  </p:sldLayoutIdLst>
  <p:hf hdr="0" ftr="0" dt="0"/>
  <p:txStyles>
    <p:titleStyle>
      <a:lvl1pPr algn="l" defTabSz="914400" rtl="0" eaLnBrk="1" latinLnBrk="0" hangingPunct="1">
        <a:lnSpc>
          <a:spcPct val="90000"/>
        </a:lnSpc>
        <a:spcBef>
          <a:spcPct val="0"/>
        </a:spcBef>
        <a:buNone/>
        <a:defRPr sz="6000" b="0" i="0" kern="1200">
          <a:solidFill>
            <a:schemeClr val="accent2"/>
          </a:solidFill>
          <a:latin typeface="Aptos" panose="020B00040202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b="0" i="0" kern="1200">
          <a:solidFill>
            <a:schemeClr val="tx2"/>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2"/>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2"/>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2"/>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99E4095C-07FD-A1DF-6793-2946F6B7472D}"/>
              </a:ext>
            </a:extLst>
          </p:cNvPr>
          <p:cNvSpPr>
            <a:spLocks noGrp="1"/>
          </p:cNvSpPr>
          <p:nvPr>
            <p:ph type="sldNum" sz="quarter" idx="4"/>
          </p:nvPr>
        </p:nvSpPr>
        <p:spPr>
          <a:xfrm>
            <a:off x="11179867" y="6542940"/>
            <a:ext cx="684000" cy="136800"/>
          </a:xfrm>
          <a:prstGeom prst="rect">
            <a:avLst/>
          </a:prstGeom>
        </p:spPr>
        <p:txBody>
          <a:bodyPr lIns="0" tIns="0" rIns="0" bIns="0"/>
          <a:lstStyle>
            <a:lvl1pPr algn="r">
              <a:defRPr sz="800">
                <a:solidFill>
                  <a:schemeClr val="bg1"/>
                </a:solidFill>
              </a:defRPr>
            </a:lvl1pPr>
          </a:lstStyle>
          <a:p>
            <a:fld id="{233F7D93-8529-0F4E-AF24-E7C8656CB0BF}" type="slidenum">
              <a:rPr lang="en-GR" smtClean="0"/>
              <a:pPr/>
              <a:t>‹#›</a:t>
            </a:fld>
            <a:endParaRPr lang="en-GR"/>
          </a:p>
        </p:txBody>
      </p:sp>
      <p:pic>
        <p:nvPicPr>
          <p:cNvPr id="2" name="Graphic 1">
            <a:extLst>
              <a:ext uri="{FF2B5EF4-FFF2-40B4-BE49-F238E27FC236}">
                <a16:creationId xmlns:a16="http://schemas.microsoft.com/office/drawing/2014/main" id="{FEBEF087-96F7-45EE-3D6D-7F76C137B6BF}"/>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42001" y="6465600"/>
            <a:ext cx="1007999" cy="210763"/>
          </a:xfrm>
          <a:prstGeom prst="rect">
            <a:avLst/>
          </a:prstGeom>
        </p:spPr>
      </p:pic>
    </p:spTree>
    <p:extLst>
      <p:ext uri="{BB962C8B-B14F-4D97-AF65-F5344CB8AC3E}">
        <p14:creationId xmlns:p14="http://schemas.microsoft.com/office/powerpoint/2010/main" val="598244148"/>
      </p:ext>
    </p:extLst>
  </p:cSld>
  <p:clrMap bg1="lt1" tx1="dk1" bg2="lt2" tx2="dk2" accent1="accent1" accent2="accent2" accent3="accent3" accent4="accent4" accent5="accent5" accent6="accent6" hlink="hlink" folHlink="folHlink"/>
  <p:sldLayoutIdLst>
    <p:sldLayoutId id="2147483707" r:id="rId1"/>
    <p:sldLayoutId id="2147483712" r:id="rId2"/>
    <p:sldLayoutId id="2147483708" r:id="rId3"/>
    <p:sldLayoutId id="2147483709" r:id="rId4"/>
    <p:sldLayoutId id="2147483710" r:id="rId5"/>
    <p:sldLayoutId id="2147483711" r:id="rId6"/>
  </p:sldLayoutIdLst>
  <p:hf hdr="0" ftr="0" dt="0"/>
  <p:txStyles>
    <p:titleStyle>
      <a:lvl1pPr algn="l" defTabSz="914400" rtl="0" eaLnBrk="1" latinLnBrk="0" hangingPunct="1">
        <a:lnSpc>
          <a:spcPct val="90000"/>
        </a:lnSpc>
        <a:spcBef>
          <a:spcPct val="0"/>
        </a:spcBef>
        <a:buNone/>
        <a:defRPr sz="6000" b="0" i="0" kern="1200">
          <a:solidFill>
            <a:schemeClr val="accent3"/>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2"/>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2"/>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2"/>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A883358-6541-CAB7-5F7D-5FAFD531ECFC}"/>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975597" y="2724343"/>
            <a:ext cx="2240809" cy="1409314"/>
          </a:xfrm>
          <a:prstGeom prst="rect">
            <a:avLst/>
          </a:prstGeom>
        </p:spPr>
      </p:pic>
    </p:spTree>
    <p:extLst>
      <p:ext uri="{BB962C8B-B14F-4D97-AF65-F5344CB8AC3E}">
        <p14:creationId xmlns:p14="http://schemas.microsoft.com/office/powerpoint/2010/main" val="1358798918"/>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857" r:id="rId5"/>
  </p:sldLayoutIdLst>
  <p:hf hdr="0" ftr="0" dt="0"/>
  <p:txStyles>
    <p:titleStyle>
      <a:lvl1pPr algn="l" defTabSz="914400" rtl="0" eaLnBrk="1" latinLnBrk="0" hangingPunct="1">
        <a:lnSpc>
          <a:spcPct val="90000"/>
        </a:lnSpc>
        <a:spcBef>
          <a:spcPct val="0"/>
        </a:spcBef>
        <a:buNone/>
        <a:defRPr sz="4800" b="0" i="0" kern="1200">
          <a:solidFill>
            <a:schemeClr val="accent1"/>
          </a:solidFill>
          <a:latin typeface="Aptos" panose="020B0004020202020204" pitchFamily="34" charset="0"/>
          <a:ea typeface="+mj-ea"/>
          <a:cs typeface="+mj-cs"/>
        </a:defRPr>
      </a:lvl1pPr>
    </p:titleStyle>
    <p:bodyStyle>
      <a:lvl1pPr marL="457200" indent="-457200" algn="l" defTabSz="914400" rtl="0" eaLnBrk="1" latinLnBrk="0" hangingPunct="1">
        <a:lnSpc>
          <a:spcPct val="90000"/>
        </a:lnSpc>
        <a:spcBef>
          <a:spcPts val="1000"/>
        </a:spcBef>
        <a:buClr>
          <a:schemeClr val="tx2"/>
        </a:buClr>
        <a:buFont typeface="Arial" panose="020B0604020202020204" pitchFamily="34" charset="0"/>
        <a:buChar char="•"/>
        <a:defRPr sz="2000" b="0" i="0" kern="1200">
          <a:solidFill>
            <a:schemeClr val="accent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accent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accent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accent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E3DF7A-78F8-CC2D-E78E-A360CB4DA288}"/>
              </a:ext>
            </a:extLst>
          </p:cNvPr>
          <p:cNvSpPr>
            <a:spLocks noGrp="1"/>
          </p:cNvSpPr>
          <p:nvPr>
            <p:ph type="title"/>
          </p:nvPr>
        </p:nvSpPr>
        <p:spPr>
          <a:xfrm>
            <a:off x="345226" y="1268702"/>
            <a:ext cx="11510224" cy="334515"/>
          </a:xfrm>
          <a:prstGeom prst="rect">
            <a:avLst/>
          </a:prstGeom>
        </p:spPr>
        <p:txBody>
          <a:bodyPr vert="horz" wrap="square" lIns="0" tIns="0" rIns="0" bIns="0" rtlCol="0" anchor="t" anchorCtr="0">
            <a:spAutoFit/>
          </a:bodyPr>
          <a:lstStyle/>
          <a:p>
            <a:r>
              <a:rPr lang="en-GB"/>
              <a:t>placeholder text</a:t>
            </a:r>
            <a:endParaRPr lang="en-GR"/>
          </a:p>
        </p:txBody>
      </p:sp>
      <p:sp>
        <p:nvSpPr>
          <p:cNvPr id="3" name="Text Placeholder 2">
            <a:extLst>
              <a:ext uri="{FF2B5EF4-FFF2-40B4-BE49-F238E27FC236}">
                <a16:creationId xmlns:a16="http://schemas.microsoft.com/office/drawing/2014/main" id="{6E64AC92-994C-2AC1-4F9E-C544FF6AEECE}"/>
              </a:ext>
            </a:extLst>
          </p:cNvPr>
          <p:cNvSpPr>
            <a:spLocks noGrp="1"/>
          </p:cNvSpPr>
          <p:nvPr>
            <p:ph type="body" idx="1"/>
          </p:nvPr>
        </p:nvSpPr>
        <p:spPr>
          <a:xfrm>
            <a:off x="345226" y="1988800"/>
            <a:ext cx="11510224" cy="4320600"/>
          </a:xfrm>
          <a:prstGeom prst="rect">
            <a:avLst/>
          </a:prstGeom>
        </p:spPr>
        <p:txBody>
          <a:bodyPr vert="horz" wrap="square" lIns="0" tIns="0" rIns="0" bIns="0" rtlCol="0" anchor="t" anchorCtr="0">
            <a:normAutofit/>
          </a:bodyPr>
          <a:lstStyle/>
          <a:p>
            <a:pPr lvl="0"/>
            <a:r>
              <a:rPr lang="en-GB"/>
              <a:t>Click to edit Master text styles</a:t>
            </a:r>
          </a:p>
          <a:p>
            <a:pPr lvl="1"/>
            <a:r>
              <a:rPr lang="en-GB"/>
              <a:t>Second level</a:t>
            </a:r>
          </a:p>
          <a:p>
            <a:pPr marL="1085850" marR="0" lvl="2" indent="-171450" algn="l" defTabSz="914400" rtl="0" eaLnBrk="1" fontAlgn="auto" latinLnBrk="0" hangingPunct="1">
              <a:lnSpc>
                <a:spcPct val="90000"/>
              </a:lnSpc>
              <a:spcBef>
                <a:spcPts val="500"/>
              </a:spcBef>
              <a:spcAft>
                <a:spcPts val="0"/>
              </a:spcAft>
              <a:buClr>
                <a:schemeClr val="tx2"/>
              </a:buClr>
              <a:buSzPct val="90000"/>
              <a:tabLst/>
              <a:defRPr/>
            </a:pPr>
            <a:r>
              <a:rPr lang="en-GB"/>
              <a:t>Third level</a:t>
            </a:r>
          </a:p>
        </p:txBody>
      </p:sp>
      <p:sp>
        <p:nvSpPr>
          <p:cNvPr id="6" name="Slide Number Placeholder 5">
            <a:extLst>
              <a:ext uri="{FF2B5EF4-FFF2-40B4-BE49-F238E27FC236}">
                <a16:creationId xmlns:a16="http://schemas.microsoft.com/office/drawing/2014/main" id="{8689DBC1-B0A5-597D-FEF9-75B433A73266}"/>
              </a:ext>
            </a:extLst>
          </p:cNvPr>
          <p:cNvSpPr>
            <a:spLocks noGrp="1"/>
          </p:cNvSpPr>
          <p:nvPr>
            <p:ph type="sldNum" sz="quarter" idx="4"/>
          </p:nvPr>
        </p:nvSpPr>
        <p:spPr>
          <a:xfrm>
            <a:off x="11179867" y="6542942"/>
            <a:ext cx="684000" cy="138499"/>
          </a:xfrm>
          <a:prstGeom prst="rect">
            <a:avLst/>
          </a:prstGeom>
        </p:spPr>
        <p:txBody>
          <a:bodyPr vert="horz" lIns="0" tIns="0" rIns="0" bIns="0" rtlCol="0" anchor="ctr">
            <a:spAutoFit/>
          </a:bodyPr>
          <a:lstStyle>
            <a:lvl1pPr algn="r">
              <a:defRPr sz="900" b="0" i="0">
                <a:solidFill>
                  <a:schemeClr val="accent6"/>
                </a:solidFill>
                <a:latin typeface="Aptos" panose="020B0004020202020204" pitchFamily="34" charset="0"/>
              </a:defRPr>
            </a:lvl1pPr>
          </a:lstStyle>
          <a:p>
            <a:fld id="{233F7D93-8529-0F4E-AF24-E7C8656CB0BF}" type="slidenum">
              <a:rPr lang="en-GR" smtClean="0"/>
              <a:pPr/>
              <a:t>‹#›</a:t>
            </a:fld>
            <a:endParaRPr lang="en-GR"/>
          </a:p>
        </p:txBody>
      </p:sp>
      <p:pic>
        <p:nvPicPr>
          <p:cNvPr id="5" name="Graphic 4">
            <a:extLst>
              <a:ext uri="{FF2B5EF4-FFF2-40B4-BE49-F238E27FC236}">
                <a16:creationId xmlns:a16="http://schemas.microsoft.com/office/drawing/2014/main" id="{C2A57801-4400-6EAE-A853-F3CDB4BFEF3D}"/>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342030" y="6465600"/>
            <a:ext cx="1007999" cy="210763"/>
          </a:xfrm>
          <a:prstGeom prst="rect">
            <a:avLst/>
          </a:prstGeom>
        </p:spPr>
      </p:pic>
    </p:spTree>
    <p:extLst>
      <p:ext uri="{BB962C8B-B14F-4D97-AF65-F5344CB8AC3E}">
        <p14:creationId xmlns:p14="http://schemas.microsoft.com/office/powerpoint/2010/main" val="1347601679"/>
      </p:ext>
    </p:extLst>
  </p:cSld>
  <p:clrMap bg1="lt1" tx1="dk1" bg2="lt2" tx2="dk2" accent1="accent1" accent2="accent2" accent3="accent3" accent4="accent4" accent5="accent5" accent6="accent6" hlink="hlink" folHlink="folHlink"/>
  <p:sldLayoutIdLst>
    <p:sldLayoutId id="2147483826" r:id="rId1"/>
    <p:sldLayoutId id="2147483725" r:id="rId2"/>
    <p:sldLayoutId id="2147483846" r:id="rId3"/>
    <p:sldLayoutId id="2147483844" r:id="rId4"/>
    <p:sldLayoutId id="2147483819" r:id="rId5"/>
    <p:sldLayoutId id="2147483740" r:id="rId6"/>
    <p:sldLayoutId id="2147483813" r:id="rId7"/>
    <p:sldLayoutId id="2147483847" r:id="rId8"/>
    <p:sldLayoutId id="2147483845" r:id="rId9"/>
    <p:sldLayoutId id="2147483818" r:id="rId10"/>
    <p:sldLayoutId id="2147483820" r:id="rId11"/>
    <p:sldLayoutId id="2147483726" r:id="rId12"/>
    <p:sldLayoutId id="2147483821" r:id="rId13"/>
    <p:sldLayoutId id="2147483867" r:id="rId14"/>
  </p:sldLayoutIdLst>
  <p:hf hdr="0" ftr="0" dt="0"/>
  <p:txStyles>
    <p:titleStyle>
      <a:lvl1pPr algn="l" defTabSz="914400" rtl="0" eaLnBrk="1" latinLnBrk="0" hangingPunct="1">
        <a:lnSpc>
          <a:spcPct val="90000"/>
        </a:lnSpc>
        <a:spcBef>
          <a:spcPct val="0"/>
        </a:spcBef>
        <a:buNone/>
        <a:defRPr sz="2400" b="0" i="0" kern="1200">
          <a:solidFill>
            <a:schemeClr val="accent1"/>
          </a:solidFill>
          <a:latin typeface="Aptos" panose="020B0004020202020204" pitchFamily="34" charset="0"/>
          <a:ea typeface="+mj-ea"/>
          <a:cs typeface="+mj-cs"/>
        </a:defRPr>
      </a:lvl1pPr>
    </p:titleStyle>
    <p:bodyStyle>
      <a:lvl1pPr marL="0" indent="0" algn="l" defTabSz="914400" rtl="0" eaLnBrk="1" latinLnBrk="0" hangingPunct="1">
        <a:lnSpc>
          <a:spcPct val="90000"/>
        </a:lnSpc>
        <a:spcBef>
          <a:spcPts val="1000"/>
        </a:spcBef>
        <a:buClr>
          <a:schemeClr val="tx2"/>
        </a:buClr>
        <a:buFontTx/>
        <a:buNone/>
        <a:defRPr sz="1200" b="0" i="0" kern="1200">
          <a:solidFill>
            <a:schemeClr val="accent1"/>
          </a:solidFill>
          <a:latin typeface="Aptos" panose="020B0004020202020204" pitchFamily="34" charset="0"/>
          <a:ea typeface="+mn-ea"/>
          <a:cs typeface="+mn-cs"/>
        </a:defRPr>
      </a:lvl1pPr>
      <a:lvl2pPr marL="628650" indent="-171450" algn="l" defTabSz="914400" rtl="0" eaLnBrk="1" latinLnBrk="0" hangingPunct="1">
        <a:lnSpc>
          <a:spcPct val="90000"/>
        </a:lnSpc>
        <a:spcBef>
          <a:spcPts val="500"/>
        </a:spcBef>
        <a:buClr>
          <a:schemeClr val="tx2"/>
        </a:buClr>
        <a:buSzPct val="90000"/>
        <a:buFontTx/>
        <a:buBlip>
          <a:blip r:embed="rId18"/>
        </a:buBlip>
        <a:defRPr sz="1200" b="0" i="0" kern="1200">
          <a:solidFill>
            <a:schemeClr val="accent1"/>
          </a:solidFill>
          <a:latin typeface="Aptos" panose="020B0004020202020204" pitchFamily="34" charset="0"/>
          <a:ea typeface="+mn-ea"/>
          <a:cs typeface="+mn-cs"/>
        </a:defRPr>
      </a:lvl2pPr>
      <a:lvl3pPr marL="1085850" indent="-171450" algn="l" defTabSz="914400" rtl="0" eaLnBrk="1" latinLnBrk="0" hangingPunct="1">
        <a:lnSpc>
          <a:spcPct val="90000"/>
        </a:lnSpc>
        <a:spcBef>
          <a:spcPts val="500"/>
        </a:spcBef>
        <a:buClr>
          <a:schemeClr val="tx2"/>
        </a:buClr>
        <a:buSzPct val="90000"/>
        <a:buFontTx/>
        <a:buBlip>
          <a:blip r:embed="rId18"/>
        </a:buBlip>
        <a:defRPr sz="1200" b="0" i="0" kern="1200">
          <a:solidFill>
            <a:schemeClr val="accent1"/>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SzPct val="90000"/>
        <a:buFontTx/>
        <a:buNone/>
        <a:defRPr sz="1200" b="0" i="0" kern="1200">
          <a:solidFill>
            <a:schemeClr val="accent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2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E3DF7A-78F8-CC2D-E78E-A360CB4DA288}"/>
              </a:ext>
            </a:extLst>
          </p:cNvPr>
          <p:cNvSpPr>
            <a:spLocks noGrp="1"/>
          </p:cNvSpPr>
          <p:nvPr>
            <p:ph type="title"/>
          </p:nvPr>
        </p:nvSpPr>
        <p:spPr>
          <a:xfrm>
            <a:off x="345226" y="924131"/>
            <a:ext cx="11510224" cy="669029"/>
          </a:xfrm>
          <a:prstGeom prst="rect">
            <a:avLst/>
          </a:prstGeom>
        </p:spPr>
        <p:txBody>
          <a:bodyPr vert="horz" wrap="square" lIns="0" tIns="0" rIns="0" bIns="0" rtlCol="0" anchor="t" anchorCtr="0">
            <a:spAutoFit/>
          </a:bodyPr>
          <a:lstStyle/>
          <a:p>
            <a:r>
              <a:rPr lang="en-GB"/>
              <a:t>Click to edit Master title style</a:t>
            </a:r>
            <a:endParaRPr lang="en-GR"/>
          </a:p>
        </p:txBody>
      </p:sp>
      <p:sp>
        <p:nvSpPr>
          <p:cNvPr id="3" name="Text Placeholder 2">
            <a:extLst>
              <a:ext uri="{FF2B5EF4-FFF2-40B4-BE49-F238E27FC236}">
                <a16:creationId xmlns:a16="http://schemas.microsoft.com/office/drawing/2014/main" id="{6E64AC92-994C-2AC1-4F9E-C544FF6AEECE}"/>
              </a:ext>
            </a:extLst>
          </p:cNvPr>
          <p:cNvSpPr>
            <a:spLocks noGrp="1"/>
          </p:cNvSpPr>
          <p:nvPr>
            <p:ph type="body" idx="1"/>
          </p:nvPr>
        </p:nvSpPr>
        <p:spPr>
          <a:xfrm>
            <a:off x="345226" y="2343298"/>
            <a:ext cx="11510224" cy="564129"/>
          </a:xfrm>
          <a:prstGeom prst="rect">
            <a:avLst/>
          </a:prstGeom>
        </p:spPr>
        <p:txBody>
          <a:bodyPr vert="horz" wrap="square" lIns="0" tIns="0" rIns="0" bIns="0" rtlCol="0" anchor="t" anchorCtr="0">
            <a:spAutoFit/>
          </a:bodyPr>
          <a:lstStyle/>
          <a:p>
            <a:pPr lvl="0"/>
            <a:r>
              <a:rPr lang="en-GB"/>
              <a:t>Click to edit Master text styles</a:t>
            </a:r>
          </a:p>
          <a:p>
            <a:pPr lvl="1"/>
            <a:r>
              <a:rPr lang="en-GB"/>
              <a:t>Second level</a:t>
            </a:r>
          </a:p>
        </p:txBody>
      </p:sp>
      <p:sp>
        <p:nvSpPr>
          <p:cNvPr id="4" name="Date Placeholder 3">
            <a:extLst>
              <a:ext uri="{FF2B5EF4-FFF2-40B4-BE49-F238E27FC236}">
                <a16:creationId xmlns:a16="http://schemas.microsoft.com/office/drawing/2014/main" id="{6AB41A80-FB98-AC24-37EB-3D6181CA6983}"/>
              </a:ext>
            </a:extLst>
          </p:cNvPr>
          <p:cNvSpPr>
            <a:spLocks noGrp="1"/>
          </p:cNvSpPr>
          <p:nvPr>
            <p:ph type="dt" sz="half" idx="2"/>
          </p:nvPr>
        </p:nvSpPr>
        <p:spPr>
          <a:xfrm>
            <a:off x="8270240" y="6542942"/>
            <a:ext cx="1404000" cy="138499"/>
          </a:xfrm>
          <a:prstGeom prst="rect">
            <a:avLst/>
          </a:prstGeom>
        </p:spPr>
        <p:txBody>
          <a:bodyPr vert="horz" lIns="0" tIns="0" rIns="0" bIns="0" rtlCol="0" anchor="ctr">
            <a:spAutoFit/>
          </a:bodyPr>
          <a:lstStyle>
            <a:lvl1pPr algn="l">
              <a:defRPr sz="900" b="0" i="0">
                <a:solidFill>
                  <a:schemeClr val="accent6"/>
                </a:solidFill>
                <a:latin typeface="Aptos" panose="020B0004020202020204" pitchFamily="34" charset="0"/>
              </a:defRPr>
            </a:lvl1pPr>
          </a:lstStyle>
          <a:p>
            <a:endParaRPr lang="en-GR"/>
          </a:p>
        </p:txBody>
      </p:sp>
      <p:sp>
        <p:nvSpPr>
          <p:cNvPr id="5" name="Footer Placeholder 4">
            <a:extLst>
              <a:ext uri="{FF2B5EF4-FFF2-40B4-BE49-F238E27FC236}">
                <a16:creationId xmlns:a16="http://schemas.microsoft.com/office/drawing/2014/main" id="{C27595E9-8AFD-BA18-AEF8-E7B132299419}"/>
              </a:ext>
            </a:extLst>
          </p:cNvPr>
          <p:cNvSpPr>
            <a:spLocks noGrp="1"/>
          </p:cNvSpPr>
          <p:nvPr>
            <p:ph type="ftr" sz="quarter" idx="3"/>
          </p:nvPr>
        </p:nvSpPr>
        <p:spPr>
          <a:xfrm>
            <a:off x="3939940" y="6542942"/>
            <a:ext cx="2844000" cy="138499"/>
          </a:xfrm>
          <a:prstGeom prst="rect">
            <a:avLst/>
          </a:prstGeom>
        </p:spPr>
        <p:txBody>
          <a:bodyPr vert="horz" lIns="0" tIns="0" rIns="0" bIns="0" rtlCol="0" anchor="ctr">
            <a:spAutoFit/>
          </a:bodyPr>
          <a:lstStyle>
            <a:lvl1pPr algn="l">
              <a:defRPr sz="900" b="0" i="0">
                <a:solidFill>
                  <a:schemeClr val="accent6"/>
                </a:solidFill>
                <a:latin typeface="Aptos" panose="020B0004020202020204" pitchFamily="34" charset="0"/>
              </a:defRPr>
            </a:lvl1pPr>
          </a:lstStyle>
          <a:p>
            <a:endParaRPr lang="en-GR"/>
          </a:p>
        </p:txBody>
      </p:sp>
      <p:sp>
        <p:nvSpPr>
          <p:cNvPr id="6" name="Slide Number Placeholder 5">
            <a:extLst>
              <a:ext uri="{FF2B5EF4-FFF2-40B4-BE49-F238E27FC236}">
                <a16:creationId xmlns:a16="http://schemas.microsoft.com/office/drawing/2014/main" id="{005E9283-B2A2-722A-CD8C-614E394E9B0A}"/>
              </a:ext>
            </a:extLst>
          </p:cNvPr>
          <p:cNvSpPr>
            <a:spLocks noGrp="1"/>
          </p:cNvSpPr>
          <p:nvPr>
            <p:ph type="sldNum" sz="quarter" idx="4"/>
          </p:nvPr>
        </p:nvSpPr>
        <p:spPr>
          <a:xfrm>
            <a:off x="11179867" y="6542942"/>
            <a:ext cx="684000" cy="138499"/>
          </a:xfrm>
          <a:prstGeom prst="rect">
            <a:avLst/>
          </a:prstGeom>
        </p:spPr>
        <p:txBody>
          <a:bodyPr vert="horz" lIns="0" tIns="0" rIns="0" bIns="0" rtlCol="0" anchor="ctr">
            <a:spAutoFit/>
          </a:bodyPr>
          <a:lstStyle>
            <a:lvl1pPr algn="r">
              <a:defRPr sz="900" b="0" i="0">
                <a:solidFill>
                  <a:schemeClr val="accent6"/>
                </a:solidFill>
                <a:latin typeface="Aptos" panose="020B0004020202020204" pitchFamily="34" charset="0"/>
              </a:defRPr>
            </a:lvl1pPr>
          </a:lstStyle>
          <a:p>
            <a:fld id="{233F7D93-8529-0F4E-AF24-E7C8656CB0BF}" type="slidenum">
              <a:rPr lang="en-GR" smtClean="0"/>
              <a:pPr/>
              <a:t>‹#›</a:t>
            </a:fld>
            <a:endParaRPr lang="en-GR"/>
          </a:p>
        </p:txBody>
      </p:sp>
      <p:pic>
        <p:nvPicPr>
          <p:cNvPr id="7" name="Graphic 6">
            <a:extLst>
              <a:ext uri="{FF2B5EF4-FFF2-40B4-BE49-F238E27FC236}">
                <a16:creationId xmlns:a16="http://schemas.microsoft.com/office/drawing/2014/main" id="{878B07E0-1B52-3615-3B4F-A5412D4B336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42030" y="6465600"/>
            <a:ext cx="1007999" cy="210763"/>
          </a:xfrm>
          <a:prstGeom prst="rect">
            <a:avLst/>
          </a:prstGeom>
        </p:spPr>
      </p:pic>
    </p:spTree>
    <p:extLst>
      <p:ext uri="{BB962C8B-B14F-4D97-AF65-F5344CB8AC3E}">
        <p14:creationId xmlns:p14="http://schemas.microsoft.com/office/powerpoint/2010/main" val="1586311836"/>
      </p:ext>
    </p:extLst>
  </p:cSld>
  <p:clrMap bg1="lt1" tx1="dk1" bg2="lt2" tx2="dk2" accent1="accent1" accent2="accent2" accent3="accent3" accent4="accent4" accent5="accent5" accent6="accent6" hlink="hlink" folHlink="folHlink"/>
  <p:sldLayoutIdLst>
    <p:sldLayoutId id="2147483840" r:id="rId1"/>
    <p:sldLayoutId id="2147483834" r:id="rId2"/>
    <p:sldLayoutId id="2147483841" r:id="rId3"/>
  </p:sldLayoutIdLst>
  <p:hf hdr="0" ftr="0" dt="0"/>
  <p:txStyles>
    <p:titleStyle>
      <a:lvl1pPr algn="l" defTabSz="914400" rtl="0" eaLnBrk="1" latinLnBrk="0" hangingPunct="1">
        <a:lnSpc>
          <a:spcPct val="90000"/>
        </a:lnSpc>
        <a:spcBef>
          <a:spcPct val="0"/>
        </a:spcBef>
        <a:buNone/>
        <a:defRPr sz="4800" b="0" i="0" kern="1200">
          <a:solidFill>
            <a:schemeClr val="accent1"/>
          </a:solidFill>
          <a:latin typeface="Aptos" panose="020B0004020202020204" pitchFamily="34" charset="0"/>
          <a:ea typeface="+mj-ea"/>
          <a:cs typeface="+mj-cs"/>
        </a:defRPr>
      </a:lvl1pPr>
    </p:titleStyle>
    <p:bodyStyle>
      <a:lvl1pPr marL="0" indent="0" algn="l" defTabSz="914400" rtl="0" eaLnBrk="1" latinLnBrk="0" hangingPunct="1">
        <a:lnSpc>
          <a:spcPct val="90000"/>
        </a:lnSpc>
        <a:spcBef>
          <a:spcPts val="1000"/>
        </a:spcBef>
        <a:buClr>
          <a:schemeClr val="tx2"/>
        </a:buClr>
        <a:buFont typeface="Arial" panose="020B0604020202020204" pitchFamily="34" charset="0"/>
        <a:buNone/>
        <a:defRPr sz="2000" b="0" i="0" kern="1200">
          <a:solidFill>
            <a:schemeClr val="accent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600" b="0" i="0" kern="1200">
          <a:solidFill>
            <a:schemeClr val="accent1"/>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100" b="0" i="0" kern="1200">
          <a:solidFill>
            <a:schemeClr val="accent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000" b="0" i="0" kern="1200">
          <a:solidFill>
            <a:schemeClr val="accent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8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E3DF7A-78F8-CC2D-E78E-A360CB4DA288}"/>
              </a:ext>
            </a:extLst>
          </p:cNvPr>
          <p:cNvSpPr>
            <a:spLocks noGrp="1"/>
          </p:cNvSpPr>
          <p:nvPr>
            <p:ph type="title"/>
          </p:nvPr>
        </p:nvSpPr>
        <p:spPr>
          <a:xfrm>
            <a:off x="345226" y="1268702"/>
            <a:ext cx="11510224" cy="669029"/>
          </a:xfrm>
          <a:prstGeom prst="rect">
            <a:avLst/>
          </a:prstGeom>
        </p:spPr>
        <p:txBody>
          <a:bodyPr vert="horz" wrap="square" lIns="0" tIns="0" rIns="0" bIns="0" rtlCol="0" anchor="t" anchorCtr="0">
            <a:spAutoFit/>
          </a:bodyPr>
          <a:lstStyle/>
          <a:p>
            <a:r>
              <a:rPr lang="en-GB"/>
              <a:t>Click to edit Master title style</a:t>
            </a:r>
            <a:endParaRPr lang="en-GR"/>
          </a:p>
        </p:txBody>
      </p:sp>
      <p:sp>
        <p:nvSpPr>
          <p:cNvPr id="3" name="Text Placeholder 2">
            <a:extLst>
              <a:ext uri="{FF2B5EF4-FFF2-40B4-BE49-F238E27FC236}">
                <a16:creationId xmlns:a16="http://schemas.microsoft.com/office/drawing/2014/main" id="{6E64AC92-994C-2AC1-4F9E-C544FF6AEECE}"/>
              </a:ext>
            </a:extLst>
          </p:cNvPr>
          <p:cNvSpPr>
            <a:spLocks noGrp="1"/>
          </p:cNvSpPr>
          <p:nvPr>
            <p:ph type="body" idx="1"/>
          </p:nvPr>
        </p:nvSpPr>
        <p:spPr>
          <a:xfrm>
            <a:off x="345226" y="2343298"/>
            <a:ext cx="11510224" cy="564129"/>
          </a:xfrm>
          <a:prstGeom prst="rect">
            <a:avLst/>
          </a:prstGeom>
        </p:spPr>
        <p:txBody>
          <a:bodyPr vert="horz" wrap="square" lIns="0" tIns="0" rIns="0" bIns="0" rtlCol="0" anchor="t" anchorCtr="0">
            <a:spAutoFit/>
          </a:bodyPr>
          <a:lstStyle/>
          <a:p>
            <a:pPr lvl="0"/>
            <a:r>
              <a:rPr lang="en-GB"/>
              <a:t>Click to edit Master text styles</a:t>
            </a:r>
          </a:p>
          <a:p>
            <a:pPr lvl="1"/>
            <a:r>
              <a:rPr lang="en-GB"/>
              <a:t>Second level</a:t>
            </a:r>
          </a:p>
        </p:txBody>
      </p:sp>
      <p:sp>
        <p:nvSpPr>
          <p:cNvPr id="8" name="Freeform 7">
            <a:extLst>
              <a:ext uri="{FF2B5EF4-FFF2-40B4-BE49-F238E27FC236}">
                <a16:creationId xmlns:a16="http://schemas.microsoft.com/office/drawing/2014/main" id="{EE17EF82-49DA-E725-D95F-9E9A386691A4}"/>
              </a:ext>
            </a:extLst>
          </p:cNvPr>
          <p:cNvSpPr/>
          <p:nvPr userDrawn="1"/>
        </p:nvSpPr>
        <p:spPr>
          <a:xfrm>
            <a:off x="7143976" y="9"/>
            <a:ext cx="3857511" cy="6858000"/>
          </a:xfrm>
          <a:custGeom>
            <a:avLst/>
            <a:gdLst>
              <a:gd name="connsiteX0" fmla="*/ 2571678 w 3857511"/>
              <a:gd name="connsiteY0" fmla="*/ 6000753 h 6858000"/>
              <a:gd name="connsiteX1" fmla="*/ 3857511 w 3857511"/>
              <a:gd name="connsiteY1" fmla="*/ 6000753 h 6858000"/>
              <a:gd name="connsiteX2" fmla="*/ 3857511 w 3857511"/>
              <a:gd name="connsiteY2" fmla="*/ 6051758 h 6858000"/>
              <a:gd name="connsiteX3" fmla="*/ 2620025 w 3857511"/>
              <a:gd name="connsiteY3" fmla="*/ 6858000 h 6858000"/>
              <a:gd name="connsiteX4" fmla="*/ 2571678 w 3857511"/>
              <a:gd name="connsiteY4" fmla="*/ 6858000 h 6858000"/>
              <a:gd name="connsiteX5" fmla="*/ 2523331 w 3857511"/>
              <a:gd name="connsiteY5" fmla="*/ 5143506 h 6858000"/>
              <a:gd name="connsiteX6" fmla="*/ 2571678 w 3857511"/>
              <a:gd name="connsiteY6" fmla="*/ 5143506 h 6858000"/>
              <a:gd name="connsiteX7" fmla="*/ 2571678 w 3857511"/>
              <a:gd name="connsiteY7" fmla="*/ 6000753 h 6858000"/>
              <a:gd name="connsiteX8" fmla="*/ 1285845 w 3857511"/>
              <a:gd name="connsiteY8" fmla="*/ 6000753 h 6858000"/>
              <a:gd name="connsiteX9" fmla="*/ 1285845 w 3857511"/>
              <a:gd name="connsiteY9" fmla="*/ 5949748 h 6858000"/>
              <a:gd name="connsiteX10" fmla="*/ 2523331 w 3857511"/>
              <a:gd name="connsiteY10" fmla="*/ 5143506 h 6858000"/>
              <a:gd name="connsiteX11" fmla="*/ 0 w 3857511"/>
              <a:gd name="connsiteY11" fmla="*/ 3429000 h 6858000"/>
              <a:gd name="connsiteX12" fmla="*/ 48346 w 3857511"/>
              <a:gd name="connsiteY12" fmla="*/ 3429000 h 6858000"/>
              <a:gd name="connsiteX13" fmla="*/ 1285833 w 3857511"/>
              <a:gd name="connsiteY13" fmla="*/ 4235242 h 6858000"/>
              <a:gd name="connsiteX14" fmla="*/ 1285833 w 3857511"/>
              <a:gd name="connsiteY14" fmla="*/ 4286247 h 6858000"/>
              <a:gd name="connsiteX15" fmla="*/ 0 w 3857511"/>
              <a:gd name="connsiteY15" fmla="*/ 4286247 h 6858000"/>
              <a:gd name="connsiteX16" fmla="*/ 1285845 w 3857511"/>
              <a:gd name="connsiteY16" fmla="*/ 2571752 h 6858000"/>
              <a:gd name="connsiteX17" fmla="*/ 2571678 w 3857511"/>
              <a:gd name="connsiteY17" fmla="*/ 2571752 h 6858000"/>
              <a:gd name="connsiteX18" fmla="*/ 2571678 w 3857511"/>
              <a:gd name="connsiteY18" fmla="*/ 3428999 h 6858000"/>
              <a:gd name="connsiteX19" fmla="*/ 2523331 w 3857511"/>
              <a:gd name="connsiteY19" fmla="*/ 3428999 h 6858000"/>
              <a:gd name="connsiteX20" fmla="*/ 1285845 w 3857511"/>
              <a:gd name="connsiteY20" fmla="*/ 2622757 h 6858000"/>
              <a:gd name="connsiteX21" fmla="*/ 2523331 w 3857511"/>
              <a:gd name="connsiteY21" fmla="*/ 0 h 6858000"/>
              <a:gd name="connsiteX22" fmla="*/ 2571678 w 3857511"/>
              <a:gd name="connsiteY22" fmla="*/ 0 h 6858000"/>
              <a:gd name="connsiteX23" fmla="*/ 2571678 w 3857511"/>
              <a:gd name="connsiteY23" fmla="*/ 857246 h 6858000"/>
              <a:gd name="connsiteX24" fmla="*/ 3857511 w 3857511"/>
              <a:gd name="connsiteY24" fmla="*/ 857246 h 6858000"/>
              <a:gd name="connsiteX25" fmla="*/ 3857511 w 3857511"/>
              <a:gd name="connsiteY25" fmla="*/ 908251 h 6858000"/>
              <a:gd name="connsiteX26" fmla="*/ 2626415 w 3857511"/>
              <a:gd name="connsiteY26" fmla="*/ 1632077 h 6858000"/>
              <a:gd name="connsiteX27" fmla="*/ 2620025 w 3857511"/>
              <a:gd name="connsiteY27" fmla="*/ 1714493 h 6858000"/>
              <a:gd name="connsiteX28" fmla="*/ 2626415 w 3857511"/>
              <a:gd name="connsiteY28" fmla="*/ 1796909 h 6858000"/>
              <a:gd name="connsiteX29" fmla="*/ 3857511 w 3857511"/>
              <a:gd name="connsiteY29" fmla="*/ 2520735 h 6858000"/>
              <a:gd name="connsiteX30" fmla="*/ 3857511 w 3857511"/>
              <a:gd name="connsiteY30" fmla="*/ 2571740 h 6858000"/>
              <a:gd name="connsiteX31" fmla="*/ 2571678 w 3857511"/>
              <a:gd name="connsiteY31" fmla="*/ 2571740 h 6858000"/>
              <a:gd name="connsiteX32" fmla="*/ 2571678 w 3857511"/>
              <a:gd name="connsiteY32" fmla="*/ 1714493 h 6858000"/>
              <a:gd name="connsiteX33" fmla="*/ 2571678 w 3857511"/>
              <a:gd name="connsiteY33" fmla="*/ 1714493 h 6858000"/>
              <a:gd name="connsiteX34" fmla="*/ 2571678 w 3857511"/>
              <a:gd name="connsiteY34" fmla="*/ 857247 h 6858000"/>
              <a:gd name="connsiteX35" fmla="*/ 1285845 w 3857511"/>
              <a:gd name="connsiteY35" fmla="*/ 857247 h 6858000"/>
              <a:gd name="connsiteX36" fmla="*/ 1285845 w 3857511"/>
              <a:gd name="connsiteY36" fmla="*/ 806242 h 6858000"/>
              <a:gd name="connsiteX37" fmla="*/ 2523331 w 3857511"/>
              <a:gd name="connsiteY3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57511" h="6858000">
                <a:moveTo>
                  <a:pt x="2571678" y="6000753"/>
                </a:moveTo>
                <a:lnTo>
                  <a:pt x="3857511" y="6000753"/>
                </a:lnTo>
                <a:lnTo>
                  <a:pt x="3857511" y="6051758"/>
                </a:lnTo>
                <a:cubicBezTo>
                  <a:pt x="3174136" y="6051758"/>
                  <a:pt x="2620025" y="6412831"/>
                  <a:pt x="2620025" y="6858000"/>
                </a:cubicBezTo>
                <a:lnTo>
                  <a:pt x="2571678" y="6858000"/>
                </a:lnTo>
                <a:close/>
                <a:moveTo>
                  <a:pt x="2523331" y="5143506"/>
                </a:moveTo>
                <a:lnTo>
                  <a:pt x="2571678" y="5143506"/>
                </a:lnTo>
                <a:lnTo>
                  <a:pt x="2571678" y="6000753"/>
                </a:lnTo>
                <a:lnTo>
                  <a:pt x="1285845" y="6000753"/>
                </a:lnTo>
                <a:lnTo>
                  <a:pt x="1285845" y="5949748"/>
                </a:lnTo>
                <a:cubicBezTo>
                  <a:pt x="1969220" y="5949748"/>
                  <a:pt x="2523331" y="5588676"/>
                  <a:pt x="2523331" y="5143506"/>
                </a:cubicBezTo>
                <a:close/>
                <a:moveTo>
                  <a:pt x="0" y="3429000"/>
                </a:moveTo>
                <a:lnTo>
                  <a:pt x="48346" y="3429000"/>
                </a:lnTo>
                <a:cubicBezTo>
                  <a:pt x="48346" y="3874170"/>
                  <a:pt x="602458" y="4235242"/>
                  <a:pt x="1285833" y="4235242"/>
                </a:cubicBezTo>
                <a:lnTo>
                  <a:pt x="1285833" y="4286247"/>
                </a:lnTo>
                <a:lnTo>
                  <a:pt x="0" y="4286247"/>
                </a:lnTo>
                <a:close/>
                <a:moveTo>
                  <a:pt x="1285845" y="2571752"/>
                </a:moveTo>
                <a:lnTo>
                  <a:pt x="2571678" y="2571752"/>
                </a:lnTo>
                <a:lnTo>
                  <a:pt x="2571678" y="3428999"/>
                </a:lnTo>
                <a:lnTo>
                  <a:pt x="2523331" y="3428999"/>
                </a:lnTo>
                <a:cubicBezTo>
                  <a:pt x="2523331" y="2983830"/>
                  <a:pt x="1969220" y="2622757"/>
                  <a:pt x="1285845" y="2622757"/>
                </a:cubicBezTo>
                <a:close/>
                <a:moveTo>
                  <a:pt x="2523331" y="0"/>
                </a:moveTo>
                <a:lnTo>
                  <a:pt x="2571678" y="0"/>
                </a:lnTo>
                <a:lnTo>
                  <a:pt x="2571678" y="857246"/>
                </a:lnTo>
                <a:lnTo>
                  <a:pt x="3857511" y="857246"/>
                </a:lnTo>
                <a:lnTo>
                  <a:pt x="3857511" y="908251"/>
                </a:lnTo>
                <a:cubicBezTo>
                  <a:pt x="3216847" y="908251"/>
                  <a:pt x="2689794" y="1225600"/>
                  <a:pt x="2626415" y="1632077"/>
                </a:cubicBezTo>
                <a:lnTo>
                  <a:pt x="2620025" y="1714493"/>
                </a:lnTo>
                <a:lnTo>
                  <a:pt x="2626415" y="1796909"/>
                </a:lnTo>
                <a:cubicBezTo>
                  <a:pt x="2689794" y="2203387"/>
                  <a:pt x="3216847" y="2520735"/>
                  <a:pt x="3857511" y="2520735"/>
                </a:cubicBezTo>
                <a:lnTo>
                  <a:pt x="3857511" y="2571740"/>
                </a:lnTo>
                <a:lnTo>
                  <a:pt x="2571678" y="2571740"/>
                </a:lnTo>
                <a:lnTo>
                  <a:pt x="2571678" y="1714493"/>
                </a:lnTo>
                <a:lnTo>
                  <a:pt x="2571678" y="1714493"/>
                </a:lnTo>
                <a:lnTo>
                  <a:pt x="2571678" y="857247"/>
                </a:lnTo>
                <a:lnTo>
                  <a:pt x="1285845" y="857247"/>
                </a:lnTo>
                <a:lnTo>
                  <a:pt x="1285845" y="806242"/>
                </a:lnTo>
                <a:cubicBezTo>
                  <a:pt x="1969220" y="806242"/>
                  <a:pt x="2523331" y="445169"/>
                  <a:pt x="2523331" y="0"/>
                </a:cubicBezTo>
                <a:close/>
              </a:path>
            </a:pathLst>
          </a:custGeom>
          <a:solidFill>
            <a:srgbClr val="003841">
              <a:alpha val="5000"/>
            </a:srgbClr>
          </a:solidFill>
          <a:ln w="690" cap="flat">
            <a:noFill/>
            <a:prstDash val="solid"/>
            <a:miter/>
          </a:ln>
        </p:spPr>
        <p:txBody>
          <a:bodyPr wrap="square" rtlCol="0" anchor="ctr">
            <a:noAutofit/>
          </a:bodyPr>
          <a:lstStyle/>
          <a:p>
            <a:endParaRPr lang="en-GR" sz="1800"/>
          </a:p>
        </p:txBody>
      </p:sp>
      <p:sp>
        <p:nvSpPr>
          <p:cNvPr id="4" name="Date Placeholder 3">
            <a:extLst>
              <a:ext uri="{FF2B5EF4-FFF2-40B4-BE49-F238E27FC236}">
                <a16:creationId xmlns:a16="http://schemas.microsoft.com/office/drawing/2014/main" id="{776A534C-35F1-1F37-6D95-B93EA236A0F5}"/>
              </a:ext>
            </a:extLst>
          </p:cNvPr>
          <p:cNvSpPr>
            <a:spLocks noGrp="1"/>
          </p:cNvSpPr>
          <p:nvPr>
            <p:ph type="dt" sz="half" idx="2"/>
          </p:nvPr>
        </p:nvSpPr>
        <p:spPr>
          <a:xfrm>
            <a:off x="8270240" y="6542942"/>
            <a:ext cx="1404000" cy="138499"/>
          </a:xfrm>
          <a:prstGeom prst="rect">
            <a:avLst/>
          </a:prstGeom>
        </p:spPr>
        <p:txBody>
          <a:bodyPr vert="horz" lIns="0" tIns="0" rIns="0" bIns="0" rtlCol="0" anchor="ctr">
            <a:spAutoFit/>
          </a:bodyPr>
          <a:lstStyle>
            <a:lvl1pPr algn="l">
              <a:defRPr sz="900" b="0" i="0">
                <a:solidFill>
                  <a:schemeClr val="accent6"/>
                </a:solidFill>
                <a:latin typeface="Aptos" panose="020B0004020202020204" pitchFamily="34" charset="0"/>
              </a:defRPr>
            </a:lvl1pPr>
          </a:lstStyle>
          <a:p>
            <a:endParaRPr lang="en-GR"/>
          </a:p>
        </p:txBody>
      </p:sp>
      <p:sp>
        <p:nvSpPr>
          <p:cNvPr id="5" name="Footer Placeholder 4">
            <a:extLst>
              <a:ext uri="{FF2B5EF4-FFF2-40B4-BE49-F238E27FC236}">
                <a16:creationId xmlns:a16="http://schemas.microsoft.com/office/drawing/2014/main" id="{1376AD05-5158-BE2C-6B3C-6C812499C781}"/>
              </a:ext>
            </a:extLst>
          </p:cNvPr>
          <p:cNvSpPr>
            <a:spLocks noGrp="1"/>
          </p:cNvSpPr>
          <p:nvPr>
            <p:ph type="ftr" sz="quarter" idx="3"/>
          </p:nvPr>
        </p:nvSpPr>
        <p:spPr>
          <a:xfrm>
            <a:off x="3939940" y="6542942"/>
            <a:ext cx="2844000" cy="138499"/>
          </a:xfrm>
          <a:prstGeom prst="rect">
            <a:avLst/>
          </a:prstGeom>
        </p:spPr>
        <p:txBody>
          <a:bodyPr vert="horz" lIns="0" tIns="0" rIns="0" bIns="0" rtlCol="0" anchor="ctr">
            <a:spAutoFit/>
          </a:bodyPr>
          <a:lstStyle>
            <a:lvl1pPr algn="l">
              <a:defRPr sz="900" b="0" i="0">
                <a:solidFill>
                  <a:schemeClr val="accent6"/>
                </a:solidFill>
                <a:latin typeface="Aptos" panose="020B0004020202020204" pitchFamily="34" charset="0"/>
              </a:defRPr>
            </a:lvl1pPr>
          </a:lstStyle>
          <a:p>
            <a:endParaRPr lang="en-GR"/>
          </a:p>
        </p:txBody>
      </p:sp>
      <p:sp>
        <p:nvSpPr>
          <p:cNvPr id="6" name="Slide Number Placeholder 5">
            <a:extLst>
              <a:ext uri="{FF2B5EF4-FFF2-40B4-BE49-F238E27FC236}">
                <a16:creationId xmlns:a16="http://schemas.microsoft.com/office/drawing/2014/main" id="{5AA2FFA7-8300-4481-B4C0-069C2A896B20}"/>
              </a:ext>
            </a:extLst>
          </p:cNvPr>
          <p:cNvSpPr>
            <a:spLocks noGrp="1"/>
          </p:cNvSpPr>
          <p:nvPr>
            <p:ph type="sldNum" sz="quarter" idx="4"/>
          </p:nvPr>
        </p:nvSpPr>
        <p:spPr>
          <a:xfrm>
            <a:off x="11179867" y="6542942"/>
            <a:ext cx="684000" cy="138499"/>
          </a:xfrm>
          <a:prstGeom prst="rect">
            <a:avLst/>
          </a:prstGeom>
        </p:spPr>
        <p:txBody>
          <a:bodyPr vert="horz" lIns="0" tIns="0" rIns="0" bIns="0" rtlCol="0" anchor="ctr">
            <a:spAutoFit/>
          </a:bodyPr>
          <a:lstStyle>
            <a:lvl1pPr algn="r">
              <a:defRPr sz="900" b="0" i="0">
                <a:solidFill>
                  <a:schemeClr val="accent6"/>
                </a:solidFill>
                <a:latin typeface="Aptos" panose="020B0004020202020204" pitchFamily="34" charset="0"/>
              </a:defRPr>
            </a:lvl1pPr>
          </a:lstStyle>
          <a:p>
            <a:fld id="{233F7D93-8529-0F4E-AF24-E7C8656CB0BF}" type="slidenum">
              <a:rPr lang="en-GR" smtClean="0"/>
              <a:pPr/>
              <a:t>‹#›</a:t>
            </a:fld>
            <a:endParaRPr lang="en-GR"/>
          </a:p>
        </p:txBody>
      </p:sp>
      <p:pic>
        <p:nvPicPr>
          <p:cNvPr id="7" name="Graphic 6">
            <a:extLst>
              <a:ext uri="{FF2B5EF4-FFF2-40B4-BE49-F238E27FC236}">
                <a16:creationId xmlns:a16="http://schemas.microsoft.com/office/drawing/2014/main" id="{C1116D33-692E-AE8B-4DFA-665E343A46E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2030" y="6465600"/>
            <a:ext cx="1007999" cy="210763"/>
          </a:xfrm>
          <a:prstGeom prst="rect">
            <a:avLst/>
          </a:prstGeom>
        </p:spPr>
      </p:pic>
    </p:spTree>
    <p:extLst>
      <p:ext uri="{BB962C8B-B14F-4D97-AF65-F5344CB8AC3E}">
        <p14:creationId xmlns:p14="http://schemas.microsoft.com/office/powerpoint/2010/main" val="708721160"/>
      </p:ext>
    </p:extLst>
  </p:cSld>
  <p:clrMap bg1="lt1" tx1="dk1" bg2="lt2" tx2="dk2" accent1="accent1" accent2="accent2" accent3="accent3" accent4="accent4" accent5="accent5" accent6="accent6" hlink="hlink" folHlink="folHlink"/>
  <p:sldLayoutIdLst>
    <p:sldLayoutId id="2147483843" r:id="rId1"/>
  </p:sldLayoutIdLst>
  <p:hf hdr="0" ftr="0" dt="0"/>
  <p:txStyles>
    <p:titleStyle>
      <a:lvl1pPr algn="l" defTabSz="914400" rtl="0" eaLnBrk="1" latinLnBrk="0" hangingPunct="1">
        <a:lnSpc>
          <a:spcPct val="90000"/>
        </a:lnSpc>
        <a:spcBef>
          <a:spcPct val="0"/>
        </a:spcBef>
        <a:buNone/>
        <a:defRPr sz="4800" b="0" i="0" kern="1200">
          <a:solidFill>
            <a:schemeClr val="accent1"/>
          </a:solidFill>
          <a:latin typeface="Aptos" panose="020B0004020202020204" pitchFamily="34" charset="0"/>
          <a:ea typeface="+mj-ea"/>
          <a:cs typeface="+mj-cs"/>
        </a:defRPr>
      </a:lvl1pPr>
    </p:titleStyle>
    <p:bodyStyle>
      <a:lvl1pPr marL="0" indent="0" algn="l" defTabSz="914400" rtl="0" eaLnBrk="1" latinLnBrk="0" hangingPunct="1">
        <a:lnSpc>
          <a:spcPct val="90000"/>
        </a:lnSpc>
        <a:spcBef>
          <a:spcPts val="1000"/>
        </a:spcBef>
        <a:buClr>
          <a:schemeClr val="tx2"/>
        </a:buClr>
        <a:buFont typeface="Arial" panose="020B0604020202020204" pitchFamily="34" charset="0"/>
        <a:buNone/>
        <a:defRPr sz="2000" b="0" i="0" kern="1200">
          <a:solidFill>
            <a:schemeClr val="accent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600" b="0" i="0" kern="1200">
          <a:solidFill>
            <a:schemeClr val="accent1"/>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100" b="0" i="0" kern="1200">
          <a:solidFill>
            <a:schemeClr val="accent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000" b="0" i="0" kern="1200">
          <a:solidFill>
            <a:schemeClr val="accent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8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E3DF7A-78F8-CC2D-E78E-A360CB4DA288}"/>
              </a:ext>
            </a:extLst>
          </p:cNvPr>
          <p:cNvSpPr>
            <a:spLocks noGrp="1"/>
          </p:cNvSpPr>
          <p:nvPr>
            <p:ph type="title"/>
          </p:nvPr>
        </p:nvSpPr>
        <p:spPr>
          <a:xfrm>
            <a:off x="345226" y="1268702"/>
            <a:ext cx="11510224" cy="334515"/>
          </a:xfrm>
          <a:prstGeom prst="rect">
            <a:avLst/>
          </a:prstGeom>
        </p:spPr>
        <p:txBody>
          <a:bodyPr vert="horz" wrap="square" lIns="0" tIns="0" rIns="0" bIns="0" rtlCol="0" anchor="t" anchorCtr="0">
            <a:spAutoFit/>
          </a:bodyPr>
          <a:lstStyle/>
          <a:p>
            <a:r>
              <a:rPr lang="en-GB"/>
              <a:t>Click to edit Master title style</a:t>
            </a:r>
            <a:endParaRPr lang="en-GR"/>
          </a:p>
        </p:txBody>
      </p:sp>
      <p:sp>
        <p:nvSpPr>
          <p:cNvPr id="3" name="Text Placeholder 2">
            <a:extLst>
              <a:ext uri="{FF2B5EF4-FFF2-40B4-BE49-F238E27FC236}">
                <a16:creationId xmlns:a16="http://schemas.microsoft.com/office/drawing/2014/main" id="{6E64AC92-994C-2AC1-4F9E-C544FF6AEECE}"/>
              </a:ext>
            </a:extLst>
          </p:cNvPr>
          <p:cNvSpPr>
            <a:spLocks noGrp="1"/>
          </p:cNvSpPr>
          <p:nvPr>
            <p:ph type="body" idx="1"/>
          </p:nvPr>
        </p:nvSpPr>
        <p:spPr>
          <a:xfrm>
            <a:off x="345226" y="2343298"/>
            <a:ext cx="11510224" cy="369781"/>
          </a:xfrm>
          <a:prstGeom prst="rect">
            <a:avLst/>
          </a:prstGeom>
        </p:spPr>
        <p:txBody>
          <a:bodyPr vert="horz" wrap="square" lIns="0" tIns="0" rIns="0" bIns="0" rtlCol="0" anchor="t" anchorCtr="0">
            <a:spAutoFit/>
          </a:bodyPr>
          <a:lstStyle/>
          <a:p>
            <a:pPr lvl="0"/>
            <a:r>
              <a:rPr lang="en-GB"/>
              <a:t>Click to edit Master text styles</a:t>
            </a:r>
          </a:p>
          <a:p>
            <a:pPr lvl="1"/>
            <a:r>
              <a:rPr lang="en-GB"/>
              <a:t>Second level</a:t>
            </a:r>
          </a:p>
        </p:txBody>
      </p:sp>
      <p:sp>
        <p:nvSpPr>
          <p:cNvPr id="8" name="Freeform 7">
            <a:extLst>
              <a:ext uri="{FF2B5EF4-FFF2-40B4-BE49-F238E27FC236}">
                <a16:creationId xmlns:a16="http://schemas.microsoft.com/office/drawing/2014/main" id="{EE17EF82-49DA-E725-D95F-9E9A386691A4}"/>
              </a:ext>
            </a:extLst>
          </p:cNvPr>
          <p:cNvSpPr/>
          <p:nvPr userDrawn="1"/>
        </p:nvSpPr>
        <p:spPr>
          <a:xfrm>
            <a:off x="7143976" y="0"/>
            <a:ext cx="3857511" cy="6858000"/>
          </a:xfrm>
          <a:custGeom>
            <a:avLst/>
            <a:gdLst>
              <a:gd name="connsiteX0" fmla="*/ 2571678 w 3857511"/>
              <a:gd name="connsiteY0" fmla="*/ 6000753 h 6858000"/>
              <a:gd name="connsiteX1" fmla="*/ 3857511 w 3857511"/>
              <a:gd name="connsiteY1" fmla="*/ 6000753 h 6858000"/>
              <a:gd name="connsiteX2" fmla="*/ 3857511 w 3857511"/>
              <a:gd name="connsiteY2" fmla="*/ 6051758 h 6858000"/>
              <a:gd name="connsiteX3" fmla="*/ 2620025 w 3857511"/>
              <a:gd name="connsiteY3" fmla="*/ 6858000 h 6858000"/>
              <a:gd name="connsiteX4" fmla="*/ 2571678 w 3857511"/>
              <a:gd name="connsiteY4" fmla="*/ 6858000 h 6858000"/>
              <a:gd name="connsiteX5" fmla="*/ 2523331 w 3857511"/>
              <a:gd name="connsiteY5" fmla="*/ 5143506 h 6858000"/>
              <a:gd name="connsiteX6" fmla="*/ 2571678 w 3857511"/>
              <a:gd name="connsiteY6" fmla="*/ 5143506 h 6858000"/>
              <a:gd name="connsiteX7" fmla="*/ 2571678 w 3857511"/>
              <a:gd name="connsiteY7" fmla="*/ 6000753 h 6858000"/>
              <a:gd name="connsiteX8" fmla="*/ 1285845 w 3857511"/>
              <a:gd name="connsiteY8" fmla="*/ 6000753 h 6858000"/>
              <a:gd name="connsiteX9" fmla="*/ 1285845 w 3857511"/>
              <a:gd name="connsiteY9" fmla="*/ 5949748 h 6858000"/>
              <a:gd name="connsiteX10" fmla="*/ 2523331 w 3857511"/>
              <a:gd name="connsiteY10" fmla="*/ 5143506 h 6858000"/>
              <a:gd name="connsiteX11" fmla="*/ 0 w 3857511"/>
              <a:gd name="connsiteY11" fmla="*/ 3429000 h 6858000"/>
              <a:gd name="connsiteX12" fmla="*/ 48346 w 3857511"/>
              <a:gd name="connsiteY12" fmla="*/ 3429000 h 6858000"/>
              <a:gd name="connsiteX13" fmla="*/ 1285833 w 3857511"/>
              <a:gd name="connsiteY13" fmla="*/ 4235242 h 6858000"/>
              <a:gd name="connsiteX14" fmla="*/ 1285833 w 3857511"/>
              <a:gd name="connsiteY14" fmla="*/ 4286247 h 6858000"/>
              <a:gd name="connsiteX15" fmla="*/ 0 w 3857511"/>
              <a:gd name="connsiteY15" fmla="*/ 4286247 h 6858000"/>
              <a:gd name="connsiteX16" fmla="*/ 1285845 w 3857511"/>
              <a:gd name="connsiteY16" fmla="*/ 2571752 h 6858000"/>
              <a:gd name="connsiteX17" fmla="*/ 2571678 w 3857511"/>
              <a:gd name="connsiteY17" fmla="*/ 2571752 h 6858000"/>
              <a:gd name="connsiteX18" fmla="*/ 2571678 w 3857511"/>
              <a:gd name="connsiteY18" fmla="*/ 3428999 h 6858000"/>
              <a:gd name="connsiteX19" fmla="*/ 2523331 w 3857511"/>
              <a:gd name="connsiteY19" fmla="*/ 3428999 h 6858000"/>
              <a:gd name="connsiteX20" fmla="*/ 1285845 w 3857511"/>
              <a:gd name="connsiteY20" fmla="*/ 2622757 h 6858000"/>
              <a:gd name="connsiteX21" fmla="*/ 2523331 w 3857511"/>
              <a:gd name="connsiteY21" fmla="*/ 0 h 6858000"/>
              <a:gd name="connsiteX22" fmla="*/ 2571678 w 3857511"/>
              <a:gd name="connsiteY22" fmla="*/ 0 h 6858000"/>
              <a:gd name="connsiteX23" fmla="*/ 2571678 w 3857511"/>
              <a:gd name="connsiteY23" fmla="*/ 857246 h 6858000"/>
              <a:gd name="connsiteX24" fmla="*/ 3857511 w 3857511"/>
              <a:gd name="connsiteY24" fmla="*/ 857246 h 6858000"/>
              <a:gd name="connsiteX25" fmla="*/ 3857511 w 3857511"/>
              <a:gd name="connsiteY25" fmla="*/ 908251 h 6858000"/>
              <a:gd name="connsiteX26" fmla="*/ 2626415 w 3857511"/>
              <a:gd name="connsiteY26" fmla="*/ 1632077 h 6858000"/>
              <a:gd name="connsiteX27" fmla="*/ 2620025 w 3857511"/>
              <a:gd name="connsiteY27" fmla="*/ 1714493 h 6858000"/>
              <a:gd name="connsiteX28" fmla="*/ 2626415 w 3857511"/>
              <a:gd name="connsiteY28" fmla="*/ 1796909 h 6858000"/>
              <a:gd name="connsiteX29" fmla="*/ 3857511 w 3857511"/>
              <a:gd name="connsiteY29" fmla="*/ 2520735 h 6858000"/>
              <a:gd name="connsiteX30" fmla="*/ 3857511 w 3857511"/>
              <a:gd name="connsiteY30" fmla="*/ 2571740 h 6858000"/>
              <a:gd name="connsiteX31" fmla="*/ 2571678 w 3857511"/>
              <a:gd name="connsiteY31" fmla="*/ 2571740 h 6858000"/>
              <a:gd name="connsiteX32" fmla="*/ 2571678 w 3857511"/>
              <a:gd name="connsiteY32" fmla="*/ 1714493 h 6858000"/>
              <a:gd name="connsiteX33" fmla="*/ 2571678 w 3857511"/>
              <a:gd name="connsiteY33" fmla="*/ 1714493 h 6858000"/>
              <a:gd name="connsiteX34" fmla="*/ 2571678 w 3857511"/>
              <a:gd name="connsiteY34" fmla="*/ 857247 h 6858000"/>
              <a:gd name="connsiteX35" fmla="*/ 1285845 w 3857511"/>
              <a:gd name="connsiteY35" fmla="*/ 857247 h 6858000"/>
              <a:gd name="connsiteX36" fmla="*/ 1285845 w 3857511"/>
              <a:gd name="connsiteY36" fmla="*/ 806242 h 6858000"/>
              <a:gd name="connsiteX37" fmla="*/ 2523331 w 3857511"/>
              <a:gd name="connsiteY3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57511" h="6858000">
                <a:moveTo>
                  <a:pt x="2571678" y="6000753"/>
                </a:moveTo>
                <a:lnTo>
                  <a:pt x="3857511" y="6000753"/>
                </a:lnTo>
                <a:lnTo>
                  <a:pt x="3857511" y="6051758"/>
                </a:lnTo>
                <a:cubicBezTo>
                  <a:pt x="3174136" y="6051758"/>
                  <a:pt x="2620025" y="6412831"/>
                  <a:pt x="2620025" y="6858000"/>
                </a:cubicBezTo>
                <a:lnTo>
                  <a:pt x="2571678" y="6858000"/>
                </a:lnTo>
                <a:close/>
                <a:moveTo>
                  <a:pt x="2523331" y="5143506"/>
                </a:moveTo>
                <a:lnTo>
                  <a:pt x="2571678" y="5143506"/>
                </a:lnTo>
                <a:lnTo>
                  <a:pt x="2571678" y="6000753"/>
                </a:lnTo>
                <a:lnTo>
                  <a:pt x="1285845" y="6000753"/>
                </a:lnTo>
                <a:lnTo>
                  <a:pt x="1285845" y="5949748"/>
                </a:lnTo>
                <a:cubicBezTo>
                  <a:pt x="1969220" y="5949748"/>
                  <a:pt x="2523331" y="5588676"/>
                  <a:pt x="2523331" y="5143506"/>
                </a:cubicBezTo>
                <a:close/>
                <a:moveTo>
                  <a:pt x="0" y="3429000"/>
                </a:moveTo>
                <a:lnTo>
                  <a:pt x="48346" y="3429000"/>
                </a:lnTo>
                <a:cubicBezTo>
                  <a:pt x="48346" y="3874170"/>
                  <a:pt x="602458" y="4235242"/>
                  <a:pt x="1285833" y="4235242"/>
                </a:cubicBezTo>
                <a:lnTo>
                  <a:pt x="1285833" y="4286247"/>
                </a:lnTo>
                <a:lnTo>
                  <a:pt x="0" y="4286247"/>
                </a:lnTo>
                <a:close/>
                <a:moveTo>
                  <a:pt x="1285845" y="2571752"/>
                </a:moveTo>
                <a:lnTo>
                  <a:pt x="2571678" y="2571752"/>
                </a:lnTo>
                <a:lnTo>
                  <a:pt x="2571678" y="3428999"/>
                </a:lnTo>
                <a:lnTo>
                  <a:pt x="2523331" y="3428999"/>
                </a:lnTo>
                <a:cubicBezTo>
                  <a:pt x="2523331" y="2983830"/>
                  <a:pt x="1969220" y="2622757"/>
                  <a:pt x="1285845" y="2622757"/>
                </a:cubicBezTo>
                <a:close/>
                <a:moveTo>
                  <a:pt x="2523331" y="0"/>
                </a:moveTo>
                <a:lnTo>
                  <a:pt x="2571678" y="0"/>
                </a:lnTo>
                <a:lnTo>
                  <a:pt x="2571678" y="857246"/>
                </a:lnTo>
                <a:lnTo>
                  <a:pt x="3857511" y="857246"/>
                </a:lnTo>
                <a:lnTo>
                  <a:pt x="3857511" y="908251"/>
                </a:lnTo>
                <a:cubicBezTo>
                  <a:pt x="3216847" y="908251"/>
                  <a:pt x="2689794" y="1225600"/>
                  <a:pt x="2626415" y="1632077"/>
                </a:cubicBezTo>
                <a:lnTo>
                  <a:pt x="2620025" y="1714493"/>
                </a:lnTo>
                <a:lnTo>
                  <a:pt x="2626415" y="1796909"/>
                </a:lnTo>
                <a:cubicBezTo>
                  <a:pt x="2689794" y="2203387"/>
                  <a:pt x="3216847" y="2520735"/>
                  <a:pt x="3857511" y="2520735"/>
                </a:cubicBezTo>
                <a:lnTo>
                  <a:pt x="3857511" y="2571740"/>
                </a:lnTo>
                <a:lnTo>
                  <a:pt x="2571678" y="2571740"/>
                </a:lnTo>
                <a:lnTo>
                  <a:pt x="2571678" y="1714493"/>
                </a:lnTo>
                <a:lnTo>
                  <a:pt x="2571678" y="1714493"/>
                </a:lnTo>
                <a:lnTo>
                  <a:pt x="2571678" y="857247"/>
                </a:lnTo>
                <a:lnTo>
                  <a:pt x="1285845" y="857247"/>
                </a:lnTo>
                <a:lnTo>
                  <a:pt x="1285845" y="806242"/>
                </a:lnTo>
                <a:cubicBezTo>
                  <a:pt x="1969220" y="806242"/>
                  <a:pt x="2523331" y="445169"/>
                  <a:pt x="2523331" y="0"/>
                </a:cubicBezTo>
                <a:close/>
              </a:path>
            </a:pathLst>
          </a:custGeom>
          <a:solidFill>
            <a:srgbClr val="003841">
              <a:alpha val="5000"/>
            </a:srgbClr>
          </a:solidFill>
          <a:ln w="690" cap="flat">
            <a:noFill/>
            <a:prstDash val="solid"/>
            <a:miter/>
          </a:ln>
        </p:spPr>
        <p:txBody>
          <a:bodyPr wrap="square" rtlCol="0" anchor="ctr">
            <a:noAutofit/>
          </a:bodyPr>
          <a:lstStyle/>
          <a:p>
            <a:endParaRPr lang="en-GR" sz="1800"/>
          </a:p>
        </p:txBody>
      </p:sp>
    </p:spTree>
    <p:extLst>
      <p:ext uri="{BB962C8B-B14F-4D97-AF65-F5344CB8AC3E}">
        <p14:creationId xmlns:p14="http://schemas.microsoft.com/office/powerpoint/2010/main" val="3929396384"/>
      </p:ext>
    </p:extLst>
  </p:cSld>
  <p:clrMap bg1="lt1" tx1="dk1" bg2="lt2" tx2="dk2" accent1="accent1" accent2="accent2" accent3="accent3" accent4="accent4" accent5="accent5" accent6="accent6" hlink="hlink" folHlink="folHlink"/>
  <p:sldLayoutIdLst>
    <p:sldLayoutId id="2147483859" r:id="rId1"/>
    <p:sldLayoutId id="2147483858" r:id="rId2"/>
  </p:sldLayoutIdLst>
  <p:hf hdr="0" ftr="0" dt="0"/>
  <p:txStyles>
    <p:titleStyle>
      <a:lvl1pPr algn="l" defTabSz="914400" rtl="0" eaLnBrk="1" latinLnBrk="0" hangingPunct="1">
        <a:lnSpc>
          <a:spcPct val="90000"/>
        </a:lnSpc>
        <a:spcBef>
          <a:spcPct val="0"/>
        </a:spcBef>
        <a:buNone/>
        <a:defRPr sz="2400" b="0" i="0" kern="1200">
          <a:solidFill>
            <a:schemeClr val="accent1"/>
          </a:solidFill>
          <a:latin typeface="Aptos" panose="020B0004020202020204" pitchFamily="34" charset="0"/>
          <a:ea typeface="+mj-ea"/>
          <a:cs typeface="+mj-cs"/>
        </a:defRPr>
      </a:lvl1pPr>
    </p:titleStyle>
    <p:bodyStyle>
      <a:lvl1pPr marL="0" indent="0" algn="l" defTabSz="914400" rtl="0" eaLnBrk="1" latinLnBrk="0" hangingPunct="1">
        <a:lnSpc>
          <a:spcPct val="90000"/>
        </a:lnSpc>
        <a:spcBef>
          <a:spcPts val="1000"/>
        </a:spcBef>
        <a:buClr>
          <a:schemeClr val="tx2"/>
        </a:buClr>
        <a:buFont typeface="Arial" panose="020B0604020202020204" pitchFamily="34" charset="0"/>
        <a:buNone/>
        <a:defRPr sz="1100" b="0" i="0" kern="1200">
          <a:solidFill>
            <a:schemeClr val="accent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100" b="0" i="0" kern="1200">
          <a:solidFill>
            <a:schemeClr val="accent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000" b="0" i="0" kern="1200">
          <a:solidFill>
            <a:schemeClr val="accent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8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E3DF7A-78F8-CC2D-E78E-A360CB4DA288}"/>
              </a:ext>
            </a:extLst>
          </p:cNvPr>
          <p:cNvSpPr>
            <a:spLocks noGrp="1"/>
          </p:cNvSpPr>
          <p:nvPr>
            <p:ph type="title"/>
          </p:nvPr>
        </p:nvSpPr>
        <p:spPr>
          <a:xfrm>
            <a:off x="342000" y="1124682"/>
            <a:ext cx="11513450" cy="334515"/>
          </a:xfrm>
          <a:prstGeom prst="rect">
            <a:avLst/>
          </a:prstGeom>
        </p:spPr>
        <p:txBody>
          <a:bodyPr vert="horz" wrap="square" lIns="0" tIns="0" rIns="0" bIns="0" rtlCol="0" anchor="t" anchorCtr="0">
            <a:spAutoFit/>
          </a:bodyPr>
          <a:lstStyle/>
          <a:p>
            <a:r>
              <a:rPr lang="en-GB"/>
              <a:t>Click to edit Master title style</a:t>
            </a:r>
            <a:endParaRPr lang="en-GR"/>
          </a:p>
        </p:txBody>
      </p:sp>
      <p:sp>
        <p:nvSpPr>
          <p:cNvPr id="3" name="Text Placeholder 2">
            <a:extLst>
              <a:ext uri="{FF2B5EF4-FFF2-40B4-BE49-F238E27FC236}">
                <a16:creationId xmlns:a16="http://schemas.microsoft.com/office/drawing/2014/main" id="{6E64AC92-994C-2AC1-4F9E-C544FF6AEECE}"/>
              </a:ext>
            </a:extLst>
          </p:cNvPr>
          <p:cNvSpPr>
            <a:spLocks noGrp="1"/>
          </p:cNvSpPr>
          <p:nvPr>
            <p:ph type="body" idx="1"/>
          </p:nvPr>
        </p:nvSpPr>
        <p:spPr>
          <a:xfrm>
            <a:off x="342000" y="1825625"/>
            <a:ext cx="11513450" cy="4483775"/>
          </a:xfrm>
          <a:prstGeom prst="rect">
            <a:avLst/>
          </a:prstGeom>
        </p:spPr>
        <p:txBody>
          <a:bodyPr vert="horz" lIns="0" tIns="0" rIns="0" bIns="0" rtlCol="0" anchor="t" anchorCtr="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R"/>
          </a:p>
        </p:txBody>
      </p:sp>
      <p:sp>
        <p:nvSpPr>
          <p:cNvPr id="4" name="Slide Number Placeholder 4">
            <a:extLst>
              <a:ext uri="{FF2B5EF4-FFF2-40B4-BE49-F238E27FC236}">
                <a16:creationId xmlns:a16="http://schemas.microsoft.com/office/drawing/2014/main" id="{405FB8FB-0EDB-CDA6-1625-4E38AE58A5A4}"/>
              </a:ext>
            </a:extLst>
          </p:cNvPr>
          <p:cNvSpPr>
            <a:spLocks noGrp="1"/>
          </p:cNvSpPr>
          <p:nvPr>
            <p:ph type="sldNum" sz="quarter" idx="4"/>
          </p:nvPr>
        </p:nvSpPr>
        <p:spPr>
          <a:xfrm>
            <a:off x="11179867" y="6542942"/>
            <a:ext cx="684000" cy="138499"/>
          </a:xfrm>
          <a:prstGeom prst="rect">
            <a:avLst/>
          </a:prstGeom>
        </p:spPr>
        <p:txBody>
          <a:bodyPr lIns="0" tIns="0" rIns="0" bIns="0"/>
          <a:lstStyle>
            <a:lvl1pPr algn="r">
              <a:defRPr sz="800">
                <a:solidFill>
                  <a:schemeClr val="accent6"/>
                </a:solidFill>
              </a:defRPr>
            </a:lvl1pPr>
          </a:lstStyle>
          <a:p>
            <a:fld id="{233F7D93-8529-0F4E-AF24-E7C8656CB0BF}" type="slidenum">
              <a:rPr lang="en-GR" smtClean="0"/>
              <a:pPr/>
              <a:t>‹#›</a:t>
            </a:fld>
            <a:endParaRPr lang="en-GR"/>
          </a:p>
        </p:txBody>
      </p:sp>
      <p:pic>
        <p:nvPicPr>
          <p:cNvPr id="6" name="Graphic 5">
            <a:extLst>
              <a:ext uri="{FF2B5EF4-FFF2-40B4-BE49-F238E27FC236}">
                <a16:creationId xmlns:a16="http://schemas.microsoft.com/office/drawing/2014/main" id="{C95B23C0-40E5-B096-A361-CD758A8E023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42030" y="6465600"/>
            <a:ext cx="1007999" cy="210763"/>
          </a:xfrm>
          <a:prstGeom prst="rect">
            <a:avLst/>
          </a:prstGeom>
        </p:spPr>
      </p:pic>
    </p:spTree>
    <p:extLst>
      <p:ext uri="{BB962C8B-B14F-4D97-AF65-F5344CB8AC3E}">
        <p14:creationId xmlns:p14="http://schemas.microsoft.com/office/powerpoint/2010/main" val="693178985"/>
      </p:ext>
    </p:extLst>
  </p:cSld>
  <p:clrMap bg1="lt1" tx1="dk1" bg2="lt2" tx2="dk2" accent1="accent1" accent2="accent2" accent3="accent3" accent4="accent4" accent5="accent5" accent6="accent6" hlink="hlink" folHlink="folHlink"/>
  <p:sldLayoutIdLst>
    <p:sldLayoutId id="2147483808" r:id="rId1"/>
    <p:sldLayoutId id="2147483822" r:id="rId2"/>
    <p:sldLayoutId id="2147483823" r:id="rId3"/>
  </p:sldLayoutIdLst>
  <p:hf hdr="0" ftr="0" dt="0"/>
  <p:txStyles>
    <p:titleStyle>
      <a:lvl1pPr algn="l" defTabSz="914400" rtl="0" eaLnBrk="1" latinLnBrk="0" hangingPunct="1">
        <a:lnSpc>
          <a:spcPct val="90000"/>
        </a:lnSpc>
        <a:spcBef>
          <a:spcPct val="0"/>
        </a:spcBef>
        <a:buNone/>
        <a:defRPr sz="2400" b="0" i="0" kern="1200">
          <a:solidFill>
            <a:schemeClr val="accent1"/>
          </a:solidFill>
          <a:latin typeface="Aptos" panose="020B0004020202020204" pitchFamily="34" charset="0"/>
          <a:ea typeface="+mj-ea"/>
          <a:cs typeface="+mj-cs"/>
        </a:defRPr>
      </a:lvl1pPr>
    </p:titleStyle>
    <p:body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0" i="0" kern="1200">
          <a:solidFill>
            <a:schemeClr val="accent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200" b="0" i="0" kern="1200">
          <a:solidFill>
            <a:schemeClr val="accent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000" b="0" i="0" kern="1200">
          <a:solidFill>
            <a:schemeClr val="accent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800" b="0" i="0" kern="1200">
          <a:solidFill>
            <a:schemeClr val="accent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8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E3DF7A-78F8-CC2D-E78E-A360CB4DA288}"/>
              </a:ext>
            </a:extLst>
          </p:cNvPr>
          <p:cNvSpPr>
            <a:spLocks noGrp="1"/>
          </p:cNvSpPr>
          <p:nvPr>
            <p:ph type="title"/>
          </p:nvPr>
        </p:nvSpPr>
        <p:spPr>
          <a:xfrm>
            <a:off x="342000" y="1124682"/>
            <a:ext cx="11513450" cy="334515"/>
          </a:xfrm>
          <a:prstGeom prst="rect">
            <a:avLst/>
          </a:prstGeom>
        </p:spPr>
        <p:txBody>
          <a:bodyPr vert="horz" wrap="square" lIns="0" tIns="0" rIns="0" bIns="0" rtlCol="0" anchor="t" anchorCtr="0">
            <a:spAutoFit/>
          </a:bodyPr>
          <a:lstStyle/>
          <a:p>
            <a:r>
              <a:rPr lang="en-GB"/>
              <a:t>Click to edit Master title style</a:t>
            </a:r>
            <a:endParaRPr lang="en-GR"/>
          </a:p>
        </p:txBody>
      </p:sp>
      <p:sp>
        <p:nvSpPr>
          <p:cNvPr id="3" name="Text Placeholder 2">
            <a:extLst>
              <a:ext uri="{FF2B5EF4-FFF2-40B4-BE49-F238E27FC236}">
                <a16:creationId xmlns:a16="http://schemas.microsoft.com/office/drawing/2014/main" id="{6E64AC92-994C-2AC1-4F9E-C544FF6AEECE}"/>
              </a:ext>
            </a:extLst>
          </p:cNvPr>
          <p:cNvSpPr>
            <a:spLocks noGrp="1"/>
          </p:cNvSpPr>
          <p:nvPr>
            <p:ph type="body" idx="1"/>
          </p:nvPr>
        </p:nvSpPr>
        <p:spPr>
          <a:xfrm>
            <a:off x="342000" y="1825625"/>
            <a:ext cx="11513450" cy="4483775"/>
          </a:xfrm>
          <a:prstGeom prst="rect">
            <a:avLst/>
          </a:prstGeom>
        </p:spPr>
        <p:txBody>
          <a:bodyPr vert="horz" wrap="square" lIns="0" tIns="0" rIns="0" bIns="0" rtlCol="0" anchor="t" anchorCtr="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R"/>
          </a:p>
        </p:txBody>
      </p:sp>
      <p:sp>
        <p:nvSpPr>
          <p:cNvPr id="8" name="Slide Number Placeholder 4">
            <a:extLst>
              <a:ext uri="{FF2B5EF4-FFF2-40B4-BE49-F238E27FC236}">
                <a16:creationId xmlns:a16="http://schemas.microsoft.com/office/drawing/2014/main" id="{CD4E2B8E-2442-BFAF-11D2-D32C1D558B6D}"/>
              </a:ext>
            </a:extLst>
          </p:cNvPr>
          <p:cNvSpPr>
            <a:spLocks noGrp="1"/>
          </p:cNvSpPr>
          <p:nvPr>
            <p:ph type="sldNum" sz="quarter" idx="4"/>
          </p:nvPr>
        </p:nvSpPr>
        <p:spPr>
          <a:xfrm>
            <a:off x="11179867" y="6542942"/>
            <a:ext cx="684000" cy="138499"/>
          </a:xfrm>
          <a:prstGeom prst="rect">
            <a:avLst/>
          </a:prstGeom>
        </p:spPr>
        <p:txBody>
          <a:bodyPr lIns="0" tIns="0" rIns="0" bIns="0"/>
          <a:lstStyle>
            <a:lvl1pPr algn="r">
              <a:defRPr sz="800">
                <a:solidFill>
                  <a:schemeClr val="accent6"/>
                </a:solidFill>
              </a:defRPr>
            </a:lvl1pPr>
          </a:lstStyle>
          <a:p>
            <a:fld id="{233F7D93-8529-0F4E-AF24-E7C8656CB0BF}" type="slidenum">
              <a:rPr lang="en-GR" smtClean="0"/>
              <a:pPr/>
              <a:t>‹#›</a:t>
            </a:fld>
            <a:endParaRPr lang="en-GR"/>
          </a:p>
        </p:txBody>
      </p:sp>
      <p:pic>
        <p:nvPicPr>
          <p:cNvPr id="5" name="Graphic 4">
            <a:extLst>
              <a:ext uri="{FF2B5EF4-FFF2-40B4-BE49-F238E27FC236}">
                <a16:creationId xmlns:a16="http://schemas.microsoft.com/office/drawing/2014/main" id="{614117F5-137D-D5ED-75CB-0CC3829133FA}"/>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42030" y="6465600"/>
            <a:ext cx="1007999" cy="210763"/>
          </a:xfrm>
          <a:prstGeom prst="rect">
            <a:avLst/>
          </a:prstGeom>
        </p:spPr>
      </p:pic>
    </p:spTree>
    <p:extLst>
      <p:ext uri="{BB962C8B-B14F-4D97-AF65-F5344CB8AC3E}">
        <p14:creationId xmlns:p14="http://schemas.microsoft.com/office/powerpoint/2010/main" val="314972076"/>
      </p:ext>
    </p:extLst>
  </p:cSld>
  <p:clrMap bg1="lt1" tx1="dk1" bg2="lt2" tx2="dk2" accent1="accent1" accent2="accent2" accent3="accent3" accent4="accent4" accent5="accent5" accent6="accent6" hlink="hlink" folHlink="folHlink"/>
  <p:sldLayoutIdLst>
    <p:sldLayoutId id="2147483764" r:id="rId1"/>
    <p:sldLayoutId id="2147483825" r:id="rId2"/>
    <p:sldLayoutId id="2147483824" r:id="rId3"/>
    <p:sldLayoutId id="2147483772" r:id="rId4"/>
    <p:sldLayoutId id="2147483777" r:id="rId5"/>
    <p:sldLayoutId id="2147483781" r:id="rId6"/>
    <p:sldLayoutId id="2147483783" r:id="rId7"/>
    <p:sldLayoutId id="2147483793" r:id="rId8"/>
  </p:sldLayoutIdLst>
  <p:hf hdr="0" ftr="0" dt="0"/>
  <p:txStyles>
    <p:titleStyle>
      <a:lvl1pPr algn="l" defTabSz="914400" rtl="0" eaLnBrk="1" latinLnBrk="0" hangingPunct="1">
        <a:lnSpc>
          <a:spcPct val="90000"/>
        </a:lnSpc>
        <a:spcBef>
          <a:spcPct val="0"/>
        </a:spcBef>
        <a:buNone/>
        <a:defRPr sz="2400" b="0" i="0" kern="1200">
          <a:solidFill>
            <a:schemeClr val="accent1"/>
          </a:solidFill>
          <a:latin typeface="Aptos" panose="020B0004020202020204" pitchFamily="34" charset="0"/>
          <a:ea typeface="+mj-ea"/>
          <a:cs typeface="+mj-cs"/>
        </a:defRPr>
      </a:lvl1pPr>
    </p:titleStyle>
    <p:bodyStyle>
      <a:lvl1pPr marL="0" indent="0" algn="l" defTabSz="914400" rtl="0" eaLnBrk="1" latinLnBrk="0" hangingPunct="1">
        <a:lnSpc>
          <a:spcPct val="90000"/>
        </a:lnSpc>
        <a:spcBef>
          <a:spcPts val="1000"/>
        </a:spcBef>
        <a:buClr>
          <a:schemeClr val="tx2"/>
        </a:buClr>
        <a:buFont typeface="Arial" panose="020B0604020202020204" pitchFamily="34" charset="0"/>
        <a:buNone/>
        <a:defRPr sz="1100" b="0" i="0" kern="1200">
          <a:solidFill>
            <a:schemeClr val="accent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01.xml"/></Relationships>
</file>

<file path=ppt/slides/_rels/slide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01.xml"/></Relationships>
</file>

<file path=ppt/slides/_rels/slide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xml"/><Relationship Id="rId1" Type="http://schemas.openxmlformats.org/officeDocument/2006/relationships/slideLayout" Target="../slideLayouts/slideLayout101.xml"/><Relationship Id="rId4" Type="http://schemas.openxmlformats.org/officeDocument/2006/relationships/image" Target="../media/image66.png"/></Relationships>
</file>

<file path=ppt/slides/_rels/slide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xml"/><Relationship Id="rId1" Type="http://schemas.openxmlformats.org/officeDocument/2006/relationships/slideLayout" Target="../slideLayouts/slideLayout10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1.xml"/></Relationships>
</file>

<file path=ppt/slides/_rels/slide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xml"/><Relationship Id="rId1" Type="http://schemas.openxmlformats.org/officeDocument/2006/relationships/slideLayout" Target="../slideLayouts/slideLayout101.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10.xml.rels><?xml version="1.0" encoding="UTF-8" standalone="yes"?>
<Relationships xmlns="http://schemas.openxmlformats.org/package/2006/relationships"><Relationship Id="rId8" Type="http://schemas.openxmlformats.org/officeDocument/2006/relationships/image" Target="../media/image9.emf"/><Relationship Id="rId13" Type="http://schemas.openxmlformats.org/officeDocument/2006/relationships/image" Target="../media/image8.emf"/><Relationship Id="rId3" Type="http://schemas.openxmlformats.org/officeDocument/2006/relationships/image" Target="../media/image11.emf"/><Relationship Id="rId7" Type="http://schemas.openxmlformats.org/officeDocument/2006/relationships/image" Target="../media/image7.emf"/><Relationship Id="rId12" Type="http://schemas.openxmlformats.org/officeDocument/2006/relationships/image" Target="../media/image6.emf"/><Relationship Id="rId2" Type="http://schemas.openxmlformats.org/officeDocument/2006/relationships/notesSlide" Target="../notesSlides/notesSlide6.xml"/><Relationship Id="rId1" Type="http://schemas.openxmlformats.org/officeDocument/2006/relationships/slideLayout" Target="../slideLayouts/slideLayout101.xml"/><Relationship Id="rId6" Type="http://schemas.openxmlformats.org/officeDocument/2006/relationships/image" Target="../media/image5.emf"/><Relationship Id="rId11" Type="http://schemas.openxmlformats.org/officeDocument/2006/relationships/image" Target="../media/image76.png"/><Relationship Id="rId5" Type="http://schemas.openxmlformats.org/officeDocument/2006/relationships/image" Target="../media/image73.svg"/><Relationship Id="rId15" Type="http://schemas.openxmlformats.org/officeDocument/2006/relationships/image" Target="../media/image12.emf"/><Relationship Id="rId10" Type="http://schemas.openxmlformats.org/officeDocument/2006/relationships/image" Target="../media/image75.png"/><Relationship Id="rId4" Type="http://schemas.openxmlformats.org/officeDocument/2006/relationships/image" Target="../media/image72.png"/><Relationship Id="rId9" Type="http://schemas.openxmlformats.org/officeDocument/2006/relationships/image" Target="../media/image74.png"/><Relationship Id="rId14" Type="http://schemas.openxmlformats.org/officeDocument/2006/relationships/image" Target="../media/image10.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0.xml"/></Relationships>
</file>

<file path=ppt/slides/_rels/slide1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xml"/><Relationship Id="rId1" Type="http://schemas.openxmlformats.org/officeDocument/2006/relationships/slideLayout" Target="../slideLayouts/slideLayout101.xml"/><Relationship Id="rId4" Type="http://schemas.openxmlformats.org/officeDocument/2006/relationships/image" Target="../media/image5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0.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1.xml"/></Relationships>
</file>

<file path=ppt/slides/_rels/slide9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7.xml"/><Relationship Id="rId1" Type="http://schemas.openxmlformats.org/officeDocument/2006/relationships/slideLayout" Target="../slideLayouts/slideLayout101.xml"/><Relationship Id="rId4" Type="http://schemas.openxmlformats.org/officeDocument/2006/relationships/image" Target="../media/image78.sv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1.xml"/></Relationships>
</file>

<file path=ppt/slides/_rels/slide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06.xml"/><Relationship Id="rId4" Type="http://schemas.openxmlformats.org/officeDocument/2006/relationships/image" Target="../media/image2.svg"/></Relationships>
</file>

<file path=ppt/slides/_rels/slide9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06.xml"/></Relationships>
</file>

<file path=ppt/slides/_rels/slide9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06.xml"/></Relationships>
</file>

<file path=ppt/slides/_rels/slide10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06.xml"/></Relationships>
</file>

<file path=ppt/slides/_rels/slide101.xml.rels><?xml version="1.0" encoding="UTF-8" standalone="yes"?>
<Relationships xmlns="http://schemas.openxmlformats.org/package/2006/relationships"><Relationship Id="rId3" Type="http://schemas.openxmlformats.org/officeDocument/2006/relationships/image" Target="../media/image78.svg"/><Relationship Id="rId2" Type="http://schemas.openxmlformats.org/officeDocument/2006/relationships/image" Target="../media/image77.png"/><Relationship Id="rId1" Type="http://schemas.openxmlformats.org/officeDocument/2006/relationships/slideLayout" Target="../slideLayouts/slideLayout106.xml"/><Relationship Id="rId5" Type="http://schemas.openxmlformats.org/officeDocument/2006/relationships/image" Target="../media/image2.svg"/><Relationship Id="rId4" Type="http://schemas.openxmlformats.org/officeDocument/2006/relationships/image" Target="../media/image1.png"/></Relationships>
</file>

<file path=ppt/slides/_rels/slide10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06.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107.xml.rels><?xml version="1.0" encoding="UTF-8" standalone="yes"?>
<Relationships xmlns="http://schemas.openxmlformats.org/package/2006/relationships"><Relationship Id="rId3" Type="http://schemas.openxmlformats.org/officeDocument/2006/relationships/image" Target="../media/image78.svg"/><Relationship Id="rId2" Type="http://schemas.openxmlformats.org/officeDocument/2006/relationships/image" Target="../media/image77.png"/><Relationship Id="rId1" Type="http://schemas.openxmlformats.org/officeDocument/2006/relationships/slideLayout" Target="../slideLayouts/slideLayout10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0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08.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08.xml"/></Relationships>
</file>

<file path=ppt/slides/_rels/slide112.xml.rels><?xml version="1.0" encoding="UTF-8" standalone="yes"?>
<Relationships xmlns="http://schemas.openxmlformats.org/package/2006/relationships"><Relationship Id="rId3" Type="http://schemas.openxmlformats.org/officeDocument/2006/relationships/image" Target="../media/image78.svg"/><Relationship Id="rId2" Type="http://schemas.openxmlformats.org/officeDocument/2006/relationships/image" Target="../media/image77.png"/><Relationship Id="rId1" Type="http://schemas.openxmlformats.org/officeDocument/2006/relationships/slideLayout" Target="../slideLayouts/slideLayout10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08.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1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17.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21.xml"/><Relationship Id="rId1" Type="http://schemas.openxmlformats.org/officeDocument/2006/relationships/slideLayout" Target="../slideLayouts/slideLayout101.xml"/></Relationships>
</file>

<file path=ppt/slides/_rels/slide118.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22.xml"/><Relationship Id="rId1" Type="http://schemas.openxmlformats.org/officeDocument/2006/relationships/slideLayout" Target="../slideLayouts/slideLayout101.xml"/></Relationships>
</file>

<file path=ppt/slides/_rels/slide119.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23.xml"/><Relationship Id="rId1" Type="http://schemas.openxmlformats.org/officeDocument/2006/relationships/slideLayout" Target="../slideLayouts/slideLayout101.xml"/></Relationships>
</file>

<file path=ppt/slides/_rels/slide120.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image" Target="../media/image82.jpeg"/><Relationship Id="rId1" Type="http://schemas.openxmlformats.org/officeDocument/2006/relationships/slideLayout" Target="../slideLayouts/slideLayout104.xml"/></Relationships>
</file>

<file path=ppt/slides/_rels/slide121.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104.xml"/></Relationships>
</file>

<file path=ppt/slides/_rels/slide122.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103.xml"/></Relationships>
</file>

<file path=ppt/slides/_rels/slide123.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103.xml"/></Relationships>
</file>

<file path=ppt/slides/_rels/slide124.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24.xml"/><Relationship Id="rId1" Type="http://schemas.openxmlformats.org/officeDocument/2006/relationships/slideLayout" Target="../slideLayouts/slideLayout101.xml"/></Relationships>
</file>

<file path=ppt/slides/_rels/slide125.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25.xml"/><Relationship Id="rId1" Type="http://schemas.openxmlformats.org/officeDocument/2006/relationships/slideLayout" Target="../slideLayouts/slideLayout101.xml"/></Relationships>
</file>

<file path=ppt/slides/_rels/slide126.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102.xml"/></Relationships>
</file>

<file path=ppt/slides/_rels/slide127.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102.xml"/></Relationships>
</file>

<file path=ppt/slides/_rels/slide128.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26.xml"/><Relationship Id="rId1" Type="http://schemas.openxmlformats.org/officeDocument/2006/relationships/slideLayout" Target="../slideLayouts/slideLayout102.xml"/><Relationship Id="rId4" Type="http://schemas.openxmlformats.org/officeDocument/2006/relationships/image" Target="../media/image92.jpeg"/></Relationships>
</file>

<file path=ppt/slides/_rels/slide129.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102.xml"/></Relationships>
</file>

<file path=ppt/slides/_rels/slide13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94.jpeg"/><Relationship Id="rId1" Type="http://schemas.openxmlformats.org/officeDocument/2006/relationships/slideLayout" Target="../slideLayouts/slideLayout102.xml"/><Relationship Id="rId4" Type="http://schemas.openxmlformats.org/officeDocument/2006/relationships/image" Target="../media/image78.svg"/></Relationships>
</file>

<file path=ppt/slides/_rels/slide131.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27.xml"/><Relationship Id="rId1" Type="http://schemas.openxmlformats.org/officeDocument/2006/relationships/slideLayout" Target="../slideLayouts/slideLayout101.xml"/></Relationships>
</file>

<file path=ppt/slides/_rels/slide132.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28.xml"/><Relationship Id="rId1" Type="http://schemas.openxmlformats.org/officeDocument/2006/relationships/slideLayout" Target="../slideLayouts/slideLayout101.xml"/></Relationships>
</file>

<file path=ppt/slides/_rels/slide13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9.xml"/><Relationship Id="rId1" Type="http://schemas.openxmlformats.org/officeDocument/2006/relationships/slideLayout" Target="../slideLayouts/slideLayout101.xml"/></Relationships>
</file>

<file path=ppt/slides/_rels/slide13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105.xml"/><Relationship Id="rId5" Type="http://schemas.openxmlformats.org/officeDocument/2006/relationships/image" Target="../media/image101.png"/><Relationship Id="rId4" Type="http://schemas.openxmlformats.org/officeDocument/2006/relationships/image" Target="../media/image100.png"/></Relationships>
</file>

<file path=ppt/slides/_rels/slide13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0.xml"/><Relationship Id="rId1" Type="http://schemas.openxmlformats.org/officeDocument/2006/relationships/slideLayout" Target="../slideLayouts/slideLayout113.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3.xml"/></Relationships>
</file>

<file path=ppt/slides/_rels/slide13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2.xml"/><Relationship Id="rId1" Type="http://schemas.openxmlformats.org/officeDocument/2006/relationships/slideLayout" Target="../slideLayouts/slideLayout113.xml"/><Relationship Id="rId4" Type="http://schemas.openxmlformats.org/officeDocument/2006/relationships/chart" Target="../charts/chart6.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3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33.xml"/><Relationship Id="rId1" Type="http://schemas.openxmlformats.org/officeDocument/2006/relationships/slideLayout" Target="../slideLayouts/slideLayout125.xml"/></Relationships>
</file>

<file path=ppt/slides/_rels/slide140.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25.xml"/></Relationships>
</file>

<file path=ppt/slides/_rels/slide141.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34.xml"/><Relationship Id="rId1" Type="http://schemas.openxmlformats.org/officeDocument/2006/relationships/slideLayout" Target="../slideLayouts/slideLayout125.xml"/></Relationships>
</file>

<file path=ppt/slides/_rels/slide142.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35.xml"/><Relationship Id="rId1" Type="http://schemas.openxmlformats.org/officeDocument/2006/relationships/slideLayout" Target="../slideLayouts/slideLayout125.xml"/></Relationships>
</file>

<file path=ppt/slides/_rels/slide143.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36.xml"/><Relationship Id="rId1" Type="http://schemas.openxmlformats.org/officeDocument/2006/relationships/slideLayout" Target="../slideLayouts/slideLayout125.xml"/></Relationships>
</file>

<file path=ppt/slides/_rels/slide144.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37.xml"/><Relationship Id="rId1" Type="http://schemas.openxmlformats.org/officeDocument/2006/relationships/slideLayout" Target="../slideLayouts/slideLayout126.xml"/><Relationship Id="rId4" Type="http://schemas.openxmlformats.org/officeDocument/2006/relationships/chart" Target="../charts/chart13.xml"/></Relationships>
</file>

<file path=ppt/slides/_rels/slide145.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38.xml"/><Relationship Id="rId1" Type="http://schemas.openxmlformats.org/officeDocument/2006/relationships/slideLayout" Target="../slideLayouts/slideLayout126.xml"/><Relationship Id="rId4" Type="http://schemas.openxmlformats.org/officeDocument/2006/relationships/chart" Target="../charts/chart15.xml"/></Relationships>
</file>

<file path=ppt/slides/_rels/slide146.xml.rels><?xml version="1.0" encoding="UTF-8" standalone="yes"?>
<Relationships xmlns="http://schemas.openxmlformats.org/package/2006/relationships"><Relationship Id="rId8" Type="http://schemas.openxmlformats.org/officeDocument/2006/relationships/image" Target="../media/image102.png"/><Relationship Id="rId3" Type="http://schemas.microsoft.com/office/2014/relationships/chartEx" Target="../charts/chartEx1.xml"/><Relationship Id="rId7" Type="http://schemas.microsoft.com/office/2014/relationships/chartEx" Target="../charts/chartEx3.xml"/><Relationship Id="rId2" Type="http://schemas.openxmlformats.org/officeDocument/2006/relationships/notesSlide" Target="../notesSlides/notesSlide39.xml"/><Relationship Id="rId1" Type="http://schemas.openxmlformats.org/officeDocument/2006/relationships/slideLayout" Target="../slideLayouts/slideLayout128.xml"/><Relationship Id="rId6" Type="http://schemas.openxmlformats.org/officeDocument/2006/relationships/image" Target="../media/image1010.png"/><Relationship Id="rId5" Type="http://schemas.microsoft.com/office/2014/relationships/chartEx" Target="../charts/chartEx2.xml"/><Relationship Id="rId10" Type="http://schemas.openxmlformats.org/officeDocument/2006/relationships/image" Target="../media/image103.png"/><Relationship Id="rId4" Type="http://schemas.openxmlformats.org/officeDocument/2006/relationships/image" Target="../media/image1000.png"/><Relationship Id="rId9" Type="http://schemas.microsoft.com/office/2014/relationships/chartEx" Target="../charts/chartEx4.xml"/></Relationships>
</file>

<file path=ppt/slides/_rels/slide147.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40.xml"/><Relationship Id="rId1" Type="http://schemas.openxmlformats.org/officeDocument/2006/relationships/slideLayout" Target="../slideLayouts/slideLayout126.xml"/><Relationship Id="rId4" Type="http://schemas.openxmlformats.org/officeDocument/2006/relationships/chart" Target="../charts/chart17.xml"/></Relationships>
</file>

<file path=ppt/slides/_rels/slide148.xml.rels><?xml version="1.0" encoding="UTF-8" standalone="yes"?>
<Relationships xmlns="http://schemas.openxmlformats.org/package/2006/relationships"><Relationship Id="rId3" Type="http://schemas.openxmlformats.org/officeDocument/2006/relationships/chart" Target="../charts/chart18.xml"/><Relationship Id="rId7" Type="http://schemas.openxmlformats.org/officeDocument/2006/relationships/chart" Target="../charts/chart22.xml"/><Relationship Id="rId2" Type="http://schemas.openxmlformats.org/officeDocument/2006/relationships/notesSlide" Target="../notesSlides/notesSlide41.xml"/><Relationship Id="rId1" Type="http://schemas.openxmlformats.org/officeDocument/2006/relationships/slideLayout" Target="../slideLayouts/slideLayout123.xml"/><Relationship Id="rId6" Type="http://schemas.openxmlformats.org/officeDocument/2006/relationships/chart" Target="../charts/chart21.xml"/><Relationship Id="rId5" Type="http://schemas.openxmlformats.org/officeDocument/2006/relationships/chart" Target="../charts/chart20.xml"/><Relationship Id="rId4" Type="http://schemas.openxmlformats.org/officeDocument/2006/relationships/chart" Target="../charts/chart19.xml"/></Relationships>
</file>

<file path=ppt/slides/_rels/slide149.xml.rels><?xml version="1.0" encoding="UTF-8" standalone="yes"?>
<Relationships xmlns="http://schemas.openxmlformats.org/package/2006/relationships"><Relationship Id="rId3" Type="http://schemas.microsoft.com/office/2014/relationships/chartEx" Target="../charts/chartEx5.xml"/><Relationship Id="rId2" Type="http://schemas.openxmlformats.org/officeDocument/2006/relationships/notesSlide" Target="../notesSlides/notesSlide42.xml"/><Relationship Id="rId1" Type="http://schemas.openxmlformats.org/officeDocument/2006/relationships/slideLayout" Target="../slideLayouts/slideLayout125.xml"/><Relationship Id="rId4" Type="http://schemas.openxmlformats.org/officeDocument/2006/relationships/image" Target="../media/image104.png"/></Relationships>
</file>

<file path=ppt/slides/_rels/slide150.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notesSlide" Target="../notesSlides/notesSlide43.xml"/><Relationship Id="rId1" Type="http://schemas.openxmlformats.org/officeDocument/2006/relationships/slideLayout" Target="../slideLayouts/slideLayout124.xml"/></Relationships>
</file>

<file path=ppt/slides/_rels/slide151.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notesSlide" Target="../notesSlides/notesSlide44.xml"/><Relationship Id="rId1" Type="http://schemas.openxmlformats.org/officeDocument/2006/relationships/slideLayout" Target="../slideLayouts/slideLayout126.xml"/><Relationship Id="rId4" Type="http://schemas.openxmlformats.org/officeDocument/2006/relationships/chart" Target="../charts/chart25.xml"/></Relationships>
</file>

<file path=ppt/slides/_rels/slide152.xml.rels><?xml version="1.0" encoding="UTF-8" standalone="yes"?>
<Relationships xmlns="http://schemas.openxmlformats.org/package/2006/relationships"><Relationship Id="rId8" Type="http://schemas.openxmlformats.org/officeDocument/2006/relationships/chart" Target="../charts/chart31.xml"/><Relationship Id="rId3" Type="http://schemas.openxmlformats.org/officeDocument/2006/relationships/chart" Target="../charts/chart26.xml"/><Relationship Id="rId7" Type="http://schemas.openxmlformats.org/officeDocument/2006/relationships/chart" Target="../charts/chart30.xml"/><Relationship Id="rId2" Type="http://schemas.openxmlformats.org/officeDocument/2006/relationships/notesSlide" Target="../notesSlides/notesSlide45.xml"/><Relationship Id="rId1" Type="http://schemas.openxmlformats.org/officeDocument/2006/relationships/slideLayout" Target="../slideLayouts/slideLayout129.xml"/><Relationship Id="rId6" Type="http://schemas.openxmlformats.org/officeDocument/2006/relationships/chart" Target="../charts/chart29.xml"/><Relationship Id="rId5" Type="http://schemas.openxmlformats.org/officeDocument/2006/relationships/chart" Target="../charts/chart28.xml"/><Relationship Id="rId4" Type="http://schemas.openxmlformats.org/officeDocument/2006/relationships/chart" Target="../charts/chart27.xml"/></Relationships>
</file>

<file path=ppt/slides/_rels/slide153.xml.rels><?xml version="1.0" encoding="UTF-8" standalone="yes"?>
<Relationships xmlns="http://schemas.openxmlformats.org/package/2006/relationships"><Relationship Id="rId3" Type="http://schemas.openxmlformats.org/officeDocument/2006/relationships/chart" Target="../charts/chart32.xml"/><Relationship Id="rId2" Type="http://schemas.openxmlformats.org/officeDocument/2006/relationships/notesSlide" Target="../notesSlides/notesSlide46.xml"/><Relationship Id="rId1" Type="http://schemas.openxmlformats.org/officeDocument/2006/relationships/slideLayout" Target="../slideLayouts/slideLayout125.xml"/></Relationships>
</file>

<file path=ppt/slides/_rels/slide154.xml.rels><?xml version="1.0" encoding="UTF-8" standalone="yes"?>
<Relationships xmlns="http://schemas.openxmlformats.org/package/2006/relationships"><Relationship Id="rId2" Type="http://schemas.openxmlformats.org/officeDocument/2006/relationships/chart" Target="../charts/chart33.xml"/><Relationship Id="rId1" Type="http://schemas.openxmlformats.org/officeDocument/2006/relationships/slideLayout" Target="../slideLayouts/slideLayout125.xml"/></Relationships>
</file>

<file path=ppt/slides/_rels/slide155.xml.rels><?xml version="1.0" encoding="UTF-8" standalone="yes"?>
<Relationships xmlns="http://schemas.openxmlformats.org/package/2006/relationships"><Relationship Id="rId3" Type="http://schemas.openxmlformats.org/officeDocument/2006/relationships/chart" Target="../charts/chart34.xml"/><Relationship Id="rId2" Type="http://schemas.openxmlformats.org/officeDocument/2006/relationships/notesSlide" Target="../notesSlides/notesSlide47.xml"/><Relationship Id="rId1" Type="http://schemas.openxmlformats.org/officeDocument/2006/relationships/slideLayout" Target="../slideLayouts/slideLayout126.xml"/><Relationship Id="rId4" Type="http://schemas.openxmlformats.org/officeDocument/2006/relationships/chart" Target="../charts/chart35.xml"/></Relationships>
</file>

<file path=ppt/slides/_rels/slide156.xml.rels><?xml version="1.0" encoding="UTF-8" standalone="yes"?>
<Relationships xmlns="http://schemas.openxmlformats.org/package/2006/relationships"><Relationship Id="rId3" Type="http://schemas.openxmlformats.org/officeDocument/2006/relationships/chart" Target="../charts/chart36.xml"/><Relationship Id="rId2" Type="http://schemas.openxmlformats.org/officeDocument/2006/relationships/notesSlide" Target="../notesSlides/notesSlide48.xml"/><Relationship Id="rId1" Type="http://schemas.openxmlformats.org/officeDocument/2006/relationships/slideLayout" Target="../slideLayouts/slideLayout123.xml"/><Relationship Id="rId6" Type="http://schemas.openxmlformats.org/officeDocument/2006/relationships/chart" Target="../charts/chart39.xml"/><Relationship Id="rId5" Type="http://schemas.openxmlformats.org/officeDocument/2006/relationships/chart" Target="../charts/chart38.xml"/><Relationship Id="rId4" Type="http://schemas.openxmlformats.org/officeDocument/2006/relationships/chart" Target="../charts/chart37.xml"/></Relationships>
</file>

<file path=ppt/slides/_rels/slide157.xml.rels><?xml version="1.0" encoding="UTF-8" standalone="yes"?>
<Relationships xmlns="http://schemas.openxmlformats.org/package/2006/relationships"><Relationship Id="rId3" Type="http://schemas.openxmlformats.org/officeDocument/2006/relationships/chart" Target="../charts/chart41.xml"/><Relationship Id="rId2" Type="http://schemas.openxmlformats.org/officeDocument/2006/relationships/chart" Target="../charts/chart40.xml"/><Relationship Id="rId1" Type="http://schemas.openxmlformats.org/officeDocument/2006/relationships/slideLayout" Target="../slideLayouts/slideLayout127.xml"/><Relationship Id="rId4" Type="http://schemas.openxmlformats.org/officeDocument/2006/relationships/chart" Target="../charts/chart4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27.xml"/></Relationships>
</file>

<file path=ppt/slides/_rels/slide159.xml.rels><?xml version="1.0" encoding="UTF-8" standalone="yes"?>
<Relationships xmlns="http://schemas.openxmlformats.org/package/2006/relationships"><Relationship Id="rId8" Type="http://schemas.openxmlformats.org/officeDocument/2006/relationships/chart" Target="../charts/chart49.xml"/><Relationship Id="rId3" Type="http://schemas.openxmlformats.org/officeDocument/2006/relationships/chart" Target="../charts/chart44.xml"/><Relationship Id="rId7" Type="http://schemas.openxmlformats.org/officeDocument/2006/relationships/chart" Target="../charts/chart48.xml"/><Relationship Id="rId2" Type="http://schemas.openxmlformats.org/officeDocument/2006/relationships/chart" Target="../charts/chart43.xml"/><Relationship Id="rId1" Type="http://schemas.openxmlformats.org/officeDocument/2006/relationships/slideLayout" Target="../slideLayouts/slideLayout123.xml"/><Relationship Id="rId6" Type="http://schemas.openxmlformats.org/officeDocument/2006/relationships/chart" Target="../charts/chart47.xml"/><Relationship Id="rId11" Type="http://schemas.openxmlformats.org/officeDocument/2006/relationships/chart" Target="../charts/chart52.xml"/><Relationship Id="rId5" Type="http://schemas.openxmlformats.org/officeDocument/2006/relationships/chart" Target="../charts/chart46.xml"/><Relationship Id="rId10" Type="http://schemas.openxmlformats.org/officeDocument/2006/relationships/chart" Target="../charts/chart51.xml"/><Relationship Id="rId4" Type="http://schemas.openxmlformats.org/officeDocument/2006/relationships/chart" Target="../charts/chart45.xml"/><Relationship Id="rId9" Type="http://schemas.openxmlformats.org/officeDocument/2006/relationships/chart" Target="../charts/chart50.xml"/></Relationships>
</file>

<file path=ppt/slides/_rels/slide160.xml.rels><?xml version="1.0" encoding="UTF-8" standalone="yes"?>
<Relationships xmlns="http://schemas.openxmlformats.org/package/2006/relationships"><Relationship Id="rId3" Type="http://schemas.openxmlformats.org/officeDocument/2006/relationships/chart" Target="../charts/chart54.xml"/><Relationship Id="rId2" Type="http://schemas.openxmlformats.org/officeDocument/2006/relationships/chart" Target="../charts/chart53.xml"/><Relationship Id="rId1" Type="http://schemas.openxmlformats.org/officeDocument/2006/relationships/slideLayout" Target="../slideLayouts/slideLayout12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162.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slideLayout" Target="../slideLayouts/slideLayout123.xml"/><Relationship Id="rId3" Type="http://schemas.openxmlformats.org/officeDocument/2006/relationships/tags" Target="../tags/tag8.xml"/><Relationship Id="rId7" Type="http://schemas.openxmlformats.org/officeDocument/2006/relationships/tags" Target="../tags/tag12.xml"/><Relationship Id="rId12" Type="http://schemas.openxmlformats.org/officeDocument/2006/relationships/tags" Target="../tags/tag17.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5" Type="http://schemas.openxmlformats.org/officeDocument/2006/relationships/tags" Target="../tags/tag10.xml"/><Relationship Id="rId10" Type="http://schemas.openxmlformats.org/officeDocument/2006/relationships/tags" Target="../tags/tag15.xml"/><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notesSlide" Target="../notesSlides/notesSlide49.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4.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172.xml.rels><?xml version="1.0" encoding="UTF-8" standalone="yes"?>
<Relationships xmlns="http://schemas.openxmlformats.org/package/2006/relationships"><Relationship Id="rId2" Type="http://schemas.openxmlformats.org/officeDocument/2006/relationships/chart" Target="../charts/chart55.xml"/><Relationship Id="rId1" Type="http://schemas.openxmlformats.org/officeDocument/2006/relationships/slideLayout" Target="../slideLayouts/slideLayout124.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4.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4.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28.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2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2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9.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1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96.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18.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19.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198.xml.rels><?xml version="1.0" encoding="UTF-8" standalone="yes"?>
<Relationships xmlns="http://schemas.openxmlformats.org/package/2006/relationships"><Relationship Id="rId3" Type="http://schemas.openxmlformats.org/officeDocument/2006/relationships/image" Target="../media/image106.svg"/><Relationship Id="rId2" Type="http://schemas.openxmlformats.org/officeDocument/2006/relationships/image" Target="../media/image105.png"/><Relationship Id="rId1" Type="http://schemas.openxmlformats.org/officeDocument/2006/relationships/slideLayout" Target="../slideLayouts/slideLayout68.xml"/><Relationship Id="rId4" Type="http://schemas.openxmlformats.org/officeDocument/2006/relationships/image" Target="../media/image6.emf"/></Relationships>
</file>

<file path=ppt/slides/_rels/slide19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57.xml"/><Relationship Id="rId1" Type="http://schemas.openxmlformats.org/officeDocument/2006/relationships/slideLayout" Target="../slideLayouts/slideLayout101.xml"/></Relationships>
</file>

<file path=ppt/slides/_rels/slide20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69.xml"/></Relationships>
</file>

<file path=ppt/slides/_rels/slide20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58.xml"/><Relationship Id="rId1" Type="http://schemas.openxmlformats.org/officeDocument/2006/relationships/slideLayout" Target="../slideLayouts/slideLayout101.xml"/></Relationships>
</file>

<file path=ppt/slides/_rels/slide20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0.xml"/></Relationships>
</file>

<file path=ppt/slides/_rels/slide20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59.xml"/><Relationship Id="rId1" Type="http://schemas.openxmlformats.org/officeDocument/2006/relationships/slideLayout" Target="../slideLayouts/slideLayout101.xml"/></Relationships>
</file>

<file path=ppt/slides/_rels/slide204.xml.rels><?xml version="1.0" encoding="UTF-8" standalone="yes"?>
<Relationships xmlns="http://schemas.openxmlformats.org/package/2006/relationships"><Relationship Id="rId3" Type="http://schemas.openxmlformats.org/officeDocument/2006/relationships/image" Target="../media/image108.svg"/><Relationship Id="rId2" Type="http://schemas.openxmlformats.org/officeDocument/2006/relationships/image" Target="../media/image107.png"/><Relationship Id="rId1" Type="http://schemas.openxmlformats.org/officeDocument/2006/relationships/slideLayout" Target="../slideLayouts/slideLayout72.xml"/><Relationship Id="rId4" Type="http://schemas.openxmlformats.org/officeDocument/2006/relationships/image" Target="../media/image12.emf"/></Relationships>
</file>

<file path=ppt/slides/_rels/slide20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60.xml"/><Relationship Id="rId1" Type="http://schemas.openxmlformats.org/officeDocument/2006/relationships/slideLayout" Target="../slideLayouts/slideLayout101.xml"/><Relationship Id="rId5" Type="http://schemas.openxmlformats.org/officeDocument/2006/relationships/image" Target="../media/image11.emf"/><Relationship Id="rId4" Type="http://schemas.openxmlformats.org/officeDocument/2006/relationships/image" Target="../media/image7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3">
            <a:extLst>
              <a:ext uri="{FF2B5EF4-FFF2-40B4-BE49-F238E27FC236}">
                <a16:creationId xmlns:a16="http://schemas.microsoft.com/office/drawing/2014/main" id="{FA0BCB5B-5154-0543-5CFB-A973EFEF0A9A}"/>
              </a:ext>
            </a:extLst>
          </p:cNvPr>
          <p:cNvSpPr>
            <a:spLocks noGrp="1"/>
          </p:cNvSpPr>
          <p:nvPr>
            <p:ph type="body" sz="quarter" idx="14"/>
          </p:nvPr>
        </p:nvSpPr>
        <p:spPr>
          <a:xfrm>
            <a:off x="342030" y="1268760"/>
            <a:ext cx="7190704" cy="1426160"/>
          </a:xfrm>
        </p:spPr>
        <p:txBody>
          <a:bodyPr/>
          <a:lstStyle/>
          <a:p>
            <a:r>
              <a:rPr lang="en-US"/>
              <a:t>NBG</a:t>
            </a:r>
            <a:br>
              <a:rPr lang="en-US"/>
            </a:br>
            <a:r>
              <a:rPr lang="en-US" err="1"/>
              <a:t>Powerpoint</a:t>
            </a:r>
            <a:r>
              <a:rPr lang="en-US"/>
              <a:t> Template</a:t>
            </a:r>
            <a:endParaRPr lang="en-GR"/>
          </a:p>
        </p:txBody>
      </p:sp>
      <p:sp>
        <p:nvSpPr>
          <p:cNvPr id="5" name="Text Placeholder 23">
            <a:extLst>
              <a:ext uri="{FF2B5EF4-FFF2-40B4-BE49-F238E27FC236}">
                <a16:creationId xmlns:a16="http://schemas.microsoft.com/office/drawing/2014/main" id="{95BDCB99-1E0F-7606-2086-417C99B15B01}"/>
              </a:ext>
            </a:extLst>
          </p:cNvPr>
          <p:cNvSpPr txBox="1">
            <a:spLocks/>
          </p:cNvSpPr>
          <p:nvPr/>
        </p:nvSpPr>
        <p:spPr>
          <a:xfrm>
            <a:off x="341984" y="2654300"/>
            <a:ext cx="7190704" cy="1316038"/>
          </a:xfrm>
          <a:prstGeom prst="rect">
            <a:avLst/>
          </a:prstGeom>
        </p:spPr>
        <p:txBody>
          <a:bodyPr lIns="0" rIns="0"/>
          <a:lstStyle>
            <a:lvl1pPr marL="0" indent="0" algn="l" defTabSz="914400" rtl="0" eaLnBrk="1" latinLnBrk="0" hangingPunct="1">
              <a:lnSpc>
                <a:spcPct val="90000"/>
              </a:lnSpc>
              <a:spcBef>
                <a:spcPts val="0"/>
              </a:spcBef>
              <a:buClr>
                <a:srgbClr val="00DFF8"/>
              </a:buClr>
              <a:buFontTx/>
              <a:buNone/>
              <a:defRPr sz="2800" kern="1200">
                <a:solidFill>
                  <a:schemeClr val="accent3"/>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8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2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28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28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Version 1.1</a:t>
            </a:r>
            <a:endParaRPr lang="en-GR" dirty="0"/>
          </a:p>
        </p:txBody>
      </p:sp>
    </p:spTree>
    <p:extLst>
      <p:ext uri="{BB962C8B-B14F-4D97-AF65-F5344CB8AC3E}">
        <p14:creationId xmlns:p14="http://schemas.microsoft.com/office/powerpoint/2010/main" val="2777978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3688DF-4EBC-2E5A-F94E-C05C0B84FD04}"/>
              </a:ext>
            </a:extLst>
          </p:cNvPr>
          <p:cNvSpPr>
            <a:spLocks noGrp="1"/>
          </p:cNvSpPr>
          <p:nvPr>
            <p:ph idx="1"/>
          </p:nvPr>
        </p:nvSpPr>
        <p:spPr>
          <a:xfrm>
            <a:off x="345226" y="1217046"/>
            <a:ext cx="11510224" cy="5092274"/>
          </a:xfrm>
        </p:spPr>
        <p:txBody>
          <a:bodyPr/>
          <a:lstStyle/>
          <a:p>
            <a:pPr>
              <a:tabLst>
                <a:tab pos="439738" algn="l"/>
              </a:tabLst>
            </a:pPr>
            <a:r>
              <a:rPr lang="en-GR" dirty="0">
                <a:solidFill>
                  <a:schemeClr val="accent2"/>
                </a:solidFill>
              </a:rPr>
              <a:t>01</a:t>
            </a:r>
            <a:r>
              <a:rPr lang="en-GR" dirty="0"/>
              <a:t>	Instructions</a:t>
            </a:r>
          </a:p>
          <a:p>
            <a:pPr>
              <a:tabLst>
                <a:tab pos="439738" algn="l"/>
              </a:tabLst>
            </a:pPr>
            <a:r>
              <a:rPr lang="en-GR" dirty="0">
                <a:solidFill>
                  <a:schemeClr val="accent2"/>
                </a:solidFill>
              </a:rPr>
              <a:t>02</a:t>
            </a:r>
            <a:r>
              <a:rPr lang="en-GR" dirty="0"/>
              <a:t>	Covers</a:t>
            </a:r>
          </a:p>
          <a:p>
            <a:pPr>
              <a:tabLst>
                <a:tab pos="439738" algn="l"/>
              </a:tabLst>
            </a:pPr>
            <a:r>
              <a:rPr lang="en-GR" dirty="0">
                <a:solidFill>
                  <a:schemeClr val="accent2"/>
                </a:solidFill>
              </a:rPr>
              <a:t>03</a:t>
            </a:r>
            <a:r>
              <a:rPr lang="en-GR" dirty="0"/>
              <a:t>	Contents</a:t>
            </a:r>
          </a:p>
          <a:p>
            <a:pPr>
              <a:tabLst>
                <a:tab pos="439738" algn="l"/>
              </a:tabLst>
            </a:pPr>
            <a:r>
              <a:rPr lang="en-GR" dirty="0">
                <a:solidFill>
                  <a:schemeClr val="accent2"/>
                </a:solidFill>
              </a:rPr>
              <a:t>04</a:t>
            </a:r>
            <a:r>
              <a:rPr lang="en-GR" dirty="0"/>
              <a:t>	Dividers</a:t>
            </a:r>
          </a:p>
          <a:p>
            <a:pPr>
              <a:tabLst>
                <a:tab pos="439738" algn="l"/>
              </a:tabLst>
            </a:pPr>
            <a:r>
              <a:rPr lang="en-GR" dirty="0">
                <a:solidFill>
                  <a:schemeClr val="accent2"/>
                </a:solidFill>
              </a:rPr>
              <a:t>05</a:t>
            </a:r>
            <a:r>
              <a:rPr lang="en-GR" dirty="0"/>
              <a:t>	Sample Pages</a:t>
            </a:r>
          </a:p>
          <a:p>
            <a:pPr>
              <a:tabLst>
                <a:tab pos="439738" algn="l"/>
              </a:tabLst>
            </a:pPr>
            <a:r>
              <a:rPr lang="en-GR" dirty="0">
                <a:solidFill>
                  <a:schemeClr val="accent2"/>
                </a:solidFill>
              </a:rPr>
              <a:t>06</a:t>
            </a:r>
            <a:r>
              <a:rPr lang="en-GR" dirty="0"/>
              <a:t>	Examples of Sample Pages</a:t>
            </a:r>
          </a:p>
          <a:p>
            <a:pPr>
              <a:tabLst>
                <a:tab pos="439738" algn="l"/>
              </a:tabLst>
            </a:pPr>
            <a:r>
              <a:rPr lang="en-GR" dirty="0">
                <a:solidFill>
                  <a:schemeClr val="accent2"/>
                </a:solidFill>
              </a:rPr>
              <a:t>07</a:t>
            </a:r>
            <a:r>
              <a:rPr lang="en-GR" dirty="0"/>
              <a:t>	Charts &amp; Infographics</a:t>
            </a:r>
          </a:p>
          <a:p>
            <a:pPr>
              <a:tabLst>
                <a:tab pos="439738" algn="l"/>
              </a:tabLst>
            </a:pPr>
            <a:r>
              <a:rPr lang="en-GR" dirty="0">
                <a:solidFill>
                  <a:schemeClr val="accent2"/>
                </a:solidFill>
              </a:rPr>
              <a:t>08</a:t>
            </a:r>
            <a:r>
              <a:rPr lang="en-GR" dirty="0"/>
              <a:t>	Tables</a:t>
            </a:r>
          </a:p>
          <a:p>
            <a:pPr>
              <a:tabLst>
                <a:tab pos="439738" algn="l"/>
              </a:tabLst>
            </a:pPr>
            <a:r>
              <a:rPr lang="en-GR" dirty="0">
                <a:solidFill>
                  <a:schemeClr val="accent2"/>
                </a:solidFill>
              </a:rPr>
              <a:t>09</a:t>
            </a:r>
            <a:r>
              <a:rPr lang="en-GR" dirty="0"/>
              <a:t>	Contact Page</a:t>
            </a:r>
          </a:p>
          <a:p>
            <a:pPr>
              <a:tabLst>
                <a:tab pos="439738" algn="l"/>
              </a:tabLst>
            </a:pPr>
            <a:r>
              <a:rPr lang="en-GR" dirty="0">
                <a:solidFill>
                  <a:schemeClr val="accent2"/>
                </a:solidFill>
              </a:rPr>
              <a:t>10 </a:t>
            </a:r>
            <a:r>
              <a:rPr lang="en-GR" dirty="0"/>
              <a:t>	Back Covers</a:t>
            </a:r>
          </a:p>
          <a:p>
            <a:pPr>
              <a:tabLst>
                <a:tab pos="439738" algn="l"/>
              </a:tabLst>
            </a:pPr>
            <a:r>
              <a:rPr lang="en-GR" dirty="0">
                <a:solidFill>
                  <a:schemeClr val="accent2"/>
                </a:solidFill>
              </a:rPr>
              <a:t>11	</a:t>
            </a:r>
            <a:r>
              <a:rPr lang="en-GR" dirty="0"/>
              <a:t>Segment Logos</a:t>
            </a:r>
          </a:p>
        </p:txBody>
      </p:sp>
      <p:sp>
        <p:nvSpPr>
          <p:cNvPr id="11" name="Title 10">
            <a:extLst>
              <a:ext uri="{FF2B5EF4-FFF2-40B4-BE49-F238E27FC236}">
                <a16:creationId xmlns:a16="http://schemas.microsoft.com/office/drawing/2014/main" id="{AEA20178-D98D-769A-4083-42A8BF26FD1A}"/>
              </a:ext>
            </a:extLst>
          </p:cNvPr>
          <p:cNvSpPr>
            <a:spLocks noGrp="1"/>
          </p:cNvSpPr>
          <p:nvPr>
            <p:ph type="title"/>
          </p:nvPr>
        </p:nvSpPr>
        <p:spPr/>
        <p:txBody>
          <a:bodyPr/>
          <a:lstStyle/>
          <a:p>
            <a:r>
              <a:rPr lang="en-GR" dirty="0"/>
              <a:t>Contents</a:t>
            </a:r>
          </a:p>
        </p:txBody>
      </p:sp>
      <p:sp>
        <p:nvSpPr>
          <p:cNvPr id="6" name="Slide Number Placeholder 5">
            <a:extLst>
              <a:ext uri="{FF2B5EF4-FFF2-40B4-BE49-F238E27FC236}">
                <a16:creationId xmlns:a16="http://schemas.microsoft.com/office/drawing/2014/main" id="{BFA38974-F028-3ABB-AF89-E7CD1BDDE7A3}"/>
              </a:ext>
            </a:extLst>
          </p:cNvPr>
          <p:cNvSpPr>
            <a:spLocks noGrp="1"/>
          </p:cNvSpPr>
          <p:nvPr>
            <p:ph type="sldNum" sz="quarter" idx="12"/>
          </p:nvPr>
        </p:nvSpPr>
        <p:spPr>
          <a:xfrm>
            <a:off x="11179867" y="6542940"/>
            <a:ext cx="684000" cy="138499"/>
          </a:xfrm>
        </p:spPr>
        <p:txBody>
          <a:bodyPr/>
          <a:lstStyle/>
          <a:p>
            <a:fld id="{233F7D93-8529-0F4E-AF24-E7C8656CB0BF}" type="slidenum">
              <a:rPr lang="en-GR" smtClean="0"/>
              <a:pPr/>
              <a:t>2</a:t>
            </a:fld>
            <a:endParaRPr lang="en-GR"/>
          </a:p>
        </p:txBody>
      </p:sp>
    </p:spTree>
    <p:extLst>
      <p:ext uri="{BB962C8B-B14F-4D97-AF65-F5344CB8AC3E}">
        <p14:creationId xmlns:p14="http://schemas.microsoft.com/office/powerpoint/2010/main" val="4182700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DEA2BF4-C5B5-0CEC-8422-C9B8E40699E5}"/>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3</a:t>
            </a:fld>
            <a:endParaRPr lang="en-GR"/>
          </a:p>
        </p:txBody>
      </p:sp>
      <p:sp>
        <p:nvSpPr>
          <p:cNvPr id="5" name="Title 4">
            <a:extLst>
              <a:ext uri="{FF2B5EF4-FFF2-40B4-BE49-F238E27FC236}">
                <a16:creationId xmlns:a16="http://schemas.microsoft.com/office/drawing/2014/main" id="{34AF78EC-5A60-BF24-3A98-46624EF635DF}"/>
              </a:ext>
            </a:extLst>
          </p:cNvPr>
          <p:cNvSpPr>
            <a:spLocks noGrp="1"/>
          </p:cNvSpPr>
          <p:nvPr>
            <p:ph type="ctrTitle"/>
          </p:nvPr>
        </p:nvSpPr>
        <p:spPr>
          <a:xfrm>
            <a:off x="335360" y="2592681"/>
            <a:ext cx="1059080" cy="928652"/>
          </a:xfrm>
          <a:prstGeom prst="rect">
            <a:avLst/>
          </a:prstGeom>
        </p:spPr>
        <p:txBody>
          <a:bodyPr/>
          <a:lstStyle/>
          <a:p>
            <a:r>
              <a:rPr lang="en-GR"/>
              <a:t>01</a:t>
            </a:r>
          </a:p>
        </p:txBody>
      </p:sp>
      <p:sp>
        <p:nvSpPr>
          <p:cNvPr id="6" name="Text Placeholder 5">
            <a:extLst>
              <a:ext uri="{FF2B5EF4-FFF2-40B4-BE49-F238E27FC236}">
                <a16:creationId xmlns:a16="http://schemas.microsoft.com/office/drawing/2014/main" id="{0F90B9E1-83EF-3674-E382-98988C05298B}"/>
              </a:ext>
            </a:extLst>
          </p:cNvPr>
          <p:cNvSpPr>
            <a:spLocks noGrp="1"/>
          </p:cNvSpPr>
          <p:nvPr>
            <p:ph type="body" sz="quarter" idx="16"/>
          </p:nvPr>
        </p:nvSpPr>
        <p:spPr>
          <a:xfrm>
            <a:off x="1703514" y="2592682"/>
            <a:ext cx="4896543" cy="928652"/>
          </a:xfrm>
        </p:spPr>
        <p:txBody>
          <a:bodyPr/>
          <a:lstStyle/>
          <a:p>
            <a:r>
              <a:rPr lang="en-GR"/>
              <a:t>Instructions</a:t>
            </a:r>
          </a:p>
        </p:txBody>
      </p:sp>
    </p:spTree>
    <p:extLst>
      <p:ext uri="{BB962C8B-B14F-4D97-AF65-F5344CB8AC3E}">
        <p14:creationId xmlns:p14="http://schemas.microsoft.com/office/powerpoint/2010/main" val="2082299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82F37D0-A88D-1414-6A28-C9C003E7D362}"/>
              </a:ext>
            </a:extLst>
          </p:cNvPr>
          <p:cNvSpPr>
            <a:spLocks noGrp="1"/>
          </p:cNvSpPr>
          <p:nvPr>
            <p:ph type="ctrTitle"/>
          </p:nvPr>
        </p:nvSpPr>
        <p:spPr>
          <a:xfrm>
            <a:off x="332316" y="548681"/>
            <a:ext cx="5037767" cy="139397"/>
          </a:xfrm>
        </p:spPr>
        <p:txBody>
          <a:bodyPr/>
          <a:lstStyle/>
          <a:p>
            <a:r>
              <a:rPr lang="el-GR"/>
              <a:t>Οδηγίες</a:t>
            </a:r>
            <a:endParaRPr lang="en-GR"/>
          </a:p>
        </p:txBody>
      </p:sp>
      <p:sp>
        <p:nvSpPr>
          <p:cNvPr id="7" name="Text Placeholder 6">
            <a:extLst>
              <a:ext uri="{FF2B5EF4-FFF2-40B4-BE49-F238E27FC236}">
                <a16:creationId xmlns:a16="http://schemas.microsoft.com/office/drawing/2014/main" id="{4D50D807-9751-3632-1FE9-E85F7F9989E9}"/>
              </a:ext>
            </a:extLst>
          </p:cNvPr>
          <p:cNvSpPr>
            <a:spLocks noGrp="1"/>
          </p:cNvSpPr>
          <p:nvPr>
            <p:ph type="body" sz="quarter" idx="14"/>
          </p:nvPr>
        </p:nvSpPr>
        <p:spPr>
          <a:xfrm>
            <a:off x="332317" y="1603338"/>
            <a:ext cx="5028083" cy="4705981"/>
          </a:xfrm>
        </p:spPr>
        <p:txBody>
          <a:bodyPr vert="horz" wrap="square" lIns="0" tIns="0" rIns="0" bIns="0" rtlCol="0" anchor="t" anchorCtr="0">
            <a:normAutofit/>
          </a:bodyPr>
          <a:lstStyle/>
          <a:p>
            <a:r>
              <a:rPr lang="el-GR"/>
              <a:t>Έτοιμες διαφάνειες</a:t>
            </a:r>
          </a:p>
          <a:p>
            <a:r>
              <a:rPr lang="el-GR"/>
              <a:t>Στο </a:t>
            </a:r>
            <a:r>
              <a:rPr lang="en-GB"/>
              <a:t>tab</a:t>
            </a:r>
            <a:r>
              <a:rPr lang="el-GR"/>
              <a:t> Μ</a:t>
            </a:r>
            <a:r>
              <a:rPr lang="en-GB" err="1"/>
              <a:t>enu</a:t>
            </a:r>
            <a:r>
              <a:rPr lang="en-GB"/>
              <a:t> View, </a:t>
            </a:r>
            <a:r>
              <a:rPr lang="el-GR"/>
              <a:t>επιλέγοντας </a:t>
            </a:r>
            <a:r>
              <a:rPr lang="en-GB"/>
              <a:t>Slide Sorter </a:t>
            </a:r>
            <a:r>
              <a:rPr lang="el-GR"/>
              <a:t>και κάνοντας κλικ στην κατηγορία</a:t>
            </a:r>
            <a:br>
              <a:rPr lang="en-US"/>
            </a:br>
            <a:r>
              <a:rPr lang="el-GR"/>
              <a:t>που μας ενδιαφέρει εμφανίζονται οι διαθέσιμες διαφάνειες.</a:t>
            </a:r>
          </a:p>
          <a:p>
            <a:endParaRPr lang="el-GR"/>
          </a:p>
        </p:txBody>
      </p:sp>
      <p:sp>
        <p:nvSpPr>
          <p:cNvPr id="8" name="Text Placeholder 7">
            <a:extLst>
              <a:ext uri="{FF2B5EF4-FFF2-40B4-BE49-F238E27FC236}">
                <a16:creationId xmlns:a16="http://schemas.microsoft.com/office/drawing/2014/main" id="{7233134C-A529-5153-69BF-7E8514126351}"/>
              </a:ext>
            </a:extLst>
          </p:cNvPr>
          <p:cNvSpPr>
            <a:spLocks noGrp="1"/>
          </p:cNvSpPr>
          <p:nvPr>
            <p:ph type="body" sz="quarter" idx="16"/>
          </p:nvPr>
        </p:nvSpPr>
        <p:spPr>
          <a:xfrm>
            <a:off x="342000" y="924129"/>
            <a:ext cx="5028083" cy="334515"/>
          </a:xfrm>
        </p:spPr>
        <p:txBody>
          <a:bodyPr/>
          <a:lstStyle/>
          <a:p>
            <a:r>
              <a:rPr lang="el-GR"/>
              <a:t>Προσθήκη</a:t>
            </a:r>
            <a:r>
              <a:rPr lang="en-GB"/>
              <a:t> </a:t>
            </a:r>
            <a:r>
              <a:rPr lang="el-GR"/>
              <a:t>νέας διαφάνειας</a:t>
            </a:r>
            <a:endParaRPr lang="en-GB"/>
          </a:p>
        </p:txBody>
      </p:sp>
      <p:sp>
        <p:nvSpPr>
          <p:cNvPr id="4" name="Slide Number Placeholder 3">
            <a:extLst>
              <a:ext uri="{FF2B5EF4-FFF2-40B4-BE49-F238E27FC236}">
                <a16:creationId xmlns:a16="http://schemas.microsoft.com/office/drawing/2014/main" id="{EA4DF0D0-9474-865F-CEE5-BBB293065E5F}"/>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4</a:t>
            </a:fld>
            <a:endParaRPr lang="en-GR"/>
          </a:p>
        </p:txBody>
      </p:sp>
      <p:grpSp>
        <p:nvGrpSpPr>
          <p:cNvPr id="9" name="Group 8">
            <a:extLst>
              <a:ext uri="{FF2B5EF4-FFF2-40B4-BE49-F238E27FC236}">
                <a16:creationId xmlns:a16="http://schemas.microsoft.com/office/drawing/2014/main" id="{7DCAA8FF-2BFC-DDB1-0D89-FBCC00BD62B9}"/>
              </a:ext>
            </a:extLst>
          </p:cNvPr>
          <p:cNvGrpSpPr/>
          <p:nvPr/>
        </p:nvGrpSpPr>
        <p:grpSpPr>
          <a:xfrm>
            <a:off x="1727385" y="1944283"/>
            <a:ext cx="8737230" cy="3708933"/>
            <a:chOff x="341313" y="1944281"/>
            <a:chExt cx="8737230" cy="3708933"/>
          </a:xfrm>
        </p:grpSpPr>
        <p:pic>
          <p:nvPicPr>
            <p:cNvPr id="5" name="Picture 4">
              <a:extLst>
                <a:ext uri="{FF2B5EF4-FFF2-40B4-BE49-F238E27FC236}">
                  <a16:creationId xmlns:a16="http://schemas.microsoft.com/office/drawing/2014/main" id="{EABE5B32-4F92-5752-7AC5-F001565B3BA3}"/>
                </a:ext>
              </a:extLst>
            </p:cNvPr>
            <p:cNvPicPr>
              <a:picLocks noChangeAspect="1"/>
            </p:cNvPicPr>
            <p:nvPr/>
          </p:nvPicPr>
          <p:blipFill>
            <a:blip r:embed="rId2"/>
            <a:srcRect/>
            <a:stretch/>
          </p:blipFill>
          <p:spPr>
            <a:xfrm>
              <a:off x="341313" y="3356990"/>
              <a:ext cx="8501767" cy="883517"/>
            </a:xfrm>
            <a:prstGeom prst="rect">
              <a:avLst/>
            </a:prstGeom>
          </p:spPr>
        </p:pic>
        <p:pic>
          <p:nvPicPr>
            <p:cNvPr id="1030" name="Picture 1029">
              <a:extLst>
                <a:ext uri="{FF2B5EF4-FFF2-40B4-BE49-F238E27FC236}">
                  <a16:creationId xmlns:a16="http://schemas.microsoft.com/office/drawing/2014/main" id="{4172E514-EBAB-D12F-567E-CF7246DF06C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248160" y="1944281"/>
              <a:ext cx="1830383" cy="3708933"/>
            </a:xfrm>
            <a:prstGeom prst="rect">
              <a:avLst/>
            </a:prstGeom>
          </p:spPr>
        </p:pic>
        <p:sp>
          <p:nvSpPr>
            <p:cNvPr id="1033" name="Oval 1032">
              <a:extLst>
                <a:ext uri="{FF2B5EF4-FFF2-40B4-BE49-F238E27FC236}">
                  <a16:creationId xmlns:a16="http://schemas.microsoft.com/office/drawing/2014/main" id="{D5AF7DE8-5694-C82A-164B-5FC827017562}"/>
                </a:ext>
              </a:extLst>
            </p:cNvPr>
            <p:cNvSpPr/>
            <p:nvPr/>
          </p:nvSpPr>
          <p:spPr>
            <a:xfrm>
              <a:off x="924748" y="3601011"/>
              <a:ext cx="761512" cy="761512"/>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NL" sz="1200">
                <a:solidFill>
                  <a:schemeClr val="tx1"/>
                </a:solidFill>
              </a:endParaRPr>
            </a:p>
          </p:txBody>
        </p:sp>
      </p:grpSp>
    </p:spTree>
    <p:extLst>
      <p:ext uri="{BB962C8B-B14F-4D97-AF65-F5344CB8AC3E}">
        <p14:creationId xmlns:p14="http://schemas.microsoft.com/office/powerpoint/2010/main" val="2650086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82F37D0-A88D-1414-6A28-C9C003E7D362}"/>
              </a:ext>
            </a:extLst>
          </p:cNvPr>
          <p:cNvSpPr>
            <a:spLocks noGrp="1"/>
          </p:cNvSpPr>
          <p:nvPr>
            <p:ph type="ctrTitle"/>
          </p:nvPr>
        </p:nvSpPr>
        <p:spPr>
          <a:xfrm>
            <a:off x="332316" y="548681"/>
            <a:ext cx="5037767" cy="139397"/>
          </a:xfrm>
        </p:spPr>
        <p:txBody>
          <a:bodyPr/>
          <a:lstStyle/>
          <a:p>
            <a:r>
              <a:rPr lang="el-GR"/>
              <a:t>Οδηγίες</a:t>
            </a:r>
            <a:endParaRPr lang="en-GR"/>
          </a:p>
        </p:txBody>
      </p:sp>
      <p:sp>
        <p:nvSpPr>
          <p:cNvPr id="7" name="Text Placeholder 6">
            <a:extLst>
              <a:ext uri="{FF2B5EF4-FFF2-40B4-BE49-F238E27FC236}">
                <a16:creationId xmlns:a16="http://schemas.microsoft.com/office/drawing/2014/main" id="{4D50D807-9751-3632-1FE9-E85F7F9989E9}"/>
              </a:ext>
            </a:extLst>
          </p:cNvPr>
          <p:cNvSpPr>
            <a:spLocks noGrp="1"/>
          </p:cNvSpPr>
          <p:nvPr>
            <p:ph type="body" sz="quarter" idx="14"/>
          </p:nvPr>
        </p:nvSpPr>
        <p:spPr>
          <a:xfrm>
            <a:off x="332316" y="1603338"/>
            <a:ext cx="5490967" cy="4705981"/>
          </a:xfrm>
        </p:spPr>
        <p:txBody>
          <a:bodyPr vert="horz" wrap="square" lIns="0" tIns="0" rIns="0" bIns="0" rtlCol="0" anchor="t" anchorCtr="0">
            <a:normAutofit/>
          </a:bodyPr>
          <a:lstStyle/>
          <a:p>
            <a:r>
              <a:rPr lang="el-GR"/>
              <a:t>Εγκεκριμένα πρότυπα</a:t>
            </a:r>
          </a:p>
          <a:p>
            <a:r>
              <a:rPr lang="el-GR"/>
              <a:t>Στο </a:t>
            </a:r>
            <a:r>
              <a:rPr lang="en-GB"/>
              <a:t>tab Insert, </a:t>
            </a:r>
            <a:r>
              <a:rPr lang="el-GR"/>
              <a:t>επιλέγοντας </a:t>
            </a:r>
            <a:r>
              <a:rPr lang="en-GB"/>
              <a:t>New Slide </a:t>
            </a:r>
            <a:r>
              <a:rPr lang="el-GR"/>
              <a:t>εμφανίζονται τα εγκεκριμένα </a:t>
            </a:r>
            <a:r>
              <a:rPr lang="en-GB"/>
              <a:t>templates </a:t>
            </a:r>
            <a:r>
              <a:rPr lang="el-GR"/>
              <a:t>προς </a:t>
            </a:r>
            <a:r>
              <a:rPr lang="en-US"/>
              <a:t> </a:t>
            </a:r>
            <a:r>
              <a:rPr lang="el-GR"/>
              <a:t>χρήση.</a:t>
            </a:r>
          </a:p>
        </p:txBody>
      </p:sp>
      <p:sp>
        <p:nvSpPr>
          <p:cNvPr id="8" name="Text Placeholder 7">
            <a:extLst>
              <a:ext uri="{FF2B5EF4-FFF2-40B4-BE49-F238E27FC236}">
                <a16:creationId xmlns:a16="http://schemas.microsoft.com/office/drawing/2014/main" id="{7233134C-A529-5153-69BF-7E8514126351}"/>
              </a:ext>
            </a:extLst>
          </p:cNvPr>
          <p:cNvSpPr>
            <a:spLocks noGrp="1"/>
          </p:cNvSpPr>
          <p:nvPr>
            <p:ph type="body" sz="quarter" idx="16"/>
          </p:nvPr>
        </p:nvSpPr>
        <p:spPr>
          <a:xfrm>
            <a:off x="342000" y="924129"/>
            <a:ext cx="5028083" cy="334515"/>
          </a:xfrm>
        </p:spPr>
        <p:txBody>
          <a:bodyPr/>
          <a:lstStyle/>
          <a:p>
            <a:r>
              <a:rPr lang="el-GR"/>
              <a:t>Προσθήκη</a:t>
            </a:r>
            <a:r>
              <a:rPr lang="en-GB"/>
              <a:t> </a:t>
            </a:r>
            <a:r>
              <a:rPr lang="el-GR"/>
              <a:t>νέας διαφάνειας</a:t>
            </a:r>
            <a:endParaRPr lang="en-GB"/>
          </a:p>
        </p:txBody>
      </p:sp>
      <p:sp>
        <p:nvSpPr>
          <p:cNvPr id="4" name="Slide Number Placeholder 3">
            <a:extLst>
              <a:ext uri="{FF2B5EF4-FFF2-40B4-BE49-F238E27FC236}">
                <a16:creationId xmlns:a16="http://schemas.microsoft.com/office/drawing/2014/main" id="{EA4DF0D0-9474-865F-CEE5-BBB293065E5F}"/>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5</a:t>
            </a:fld>
            <a:endParaRPr lang="en-GR"/>
          </a:p>
        </p:txBody>
      </p:sp>
      <p:grpSp>
        <p:nvGrpSpPr>
          <p:cNvPr id="11" name="Group 10">
            <a:extLst>
              <a:ext uri="{FF2B5EF4-FFF2-40B4-BE49-F238E27FC236}">
                <a16:creationId xmlns:a16="http://schemas.microsoft.com/office/drawing/2014/main" id="{BA1267FE-94B9-CC3E-8BB3-DF29ACCD869A}"/>
              </a:ext>
            </a:extLst>
          </p:cNvPr>
          <p:cNvGrpSpPr/>
          <p:nvPr/>
        </p:nvGrpSpPr>
        <p:grpSpPr>
          <a:xfrm>
            <a:off x="1366005" y="2130950"/>
            <a:ext cx="9459990" cy="4090126"/>
            <a:chOff x="1366005" y="2130950"/>
            <a:chExt cx="9459990" cy="4090126"/>
          </a:xfrm>
        </p:grpSpPr>
        <p:pic>
          <p:nvPicPr>
            <p:cNvPr id="1031" name="Picture 1030">
              <a:extLst>
                <a:ext uri="{FF2B5EF4-FFF2-40B4-BE49-F238E27FC236}">
                  <a16:creationId xmlns:a16="http://schemas.microsoft.com/office/drawing/2014/main" id="{06515A15-8C9A-3F61-57B4-53112FA20A9F}"/>
                </a:ext>
              </a:extLst>
            </p:cNvPr>
            <p:cNvPicPr>
              <a:picLocks noChangeAspect="1"/>
            </p:cNvPicPr>
            <p:nvPr/>
          </p:nvPicPr>
          <p:blipFill>
            <a:blip r:embed="rId2"/>
            <a:srcRect/>
            <a:stretch/>
          </p:blipFill>
          <p:spPr>
            <a:xfrm>
              <a:off x="1366005" y="3485371"/>
              <a:ext cx="9136800" cy="881929"/>
            </a:xfrm>
            <a:prstGeom prst="rect">
              <a:avLst/>
            </a:prstGeom>
          </p:spPr>
        </p:pic>
        <p:sp>
          <p:nvSpPr>
            <p:cNvPr id="1032" name="Oval 1031">
              <a:extLst>
                <a:ext uri="{FF2B5EF4-FFF2-40B4-BE49-F238E27FC236}">
                  <a16:creationId xmlns:a16="http://schemas.microsoft.com/office/drawing/2014/main" id="{C3031BA0-5BFF-FF9F-020E-C43E47226EB1}"/>
                </a:ext>
              </a:extLst>
            </p:cNvPr>
            <p:cNvSpPr/>
            <p:nvPr/>
          </p:nvSpPr>
          <p:spPr>
            <a:xfrm>
              <a:off x="2461069" y="3710307"/>
              <a:ext cx="761512" cy="761512"/>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NL" sz="1200">
                <a:solidFill>
                  <a:schemeClr val="tx1"/>
                </a:solidFill>
              </a:endParaRPr>
            </a:p>
          </p:txBody>
        </p:sp>
        <p:sp>
          <p:nvSpPr>
            <p:cNvPr id="10" name="Trapezium 9">
              <a:extLst>
                <a:ext uri="{FF2B5EF4-FFF2-40B4-BE49-F238E27FC236}">
                  <a16:creationId xmlns:a16="http://schemas.microsoft.com/office/drawing/2014/main" id="{50353986-8170-A770-8103-A3DF6DDEE987}"/>
                </a:ext>
              </a:extLst>
            </p:cNvPr>
            <p:cNvSpPr/>
            <p:nvPr/>
          </p:nvSpPr>
          <p:spPr>
            <a:xfrm rot="16200000">
              <a:off x="3170421" y="2048662"/>
              <a:ext cx="4090126" cy="4254701"/>
            </a:xfrm>
            <a:prstGeom prst="trapezoid">
              <a:avLst>
                <a:gd name="adj" fmla="val 105084"/>
              </a:avLst>
            </a:prstGeom>
            <a:gradFill>
              <a:gsLst>
                <a:gs pos="0">
                  <a:schemeClr val="accent1">
                    <a:alpha val="0"/>
                    <a:lumMod val="0"/>
                    <a:lumOff val="100000"/>
                  </a:schemeClr>
                </a:gs>
                <a:gs pos="100000">
                  <a:schemeClr val="accent3">
                    <a:alpha val="31649"/>
                  </a:schemeClr>
                </a:gs>
              </a:gsLst>
              <a:lin ang="54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NL" sz="1200">
                <a:solidFill>
                  <a:schemeClr val="tx1"/>
                </a:solidFill>
              </a:endParaRPr>
            </a:p>
          </p:txBody>
        </p:sp>
        <p:pic>
          <p:nvPicPr>
            <p:cNvPr id="9" name="Picture 8">
              <a:extLst>
                <a:ext uri="{FF2B5EF4-FFF2-40B4-BE49-F238E27FC236}">
                  <a16:creationId xmlns:a16="http://schemas.microsoft.com/office/drawing/2014/main" id="{6A42AF5A-5CEF-B1C8-0715-99B30C4BF18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342835" y="2130950"/>
              <a:ext cx="3483160" cy="4090126"/>
            </a:xfrm>
            <a:prstGeom prst="rect">
              <a:avLst/>
            </a:prstGeom>
          </p:spPr>
        </p:pic>
      </p:grpSp>
    </p:spTree>
    <p:extLst>
      <p:ext uri="{BB962C8B-B14F-4D97-AF65-F5344CB8AC3E}">
        <p14:creationId xmlns:p14="http://schemas.microsoft.com/office/powerpoint/2010/main" val="1468687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82F37D0-A88D-1414-6A28-C9C003E7D362}"/>
              </a:ext>
            </a:extLst>
          </p:cNvPr>
          <p:cNvSpPr>
            <a:spLocks noGrp="1"/>
          </p:cNvSpPr>
          <p:nvPr>
            <p:ph type="ctrTitle"/>
          </p:nvPr>
        </p:nvSpPr>
        <p:spPr>
          <a:xfrm>
            <a:off x="332316" y="548681"/>
            <a:ext cx="5037767" cy="139397"/>
          </a:xfrm>
        </p:spPr>
        <p:txBody>
          <a:bodyPr/>
          <a:lstStyle/>
          <a:p>
            <a:r>
              <a:rPr lang="el-GR"/>
              <a:t>Οδηγίες</a:t>
            </a:r>
            <a:endParaRPr lang="en-GR"/>
          </a:p>
        </p:txBody>
      </p:sp>
      <p:sp>
        <p:nvSpPr>
          <p:cNvPr id="7" name="Text Placeholder 6">
            <a:extLst>
              <a:ext uri="{FF2B5EF4-FFF2-40B4-BE49-F238E27FC236}">
                <a16:creationId xmlns:a16="http://schemas.microsoft.com/office/drawing/2014/main" id="{4D50D807-9751-3632-1FE9-E85F7F9989E9}"/>
              </a:ext>
            </a:extLst>
          </p:cNvPr>
          <p:cNvSpPr>
            <a:spLocks noGrp="1"/>
          </p:cNvSpPr>
          <p:nvPr>
            <p:ph type="body" sz="quarter" idx="14"/>
          </p:nvPr>
        </p:nvSpPr>
        <p:spPr>
          <a:xfrm>
            <a:off x="332317" y="1603338"/>
            <a:ext cx="6232112" cy="4705981"/>
          </a:xfrm>
        </p:spPr>
        <p:txBody>
          <a:bodyPr vert="horz" wrap="square" lIns="0" tIns="0" rIns="0" bIns="0" rtlCol="0" anchor="t" anchorCtr="0">
            <a:noAutofit/>
          </a:bodyPr>
          <a:lstStyle/>
          <a:p>
            <a:r>
              <a:rPr lang="el-GR"/>
              <a:t>Για εισαγωγή νέου </a:t>
            </a:r>
            <a:r>
              <a:rPr lang="en-US"/>
              <a:t>Sample page, </a:t>
            </a:r>
            <a:r>
              <a:rPr lang="el-GR"/>
              <a:t>επιλέγουμε στο </a:t>
            </a:r>
            <a:r>
              <a:rPr lang="en-US"/>
              <a:t>slide </a:t>
            </a:r>
            <a:r>
              <a:rPr lang="el-GR"/>
              <a:t>που θέλουμε και πατάμε </a:t>
            </a:r>
            <a:r>
              <a:rPr lang="en-US"/>
              <a:t>Duplicate Slide (Step 1)</a:t>
            </a:r>
            <a:br>
              <a:rPr lang="en-US"/>
            </a:br>
            <a:r>
              <a:rPr lang="el-GR"/>
              <a:t>και</a:t>
            </a:r>
            <a:r>
              <a:rPr lang="en-US"/>
              <a:t> </a:t>
            </a:r>
            <a:r>
              <a:rPr lang="el-GR"/>
              <a:t>στο </a:t>
            </a:r>
            <a:r>
              <a:rPr lang="en-US"/>
              <a:t>slide </a:t>
            </a:r>
            <a:r>
              <a:rPr lang="el-GR"/>
              <a:t>που δημιουργήθηκε κάνουμε κλικ στο εικονίδιο και εισάγουμε την εικόνα (</a:t>
            </a:r>
            <a:r>
              <a:rPr lang="en-US"/>
              <a:t>Step 2).</a:t>
            </a:r>
            <a:endParaRPr lang="en-GR"/>
          </a:p>
        </p:txBody>
      </p:sp>
      <p:sp>
        <p:nvSpPr>
          <p:cNvPr id="8" name="Text Placeholder 7">
            <a:extLst>
              <a:ext uri="{FF2B5EF4-FFF2-40B4-BE49-F238E27FC236}">
                <a16:creationId xmlns:a16="http://schemas.microsoft.com/office/drawing/2014/main" id="{7233134C-A529-5153-69BF-7E8514126351}"/>
              </a:ext>
            </a:extLst>
          </p:cNvPr>
          <p:cNvSpPr>
            <a:spLocks noGrp="1"/>
          </p:cNvSpPr>
          <p:nvPr>
            <p:ph type="body" sz="quarter" idx="16"/>
          </p:nvPr>
        </p:nvSpPr>
        <p:spPr>
          <a:xfrm>
            <a:off x="342000" y="924129"/>
            <a:ext cx="5028083" cy="334515"/>
          </a:xfrm>
        </p:spPr>
        <p:txBody>
          <a:bodyPr/>
          <a:lstStyle/>
          <a:p>
            <a:r>
              <a:rPr lang="el-GR"/>
              <a:t>Δείγματα σελίδων</a:t>
            </a:r>
            <a:endParaRPr lang="en-GR"/>
          </a:p>
        </p:txBody>
      </p:sp>
      <p:sp>
        <p:nvSpPr>
          <p:cNvPr id="4" name="Slide Number Placeholder 3">
            <a:extLst>
              <a:ext uri="{FF2B5EF4-FFF2-40B4-BE49-F238E27FC236}">
                <a16:creationId xmlns:a16="http://schemas.microsoft.com/office/drawing/2014/main" id="{EA4DF0D0-9474-865F-CEE5-BBB293065E5F}"/>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6</a:t>
            </a:fld>
            <a:endParaRPr lang="en-GR"/>
          </a:p>
        </p:txBody>
      </p:sp>
      <p:grpSp>
        <p:nvGrpSpPr>
          <p:cNvPr id="9" name="Group 8">
            <a:extLst>
              <a:ext uri="{FF2B5EF4-FFF2-40B4-BE49-F238E27FC236}">
                <a16:creationId xmlns:a16="http://schemas.microsoft.com/office/drawing/2014/main" id="{C6FC0DD8-DC71-8C8F-0887-2AD2F64A2397}"/>
              </a:ext>
            </a:extLst>
          </p:cNvPr>
          <p:cNvGrpSpPr/>
          <p:nvPr/>
        </p:nvGrpSpPr>
        <p:grpSpPr>
          <a:xfrm>
            <a:off x="1444640" y="2420470"/>
            <a:ext cx="9302725" cy="3295828"/>
            <a:chOff x="537795" y="2797542"/>
            <a:chExt cx="9302725" cy="3295828"/>
          </a:xfrm>
        </p:grpSpPr>
        <p:pic>
          <p:nvPicPr>
            <p:cNvPr id="5" name="Picture 4" descr="A screenshot of a computer&#10;&#10;Description automatically generated">
              <a:extLst>
                <a:ext uri="{FF2B5EF4-FFF2-40B4-BE49-F238E27FC236}">
                  <a16:creationId xmlns:a16="http://schemas.microsoft.com/office/drawing/2014/main" id="{FCE0C0EF-D839-1A47-1A37-41C3708BBDDD}"/>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391115" y="3168107"/>
              <a:ext cx="5449405" cy="2880400"/>
            </a:xfrm>
            <a:prstGeom prst="rect">
              <a:avLst/>
            </a:prstGeom>
          </p:spPr>
        </p:pic>
        <p:pic>
          <p:nvPicPr>
            <p:cNvPr id="1030" name="Picture 1029" descr="A screenshot of a computer&#10;&#10;Description automatically generated">
              <a:extLst>
                <a:ext uri="{FF2B5EF4-FFF2-40B4-BE49-F238E27FC236}">
                  <a16:creationId xmlns:a16="http://schemas.microsoft.com/office/drawing/2014/main" id="{757A03C7-FDDB-308F-1753-4057FE4318A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37795" y="3168107"/>
              <a:ext cx="2880400" cy="2880400"/>
            </a:xfrm>
            <a:prstGeom prst="rect">
              <a:avLst/>
            </a:prstGeom>
          </p:spPr>
        </p:pic>
        <p:cxnSp>
          <p:nvCxnSpPr>
            <p:cNvPr id="1031" name="Straight Connector 1030">
              <a:extLst>
                <a:ext uri="{FF2B5EF4-FFF2-40B4-BE49-F238E27FC236}">
                  <a16:creationId xmlns:a16="http://schemas.microsoft.com/office/drawing/2014/main" id="{6F1544E7-7F3A-6A23-C4E8-0A2297C106C2}"/>
                </a:ext>
              </a:extLst>
            </p:cNvPr>
            <p:cNvCxnSpPr>
              <a:cxnSpLocks/>
            </p:cNvCxnSpPr>
            <p:nvPr/>
          </p:nvCxnSpPr>
          <p:spPr>
            <a:xfrm>
              <a:off x="3953347" y="2797542"/>
              <a:ext cx="0" cy="3295828"/>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032" name="Oval 1031">
              <a:extLst>
                <a:ext uri="{FF2B5EF4-FFF2-40B4-BE49-F238E27FC236}">
                  <a16:creationId xmlns:a16="http://schemas.microsoft.com/office/drawing/2014/main" id="{6DF140DD-CB0F-D358-D9C6-D03392DDD567}"/>
                </a:ext>
              </a:extLst>
            </p:cNvPr>
            <p:cNvSpPr/>
            <p:nvPr/>
          </p:nvSpPr>
          <p:spPr>
            <a:xfrm>
              <a:off x="8112280" y="4149100"/>
              <a:ext cx="761512" cy="761512"/>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NL" sz="1200">
                <a:solidFill>
                  <a:schemeClr val="tx1"/>
                </a:solidFill>
              </a:endParaRPr>
            </a:p>
          </p:txBody>
        </p:sp>
        <p:sp>
          <p:nvSpPr>
            <p:cNvPr id="1036" name="Oval 1035">
              <a:extLst>
                <a:ext uri="{FF2B5EF4-FFF2-40B4-BE49-F238E27FC236}">
                  <a16:creationId xmlns:a16="http://schemas.microsoft.com/office/drawing/2014/main" id="{DE2FFA75-0213-62B4-8103-927B420B7A88}"/>
                </a:ext>
              </a:extLst>
            </p:cNvPr>
            <p:cNvSpPr/>
            <p:nvPr/>
          </p:nvSpPr>
          <p:spPr>
            <a:xfrm>
              <a:off x="1127310" y="4278855"/>
              <a:ext cx="761512" cy="761512"/>
            </a:xfrm>
            <a:prstGeom prst="ellipse">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NL" sz="1200">
                <a:solidFill>
                  <a:schemeClr val="tx1"/>
                </a:solidFill>
              </a:endParaRPr>
            </a:p>
          </p:txBody>
        </p:sp>
        <p:sp>
          <p:nvSpPr>
            <p:cNvPr id="1037" name="Title 1">
              <a:extLst>
                <a:ext uri="{FF2B5EF4-FFF2-40B4-BE49-F238E27FC236}">
                  <a16:creationId xmlns:a16="http://schemas.microsoft.com/office/drawing/2014/main" id="{37CBCA3D-ADE2-D485-1AB5-48EE8C3EA151}"/>
                </a:ext>
              </a:extLst>
            </p:cNvPr>
            <p:cNvSpPr txBox="1">
              <a:spLocks/>
            </p:cNvSpPr>
            <p:nvPr/>
          </p:nvSpPr>
          <p:spPr>
            <a:xfrm>
              <a:off x="537795" y="2797542"/>
              <a:ext cx="1403296" cy="298556"/>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a:solidFill>
                    <a:srgbClr val="003841"/>
                  </a:solidFill>
                  <a:latin typeface="Aptos" panose="020B0004020202020204" pitchFamily="34" charset="0"/>
                  <a:ea typeface="Tahoma" panose="020B0604030504040204" pitchFamily="34" charset="0"/>
                  <a:cs typeface="Tahoma" panose="020B0604030504040204" pitchFamily="34" charset="0"/>
                </a:rPr>
                <a:t>Step 1</a:t>
              </a:r>
              <a:endParaRPr lang="en-GR" sz="1400">
                <a:solidFill>
                  <a:srgbClr val="003841"/>
                </a:solidFill>
                <a:latin typeface="Aptos" panose="020B0004020202020204" pitchFamily="34" charset="0"/>
                <a:ea typeface="Tahoma" panose="020B0604030504040204" pitchFamily="34" charset="0"/>
                <a:cs typeface="Tahoma" panose="020B0604030504040204" pitchFamily="34" charset="0"/>
              </a:endParaRPr>
            </a:p>
          </p:txBody>
        </p:sp>
        <p:sp>
          <p:nvSpPr>
            <p:cNvPr id="1038" name="Title 1">
              <a:extLst>
                <a:ext uri="{FF2B5EF4-FFF2-40B4-BE49-F238E27FC236}">
                  <a16:creationId xmlns:a16="http://schemas.microsoft.com/office/drawing/2014/main" id="{28D44998-8BDC-2C81-B2A6-553EE6674D07}"/>
                </a:ext>
              </a:extLst>
            </p:cNvPr>
            <p:cNvSpPr txBox="1">
              <a:spLocks/>
            </p:cNvSpPr>
            <p:nvPr/>
          </p:nvSpPr>
          <p:spPr>
            <a:xfrm>
              <a:off x="4391115" y="2797542"/>
              <a:ext cx="1403296" cy="298556"/>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a:solidFill>
                    <a:srgbClr val="003841"/>
                  </a:solidFill>
                  <a:latin typeface="Aptos" panose="020B0004020202020204" pitchFamily="34" charset="0"/>
                  <a:ea typeface="Tahoma" panose="020B0604030504040204" pitchFamily="34" charset="0"/>
                  <a:cs typeface="Tahoma" panose="020B0604030504040204" pitchFamily="34" charset="0"/>
                </a:rPr>
                <a:t>Step 2</a:t>
              </a:r>
              <a:endParaRPr lang="en-GR" sz="1400">
                <a:solidFill>
                  <a:srgbClr val="003841"/>
                </a:solidFill>
                <a:latin typeface="Aptos" panose="020B0004020202020204" pitchFamily="34" charset="0"/>
                <a:ea typeface="Tahoma" panose="020B0604030504040204" pitchFamily="34" charset="0"/>
                <a:cs typeface="Tahoma" panose="020B0604030504040204" pitchFamily="34" charset="0"/>
              </a:endParaRPr>
            </a:p>
          </p:txBody>
        </p:sp>
      </p:grpSp>
    </p:spTree>
    <p:extLst>
      <p:ext uri="{BB962C8B-B14F-4D97-AF65-F5344CB8AC3E}">
        <p14:creationId xmlns:p14="http://schemas.microsoft.com/office/powerpoint/2010/main" val="348464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82F37D0-A88D-1414-6A28-C9C003E7D362}"/>
              </a:ext>
            </a:extLst>
          </p:cNvPr>
          <p:cNvSpPr>
            <a:spLocks noGrp="1"/>
          </p:cNvSpPr>
          <p:nvPr>
            <p:ph type="ctrTitle"/>
          </p:nvPr>
        </p:nvSpPr>
        <p:spPr>
          <a:xfrm>
            <a:off x="332316" y="548681"/>
            <a:ext cx="5037767" cy="139397"/>
          </a:xfrm>
        </p:spPr>
        <p:txBody>
          <a:bodyPr/>
          <a:lstStyle/>
          <a:p>
            <a:r>
              <a:rPr lang="el-GR"/>
              <a:t>Οδηγίες</a:t>
            </a:r>
            <a:endParaRPr lang="en-GR"/>
          </a:p>
        </p:txBody>
      </p:sp>
      <p:sp>
        <p:nvSpPr>
          <p:cNvPr id="7" name="Text Placeholder 6">
            <a:extLst>
              <a:ext uri="{FF2B5EF4-FFF2-40B4-BE49-F238E27FC236}">
                <a16:creationId xmlns:a16="http://schemas.microsoft.com/office/drawing/2014/main" id="{4D50D807-9751-3632-1FE9-E85F7F9989E9}"/>
              </a:ext>
            </a:extLst>
          </p:cNvPr>
          <p:cNvSpPr>
            <a:spLocks noGrp="1"/>
          </p:cNvSpPr>
          <p:nvPr>
            <p:ph type="body" sz="quarter" idx="14"/>
          </p:nvPr>
        </p:nvSpPr>
        <p:spPr>
          <a:xfrm>
            <a:off x="332317" y="1603338"/>
            <a:ext cx="4735626" cy="4705981"/>
          </a:xfrm>
        </p:spPr>
        <p:txBody>
          <a:bodyPr vert="horz" wrap="square" lIns="0" tIns="0" rIns="0" bIns="0" rtlCol="0" anchor="t" anchorCtr="0">
            <a:noAutofit/>
          </a:bodyPr>
          <a:lstStyle/>
          <a:p>
            <a:r>
              <a:rPr lang="el-GR"/>
              <a:t>Εδώ είναι τα χρώματα που μπορείτε να χρησιμοποιήσετε στις</a:t>
            </a:r>
            <a:br>
              <a:rPr lang="en-US"/>
            </a:br>
            <a:r>
              <a:rPr lang="el-GR"/>
              <a:t>παρουσιάσεις σας</a:t>
            </a:r>
            <a:r>
              <a:rPr lang="en-GB"/>
              <a:t>.</a:t>
            </a:r>
          </a:p>
          <a:p>
            <a:r>
              <a:rPr lang="el-GR"/>
              <a:t>Τα περισσότερα χρώματα είναι ενσωματωμένα στην παλέτα του </a:t>
            </a:r>
            <a:r>
              <a:rPr lang="en-GB"/>
              <a:t>PowerPoint:</a:t>
            </a:r>
          </a:p>
          <a:p>
            <a:endParaRPr lang="en-GR"/>
          </a:p>
        </p:txBody>
      </p:sp>
      <p:sp>
        <p:nvSpPr>
          <p:cNvPr id="8" name="Text Placeholder 7">
            <a:extLst>
              <a:ext uri="{FF2B5EF4-FFF2-40B4-BE49-F238E27FC236}">
                <a16:creationId xmlns:a16="http://schemas.microsoft.com/office/drawing/2014/main" id="{7233134C-A529-5153-69BF-7E8514126351}"/>
              </a:ext>
            </a:extLst>
          </p:cNvPr>
          <p:cNvSpPr>
            <a:spLocks noGrp="1"/>
          </p:cNvSpPr>
          <p:nvPr>
            <p:ph type="body" sz="quarter" idx="16"/>
          </p:nvPr>
        </p:nvSpPr>
        <p:spPr>
          <a:xfrm>
            <a:off x="342000" y="924129"/>
            <a:ext cx="5028083" cy="334515"/>
          </a:xfrm>
        </p:spPr>
        <p:txBody>
          <a:bodyPr/>
          <a:lstStyle/>
          <a:p>
            <a:r>
              <a:rPr lang="el-GR"/>
              <a:t>Χρώματα</a:t>
            </a:r>
            <a:endParaRPr lang="en-GR"/>
          </a:p>
        </p:txBody>
      </p:sp>
      <p:sp>
        <p:nvSpPr>
          <p:cNvPr id="5" name="Slide Number Placeholder 4">
            <a:extLst>
              <a:ext uri="{FF2B5EF4-FFF2-40B4-BE49-F238E27FC236}">
                <a16:creationId xmlns:a16="http://schemas.microsoft.com/office/drawing/2014/main" id="{E98B7608-FFF5-2D51-3FA4-694CDF2BC875}"/>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7</a:t>
            </a:fld>
            <a:endParaRPr lang="en-GR"/>
          </a:p>
        </p:txBody>
      </p:sp>
      <p:pic>
        <p:nvPicPr>
          <p:cNvPr id="84" name="Picture 83">
            <a:extLst>
              <a:ext uri="{FF2B5EF4-FFF2-40B4-BE49-F238E27FC236}">
                <a16:creationId xmlns:a16="http://schemas.microsoft.com/office/drawing/2014/main" id="{1989FCB1-1D8F-FEC2-E5B0-7A24EE599C1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42945" y="2583039"/>
            <a:ext cx="3401348" cy="3401348"/>
          </a:xfrm>
          <a:prstGeom prst="rect">
            <a:avLst/>
          </a:prstGeom>
        </p:spPr>
      </p:pic>
      <p:sp>
        <p:nvSpPr>
          <p:cNvPr id="44" name="Title 1">
            <a:extLst>
              <a:ext uri="{FF2B5EF4-FFF2-40B4-BE49-F238E27FC236}">
                <a16:creationId xmlns:a16="http://schemas.microsoft.com/office/drawing/2014/main" id="{830A95CA-5047-D974-699F-D18DD3D988A8}"/>
              </a:ext>
            </a:extLst>
          </p:cNvPr>
          <p:cNvSpPr txBox="1">
            <a:spLocks/>
          </p:cNvSpPr>
          <p:nvPr/>
        </p:nvSpPr>
        <p:spPr>
          <a:xfrm>
            <a:off x="5370084" y="1603340"/>
            <a:ext cx="4582366" cy="208953"/>
          </a:xfrm>
          <a:prstGeom prst="rect">
            <a:avLst/>
          </a:prstGeom>
        </p:spPr>
        <p:txBody>
          <a:bodyPr vert="horz" lIns="0" tIns="0" rIns="0" bIns="0" rtlCol="0" anchor="t">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l-GR" sz="1400" b="1">
                <a:solidFill>
                  <a:schemeClr val="accent1"/>
                </a:solidFill>
                <a:latin typeface="Aptos SemiBold" panose="020B0004020202020204" pitchFamily="34" charset="0"/>
                <a:ea typeface="Tahoma" panose="020B0604030504040204" pitchFamily="34" charset="0"/>
                <a:cs typeface="Tahoma" panose="020B0604030504040204" pitchFamily="34" charset="0"/>
              </a:rPr>
              <a:t>Βασική χρωματική παλέτα</a:t>
            </a:r>
            <a:endParaRPr lang="en-GR" sz="1400">
              <a:solidFill>
                <a:schemeClr val="accent1"/>
              </a:solidFill>
              <a:latin typeface="Aptos" panose="020B0004020202020204" pitchFamily="34" charset="0"/>
              <a:ea typeface="Tahoma" panose="020B0604030504040204" pitchFamily="34" charset="0"/>
              <a:cs typeface="Tahoma" panose="020B0604030504040204" pitchFamily="34" charset="0"/>
            </a:endParaRPr>
          </a:p>
        </p:txBody>
      </p:sp>
      <p:sp>
        <p:nvSpPr>
          <p:cNvPr id="55" name="Title 1">
            <a:extLst>
              <a:ext uri="{FF2B5EF4-FFF2-40B4-BE49-F238E27FC236}">
                <a16:creationId xmlns:a16="http://schemas.microsoft.com/office/drawing/2014/main" id="{14F76A42-6181-90EA-58DF-94CEAA761DFB}"/>
              </a:ext>
            </a:extLst>
          </p:cNvPr>
          <p:cNvSpPr txBox="1">
            <a:spLocks/>
          </p:cNvSpPr>
          <p:nvPr/>
        </p:nvSpPr>
        <p:spPr>
          <a:xfrm>
            <a:off x="5370084" y="3050370"/>
            <a:ext cx="4582366" cy="340512"/>
          </a:xfrm>
          <a:prstGeom prst="rect">
            <a:avLst/>
          </a:prstGeom>
        </p:spPr>
        <p:txBody>
          <a:bodyPr vert="horz" lIns="0" tIns="0" rIns="0" bIns="0" rtlCol="0" anchor="t">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l-GR" sz="1400">
                <a:solidFill>
                  <a:schemeClr val="accent1"/>
                </a:solidFill>
                <a:latin typeface="Aptos SemiBold" panose="020B0004020202020204" pitchFamily="34" charset="0"/>
                <a:ea typeface="Tahoma" panose="020B0604030504040204" pitchFamily="34" charset="0"/>
                <a:cs typeface="Tahoma" panose="020B0604030504040204" pitchFamily="34" charset="0"/>
              </a:rPr>
              <a:t>Δευτερεύουσα χρωματική παλέτα</a:t>
            </a:r>
            <a:br>
              <a:rPr lang="el-GR" sz="1400">
                <a:solidFill>
                  <a:schemeClr val="accent1"/>
                </a:solidFill>
                <a:latin typeface="Aptos SemiBold" panose="020B0004020202020204" pitchFamily="34" charset="0"/>
                <a:ea typeface="Tahoma" panose="020B0604030504040204" pitchFamily="34" charset="0"/>
                <a:cs typeface="Tahoma" panose="020B0604030504040204" pitchFamily="34" charset="0"/>
              </a:rPr>
            </a:br>
            <a:r>
              <a:rPr lang="en-US" sz="1100">
                <a:solidFill>
                  <a:schemeClr val="accent1"/>
                </a:solidFill>
                <a:latin typeface="Aptos" panose="020B0004020202020204" pitchFamily="34" charset="0"/>
                <a:ea typeface="Tahoma" panose="020B0604030504040204" pitchFamily="34" charset="0"/>
                <a:cs typeface="Tahoma" panose="020B0604030504040204" pitchFamily="34" charset="0"/>
              </a:rPr>
              <a:t>(</a:t>
            </a:r>
            <a:r>
              <a:rPr lang="el-GR" sz="1100">
                <a:solidFill>
                  <a:schemeClr val="accent1"/>
                </a:solidFill>
                <a:latin typeface="Aptos" panose="020B0004020202020204" pitchFamily="34" charset="0"/>
                <a:ea typeface="Tahoma" panose="020B0604030504040204" pitchFamily="34" charset="0"/>
                <a:cs typeface="Tahoma" panose="020B0604030504040204" pitchFamily="34" charset="0"/>
              </a:rPr>
              <a:t>επιπλέον χρώματα για χρήση σε γραφήματα και διαγράμματα</a:t>
            </a:r>
            <a:r>
              <a:rPr lang="en-US" sz="1100">
                <a:solidFill>
                  <a:schemeClr val="accent1"/>
                </a:solidFill>
                <a:latin typeface="Aptos" panose="020B0004020202020204" pitchFamily="34" charset="0"/>
                <a:ea typeface="Tahoma" panose="020B0604030504040204" pitchFamily="34" charset="0"/>
                <a:cs typeface="Tahoma" panose="020B0604030504040204" pitchFamily="34" charset="0"/>
              </a:rPr>
              <a:t>)</a:t>
            </a:r>
          </a:p>
        </p:txBody>
      </p:sp>
      <p:grpSp>
        <p:nvGrpSpPr>
          <p:cNvPr id="45" name="Group 44">
            <a:extLst>
              <a:ext uri="{FF2B5EF4-FFF2-40B4-BE49-F238E27FC236}">
                <a16:creationId xmlns:a16="http://schemas.microsoft.com/office/drawing/2014/main" id="{AA331D7C-0A98-0B55-9A85-3CE8924EAFCF}"/>
              </a:ext>
            </a:extLst>
          </p:cNvPr>
          <p:cNvGrpSpPr/>
          <p:nvPr/>
        </p:nvGrpSpPr>
        <p:grpSpPr>
          <a:xfrm>
            <a:off x="5370083" y="2004040"/>
            <a:ext cx="898240" cy="898240"/>
            <a:chOff x="3219958" y="1274444"/>
            <a:chExt cx="1436883" cy="1436883"/>
          </a:xfrm>
        </p:grpSpPr>
        <p:sp>
          <p:nvSpPr>
            <p:cNvPr id="46" name="Rectangle 45">
              <a:extLst>
                <a:ext uri="{FF2B5EF4-FFF2-40B4-BE49-F238E27FC236}">
                  <a16:creationId xmlns:a16="http://schemas.microsoft.com/office/drawing/2014/main" id="{54EC9B5D-6004-02B2-9498-CB35FB51E7C1}"/>
                </a:ext>
              </a:extLst>
            </p:cNvPr>
            <p:cNvSpPr/>
            <p:nvPr/>
          </p:nvSpPr>
          <p:spPr>
            <a:xfrm>
              <a:off x="3219958" y="1274444"/>
              <a:ext cx="1436883" cy="14368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200">
                <a:latin typeface="Aptos" panose="020B0004020202020204" pitchFamily="34" charset="0"/>
              </a:endParaRPr>
            </a:p>
          </p:txBody>
        </p:sp>
        <p:sp>
          <p:nvSpPr>
            <p:cNvPr id="47" name="Title 1">
              <a:extLst>
                <a:ext uri="{FF2B5EF4-FFF2-40B4-BE49-F238E27FC236}">
                  <a16:creationId xmlns:a16="http://schemas.microsoft.com/office/drawing/2014/main" id="{98BE3FB5-6D82-3AF2-55F5-240F586F5A6E}"/>
                </a:ext>
              </a:extLst>
            </p:cNvPr>
            <p:cNvSpPr txBox="1">
              <a:spLocks/>
            </p:cNvSpPr>
            <p:nvPr/>
          </p:nvSpPr>
          <p:spPr>
            <a:xfrm>
              <a:off x="3338477" y="2105770"/>
              <a:ext cx="835041" cy="511000"/>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800">
                  <a:solidFill>
                    <a:schemeClr val="bg1"/>
                  </a:solidFill>
                  <a:latin typeface="Aptos" panose="020B0004020202020204" pitchFamily="34" charset="0"/>
                  <a:ea typeface="Tahoma" panose="020B0604030504040204" pitchFamily="34" charset="0"/>
                  <a:cs typeface="Tahoma" panose="020B0604030504040204" pitchFamily="34" charset="0"/>
                </a:rPr>
                <a:t>Dark Teal</a:t>
              </a:r>
            </a:p>
            <a:p>
              <a:pPr>
                <a:lnSpc>
                  <a:spcPct val="100000"/>
                </a:lnSpc>
              </a:pPr>
              <a:r>
                <a:rPr lang="en-GR" sz="800">
                  <a:solidFill>
                    <a:schemeClr val="bg1"/>
                  </a:solidFill>
                  <a:latin typeface="Aptos" panose="020B0004020202020204" pitchFamily="34" charset="0"/>
                  <a:ea typeface="Tahoma" panose="020B0604030504040204" pitchFamily="34" charset="0"/>
                  <a:cs typeface="Tahoma" panose="020B0604030504040204" pitchFamily="34" charset="0"/>
                </a:rPr>
                <a:t>#003841</a:t>
              </a:r>
            </a:p>
          </p:txBody>
        </p:sp>
      </p:grpSp>
      <p:grpSp>
        <p:nvGrpSpPr>
          <p:cNvPr id="48" name="Group 47">
            <a:extLst>
              <a:ext uri="{FF2B5EF4-FFF2-40B4-BE49-F238E27FC236}">
                <a16:creationId xmlns:a16="http://schemas.microsoft.com/office/drawing/2014/main" id="{8E4FF26C-35A9-BBCA-2CA6-90AC0DBC1AF8}"/>
              </a:ext>
            </a:extLst>
          </p:cNvPr>
          <p:cNvGrpSpPr/>
          <p:nvPr/>
        </p:nvGrpSpPr>
        <p:grpSpPr>
          <a:xfrm>
            <a:off x="6494842" y="2004042"/>
            <a:ext cx="898241" cy="898241"/>
            <a:chOff x="5004530" y="1269000"/>
            <a:chExt cx="1442328" cy="1442328"/>
          </a:xfrm>
        </p:grpSpPr>
        <p:sp>
          <p:nvSpPr>
            <p:cNvPr id="50" name="Rectangle 49">
              <a:extLst>
                <a:ext uri="{FF2B5EF4-FFF2-40B4-BE49-F238E27FC236}">
                  <a16:creationId xmlns:a16="http://schemas.microsoft.com/office/drawing/2014/main" id="{AABE7582-9E49-48A5-8A39-1C4FA3C0898E}"/>
                </a:ext>
              </a:extLst>
            </p:cNvPr>
            <p:cNvSpPr/>
            <p:nvPr/>
          </p:nvSpPr>
          <p:spPr>
            <a:xfrm>
              <a:off x="5004530" y="1269000"/>
              <a:ext cx="1442328" cy="144232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200">
                <a:latin typeface="Aptos" panose="020B0004020202020204" pitchFamily="34" charset="0"/>
              </a:endParaRPr>
            </a:p>
          </p:txBody>
        </p:sp>
        <p:sp>
          <p:nvSpPr>
            <p:cNvPr id="51" name="Title 1">
              <a:extLst>
                <a:ext uri="{FF2B5EF4-FFF2-40B4-BE49-F238E27FC236}">
                  <a16:creationId xmlns:a16="http://schemas.microsoft.com/office/drawing/2014/main" id="{00317EC0-ED64-D2E3-B77A-CEC1DD0029CC}"/>
                </a:ext>
              </a:extLst>
            </p:cNvPr>
            <p:cNvSpPr txBox="1">
              <a:spLocks/>
            </p:cNvSpPr>
            <p:nvPr/>
          </p:nvSpPr>
          <p:spPr>
            <a:xfrm>
              <a:off x="5127011" y="2053562"/>
              <a:ext cx="1198415" cy="559744"/>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800">
                  <a:solidFill>
                    <a:schemeClr val="bg1"/>
                  </a:solidFill>
                  <a:latin typeface="Aptos" panose="020B0004020202020204" pitchFamily="34" charset="0"/>
                  <a:ea typeface="Tahoma" panose="020B0604030504040204" pitchFamily="34" charset="0"/>
                  <a:cs typeface="Tahoma" panose="020B0604030504040204" pitchFamily="34" charset="0"/>
                </a:rPr>
                <a:t>Teal</a:t>
              </a:r>
            </a:p>
            <a:p>
              <a:pPr>
                <a:lnSpc>
                  <a:spcPct val="100000"/>
                </a:lnSpc>
              </a:pPr>
              <a:r>
                <a:rPr lang="en-GB" sz="800">
                  <a:solidFill>
                    <a:schemeClr val="bg1"/>
                  </a:solidFill>
                  <a:latin typeface="Aptos" panose="020B0004020202020204" pitchFamily="34" charset="0"/>
                  <a:ea typeface="Tahoma" panose="020B0604030504040204" pitchFamily="34" charset="0"/>
                  <a:cs typeface="Tahoma" panose="020B0604030504040204" pitchFamily="34" charset="0"/>
                </a:rPr>
                <a:t>#007B85</a:t>
              </a:r>
              <a:endParaRPr lang="en-GR" sz="800">
                <a:solidFill>
                  <a:schemeClr val="bg1"/>
                </a:solidFill>
                <a:latin typeface="Aptos" panose="020B0004020202020204" pitchFamily="34" charset="0"/>
                <a:ea typeface="Tahoma" panose="020B0604030504040204" pitchFamily="34" charset="0"/>
                <a:cs typeface="Tahoma" panose="020B0604030504040204" pitchFamily="34" charset="0"/>
              </a:endParaRPr>
            </a:p>
          </p:txBody>
        </p:sp>
      </p:grpSp>
      <p:grpSp>
        <p:nvGrpSpPr>
          <p:cNvPr id="52" name="Group 51">
            <a:extLst>
              <a:ext uri="{FF2B5EF4-FFF2-40B4-BE49-F238E27FC236}">
                <a16:creationId xmlns:a16="http://schemas.microsoft.com/office/drawing/2014/main" id="{6696B9E0-75DE-532C-63AE-7BC2E07738D5}"/>
              </a:ext>
            </a:extLst>
          </p:cNvPr>
          <p:cNvGrpSpPr/>
          <p:nvPr/>
        </p:nvGrpSpPr>
        <p:grpSpPr>
          <a:xfrm>
            <a:off x="7619597" y="2004039"/>
            <a:ext cx="898240" cy="898240"/>
            <a:chOff x="6802540" y="1269000"/>
            <a:chExt cx="1442328" cy="1442328"/>
          </a:xfrm>
        </p:grpSpPr>
        <p:sp>
          <p:nvSpPr>
            <p:cNvPr id="53" name="Rectangle 52">
              <a:extLst>
                <a:ext uri="{FF2B5EF4-FFF2-40B4-BE49-F238E27FC236}">
                  <a16:creationId xmlns:a16="http://schemas.microsoft.com/office/drawing/2014/main" id="{D91DFF4F-FB69-33B2-43D0-A55541A5F072}"/>
                </a:ext>
              </a:extLst>
            </p:cNvPr>
            <p:cNvSpPr/>
            <p:nvPr/>
          </p:nvSpPr>
          <p:spPr>
            <a:xfrm>
              <a:off x="6802540" y="1269000"/>
              <a:ext cx="1442328" cy="144232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200">
                <a:latin typeface="Aptos" panose="020B0004020202020204" pitchFamily="34" charset="0"/>
              </a:endParaRPr>
            </a:p>
          </p:txBody>
        </p:sp>
        <p:sp>
          <p:nvSpPr>
            <p:cNvPr id="54" name="Title 1">
              <a:extLst>
                <a:ext uri="{FF2B5EF4-FFF2-40B4-BE49-F238E27FC236}">
                  <a16:creationId xmlns:a16="http://schemas.microsoft.com/office/drawing/2014/main" id="{731EB7CA-523E-020B-5347-0D0FCB08A568}"/>
                </a:ext>
              </a:extLst>
            </p:cNvPr>
            <p:cNvSpPr txBox="1">
              <a:spLocks/>
            </p:cNvSpPr>
            <p:nvPr/>
          </p:nvSpPr>
          <p:spPr>
            <a:xfrm>
              <a:off x="6950848" y="1912712"/>
              <a:ext cx="1105259" cy="700599"/>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l-GR" sz="800">
                  <a:solidFill>
                    <a:schemeClr val="bg1"/>
                  </a:solidFill>
                  <a:latin typeface="Aptos" panose="020B0004020202020204" pitchFamily="34" charset="0"/>
                  <a:ea typeface="Tahoma" panose="020B0604030504040204" pitchFamily="34" charset="0"/>
                  <a:cs typeface="Tahoma" panose="020B0604030504040204" pitchFamily="34" charset="0"/>
                </a:rPr>
                <a:t>Α</a:t>
              </a:r>
              <a:r>
                <a:rPr lang="en-US" sz="800">
                  <a:solidFill>
                    <a:schemeClr val="bg1"/>
                  </a:solidFill>
                  <a:latin typeface="Aptos" panose="020B0004020202020204" pitchFamily="34" charset="0"/>
                  <a:ea typeface="Tahoma" panose="020B0604030504040204" pitchFamily="34" charset="0"/>
                  <a:cs typeface="Tahoma" panose="020B0604030504040204" pitchFamily="34" charset="0"/>
                </a:rPr>
                <a:t>qua</a:t>
              </a:r>
              <a:br>
                <a:rPr lang="en-US" sz="800">
                  <a:solidFill>
                    <a:schemeClr val="bg1"/>
                  </a:solidFill>
                  <a:latin typeface="Aptos" panose="020B0004020202020204" pitchFamily="34" charset="0"/>
                  <a:ea typeface="Tahoma" panose="020B0604030504040204" pitchFamily="34" charset="0"/>
                  <a:cs typeface="Tahoma" panose="020B0604030504040204" pitchFamily="34" charset="0"/>
                </a:rPr>
              </a:br>
              <a:r>
                <a:rPr lang="en-US" sz="800">
                  <a:solidFill>
                    <a:schemeClr val="bg1"/>
                  </a:solidFill>
                  <a:latin typeface="Aptos" panose="020B0004020202020204" pitchFamily="34" charset="0"/>
                  <a:ea typeface="Tahoma" panose="020B0604030504040204" pitchFamily="34" charset="0"/>
                  <a:cs typeface="Tahoma" panose="020B0604030504040204" pitchFamily="34" charset="0"/>
                </a:rPr>
                <a:t>#</a:t>
              </a:r>
              <a:r>
                <a:rPr lang="en-GB" sz="800">
                  <a:solidFill>
                    <a:schemeClr val="bg1"/>
                  </a:solidFill>
                  <a:latin typeface="Aptos" panose="020B0004020202020204" pitchFamily="34" charset="0"/>
                  <a:ea typeface="Tahoma" panose="020B0604030504040204" pitchFamily="34" charset="0"/>
                  <a:cs typeface="Tahoma" panose="020B0604030504040204" pitchFamily="34" charset="0"/>
                </a:rPr>
                <a:t>00ADBF</a:t>
              </a:r>
              <a:endParaRPr lang="en-GR" sz="800">
                <a:solidFill>
                  <a:schemeClr val="bg1"/>
                </a:solidFill>
                <a:latin typeface="Aptos" panose="020B0004020202020204" pitchFamily="34" charset="0"/>
                <a:ea typeface="Tahoma" panose="020B0604030504040204" pitchFamily="34" charset="0"/>
                <a:cs typeface="Tahoma" panose="020B0604030504040204" pitchFamily="34" charset="0"/>
              </a:endParaRPr>
            </a:p>
          </p:txBody>
        </p:sp>
      </p:grpSp>
      <p:grpSp>
        <p:nvGrpSpPr>
          <p:cNvPr id="56" name="Group 55">
            <a:extLst>
              <a:ext uri="{FF2B5EF4-FFF2-40B4-BE49-F238E27FC236}">
                <a16:creationId xmlns:a16="http://schemas.microsoft.com/office/drawing/2014/main" id="{7CB1BD70-151D-0C7A-07C6-95983374D8CD}"/>
              </a:ext>
            </a:extLst>
          </p:cNvPr>
          <p:cNvGrpSpPr/>
          <p:nvPr/>
        </p:nvGrpSpPr>
        <p:grpSpPr>
          <a:xfrm>
            <a:off x="6462327" y="3512253"/>
            <a:ext cx="894474" cy="894474"/>
            <a:chOff x="4866768" y="3428228"/>
            <a:chExt cx="1436884" cy="1436884"/>
          </a:xfrm>
        </p:grpSpPr>
        <p:sp>
          <p:nvSpPr>
            <p:cNvPr id="57" name="Rectangle 56">
              <a:extLst>
                <a:ext uri="{FF2B5EF4-FFF2-40B4-BE49-F238E27FC236}">
                  <a16:creationId xmlns:a16="http://schemas.microsoft.com/office/drawing/2014/main" id="{9BE2DFCD-464B-382F-08F6-AB3C3301B9E3}"/>
                </a:ext>
              </a:extLst>
            </p:cNvPr>
            <p:cNvSpPr/>
            <p:nvPr/>
          </p:nvSpPr>
          <p:spPr>
            <a:xfrm>
              <a:off x="4866768" y="3428228"/>
              <a:ext cx="1436884" cy="1436884"/>
            </a:xfrm>
            <a:prstGeom prst="rect">
              <a:avLst/>
            </a:prstGeom>
            <a:solidFill>
              <a:srgbClr val="F5F8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200">
                <a:latin typeface="Aptos" panose="020B0004020202020204" pitchFamily="34" charset="0"/>
              </a:endParaRPr>
            </a:p>
          </p:txBody>
        </p:sp>
        <p:sp>
          <p:nvSpPr>
            <p:cNvPr id="58" name="Title 1">
              <a:extLst>
                <a:ext uri="{FF2B5EF4-FFF2-40B4-BE49-F238E27FC236}">
                  <a16:creationId xmlns:a16="http://schemas.microsoft.com/office/drawing/2014/main" id="{04BD4D49-A9D4-7C0B-4995-0D4EF80BFD65}"/>
                </a:ext>
              </a:extLst>
            </p:cNvPr>
            <p:cNvSpPr txBox="1">
              <a:spLocks/>
            </p:cNvSpPr>
            <p:nvPr/>
          </p:nvSpPr>
          <p:spPr>
            <a:xfrm>
              <a:off x="5006464" y="4325350"/>
              <a:ext cx="1203552" cy="445206"/>
            </a:xfrm>
            <a:prstGeom prst="rect">
              <a:avLst/>
            </a:prstGeom>
          </p:spPr>
          <p:txBody>
            <a:bodyPr vert="horz" lIns="0" tIns="0" rIns="0" bIns="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800">
                  <a:latin typeface="Aptos" panose="020B0004020202020204" pitchFamily="34" charset="0"/>
                  <a:ea typeface="Tahoma" panose="020B0604030504040204" pitchFamily="34" charset="0"/>
                  <a:cs typeface="Tahoma" panose="020B0604030504040204" pitchFamily="34" charset="0"/>
                </a:rPr>
                <a:t>Pale Grey</a:t>
              </a:r>
            </a:p>
            <a:p>
              <a:pPr>
                <a:lnSpc>
                  <a:spcPct val="100000"/>
                </a:lnSpc>
              </a:pPr>
              <a:r>
                <a:rPr lang="en-US" sz="800">
                  <a:latin typeface="Aptos" panose="020B0004020202020204" pitchFamily="34" charset="0"/>
                  <a:ea typeface="Tahoma" panose="020B0604030504040204" pitchFamily="34" charset="0"/>
                  <a:cs typeface="Tahoma" panose="020B0604030504040204" pitchFamily="34" charset="0"/>
                </a:rPr>
                <a:t>#F5F8F6</a:t>
              </a:r>
              <a:endParaRPr lang="en-GB" sz="800">
                <a:latin typeface="Aptos" panose="020B0004020202020204" pitchFamily="34" charset="0"/>
              </a:endParaRPr>
            </a:p>
          </p:txBody>
        </p:sp>
      </p:grpSp>
      <p:grpSp>
        <p:nvGrpSpPr>
          <p:cNvPr id="59" name="Group 58">
            <a:extLst>
              <a:ext uri="{FF2B5EF4-FFF2-40B4-BE49-F238E27FC236}">
                <a16:creationId xmlns:a16="http://schemas.microsoft.com/office/drawing/2014/main" id="{3A148E9E-F580-BFC2-248E-DA788030B348}"/>
              </a:ext>
            </a:extLst>
          </p:cNvPr>
          <p:cNvGrpSpPr/>
          <p:nvPr/>
        </p:nvGrpSpPr>
        <p:grpSpPr>
          <a:xfrm>
            <a:off x="7554571" y="3512253"/>
            <a:ext cx="894474" cy="894474"/>
            <a:chOff x="7050157" y="3429000"/>
            <a:chExt cx="1442329" cy="1442329"/>
          </a:xfrm>
        </p:grpSpPr>
        <p:sp>
          <p:nvSpPr>
            <p:cNvPr id="60" name="Rectangle 59">
              <a:extLst>
                <a:ext uri="{FF2B5EF4-FFF2-40B4-BE49-F238E27FC236}">
                  <a16:creationId xmlns:a16="http://schemas.microsoft.com/office/drawing/2014/main" id="{B8CCC3ED-AE2D-D353-F5AE-785B7D82B4C2}"/>
                </a:ext>
              </a:extLst>
            </p:cNvPr>
            <p:cNvSpPr/>
            <p:nvPr/>
          </p:nvSpPr>
          <p:spPr>
            <a:xfrm>
              <a:off x="7050157" y="3429000"/>
              <a:ext cx="1442329" cy="1442329"/>
            </a:xfrm>
            <a:prstGeom prst="rect">
              <a:avLst/>
            </a:prstGeom>
            <a:solidFill>
              <a:srgbClr val="FFFFFF"/>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200">
                <a:latin typeface="Aptos" panose="020B0004020202020204" pitchFamily="34" charset="0"/>
              </a:endParaRPr>
            </a:p>
          </p:txBody>
        </p:sp>
        <p:sp>
          <p:nvSpPr>
            <p:cNvPr id="61" name="Title 1">
              <a:extLst>
                <a:ext uri="{FF2B5EF4-FFF2-40B4-BE49-F238E27FC236}">
                  <a16:creationId xmlns:a16="http://schemas.microsoft.com/office/drawing/2014/main" id="{69EB5A90-0F2C-EF06-6A0E-33044E353C40}"/>
                </a:ext>
              </a:extLst>
            </p:cNvPr>
            <p:cNvSpPr txBox="1">
              <a:spLocks/>
            </p:cNvSpPr>
            <p:nvPr/>
          </p:nvSpPr>
          <p:spPr>
            <a:xfrm>
              <a:off x="7198466" y="4529924"/>
              <a:ext cx="693694" cy="268436"/>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800">
                  <a:solidFill>
                    <a:srgbClr val="003841"/>
                  </a:solidFill>
                  <a:latin typeface="Aptos" panose="020B0004020202020204" pitchFamily="34" charset="0"/>
                  <a:ea typeface="Tahoma" panose="020B0604030504040204" pitchFamily="34" charset="0"/>
                  <a:cs typeface="Tahoma" panose="020B0604030504040204" pitchFamily="34" charset="0"/>
                </a:rPr>
                <a:t>White</a:t>
              </a:r>
              <a:endParaRPr lang="el-GR" sz="800">
                <a:solidFill>
                  <a:srgbClr val="003841"/>
                </a:solidFill>
                <a:latin typeface="Aptos" panose="020B0004020202020204" pitchFamily="34" charset="0"/>
                <a:ea typeface="Tahoma" panose="020B0604030504040204" pitchFamily="34" charset="0"/>
                <a:cs typeface="Tahoma" panose="020B0604030504040204" pitchFamily="34" charset="0"/>
              </a:endParaRPr>
            </a:p>
            <a:p>
              <a:pPr>
                <a:lnSpc>
                  <a:spcPct val="100000"/>
                </a:lnSpc>
              </a:pPr>
              <a:r>
                <a:rPr lang="en-GR" sz="800">
                  <a:solidFill>
                    <a:srgbClr val="003841"/>
                  </a:solidFill>
                  <a:latin typeface="Aptos" panose="020B0004020202020204" pitchFamily="34" charset="0"/>
                  <a:ea typeface="Tahoma" panose="020B0604030504040204" pitchFamily="34" charset="0"/>
                  <a:cs typeface="Tahoma" panose="020B0604030504040204" pitchFamily="34" charset="0"/>
                </a:rPr>
                <a:t>#FFFFFF</a:t>
              </a:r>
            </a:p>
          </p:txBody>
        </p:sp>
      </p:grpSp>
      <p:grpSp>
        <p:nvGrpSpPr>
          <p:cNvPr id="62" name="Group 61">
            <a:extLst>
              <a:ext uri="{FF2B5EF4-FFF2-40B4-BE49-F238E27FC236}">
                <a16:creationId xmlns:a16="http://schemas.microsoft.com/office/drawing/2014/main" id="{9185AC4E-44C9-7852-0C8F-272D392447BB}"/>
              </a:ext>
            </a:extLst>
          </p:cNvPr>
          <p:cNvGrpSpPr/>
          <p:nvPr/>
        </p:nvGrpSpPr>
        <p:grpSpPr>
          <a:xfrm>
            <a:off x="5370085" y="4851988"/>
            <a:ext cx="894475" cy="894475"/>
            <a:chOff x="3219958" y="1274444"/>
            <a:chExt cx="1436883" cy="1436883"/>
          </a:xfrm>
        </p:grpSpPr>
        <p:sp>
          <p:nvSpPr>
            <p:cNvPr id="63" name="Rectangle 62">
              <a:extLst>
                <a:ext uri="{FF2B5EF4-FFF2-40B4-BE49-F238E27FC236}">
                  <a16:creationId xmlns:a16="http://schemas.microsoft.com/office/drawing/2014/main" id="{263E4BC7-162B-CB25-3A18-C3CED0F6A369}"/>
                </a:ext>
              </a:extLst>
            </p:cNvPr>
            <p:cNvSpPr/>
            <p:nvPr/>
          </p:nvSpPr>
          <p:spPr>
            <a:xfrm>
              <a:off x="3219958" y="1274444"/>
              <a:ext cx="1436883" cy="1436883"/>
            </a:xfrm>
            <a:prstGeom prst="rect">
              <a:avLst/>
            </a:prstGeom>
            <a:solidFill>
              <a:srgbClr val="0D9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200">
                <a:latin typeface="Aptos" panose="020B0004020202020204" pitchFamily="34" charset="0"/>
              </a:endParaRPr>
            </a:p>
          </p:txBody>
        </p:sp>
        <p:sp>
          <p:nvSpPr>
            <p:cNvPr id="64" name="Title 1">
              <a:extLst>
                <a:ext uri="{FF2B5EF4-FFF2-40B4-BE49-F238E27FC236}">
                  <a16:creationId xmlns:a16="http://schemas.microsoft.com/office/drawing/2014/main" id="{45B8F4CA-F783-3494-C8F7-E7ACA769BDA9}"/>
                </a:ext>
              </a:extLst>
            </p:cNvPr>
            <p:cNvSpPr txBox="1">
              <a:spLocks/>
            </p:cNvSpPr>
            <p:nvPr/>
          </p:nvSpPr>
          <p:spPr>
            <a:xfrm>
              <a:off x="3338476" y="2105770"/>
              <a:ext cx="1214061" cy="511000"/>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800">
                  <a:solidFill>
                    <a:schemeClr val="bg1"/>
                  </a:solidFill>
                  <a:latin typeface="Aptos" panose="020B0004020202020204" pitchFamily="34" charset="0"/>
                  <a:ea typeface="Tahoma" panose="020B0604030504040204" pitchFamily="34" charset="0"/>
                  <a:cs typeface="Tahoma" panose="020B0604030504040204" pitchFamily="34" charset="0"/>
                </a:rPr>
                <a:t>Business Blue</a:t>
              </a:r>
              <a:br>
                <a:rPr lang="en-US" sz="800">
                  <a:solidFill>
                    <a:schemeClr val="bg1"/>
                  </a:solidFill>
                  <a:latin typeface="Aptos" panose="020B0004020202020204" pitchFamily="34" charset="0"/>
                  <a:ea typeface="Tahoma" panose="020B0604030504040204" pitchFamily="34" charset="0"/>
                  <a:cs typeface="Tahoma" panose="020B0604030504040204" pitchFamily="34" charset="0"/>
                </a:rPr>
              </a:br>
              <a:r>
                <a:rPr lang="en-US" sz="800">
                  <a:solidFill>
                    <a:schemeClr val="bg1"/>
                  </a:solidFill>
                  <a:latin typeface="Aptos" panose="020B0004020202020204" pitchFamily="34" charset="0"/>
                  <a:ea typeface="Tahoma" panose="020B0604030504040204" pitchFamily="34" charset="0"/>
                  <a:cs typeface="Tahoma" panose="020B0604030504040204" pitchFamily="34" charset="0"/>
                </a:rPr>
                <a:t>#0D90FF</a:t>
              </a:r>
              <a:endParaRPr lang="en-GR" sz="800">
                <a:solidFill>
                  <a:schemeClr val="bg1"/>
                </a:solidFill>
                <a:latin typeface="Aptos" panose="020B0004020202020204" pitchFamily="34" charset="0"/>
                <a:ea typeface="Tahoma" panose="020B0604030504040204" pitchFamily="34" charset="0"/>
                <a:cs typeface="Tahoma" panose="020B0604030504040204" pitchFamily="34" charset="0"/>
              </a:endParaRPr>
            </a:p>
          </p:txBody>
        </p:sp>
      </p:grpSp>
      <p:grpSp>
        <p:nvGrpSpPr>
          <p:cNvPr id="65" name="Group 64">
            <a:extLst>
              <a:ext uri="{FF2B5EF4-FFF2-40B4-BE49-F238E27FC236}">
                <a16:creationId xmlns:a16="http://schemas.microsoft.com/office/drawing/2014/main" id="{10A15DF1-F12F-70C8-1C96-5027D06EA7E3}"/>
              </a:ext>
            </a:extLst>
          </p:cNvPr>
          <p:cNvGrpSpPr/>
          <p:nvPr/>
        </p:nvGrpSpPr>
        <p:grpSpPr>
          <a:xfrm>
            <a:off x="6454581" y="4847561"/>
            <a:ext cx="903329" cy="903329"/>
            <a:chOff x="3219958" y="1274444"/>
            <a:chExt cx="1436883" cy="1436883"/>
          </a:xfrm>
        </p:grpSpPr>
        <p:sp>
          <p:nvSpPr>
            <p:cNvPr id="66" name="Rectangle 65">
              <a:extLst>
                <a:ext uri="{FF2B5EF4-FFF2-40B4-BE49-F238E27FC236}">
                  <a16:creationId xmlns:a16="http://schemas.microsoft.com/office/drawing/2014/main" id="{DFD55871-5817-C402-909C-3E48935EAB9C}"/>
                </a:ext>
              </a:extLst>
            </p:cNvPr>
            <p:cNvSpPr/>
            <p:nvPr/>
          </p:nvSpPr>
          <p:spPr>
            <a:xfrm>
              <a:off x="3219958" y="1274444"/>
              <a:ext cx="1436883" cy="1436883"/>
            </a:xfrm>
            <a:prstGeom prst="rect">
              <a:avLst/>
            </a:prstGeom>
            <a:solidFill>
              <a:srgbClr val="73AF3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200">
                <a:latin typeface="Aptos" panose="020B0004020202020204" pitchFamily="34" charset="0"/>
              </a:endParaRPr>
            </a:p>
          </p:txBody>
        </p:sp>
        <p:sp>
          <p:nvSpPr>
            <p:cNvPr id="67" name="Title 1">
              <a:extLst>
                <a:ext uri="{FF2B5EF4-FFF2-40B4-BE49-F238E27FC236}">
                  <a16:creationId xmlns:a16="http://schemas.microsoft.com/office/drawing/2014/main" id="{5F02C736-97CF-D972-C6CA-054685B05A0F}"/>
                </a:ext>
              </a:extLst>
            </p:cNvPr>
            <p:cNvSpPr txBox="1">
              <a:spLocks/>
            </p:cNvSpPr>
            <p:nvPr/>
          </p:nvSpPr>
          <p:spPr>
            <a:xfrm>
              <a:off x="3338478" y="2105770"/>
              <a:ext cx="1219300" cy="511000"/>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800">
                  <a:latin typeface="Aptos" panose="020B0004020202020204" pitchFamily="34" charset="0"/>
                  <a:ea typeface="Tahoma" panose="020B0604030504040204" pitchFamily="34" charset="0"/>
                  <a:cs typeface="Tahoma" panose="020B0604030504040204" pitchFamily="34" charset="0"/>
                </a:rPr>
                <a:t>Corporate Green</a:t>
              </a:r>
              <a:br>
                <a:rPr lang="en-US" sz="800">
                  <a:latin typeface="Aptos" panose="020B0004020202020204" pitchFamily="34" charset="0"/>
                  <a:ea typeface="Tahoma" panose="020B0604030504040204" pitchFamily="34" charset="0"/>
                  <a:cs typeface="Tahoma" panose="020B0604030504040204" pitchFamily="34" charset="0"/>
                </a:rPr>
              </a:br>
              <a:r>
                <a:rPr lang="en-US" sz="800">
                  <a:latin typeface="Aptos" panose="020B0004020202020204" pitchFamily="34" charset="0"/>
                  <a:ea typeface="Tahoma" panose="020B0604030504040204" pitchFamily="34" charset="0"/>
                  <a:cs typeface="Tahoma" panose="020B0604030504040204" pitchFamily="34" charset="0"/>
                </a:rPr>
                <a:t>#73AF3C</a:t>
              </a:r>
              <a:endParaRPr lang="en-GR" sz="800">
                <a:latin typeface="Aptos" panose="020B0004020202020204" pitchFamily="34" charset="0"/>
                <a:ea typeface="Tahoma" panose="020B0604030504040204" pitchFamily="34" charset="0"/>
                <a:cs typeface="Tahoma" panose="020B0604030504040204" pitchFamily="34" charset="0"/>
              </a:endParaRPr>
            </a:p>
          </p:txBody>
        </p:sp>
      </p:grpSp>
      <p:grpSp>
        <p:nvGrpSpPr>
          <p:cNvPr id="68" name="Group 67">
            <a:extLst>
              <a:ext uri="{FF2B5EF4-FFF2-40B4-BE49-F238E27FC236}">
                <a16:creationId xmlns:a16="http://schemas.microsoft.com/office/drawing/2014/main" id="{65080EFA-ABDE-147B-15A0-DF2F39B2A471}"/>
              </a:ext>
            </a:extLst>
          </p:cNvPr>
          <p:cNvGrpSpPr/>
          <p:nvPr/>
        </p:nvGrpSpPr>
        <p:grpSpPr>
          <a:xfrm>
            <a:off x="7547930" y="4847558"/>
            <a:ext cx="903330" cy="903330"/>
            <a:chOff x="3219958" y="1274444"/>
            <a:chExt cx="1436883" cy="1436883"/>
          </a:xfrm>
        </p:grpSpPr>
        <p:sp>
          <p:nvSpPr>
            <p:cNvPr id="69" name="Rectangle 68">
              <a:extLst>
                <a:ext uri="{FF2B5EF4-FFF2-40B4-BE49-F238E27FC236}">
                  <a16:creationId xmlns:a16="http://schemas.microsoft.com/office/drawing/2014/main" id="{7AA118E3-8907-8A31-AF3F-9E5676528255}"/>
                </a:ext>
              </a:extLst>
            </p:cNvPr>
            <p:cNvSpPr/>
            <p:nvPr/>
          </p:nvSpPr>
          <p:spPr>
            <a:xfrm>
              <a:off x="3219958" y="1274444"/>
              <a:ext cx="1436883" cy="1436883"/>
            </a:xfrm>
            <a:prstGeom prst="rect">
              <a:avLst/>
            </a:prstGeom>
            <a:solidFill>
              <a:srgbClr val="D9A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200">
                <a:latin typeface="Aptos" panose="020B0004020202020204" pitchFamily="34" charset="0"/>
              </a:endParaRPr>
            </a:p>
          </p:txBody>
        </p:sp>
        <p:sp>
          <p:nvSpPr>
            <p:cNvPr id="70" name="Title 1">
              <a:extLst>
                <a:ext uri="{FF2B5EF4-FFF2-40B4-BE49-F238E27FC236}">
                  <a16:creationId xmlns:a16="http://schemas.microsoft.com/office/drawing/2014/main" id="{F99FAAB6-4295-FC2C-B29A-F0FC810438CB}"/>
                </a:ext>
              </a:extLst>
            </p:cNvPr>
            <p:cNvSpPr txBox="1">
              <a:spLocks/>
            </p:cNvSpPr>
            <p:nvPr/>
          </p:nvSpPr>
          <p:spPr>
            <a:xfrm>
              <a:off x="3338477" y="2105769"/>
              <a:ext cx="1202553" cy="511000"/>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GB" sz="800">
                  <a:latin typeface="Aptos" panose="020B0004020202020204" pitchFamily="34" charset="0"/>
                </a:rPr>
                <a:t>Premium Gold</a:t>
              </a:r>
              <a:br>
                <a:rPr lang="en-GB" sz="800">
                  <a:latin typeface="Aptos" panose="020B0004020202020204" pitchFamily="34" charset="0"/>
                </a:rPr>
              </a:br>
              <a:r>
                <a:rPr lang="en-GB" sz="800">
                  <a:latin typeface="Aptos" panose="020B0004020202020204" pitchFamily="34" charset="0"/>
                </a:rPr>
                <a:t>#D9A757</a:t>
              </a:r>
              <a:endParaRPr lang="en-GR" sz="800">
                <a:latin typeface="Aptos" panose="020B0004020202020204" pitchFamily="34" charset="0"/>
                <a:ea typeface="Tahoma" panose="020B0604030504040204" pitchFamily="34" charset="0"/>
                <a:cs typeface="Tahoma" panose="020B0604030504040204" pitchFamily="34" charset="0"/>
              </a:endParaRPr>
            </a:p>
          </p:txBody>
        </p:sp>
      </p:grpSp>
      <p:grpSp>
        <p:nvGrpSpPr>
          <p:cNvPr id="71" name="Group 70">
            <a:extLst>
              <a:ext uri="{FF2B5EF4-FFF2-40B4-BE49-F238E27FC236}">
                <a16:creationId xmlns:a16="http://schemas.microsoft.com/office/drawing/2014/main" id="{6079CD1A-871B-555C-86A3-351033A63400}"/>
              </a:ext>
            </a:extLst>
          </p:cNvPr>
          <p:cNvGrpSpPr/>
          <p:nvPr/>
        </p:nvGrpSpPr>
        <p:grpSpPr>
          <a:xfrm>
            <a:off x="8641283" y="4847561"/>
            <a:ext cx="903329" cy="903329"/>
            <a:chOff x="3219958" y="1274444"/>
            <a:chExt cx="1436883" cy="1436883"/>
          </a:xfrm>
        </p:grpSpPr>
        <p:sp>
          <p:nvSpPr>
            <p:cNvPr id="72" name="Rectangle 71">
              <a:extLst>
                <a:ext uri="{FF2B5EF4-FFF2-40B4-BE49-F238E27FC236}">
                  <a16:creationId xmlns:a16="http://schemas.microsoft.com/office/drawing/2014/main" id="{4ED26C0D-9B2F-6561-0B0F-783CF20304F5}"/>
                </a:ext>
              </a:extLst>
            </p:cNvPr>
            <p:cNvSpPr/>
            <p:nvPr/>
          </p:nvSpPr>
          <p:spPr>
            <a:xfrm>
              <a:off x="3219958" y="1274444"/>
              <a:ext cx="1436883" cy="1436883"/>
            </a:xfrm>
            <a:prstGeom prst="rect">
              <a:avLst/>
            </a:prstGeom>
            <a:solidFill>
              <a:srgbClr val="AA00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200">
                <a:latin typeface="Aptos" panose="020B0004020202020204" pitchFamily="34" charset="0"/>
              </a:endParaRPr>
            </a:p>
          </p:txBody>
        </p:sp>
        <p:sp>
          <p:nvSpPr>
            <p:cNvPr id="73" name="Title 1">
              <a:extLst>
                <a:ext uri="{FF2B5EF4-FFF2-40B4-BE49-F238E27FC236}">
                  <a16:creationId xmlns:a16="http://schemas.microsoft.com/office/drawing/2014/main" id="{B95CC8EB-38FE-1AA0-9CBF-E96776F5AC34}"/>
                </a:ext>
              </a:extLst>
            </p:cNvPr>
            <p:cNvSpPr txBox="1">
              <a:spLocks/>
            </p:cNvSpPr>
            <p:nvPr/>
          </p:nvSpPr>
          <p:spPr>
            <a:xfrm>
              <a:off x="3338476" y="2105770"/>
              <a:ext cx="1186571" cy="511000"/>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GB" sz="800">
                  <a:solidFill>
                    <a:schemeClr val="bg1"/>
                  </a:solidFill>
                  <a:latin typeface="Aptos" panose="020B0004020202020204" pitchFamily="34" charset="0"/>
                </a:rPr>
                <a:t>Private Red</a:t>
              </a:r>
              <a:br>
                <a:rPr lang="en-GB" sz="800">
                  <a:solidFill>
                    <a:schemeClr val="bg1"/>
                  </a:solidFill>
                  <a:latin typeface="Aptos" panose="020B0004020202020204" pitchFamily="34" charset="0"/>
                </a:rPr>
              </a:br>
              <a:r>
                <a:rPr lang="en-GB" sz="800">
                  <a:solidFill>
                    <a:schemeClr val="bg1"/>
                  </a:solidFill>
                  <a:latin typeface="Aptos" panose="020B0004020202020204" pitchFamily="34" charset="0"/>
                </a:rPr>
                <a:t>#AA0028</a:t>
              </a:r>
              <a:endParaRPr lang="en-GR" sz="800">
                <a:solidFill>
                  <a:schemeClr val="bg1"/>
                </a:solidFill>
                <a:latin typeface="Aptos" panose="020B0004020202020204" pitchFamily="34" charset="0"/>
                <a:ea typeface="Tahoma" panose="020B0604030504040204" pitchFamily="34" charset="0"/>
                <a:cs typeface="Tahoma" panose="020B0604030504040204" pitchFamily="34" charset="0"/>
              </a:endParaRPr>
            </a:p>
          </p:txBody>
        </p:sp>
      </p:grpSp>
      <p:grpSp>
        <p:nvGrpSpPr>
          <p:cNvPr id="74" name="Group 73">
            <a:extLst>
              <a:ext uri="{FF2B5EF4-FFF2-40B4-BE49-F238E27FC236}">
                <a16:creationId xmlns:a16="http://schemas.microsoft.com/office/drawing/2014/main" id="{AE995451-0193-91D0-B31C-AB52B9A8DC91}"/>
              </a:ext>
            </a:extLst>
          </p:cNvPr>
          <p:cNvGrpSpPr/>
          <p:nvPr/>
        </p:nvGrpSpPr>
        <p:grpSpPr>
          <a:xfrm>
            <a:off x="8646816" y="3512255"/>
            <a:ext cx="894475" cy="894475"/>
            <a:chOff x="3219958" y="1274444"/>
            <a:chExt cx="1436883" cy="1436883"/>
          </a:xfrm>
        </p:grpSpPr>
        <p:sp>
          <p:nvSpPr>
            <p:cNvPr id="75" name="Rectangle 74">
              <a:extLst>
                <a:ext uri="{FF2B5EF4-FFF2-40B4-BE49-F238E27FC236}">
                  <a16:creationId xmlns:a16="http://schemas.microsoft.com/office/drawing/2014/main" id="{8FDC59A7-DA54-F4FA-C974-5929B4D1F717}"/>
                </a:ext>
              </a:extLst>
            </p:cNvPr>
            <p:cNvSpPr/>
            <p:nvPr/>
          </p:nvSpPr>
          <p:spPr>
            <a:xfrm>
              <a:off x="3219958" y="1274444"/>
              <a:ext cx="1436883" cy="14368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200">
                <a:solidFill>
                  <a:schemeClr val="tx2"/>
                </a:solidFill>
                <a:latin typeface="Aptos" panose="020B0004020202020204" pitchFamily="34" charset="0"/>
              </a:endParaRPr>
            </a:p>
          </p:txBody>
        </p:sp>
        <p:sp>
          <p:nvSpPr>
            <p:cNvPr id="76" name="Title 1">
              <a:extLst>
                <a:ext uri="{FF2B5EF4-FFF2-40B4-BE49-F238E27FC236}">
                  <a16:creationId xmlns:a16="http://schemas.microsoft.com/office/drawing/2014/main" id="{2AB0BE23-E1FD-BA50-F7C3-F730ACA2DE62}"/>
                </a:ext>
              </a:extLst>
            </p:cNvPr>
            <p:cNvSpPr txBox="1">
              <a:spLocks/>
            </p:cNvSpPr>
            <p:nvPr/>
          </p:nvSpPr>
          <p:spPr>
            <a:xfrm>
              <a:off x="3338476" y="2105770"/>
              <a:ext cx="1190601" cy="511000"/>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GB" sz="800">
                  <a:solidFill>
                    <a:schemeClr val="bg1"/>
                  </a:solidFill>
                  <a:latin typeface="Aptos" panose="020B0004020202020204" pitchFamily="34" charset="0"/>
                </a:rPr>
                <a:t>Black</a:t>
              </a:r>
              <a:br>
                <a:rPr lang="en-GB" sz="800">
                  <a:solidFill>
                    <a:schemeClr val="bg1"/>
                  </a:solidFill>
                  <a:latin typeface="Aptos" panose="020B0004020202020204" pitchFamily="34" charset="0"/>
                </a:rPr>
              </a:br>
              <a:r>
                <a:rPr lang="en-GB" sz="800">
                  <a:solidFill>
                    <a:schemeClr val="bg1"/>
                  </a:solidFill>
                  <a:latin typeface="Aptos" panose="020B0004020202020204" pitchFamily="34" charset="0"/>
                </a:rPr>
                <a:t>#212121</a:t>
              </a:r>
              <a:endParaRPr lang="en-GR" sz="800">
                <a:solidFill>
                  <a:schemeClr val="bg1"/>
                </a:solidFill>
                <a:latin typeface="Aptos" panose="020B0004020202020204" pitchFamily="34" charset="0"/>
                <a:ea typeface="Tahoma" panose="020B0604030504040204" pitchFamily="34" charset="0"/>
                <a:cs typeface="Tahoma" panose="020B0604030504040204" pitchFamily="34" charset="0"/>
              </a:endParaRPr>
            </a:p>
          </p:txBody>
        </p:sp>
      </p:grpSp>
      <p:grpSp>
        <p:nvGrpSpPr>
          <p:cNvPr id="77" name="Group 76">
            <a:extLst>
              <a:ext uri="{FF2B5EF4-FFF2-40B4-BE49-F238E27FC236}">
                <a16:creationId xmlns:a16="http://schemas.microsoft.com/office/drawing/2014/main" id="{76B68BFD-554A-F259-B0DA-325550B5AD03}"/>
              </a:ext>
            </a:extLst>
          </p:cNvPr>
          <p:cNvGrpSpPr/>
          <p:nvPr/>
        </p:nvGrpSpPr>
        <p:grpSpPr>
          <a:xfrm>
            <a:off x="5370084" y="3512253"/>
            <a:ext cx="894474" cy="894474"/>
            <a:chOff x="4866768" y="3428228"/>
            <a:chExt cx="1436884" cy="1436884"/>
          </a:xfrm>
        </p:grpSpPr>
        <p:sp>
          <p:nvSpPr>
            <p:cNvPr id="78" name="Rectangle 77">
              <a:extLst>
                <a:ext uri="{FF2B5EF4-FFF2-40B4-BE49-F238E27FC236}">
                  <a16:creationId xmlns:a16="http://schemas.microsoft.com/office/drawing/2014/main" id="{2A96A00D-F36D-CF54-F4DD-C1088318301C}"/>
                </a:ext>
              </a:extLst>
            </p:cNvPr>
            <p:cNvSpPr/>
            <p:nvPr/>
          </p:nvSpPr>
          <p:spPr>
            <a:xfrm>
              <a:off x="4866768" y="3428228"/>
              <a:ext cx="1436884" cy="1436884"/>
            </a:xfrm>
            <a:prstGeom prst="rect">
              <a:avLst/>
            </a:prstGeom>
            <a:solidFill>
              <a:srgbClr val="5959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200">
                <a:solidFill>
                  <a:schemeClr val="tx1">
                    <a:lumMod val="65000"/>
                    <a:lumOff val="35000"/>
                  </a:schemeClr>
                </a:solidFill>
                <a:latin typeface="Aptos" panose="020B0004020202020204" pitchFamily="34" charset="0"/>
              </a:endParaRPr>
            </a:p>
          </p:txBody>
        </p:sp>
        <p:sp>
          <p:nvSpPr>
            <p:cNvPr id="79" name="Title 1">
              <a:extLst>
                <a:ext uri="{FF2B5EF4-FFF2-40B4-BE49-F238E27FC236}">
                  <a16:creationId xmlns:a16="http://schemas.microsoft.com/office/drawing/2014/main" id="{F1D1E095-D4E2-C8F0-160D-F359E3202B2D}"/>
                </a:ext>
              </a:extLst>
            </p:cNvPr>
            <p:cNvSpPr txBox="1">
              <a:spLocks/>
            </p:cNvSpPr>
            <p:nvPr/>
          </p:nvSpPr>
          <p:spPr>
            <a:xfrm>
              <a:off x="4984863" y="4172429"/>
              <a:ext cx="1149206" cy="616349"/>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GB" sz="800">
                  <a:solidFill>
                    <a:schemeClr val="bg1"/>
                  </a:solidFill>
                  <a:latin typeface="Aptos" panose="020B0004020202020204" pitchFamily="34" charset="0"/>
                </a:rPr>
                <a:t>Grey</a:t>
              </a:r>
              <a:br>
                <a:rPr lang="en-GB" sz="800">
                  <a:solidFill>
                    <a:schemeClr val="bg1"/>
                  </a:solidFill>
                  <a:latin typeface="Aptos" panose="020B0004020202020204" pitchFamily="34" charset="0"/>
                </a:rPr>
              </a:br>
              <a:r>
                <a:rPr lang="en-GB" sz="800">
                  <a:solidFill>
                    <a:schemeClr val="bg1"/>
                  </a:solidFill>
                  <a:latin typeface="Aptos" panose="020B0004020202020204" pitchFamily="34" charset="0"/>
                </a:rPr>
                <a:t>#595959</a:t>
              </a:r>
            </a:p>
          </p:txBody>
        </p:sp>
      </p:grpSp>
      <p:grpSp>
        <p:nvGrpSpPr>
          <p:cNvPr id="9" name="Group 8">
            <a:extLst>
              <a:ext uri="{FF2B5EF4-FFF2-40B4-BE49-F238E27FC236}">
                <a16:creationId xmlns:a16="http://schemas.microsoft.com/office/drawing/2014/main" id="{4CCDBF35-2594-0C77-E90F-B0DA25C7CE53}"/>
              </a:ext>
            </a:extLst>
          </p:cNvPr>
          <p:cNvGrpSpPr/>
          <p:nvPr/>
        </p:nvGrpSpPr>
        <p:grpSpPr>
          <a:xfrm>
            <a:off x="10831303" y="3504665"/>
            <a:ext cx="903329" cy="903329"/>
            <a:chOff x="3219958" y="1274444"/>
            <a:chExt cx="1436883" cy="1436883"/>
          </a:xfrm>
        </p:grpSpPr>
        <p:sp>
          <p:nvSpPr>
            <p:cNvPr id="10" name="Rectangle 9">
              <a:extLst>
                <a:ext uri="{FF2B5EF4-FFF2-40B4-BE49-F238E27FC236}">
                  <a16:creationId xmlns:a16="http://schemas.microsoft.com/office/drawing/2014/main" id="{C1EDF8D2-4A3D-2F77-1C10-187DC1C7A3F2}"/>
                </a:ext>
              </a:extLst>
            </p:cNvPr>
            <p:cNvSpPr/>
            <p:nvPr/>
          </p:nvSpPr>
          <p:spPr>
            <a:xfrm>
              <a:off x="3219958" y="1274444"/>
              <a:ext cx="1436883" cy="1436883"/>
            </a:xfrm>
            <a:prstGeom prst="rect">
              <a:avLst/>
            </a:prstGeom>
            <a:solidFill>
              <a:srgbClr val="BEC1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200">
                <a:latin typeface="Aptos" panose="020B0004020202020204" pitchFamily="34" charset="0"/>
              </a:endParaRPr>
            </a:p>
          </p:txBody>
        </p:sp>
        <p:sp>
          <p:nvSpPr>
            <p:cNvPr id="11" name="Title 1">
              <a:extLst>
                <a:ext uri="{FF2B5EF4-FFF2-40B4-BE49-F238E27FC236}">
                  <a16:creationId xmlns:a16="http://schemas.microsoft.com/office/drawing/2014/main" id="{23B21974-59F5-39A8-273F-F8509F749DC7}"/>
                </a:ext>
              </a:extLst>
            </p:cNvPr>
            <p:cNvSpPr txBox="1">
              <a:spLocks/>
            </p:cNvSpPr>
            <p:nvPr/>
          </p:nvSpPr>
          <p:spPr>
            <a:xfrm>
              <a:off x="3338476" y="2105770"/>
              <a:ext cx="1179853" cy="511000"/>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GB" sz="800">
                  <a:latin typeface="Aptos" panose="020B0004020202020204" pitchFamily="34" charset="0"/>
                </a:rPr>
                <a:t>Light Grey</a:t>
              </a:r>
            </a:p>
            <a:p>
              <a:pPr>
                <a:lnSpc>
                  <a:spcPct val="100000"/>
                </a:lnSpc>
              </a:pPr>
              <a:r>
                <a:rPr lang="en-GB" sz="800">
                  <a:latin typeface="Aptos" panose="020B0004020202020204" pitchFamily="34" charset="0"/>
                  <a:ea typeface="Tahoma" panose="020B0604030504040204" pitchFamily="34" charset="0"/>
                  <a:cs typeface="Tahoma" panose="020B0604030504040204" pitchFamily="34" charset="0"/>
                </a:rPr>
                <a:t>#BEC1BE</a:t>
              </a:r>
              <a:endParaRPr lang="en-GR" sz="800">
                <a:latin typeface="Aptos" panose="020B0004020202020204" pitchFamily="34" charset="0"/>
                <a:ea typeface="Tahoma" panose="020B0604030504040204" pitchFamily="34" charset="0"/>
                <a:cs typeface="Tahoma" panose="020B0604030504040204" pitchFamily="34" charset="0"/>
              </a:endParaRPr>
            </a:p>
          </p:txBody>
        </p:sp>
      </p:grpSp>
      <p:grpSp>
        <p:nvGrpSpPr>
          <p:cNvPr id="12" name="Group 11">
            <a:extLst>
              <a:ext uri="{FF2B5EF4-FFF2-40B4-BE49-F238E27FC236}">
                <a16:creationId xmlns:a16="http://schemas.microsoft.com/office/drawing/2014/main" id="{4EFF3242-1A0D-8B1F-D85B-7C831A56579A}"/>
              </a:ext>
            </a:extLst>
          </p:cNvPr>
          <p:cNvGrpSpPr/>
          <p:nvPr/>
        </p:nvGrpSpPr>
        <p:grpSpPr>
          <a:xfrm>
            <a:off x="9739061" y="3512255"/>
            <a:ext cx="894475" cy="894475"/>
            <a:chOff x="3219958" y="1274444"/>
            <a:chExt cx="1436883" cy="1436883"/>
          </a:xfrm>
          <a:solidFill>
            <a:schemeClr val="accent4"/>
          </a:solidFill>
        </p:grpSpPr>
        <p:sp>
          <p:nvSpPr>
            <p:cNvPr id="13" name="Rectangle 12">
              <a:extLst>
                <a:ext uri="{FF2B5EF4-FFF2-40B4-BE49-F238E27FC236}">
                  <a16:creationId xmlns:a16="http://schemas.microsoft.com/office/drawing/2014/main" id="{674D980E-95F4-33F8-33DA-AA6252181F56}"/>
                </a:ext>
              </a:extLst>
            </p:cNvPr>
            <p:cNvSpPr/>
            <p:nvPr/>
          </p:nvSpPr>
          <p:spPr>
            <a:xfrm>
              <a:off x="3219958" y="1274444"/>
              <a:ext cx="1436883" cy="1436883"/>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200">
                <a:solidFill>
                  <a:schemeClr val="tx2"/>
                </a:solidFill>
                <a:latin typeface="Aptos" panose="020B0004020202020204" pitchFamily="34" charset="0"/>
              </a:endParaRPr>
            </a:p>
          </p:txBody>
        </p:sp>
        <p:sp>
          <p:nvSpPr>
            <p:cNvPr id="14" name="Title 1">
              <a:extLst>
                <a:ext uri="{FF2B5EF4-FFF2-40B4-BE49-F238E27FC236}">
                  <a16:creationId xmlns:a16="http://schemas.microsoft.com/office/drawing/2014/main" id="{9BCFE0A3-923C-4555-5D40-08BBAA138EB2}"/>
                </a:ext>
              </a:extLst>
            </p:cNvPr>
            <p:cNvSpPr txBox="1">
              <a:spLocks/>
            </p:cNvSpPr>
            <p:nvPr/>
          </p:nvSpPr>
          <p:spPr>
            <a:xfrm>
              <a:off x="3338475" y="2105770"/>
              <a:ext cx="1185591" cy="511000"/>
            </a:xfrm>
            <a:prstGeom prst="rect">
              <a:avLst/>
            </a:prstGeom>
            <a:grpFill/>
          </p:spPr>
          <p:txBody>
            <a:bodyPr vert="horz" wrap="square" lIns="0" tIns="0" rIns="0" bIns="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GB" sz="800">
                  <a:latin typeface="Aptos" panose="020B0004020202020204" pitchFamily="34" charset="0"/>
                </a:rPr>
                <a:t>Aqua</a:t>
              </a:r>
              <a:br>
                <a:rPr lang="en-GB" sz="800">
                  <a:latin typeface="Aptos" panose="020B0004020202020204" pitchFamily="34" charset="0"/>
                </a:rPr>
              </a:br>
              <a:r>
                <a:rPr lang="en-GB" sz="800">
                  <a:latin typeface="Aptos" panose="020B0004020202020204" pitchFamily="34" charset="0"/>
                </a:rPr>
                <a:t>#3EDEF8</a:t>
              </a:r>
              <a:endParaRPr lang="en-GR" sz="800">
                <a:latin typeface="Aptos" panose="020B0004020202020204" pitchFamily="34" charset="0"/>
                <a:ea typeface="Tahoma" panose="020B0604030504040204" pitchFamily="34" charset="0"/>
                <a:cs typeface="Tahoma" panose="020B0604030504040204" pitchFamily="34" charset="0"/>
              </a:endParaRPr>
            </a:p>
          </p:txBody>
        </p:sp>
      </p:grpSp>
      <p:sp>
        <p:nvSpPr>
          <p:cNvPr id="2" name="Title 1">
            <a:extLst>
              <a:ext uri="{FF2B5EF4-FFF2-40B4-BE49-F238E27FC236}">
                <a16:creationId xmlns:a16="http://schemas.microsoft.com/office/drawing/2014/main" id="{6A8B6232-E0C9-7BA6-BCDB-7D79795282F4}"/>
              </a:ext>
            </a:extLst>
          </p:cNvPr>
          <p:cNvSpPr txBox="1">
            <a:spLocks/>
          </p:cNvSpPr>
          <p:nvPr/>
        </p:nvSpPr>
        <p:spPr>
          <a:xfrm>
            <a:off x="5370084" y="4528100"/>
            <a:ext cx="4582366" cy="340512"/>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1400">
                <a:solidFill>
                  <a:schemeClr val="accent1"/>
                </a:solidFill>
                <a:latin typeface="Aptos SemiBold" panose="020B0004020202020204" pitchFamily="34" charset="0"/>
                <a:ea typeface="Tahoma" panose="020B0604030504040204" pitchFamily="34" charset="0"/>
                <a:cs typeface="Tahoma" panose="020B0604030504040204" pitchFamily="34" charset="0"/>
              </a:rPr>
              <a:t>Segment x</a:t>
            </a:r>
            <a:r>
              <a:rPr lang="el-GR" sz="1400" err="1">
                <a:solidFill>
                  <a:schemeClr val="accent1"/>
                </a:solidFill>
                <a:latin typeface="Aptos SemiBold" panose="020B0004020202020204" pitchFamily="34" charset="0"/>
                <a:ea typeface="Tahoma" panose="020B0604030504040204" pitchFamily="34" charset="0"/>
                <a:cs typeface="Tahoma" panose="020B0604030504040204" pitchFamily="34" charset="0"/>
              </a:rPr>
              <a:t>ρώματα</a:t>
            </a:r>
            <a:endParaRPr lang="en-US" sz="1100">
              <a:solidFill>
                <a:schemeClr val="accent1"/>
              </a:solidFill>
              <a:latin typeface="Aptos" panose="020B000402020202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382666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762EC-2C98-7341-B5BB-ADDCB036541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64EE270-DBDB-1E81-926A-29ED82F68930}"/>
              </a:ext>
            </a:extLst>
          </p:cNvPr>
          <p:cNvSpPr>
            <a:spLocks noGrp="1"/>
          </p:cNvSpPr>
          <p:nvPr>
            <p:ph type="ctrTitle"/>
          </p:nvPr>
        </p:nvSpPr>
        <p:spPr>
          <a:xfrm>
            <a:off x="332316" y="548681"/>
            <a:ext cx="5037767" cy="139397"/>
          </a:xfrm>
        </p:spPr>
        <p:txBody>
          <a:bodyPr/>
          <a:lstStyle/>
          <a:p>
            <a:r>
              <a:rPr lang="el-GR"/>
              <a:t>Οδηγίες</a:t>
            </a:r>
            <a:endParaRPr lang="en-GR"/>
          </a:p>
        </p:txBody>
      </p:sp>
      <p:sp>
        <p:nvSpPr>
          <p:cNvPr id="7" name="Text Placeholder 6">
            <a:extLst>
              <a:ext uri="{FF2B5EF4-FFF2-40B4-BE49-F238E27FC236}">
                <a16:creationId xmlns:a16="http://schemas.microsoft.com/office/drawing/2014/main" id="{D89D78CB-543F-C5A5-7BC1-D34E7573622E}"/>
              </a:ext>
            </a:extLst>
          </p:cNvPr>
          <p:cNvSpPr>
            <a:spLocks noGrp="1"/>
          </p:cNvSpPr>
          <p:nvPr>
            <p:ph type="body" sz="quarter" idx="14"/>
          </p:nvPr>
        </p:nvSpPr>
        <p:spPr>
          <a:xfrm>
            <a:off x="332317" y="1603338"/>
            <a:ext cx="4735626" cy="4705981"/>
          </a:xfrm>
        </p:spPr>
        <p:txBody>
          <a:bodyPr vert="horz" wrap="square" lIns="0" tIns="0" rIns="0" bIns="0" rtlCol="0" anchor="t" anchorCtr="0">
            <a:noAutofit/>
          </a:bodyPr>
          <a:lstStyle/>
          <a:p>
            <a:r>
              <a:rPr lang="el-GR"/>
              <a:t>Εδώ είναι τα χρώματα που μπορείτε να χρησιμοποιήσετε στις</a:t>
            </a:r>
            <a:br>
              <a:rPr lang="el-GR"/>
            </a:br>
            <a:r>
              <a:rPr lang="el-GR"/>
              <a:t>παρουσιάσεις σας</a:t>
            </a:r>
            <a:r>
              <a:rPr lang="en-GB"/>
              <a:t>.</a:t>
            </a:r>
          </a:p>
          <a:p>
            <a:r>
              <a:rPr lang="el-GR"/>
              <a:t>Τα περισσότερα χρώματα είναι ενσωματωμένα στην παλέτα του </a:t>
            </a:r>
            <a:r>
              <a:rPr lang="en-GB"/>
              <a:t>PowerPoint:</a:t>
            </a:r>
          </a:p>
          <a:p>
            <a:endParaRPr lang="en-GR"/>
          </a:p>
        </p:txBody>
      </p:sp>
      <p:sp>
        <p:nvSpPr>
          <p:cNvPr id="8" name="Text Placeholder 7">
            <a:extLst>
              <a:ext uri="{FF2B5EF4-FFF2-40B4-BE49-F238E27FC236}">
                <a16:creationId xmlns:a16="http://schemas.microsoft.com/office/drawing/2014/main" id="{9D7B3648-73A8-EDEF-9A0E-E0B940A76623}"/>
              </a:ext>
            </a:extLst>
          </p:cNvPr>
          <p:cNvSpPr>
            <a:spLocks noGrp="1"/>
          </p:cNvSpPr>
          <p:nvPr>
            <p:ph type="body" sz="quarter" idx="16"/>
          </p:nvPr>
        </p:nvSpPr>
        <p:spPr>
          <a:xfrm>
            <a:off x="342000" y="924129"/>
            <a:ext cx="5028083" cy="334515"/>
          </a:xfrm>
        </p:spPr>
        <p:txBody>
          <a:bodyPr/>
          <a:lstStyle/>
          <a:p>
            <a:r>
              <a:rPr lang="el-GR"/>
              <a:t>Χρώματα</a:t>
            </a:r>
            <a:endParaRPr lang="en-GR"/>
          </a:p>
        </p:txBody>
      </p:sp>
      <p:sp>
        <p:nvSpPr>
          <p:cNvPr id="5" name="Slide Number Placeholder 4">
            <a:extLst>
              <a:ext uri="{FF2B5EF4-FFF2-40B4-BE49-F238E27FC236}">
                <a16:creationId xmlns:a16="http://schemas.microsoft.com/office/drawing/2014/main" id="{BA25F5AE-C36B-FB25-2B1E-623C4C3BE7DA}"/>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8</a:t>
            </a:fld>
            <a:endParaRPr lang="en-GR"/>
          </a:p>
        </p:txBody>
      </p:sp>
      <p:grpSp>
        <p:nvGrpSpPr>
          <p:cNvPr id="25" name="Group 24">
            <a:extLst>
              <a:ext uri="{FF2B5EF4-FFF2-40B4-BE49-F238E27FC236}">
                <a16:creationId xmlns:a16="http://schemas.microsoft.com/office/drawing/2014/main" id="{F5409A50-3217-B497-DAAC-4805B42459A2}"/>
              </a:ext>
            </a:extLst>
          </p:cNvPr>
          <p:cNvGrpSpPr/>
          <p:nvPr/>
        </p:nvGrpSpPr>
        <p:grpSpPr>
          <a:xfrm>
            <a:off x="5361231" y="2058932"/>
            <a:ext cx="903329" cy="903329"/>
            <a:chOff x="3219958" y="1274444"/>
            <a:chExt cx="1436883" cy="1436883"/>
          </a:xfrm>
        </p:grpSpPr>
        <p:sp>
          <p:nvSpPr>
            <p:cNvPr id="26" name="Rectangle 25">
              <a:extLst>
                <a:ext uri="{FF2B5EF4-FFF2-40B4-BE49-F238E27FC236}">
                  <a16:creationId xmlns:a16="http://schemas.microsoft.com/office/drawing/2014/main" id="{72B7A518-0243-E275-8D7B-28E6F595B700}"/>
                </a:ext>
              </a:extLst>
            </p:cNvPr>
            <p:cNvSpPr/>
            <p:nvPr/>
          </p:nvSpPr>
          <p:spPr>
            <a:xfrm>
              <a:off x="3219958" y="1274444"/>
              <a:ext cx="1436883" cy="1436883"/>
            </a:xfrm>
            <a:prstGeom prst="rect">
              <a:avLst/>
            </a:prstGeom>
            <a:solidFill>
              <a:srgbClr val="CB00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200">
                <a:latin typeface="Aptos" panose="020B0004020202020204" pitchFamily="34" charset="0"/>
              </a:endParaRPr>
            </a:p>
          </p:txBody>
        </p:sp>
        <p:sp>
          <p:nvSpPr>
            <p:cNvPr id="27" name="Title 1">
              <a:extLst>
                <a:ext uri="{FF2B5EF4-FFF2-40B4-BE49-F238E27FC236}">
                  <a16:creationId xmlns:a16="http://schemas.microsoft.com/office/drawing/2014/main" id="{1CBAE4FC-75DE-05E7-7302-1AE7F1D11C94}"/>
                </a:ext>
              </a:extLst>
            </p:cNvPr>
            <p:cNvSpPr txBox="1">
              <a:spLocks/>
            </p:cNvSpPr>
            <p:nvPr/>
          </p:nvSpPr>
          <p:spPr>
            <a:xfrm>
              <a:off x="3338476" y="2105770"/>
              <a:ext cx="1186571" cy="511000"/>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GB" sz="800">
                  <a:solidFill>
                    <a:schemeClr val="bg1"/>
                  </a:solidFill>
                  <a:latin typeface="Aptos" panose="020B0004020202020204" pitchFamily="34" charset="0"/>
                </a:rPr>
                <a:t>Deep Red</a:t>
              </a:r>
              <a:br>
                <a:rPr lang="en-GB" sz="800">
                  <a:solidFill>
                    <a:schemeClr val="bg1"/>
                  </a:solidFill>
                  <a:latin typeface="Aptos" panose="020B0004020202020204" pitchFamily="34" charset="0"/>
                </a:rPr>
              </a:br>
              <a:r>
                <a:rPr lang="en-GB" sz="800">
                  <a:solidFill>
                    <a:schemeClr val="bg1"/>
                  </a:solidFill>
                  <a:latin typeface="Aptos" panose="020B0004020202020204" pitchFamily="34" charset="0"/>
                </a:rPr>
                <a:t>#CB0030</a:t>
              </a:r>
              <a:endParaRPr lang="en-GR" sz="800">
                <a:solidFill>
                  <a:schemeClr val="bg1"/>
                </a:solidFill>
                <a:latin typeface="Aptos" panose="020B0004020202020204" pitchFamily="34" charset="0"/>
                <a:ea typeface="Tahoma" panose="020B0604030504040204" pitchFamily="34" charset="0"/>
                <a:cs typeface="Tahoma" panose="020B0604030504040204" pitchFamily="34" charset="0"/>
              </a:endParaRPr>
            </a:p>
          </p:txBody>
        </p:sp>
      </p:grpSp>
      <p:grpSp>
        <p:nvGrpSpPr>
          <p:cNvPr id="29" name="Group 28">
            <a:extLst>
              <a:ext uri="{FF2B5EF4-FFF2-40B4-BE49-F238E27FC236}">
                <a16:creationId xmlns:a16="http://schemas.microsoft.com/office/drawing/2014/main" id="{7E141225-33FC-B618-0B00-4109A32CF23A}"/>
              </a:ext>
            </a:extLst>
          </p:cNvPr>
          <p:cNvGrpSpPr/>
          <p:nvPr/>
        </p:nvGrpSpPr>
        <p:grpSpPr>
          <a:xfrm>
            <a:off x="6517747" y="2058932"/>
            <a:ext cx="903329" cy="903329"/>
            <a:chOff x="3219958" y="1274444"/>
            <a:chExt cx="1436883" cy="1436883"/>
          </a:xfrm>
        </p:grpSpPr>
        <p:sp>
          <p:nvSpPr>
            <p:cNvPr id="30" name="Rectangle 29">
              <a:extLst>
                <a:ext uri="{FF2B5EF4-FFF2-40B4-BE49-F238E27FC236}">
                  <a16:creationId xmlns:a16="http://schemas.microsoft.com/office/drawing/2014/main" id="{0ED533E8-6796-1E31-B890-FE28C9A31737}"/>
                </a:ext>
              </a:extLst>
            </p:cNvPr>
            <p:cNvSpPr/>
            <p:nvPr/>
          </p:nvSpPr>
          <p:spPr>
            <a:xfrm>
              <a:off x="3219958" y="1274444"/>
              <a:ext cx="1436883" cy="1436883"/>
            </a:xfrm>
            <a:prstGeom prst="rect">
              <a:avLst/>
            </a:prstGeom>
            <a:solidFill>
              <a:srgbClr val="F600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200">
                <a:latin typeface="Aptos" panose="020B0004020202020204" pitchFamily="34" charset="0"/>
              </a:endParaRPr>
            </a:p>
          </p:txBody>
        </p:sp>
        <p:sp>
          <p:nvSpPr>
            <p:cNvPr id="31" name="Title 1">
              <a:extLst>
                <a:ext uri="{FF2B5EF4-FFF2-40B4-BE49-F238E27FC236}">
                  <a16:creationId xmlns:a16="http://schemas.microsoft.com/office/drawing/2014/main" id="{889D9DEF-A804-D468-7711-B6B97DC0EA1D}"/>
                </a:ext>
              </a:extLst>
            </p:cNvPr>
            <p:cNvSpPr txBox="1">
              <a:spLocks/>
            </p:cNvSpPr>
            <p:nvPr/>
          </p:nvSpPr>
          <p:spPr>
            <a:xfrm>
              <a:off x="3338476" y="2105770"/>
              <a:ext cx="1186571" cy="511000"/>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GB" sz="800">
                  <a:solidFill>
                    <a:schemeClr val="bg1"/>
                  </a:solidFill>
                  <a:latin typeface="Aptos" panose="020B0004020202020204" pitchFamily="34" charset="0"/>
                </a:rPr>
                <a:t>Red</a:t>
              </a:r>
              <a:br>
                <a:rPr lang="en-GB" sz="800">
                  <a:solidFill>
                    <a:schemeClr val="bg1"/>
                  </a:solidFill>
                  <a:latin typeface="Aptos" panose="020B0004020202020204" pitchFamily="34" charset="0"/>
                </a:rPr>
              </a:br>
              <a:r>
                <a:rPr lang="en-GB" sz="800">
                  <a:solidFill>
                    <a:schemeClr val="bg1"/>
                  </a:solidFill>
                  <a:latin typeface="Aptos" panose="020B0004020202020204" pitchFamily="34" charset="0"/>
                </a:rPr>
                <a:t>#F60037</a:t>
              </a:r>
              <a:endParaRPr lang="en-GR" sz="800">
                <a:solidFill>
                  <a:schemeClr val="bg1"/>
                </a:solidFill>
                <a:latin typeface="Aptos" panose="020B0004020202020204" pitchFamily="34" charset="0"/>
                <a:ea typeface="Tahoma" panose="020B0604030504040204" pitchFamily="34" charset="0"/>
                <a:cs typeface="Tahoma" panose="020B0604030504040204" pitchFamily="34" charset="0"/>
              </a:endParaRPr>
            </a:p>
          </p:txBody>
        </p:sp>
      </p:grpSp>
      <p:grpSp>
        <p:nvGrpSpPr>
          <p:cNvPr id="32" name="Group 31">
            <a:extLst>
              <a:ext uri="{FF2B5EF4-FFF2-40B4-BE49-F238E27FC236}">
                <a16:creationId xmlns:a16="http://schemas.microsoft.com/office/drawing/2014/main" id="{A784FF62-1E52-CACA-C4D0-18C5BAFF0731}"/>
              </a:ext>
            </a:extLst>
          </p:cNvPr>
          <p:cNvGrpSpPr/>
          <p:nvPr/>
        </p:nvGrpSpPr>
        <p:grpSpPr>
          <a:xfrm>
            <a:off x="6511172" y="3193559"/>
            <a:ext cx="903329" cy="903329"/>
            <a:chOff x="3219958" y="1274444"/>
            <a:chExt cx="1436883" cy="1436883"/>
          </a:xfrm>
        </p:grpSpPr>
        <p:sp>
          <p:nvSpPr>
            <p:cNvPr id="33" name="Rectangle 32">
              <a:extLst>
                <a:ext uri="{FF2B5EF4-FFF2-40B4-BE49-F238E27FC236}">
                  <a16:creationId xmlns:a16="http://schemas.microsoft.com/office/drawing/2014/main" id="{F913C137-D886-4F04-E5B0-691F0B4051F8}"/>
                </a:ext>
              </a:extLst>
            </p:cNvPr>
            <p:cNvSpPr/>
            <p:nvPr/>
          </p:nvSpPr>
          <p:spPr>
            <a:xfrm>
              <a:off x="3219958" y="1274444"/>
              <a:ext cx="1436883" cy="1436883"/>
            </a:xfrm>
            <a:prstGeom prst="rect">
              <a:avLst/>
            </a:prstGeom>
            <a:solidFill>
              <a:srgbClr val="5D8D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200">
                <a:latin typeface="Aptos" panose="020B0004020202020204" pitchFamily="34" charset="0"/>
              </a:endParaRPr>
            </a:p>
          </p:txBody>
        </p:sp>
        <p:sp>
          <p:nvSpPr>
            <p:cNvPr id="34" name="Title 1">
              <a:extLst>
                <a:ext uri="{FF2B5EF4-FFF2-40B4-BE49-F238E27FC236}">
                  <a16:creationId xmlns:a16="http://schemas.microsoft.com/office/drawing/2014/main" id="{70EB7DD3-68C7-EADB-5F84-5783A639BF52}"/>
                </a:ext>
              </a:extLst>
            </p:cNvPr>
            <p:cNvSpPr txBox="1">
              <a:spLocks/>
            </p:cNvSpPr>
            <p:nvPr/>
          </p:nvSpPr>
          <p:spPr>
            <a:xfrm>
              <a:off x="3338478" y="2105770"/>
              <a:ext cx="1219300" cy="511000"/>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800">
                  <a:solidFill>
                    <a:schemeClr val="bg1"/>
                  </a:solidFill>
                  <a:latin typeface="Aptos" panose="020B0004020202020204" pitchFamily="34" charset="0"/>
                  <a:ea typeface="Tahoma" panose="020B0604030504040204" pitchFamily="34" charset="0"/>
                  <a:cs typeface="Tahoma" panose="020B0604030504040204" pitchFamily="34" charset="0"/>
                </a:rPr>
                <a:t>Green</a:t>
              </a:r>
              <a:br>
                <a:rPr lang="en-US" sz="800">
                  <a:solidFill>
                    <a:schemeClr val="bg1"/>
                  </a:solidFill>
                  <a:latin typeface="Aptos" panose="020B0004020202020204" pitchFamily="34" charset="0"/>
                  <a:ea typeface="Tahoma" panose="020B0604030504040204" pitchFamily="34" charset="0"/>
                  <a:cs typeface="Tahoma" panose="020B0604030504040204" pitchFamily="34" charset="0"/>
                </a:rPr>
              </a:br>
              <a:r>
                <a:rPr lang="en-US" sz="800">
                  <a:solidFill>
                    <a:schemeClr val="bg1"/>
                  </a:solidFill>
                  <a:latin typeface="Aptos" panose="020B0004020202020204" pitchFamily="34" charset="0"/>
                  <a:ea typeface="Tahoma" panose="020B0604030504040204" pitchFamily="34" charset="0"/>
                  <a:cs typeface="Tahoma" panose="020B0604030504040204" pitchFamily="34" charset="0"/>
                </a:rPr>
                <a:t>#5D8D2F</a:t>
              </a:r>
              <a:endParaRPr lang="en-GR" sz="800">
                <a:solidFill>
                  <a:schemeClr val="bg1"/>
                </a:solidFill>
                <a:latin typeface="Aptos" panose="020B0004020202020204" pitchFamily="34" charset="0"/>
                <a:ea typeface="Tahoma" panose="020B0604030504040204" pitchFamily="34" charset="0"/>
                <a:cs typeface="Tahoma" panose="020B0604030504040204" pitchFamily="34" charset="0"/>
              </a:endParaRPr>
            </a:p>
          </p:txBody>
        </p:sp>
      </p:grpSp>
      <p:grpSp>
        <p:nvGrpSpPr>
          <p:cNvPr id="35" name="Group 34">
            <a:extLst>
              <a:ext uri="{FF2B5EF4-FFF2-40B4-BE49-F238E27FC236}">
                <a16:creationId xmlns:a16="http://schemas.microsoft.com/office/drawing/2014/main" id="{86AF0831-B9A6-D5D6-E057-EF5F8DB5BA62}"/>
              </a:ext>
            </a:extLst>
          </p:cNvPr>
          <p:cNvGrpSpPr/>
          <p:nvPr/>
        </p:nvGrpSpPr>
        <p:grpSpPr>
          <a:xfrm>
            <a:off x="7667689" y="3193559"/>
            <a:ext cx="903329" cy="903329"/>
            <a:chOff x="3219958" y="1274444"/>
            <a:chExt cx="1436883" cy="1436883"/>
          </a:xfrm>
        </p:grpSpPr>
        <p:sp>
          <p:nvSpPr>
            <p:cNvPr id="36" name="Rectangle 35">
              <a:extLst>
                <a:ext uri="{FF2B5EF4-FFF2-40B4-BE49-F238E27FC236}">
                  <a16:creationId xmlns:a16="http://schemas.microsoft.com/office/drawing/2014/main" id="{375A78E3-064B-1CBF-B120-93A67300C9DA}"/>
                </a:ext>
              </a:extLst>
            </p:cNvPr>
            <p:cNvSpPr/>
            <p:nvPr/>
          </p:nvSpPr>
          <p:spPr>
            <a:xfrm>
              <a:off x="3219958" y="1274444"/>
              <a:ext cx="1436883" cy="1436883"/>
            </a:xfrm>
            <a:prstGeom prst="rect">
              <a:avLst/>
            </a:prstGeom>
            <a:solidFill>
              <a:srgbClr val="90DC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200">
                <a:latin typeface="Aptos" panose="020B0004020202020204" pitchFamily="34" charset="0"/>
              </a:endParaRPr>
            </a:p>
          </p:txBody>
        </p:sp>
        <p:sp>
          <p:nvSpPr>
            <p:cNvPr id="37" name="Title 1">
              <a:extLst>
                <a:ext uri="{FF2B5EF4-FFF2-40B4-BE49-F238E27FC236}">
                  <a16:creationId xmlns:a16="http://schemas.microsoft.com/office/drawing/2014/main" id="{A4B17C4E-2CA4-EDEC-C6C9-11D182B01AEC}"/>
                </a:ext>
              </a:extLst>
            </p:cNvPr>
            <p:cNvSpPr txBox="1">
              <a:spLocks/>
            </p:cNvSpPr>
            <p:nvPr/>
          </p:nvSpPr>
          <p:spPr>
            <a:xfrm>
              <a:off x="3338478" y="2105770"/>
              <a:ext cx="1219300" cy="511000"/>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800">
                  <a:latin typeface="Aptos" panose="020B0004020202020204" pitchFamily="34" charset="0"/>
                  <a:ea typeface="Tahoma" panose="020B0604030504040204" pitchFamily="34" charset="0"/>
                  <a:cs typeface="Tahoma" panose="020B0604030504040204" pitchFamily="34" charset="0"/>
                </a:rPr>
                <a:t>Bright Green</a:t>
              </a:r>
              <a:br>
                <a:rPr lang="en-US" sz="800">
                  <a:latin typeface="Aptos" panose="020B0004020202020204" pitchFamily="34" charset="0"/>
                  <a:ea typeface="Tahoma" panose="020B0604030504040204" pitchFamily="34" charset="0"/>
                  <a:cs typeface="Tahoma" panose="020B0604030504040204" pitchFamily="34" charset="0"/>
                </a:rPr>
              </a:br>
              <a:r>
                <a:rPr lang="en-US" sz="800">
                  <a:latin typeface="Aptos" panose="020B0004020202020204" pitchFamily="34" charset="0"/>
                  <a:ea typeface="Tahoma" panose="020B0604030504040204" pitchFamily="34" charset="0"/>
                  <a:cs typeface="Tahoma" panose="020B0604030504040204" pitchFamily="34" charset="0"/>
                </a:rPr>
                <a:t>#90DC48</a:t>
              </a:r>
              <a:endParaRPr lang="en-GR" sz="800">
                <a:latin typeface="Aptos" panose="020B0004020202020204" pitchFamily="34" charset="0"/>
                <a:ea typeface="Tahoma" panose="020B0604030504040204" pitchFamily="34" charset="0"/>
                <a:cs typeface="Tahoma" panose="020B0604030504040204" pitchFamily="34" charset="0"/>
              </a:endParaRPr>
            </a:p>
          </p:txBody>
        </p:sp>
      </p:grpSp>
      <p:sp>
        <p:nvSpPr>
          <p:cNvPr id="82" name="Title 1">
            <a:extLst>
              <a:ext uri="{FF2B5EF4-FFF2-40B4-BE49-F238E27FC236}">
                <a16:creationId xmlns:a16="http://schemas.microsoft.com/office/drawing/2014/main" id="{4C767D4B-86C4-5D0A-46DF-7D3C5DAEC683}"/>
              </a:ext>
            </a:extLst>
          </p:cNvPr>
          <p:cNvSpPr txBox="1">
            <a:spLocks/>
          </p:cNvSpPr>
          <p:nvPr/>
        </p:nvSpPr>
        <p:spPr>
          <a:xfrm>
            <a:off x="5370084" y="1578308"/>
            <a:ext cx="4582366" cy="340512"/>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1400">
                <a:solidFill>
                  <a:schemeClr val="accent1"/>
                </a:solidFill>
                <a:latin typeface="Aptos SemiBold" panose="020B0004020202020204" pitchFamily="34" charset="0"/>
                <a:ea typeface="Tahoma" panose="020B0604030504040204" pitchFamily="34" charset="0"/>
                <a:cs typeface="Tahoma" panose="020B0604030504040204" pitchFamily="34" charset="0"/>
              </a:rPr>
              <a:t>Status colors (use </a:t>
            </a:r>
            <a:r>
              <a:rPr lang="en-US" sz="1400" u="sng">
                <a:solidFill>
                  <a:schemeClr val="accent1"/>
                </a:solidFill>
                <a:latin typeface="Aptos SemiBold" panose="020B0004020202020204" pitchFamily="34" charset="0"/>
                <a:ea typeface="Tahoma" panose="020B0604030504040204" pitchFamily="34" charset="0"/>
                <a:cs typeface="Tahoma" panose="020B0604030504040204" pitchFamily="34" charset="0"/>
              </a:rPr>
              <a:t>only</a:t>
            </a:r>
            <a:r>
              <a:rPr lang="en-US" sz="1400">
                <a:solidFill>
                  <a:schemeClr val="accent1"/>
                </a:solidFill>
                <a:latin typeface="Aptos SemiBold" panose="020B0004020202020204" pitchFamily="34" charset="0"/>
                <a:ea typeface="Tahoma" panose="020B0604030504040204" pitchFamily="34" charset="0"/>
                <a:cs typeface="Tahoma" panose="020B0604030504040204" pitchFamily="34" charset="0"/>
              </a:rPr>
              <a:t> in tables and charts)</a:t>
            </a:r>
            <a:endParaRPr lang="en-US" sz="1100">
              <a:solidFill>
                <a:schemeClr val="accent1"/>
              </a:solidFill>
              <a:latin typeface="Aptos" panose="020B0004020202020204" pitchFamily="34" charset="0"/>
              <a:ea typeface="Tahoma" panose="020B0604030504040204" pitchFamily="34" charset="0"/>
              <a:cs typeface="Tahoma" panose="020B0604030504040204" pitchFamily="34" charset="0"/>
            </a:endParaRPr>
          </a:p>
        </p:txBody>
      </p:sp>
      <p:grpSp>
        <p:nvGrpSpPr>
          <p:cNvPr id="83" name="Group 82">
            <a:extLst>
              <a:ext uri="{FF2B5EF4-FFF2-40B4-BE49-F238E27FC236}">
                <a16:creationId xmlns:a16="http://schemas.microsoft.com/office/drawing/2014/main" id="{9E9A6660-99DF-A245-43F5-92E381BDCD9B}"/>
              </a:ext>
            </a:extLst>
          </p:cNvPr>
          <p:cNvGrpSpPr/>
          <p:nvPr/>
        </p:nvGrpSpPr>
        <p:grpSpPr>
          <a:xfrm>
            <a:off x="5354779" y="3189994"/>
            <a:ext cx="903329" cy="903329"/>
            <a:chOff x="3219956" y="1274444"/>
            <a:chExt cx="1436882" cy="1436883"/>
          </a:xfrm>
        </p:grpSpPr>
        <p:sp>
          <p:nvSpPr>
            <p:cNvPr id="85" name="Rectangle 84">
              <a:extLst>
                <a:ext uri="{FF2B5EF4-FFF2-40B4-BE49-F238E27FC236}">
                  <a16:creationId xmlns:a16="http://schemas.microsoft.com/office/drawing/2014/main" id="{3EB3CBD3-5EB2-3948-7945-1BA495EA76CE}"/>
                </a:ext>
              </a:extLst>
            </p:cNvPr>
            <p:cNvSpPr/>
            <p:nvPr/>
          </p:nvSpPr>
          <p:spPr>
            <a:xfrm>
              <a:off x="3219956" y="1274444"/>
              <a:ext cx="1436882" cy="1436883"/>
            </a:xfrm>
            <a:prstGeom prst="rect">
              <a:avLst/>
            </a:prstGeom>
            <a:solidFill>
              <a:srgbClr val="FFD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200">
                <a:latin typeface="Aptos" panose="020B0004020202020204" pitchFamily="34" charset="0"/>
              </a:endParaRPr>
            </a:p>
          </p:txBody>
        </p:sp>
        <p:sp>
          <p:nvSpPr>
            <p:cNvPr id="86" name="Title 1">
              <a:extLst>
                <a:ext uri="{FF2B5EF4-FFF2-40B4-BE49-F238E27FC236}">
                  <a16:creationId xmlns:a16="http://schemas.microsoft.com/office/drawing/2014/main" id="{E987D1E3-0DC3-0EE5-753C-B76BBF66D329}"/>
                </a:ext>
              </a:extLst>
            </p:cNvPr>
            <p:cNvSpPr txBox="1">
              <a:spLocks/>
            </p:cNvSpPr>
            <p:nvPr/>
          </p:nvSpPr>
          <p:spPr>
            <a:xfrm>
              <a:off x="3338476" y="2105770"/>
              <a:ext cx="1186571" cy="511000"/>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GB" sz="800">
                  <a:latin typeface="Aptos" panose="020B0004020202020204" pitchFamily="34" charset="0"/>
                </a:rPr>
                <a:t>Yellow</a:t>
              </a:r>
              <a:br>
                <a:rPr lang="en-GB" sz="800">
                  <a:latin typeface="Aptos" panose="020B0004020202020204" pitchFamily="34" charset="0"/>
                </a:rPr>
              </a:br>
              <a:r>
                <a:rPr lang="en-GB" sz="800">
                  <a:latin typeface="Aptos" panose="020B0004020202020204" pitchFamily="34" charset="0"/>
                </a:rPr>
                <a:t>#FFDC00</a:t>
              </a:r>
              <a:endParaRPr lang="en-GR" sz="800">
                <a:latin typeface="Aptos" panose="020B0004020202020204" pitchFamily="34" charset="0"/>
                <a:ea typeface="Tahoma" panose="020B0604030504040204" pitchFamily="34" charset="0"/>
                <a:cs typeface="Tahoma" panose="020B0604030504040204" pitchFamily="34" charset="0"/>
              </a:endParaRPr>
            </a:p>
          </p:txBody>
        </p:sp>
      </p:grpSp>
      <p:grpSp>
        <p:nvGrpSpPr>
          <p:cNvPr id="88" name="Group 87">
            <a:extLst>
              <a:ext uri="{FF2B5EF4-FFF2-40B4-BE49-F238E27FC236}">
                <a16:creationId xmlns:a16="http://schemas.microsoft.com/office/drawing/2014/main" id="{890340BB-6879-8928-B399-8D65FF284F50}"/>
              </a:ext>
            </a:extLst>
          </p:cNvPr>
          <p:cNvGrpSpPr/>
          <p:nvPr/>
        </p:nvGrpSpPr>
        <p:grpSpPr>
          <a:xfrm>
            <a:off x="7677805" y="2055367"/>
            <a:ext cx="903329" cy="903329"/>
            <a:chOff x="3219956" y="1274444"/>
            <a:chExt cx="1436882" cy="1436883"/>
          </a:xfrm>
        </p:grpSpPr>
        <p:sp>
          <p:nvSpPr>
            <p:cNvPr id="89" name="Rectangle 88">
              <a:extLst>
                <a:ext uri="{FF2B5EF4-FFF2-40B4-BE49-F238E27FC236}">
                  <a16:creationId xmlns:a16="http://schemas.microsoft.com/office/drawing/2014/main" id="{0432EAFD-FA70-343A-F2B6-045197640F43}"/>
                </a:ext>
              </a:extLst>
            </p:cNvPr>
            <p:cNvSpPr/>
            <p:nvPr/>
          </p:nvSpPr>
          <p:spPr>
            <a:xfrm>
              <a:off x="3219956" y="1274444"/>
              <a:ext cx="1436882" cy="1436883"/>
            </a:xfrm>
            <a:prstGeom prst="rect">
              <a:avLst/>
            </a:prstGeom>
            <a:solidFill>
              <a:srgbClr val="FF7F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200">
                <a:latin typeface="Aptos" panose="020B0004020202020204" pitchFamily="34" charset="0"/>
              </a:endParaRPr>
            </a:p>
          </p:txBody>
        </p:sp>
        <p:sp>
          <p:nvSpPr>
            <p:cNvPr id="90" name="Title 1">
              <a:extLst>
                <a:ext uri="{FF2B5EF4-FFF2-40B4-BE49-F238E27FC236}">
                  <a16:creationId xmlns:a16="http://schemas.microsoft.com/office/drawing/2014/main" id="{49578CA2-0D3E-E392-DA8A-61C6AC182C80}"/>
                </a:ext>
              </a:extLst>
            </p:cNvPr>
            <p:cNvSpPr txBox="1">
              <a:spLocks/>
            </p:cNvSpPr>
            <p:nvPr/>
          </p:nvSpPr>
          <p:spPr>
            <a:xfrm>
              <a:off x="3338476" y="2105770"/>
              <a:ext cx="1186571" cy="511000"/>
            </a:xfrm>
            <a:prstGeom prst="rect">
              <a:avLst/>
            </a:prstGeom>
          </p:spPr>
          <p:txBody>
            <a:bodyPr vert="horz" wrap="square" lIns="0" tIns="0" rIns="0" bIns="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GB" sz="800">
                  <a:latin typeface="Aptos" panose="020B0004020202020204" pitchFamily="34" charset="0"/>
                </a:rPr>
                <a:t>Orange</a:t>
              </a:r>
              <a:br>
                <a:rPr lang="en-GB" sz="800">
                  <a:latin typeface="Aptos" panose="020B0004020202020204" pitchFamily="34" charset="0"/>
                </a:rPr>
              </a:br>
              <a:r>
                <a:rPr lang="en-GB" sz="800">
                  <a:latin typeface="Aptos" panose="020B0004020202020204" pitchFamily="34" charset="0"/>
                </a:rPr>
                <a:t>#FF7F1A</a:t>
              </a:r>
              <a:endParaRPr lang="en-GR" sz="800">
                <a:latin typeface="Aptos" panose="020B0004020202020204" pitchFamily="34" charset="0"/>
                <a:ea typeface="Tahoma" panose="020B0604030504040204" pitchFamily="34" charset="0"/>
                <a:cs typeface="Tahoma" panose="020B0604030504040204" pitchFamily="34" charset="0"/>
              </a:endParaRPr>
            </a:p>
          </p:txBody>
        </p:sp>
      </p:grpSp>
    </p:spTree>
    <p:extLst>
      <p:ext uri="{BB962C8B-B14F-4D97-AF65-F5344CB8AC3E}">
        <p14:creationId xmlns:p14="http://schemas.microsoft.com/office/powerpoint/2010/main" val="934679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E2531-4128-500E-7FCF-69D42A9F57F2}"/>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6E674760-F83E-E67F-3F40-EC031F3DB3D0}"/>
              </a:ext>
            </a:extLst>
          </p:cNvPr>
          <p:cNvGrpSpPr/>
          <p:nvPr/>
        </p:nvGrpSpPr>
        <p:grpSpPr>
          <a:xfrm>
            <a:off x="6631864" y="5309236"/>
            <a:ext cx="4200440" cy="762062"/>
            <a:chOff x="6620978" y="5309236"/>
            <a:chExt cx="4200440" cy="762062"/>
          </a:xfrm>
        </p:grpSpPr>
        <p:pic>
          <p:nvPicPr>
            <p:cNvPr id="24" name="Picture 23" descr="A screenshot of a computer&#10;&#10;Description automatically generated">
              <a:extLst>
                <a:ext uri="{FF2B5EF4-FFF2-40B4-BE49-F238E27FC236}">
                  <a16:creationId xmlns:a16="http://schemas.microsoft.com/office/drawing/2014/main" id="{4582AAFA-4180-EA94-AE6A-0A413BB5D77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758617" y="5309236"/>
              <a:ext cx="4062801" cy="762062"/>
            </a:xfrm>
            <a:prstGeom prst="rect">
              <a:avLst/>
            </a:prstGeom>
          </p:spPr>
        </p:pic>
        <p:sp>
          <p:nvSpPr>
            <p:cNvPr id="49" name="Oval 48">
              <a:extLst>
                <a:ext uri="{FF2B5EF4-FFF2-40B4-BE49-F238E27FC236}">
                  <a16:creationId xmlns:a16="http://schemas.microsoft.com/office/drawing/2014/main" id="{8ADFAB68-B938-9E85-4B55-971BF2603C87}"/>
                </a:ext>
              </a:extLst>
            </p:cNvPr>
            <p:cNvSpPr/>
            <p:nvPr/>
          </p:nvSpPr>
          <p:spPr>
            <a:xfrm>
              <a:off x="6620978" y="5444071"/>
              <a:ext cx="475580" cy="475580"/>
            </a:xfrm>
            <a:prstGeom prst="ellipse">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cxnSp>
          <p:nvCxnSpPr>
            <p:cNvPr id="81" name="Straight Arrow Connector 80">
              <a:extLst>
                <a:ext uri="{FF2B5EF4-FFF2-40B4-BE49-F238E27FC236}">
                  <a16:creationId xmlns:a16="http://schemas.microsoft.com/office/drawing/2014/main" id="{B25C5855-8BED-BE4E-9F42-CA5F1861512A}"/>
                </a:ext>
              </a:extLst>
            </p:cNvPr>
            <p:cNvCxnSpPr>
              <a:cxnSpLocks/>
            </p:cNvCxnSpPr>
            <p:nvPr/>
          </p:nvCxnSpPr>
          <p:spPr>
            <a:xfrm>
              <a:off x="10076897" y="5501143"/>
              <a:ext cx="0" cy="187155"/>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sp>
        <p:nvSpPr>
          <p:cNvPr id="6" name="Title 5">
            <a:extLst>
              <a:ext uri="{FF2B5EF4-FFF2-40B4-BE49-F238E27FC236}">
                <a16:creationId xmlns:a16="http://schemas.microsoft.com/office/drawing/2014/main" id="{94DB66C8-68A6-327E-7649-85FF335D2164}"/>
              </a:ext>
            </a:extLst>
          </p:cNvPr>
          <p:cNvSpPr>
            <a:spLocks noGrp="1"/>
          </p:cNvSpPr>
          <p:nvPr>
            <p:ph type="ctrTitle"/>
          </p:nvPr>
        </p:nvSpPr>
        <p:spPr>
          <a:xfrm>
            <a:off x="332316" y="548681"/>
            <a:ext cx="5037767" cy="139397"/>
          </a:xfrm>
        </p:spPr>
        <p:txBody>
          <a:bodyPr/>
          <a:lstStyle/>
          <a:p>
            <a:r>
              <a:rPr lang="el-GR"/>
              <a:t>Οδηγίες</a:t>
            </a:r>
            <a:endParaRPr lang="en-GR"/>
          </a:p>
        </p:txBody>
      </p:sp>
      <p:sp>
        <p:nvSpPr>
          <p:cNvPr id="7" name="Text Placeholder 6">
            <a:extLst>
              <a:ext uri="{FF2B5EF4-FFF2-40B4-BE49-F238E27FC236}">
                <a16:creationId xmlns:a16="http://schemas.microsoft.com/office/drawing/2014/main" id="{3F808EC4-01F2-5290-8E98-BA662826551F}"/>
              </a:ext>
            </a:extLst>
          </p:cNvPr>
          <p:cNvSpPr>
            <a:spLocks noGrp="1"/>
          </p:cNvSpPr>
          <p:nvPr>
            <p:ph type="body" sz="quarter" idx="14"/>
          </p:nvPr>
        </p:nvSpPr>
        <p:spPr>
          <a:xfrm>
            <a:off x="331200" y="1602000"/>
            <a:ext cx="5571527" cy="787306"/>
          </a:xfrm>
        </p:spPr>
        <p:txBody>
          <a:bodyPr vert="horz" wrap="square" lIns="0" tIns="0" rIns="0" bIns="0" rtlCol="0" anchor="t" anchorCtr="0">
            <a:noAutofit/>
          </a:bodyPr>
          <a:lstStyle/>
          <a:p>
            <a:r>
              <a:rPr lang="en-US" err="1"/>
              <a:t>Ό</a:t>
            </a:r>
            <a:r>
              <a:rPr lang="el-GR" err="1"/>
              <a:t>ταν</a:t>
            </a:r>
            <a:r>
              <a:rPr lang="el-GR"/>
              <a:t> κάνετε εισαγωγή ενός </a:t>
            </a:r>
            <a:r>
              <a:rPr lang="en-US" b="1"/>
              <a:t>sample page</a:t>
            </a:r>
            <a:r>
              <a:rPr lang="el-GR" b="1"/>
              <a:t> </a:t>
            </a:r>
            <a:r>
              <a:rPr lang="el-GR"/>
              <a:t>και υπάρχει εικόνα (στα αριστερά) η οποία καλύπτει το </a:t>
            </a:r>
            <a:r>
              <a:rPr lang="en-US"/>
              <a:t>logo </a:t>
            </a:r>
            <a:r>
              <a:rPr lang="el-GR"/>
              <a:t>θα πρέπει </a:t>
            </a:r>
            <a:r>
              <a:rPr lang="el-GR" b="1"/>
              <a:t>να βάζετε </a:t>
            </a:r>
            <a:r>
              <a:rPr lang="en-US" b="1"/>
              <a:t> </a:t>
            </a:r>
            <a:r>
              <a:rPr lang="el-GR" b="1"/>
              <a:t>χειροκίνητα το </a:t>
            </a:r>
            <a:r>
              <a:rPr lang="en-US" b="1"/>
              <a:t>logo</a:t>
            </a:r>
            <a:r>
              <a:rPr lang="en-US"/>
              <a:t>, </a:t>
            </a:r>
            <a:r>
              <a:rPr lang="en-US" err="1"/>
              <a:t>ό</a:t>
            </a:r>
            <a:r>
              <a:rPr lang="el-GR"/>
              <a:t>πως θα σας δείξουμε παρακάτω, γιατί το </a:t>
            </a:r>
            <a:r>
              <a:rPr lang="en-US"/>
              <a:t>PowerPoint </a:t>
            </a:r>
            <a:r>
              <a:rPr lang="el-GR"/>
              <a:t>δεν δ</a:t>
            </a:r>
            <a:r>
              <a:rPr lang="en-US" err="1"/>
              <a:t>ί</a:t>
            </a:r>
            <a:r>
              <a:rPr lang="el-GR" err="1"/>
              <a:t>νει</a:t>
            </a:r>
            <a:r>
              <a:rPr lang="el-GR"/>
              <a:t> τη δυνατότητα να ορίσουμε κάποιο αντικείμενο πάνω από το </a:t>
            </a:r>
            <a:r>
              <a:rPr lang="en-US"/>
              <a:t>placeholder </a:t>
            </a:r>
            <a:r>
              <a:rPr lang="el-GR"/>
              <a:t>μιας εικόνας στα </a:t>
            </a:r>
            <a:r>
              <a:rPr lang="en-US"/>
              <a:t>slide master</a:t>
            </a:r>
            <a:r>
              <a:rPr lang="el-GR"/>
              <a:t> (εκτός του </a:t>
            </a:r>
            <a:r>
              <a:rPr lang="en-US"/>
              <a:t>footer</a:t>
            </a:r>
            <a:r>
              <a:rPr lang="el-GR"/>
              <a:t>)</a:t>
            </a:r>
            <a:r>
              <a:rPr lang="en-US"/>
              <a:t>.</a:t>
            </a:r>
            <a:endParaRPr lang="en-GB"/>
          </a:p>
          <a:p>
            <a:endParaRPr lang="en-GR"/>
          </a:p>
        </p:txBody>
      </p:sp>
      <p:sp>
        <p:nvSpPr>
          <p:cNvPr id="8" name="Text Placeholder 7">
            <a:extLst>
              <a:ext uri="{FF2B5EF4-FFF2-40B4-BE49-F238E27FC236}">
                <a16:creationId xmlns:a16="http://schemas.microsoft.com/office/drawing/2014/main" id="{9578ACA9-69A9-35F3-5DC4-3968C0695006}"/>
              </a:ext>
            </a:extLst>
          </p:cNvPr>
          <p:cNvSpPr>
            <a:spLocks noGrp="1"/>
          </p:cNvSpPr>
          <p:nvPr>
            <p:ph type="body" sz="quarter" idx="16"/>
          </p:nvPr>
        </p:nvSpPr>
        <p:spPr>
          <a:xfrm>
            <a:off x="342000" y="924129"/>
            <a:ext cx="5028083" cy="334515"/>
          </a:xfrm>
        </p:spPr>
        <p:txBody>
          <a:bodyPr/>
          <a:lstStyle/>
          <a:p>
            <a:r>
              <a:rPr lang="el-GR" err="1"/>
              <a:t>Εισαγωγ</a:t>
            </a:r>
            <a:r>
              <a:rPr lang="en-US" err="1"/>
              <a:t>ή</a:t>
            </a:r>
            <a:r>
              <a:rPr lang="el-GR"/>
              <a:t> </a:t>
            </a:r>
            <a:r>
              <a:rPr lang="en-US"/>
              <a:t>Sample</a:t>
            </a:r>
            <a:endParaRPr lang="en-GR"/>
          </a:p>
        </p:txBody>
      </p:sp>
      <p:sp>
        <p:nvSpPr>
          <p:cNvPr id="5" name="Slide Number Placeholder 4">
            <a:extLst>
              <a:ext uri="{FF2B5EF4-FFF2-40B4-BE49-F238E27FC236}">
                <a16:creationId xmlns:a16="http://schemas.microsoft.com/office/drawing/2014/main" id="{35C918CA-18DA-C832-C37C-4FD2490CDC35}"/>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9</a:t>
            </a:fld>
            <a:endParaRPr lang="en-GR"/>
          </a:p>
        </p:txBody>
      </p:sp>
      <p:sp>
        <p:nvSpPr>
          <p:cNvPr id="19" name="Text Placeholder 6">
            <a:extLst>
              <a:ext uri="{FF2B5EF4-FFF2-40B4-BE49-F238E27FC236}">
                <a16:creationId xmlns:a16="http://schemas.microsoft.com/office/drawing/2014/main" id="{F471A5D7-E384-1C71-09DB-C77DB3A4DB83}"/>
              </a:ext>
            </a:extLst>
          </p:cNvPr>
          <p:cNvSpPr txBox="1">
            <a:spLocks/>
          </p:cNvSpPr>
          <p:nvPr/>
        </p:nvSpPr>
        <p:spPr>
          <a:xfrm>
            <a:off x="6415149" y="1602000"/>
            <a:ext cx="5434853" cy="222542"/>
          </a:xfrm>
          <a:prstGeom prst="rect">
            <a:avLst/>
          </a:prstGeom>
        </p:spPr>
        <p:txBody>
          <a:bodyPr vert="horz" wrap="square" lIns="0" tIns="0" rIns="0" bIns="0" rtlCol="0" anchor="t" anchorCtr="0">
            <a:noAutofit/>
          </a:bodyPr>
          <a:lstStyle>
            <a:lvl1pPr marL="0" indent="0" algn="l" defTabSz="914400" rtl="0" eaLnBrk="1" latinLnBrk="0" hangingPunct="1">
              <a:lnSpc>
                <a:spcPct val="110000"/>
              </a:lnSpc>
              <a:spcBef>
                <a:spcPts val="900"/>
              </a:spcBef>
              <a:buClr>
                <a:schemeClr val="tx2"/>
              </a:buClr>
              <a:buFont typeface="Arial" panose="020B0604020202020204" pitchFamily="34" charset="0"/>
              <a:buNone/>
              <a:defRPr sz="1100" b="0" i="0" kern="1200">
                <a:solidFill>
                  <a:schemeClr val="tx1"/>
                </a:solidFill>
                <a:latin typeface="Aptos Light" panose="020B0004020202020204" pitchFamily="34" charset="0"/>
                <a:ea typeface="+mn-ea"/>
                <a:cs typeface="+mn-cs"/>
              </a:defRPr>
            </a:lvl1pPr>
            <a:lvl2pPr marL="628650" indent="-171450" algn="l" defTabSz="914400" rtl="0" eaLnBrk="1" latinLnBrk="0" hangingPunct="1">
              <a:lnSpc>
                <a:spcPct val="110000"/>
              </a:lnSpc>
              <a:spcBef>
                <a:spcPts val="900"/>
              </a:spcBef>
              <a:buClr>
                <a:schemeClr val="tx2"/>
              </a:buClr>
              <a:buFont typeface="Arial" panose="020B0604020202020204" pitchFamily="34" charset="0"/>
              <a:buChar char="•"/>
              <a:defRPr sz="1100" b="0" i="0" kern="1200">
                <a:solidFill>
                  <a:schemeClr val="tx1"/>
                </a:solidFill>
                <a:latin typeface="Aptos Light" panose="020B0004020202020204" pitchFamily="34" charset="0"/>
                <a:ea typeface="+mn-ea"/>
                <a:cs typeface="+mn-cs"/>
              </a:defRPr>
            </a:lvl2pPr>
            <a:lvl3pPr marL="1085850" indent="-171450" algn="l" defTabSz="914400" rtl="0" eaLnBrk="1" latinLnBrk="0" hangingPunct="1">
              <a:lnSpc>
                <a:spcPct val="110000"/>
              </a:lnSpc>
              <a:spcBef>
                <a:spcPts val="900"/>
              </a:spcBef>
              <a:buClr>
                <a:schemeClr val="tx2"/>
              </a:buClr>
              <a:buFont typeface="Arial" panose="020B0604020202020204" pitchFamily="34" charset="0"/>
              <a:buChar char="•"/>
              <a:defRPr sz="1100" b="0" i="0" kern="1200">
                <a:solidFill>
                  <a:schemeClr val="tx1"/>
                </a:solidFill>
                <a:latin typeface="Aptos Light" panose="020B0004020202020204" pitchFamily="34" charset="0"/>
                <a:ea typeface="+mn-ea"/>
                <a:cs typeface="+mn-cs"/>
              </a:defRPr>
            </a:lvl3pPr>
            <a:lvl4pPr marL="1543050" indent="-171450" algn="l" defTabSz="914400" rtl="0" eaLnBrk="1" latinLnBrk="0" hangingPunct="1">
              <a:lnSpc>
                <a:spcPct val="110000"/>
              </a:lnSpc>
              <a:spcBef>
                <a:spcPts val="900"/>
              </a:spcBef>
              <a:buClr>
                <a:schemeClr val="tx2"/>
              </a:buClr>
              <a:buFont typeface="Arial" panose="020B0604020202020204" pitchFamily="34" charset="0"/>
              <a:buChar char="•"/>
              <a:defRPr sz="1100" b="0" i="0" kern="1200">
                <a:solidFill>
                  <a:schemeClr val="tx1"/>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Aptos" panose="020B0004020202020204" pitchFamily="34" charset="0"/>
              </a:rPr>
              <a:t>3. </a:t>
            </a:r>
            <a:r>
              <a:rPr lang="el-GR">
                <a:latin typeface="Aptos" panose="020B0004020202020204" pitchFamily="34" charset="0"/>
              </a:rPr>
              <a:t>Από εκεί μπορείτε να κάνετε αντιγραφή </a:t>
            </a:r>
            <a:r>
              <a:rPr lang="en-US">
                <a:latin typeface="Aptos" panose="020B0004020202020204" pitchFamily="34" charset="0"/>
              </a:rPr>
              <a:t>(copy) </a:t>
            </a:r>
            <a:r>
              <a:rPr lang="el-GR">
                <a:latin typeface="Aptos" panose="020B0004020202020204" pitchFamily="34" charset="0"/>
              </a:rPr>
              <a:t>το </a:t>
            </a:r>
            <a:r>
              <a:rPr lang="en-US">
                <a:latin typeface="Aptos" panose="020B0004020202020204" pitchFamily="34" charset="0"/>
              </a:rPr>
              <a:t>logo </a:t>
            </a:r>
            <a:r>
              <a:rPr lang="el-GR">
                <a:latin typeface="Aptos" panose="020B0004020202020204" pitchFamily="34" charset="0"/>
              </a:rPr>
              <a:t>στο χρώμα που επιθυμείτε. </a:t>
            </a:r>
            <a:endParaRPr lang="en-GB">
              <a:latin typeface="Aptos" panose="020B0004020202020204" pitchFamily="34" charset="0"/>
            </a:endParaRPr>
          </a:p>
          <a:p>
            <a:endParaRPr lang="en-GR">
              <a:latin typeface="Aptos" panose="020B0004020202020204" pitchFamily="34" charset="0"/>
            </a:endParaRPr>
          </a:p>
        </p:txBody>
      </p:sp>
      <p:sp>
        <p:nvSpPr>
          <p:cNvPr id="16" name="Text Placeholder 6">
            <a:extLst>
              <a:ext uri="{FF2B5EF4-FFF2-40B4-BE49-F238E27FC236}">
                <a16:creationId xmlns:a16="http://schemas.microsoft.com/office/drawing/2014/main" id="{4A6D03F9-8586-EE35-F257-D176C8535094}"/>
              </a:ext>
            </a:extLst>
          </p:cNvPr>
          <p:cNvSpPr txBox="1">
            <a:spLocks/>
          </p:cNvSpPr>
          <p:nvPr/>
        </p:nvSpPr>
        <p:spPr>
          <a:xfrm>
            <a:off x="342000" y="4778569"/>
            <a:ext cx="4759334" cy="303997"/>
          </a:xfrm>
          <a:prstGeom prst="rect">
            <a:avLst/>
          </a:prstGeom>
        </p:spPr>
        <p:txBody>
          <a:bodyPr vert="horz" wrap="square" lIns="0" tIns="0" rIns="0" bIns="0" rtlCol="0" anchor="t" anchorCtr="0">
            <a:noAutofit/>
          </a:bodyPr>
          <a:lstStyle>
            <a:lvl1pPr marL="0" indent="0" algn="l" defTabSz="914400" rtl="0" eaLnBrk="1" latinLnBrk="0" hangingPunct="1">
              <a:lnSpc>
                <a:spcPct val="110000"/>
              </a:lnSpc>
              <a:spcBef>
                <a:spcPts val="900"/>
              </a:spcBef>
              <a:buClr>
                <a:schemeClr val="tx2"/>
              </a:buClr>
              <a:buFont typeface="Arial" panose="020B0604020202020204" pitchFamily="34" charset="0"/>
              <a:buNone/>
              <a:defRPr sz="1100" b="0" i="0" kern="1200">
                <a:solidFill>
                  <a:schemeClr val="tx1"/>
                </a:solidFill>
                <a:latin typeface="Aptos Light" panose="020B0004020202020204" pitchFamily="34" charset="0"/>
                <a:ea typeface="+mn-ea"/>
                <a:cs typeface="+mn-cs"/>
              </a:defRPr>
            </a:lvl1pPr>
            <a:lvl2pPr marL="628650" indent="-171450" algn="l" defTabSz="914400" rtl="0" eaLnBrk="1" latinLnBrk="0" hangingPunct="1">
              <a:lnSpc>
                <a:spcPct val="110000"/>
              </a:lnSpc>
              <a:spcBef>
                <a:spcPts val="900"/>
              </a:spcBef>
              <a:buClr>
                <a:schemeClr val="tx2"/>
              </a:buClr>
              <a:buFont typeface="Arial" panose="020B0604020202020204" pitchFamily="34" charset="0"/>
              <a:buChar char="•"/>
              <a:defRPr sz="1100" b="0" i="0" kern="1200">
                <a:solidFill>
                  <a:schemeClr val="tx1"/>
                </a:solidFill>
                <a:latin typeface="Aptos Light" panose="020B0004020202020204" pitchFamily="34" charset="0"/>
                <a:ea typeface="+mn-ea"/>
                <a:cs typeface="+mn-cs"/>
              </a:defRPr>
            </a:lvl2pPr>
            <a:lvl3pPr marL="1085850" indent="-171450" algn="l" defTabSz="914400" rtl="0" eaLnBrk="1" latinLnBrk="0" hangingPunct="1">
              <a:lnSpc>
                <a:spcPct val="110000"/>
              </a:lnSpc>
              <a:spcBef>
                <a:spcPts val="900"/>
              </a:spcBef>
              <a:buClr>
                <a:schemeClr val="tx2"/>
              </a:buClr>
              <a:buFont typeface="Arial" panose="020B0604020202020204" pitchFamily="34" charset="0"/>
              <a:buChar char="•"/>
              <a:defRPr sz="1100" b="0" i="0" kern="1200">
                <a:solidFill>
                  <a:schemeClr val="tx1"/>
                </a:solidFill>
                <a:latin typeface="Aptos Light" panose="020B0004020202020204" pitchFamily="34" charset="0"/>
                <a:ea typeface="+mn-ea"/>
                <a:cs typeface="+mn-cs"/>
              </a:defRPr>
            </a:lvl3pPr>
            <a:lvl4pPr marL="1543050" indent="-171450" algn="l" defTabSz="914400" rtl="0" eaLnBrk="1" latinLnBrk="0" hangingPunct="1">
              <a:lnSpc>
                <a:spcPct val="110000"/>
              </a:lnSpc>
              <a:spcBef>
                <a:spcPts val="900"/>
              </a:spcBef>
              <a:buClr>
                <a:schemeClr val="tx2"/>
              </a:buClr>
              <a:buFont typeface="Arial" panose="020B0604020202020204" pitchFamily="34" charset="0"/>
              <a:buChar char="•"/>
              <a:defRPr sz="1100" b="0" i="0" kern="1200">
                <a:solidFill>
                  <a:schemeClr val="tx1"/>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Aptos" panose="020B0004020202020204" pitchFamily="34" charset="0"/>
              </a:rPr>
              <a:t>2. </a:t>
            </a:r>
            <a:r>
              <a:rPr lang="el-GR" err="1">
                <a:latin typeface="Aptos" panose="020B0004020202020204" pitchFamily="34" charset="0"/>
              </a:rPr>
              <a:t>Πατ</a:t>
            </a:r>
            <a:r>
              <a:rPr lang="en-US" err="1">
                <a:latin typeface="Aptos" panose="020B0004020202020204" pitchFamily="34" charset="0"/>
              </a:rPr>
              <a:t>ώ</a:t>
            </a:r>
            <a:r>
              <a:rPr lang="el-GR">
                <a:latin typeface="Aptos" panose="020B0004020202020204" pitchFamily="34" charset="0"/>
              </a:rPr>
              <a:t>ντας </a:t>
            </a:r>
            <a:r>
              <a:rPr lang="en-US">
                <a:latin typeface="Aptos" panose="020B0004020202020204" pitchFamily="34" charset="0"/>
              </a:rPr>
              <a:t>View &gt; Slide Master</a:t>
            </a:r>
            <a:r>
              <a:rPr lang="el-GR">
                <a:latin typeface="Aptos" panose="020B0004020202020204" pitchFamily="34" charset="0"/>
              </a:rPr>
              <a:t>.</a:t>
            </a:r>
            <a:endParaRPr lang="en-GB">
              <a:latin typeface="Aptos" panose="020B0004020202020204" pitchFamily="34" charset="0"/>
            </a:endParaRPr>
          </a:p>
        </p:txBody>
      </p:sp>
      <p:sp>
        <p:nvSpPr>
          <p:cNvPr id="22" name="Text Placeholder 6">
            <a:extLst>
              <a:ext uri="{FF2B5EF4-FFF2-40B4-BE49-F238E27FC236}">
                <a16:creationId xmlns:a16="http://schemas.microsoft.com/office/drawing/2014/main" id="{9D06761A-031D-89B1-7FB0-28628991D17F}"/>
              </a:ext>
            </a:extLst>
          </p:cNvPr>
          <p:cNvSpPr txBox="1">
            <a:spLocks/>
          </p:cNvSpPr>
          <p:nvPr/>
        </p:nvSpPr>
        <p:spPr>
          <a:xfrm>
            <a:off x="6415149" y="4778571"/>
            <a:ext cx="5434853" cy="505267"/>
          </a:xfrm>
          <a:prstGeom prst="rect">
            <a:avLst/>
          </a:prstGeom>
        </p:spPr>
        <p:txBody>
          <a:bodyPr vert="horz" wrap="square" lIns="0" tIns="0" rIns="0" bIns="0" rtlCol="0" anchor="t" anchorCtr="0">
            <a:noAutofit/>
          </a:bodyPr>
          <a:lstStyle>
            <a:lvl1pPr marL="0" indent="0" algn="l" defTabSz="914400" rtl="0" eaLnBrk="1" latinLnBrk="0" hangingPunct="1">
              <a:lnSpc>
                <a:spcPct val="110000"/>
              </a:lnSpc>
              <a:spcBef>
                <a:spcPts val="900"/>
              </a:spcBef>
              <a:buClr>
                <a:schemeClr val="tx2"/>
              </a:buClr>
              <a:buFont typeface="Arial" panose="020B0604020202020204" pitchFamily="34" charset="0"/>
              <a:buNone/>
              <a:defRPr sz="1100" b="0" i="0" kern="1200">
                <a:solidFill>
                  <a:schemeClr val="tx1"/>
                </a:solidFill>
                <a:latin typeface="Aptos Light" panose="020B0004020202020204" pitchFamily="34" charset="0"/>
                <a:ea typeface="+mn-ea"/>
                <a:cs typeface="+mn-cs"/>
              </a:defRPr>
            </a:lvl1pPr>
            <a:lvl2pPr marL="628650" indent="-171450" algn="l" defTabSz="914400" rtl="0" eaLnBrk="1" latinLnBrk="0" hangingPunct="1">
              <a:lnSpc>
                <a:spcPct val="110000"/>
              </a:lnSpc>
              <a:spcBef>
                <a:spcPts val="900"/>
              </a:spcBef>
              <a:buClr>
                <a:schemeClr val="tx2"/>
              </a:buClr>
              <a:buFont typeface="Arial" panose="020B0604020202020204" pitchFamily="34" charset="0"/>
              <a:buChar char="•"/>
              <a:defRPr sz="1100" b="0" i="0" kern="1200">
                <a:solidFill>
                  <a:schemeClr val="tx1"/>
                </a:solidFill>
                <a:latin typeface="Aptos Light" panose="020B0004020202020204" pitchFamily="34" charset="0"/>
                <a:ea typeface="+mn-ea"/>
                <a:cs typeface="+mn-cs"/>
              </a:defRPr>
            </a:lvl2pPr>
            <a:lvl3pPr marL="1085850" indent="-171450" algn="l" defTabSz="914400" rtl="0" eaLnBrk="1" latinLnBrk="0" hangingPunct="1">
              <a:lnSpc>
                <a:spcPct val="110000"/>
              </a:lnSpc>
              <a:spcBef>
                <a:spcPts val="900"/>
              </a:spcBef>
              <a:buClr>
                <a:schemeClr val="tx2"/>
              </a:buClr>
              <a:buFont typeface="Arial" panose="020B0604020202020204" pitchFamily="34" charset="0"/>
              <a:buChar char="•"/>
              <a:defRPr sz="1100" b="0" i="0" kern="1200">
                <a:solidFill>
                  <a:schemeClr val="tx1"/>
                </a:solidFill>
                <a:latin typeface="Aptos Light" panose="020B0004020202020204" pitchFamily="34" charset="0"/>
                <a:ea typeface="+mn-ea"/>
                <a:cs typeface="+mn-cs"/>
              </a:defRPr>
            </a:lvl3pPr>
            <a:lvl4pPr marL="1543050" indent="-171450" algn="l" defTabSz="914400" rtl="0" eaLnBrk="1" latinLnBrk="0" hangingPunct="1">
              <a:lnSpc>
                <a:spcPct val="110000"/>
              </a:lnSpc>
              <a:spcBef>
                <a:spcPts val="900"/>
              </a:spcBef>
              <a:buClr>
                <a:schemeClr val="tx2"/>
              </a:buClr>
              <a:buFont typeface="Arial" panose="020B0604020202020204" pitchFamily="34" charset="0"/>
              <a:buChar char="•"/>
              <a:defRPr sz="1100" b="0" i="0" kern="1200">
                <a:solidFill>
                  <a:schemeClr val="tx1"/>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l-GR">
                <a:latin typeface="Aptos" panose="020B0004020202020204" pitchFamily="34" charset="0"/>
              </a:rPr>
              <a:t>4</a:t>
            </a:r>
            <a:r>
              <a:rPr lang="en-US">
                <a:latin typeface="Aptos" panose="020B0004020202020204" pitchFamily="34" charset="0"/>
              </a:rPr>
              <a:t>. </a:t>
            </a:r>
            <a:r>
              <a:rPr lang="el-GR">
                <a:latin typeface="Aptos" panose="020B0004020202020204" pitchFamily="34" charset="0"/>
              </a:rPr>
              <a:t>Και έπειτα μπορείτε να επιστρέψετε στην προβολή της παρουσίασης πατώντας</a:t>
            </a:r>
            <a:br>
              <a:rPr lang="en-US">
                <a:latin typeface="Aptos" panose="020B0004020202020204" pitchFamily="34" charset="0"/>
              </a:rPr>
            </a:br>
            <a:r>
              <a:rPr lang="en-US">
                <a:latin typeface="Aptos" panose="020B0004020202020204" pitchFamily="34" charset="0"/>
              </a:rPr>
              <a:t>View &gt; Normal </a:t>
            </a:r>
            <a:r>
              <a:rPr lang="el-GR">
                <a:latin typeface="Aptos" panose="020B0004020202020204" pitchFamily="34" charset="0"/>
              </a:rPr>
              <a:t>και</a:t>
            </a:r>
            <a:r>
              <a:rPr lang="en-US">
                <a:latin typeface="Aptos" panose="020B0004020202020204" pitchFamily="34" charset="0"/>
              </a:rPr>
              <a:t> </a:t>
            </a:r>
            <a:r>
              <a:rPr lang="el-GR">
                <a:latin typeface="Aptos" panose="020B0004020202020204" pitchFamily="34" charset="0"/>
              </a:rPr>
              <a:t>να το κάνετε </a:t>
            </a:r>
            <a:r>
              <a:rPr lang="el-GR" err="1">
                <a:latin typeface="Aptos" panose="020B0004020202020204" pitchFamily="34" charset="0"/>
              </a:rPr>
              <a:t>επικ</a:t>
            </a:r>
            <a:r>
              <a:rPr lang="en-US" err="1">
                <a:latin typeface="Aptos" panose="020B0004020202020204" pitchFamily="34" charset="0"/>
              </a:rPr>
              <a:t>ό</a:t>
            </a:r>
            <a:r>
              <a:rPr lang="el-GR" err="1">
                <a:latin typeface="Aptos" panose="020B0004020202020204" pitchFamily="34" charset="0"/>
              </a:rPr>
              <a:t>λληση</a:t>
            </a:r>
            <a:r>
              <a:rPr lang="el-GR">
                <a:latin typeface="Aptos" panose="020B0004020202020204" pitchFamily="34" charset="0"/>
              </a:rPr>
              <a:t> (</a:t>
            </a:r>
            <a:r>
              <a:rPr lang="en-US">
                <a:latin typeface="Aptos" panose="020B0004020202020204" pitchFamily="34" charset="0"/>
              </a:rPr>
              <a:t>paste</a:t>
            </a:r>
            <a:r>
              <a:rPr lang="el-GR">
                <a:latin typeface="Aptos" panose="020B0004020202020204" pitchFamily="34" charset="0"/>
              </a:rPr>
              <a:t>) στο </a:t>
            </a:r>
            <a:r>
              <a:rPr lang="en-US">
                <a:latin typeface="Aptos" panose="020B0004020202020204" pitchFamily="34" charset="0"/>
              </a:rPr>
              <a:t>slide </a:t>
            </a:r>
            <a:r>
              <a:rPr lang="el-GR">
                <a:latin typeface="Aptos" panose="020B0004020202020204" pitchFamily="34" charset="0"/>
              </a:rPr>
              <a:t>που επιθυμείτε</a:t>
            </a:r>
            <a:r>
              <a:rPr lang="en-US">
                <a:latin typeface="Aptos" panose="020B0004020202020204" pitchFamily="34" charset="0"/>
              </a:rPr>
              <a:t>.</a:t>
            </a:r>
            <a:endParaRPr lang="en-GB">
              <a:latin typeface="Aptos" panose="020B0004020202020204" pitchFamily="34" charset="0"/>
            </a:endParaRPr>
          </a:p>
        </p:txBody>
      </p:sp>
      <p:grpSp>
        <p:nvGrpSpPr>
          <p:cNvPr id="2" name="Group 1">
            <a:extLst>
              <a:ext uri="{FF2B5EF4-FFF2-40B4-BE49-F238E27FC236}">
                <a16:creationId xmlns:a16="http://schemas.microsoft.com/office/drawing/2014/main" id="{CE752AF7-0999-F71C-C307-2A8654B8D7AF}"/>
              </a:ext>
            </a:extLst>
          </p:cNvPr>
          <p:cNvGrpSpPr/>
          <p:nvPr/>
        </p:nvGrpSpPr>
        <p:grpSpPr>
          <a:xfrm>
            <a:off x="1410876" y="2602594"/>
            <a:ext cx="2777033" cy="1907050"/>
            <a:chOff x="342000" y="2262027"/>
            <a:chExt cx="3272965" cy="2247617"/>
          </a:xfrm>
        </p:grpSpPr>
        <p:pic>
          <p:nvPicPr>
            <p:cNvPr id="15" name="Picture 14" descr="A screenshot of a computer&#10;&#10;Description automatically generated">
              <a:extLst>
                <a:ext uri="{FF2B5EF4-FFF2-40B4-BE49-F238E27FC236}">
                  <a16:creationId xmlns:a16="http://schemas.microsoft.com/office/drawing/2014/main" id="{5C2A3B9C-8CC4-C91E-11C6-F94CB220C46E}"/>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342000" y="2262027"/>
              <a:ext cx="3272965" cy="2247617"/>
            </a:xfrm>
            <a:prstGeom prst="rect">
              <a:avLst/>
            </a:prstGeom>
          </p:spPr>
        </p:pic>
        <p:sp>
          <p:nvSpPr>
            <p:cNvPr id="25" name="Oval 24">
              <a:extLst>
                <a:ext uri="{FF2B5EF4-FFF2-40B4-BE49-F238E27FC236}">
                  <a16:creationId xmlns:a16="http://schemas.microsoft.com/office/drawing/2014/main" id="{569AD51F-0108-6ADA-0AD2-DD11E40C6699}"/>
                </a:ext>
              </a:extLst>
            </p:cNvPr>
            <p:cNvSpPr/>
            <p:nvPr/>
          </p:nvSpPr>
          <p:spPr>
            <a:xfrm>
              <a:off x="342000" y="2333274"/>
              <a:ext cx="615431" cy="615431"/>
            </a:xfrm>
            <a:prstGeom prst="ellipse">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26" name="Oval 25">
              <a:extLst>
                <a:ext uri="{FF2B5EF4-FFF2-40B4-BE49-F238E27FC236}">
                  <a16:creationId xmlns:a16="http://schemas.microsoft.com/office/drawing/2014/main" id="{9D735DF3-5B2D-8C66-C7C4-15264939C9DB}"/>
                </a:ext>
              </a:extLst>
            </p:cNvPr>
            <p:cNvSpPr/>
            <p:nvPr/>
          </p:nvSpPr>
          <p:spPr>
            <a:xfrm>
              <a:off x="1138066" y="3387523"/>
              <a:ext cx="615431" cy="615431"/>
            </a:xfrm>
            <a:prstGeom prst="ellipse">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cxnSp>
          <p:nvCxnSpPr>
            <p:cNvPr id="28" name="Straight Arrow Connector 27">
              <a:extLst>
                <a:ext uri="{FF2B5EF4-FFF2-40B4-BE49-F238E27FC236}">
                  <a16:creationId xmlns:a16="http://schemas.microsoft.com/office/drawing/2014/main" id="{F028DE33-617C-9B80-ACC1-5A5A2C55D644}"/>
                </a:ext>
              </a:extLst>
            </p:cNvPr>
            <p:cNvCxnSpPr/>
            <p:nvPr/>
          </p:nvCxnSpPr>
          <p:spPr>
            <a:xfrm>
              <a:off x="871369" y="2948705"/>
              <a:ext cx="365760" cy="43713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42D64342-4385-6D64-A3C8-4C2F2CECE636}"/>
              </a:ext>
            </a:extLst>
          </p:cNvPr>
          <p:cNvGrpSpPr/>
          <p:nvPr/>
        </p:nvGrpSpPr>
        <p:grpSpPr>
          <a:xfrm>
            <a:off x="350903" y="4967517"/>
            <a:ext cx="4896974" cy="1103781"/>
            <a:chOff x="332316" y="4865488"/>
            <a:chExt cx="4896974" cy="1103781"/>
          </a:xfrm>
        </p:grpSpPr>
        <p:pic>
          <p:nvPicPr>
            <p:cNvPr id="18" name="Picture 17" descr="A screenshot of a computer&#10;&#10;Description automatically generated">
              <a:extLst>
                <a:ext uri="{FF2B5EF4-FFF2-40B4-BE49-F238E27FC236}">
                  <a16:creationId xmlns:a16="http://schemas.microsoft.com/office/drawing/2014/main" id="{7B9D2AC6-2853-A5A5-0589-3BDD0BAB052D}"/>
                </a:ext>
              </a:extLst>
            </p:cNvPr>
            <p:cNvPicPr>
              <a:picLocks noChangeAspect="1"/>
            </p:cNvPicPr>
            <p:nvPr/>
          </p:nvPicPr>
          <p:blipFill>
            <a:blip r:embed="rId5"/>
            <a:stretch>
              <a:fillRect/>
            </a:stretch>
          </p:blipFill>
          <p:spPr>
            <a:xfrm>
              <a:off x="332316" y="5036512"/>
              <a:ext cx="4896974" cy="932757"/>
            </a:xfrm>
            <a:prstGeom prst="rect">
              <a:avLst/>
            </a:prstGeom>
          </p:spPr>
        </p:pic>
        <p:sp>
          <p:nvSpPr>
            <p:cNvPr id="29" name="Oval 28">
              <a:extLst>
                <a:ext uri="{FF2B5EF4-FFF2-40B4-BE49-F238E27FC236}">
                  <a16:creationId xmlns:a16="http://schemas.microsoft.com/office/drawing/2014/main" id="{016E74C9-3FD3-1CCA-7D8C-166C107C23E7}"/>
                </a:ext>
              </a:extLst>
            </p:cNvPr>
            <p:cNvSpPr/>
            <p:nvPr/>
          </p:nvSpPr>
          <p:spPr>
            <a:xfrm>
              <a:off x="4580513" y="4865488"/>
              <a:ext cx="615431" cy="615431"/>
            </a:xfrm>
            <a:prstGeom prst="ellipse">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30" name="Oval 29">
              <a:extLst>
                <a:ext uri="{FF2B5EF4-FFF2-40B4-BE49-F238E27FC236}">
                  <a16:creationId xmlns:a16="http://schemas.microsoft.com/office/drawing/2014/main" id="{C7B20325-2587-88C6-A2A3-16162AF2D6DA}"/>
                </a:ext>
              </a:extLst>
            </p:cNvPr>
            <p:cNvSpPr/>
            <p:nvPr/>
          </p:nvSpPr>
          <p:spPr>
            <a:xfrm>
              <a:off x="1159581" y="5145187"/>
              <a:ext cx="615431" cy="615431"/>
            </a:xfrm>
            <a:prstGeom prst="ellipse">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cxnSp>
          <p:nvCxnSpPr>
            <p:cNvPr id="32" name="Straight Arrow Connector 31">
              <a:extLst>
                <a:ext uri="{FF2B5EF4-FFF2-40B4-BE49-F238E27FC236}">
                  <a16:creationId xmlns:a16="http://schemas.microsoft.com/office/drawing/2014/main" id="{48183FFC-6072-F061-9479-C90262D89B23}"/>
                </a:ext>
              </a:extLst>
            </p:cNvPr>
            <p:cNvCxnSpPr>
              <a:cxnSpLocks/>
            </p:cNvCxnSpPr>
            <p:nvPr/>
          </p:nvCxnSpPr>
          <p:spPr>
            <a:xfrm flipH="1">
              <a:off x="1808358" y="5242255"/>
              <a:ext cx="2716642" cy="210647"/>
            </a:xfrm>
            <a:prstGeom prst="straightConnector1">
              <a:avLst/>
            </a:prstGeom>
            <a:ln w="12700">
              <a:solidFill>
                <a:schemeClr val="accent2">
                  <a:alpha val="99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5A5F8B5E-592B-AB0A-0451-A8DBE0D0951D}"/>
              </a:ext>
            </a:extLst>
          </p:cNvPr>
          <p:cNvGrpSpPr/>
          <p:nvPr/>
        </p:nvGrpSpPr>
        <p:grpSpPr>
          <a:xfrm>
            <a:off x="7231963" y="2175987"/>
            <a:ext cx="2987630" cy="2307331"/>
            <a:chOff x="6364156" y="1762020"/>
            <a:chExt cx="3651213" cy="2819813"/>
          </a:xfrm>
        </p:grpSpPr>
        <p:pic>
          <p:nvPicPr>
            <p:cNvPr id="21" name="Picture 20" descr="A screenshot of a computer&#10;&#10;Description automatically generated">
              <a:extLst>
                <a:ext uri="{FF2B5EF4-FFF2-40B4-BE49-F238E27FC236}">
                  <a16:creationId xmlns:a16="http://schemas.microsoft.com/office/drawing/2014/main" id="{2BE5886B-89EC-F279-0656-9FDFB0720A94}"/>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6415147" y="1762020"/>
              <a:ext cx="3600222" cy="2712576"/>
            </a:xfrm>
            <a:prstGeom prst="rect">
              <a:avLst/>
            </a:prstGeom>
          </p:spPr>
        </p:pic>
        <p:sp>
          <p:nvSpPr>
            <p:cNvPr id="36" name="Oval 35">
              <a:extLst>
                <a:ext uri="{FF2B5EF4-FFF2-40B4-BE49-F238E27FC236}">
                  <a16:creationId xmlns:a16="http://schemas.microsoft.com/office/drawing/2014/main" id="{17F07415-0AA3-CFAF-EE52-6819C01A9339}"/>
                </a:ext>
              </a:extLst>
            </p:cNvPr>
            <p:cNvSpPr/>
            <p:nvPr/>
          </p:nvSpPr>
          <p:spPr>
            <a:xfrm>
              <a:off x="6364156" y="2970340"/>
              <a:ext cx="1032614" cy="1032614"/>
            </a:xfrm>
            <a:prstGeom prst="ellipse">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37" name="Oval 36">
              <a:extLst>
                <a:ext uri="{FF2B5EF4-FFF2-40B4-BE49-F238E27FC236}">
                  <a16:creationId xmlns:a16="http://schemas.microsoft.com/office/drawing/2014/main" id="{D2191F8E-B207-8E33-CDCB-A9F92D0FA293}"/>
                </a:ext>
              </a:extLst>
            </p:cNvPr>
            <p:cNvSpPr/>
            <p:nvPr/>
          </p:nvSpPr>
          <p:spPr>
            <a:xfrm>
              <a:off x="8490966" y="3966402"/>
              <a:ext cx="615431" cy="615431"/>
            </a:xfrm>
            <a:prstGeom prst="ellipse">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cxnSp>
          <p:nvCxnSpPr>
            <p:cNvPr id="39" name="Straight Arrow Connector 38">
              <a:extLst>
                <a:ext uri="{FF2B5EF4-FFF2-40B4-BE49-F238E27FC236}">
                  <a16:creationId xmlns:a16="http://schemas.microsoft.com/office/drawing/2014/main" id="{D63AEBF9-B075-E536-0884-B8D917EADA2D}"/>
                </a:ext>
              </a:extLst>
            </p:cNvPr>
            <p:cNvCxnSpPr>
              <a:cxnSpLocks/>
            </p:cNvCxnSpPr>
            <p:nvPr/>
          </p:nvCxnSpPr>
          <p:spPr>
            <a:xfrm>
              <a:off x="7530353" y="3486647"/>
              <a:ext cx="916194" cy="516307"/>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sp>
        <p:nvSpPr>
          <p:cNvPr id="43" name="Oval 42">
            <a:extLst>
              <a:ext uri="{FF2B5EF4-FFF2-40B4-BE49-F238E27FC236}">
                <a16:creationId xmlns:a16="http://schemas.microsoft.com/office/drawing/2014/main" id="{C86EB0C3-2B1E-6449-1420-D5549F6CFE75}"/>
              </a:ext>
            </a:extLst>
          </p:cNvPr>
          <p:cNvSpPr/>
          <p:nvPr/>
        </p:nvSpPr>
        <p:spPr>
          <a:xfrm>
            <a:off x="10141444" y="5193430"/>
            <a:ext cx="615431" cy="615431"/>
          </a:xfrm>
          <a:prstGeom prst="ellipse">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Tree>
    <p:extLst>
      <p:ext uri="{BB962C8B-B14F-4D97-AF65-F5344CB8AC3E}">
        <p14:creationId xmlns:p14="http://schemas.microsoft.com/office/powerpoint/2010/main" val="3362490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F5E3B-BB56-2DD9-8467-72CDFA446A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1EF9CF6-513E-F2B6-00A2-950EB657484C}"/>
              </a:ext>
            </a:extLst>
          </p:cNvPr>
          <p:cNvSpPr>
            <a:spLocks noGrp="1"/>
          </p:cNvSpPr>
          <p:nvPr>
            <p:ph type="ctrTitle"/>
          </p:nvPr>
        </p:nvSpPr>
        <p:spPr>
          <a:xfrm>
            <a:off x="332316" y="548681"/>
            <a:ext cx="5037767" cy="139397"/>
          </a:xfrm>
        </p:spPr>
        <p:txBody>
          <a:bodyPr/>
          <a:lstStyle/>
          <a:p>
            <a:r>
              <a:rPr lang="el-GR"/>
              <a:t>Οδηγίες</a:t>
            </a:r>
            <a:endParaRPr lang="en-GR"/>
          </a:p>
        </p:txBody>
      </p:sp>
      <p:sp>
        <p:nvSpPr>
          <p:cNvPr id="7" name="Text Placeholder 6">
            <a:extLst>
              <a:ext uri="{FF2B5EF4-FFF2-40B4-BE49-F238E27FC236}">
                <a16:creationId xmlns:a16="http://schemas.microsoft.com/office/drawing/2014/main" id="{3B1F71D5-BEE7-3314-C0EF-EB51A2D59494}"/>
              </a:ext>
            </a:extLst>
          </p:cNvPr>
          <p:cNvSpPr>
            <a:spLocks noGrp="1"/>
          </p:cNvSpPr>
          <p:nvPr>
            <p:ph type="body" sz="quarter" idx="14"/>
          </p:nvPr>
        </p:nvSpPr>
        <p:spPr>
          <a:xfrm>
            <a:off x="332317" y="1603338"/>
            <a:ext cx="2157209" cy="4705981"/>
          </a:xfrm>
        </p:spPr>
        <p:txBody>
          <a:bodyPr vert="horz" wrap="square" lIns="0" tIns="0" rIns="0" bIns="0" rtlCol="0" anchor="t" anchorCtr="0">
            <a:noAutofit/>
          </a:bodyPr>
          <a:lstStyle/>
          <a:p>
            <a:r>
              <a:rPr lang="el-GR"/>
              <a:t>Εδώ είναι τα </a:t>
            </a:r>
            <a:r>
              <a:rPr lang="en-US"/>
              <a:t>NBG </a:t>
            </a:r>
            <a:r>
              <a:rPr lang="el-GR"/>
              <a:t>και </a:t>
            </a:r>
            <a:r>
              <a:rPr lang="en-US"/>
              <a:t>NBG Segment </a:t>
            </a:r>
            <a:r>
              <a:rPr lang="el-GR"/>
              <a:t>λογότυπα σε Ελληνικά και Αγγλικά και πως συνδυάζονται μεταξύ τους.</a:t>
            </a:r>
            <a:endParaRPr lang="en-US"/>
          </a:p>
          <a:p>
            <a:endParaRPr lang="en-US"/>
          </a:p>
          <a:p>
            <a:r>
              <a:rPr lang="el-GR"/>
              <a:t>Δε</a:t>
            </a:r>
            <a:r>
              <a:rPr lang="en-US" err="1"/>
              <a:t>ί</a:t>
            </a:r>
            <a:r>
              <a:rPr lang="el-GR"/>
              <a:t>τε στο</a:t>
            </a:r>
            <a:r>
              <a:rPr lang="en-US"/>
              <a:t> </a:t>
            </a:r>
            <a:r>
              <a:rPr lang="en-US" b="1"/>
              <a:t>Section 11</a:t>
            </a:r>
            <a:r>
              <a:rPr lang="el-GR" b="1"/>
              <a:t> </a:t>
            </a:r>
            <a:r>
              <a:rPr lang="el-GR"/>
              <a:t>πως χρησιμοποιούμε τον συνδυασμό του </a:t>
            </a:r>
            <a:r>
              <a:rPr lang="en-US"/>
              <a:t>NBG Logo </a:t>
            </a:r>
            <a:r>
              <a:rPr lang="el-GR"/>
              <a:t>+ </a:t>
            </a:r>
            <a:r>
              <a:rPr lang="en-US"/>
              <a:t>Segment Logo.</a:t>
            </a:r>
            <a:r>
              <a:rPr lang="el-GR"/>
              <a:t> </a:t>
            </a:r>
            <a:endParaRPr lang="en-GB"/>
          </a:p>
          <a:p>
            <a:endParaRPr lang="en-GR"/>
          </a:p>
        </p:txBody>
      </p:sp>
      <p:sp>
        <p:nvSpPr>
          <p:cNvPr id="8" name="Text Placeholder 7">
            <a:extLst>
              <a:ext uri="{FF2B5EF4-FFF2-40B4-BE49-F238E27FC236}">
                <a16:creationId xmlns:a16="http://schemas.microsoft.com/office/drawing/2014/main" id="{C66CA1F8-45CF-4412-87F0-24ABC3404940}"/>
              </a:ext>
            </a:extLst>
          </p:cNvPr>
          <p:cNvSpPr>
            <a:spLocks noGrp="1"/>
          </p:cNvSpPr>
          <p:nvPr>
            <p:ph type="body" sz="quarter" idx="16"/>
          </p:nvPr>
        </p:nvSpPr>
        <p:spPr>
          <a:xfrm>
            <a:off x="342000" y="924129"/>
            <a:ext cx="5028083" cy="334515"/>
          </a:xfrm>
        </p:spPr>
        <p:txBody>
          <a:bodyPr/>
          <a:lstStyle/>
          <a:p>
            <a:r>
              <a:rPr lang="el-GR"/>
              <a:t>Λογότυπα</a:t>
            </a:r>
            <a:endParaRPr lang="en-GR"/>
          </a:p>
        </p:txBody>
      </p:sp>
      <p:sp>
        <p:nvSpPr>
          <p:cNvPr id="5" name="Slide Number Placeholder 4">
            <a:extLst>
              <a:ext uri="{FF2B5EF4-FFF2-40B4-BE49-F238E27FC236}">
                <a16:creationId xmlns:a16="http://schemas.microsoft.com/office/drawing/2014/main" id="{4676C347-4A34-16CB-D11C-93E20F45EE8D}"/>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10</a:t>
            </a:fld>
            <a:endParaRPr lang="en-GR"/>
          </a:p>
        </p:txBody>
      </p:sp>
      <p:sp>
        <p:nvSpPr>
          <p:cNvPr id="2" name="Rectangle 1">
            <a:extLst>
              <a:ext uri="{FF2B5EF4-FFF2-40B4-BE49-F238E27FC236}">
                <a16:creationId xmlns:a16="http://schemas.microsoft.com/office/drawing/2014/main" id="{8DF3A776-D5E5-3831-3F4A-87D5B334FF97}"/>
              </a:ext>
            </a:extLst>
          </p:cNvPr>
          <p:cNvSpPr/>
          <p:nvPr/>
        </p:nvSpPr>
        <p:spPr>
          <a:xfrm>
            <a:off x="7540222" y="1268361"/>
            <a:ext cx="4319463" cy="503784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grpSp>
        <p:nvGrpSpPr>
          <p:cNvPr id="45" name="Group 44">
            <a:extLst>
              <a:ext uri="{FF2B5EF4-FFF2-40B4-BE49-F238E27FC236}">
                <a16:creationId xmlns:a16="http://schemas.microsoft.com/office/drawing/2014/main" id="{5BB4AC20-8A43-4419-E3B9-059EBF647474}"/>
              </a:ext>
            </a:extLst>
          </p:cNvPr>
          <p:cNvGrpSpPr/>
          <p:nvPr/>
        </p:nvGrpSpPr>
        <p:grpSpPr>
          <a:xfrm>
            <a:off x="3939940" y="3290655"/>
            <a:ext cx="2726998" cy="216494"/>
            <a:chOff x="3939940" y="3290655"/>
            <a:chExt cx="2726998" cy="216494"/>
          </a:xfrm>
        </p:grpSpPr>
        <p:pic>
          <p:nvPicPr>
            <p:cNvPr id="15" name="Picture 14">
              <a:extLst>
                <a:ext uri="{FF2B5EF4-FFF2-40B4-BE49-F238E27FC236}">
                  <a16:creationId xmlns:a16="http://schemas.microsoft.com/office/drawing/2014/main" id="{25073E74-4C2A-3690-178C-9E753BFC95A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83191" y="3290655"/>
              <a:ext cx="1683747" cy="216000"/>
            </a:xfrm>
            <a:prstGeom prst="rect">
              <a:avLst/>
            </a:prstGeom>
          </p:spPr>
        </p:pic>
        <p:cxnSp>
          <p:nvCxnSpPr>
            <p:cNvPr id="16" name="Straight Connector 15">
              <a:extLst>
                <a:ext uri="{FF2B5EF4-FFF2-40B4-BE49-F238E27FC236}">
                  <a16:creationId xmlns:a16="http://schemas.microsoft.com/office/drawing/2014/main" id="{9669AB11-4231-ECFB-6E1C-B92BECE9B8F6}"/>
                </a:ext>
              </a:extLst>
            </p:cNvPr>
            <p:cNvCxnSpPr>
              <a:cxnSpLocks/>
            </p:cNvCxnSpPr>
            <p:nvPr/>
          </p:nvCxnSpPr>
          <p:spPr>
            <a:xfrm>
              <a:off x="4839192" y="3290655"/>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C7961C2D-4932-90BE-B184-58DA21C05392}"/>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939940" y="3291149"/>
              <a:ext cx="751306" cy="216000"/>
            </a:xfrm>
            <a:prstGeom prst="rect">
              <a:avLst/>
            </a:prstGeom>
          </p:spPr>
        </p:pic>
      </p:grpSp>
      <p:grpSp>
        <p:nvGrpSpPr>
          <p:cNvPr id="107" name="Group 106">
            <a:extLst>
              <a:ext uri="{FF2B5EF4-FFF2-40B4-BE49-F238E27FC236}">
                <a16:creationId xmlns:a16="http://schemas.microsoft.com/office/drawing/2014/main" id="{8F0B2BBF-B3E7-D9F6-73FD-FA2EEEF47C96}"/>
              </a:ext>
            </a:extLst>
          </p:cNvPr>
          <p:cNvGrpSpPr/>
          <p:nvPr/>
        </p:nvGrpSpPr>
        <p:grpSpPr>
          <a:xfrm>
            <a:off x="3939942" y="2067215"/>
            <a:ext cx="1777651" cy="216000"/>
            <a:chOff x="3939940" y="2067215"/>
            <a:chExt cx="1777651" cy="216000"/>
          </a:xfrm>
        </p:grpSpPr>
        <p:cxnSp>
          <p:nvCxnSpPr>
            <p:cNvPr id="22" name="Straight Connector 21">
              <a:extLst>
                <a:ext uri="{FF2B5EF4-FFF2-40B4-BE49-F238E27FC236}">
                  <a16:creationId xmlns:a16="http://schemas.microsoft.com/office/drawing/2014/main" id="{B952B621-648D-500B-E4A5-059C17E83084}"/>
                </a:ext>
              </a:extLst>
            </p:cNvPr>
            <p:cNvCxnSpPr>
              <a:cxnSpLocks/>
            </p:cNvCxnSpPr>
            <p:nvPr/>
          </p:nvCxnSpPr>
          <p:spPr>
            <a:xfrm>
              <a:off x="4839192" y="2067215"/>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15B827D9-6271-93F4-9781-107A29742267}"/>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939940" y="2067215"/>
              <a:ext cx="751306" cy="216000"/>
            </a:xfrm>
            <a:prstGeom prst="rect">
              <a:avLst/>
            </a:prstGeom>
          </p:spPr>
        </p:pic>
        <p:pic>
          <p:nvPicPr>
            <p:cNvPr id="24" name="Picture 23">
              <a:extLst>
                <a:ext uri="{FF2B5EF4-FFF2-40B4-BE49-F238E27FC236}">
                  <a16:creationId xmlns:a16="http://schemas.microsoft.com/office/drawing/2014/main" id="{AFC59A90-7924-FFD6-5043-A17AE194502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983191" y="2067215"/>
              <a:ext cx="734400" cy="216000"/>
            </a:xfrm>
            <a:prstGeom prst="rect">
              <a:avLst/>
            </a:prstGeom>
          </p:spPr>
        </p:pic>
      </p:grpSp>
      <p:grpSp>
        <p:nvGrpSpPr>
          <p:cNvPr id="12" name="Group 11">
            <a:extLst>
              <a:ext uri="{FF2B5EF4-FFF2-40B4-BE49-F238E27FC236}">
                <a16:creationId xmlns:a16="http://schemas.microsoft.com/office/drawing/2014/main" id="{7B26F465-BB83-68FA-CF6B-4959C1C83580}"/>
              </a:ext>
            </a:extLst>
          </p:cNvPr>
          <p:cNvGrpSpPr/>
          <p:nvPr/>
        </p:nvGrpSpPr>
        <p:grpSpPr>
          <a:xfrm>
            <a:off x="3939940" y="2470849"/>
            <a:ext cx="1781252" cy="216495"/>
            <a:chOff x="3939940" y="2470847"/>
            <a:chExt cx="1781252" cy="216495"/>
          </a:xfrm>
        </p:grpSpPr>
        <p:cxnSp>
          <p:nvCxnSpPr>
            <p:cNvPr id="20" name="Straight Connector 19">
              <a:extLst>
                <a:ext uri="{FF2B5EF4-FFF2-40B4-BE49-F238E27FC236}">
                  <a16:creationId xmlns:a16="http://schemas.microsoft.com/office/drawing/2014/main" id="{419F97D2-0A46-5342-4564-B4C65B77DA27}"/>
                </a:ext>
              </a:extLst>
            </p:cNvPr>
            <p:cNvCxnSpPr>
              <a:cxnSpLocks/>
            </p:cNvCxnSpPr>
            <p:nvPr/>
          </p:nvCxnSpPr>
          <p:spPr>
            <a:xfrm>
              <a:off x="4839192" y="2470848"/>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21" name="Graphic 20">
              <a:extLst>
                <a:ext uri="{FF2B5EF4-FFF2-40B4-BE49-F238E27FC236}">
                  <a16:creationId xmlns:a16="http://schemas.microsoft.com/office/drawing/2014/main" id="{F0BDD516-3964-3294-61C8-49EB028D4188}"/>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939940" y="2471342"/>
              <a:ext cx="751306" cy="216000"/>
            </a:xfrm>
            <a:prstGeom prst="rect">
              <a:avLst/>
            </a:prstGeom>
          </p:spPr>
        </p:pic>
        <p:pic>
          <p:nvPicPr>
            <p:cNvPr id="25" name="Picture 24">
              <a:extLst>
                <a:ext uri="{FF2B5EF4-FFF2-40B4-BE49-F238E27FC236}">
                  <a16:creationId xmlns:a16="http://schemas.microsoft.com/office/drawing/2014/main" id="{D6183F22-7382-664D-923A-165975C8850B}"/>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983191" y="2470847"/>
              <a:ext cx="738001" cy="216000"/>
            </a:xfrm>
            <a:prstGeom prst="rect">
              <a:avLst/>
            </a:prstGeom>
          </p:spPr>
        </p:pic>
      </p:grpSp>
      <p:grpSp>
        <p:nvGrpSpPr>
          <p:cNvPr id="14" name="Group 13">
            <a:extLst>
              <a:ext uri="{FF2B5EF4-FFF2-40B4-BE49-F238E27FC236}">
                <a16:creationId xmlns:a16="http://schemas.microsoft.com/office/drawing/2014/main" id="{76936891-6385-E02F-F788-D959B5E02815}"/>
              </a:ext>
            </a:extLst>
          </p:cNvPr>
          <p:cNvGrpSpPr/>
          <p:nvPr/>
        </p:nvGrpSpPr>
        <p:grpSpPr>
          <a:xfrm>
            <a:off x="3939942" y="2876464"/>
            <a:ext cx="1781251" cy="216000"/>
            <a:chOff x="3939940" y="2876464"/>
            <a:chExt cx="1781251" cy="216000"/>
          </a:xfrm>
        </p:grpSpPr>
        <p:cxnSp>
          <p:nvCxnSpPr>
            <p:cNvPr id="18" name="Straight Connector 17">
              <a:extLst>
                <a:ext uri="{FF2B5EF4-FFF2-40B4-BE49-F238E27FC236}">
                  <a16:creationId xmlns:a16="http://schemas.microsoft.com/office/drawing/2014/main" id="{3EA89FED-B813-30ED-30BE-031A00C6DA4C}"/>
                </a:ext>
              </a:extLst>
            </p:cNvPr>
            <p:cNvCxnSpPr>
              <a:cxnSpLocks/>
            </p:cNvCxnSpPr>
            <p:nvPr/>
          </p:nvCxnSpPr>
          <p:spPr>
            <a:xfrm>
              <a:off x="4839192" y="2876464"/>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AE16AB76-A4CC-DA31-7993-D1DA04BAD0E2}"/>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939940" y="2876464"/>
              <a:ext cx="751306" cy="216000"/>
            </a:xfrm>
            <a:prstGeom prst="rect">
              <a:avLst/>
            </a:prstGeom>
          </p:spPr>
        </p:pic>
        <p:pic>
          <p:nvPicPr>
            <p:cNvPr id="26" name="Picture 25">
              <a:extLst>
                <a:ext uri="{FF2B5EF4-FFF2-40B4-BE49-F238E27FC236}">
                  <a16:creationId xmlns:a16="http://schemas.microsoft.com/office/drawing/2014/main" id="{F78AC68F-55BA-42E2-F41A-EC5D9582356B}"/>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4983191" y="2876464"/>
              <a:ext cx="738000" cy="216000"/>
            </a:xfrm>
            <a:prstGeom prst="rect">
              <a:avLst/>
            </a:prstGeom>
          </p:spPr>
        </p:pic>
      </p:grpSp>
      <p:pic>
        <p:nvPicPr>
          <p:cNvPr id="27" name="Graphic 26">
            <a:extLst>
              <a:ext uri="{FF2B5EF4-FFF2-40B4-BE49-F238E27FC236}">
                <a16:creationId xmlns:a16="http://schemas.microsoft.com/office/drawing/2014/main" id="{8DE51646-BF4F-852F-504D-B59607B30AE4}"/>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939940" y="1657842"/>
            <a:ext cx="751306" cy="216000"/>
          </a:xfrm>
          <a:prstGeom prst="rect">
            <a:avLst/>
          </a:prstGeom>
        </p:spPr>
      </p:pic>
      <p:pic>
        <p:nvPicPr>
          <p:cNvPr id="36" name="Picture 35" descr="A black and blue text&#10;&#10;Description automatically generated">
            <a:extLst>
              <a:ext uri="{FF2B5EF4-FFF2-40B4-BE49-F238E27FC236}">
                <a16:creationId xmlns:a16="http://schemas.microsoft.com/office/drawing/2014/main" id="{B1018C36-8BD7-446F-0811-0548FC38FFEA}"/>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934063" y="4018689"/>
            <a:ext cx="1006839" cy="216000"/>
          </a:xfrm>
          <a:prstGeom prst="rect">
            <a:avLst/>
          </a:prstGeom>
        </p:spPr>
      </p:pic>
      <p:grpSp>
        <p:nvGrpSpPr>
          <p:cNvPr id="46" name="Group 45">
            <a:extLst>
              <a:ext uri="{FF2B5EF4-FFF2-40B4-BE49-F238E27FC236}">
                <a16:creationId xmlns:a16="http://schemas.microsoft.com/office/drawing/2014/main" id="{444FA0FA-1DE7-2E0E-E343-77AE9EBE6741}"/>
              </a:ext>
            </a:extLst>
          </p:cNvPr>
          <p:cNvGrpSpPr/>
          <p:nvPr/>
        </p:nvGrpSpPr>
        <p:grpSpPr>
          <a:xfrm>
            <a:off x="3934061" y="4421794"/>
            <a:ext cx="2033184" cy="220729"/>
            <a:chOff x="3934061" y="4421792"/>
            <a:chExt cx="2033184" cy="220729"/>
          </a:xfrm>
        </p:grpSpPr>
        <p:cxnSp>
          <p:nvCxnSpPr>
            <p:cNvPr id="32" name="Straight Connector 31">
              <a:extLst>
                <a:ext uri="{FF2B5EF4-FFF2-40B4-BE49-F238E27FC236}">
                  <a16:creationId xmlns:a16="http://schemas.microsoft.com/office/drawing/2014/main" id="{BE05E548-E866-649E-D589-D2A92879230C}"/>
                </a:ext>
              </a:extLst>
            </p:cNvPr>
            <p:cNvCxnSpPr>
              <a:cxnSpLocks/>
            </p:cNvCxnSpPr>
            <p:nvPr/>
          </p:nvCxnSpPr>
          <p:spPr>
            <a:xfrm>
              <a:off x="5088846" y="4421792"/>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33" name="Picture 32">
              <a:extLst>
                <a:ext uri="{FF2B5EF4-FFF2-40B4-BE49-F238E27FC236}">
                  <a16:creationId xmlns:a16="http://schemas.microsoft.com/office/drawing/2014/main" id="{5501F8EF-F8B7-0DE1-5B7F-923E9FC6E4ED}"/>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232845" y="4426521"/>
              <a:ext cx="734400" cy="216000"/>
            </a:xfrm>
            <a:prstGeom prst="rect">
              <a:avLst/>
            </a:prstGeom>
          </p:spPr>
        </p:pic>
        <p:pic>
          <p:nvPicPr>
            <p:cNvPr id="37" name="Picture 36" descr="A black and blue text&#10;&#10;Description automatically generated">
              <a:extLst>
                <a:ext uri="{FF2B5EF4-FFF2-40B4-BE49-F238E27FC236}">
                  <a16:creationId xmlns:a16="http://schemas.microsoft.com/office/drawing/2014/main" id="{34651631-0E59-7ED4-C79B-130A1336BA58}"/>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934061" y="4421914"/>
              <a:ext cx="1006839" cy="216000"/>
            </a:xfrm>
            <a:prstGeom prst="rect">
              <a:avLst/>
            </a:prstGeom>
          </p:spPr>
        </p:pic>
      </p:grpSp>
      <p:grpSp>
        <p:nvGrpSpPr>
          <p:cNvPr id="47" name="Group 46">
            <a:extLst>
              <a:ext uri="{FF2B5EF4-FFF2-40B4-BE49-F238E27FC236}">
                <a16:creationId xmlns:a16="http://schemas.microsoft.com/office/drawing/2014/main" id="{237F56F2-EDF3-2639-56A9-FFE6C36C6774}"/>
              </a:ext>
            </a:extLst>
          </p:cNvPr>
          <p:cNvGrpSpPr/>
          <p:nvPr/>
        </p:nvGrpSpPr>
        <p:grpSpPr>
          <a:xfrm>
            <a:off x="3934063" y="4825390"/>
            <a:ext cx="2036785" cy="216001"/>
            <a:chOff x="3934061" y="4825388"/>
            <a:chExt cx="2036785" cy="216001"/>
          </a:xfrm>
        </p:grpSpPr>
        <p:cxnSp>
          <p:nvCxnSpPr>
            <p:cNvPr id="31" name="Straight Connector 30">
              <a:extLst>
                <a:ext uri="{FF2B5EF4-FFF2-40B4-BE49-F238E27FC236}">
                  <a16:creationId xmlns:a16="http://schemas.microsoft.com/office/drawing/2014/main" id="{C78E9F35-4A22-E6FD-CC98-B14B41A5A232}"/>
                </a:ext>
              </a:extLst>
            </p:cNvPr>
            <p:cNvCxnSpPr>
              <a:cxnSpLocks/>
            </p:cNvCxnSpPr>
            <p:nvPr/>
          </p:nvCxnSpPr>
          <p:spPr>
            <a:xfrm>
              <a:off x="5088846" y="4825389"/>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34" name="Picture 33">
              <a:extLst>
                <a:ext uri="{FF2B5EF4-FFF2-40B4-BE49-F238E27FC236}">
                  <a16:creationId xmlns:a16="http://schemas.microsoft.com/office/drawing/2014/main" id="{16D60641-1137-B802-1D70-CBDC3CB4CB1A}"/>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232845" y="4825388"/>
              <a:ext cx="738001" cy="216000"/>
            </a:xfrm>
            <a:prstGeom prst="rect">
              <a:avLst/>
            </a:prstGeom>
          </p:spPr>
        </p:pic>
        <p:pic>
          <p:nvPicPr>
            <p:cNvPr id="38" name="Picture 37" descr="A black and blue text&#10;&#10;Description automatically generated">
              <a:extLst>
                <a:ext uri="{FF2B5EF4-FFF2-40B4-BE49-F238E27FC236}">
                  <a16:creationId xmlns:a16="http://schemas.microsoft.com/office/drawing/2014/main" id="{B116C1F6-115D-8215-7ECF-91AD9E0D1905}"/>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934061" y="4825388"/>
              <a:ext cx="1006839" cy="216000"/>
            </a:xfrm>
            <a:prstGeom prst="rect">
              <a:avLst/>
            </a:prstGeom>
          </p:spPr>
        </p:pic>
      </p:grpSp>
      <p:grpSp>
        <p:nvGrpSpPr>
          <p:cNvPr id="48" name="Group 47">
            <a:extLst>
              <a:ext uri="{FF2B5EF4-FFF2-40B4-BE49-F238E27FC236}">
                <a16:creationId xmlns:a16="http://schemas.microsoft.com/office/drawing/2014/main" id="{97430D18-87E6-40F9-4AF2-79DDBB393289}"/>
              </a:ext>
            </a:extLst>
          </p:cNvPr>
          <p:cNvGrpSpPr/>
          <p:nvPr/>
        </p:nvGrpSpPr>
        <p:grpSpPr>
          <a:xfrm>
            <a:off x="3934061" y="5232077"/>
            <a:ext cx="2036784" cy="217888"/>
            <a:chOff x="3934061" y="5232077"/>
            <a:chExt cx="2036784" cy="217888"/>
          </a:xfrm>
        </p:grpSpPr>
        <p:cxnSp>
          <p:nvCxnSpPr>
            <p:cNvPr id="30" name="Straight Connector 29">
              <a:extLst>
                <a:ext uri="{FF2B5EF4-FFF2-40B4-BE49-F238E27FC236}">
                  <a16:creationId xmlns:a16="http://schemas.microsoft.com/office/drawing/2014/main" id="{7EA127DC-6DA6-C736-75BE-8BF2AA38E9BD}"/>
                </a:ext>
              </a:extLst>
            </p:cNvPr>
            <p:cNvCxnSpPr>
              <a:cxnSpLocks/>
            </p:cNvCxnSpPr>
            <p:nvPr/>
          </p:nvCxnSpPr>
          <p:spPr>
            <a:xfrm>
              <a:off x="5088846" y="5232077"/>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35" name="Picture 34">
              <a:extLst>
                <a:ext uri="{FF2B5EF4-FFF2-40B4-BE49-F238E27FC236}">
                  <a16:creationId xmlns:a16="http://schemas.microsoft.com/office/drawing/2014/main" id="{5FD019E9-92DB-1C97-704C-A410798EE928}"/>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5232845" y="5233965"/>
              <a:ext cx="738000" cy="216000"/>
            </a:xfrm>
            <a:prstGeom prst="rect">
              <a:avLst/>
            </a:prstGeom>
          </p:spPr>
        </p:pic>
        <p:pic>
          <p:nvPicPr>
            <p:cNvPr id="39" name="Picture 38" descr="A black and blue text&#10;&#10;Description automatically generated">
              <a:extLst>
                <a:ext uri="{FF2B5EF4-FFF2-40B4-BE49-F238E27FC236}">
                  <a16:creationId xmlns:a16="http://schemas.microsoft.com/office/drawing/2014/main" id="{66752F65-79E8-F01E-31A0-C955E49B10F9}"/>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934061" y="5232077"/>
              <a:ext cx="1006839" cy="216000"/>
            </a:xfrm>
            <a:prstGeom prst="rect">
              <a:avLst/>
            </a:prstGeom>
          </p:spPr>
        </p:pic>
      </p:grpSp>
      <p:grpSp>
        <p:nvGrpSpPr>
          <p:cNvPr id="50" name="Group 49">
            <a:extLst>
              <a:ext uri="{FF2B5EF4-FFF2-40B4-BE49-F238E27FC236}">
                <a16:creationId xmlns:a16="http://schemas.microsoft.com/office/drawing/2014/main" id="{ED82C5B4-9095-A08C-5095-35575A9243DD}"/>
              </a:ext>
            </a:extLst>
          </p:cNvPr>
          <p:cNvGrpSpPr/>
          <p:nvPr/>
        </p:nvGrpSpPr>
        <p:grpSpPr>
          <a:xfrm>
            <a:off x="3934063" y="5648042"/>
            <a:ext cx="2982531" cy="216000"/>
            <a:chOff x="3934061" y="5648042"/>
            <a:chExt cx="2982531" cy="216000"/>
          </a:xfrm>
        </p:grpSpPr>
        <p:pic>
          <p:nvPicPr>
            <p:cNvPr id="28" name="Picture 27">
              <a:extLst>
                <a:ext uri="{FF2B5EF4-FFF2-40B4-BE49-F238E27FC236}">
                  <a16:creationId xmlns:a16="http://schemas.microsoft.com/office/drawing/2014/main" id="{1EACB044-44A3-6091-248A-53E8DE506F8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32845" y="5648042"/>
              <a:ext cx="1683747" cy="216000"/>
            </a:xfrm>
            <a:prstGeom prst="rect">
              <a:avLst/>
            </a:prstGeom>
          </p:spPr>
        </p:pic>
        <p:cxnSp>
          <p:nvCxnSpPr>
            <p:cNvPr id="29" name="Straight Connector 28">
              <a:extLst>
                <a:ext uri="{FF2B5EF4-FFF2-40B4-BE49-F238E27FC236}">
                  <a16:creationId xmlns:a16="http://schemas.microsoft.com/office/drawing/2014/main" id="{C27A986E-ABBA-8962-A159-3CDE5AB0AC19}"/>
                </a:ext>
              </a:extLst>
            </p:cNvPr>
            <p:cNvCxnSpPr>
              <a:cxnSpLocks/>
            </p:cNvCxnSpPr>
            <p:nvPr/>
          </p:nvCxnSpPr>
          <p:spPr>
            <a:xfrm>
              <a:off x="5088846" y="5648042"/>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40" name="Picture 39" descr="A black and blue text&#10;&#10;Description automatically generated">
              <a:extLst>
                <a:ext uri="{FF2B5EF4-FFF2-40B4-BE49-F238E27FC236}">
                  <a16:creationId xmlns:a16="http://schemas.microsoft.com/office/drawing/2014/main" id="{1C2B9A6F-05AF-77F7-AB16-581BD53B36D6}"/>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934061" y="5648042"/>
              <a:ext cx="1006839" cy="216000"/>
            </a:xfrm>
            <a:prstGeom prst="rect">
              <a:avLst/>
            </a:prstGeom>
          </p:spPr>
        </p:pic>
      </p:grpSp>
      <p:pic>
        <p:nvPicPr>
          <p:cNvPr id="80" name="Picture 79" descr="A black and white sign with white text&#10;&#10;Description automatically generated">
            <a:extLst>
              <a:ext uri="{FF2B5EF4-FFF2-40B4-BE49-F238E27FC236}">
                <a16:creationId xmlns:a16="http://schemas.microsoft.com/office/drawing/2014/main" id="{C0B8897C-4EBF-5E69-9AC7-7854CF7533E7}"/>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8023024" y="4017869"/>
            <a:ext cx="997200" cy="216176"/>
          </a:xfrm>
          <a:prstGeom prst="rect">
            <a:avLst/>
          </a:prstGeom>
        </p:spPr>
      </p:pic>
      <p:pic>
        <p:nvPicPr>
          <p:cNvPr id="86" name="Picture 85" descr="A black background with white letters&#10;&#10;Description automatically generated">
            <a:extLst>
              <a:ext uri="{FF2B5EF4-FFF2-40B4-BE49-F238E27FC236}">
                <a16:creationId xmlns:a16="http://schemas.microsoft.com/office/drawing/2014/main" id="{619D10EB-FFCF-CB12-0236-AC0B6452E462}"/>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8023024" y="1657842"/>
            <a:ext cx="745548" cy="216000"/>
          </a:xfrm>
          <a:prstGeom prst="rect">
            <a:avLst/>
          </a:prstGeom>
        </p:spPr>
      </p:pic>
      <p:grpSp>
        <p:nvGrpSpPr>
          <p:cNvPr id="51" name="Group 50">
            <a:extLst>
              <a:ext uri="{FF2B5EF4-FFF2-40B4-BE49-F238E27FC236}">
                <a16:creationId xmlns:a16="http://schemas.microsoft.com/office/drawing/2014/main" id="{876231C3-D365-AC5B-84A9-29843840C640}"/>
              </a:ext>
            </a:extLst>
          </p:cNvPr>
          <p:cNvGrpSpPr/>
          <p:nvPr/>
        </p:nvGrpSpPr>
        <p:grpSpPr>
          <a:xfrm>
            <a:off x="8023026" y="2067215"/>
            <a:ext cx="1777651" cy="216000"/>
            <a:chOff x="8023024" y="2067215"/>
            <a:chExt cx="1777651" cy="216000"/>
          </a:xfrm>
        </p:grpSpPr>
        <p:cxnSp>
          <p:nvCxnSpPr>
            <p:cNvPr id="88" name="Straight Connector 87">
              <a:extLst>
                <a:ext uri="{FF2B5EF4-FFF2-40B4-BE49-F238E27FC236}">
                  <a16:creationId xmlns:a16="http://schemas.microsoft.com/office/drawing/2014/main" id="{E58C3E89-4925-37A0-A7C1-EACD7D4A5F96}"/>
                </a:ext>
              </a:extLst>
            </p:cNvPr>
            <p:cNvCxnSpPr>
              <a:cxnSpLocks/>
            </p:cNvCxnSpPr>
            <p:nvPr/>
          </p:nvCxnSpPr>
          <p:spPr>
            <a:xfrm>
              <a:off x="8922276" y="2067215"/>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89" name="Picture 88" descr="A black background with white letters&#10;&#10;Description automatically generated">
              <a:extLst>
                <a:ext uri="{FF2B5EF4-FFF2-40B4-BE49-F238E27FC236}">
                  <a16:creationId xmlns:a16="http://schemas.microsoft.com/office/drawing/2014/main" id="{FC1E9A35-5B94-69AF-435B-29338C43D7BF}"/>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8023024" y="2067215"/>
              <a:ext cx="745548" cy="216000"/>
            </a:xfrm>
            <a:prstGeom prst="rect">
              <a:avLst/>
            </a:prstGeom>
          </p:spPr>
        </p:pic>
        <p:pic>
          <p:nvPicPr>
            <p:cNvPr id="90" name="Picture 89">
              <a:extLst>
                <a:ext uri="{FF2B5EF4-FFF2-40B4-BE49-F238E27FC236}">
                  <a16:creationId xmlns:a16="http://schemas.microsoft.com/office/drawing/2014/main" id="{6C5B1EA5-F1C8-F781-84DE-9FFB59F8E858}"/>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9066275" y="2067215"/>
              <a:ext cx="734400" cy="216000"/>
            </a:xfrm>
            <a:prstGeom prst="rect">
              <a:avLst/>
            </a:prstGeom>
          </p:spPr>
        </p:pic>
      </p:grpSp>
      <p:grpSp>
        <p:nvGrpSpPr>
          <p:cNvPr id="55" name="Group 54">
            <a:extLst>
              <a:ext uri="{FF2B5EF4-FFF2-40B4-BE49-F238E27FC236}">
                <a16:creationId xmlns:a16="http://schemas.microsoft.com/office/drawing/2014/main" id="{7D7AB27B-9B33-278D-36B8-56DC3835893E}"/>
              </a:ext>
            </a:extLst>
          </p:cNvPr>
          <p:cNvGrpSpPr/>
          <p:nvPr/>
        </p:nvGrpSpPr>
        <p:grpSpPr>
          <a:xfrm>
            <a:off x="8023024" y="4423336"/>
            <a:ext cx="2023500" cy="218240"/>
            <a:chOff x="8023024" y="4423336"/>
            <a:chExt cx="2023500" cy="218240"/>
          </a:xfrm>
        </p:grpSpPr>
        <p:cxnSp>
          <p:nvCxnSpPr>
            <p:cNvPr id="49" name="Straight Connector 48">
              <a:extLst>
                <a:ext uri="{FF2B5EF4-FFF2-40B4-BE49-F238E27FC236}">
                  <a16:creationId xmlns:a16="http://schemas.microsoft.com/office/drawing/2014/main" id="{398FEDC2-ABFC-6628-860A-0F56B1987AEA}"/>
                </a:ext>
              </a:extLst>
            </p:cNvPr>
            <p:cNvCxnSpPr>
              <a:cxnSpLocks/>
            </p:cNvCxnSpPr>
            <p:nvPr/>
          </p:nvCxnSpPr>
          <p:spPr>
            <a:xfrm>
              <a:off x="9168125" y="4423336"/>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81" name="Picture 80" descr="A black and white sign with white text&#10;&#10;Description automatically generated">
              <a:extLst>
                <a:ext uri="{FF2B5EF4-FFF2-40B4-BE49-F238E27FC236}">
                  <a16:creationId xmlns:a16="http://schemas.microsoft.com/office/drawing/2014/main" id="{C95CA7DC-95DA-50B4-53F9-ECB693819768}"/>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8023024" y="4425400"/>
              <a:ext cx="997200" cy="216176"/>
            </a:xfrm>
            <a:prstGeom prst="rect">
              <a:avLst/>
            </a:prstGeom>
          </p:spPr>
        </p:pic>
        <p:pic>
          <p:nvPicPr>
            <p:cNvPr id="91" name="Picture 90">
              <a:extLst>
                <a:ext uri="{FF2B5EF4-FFF2-40B4-BE49-F238E27FC236}">
                  <a16:creationId xmlns:a16="http://schemas.microsoft.com/office/drawing/2014/main" id="{EF89ED7E-CCCB-FE77-B1DE-6D55E036CFB8}"/>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9312124" y="4425488"/>
              <a:ext cx="734400" cy="216000"/>
            </a:xfrm>
            <a:prstGeom prst="rect">
              <a:avLst/>
            </a:prstGeom>
          </p:spPr>
        </p:pic>
      </p:grpSp>
      <p:grpSp>
        <p:nvGrpSpPr>
          <p:cNvPr id="52" name="Group 51">
            <a:extLst>
              <a:ext uri="{FF2B5EF4-FFF2-40B4-BE49-F238E27FC236}">
                <a16:creationId xmlns:a16="http://schemas.microsoft.com/office/drawing/2014/main" id="{B0C0EC22-2B1C-0558-0EC3-498AAFB5A2F8}"/>
              </a:ext>
            </a:extLst>
          </p:cNvPr>
          <p:cNvGrpSpPr/>
          <p:nvPr/>
        </p:nvGrpSpPr>
        <p:grpSpPr>
          <a:xfrm>
            <a:off x="8023026" y="2465037"/>
            <a:ext cx="1781251" cy="217010"/>
            <a:chOff x="8023024" y="2465037"/>
            <a:chExt cx="1781251" cy="217010"/>
          </a:xfrm>
        </p:grpSpPr>
        <p:cxnSp>
          <p:nvCxnSpPr>
            <p:cNvPr id="93" name="Straight Connector 92">
              <a:extLst>
                <a:ext uri="{FF2B5EF4-FFF2-40B4-BE49-F238E27FC236}">
                  <a16:creationId xmlns:a16="http://schemas.microsoft.com/office/drawing/2014/main" id="{1FEEDCD8-2B40-EE46-D158-807E4C02ECE8}"/>
                </a:ext>
              </a:extLst>
            </p:cNvPr>
            <p:cNvCxnSpPr>
              <a:cxnSpLocks/>
            </p:cNvCxnSpPr>
            <p:nvPr/>
          </p:nvCxnSpPr>
          <p:spPr>
            <a:xfrm>
              <a:off x="8922276" y="2466047"/>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94" name="Picture 93" descr="A black background with white letters&#10;&#10;Description automatically generated">
              <a:extLst>
                <a:ext uri="{FF2B5EF4-FFF2-40B4-BE49-F238E27FC236}">
                  <a16:creationId xmlns:a16="http://schemas.microsoft.com/office/drawing/2014/main" id="{EEFE95D3-BC0B-70D3-6C66-1B67BF3D0C52}"/>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8023024" y="2465037"/>
              <a:ext cx="745548" cy="216000"/>
            </a:xfrm>
            <a:prstGeom prst="rect">
              <a:avLst/>
            </a:prstGeom>
          </p:spPr>
        </p:pic>
        <p:pic>
          <p:nvPicPr>
            <p:cNvPr id="95" name="Picture 94">
              <a:extLst>
                <a:ext uri="{FF2B5EF4-FFF2-40B4-BE49-F238E27FC236}">
                  <a16:creationId xmlns:a16="http://schemas.microsoft.com/office/drawing/2014/main" id="{885FB5C1-74F8-FF83-21FE-C2518698B80B}"/>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9066275" y="2465037"/>
              <a:ext cx="738000" cy="216000"/>
            </a:xfrm>
            <a:prstGeom prst="rect">
              <a:avLst/>
            </a:prstGeom>
          </p:spPr>
        </p:pic>
      </p:grpSp>
      <p:grpSp>
        <p:nvGrpSpPr>
          <p:cNvPr id="56" name="Group 55">
            <a:extLst>
              <a:ext uri="{FF2B5EF4-FFF2-40B4-BE49-F238E27FC236}">
                <a16:creationId xmlns:a16="http://schemas.microsoft.com/office/drawing/2014/main" id="{D8965217-0706-8DBC-3B1A-846D4BC9B4A7}"/>
              </a:ext>
            </a:extLst>
          </p:cNvPr>
          <p:cNvGrpSpPr/>
          <p:nvPr/>
        </p:nvGrpSpPr>
        <p:grpSpPr>
          <a:xfrm>
            <a:off x="8023024" y="4824568"/>
            <a:ext cx="2027100" cy="216732"/>
            <a:chOff x="8023024" y="4824568"/>
            <a:chExt cx="2027100" cy="216732"/>
          </a:xfrm>
        </p:grpSpPr>
        <p:cxnSp>
          <p:nvCxnSpPr>
            <p:cNvPr id="43" name="Straight Connector 42">
              <a:extLst>
                <a:ext uri="{FF2B5EF4-FFF2-40B4-BE49-F238E27FC236}">
                  <a16:creationId xmlns:a16="http://schemas.microsoft.com/office/drawing/2014/main" id="{C7542645-5381-FE07-2314-DA9CBFB9C779}"/>
                </a:ext>
              </a:extLst>
            </p:cNvPr>
            <p:cNvCxnSpPr>
              <a:cxnSpLocks/>
            </p:cNvCxnSpPr>
            <p:nvPr/>
          </p:nvCxnSpPr>
          <p:spPr>
            <a:xfrm>
              <a:off x="9168125" y="4824568"/>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82" name="Picture 81" descr="A black and white sign with white text&#10;&#10;Description automatically generated">
              <a:extLst>
                <a:ext uri="{FF2B5EF4-FFF2-40B4-BE49-F238E27FC236}">
                  <a16:creationId xmlns:a16="http://schemas.microsoft.com/office/drawing/2014/main" id="{E896F9CD-75C8-3714-8B57-3E94D1B4C3F2}"/>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8023024" y="4825124"/>
              <a:ext cx="997200" cy="216176"/>
            </a:xfrm>
            <a:prstGeom prst="rect">
              <a:avLst/>
            </a:prstGeom>
          </p:spPr>
        </p:pic>
        <p:pic>
          <p:nvPicPr>
            <p:cNvPr id="96" name="Picture 95">
              <a:extLst>
                <a:ext uri="{FF2B5EF4-FFF2-40B4-BE49-F238E27FC236}">
                  <a16:creationId xmlns:a16="http://schemas.microsoft.com/office/drawing/2014/main" id="{71866071-70DA-7A6C-E3BD-4220F6E99016}"/>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9312124" y="4825212"/>
              <a:ext cx="738000" cy="216000"/>
            </a:xfrm>
            <a:prstGeom prst="rect">
              <a:avLst/>
            </a:prstGeom>
          </p:spPr>
        </p:pic>
      </p:grpSp>
      <p:grpSp>
        <p:nvGrpSpPr>
          <p:cNvPr id="53" name="Group 52">
            <a:extLst>
              <a:ext uri="{FF2B5EF4-FFF2-40B4-BE49-F238E27FC236}">
                <a16:creationId xmlns:a16="http://schemas.microsoft.com/office/drawing/2014/main" id="{D282ED6B-9710-CC4F-9B6F-859015D5826E}"/>
              </a:ext>
            </a:extLst>
          </p:cNvPr>
          <p:cNvGrpSpPr/>
          <p:nvPr/>
        </p:nvGrpSpPr>
        <p:grpSpPr>
          <a:xfrm>
            <a:off x="8023026" y="2874943"/>
            <a:ext cx="1781251" cy="217523"/>
            <a:chOff x="8023024" y="2874941"/>
            <a:chExt cx="1781251" cy="217523"/>
          </a:xfrm>
        </p:grpSpPr>
        <p:cxnSp>
          <p:nvCxnSpPr>
            <p:cNvPr id="98" name="Straight Connector 97">
              <a:extLst>
                <a:ext uri="{FF2B5EF4-FFF2-40B4-BE49-F238E27FC236}">
                  <a16:creationId xmlns:a16="http://schemas.microsoft.com/office/drawing/2014/main" id="{76B419A9-930A-C532-3C56-AB0DF85F5921}"/>
                </a:ext>
              </a:extLst>
            </p:cNvPr>
            <p:cNvCxnSpPr>
              <a:cxnSpLocks/>
            </p:cNvCxnSpPr>
            <p:nvPr/>
          </p:nvCxnSpPr>
          <p:spPr>
            <a:xfrm>
              <a:off x="8922276" y="2875950"/>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99" name="Picture 98" descr="A black background with white letters&#10;&#10;Description automatically generated">
              <a:extLst>
                <a:ext uri="{FF2B5EF4-FFF2-40B4-BE49-F238E27FC236}">
                  <a16:creationId xmlns:a16="http://schemas.microsoft.com/office/drawing/2014/main" id="{2626840E-2A3C-4D45-ACB5-F82297DA74D6}"/>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8023024" y="2874941"/>
              <a:ext cx="745548" cy="216000"/>
            </a:xfrm>
            <a:prstGeom prst="rect">
              <a:avLst/>
            </a:prstGeom>
          </p:spPr>
        </p:pic>
        <p:pic>
          <p:nvPicPr>
            <p:cNvPr id="100" name="Picture 99">
              <a:extLst>
                <a:ext uri="{FF2B5EF4-FFF2-40B4-BE49-F238E27FC236}">
                  <a16:creationId xmlns:a16="http://schemas.microsoft.com/office/drawing/2014/main" id="{4A1D924D-FFFC-38E5-67CF-F38918436452}"/>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9066275" y="2876464"/>
              <a:ext cx="738000" cy="216000"/>
            </a:xfrm>
            <a:prstGeom prst="rect">
              <a:avLst/>
            </a:prstGeom>
          </p:spPr>
        </p:pic>
      </p:grpSp>
      <p:grpSp>
        <p:nvGrpSpPr>
          <p:cNvPr id="57" name="Group 56">
            <a:extLst>
              <a:ext uri="{FF2B5EF4-FFF2-40B4-BE49-F238E27FC236}">
                <a16:creationId xmlns:a16="http://schemas.microsoft.com/office/drawing/2014/main" id="{5F67CE93-072C-C0AF-563C-84C3BAF09D3D}"/>
              </a:ext>
            </a:extLst>
          </p:cNvPr>
          <p:cNvGrpSpPr/>
          <p:nvPr/>
        </p:nvGrpSpPr>
        <p:grpSpPr>
          <a:xfrm>
            <a:off x="8023024" y="5234292"/>
            <a:ext cx="2027100" cy="216853"/>
            <a:chOff x="8023024" y="5234290"/>
            <a:chExt cx="2027100" cy="216853"/>
          </a:xfrm>
        </p:grpSpPr>
        <p:cxnSp>
          <p:nvCxnSpPr>
            <p:cNvPr id="42" name="Straight Connector 41">
              <a:extLst>
                <a:ext uri="{FF2B5EF4-FFF2-40B4-BE49-F238E27FC236}">
                  <a16:creationId xmlns:a16="http://schemas.microsoft.com/office/drawing/2014/main" id="{8EAB7E8D-B718-98D2-1048-BC5753C98012}"/>
                </a:ext>
              </a:extLst>
            </p:cNvPr>
            <p:cNvCxnSpPr>
              <a:cxnSpLocks/>
            </p:cNvCxnSpPr>
            <p:nvPr/>
          </p:nvCxnSpPr>
          <p:spPr>
            <a:xfrm>
              <a:off x="9168125" y="5234290"/>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83" name="Picture 82" descr="A black and white sign with white text&#10;&#10;Description automatically generated">
              <a:extLst>
                <a:ext uri="{FF2B5EF4-FFF2-40B4-BE49-F238E27FC236}">
                  <a16:creationId xmlns:a16="http://schemas.microsoft.com/office/drawing/2014/main" id="{10C0EE19-C83F-58A4-10CA-8CE35C800E4B}"/>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8023024" y="5234967"/>
              <a:ext cx="997200" cy="216176"/>
            </a:xfrm>
            <a:prstGeom prst="rect">
              <a:avLst/>
            </a:prstGeom>
          </p:spPr>
        </p:pic>
        <p:pic>
          <p:nvPicPr>
            <p:cNvPr id="101" name="Picture 100">
              <a:extLst>
                <a:ext uri="{FF2B5EF4-FFF2-40B4-BE49-F238E27FC236}">
                  <a16:creationId xmlns:a16="http://schemas.microsoft.com/office/drawing/2014/main" id="{E40B00EE-DE32-446B-EAE2-810748AF7B8C}"/>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9312124" y="5234290"/>
              <a:ext cx="738000" cy="216000"/>
            </a:xfrm>
            <a:prstGeom prst="rect">
              <a:avLst/>
            </a:prstGeom>
          </p:spPr>
        </p:pic>
      </p:grpSp>
      <p:grpSp>
        <p:nvGrpSpPr>
          <p:cNvPr id="54" name="Group 53">
            <a:extLst>
              <a:ext uri="{FF2B5EF4-FFF2-40B4-BE49-F238E27FC236}">
                <a16:creationId xmlns:a16="http://schemas.microsoft.com/office/drawing/2014/main" id="{C1E39CA6-EB1E-3EFC-33ED-AEB70D5C5DE0}"/>
              </a:ext>
            </a:extLst>
          </p:cNvPr>
          <p:cNvGrpSpPr/>
          <p:nvPr/>
        </p:nvGrpSpPr>
        <p:grpSpPr>
          <a:xfrm>
            <a:off x="8023026" y="3290838"/>
            <a:ext cx="2728051" cy="216135"/>
            <a:chOff x="8023024" y="3290836"/>
            <a:chExt cx="2728051" cy="216135"/>
          </a:xfrm>
        </p:grpSpPr>
        <p:cxnSp>
          <p:nvCxnSpPr>
            <p:cNvPr id="103" name="Straight Connector 102">
              <a:extLst>
                <a:ext uri="{FF2B5EF4-FFF2-40B4-BE49-F238E27FC236}">
                  <a16:creationId xmlns:a16="http://schemas.microsoft.com/office/drawing/2014/main" id="{7F21838E-7291-179B-828D-63379A44B9D1}"/>
                </a:ext>
              </a:extLst>
            </p:cNvPr>
            <p:cNvCxnSpPr>
              <a:cxnSpLocks/>
            </p:cNvCxnSpPr>
            <p:nvPr/>
          </p:nvCxnSpPr>
          <p:spPr>
            <a:xfrm>
              <a:off x="8922276" y="3290903"/>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04" name="Picture 103" descr="A black background with white letters&#10;&#10;Description automatically generated">
              <a:extLst>
                <a:ext uri="{FF2B5EF4-FFF2-40B4-BE49-F238E27FC236}">
                  <a16:creationId xmlns:a16="http://schemas.microsoft.com/office/drawing/2014/main" id="{0A662965-DD27-05AD-33C2-785A835DFD00}"/>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8023024" y="3290903"/>
              <a:ext cx="745548" cy="216000"/>
            </a:xfrm>
            <a:prstGeom prst="rect">
              <a:avLst/>
            </a:prstGeom>
          </p:spPr>
        </p:pic>
        <p:pic>
          <p:nvPicPr>
            <p:cNvPr id="105" name="Picture 104">
              <a:extLst>
                <a:ext uri="{FF2B5EF4-FFF2-40B4-BE49-F238E27FC236}">
                  <a16:creationId xmlns:a16="http://schemas.microsoft.com/office/drawing/2014/main" id="{FA9FA0C6-27C6-0F8E-BC0C-41059133A80B}"/>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9066275" y="3290836"/>
              <a:ext cx="1684800" cy="216135"/>
            </a:xfrm>
            <a:prstGeom prst="rect">
              <a:avLst/>
            </a:prstGeom>
          </p:spPr>
        </p:pic>
      </p:grpSp>
      <p:grpSp>
        <p:nvGrpSpPr>
          <p:cNvPr id="58" name="Group 57">
            <a:extLst>
              <a:ext uri="{FF2B5EF4-FFF2-40B4-BE49-F238E27FC236}">
                <a16:creationId xmlns:a16="http://schemas.microsoft.com/office/drawing/2014/main" id="{B133D7D2-FCB2-D235-4658-BC964F1F131E}"/>
              </a:ext>
            </a:extLst>
          </p:cNvPr>
          <p:cNvGrpSpPr/>
          <p:nvPr/>
        </p:nvGrpSpPr>
        <p:grpSpPr>
          <a:xfrm>
            <a:off x="8023024" y="5647224"/>
            <a:ext cx="2973900" cy="216299"/>
            <a:chOff x="8023024" y="5647222"/>
            <a:chExt cx="2973900" cy="216299"/>
          </a:xfrm>
        </p:grpSpPr>
        <p:cxnSp>
          <p:nvCxnSpPr>
            <p:cNvPr id="41" name="Straight Connector 40">
              <a:extLst>
                <a:ext uri="{FF2B5EF4-FFF2-40B4-BE49-F238E27FC236}">
                  <a16:creationId xmlns:a16="http://schemas.microsoft.com/office/drawing/2014/main" id="{22ECE27A-3AF7-FD22-D005-EDF41F0A3624}"/>
                </a:ext>
              </a:extLst>
            </p:cNvPr>
            <p:cNvCxnSpPr>
              <a:cxnSpLocks/>
            </p:cNvCxnSpPr>
            <p:nvPr/>
          </p:nvCxnSpPr>
          <p:spPr>
            <a:xfrm>
              <a:off x="9168125" y="5647222"/>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85" name="Picture 84" descr="A black and white sign with white text&#10;&#10;Description automatically generated">
              <a:extLst>
                <a:ext uri="{FF2B5EF4-FFF2-40B4-BE49-F238E27FC236}">
                  <a16:creationId xmlns:a16="http://schemas.microsoft.com/office/drawing/2014/main" id="{F863AAA4-0AB5-2B7B-E2FC-7E81B90AF28C}"/>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8023024" y="5647345"/>
              <a:ext cx="997200" cy="216176"/>
            </a:xfrm>
            <a:prstGeom prst="rect">
              <a:avLst/>
            </a:prstGeom>
          </p:spPr>
        </p:pic>
        <p:pic>
          <p:nvPicPr>
            <p:cNvPr id="106" name="Picture 105">
              <a:extLst>
                <a:ext uri="{FF2B5EF4-FFF2-40B4-BE49-F238E27FC236}">
                  <a16:creationId xmlns:a16="http://schemas.microsoft.com/office/drawing/2014/main" id="{768FAA84-065D-1194-2BAF-38D0B05D5682}"/>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9312124" y="5647366"/>
              <a:ext cx="1684800" cy="216135"/>
            </a:xfrm>
            <a:prstGeom prst="rect">
              <a:avLst/>
            </a:prstGeom>
          </p:spPr>
        </p:pic>
      </p:grpSp>
    </p:spTree>
    <p:extLst>
      <p:ext uri="{BB962C8B-B14F-4D97-AF65-F5344CB8AC3E}">
        <p14:creationId xmlns:p14="http://schemas.microsoft.com/office/powerpoint/2010/main" val="2774736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87ED9-07AD-3DBD-5740-A2CC4A108239}"/>
              </a:ext>
            </a:extLst>
          </p:cNvPr>
          <p:cNvSpPr txBox="1">
            <a:spLocks/>
          </p:cNvSpPr>
          <p:nvPr/>
        </p:nvSpPr>
        <p:spPr>
          <a:xfrm>
            <a:off x="370420" y="1996050"/>
            <a:ext cx="1403296" cy="1432949"/>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l-GR" sz="1400">
                <a:solidFill>
                  <a:srgbClr val="003841"/>
                </a:solidFill>
                <a:latin typeface="Aptos" panose="020B0004020202020204" pitchFamily="34" charset="0"/>
                <a:ea typeface="Tahoma" panose="020B0604030504040204" pitchFamily="34" charset="0"/>
                <a:cs typeface="Tahoma" panose="020B0604030504040204" pitchFamily="34" charset="0"/>
              </a:rPr>
              <a:t>Στυλ γραμματοσειράς</a:t>
            </a:r>
            <a:endParaRPr lang="en-GR" sz="1400">
              <a:solidFill>
                <a:srgbClr val="003841"/>
              </a:solidFill>
              <a:latin typeface="Aptos" panose="020B0004020202020204" pitchFamily="34" charset="0"/>
              <a:ea typeface="Tahoma" panose="020B0604030504040204" pitchFamily="34" charset="0"/>
              <a:cs typeface="Tahoma" panose="020B0604030504040204" pitchFamily="34" charset="0"/>
            </a:endParaRPr>
          </a:p>
        </p:txBody>
      </p:sp>
      <p:sp>
        <p:nvSpPr>
          <p:cNvPr id="1029" name="Title 1">
            <a:extLst>
              <a:ext uri="{FF2B5EF4-FFF2-40B4-BE49-F238E27FC236}">
                <a16:creationId xmlns:a16="http://schemas.microsoft.com/office/drawing/2014/main" id="{81B68FDF-8D61-D339-46AB-55C66796574E}"/>
              </a:ext>
            </a:extLst>
          </p:cNvPr>
          <p:cNvSpPr txBox="1">
            <a:spLocks/>
          </p:cNvSpPr>
          <p:nvPr/>
        </p:nvSpPr>
        <p:spPr>
          <a:xfrm>
            <a:off x="2520000" y="1902266"/>
            <a:ext cx="4112294" cy="3994442"/>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Aft>
                <a:spcPts val="600"/>
              </a:spcAft>
            </a:pPr>
            <a:r>
              <a:rPr lang="en-GR" sz="3600">
                <a:solidFill>
                  <a:srgbClr val="003841"/>
                </a:solidFill>
                <a:latin typeface="Aptos" panose="020B0004020202020204" pitchFamily="34" charset="0"/>
                <a:cs typeface="Arial" panose="020B0604020202020204" pitchFamily="34" charset="0"/>
              </a:rPr>
              <a:t>Aptos Light</a:t>
            </a:r>
          </a:p>
          <a:p>
            <a:pPr>
              <a:lnSpc>
                <a:spcPct val="100000"/>
              </a:lnSpc>
              <a:spcAft>
                <a:spcPts val="600"/>
              </a:spcAft>
            </a:pPr>
            <a:r>
              <a:rPr lang="en-GR" sz="3600">
                <a:solidFill>
                  <a:srgbClr val="003841"/>
                </a:solidFill>
                <a:latin typeface="Aptos" panose="020B0004020202020204" pitchFamily="34" charset="0"/>
                <a:cs typeface="Arial" panose="020B0604020202020204" pitchFamily="34" charset="0"/>
              </a:rPr>
              <a:t>Aptos Regular</a:t>
            </a:r>
            <a:endParaRPr lang="en-GR" sz="3600">
              <a:solidFill>
                <a:srgbClr val="003841"/>
              </a:solidFill>
              <a:latin typeface="Aptos" panose="020B0004020202020204" pitchFamily="34" charset="0"/>
            </a:endParaRPr>
          </a:p>
          <a:p>
            <a:pPr>
              <a:lnSpc>
                <a:spcPct val="100000"/>
              </a:lnSpc>
              <a:spcAft>
                <a:spcPts val="600"/>
              </a:spcAft>
            </a:pPr>
            <a:r>
              <a:rPr lang="en-GR" sz="3600" b="1">
                <a:solidFill>
                  <a:srgbClr val="003841"/>
                </a:solidFill>
                <a:latin typeface="Aptos SemiBold" panose="020B0004020202020204" pitchFamily="34" charset="0"/>
                <a:cs typeface="Arial" panose="020B0604020202020204" pitchFamily="34" charset="0"/>
              </a:rPr>
              <a:t>Aptos Semi-Bold</a:t>
            </a:r>
            <a:endParaRPr lang="en-GR" sz="3600" b="1">
              <a:solidFill>
                <a:srgbClr val="003841"/>
              </a:solidFill>
              <a:latin typeface="Aptos SemiBold" panose="020B0004020202020204" pitchFamily="34" charset="0"/>
            </a:endParaRPr>
          </a:p>
          <a:p>
            <a:pPr>
              <a:lnSpc>
                <a:spcPct val="100000"/>
              </a:lnSpc>
              <a:spcAft>
                <a:spcPts val="600"/>
              </a:spcAft>
            </a:pPr>
            <a:r>
              <a:rPr lang="en-GR" sz="3600" b="1">
                <a:solidFill>
                  <a:srgbClr val="003841"/>
                </a:solidFill>
                <a:latin typeface="Aptos" panose="020B0004020202020204" pitchFamily="34" charset="0"/>
                <a:cs typeface="Arial" panose="020B0604020202020204" pitchFamily="34" charset="0"/>
              </a:rPr>
              <a:t>Aptos Bold</a:t>
            </a:r>
          </a:p>
          <a:p>
            <a:pPr>
              <a:lnSpc>
                <a:spcPct val="100000"/>
              </a:lnSpc>
              <a:spcAft>
                <a:spcPts val="600"/>
              </a:spcAft>
            </a:pPr>
            <a:r>
              <a:rPr lang="en-GR" sz="3600" b="1">
                <a:solidFill>
                  <a:srgbClr val="003841"/>
                </a:solidFill>
                <a:latin typeface="Aptos ExtraBold" panose="020B0004020202020204" pitchFamily="34" charset="0"/>
                <a:cs typeface="Arial" panose="020B0604020202020204" pitchFamily="34" charset="0"/>
              </a:rPr>
              <a:t>Aptos Extra Bold</a:t>
            </a:r>
          </a:p>
          <a:p>
            <a:pPr>
              <a:lnSpc>
                <a:spcPct val="100000"/>
              </a:lnSpc>
              <a:spcAft>
                <a:spcPts val="600"/>
              </a:spcAft>
            </a:pPr>
            <a:r>
              <a:rPr lang="en-GR" sz="3600" b="1">
                <a:solidFill>
                  <a:srgbClr val="003841"/>
                </a:solidFill>
                <a:latin typeface="Aptos Black" panose="020B0004020202020204" pitchFamily="34" charset="0"/>
                <a:cs typeface="Arial" panose="020B0604020202020204" pitchFamily="34" charset="0"/>
              </a:rPr>
              <a:t>Aptos Black</a:t>
            </a:r>
            <a:endParaRPr lang="en-GR" sz="3600">
              <a:solidFill>
                <a:srgbClr val="003841"/>
              </a:solidFill>
              <a:latin typeface="Aptos" panose="020B0004020202020204" pitchFamily="34" charset="0"/>
              <a:cs typeface="Arial" panose="020B0604020202020204" pitchFamily="34" charset="0"/>
            </a:endParaRPr>
          </a:p>
        </p:txBody>
      </p:sp>
      <p:sp>
        <p:nvSpPr>
          <p:cNvPr id="1030" name="Title 1">
            <a:extLst>
              <a:ext uri="{FF2B5EF4-FFF2-40B4-BE49-F238E27FC236}">
                <a16:creationId xmlns:a16="http://schemas.microsoft.com/office/drawing/2014/main" id="{ADD3CFD1-C16D-3AC5-1035-C41ECAA77AEE}"/>
              </a:ext>
            </a:extLst>
          </p:cNvPr>
          <p:cNvSpPr txBox="1">
            <a:spLocks/>
          </p:cNvSpPr>
          <p:nvPr/>
        </p:nvSpPr>
        <p:spPr>
          <a:xfrm>
            <a:off x="6733186" y="1902266"/>
            <a:ext cx="5225389" cy="3994442"/>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Aft>
                <a:spcPts val="600"/>
              </a:spcAft>
            </a:pPr>
            <a:r>
              <a:rPr lang="en-GR" sz="3600">
                <a:solidFill>
                  <a:srgbClr val="003841"/>
                </a:solidFill>
                <a:latin typeface="Aptos" panose="020B0004020202020204" pitchFamily="34" charset="0"/>
                <a:cs typeface="Arial" panose="020B0604020202020204" pitchFamily="34" charset="0"/>
              </a:rPr>
              <a:t>Aptos Light Italic</a:t>
            </a:r>
          </a:p>
          <a:p>
            <a:pPr>
              <a:lnSpc>
                <a:spcPct val="100000"/>
              </a:lnSpc>
              <a:spcAft>
                <a:spcPts val="600"/>
              </a:spcAft>
            </a:pPr>
            <a:r>
              <a:rPr lang="en-GR" sz="3600" i="1">
                <a:solidFill>
                  <a:srgbClr val="003841"/>
                </a:solidFill>
                <a:latin typeface="Aptos" panose="020B0004020202020204" pitchFamily="34" charset="0"/>
                <a:cs typeface="Arial" panose="020B0604020202020204" pitchFamily="34" charset="0"/>
              </a:rPr>
              <a:t>Aptos Regular Italic</a:t>
            </a:r>
            <a:endParaRPr lang="en-GR" sz="3600" i="1">
              <a:solidFill>
                <a:srgbClr val="003841"/>
              </a:solidFill>
              <a:latin typeface="Aptos" panose="020B0004020202020204" pitchFamily="34" charset="0"/>
            </a:endParaRPr>
          </a:p>
          <a:p>
            <a:pPr>
              <a:lnSpc>
                <a:spcPct val="100000"/>
              </a:lnSpc>
              <a:spcAft>
                <a:spcPts val="600"/>
              </a:spcAft>
            </a:pPr>
            <a:r>
              <a:rPr lang="en-GR" sz="3600" b="1" i="1">
                <a:solidFill>
                  <a:srgbClr val="003841"/>
                </a:solidFill>
                <a:latin typeface="Aptos SemiBold" panose="020B0004020202020204" pitchFamily="34" charset="0"/>
                <a:cs typeface="Arial" panose="020B0604020202020204" pitchFamily="34" charset="0"/>
              </a:rPr>
              <a:t>Aptos Semi-Bold Italic</a:t>
            </a:r>
            <a:endParaRPr lang="en-GR" sz="3600" b="1" i="1">
              <a:solidFill>
                <a:srgbClr val="003841"/>
              </a:solidFill>
              <a:latin typeface="Aptos SemiBold" panose="020B0004020202020204" pitchFamily="34" charset="0"/>
            </a:endParaRPr>
          </a:p>
          <a:p>
            <a:pPr>
              <a:lnSpc>
                <a:spcPct val="100000"/>
              </a:lnSpc>
              <a:spcAft>
                <a:spcPts val="600"/>
              </a:spcAft>
            </a:pPr>
            <a:r>
              <a:rPr lang="en-GR" sz="3600" b="1" i="1">
                <a:solidFill>
                  <a:srgbClr val="003841"/>
                </a:solidFill>
                <a:latin typeface="Aptos" panose="020B0004020202020204" pitchFamily="34" charset="0"/>
                <a:cs typeface="Arial" panose="020B0604020202020204" pitchFamily="34" charset="0"/>
              </a:rPr>
              <a:t>Aptos Bold Italic</a:t>
            </a:r>
          </a:p>
          <a:p>
            <a:pPr>
              <a:lnSpc>
                <a:spcPct val="100000"/>
              </a:lnSpc>
              <a:spcAft>
                <a:spcPts val="600"/>
              </a:spcAft>
            </a:pPr>
            <a:r>
              <a:rPr lang="en-GR" sz="3600" b="1" i="1">
                <a:solidFill>
                  <a:srgbClr val="003841"/>
                </a:solidFill>
                <a:latin typeface="Aptos ExtraBold" panose="020B0004020202020204" pitchFamily="34" charset="0"/>
                <a:cs typeface="Arial" panose="020B0604020202020204" pitchFamily="34" charset="0"/>
              </a:rPr>
              <a:t>Aptos Extra Bold Italic</a:t>
            </a:r>
          </a:p>
          <a:p>
            <a:pPr>
              <a:lnSpc>
                <a:spcPct val="100000"/>
              </a:lnSpc>
              <a:spcAft>
                <a:spcPts val="600"/>
              </a:spcAft>
            </a:pPr>
            <a:r>
              <a:rPr lang="en-GR" sz="3600" b="1" i="1">
                <a:solidFill>
                  <a:srgbClr val="003841"/>
                </a:solidFill>
                <a:latin typeface="Aptos Black" panose="020B0004020202020204" pitchFamily="34" charset="0"/>
                <a:cs typeface="Arial" panose="020B0604020202020204" pitchFamily="34" charset="0"/>
              </a:rPr>
              <a:t>Aptos Black Italic</a:t>
            </a:r>
            <a:endParaRPr lang="en-GR" sz="3600">
              <a:solidFill>
                <a:srgbClr val="003841"/>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C7A8F95F-F883-9776-E86E-ACB2D996F026}"/>
              </a:ext>
            </a:extLst>
          </p:cNvPr>
          <p:cNvSpPr txBox="1">
            <a:spLocks/>
          </p:cNvSpPr>
          <p:nvPr/>
        </p:nvSpPr>
        <p:spPr>
          <a:xfrm>
            <a:off x="360000" y="540000"/>
            <a:ext cx="1099565" cy="483626"/>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1400" b="1">
                <a:solidFill>
                  <a:srgbClr val="003841"/>
                </a:solidFill>
                <a:latin typeface="Aptos SemiBold" panose="020B0004020202020204" pitchFamily="34" charset="0"/>
                <a:ea typeface="Tahoma" panose="020B0604030504040204" pitchFamily="34" charset="0"/>
                <a:cs typeface="Tahoma" panose="020B0604030504040204" pitchFamily="34" charset="0"/>
              </a:rPr>
              <a:t>Aptos</a:t>
            </a:r>
            <a:endParaRPr lang="en-GR" sz="1400" b="1">
              <a:solidFill>
                <a:srgbClr val="003841"/>
              </a:solidFill>
              <a:latin typeface="Aptos SemiBold" panose="020B0004020202020204" pitchFamily="34" charset="0"/>
              <a:ea typeface="Tahoma" panose="020B0604030504040204" pitchFamily="34" charset="0"/>
              <a:cs typeface="Tahoma" panose="020B0604030504040204" pitchFamily="34" charset="0"/>
            </a:endParaRPr>
          </a:p>
        </p:txBody>
      </p:sp>
      <p:sp>
        <p:nvSpPr>
          <p:cNvPr id="1032" name="Title 1">
            <a:extLst>
              <a:ext uri="{FF2B5EF4-FFF2-40B4-BE49-F238E27FC236}">
                <a16:creationId xmlns:a16="http://schemas.microsoft.com/office/drawing/2014/main" id="{A090CDF3-A101-4947-46E1-F8F012CC28E2}"/>
              </a:ext>
            </a:extLst>
          </p:cNvPr>
          <p:cNvSpPr txBox="1">
            <a:spLocks/>
          </p:cNvSpPr>
          <p:nvPr/>
        </p:nvSpPr>
        <p:spPr>
          <a:xfrm>
            <a:off x="2520000" y="540000"/>
            <a:ext cx="8112630" cy="735008"/>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l-GR" sz="1400">
                <a:solidFill>
                  <a:srgbClr val="003841"/>
                </a:solidFill>
                <a:latin typeface="Aptos" panose="020B0004020202020204" pitchFamily="34" charset="0"/>
                <a:ea typeface="Tahoma" panose="020B0604030504040204" pitchFamily="34" charset="0"/>
                <a:cs typeface="Tahoma" panose="020B0604030504040204" pitchFamily="34" charset="0"/>
              </a:rPr>
              <a:t>Το </a:t>
            </a:r>
            <a:r>
              <a:rPr lang="en-GB" sz="1400">
                <a:solidFill>
                  <a:srgbClr val="003841"/>
                </a:solidFill>
                <a:latin typeface="Aptos" panose="020B0004020202020204" pitchFamily="34" charset="0"/>
                <a:ea typeface="Tahoma" panose="020B0604030504040204" pitchFamily="34" charset="0"/>
                <a:cs typeface="Tahoma" panose="020B0604030504040204" pitchFamily="34" charset="0"/>
              </a:rPr>
              <a:t>Aptos </a:t>
            </a:r>
            <a:r>
              <a:rPr lang="el-GR" sz="1400">
                <a:solidFill>
                  <a:srgbClr val="003841"/>
                </a:solidFill>
                <a:latin typeface="Aptos" panose="020B0004020202020204" pitchFamily="34" charset="0"/>
                <a:ea typeface="Tahoma" panose="020B0604030504040204" pitchFamily="34" charset="0"/>
                <a:cs typeface="Tahoma" panose="020B0604030504040204" pitchFamily="34" charset="0"/>
              </a:rPr>
              <a:t>έχει μια ποικιλία βαρών γραμματοσειράς που το καθιστούν κατάλληλο για ένα ευρύ φάσμα παρουσιάσεων και εφαρμογών. Το </a:t>
            </a:r>
            <a:r>
              <a:rPr lang="en-GB" sz="1400">
                <a:solidFill>
                  <a:srgbClr val="003841"/>
                </a:solidFill>
                <a:latin typeface="Aptos" panose="020B0004020202020204" pitchFamily="34" charset="0"/>
                <a:ea typeface="Tahoma" panose="020B0604030504040204" pitchFamily="34" charset="0"/>
                <a:cs typeface="Tahoma" panose="020B0604030504040204" pitchFamily="34" charset="0"/>
              </a:rPr>
              <a:t>Aptos </a:t>
            </a:r>
            <a:r>
              <a:rPr lang="el-GR" sz="1400">
                <a:solidFill>
                  <a:srgbClr val="003841"/>
                </a:solidFill>
                <a:latin typeface="Aptos" panose="020B0004020202020204" pitchFamily="34" charset="0"/>
                <a:ea typeface="Tahoma" panose="020B0604030504040204" pitchFamily="34" charset="0"/>
                <a:cs typeface="Tahoma" panose="020B0604030504040204" pitchFamily="34" charset="0"/>
              </a:rPr>
              <a:t>είναι μια εξαιρετικά προσαρμόσιμη γραμματοσειρά, ικανή να μεταφέρει διαφορετικούς τόνους και στυλ, από κομψή και επαγγελματική έως τολμηρή και εντυπωσιακή.</a:t>
            </a:r>
            <a:endParaRPr lang="en-US" sz="1400">
              <a:solidFill>
                <a:srgbClr val="003841"/>
              </a:solidFill>
              <a:latin typeface="Aptos" panose="020B0004020202020204" pitchFamily="34" charset="0"/>
              <a:ea typeface="Tahoma" panose="020B0604030504040204" pitchFamily="34" charset="0"/>
              <a:cs typeface="Tahoma" panose="020B0604030504040204" pitchFamily="34" charset="0"/>
            </a:endParaRPr>
          </a:p>
        </p:txBody>
      </p:sp>
      <p:sp>
        <p:nvSpPr>
          <p:cNvPr id="5" name="Slide Number Placeholder 4">
            <a:extLst>
              <a:ext uri="{FF2B5EF4-FFF2-40B4-BE49-F238E27FC236}">
                <a16:creationId xmlns:a16="http://schemas.microsoft.com/office/drawing/2014/main" id="{CA3394DA-9CA0-AC9A-8B28-62E7790D0D76}"/>
              </a:ext>
            </a:extLst>
          </p:cNvPr>
          <p:cNvSpPr>
            <a:spLocks noGrp="1"/>
          </p:cNvSpPr>
          <p:nvPr>
            <p:ph type="sldNum" sz="quarter" idx="12"/>
          </p:nvPr>
        </p:nvSpPr>
        <p:spPr>
          <a:xfrm>
            <a:off x="11179867" y="6542940"/>
            <a:ext cx="684000" cy="138499"/>
          </a:xfrm>
        </p:spPr>
        <p:txBody>
          <a:bodyPr/>
          <a:lstStyle/>
          <a:p>
            <a:fld id="{233F7D93-8529-0F4E-AF24-E7C8656CB0BF}" type="slidenum">
              <a:rPr lang="en-GR" smtClean="0"/>
              <a:pPr/>
              <a:t>11</a:t>
            </a:fld>
            <a:endParaRPr lang="en-GR"/>
          </a:p>
        </p:txBody>
      </p:sp>
    </p:spTree>
    <p:extLst>
      <p:ext uri="{BB962C8B-B14F-4D97-AF65-F5344CB8AC3E}">
        <p14:creationId xmlns:p14="http://schemas.microsoft.com/office/powerpoint/2010/main" val="2401040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6B98D-516C-3053-1732-C03FBEB0050D}"/>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9B0B7AAF-23CE-7D9D-031E-1043C6F2AAC8}"/>
              </a:ext>
            </a:extLst>
          </p:cNvPr>
          <p:cNvSpPr>
            <a:spLocks noGrp="1"/>
          </p:cNvSpPr>
          <p:nvPr>
            <p:ph type="body" sz="quarter" idx="14"/>
          </p:nvPr>
        </p:nvSpPr>
        <p:spPr>
          <a:xfrm>
            <a:off x="332316" y="1474232"/>
            <a:ext cx="5036400" cy="4286977"/>
          </a:xfrm>
        </p:spPr>
        <p:txBody>
          <a:bodyPr/>
          <a:lstStyle/>
          <a:p>
            <a:r>
              <a:rPr lang="en-GB"/>
              <a:t>Aptos 11pt / Line spacing 1,1 / Paragraph space before 9pt.</a:t>
            </a:r>
          </a:p>
          <a:p>
            <a:pPr marL="179388" indent="-179388">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660400" indent="-171450">
              <a:buSzPct val="90000"/>
              <a:buFont typeface="Arial" panose="020B0604020202020204" pitchFamily="34" charset="0"/>
              <a:buChar char="•"/>
            </a:pPr>
            <a:r>
              <a:rPr lang="en-GB">
                <a:solidFill>
                  <a:schemeClr val="tx1"/>
                </a:solidFill>
                <a:effectLst/>
              </a:rPr>
              <a:t>Eu vitae </a:t>
            </a:r>
            <a:r>
              <a:rPr lang="en-GB" err="1">
                <a:solidFill>
                  <a:schemeClr val="tx1"/>
                </a:solidFill>
                <a:effectLst/>
              </a:rPr>
              <a:t>sed</a:t>
            </a:r>
            <a:r>
              <a:rPr lang="en-GB">
                <a:solidFill>
                  <a:schemeClr val="tx1"/>
                </a:solidFill>
                <a:effectLst/>
              </a:rPr>
              <a:t> dictum id </a:t>
            </a:r>
            <a:r>
              <a:rPr lang="en-GB" err="1">
                <a:solidFill>
                  <a:schemeClr val="tx1"/>
                </a:solidFill>
                <a:effectLst/>
              </a:rPr>
              <a:t>vehicula</a:t>
            </a:r>
            <a:r>
              <a:rPr lang="en-GB">
                <a:solidFill>
                  <a:schemeClr val="tx1"/>
                </a:solidFill>
                <a:effectLst/>
              </a:rPr>
              <a:t> </a:t>
            </a:r>
            <a:r>
              <a:rPr lang="en-GB" err="1">
                <a:solidFill>
                  <a:schemeClr val="tx1"/>
                </a:solidFill>
                <a:effectLst/>
              </a:rPr>
              <a:t>nulla</a:t>
            </a:r>
            <a:r>
              <a:rPr lang="en-GB">
                <a:solidFill>
                  <a:schemeClr val="tx1"/>
                </a:solidFill>
                <a:effectLst/>
              </a:rPr>
              <a:t> </a:t>
            </a:r>
            <a:r>
              <a:rPr lang="en-GB" err="1">
                <a:solidFill>
                  <a:schemeClr val="tx1"/>
                </a:solidFill>
                <a:effectLst/>
              </a:rPr>
              <a:t>augue</a:t>
            </a:r>
            <a:endParaRPr lang="en-GB">
              <a:solidFill>
                <a:schemeClr val="tx1"/>
              </a:solidFill>
              <a:effectLst/>
            </a:endParaRPr>
          </a:p>
          <a:p>
            <a:pPr marL="660400" indent="-171450">
              <a:buSzPct val="90000"/>
              <a:buFont typeface="Arial" panose="020B0604020202020204" pitchFamily="34" charset="0"/>
              <a:buChar char="•"/>
            </a:pPr>
            <a:r>
              <a:rPr lang="en-GB" err="1">
                <a:solidFill>
                  <a:schemeClr val="tx1"/>
                </a:solidFill>
                <a:effectLst/>
              </a:rPr>
              <a:t>Odio</a:t>
            </a:r>
            <a:r>
              <a:rPr lang="en-GB">
                <a:solidFill>
                  <a:schemeClr val="tx1"/>
                </a:solidFill>
                <a:effectLst/>
              </a:rPr>
              <a:t> </a:t>
            </a:r>
            <a:r>
              <a:rPr lang="en-GB" err="1">
                <a:solidFill>
                  <a:schemeClr val="tx1"/>
                </a:solidFill>
                <a:effectLst/>
              </a:rPr>
              <a:t>euismod</a:t>
            </a:r>
            <a:r>
              <a:rPr lang="en-GB">
                <a:solidFill>
                  <a:schemeClr val="tx1"/>
                </a:solidFill>
                <a:effectLst/>
              </a:rPr>
              <a:t> </a:t>
            </a:r>
            <a:r>
              <a:rPr lang="en-GB" err="1">
                <a:solidFill>
                  <a:schemeClr val="tx1"/>
                </a:solidFill>
                <a:effectLst/>
              </a:rPr>
              <a:t>tempor</a:t>
            </a:r>
            <a:r>
              <a:rPr lang="en-GB">
                <a:solidFill>
                  <a:schemeClr val="tx1"/>
                </a:solidFill>
                <a:effectLst/>
              </a:rPr>
              <a:t> </a:t>
            </a:r>
            <a:r>
              <a:rPr lang="en-GB" err="1">
                <a:solidFill>
                  <a:schemeClr val="tx1"/>
                </a:solidFill>
                <a:effectLst/>
              </a:rPr>
              <a:t>odio</a:t>
            </a:r>
            <a:r>
              <a:rPr lang="en-GB">
                <a:solidFill>
                  <a:schemeClr val="tx1"/>
                </a:solidFill>
                <a:effectLst/>
              </a:rPr>
              <a:t> </a:t>
            </a:r>
            <a:r>
              <a:rPr lang="en-GB" err="1">
                <a:solidFill>
                  <a:schemeClr val="tx1"/>
                </a:solidFill>
                <a:effectLst/>
              </a:rPr>
              <a:t>vel</a:t>
            </a:r>
            <a:r>
              <a:rPr lang="en-GB">
                <a:solidFill>
                  <a:schemeClr val="tx1"/>
                </a:solidFill>
                <a:effectLst/>
              </a:rPr>
              <a:t> </a:t>
            </a:r>
            <a:r>
              <a:rPr lang="en-GB" err="1">
                <a:solidFill>
                  <a:schemeClr val="tx1"/>
                </a:solidFill>
                <a:effectLst/>
              </a:rPr>
              <a:t>nisl</a:t>
            </a:r>
            <a:r>
              <a:rPr lang="en-GB">
                <a:solidFill>
                  <a:schemeClr val="tx1"/>
                </a:solidFill>
                <a:effectLst/>
              </a:rPr>
              <a:t> </a:t>
            </a:r>
            <a:r>
              <a:rPr lang="en-GB" err="1">
                <a:solidFill>
                  <a:schemeClr val="tx1"/>
                </a:solidFill>
                <a:effectLst/>
              </a:rPr>
              <a:t>orci</a:t>
            </a:r>
            <a:r>
              <a:rPr lang="en-GB">
                <a:solidFill>
                  <a:schemeClr val="tx1"/>
                </a:solidFill>
                <a:effectLst/>
              </a:rPr>
              <a:t> pulvinar </a:t>
            </a:r>
            <a:r>
              <a:rPr lang="en-GB" err="1">
                <a:solidFill>
                  <a:schemeClr val="tx1"/>
                </a:solidFill>
                <a:effectLst/>
              </a:rPr>
              <a:t>enim</a:t>
            </a:r>
            <a:r>
              <a:rPr lang="en-GB">
                <a:solidFill>
                  <a:schemeClr val="tx1"/>
                </a:solidFill>
                <a:effectLst/>
              </a:rPr>
              <a:t>.</a:t>
            </a:r>
            <a:endParaRPr lang="en-GB"/>
          </a:p>
          <a:p>
            <a:pPr marL="977900" lvl="1" indent="-260350">
              <a:buSzPct val="100000"/>
              <a:buFont typeface="System Font Regular"/>
              <a:buChar char="–"/>
            </a:pPr>
            <a:r>
              <a:rPr lang="en-GB" err="1">
                <a:solidFill>
                  <a:schemeClr val="tx1"/>
                </a:solidFill>
                <a:effectLst/>
              </a:rPr>
              <a:t>Odio</a:t>
            </a:r>
            <a:r>
              <a:rPr lang="en-GB">
                <a:solidFill>
                  <a:schemeClr val="tx1"/>
                </a:solidFill>
                <a:effectLst/>
              </a:rPr>
              <a:t> </a:t>
            </a:r>
            <a:r>
              <a:rPr lang="en-GB" err="1">
                <a:solidFill>
                  <a:schemeClr val="tx1"/>
                </a:solidFill>
                <a:effectLst/>
              </a:rPr>
              <a:t>euismod</a:t>
            </a:r>
            <a:r>
              <a:rPr lang="en-GB">
                <a:solidFill>
                  <a:schemeClr val="tx1"/>
                </a:solidFill>
                <a:effectLst/>
              </a:rPr>
              <a:t> </a:t>
            </a:r>
            <a:r>
              <a:rPr lang="en-GB" err="1">
                <a:solidFill>
                  <a:schemeClr val="tx1"/>
                </a:solidFill>
                <a:effectLst/>
              </a:rPr>
              <a:t>tempor</a:t>
            </a:r>
            <a:r>
              <a:rPr lang="en-GB">
                <a:solidFill>
                  <a:schemeClr val="tx1"/>
                </a:solidFill>
                <a:effectLst/>
              </a:rPr>
              <a:t> </a:t>
            </a:r>
            <a:r>
              <a:rPr lang="en-GB" err="1">
                <a:solidFill>
                  <a:schemeClr val="tx1"/>
                </a:solidFill>
                <a:effectLst/>
              </a:rPr>
              <a:t>odio</a:t>
            </a:r>
            <a:r>
              <a:rPr lang="en-GB">
                <a:solidFill>
                  <a:schemeClr val="tx1"/>
                </a:solidFill>
                <a:effectLst/>
              </a:rPr>
              <a:t> </a:t>
            </a:r>
            <a:r>
              <a:rPr lang="en-GB" err="1">
                <a:solidFill>
                  <a:schemeClr val="tx1"/>
                </a:solidFill>
                <a:effectLst/>
              </a:rPr>
              <a:t>vel</a:t>
            </a:r>
            <a:r>
              <a:rPr lang="en-GB">
                <a:solidFill>
                  <a:schemeClr val="tx1"/>
                </a:solidFill>
                <a:effectLst/>
              </a:rPr>
              <a:t> </a:t>
            </a:r>
            <a:r>
              <a:rPr lang="en-GB" err="1">
                <a:solidFill>
                  <a:schemeClr val="tx1"/>
                </a:solidFill>
                <a:effectLst/>
              </a:rPr>
              <a:t>nisl</a:t>
            </a:r>
            <a:r>
              <a:rPr lang="en-GB">
                <a:solidFill>
                  <a:schemeClr val="tx1"/>
                </a:solidFill>
                <a:effectLst/>
              </a:rPr>
              <a:t> </a:t>
            </a:r>
            <a:r>
              <a:rPr lang="en-GB" err="1">
                <a:solidFill>
                  <a:schemeClr val="tx1"/>
                </a:solidFill>
                <a:effectLst/>
              </a:rPr>
              <a:t>orci</a:t>
            </a:r>
            <a:r>
              <a:rPr lang="en-GB">
                <a:solidFill>
                  <a:schemeClr val="tx1"/>
                </a:solidFill>
                <a:effectLst/>
              </a:rPr>
              <a:t> pulvinar </a:t>
            </a:r>
            <a:r>
              <a:rPr lang="en-GB" err="1">
                <a:solidFill>
                  <a:schemeClr val="tx1"/>
                </a:solidFill>
                <a:effectLst/>
              </a:rPr>
              <a:t>enim</a:t>
            </a:r>
            <a:r>
              <a:rPr lang="en-GB">
                <a:solidFill>
                  <a:schemeClr val="tx1"/>
                </a:solidFill>
                <a:effectLst/>
              </a:rPr>
              <a:t>.</a:t>
            </a:r>
          </a:p>
          <a:p>
            <a:pPr marL="977900" lvl="1" indent="-260350">
              <a:buSzPct val="100000"/>
              <a:buFont typeface="System Font Regular"/>
              <a:buChar char="–"/>
            </a:pPr>
            <a:r>
              <a:rPr lang="en-GB">
                <a:solidFill>
                  <a:schemeClr val="tx1"/>
                </a:solidFill>
                <a:effectLst/>
              </a:rPr>
              <a:t>Eu integer cursus in et </a:t>
            </a:r>
            <a:r>
              <a:rPr lang="en-GB" err="1">
                <a:solidFill>
                  <a:schemeClr val="tx1"/>
                </a:solidFill>
                <a:effectLst/>
              </a:rPr>
              <a:t>ultrices</a:t>
            </a:r>
            <a:r>
              <a:rPr lang="en-GB">
                <a:solidFill>
                  <a:schemeClr val="tx1"/>
                </a:solidFill>
                <a:effectLst/>
              </a:rPr>
              <a:t> </a:t>
            </a:r>
            <a:r>
              <a:rPr lang="en-GB" err="1">
                <a:solidFill>
                  <a:schemeClr val="tx1"/>
                </a:solidFill>
                <a:effectLst/>
              </a:rPr>
              <a:t>venenatis</a:t>
            </a:r>
            <a:r>
              <a:rPr lang="en-GB">
                <a:solidFill>
                  <a:schemeClr val="tx1"/>
                </a:solidFill>
                <a:effectLst/>
              </a:rPr>
              <a:t>.</a:t>
            </a:r>
          </a:p>
          <a:p>
            <a:pPr marL="977900" lvl="1" indent="-260350">
              <a:buSzPct val="100000"/>
              <a:buFont typeface="System Font Regular"/>
              <a:buChar char="–"/>
            </a:pPr>
            <a:r>
              <a:rPr lang="en-GB"/>
              <a:t>Semper </a:t>
            </a:r>
            <a:r>
              <a:rPr lang="en-GB" err="1"/>
              <a:t>adipiscing</a:t>
            </a:r>
            <a:r>
              <a:rPr lang="en-GB"/>
              <a:t> ac ipsum</a:t>
            </a:r>
            <a:r>
              <a:rPr lang="en-GB">
                <a:solidFill>
                  <a:schemeClr val="tx1"/>
                </a:solidFill>
                <a:effectLst/>
              </a:rPr>
              <a:t>.</a:t>
            </a:r>
          </a:p>
          <a:p>
            <a:pPr marL="228600" indent="-228600">
              <a:buFont typeface="+mj-lt"/>
              <a:buAutoNum type="arabicPeriod"/>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endParaRPr lang="el-GR"/>
          </a:p>
          <a:p>
            <a:pPr marL="717550" lvl="1" indent="-268288">
              <a:buFont typeface="+mj-lt"/>
              <a:buAutoNum type="alphaLcPeriod"/>
            </a:pPr>
            <a:r>
              <a:rPr lang="en-GB" err="1">
                <a:solidFill>
                  <a:schemeClr val="tx1"/>
                </a:solidFill>
                <a:effectLst/>
              </a:rPr>
              <a:t>euismod</a:t>
            </a:r>
            <a:r>
              <a:rPr lang="en-GB">
                <a:solidFill>
                  <a:schemeClr val="tx1"/>
                </a:solidFill>
                <a:effectLst/>
              </a:rPr>
              <a:t> </a:t>
            </a:r>
            <a:endParaRPr lang="el-GR">
              <a:solidFill>
                <a:schemeClr val="tx1"/>
              </a:solidFill>
              <a:effectLst/>
            </a:endParaRPr>
          </a:p>
          <a:p>
            <a:pPr marL="717550" lvl="1" indent="-268288">
              <a:buFont typeface="+mj-lt"/>
              <a:buAutoNum type="alphaLcPeriod"/>
            </a:pPr>
            <a:r>
              <a:rPr lang="en-GB">
                <a:solidFill>
                  <a:schemeClr val="tx1"/>
                </a:solidFill>
                <a:effectLst/>
              </a:rPr>
              <a:t>integer </a:t>
            </a:r>
            <a:endParaRPr lang="el-GR">
              <a:solidFill>
                <a:schemeClr val="tx1"/>
              </a:solidFill>
              <a:effectLst/>
            </a:endParaRPr>
          </a:p>
          <a:p>
            <a:pPr marL="717550" lvl="1" indent="-268288">
              <a:buFont typeface="+mj-lt"/>
              <a:buAutoNum type="alphaLcPeriod"/>
            </a:pPr>
            <a:r>
              <a:rPr lang="en-GB"/>
              <a:t>ipsum </a:t>
            </a:r>
            <a:endParaRPr lang="el-GR"/>
          </a:p>
          <a:p>
            <a:pPr marL="977900" lvl="2" indent="-260350">
              <a:buFont typeface="+mj-lt"/>
              <a:buAutoNum type="romanLcPeriod"/>
            </a:pPr>
            <a:r>
              <a:rPr lang="en-GB">
                <a:solidFill>
                  <a:schemeClr val="tx1"/>
                </a:solidFill>
                <a:effectLst/>
              </a:rPr>
              <a:t>pulvinar </a:t>
            </a:r>
            <a:endParaRPr lang="el-GR">
              <a:solidFill>
                <a:schemeClr val="tx1"/>
              </a:solidFill>
              <a:effectLst/>
            </a:endParaRPr>
          </a:p>
          <a:p>
            <a:pPr marL="977900" lvl="2" indent="-260350">
              <a:buFont typeface="+mj-lt"/>
              <a:buAutoNum type="romanLcPeriod"/>
            </a:pPr>
            <a:r>
              <a:rPr lang="en-GB" err="1">
                <a:solidFill>
                  <a:schemeClr val="tx1"/>
                </a:solidFill>
                <a:effectLst/>
              </a:rPr>
              <a:t>Enim</a:t>
            </a:r>
            <a:endParaRPr lang="en-GB">
              <a:solidFill>
                <a:schemeClr val="tx1"/>
              </a:solidFill>
              <a:effectLst/>
            </a:endParaRPr>
          </a:p>
        </p:txBody>
      </p:sp>
      <p:sp>
        <p:nvSpPr>
          <p:cNvPr id="4" name="Slide Number Placeholder 3">
            <a:extLst>
              <a:ext uri="{FF2B5EF4-FFF2-40B4-BE49-F238E27FC236}">
                <a16:creationId xmlns:a16="http://schemas.microsoft.com/office/drawing/2014/main" id="{CF1F27A6-FCFD-6A83-8F51-562291EBCF50}"/>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12</a:t>
            </a:fld>
            <a:endParaRPr lang="en-GR"/>
          </a:p>
        </p:txBody>
      </p:sp>
      <p:sp>
        <p:nvSpPr>
          <p:cNvPr id="5" name="Text Placeholder 25">
            <a:extLst>
              <a:ext uri="{FF2B5EF4-FFF2-40B4-BE49-F238E27FC236}">
                <a16:creationId xmlns:a16="http://schemas.microsoft.com/office/drawing/2014/main" id="{E5B2EE82-2348-F788-5CF6-97ECBDC500F5}"/>
              </a:ext>
            </a:extLst>
          </p:cNvPr>
          <p:cNvSpPr txBox="1">
            <a:spLocks/>
          </p:cNvSpPr>
          <p:nvPr/>
        </p:nvSpPr>
        <p:spPr>
          <a:xfrm>
            <a:off x="331201" y="5817529"/>
            <a:ext cx="7939040" cy="488120"/>
          </a:xfrm>
          <a:prstGeom prst="rect">
            <a:avLst/>
          </a:prstGeom>
        </p:spPr>
        <p:txBody>
          <a:bodyPr lIns="0" tIns="0" rIns="0" bIns="0" anchor="b">
            <a:no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200" b="0" i="0" kern="1200">
                <a:solidFill>
                  <a:schemeClr val="accent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200" b="0" i="0" kern="1200">
                <a:solidFill>
                  <a:schemeClr val="accent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200" b="0" i="0" kern="1200">
                <a:solidFill>
                  <a:schemeClr val="accent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200" b="0" i="0" kern="1200">
                <a:solidFill>
                  <a:schemeClr val="accent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2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9388" indent="-179388">
              <a:lnSpc>
                <a:spcPct val="110000"/>
              </a:lnSpc>
              <a:spcBef>
                <a:spcPts val="0"/>
              </a:spcBef>
              <a:buFont typeface="+mj-lt"/>
              <a:buAutoNum type="arabicPeriod"/>
            </a:pPr>
            <a:r>
              <a:rPr lang="en-GB" sz="800"/>
              <a:t>Aptos 8pt / Line spacing 1,1 / Paragraph space before 0pt. Lorem ipsum </a:t>
            </a:r>
            <a:r>
              <a:rPr lang="en-GB" sz="800" err="1"/>
              <a:t>dolor</a:t>
            </a:r>
            <a:r>
              <a:rPr lang="en-GB" sz="800"/>
              <a:t> sit </a:t>
            </a:r>
            <a:r>
              <a:rPr lang="en-GB" sz="800" err="1"/>
              <a:t>amet</a:t>
            </a:r>
            <a:r>
              <a:rPr lang="en-GB" sz="800"/>
              <a:t> </a:t>
            </a:r>
            <a:r>
              <a:rPr lang="en-GB" sz="800" err="1"/>
              <a:t>consectetur</a:t>
            </a:r>
            <a:r>
              <a:rPr lang="en-GB" sz="800"/>
              <a:t>.</a:t>
            </a:r>
          </a:p>
          <a:p>
            <a:pPr marL="179388" indent="-179388">
              <a:lnSpc>
                <a:spcPct val="110000"/>
              </a:lnSpc>
              <a:spcBef>
                <a:spcPts val="0"/>
              </a:spcBef>
              <a:buFont typeface="+mj-lt"/>
              <a:buAutoNum type="arabicPeriod"/>
            </a:pPr>
            <a:r>
              <a:rPr lang="en-GB" sz="800"/>
              <a:t>Vitae </a:t>
            </a:r>
            <a:r>
              <a:rPr lang="en-GB" sz="800" err="1"/>
              <a:t>nec</a:t>
            </a:r>
            <a:r>
              <a:rPr lang="en-GB" sz="800"/>
              <a:t> gravida </a:t>
            </a:r>
            <a:r>
              <a:rPr lang="en-GB" sz="800" err="1"/>
              <a:t>volutpat</a:t>
            </a:r>
            <a:r>
              <a:rPr lang="en-GB" sz="800"/>
              <a:t> </a:t>
            </a:r>
            <a:r>
              <a:rPr lang="en-GB" sz="800" err="1"/>
              <a:t>urna</a:t>
            </a:r>
            <a:r>
              <a:rPr lang="en-GB" sz="800"/>
              <a:t> </a:t>
            </a:r>
            <a:r>
              <a:rPr lang="en-GB" sz="800" err="1"/>
              <a:t>risus</a:t>
            </a:r>
            <a:r>
              <a:rPr lang="en-GB" sz="800"/>
              <a:t> sit </a:t>
            </a:r>
            <a:r>
              <a:rPr lang="en-GB" sz="800" err="1"/>
              <a:t>feugiat</a:t>
            </a:r>
            <a:r>
              <a:rPr lang="en-GB" sz="800"/>
              <a:t> </a:t>
            </a:r>
            <a:r>
              <a:rPr lang="en-GB" sz="800" err="1"/>
              <a:t>nisl</a:t>
            </a:r>
            <a:r>
              <a:rPr lang="en-GB" sz="800"/>
              <a:t> </a:t>
            </a:r>
            <a:r>
              <a:rPr lang="en-GB" sz="800" err="1"/>
              <a:t>volutpat</a:t>
            </a:r>
            <a:r>
              <a:rPr lang="en-GB" sz="800"/>
              <a:t>.</a:t>
            </a:r>
          </a:p>
          <a:p>
            <a:pPr marL="179388" indent="-179388">
              <a:lnSpc>
                <a:spcPct val="110000"/>
              </a:lnSpc>
              <a:spcBef>
                <a:spcPts val="0"/>
              </a:spcBef>
              <a:buFont typeface="+mj-lt"/>
              <a:buAutoNum type="arabicPeriod"/>
            </a:pPr>
            <a:r>
              <a:rPr lang="en-GB" sz="800"/>
              <a:t>Id </a:t>
            </a:r>
            <a:r>
              <a:rPr lang="en-GB" sz="800" err="1"/>
              <a:t>faucibus</a:t>
            </a:r>
            <a:r>
              <a:rPr lang="en-GB" sz="800"/>
              <a:t> non et lorem </a:t>
            </a:r>
            <a:r>
              <a:rPr lang="en-GB" sz="800" err="1"/>
              <a:t>pellentesque</a:t>
            </a:r>
            <a:r>
              <a:rPr lang="en-GB" sz="800"/>
              <a:t> integer ante. </a:t>
            </a:r>
            <a:r>
              <a:rPr lang="en-GB" sz="800" err="1"/>
              <a:t>Aliquam</a:t>
            </a:r>
            <a:r>
              <a:rPr lang="en-GB" sz="800"/>
              <a:t> </a:t>
            </a:r>
            <a:r>
              <a:rPr lang="en-GB" sz="800" err="1"/>
              <a:t>arcu</a:t>
            </a:r>
            <a:r>
              <a:rPr lang="en-GB" sz="800"/>
              <a:t> </a:t>
            </a:r>
            <a:r>
              <a:rPr lang="en-GB" sz="800" err="1"/>
              <a:t>volutpat</a:t>
            </a:r>
            <a:r>
              <a:rPr lang="en-GB" sz="800"/>
              <a:t> sit magna </a:t>
            </a:r>
            <a:r>
              <a:rPr lang="en-GB" sz="800" err="1"/>
              <a:t>quis</a:t>
            </a:r>
            <a:r>
              <a:rPr lang="en-GB" sz="800"/>
              <a:t>. </a:t>
            </a:r>
          </a:p>
        </p:txBody>
      </p:sp>
      <p:sp>
        <p:nvSpPr>
          <p:cNvPr id="21" name="Title 5">
            <a:extLst>
              <a:ext uri="{FF2B5EF4-FFF2-40B4-BE49-F238E27FC236}">
                <a16:creationId xmlns:a16="http://schemas.microsoft.com/office/drawing/2014/main" id="{FD39E96A-56C3-A717-38C4-1A053769E82D}"/>
              </a:ext>
            </a:extLst>
          </p:cNvPr>
          <p:cNvSpPr>
            <a:spLocks noGrp="1"/>
          </p:cNvSpPr>
          <p:nvPr>
            <p:ph type="ctrTitle"/>
          </p:nvPr>
        </p:nvSpPr>
        <p:spPr>
          <a:xfrm>
            <a:off x="332316" y="548681"/>
            <a:ext cx="5037767" cy="139397"/>
          </a:xfrm>
        </p:spPr>
        <p:txBody>
          <a:bodyPr/>
          <a:lstStyle/>
          <a:p>
            <a:r>
              <a:rPr lang="el-GR"/>
              <a:t>Οδηγίες</a:t>
            </a:r>
            <a:endParaRPr lang="en-GR"/>
          </a:p>
        </p:txBody>
      </p:sp>
      <p:sp>
        <p:nvSpPr>
          <p:cNvPr id="22" name="Text Placeholder 7">
            <a:extLst>
              <a:ext uri="{FF2B5EF4-FFF2-40B4-BE49-F238E27FC236}">
                <a16:creationId xmlns:a16="http://schemas.microsoft.com/office/drawing/2014/main" id="{7D5E2066-91D6-36B1-6F91-C3CB6B2A1F8C}"/>
              </a:ext>
            </a:extLst>
          </p:cNvPr>
          <p:cNvSpPr>
            <a:spLocks noGrp="1"/>
          </p:cNvSpPr>
          <p:nvPr>
            <p:ph type="body" sz="quarter" idx="16"/>
          </p:nvPr>
        </p:nvSpPr>
        <p:spPr>
          <a:xfrm>
            <a:off x="342000" y="924129"/>
            <a:ext cx="5028083" cy="334515"/>
          </a:xfrm>
        </p:spPr>
        <p:txBody>
          <a:bodyPr/>
          <a:lstStyle/>
          <a:p>
            <a:r>
              <a:rPr lang="en-US"/>
              <a:t>Bullet points</a:t>
            </a:r>
            <a:endParaRPr lang="en-GR"/>
          </a:p>
        </p:txBody>
      </p:sp>
      <p:grpSp>
        <p:nvGrpSpPr>
          <p:cNvPr id="23" name="Group 22">
            <a:extLst>
              <a:ext uri="{FF2B5EF4-FFF2-40B4-BE49-F238E27FC236}">
                <a16:creationId xmlns:a16="http://schemas.microsoft.com/office/drawing/2014/main" id="{EAEAC610-4876-1FF8-6486-D9A111940578}"/>
              </a:ext>
            </a:extLst>
          </p:cNvPr>
          <p:cNvGrpSpPr/>
          <p:nvPr/>
        </p:nvGrpSpPr>
        <p:grpSpPr>
          <a:xfrm>
            <a:off x="5178457" y="5196899"/>
            <a:ext cx="3030369" cy="1274631"/>
            <a:chOff x="7334152" y="393099"/>
            <a:chExt cx="3030369" cy="1274631"/>
          </a:xfrm>
        </p:grpSpPr>
        <p:sp>
          <p:nvSpPr>
            <p:cNvPr id="24" name="Rounded Rectangle 23">
              <a:extLst>
                <a:ext uri="{FF2B5EF4-FFF2-40B4-BE49-F238E27FC236}">
                  <a16:creationId xmlns:a16="http://schemas.microsoft.com/office/drawing/2014/main" id="{7EBBFC96-57F0-2BA8-A85A-AC464AC9D076}"/>
                </a:ext>
              </a:extLst>
            </p:cNvPr>
            <p:cNvSpPr/>
            <p:nvPr/>
          </p:nvSpPr>
          <p:spPr>
            <a:xfrm>
              <a:off x="7433567" y="393099"/>
              <a:ext cx="2930954" cy="127463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Footnote numbers</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Τα </a:t>
              </a:r>
              <a:r>
                <a:rPr lang="en-US" sz="800">
                  <a:solidFill>
                    <a:schemeClr val="bg1">
                      <a:lumMod val="95000"/>
                    </a:schemeClr>
                  </a:solidFill>
                  <a:latin typeface="Aptos" panose="020B0004020202020204" pitchFamily="34" charset="0"/>
                </a:rPr>
                <a:t>footnotes numbers </a:t>
              </a:r>
              <a:r>
                <a:rPr lang="el-GR" sz="800">
                  <a:solidFill>
                    <a:schemeClr val="bg1">
                      <a:lumMod val="95000"/>
                    </a:schemeClr>
                  </a:solidFill>
                  <a:latin typeface="Aptos" panose="020B0004020202020204" pitchFamily="34" charset="0"/>
                </a:rPr>
                <a:t>είναι πάντα </a:t>
              </a:r>
              <a:r>
                <a:rPr lang="en-US" sz="800">
                  <a:solidFill>
                    <a:schemeClr val="bg1">
                      <a:lumMod val="95000"/>
                    </a:schemeClr>
                  </a:solidFill>
                  <a:latin typeface="Aptos" panose="020B0004020202020204" pitchFamily="34" charset="0"/>
                </a:rPr>
                <a:t>Aptos Regular </a:t>
              </a:r>
              <a:r>
                <a:rPr lang="el-GR" sz="800">
                  <a:solidFill>
                    <a:schemeClr val="bg1">
                      <a:lumMod val="95000"/>
                    </a:schemeClr>
                  </a:solidFill>
                  <a:latin typeface="Aptos" panose="020B0004020202020204" pitchFamily="34" charset="0"/>
                </a:rPr>
                <a:t>9</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line space: multiple </a:t>
              </a:r>
              <a:r>
                <a:rPr lang="el-GR" sz="800">
                  <a:solidFill>
                    <a:schemeClr val="bg1">
                      <a:lumMod val="95000"/>
                    </a:schemeClr>
                  </a:solidFill>
                  <a:latin typeface="Aptos" panose="020B0004020202020204" pitchFamily="34" charset="0"/>
                </a:rPr>
                <a:t>1,1</a:t>
              </a:r>
              <a:r>
                <a:rPr lang="en-US" sz="800">
                  <a:solidFill>
                    <a:schemeClr val="bg1">
                      <a:lumMod val="95000"/>
                    </a:schemeClr>
                  </a:solidFill>
                  <a:latin typeface="Aptos" panose="020B0004020202020204" pitchFamily="34" charset="0"/>
                </a:rPr>
                <a:t>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Dark Teal</a:t>
              </a:r>
              <a:r>
                <a:rPr lang="el-GR" sz="800">
                  <a:solidFill>
                    <a:schemeClr val="bg1">
                      <a:lumMod val="95000"/>
                    </a:schemeClr>
                  </a:solidFill>
                  <a:latin typeface="Aptos" panose="020B0004020202020204" pitchFamily="34" charset="0"/>
                </a:rPr>
                <a:t>.</a:t>
              </a:r>
            </a:p>
            <a:p>
              <a:pPr>
                <a:lnSpc>
                  <a:spcPct val="110000"/>
                </a:lnSpc>
                <a:spcBef>
                  <a:spcPts val="900"/>
                </a:spcBef>
              </a:pPr>
              <a:r>
                <a:rPr lang="en-US" sz="800">
                  <a:solidFill>
                    <a:schemeClr val="bg1">
                      <a:lumMod val="95000"/>
                    </a:schemeClr>
                  </a:solidFill>
                  <a:latin typeface="Aptos" panose="020B0004020202020204" pitchFamily="34" charset="0"/>
                </a:rPr>
                <a:t>The footnotes numbers are always Aptos Regular 9pt, line space: multiple 1,1 and color Dark Teal.</a:t>
              </a:r>
              <a:r>
                <a:rPr lang="el-GR" sz="800">
                  <a:solidFill>
                    <a:schemeClr val="bg1">
                      <a:lumMod val="95000"/>
                    </a:schemeClr>
                  </a:solidFill>
                  <a:latin typeface="Aptos" panose="020B0004020202020204" pitchFamily="34" charset="0"/>
                </a:rPr>
                <a:t> </a:t>
              </a:r>
              <a:endParaRPr lang="en-GR" sz="800">
                <a:solidFill>
                  <a:schemeClr val="bg1">
                    <a:lumMod val="95000"/>
                  </a:schemeClr>
                </a:solidFill>
                <a:latin typeface="Aptos" panose="020B0004020202020204" pitchFamily="34" charset="0"/>
              </a:endParaRPr>
            </a:p>
          </p:txBody>
        </p:sp>
        <p:sp>
          <p:nvSpPr>
            <p:cNvPr id="25" name="Triangle 24">
              <a:extLst>
                <a:ext uri="{FF2B5EF4-FFF2-40B4-BE49-F238E27FC236}">
                  <a16:creationId xmlns:a16="http://schemas.microsoft.com/office/drawing/2014/main" id="{30F4BAA9-4BA4-1904-58B1-BFCF1EF1C567}"/>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
        <p:nvSpPr>
          <p:cNvPr id="27" name="Text Placeholder 12">
            <a:extLst>
              <a:ext uri="{FF2B5EF4-FFF2-40B4-BE49-F238E27FC236}">
                <a16:creationId xmlns:a16="http://schemas.microsoft.com/office/drawing/2014/main" id="{5331EC1A-BA45-E979-20AA-04155FB0AC3E}"/>
              </a:ext>
            </a:extLst>
          </p:cNvPr>
          <p:cNvSpPr txBox="1">
            <a:spLocks/>
          </p:cNvSpPr>
          <p:nvPr/>
        </p:nvSpPr>
        <p:spPr>
          <a:xfrm>
            <a:off x="6143467" y="1474234"/>
            <a:ext cx="5036400" cy="4286977"/>
          </a:xfrm>
          <a:prstGeom prst="rect">
            <a:avLst/>
          </a:prstGeom>
        </p:spPr>
        <p:txBody>
          <a:bodyPr vert="horz" wrap="square" lIns="0" tIns="0" rIns="0" bIns="0" rtlCol="0" anchor="t" anchorCtr="0">
            <a:noAutofit/>
          </a:bodyPr>
          <a:lstStyle>
            <a:lvl1pPr marL="0" indent="0" algn="l" defTabSz="914400" rtl="0" eaLnBrk="1" latinLnBrk="0" hangingPunct="1">
              <a:lnSpc>
                <a:spcPct val="110000"/>
              </a:lnSpc>
              <a:spcBef>
                <a:spcPts val="900"/>
              </a:spcBef>
              <a:buClr>
                <a:schemeClr val="tx2"/>
              </a:buClr>
              <a:buFont typeface="Arial" panose="020B0604020202020204" pitchFamily="34" charset="0"/>
              <a:buNone/>
              <a:defRPr sz="1100" b="0" i="0" kern="1200">
                <a:solidFill>
                  <a:schemeClr val="tx1"/>
                </a:solidFill>
                <a:latin typeface="Aptos Light" panose="020B0004020202020204" pitchFamily="34" charset="0"/>
                <a:ea typeface="+mn-ea"/>
                <a:cs typeface="+mn-cs"/>
              </a:defRPr>
            </a:lvl1pPr>
            <a:lvl2pPr marL="628650" indent="-171450" algn="l" defTabSz="914400" rtl="0" eaLnBrk="1" latinLnBrk="0" hangingPunct="1">
              <a:lnSpc>
                <a:spcPct val="110000"/>
              </a:lnSpc>
              <a:spcBef>
                <a:spcPts val="900"/>
              </a:spcBef>
              <a:buClr>
                <a:schemeClr val="tx2"/>
              </a:buClr>
              <a:buFont typeface="Arial" panose="020B0604020202020204" pitchFamily="34" charset="0"/>
              <a:buChar char="•"/>
              <a:defRPr sz="1100" b="0" i="0" kern="1200">
                <a:solidFill>
                  <a:schemeClr val="tx1"/>
                </a:solidFill>
                <a:latin typeface="Aptos Light" panose="020B0004020202020204" pitchFamily="34" charset="0"/>
                <a:ea typeface="+mn-ea"/>
                <a:cs typeface="+mn-cs"/>
              </a:defRPr>
            </a:lvl2pPr>
            <a:lvl3pPr marL="1085850" indent="-171450" algn="l" defTabSz="914400" rtl="0" eaLnBrk="1" latinLnBrk="0" hangingPunct="1">
              <a:lnSpc>
                <a:spcPct val="110000"/>
              </a:lnSpc>
              <a:spcBef>
                <a:spcPts val="900"/>
              </a:spcBef>
              <a:buClr>
                <a:schemeClr val="tx2"/>
              </a:buClr>
              <a:buFont typeface="Arial" panose="020B0604020202020204" pitchFamily="34" charset="0"/>
              <a:buChar char="•"/>
              <a:defRPr sz="1100" b="0" i="0" kern="1200">
                <a:solidFill>
                  <a:schemeClr val="tx1"/>
                </a:solidFill>
                <a:latin typeface="Aptos Light" panose="020B0004020202020204" pitchFamily="34" charset="0"/>
                <a:ea typeface="+mn-ea"/>
                <a:cs typeface="+mn-cs"/>
              </a:defRPr>
            </a:lvl3pPr>
            <a:lvl4pPr marL="1543050" indent="-171450" algn="l" defTabSz="914400" rtl="0" eaLnBrk="1" latinLnBrk="0" hangingPunct="1">
              <a:lnSpc>
                <a:spcPct val="110000"/>
              </a:lnSpc>
              <a:spcBef>
                <a:spcPts val="900"/>
              </a:spcBef>
              <a:buClr>
                <a:schemeClr val="tx2"/>
              </a:buClr>
              <a:buFont typeface="Arial" panose="020B0604020202020204" pitchFamily="34" charset="0"/>
              <a:buChar char="•"/>
              <a:defRPr sz="1100" b="0" i="0" kern="1200">
                <a:solidFill>
                  <a:schemeClr val="tx1"/>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atin typeface="Aptos" panose="020B0004020202020204" pitchFamily="34" charset="0"/>
              </a:rPr>
              <a:t>Aptos 11pt / Line spacing 1,1 / Paragraph space before 9pt.</a:t>
            </a:r>
          </a:p>
          <a:p>
            <a:pPr marL="266700" indent="-260350">
              <a:buBlip>
                <a:blip r:embed="rId3"/>
              </a:buBlip>
            </a:pPr>
            <a:r>
              <a:rPr lang="en-GB">
                <a:latin typeface="Aptos" panose="020B0004020202020204" pitchFamily="34" charset="0"/>
              </a:rPr>
              <a:t>Lorem </a:t>
            </a:r>
            <a:r>
              <a:rPr lang="en-GB" err="1">
                <a:latin typeface="Aptos" panose="020B0004020202020204" pitchFamily="34" charset="0"/>
              </a:rPr>
              <a:t>condimentum</a:t>
            </a:r>
            <a:r>
              <a:rPr lang="en-GB">
                <a:latin typeface="Aptos" panose="020B0004020202020204" pitchFamily="34" charset="0"/>
              </a:rPr>
              <a:t> </a:t>
            </a:r>
            <a:r>
              <a:rPr lang="en-GB" err="1">
                <a:latin typeface="Aptos" panose="020B0004020202020204" pitchFamily="34" charset="0"/>
              </a:rPr>
              <a:t>fusce</a:t>
            </a:r>
            <a:r>
              <a:rPr lang="en-GB">
                <a:latin typeface="Aptos" panose="020B0004020202020204" pitchFamily="34" charset="0"/>
              </a:rPr>
              <a:t> </a:t>
            </a:r>
            <a:r>
              <a:rPr lang="en-GB" err="1">
                <a:latin typeface="Aptos" panose="020B0004020202020204" pitchFamily="34" charset="0"/>
              </a:rPr>
              <a:t>lobortis</a:t>
            </a:r>
            <a:r>
              <a:rPr lang="en-GB">
                <a:latin typeface="Aptos" panose="020B0004020202020204" pitchFamily="34" charset="0"/>
              </a:rPr>
              <a:t> </a:t>
            </a:r>
            <a:r>
              <a:rPr lang="en-GB" err="1">
                <a:latin typeface="Aptos" panose="020B0004020202020204" pitchFamily="34" charset="0"/>
              </a:rPr>
              <a:t>suspendisse</a:t>
            </a:r>
            <a:r>
              <a:rPr lang="en-GB">
                <a:latin typeface="Aptos" panose="020B0004020202020204" pitchFamily="34" charset="0"/>
              </a:rPr>
              <a:t>. </a:t>
            </a:r>
            <a:r>
              <a:rPr lang="en-GB" err="1">
                <a:latin typeface="Aptos" panose="020B0004020202020204" pitchFamily="34" charset="0"/>
              </a:rPr>
              <a:t>Ultrices</a:t>
            </a:r>
            <a:r>
              <a:rPr lang="en-GB">
                <a:latin typeface="Aptos" panose="020B0004020202020204" pitchFamily="34" charset="0"/>
              </a:rPr>
              <a:t> </a:t>
            </a:r>
            <a:r>
              <a:rPr lang="en-GB" err="1">
                <a:latin typeface="Aptos" panose="020B0004020202020204" pitchFamily="34" charset="0"/>
              </a:rPr>
              <a:t>est</a:t>
            </a:r>
            <a:r>
              <a:rPr lang="en-GB">
                <a:latin typeface="Aptos" panose="020B0004020202020204" pitchFamily="34" charset="0"/>
              </a:rPr>
              <a:t> </a:t>
            </a:r>
            <a:r>
              <a:rPr lang="en-GB" err="1">
                <a:latin typeface="Aptos" panose="020B0004020202020204" pitchFamily="34" charset="0"/>
              </a:rPr>
              <a:t>lectus</a:t>
            </a:r>
            <a:r>
              <a:rPr lang="en-GB">
                <a:latin typeface="Aptos" panose="020B0004020202020204" pitchFamily="34" charset="0"/>
              </a:rPr>
              <a:t> </a:t>
            </a:r>
            <a:r>
              <a:rPr lang="en-GB" err="1">
                <a:latin typeface="Aptos" panose="020B0004020202020204" pitchFamily="34" charset="0"/>
              </a:rPr>
              <a:t>tincidunt</a:t>
            </a:r>
            <a:r>
              <a:rPr lang="en-GB">
                <a:latin typeface="Aptos" panose="020B0004020202020204" pitchFamily="34" charset="0"/>
              </a:rPr>
              <a:t> </a:t>
            </a:r>
            <a:r>
              <a:rPr lang="en-GB" err="1">
                <a:latin typeface="Aptos" panose="020B0004020202020204" pitchFamily="34" charset="0"/>
              </a:rPr>
              <a:t>luctus</a:t>
            </a:r>
            <a:r>
              <a:rPr lang="en-GB">
                <a:latin typeface="Aptos" panose="020B0004020202020204" pitchFamily="34" charset="0"/>
              </a:rPr>
              <a:t> id </a:t>
            </a:r>
            <a:r>
              <a:rPr lang="en-GB" err="1">
                <a:latin typeface="Aptos" panose="020B0004020202020204" pitchFamily="34" charset="0"/>
              </a:rPr>
              <a:t>eget</a:t>
            </a:r>
            <a:r>
              <a:rPr lang="en-GB">
                <a:latin typeface="Aptos" panose="020B0004020202020204" pitchFamily="34" charset="0"/>
              </a:rPr>
              <a:t> sed.</a:t>
            </a:r>
          </a:p>
          <a:p>
            <a:pPr marL="534988" indent="-268288">
              <a:buSzPct val="90000"/>
              <a:buBlip>
                <a:blip r:embed="rId4"/>
              </a:buBlip>
            </a:pPr>
            <a:r>
              <a:rPr lang="en-GB">
                <a:latin typeface="Aptos" panose="020B0004020202020204" pitchFamily="34" charset="0"/>
              </a:rPr>
              <a:t>Eu vitae </a:t>
            </a:r>
            <a:r>
              <a:rPr lang="en-GB" err="1">
                <a:latin typeface="Aptos" panose="020B0004020202020204" pitchFamily="34" charset="0"/>
              </a:rPr>
              <a:t>sed</a:t>
            </a:r>
            <a:r>
              <a:rPr lang="en-GB">
                <a:latin typeface="Aptos" panose="020B0004020202020204" pitchFamily="34" charset="0"/>
              </a:rPr>
              <a:t> dictum id </a:t>
            </a:r>
            <a:r>
              <a:rPr lang="en-GB" err="1">
                <a:latin typeface="Aptos" panose="020B0004020202020204" pitchFamily="34" charset="0"/>
              </a:rPr>
              <a:t>vehicula</a:t>
            </a:r>
            <a:r>
              <a:rPr lang="en-GB">
                <a:latin typeface="Aptos" panose="020B0004020202020204" pitchFamily="34" charset="0"/>
              </a:rPr>
              <a:t> </a:t>
            </a:r>
            <a:r>
              <a:rPr lang="en-GB" err="1">
                <a:latin typeface="Aptos" panose="020B0004020202020204" pitchFamily="34" charset="0"/>
              </a:rPr>
              <a:t>nulla</a:t>
            </a:r>
            <a:r>
              <a:rPr lang="en-GB">
                <a:latin typeface="Aptos" panose="020B0004020202020204" pitchFamily="34" charset="0"/>
              </a:rPr>
              <a:t> </a:t>
            </a:r>
            <a:r>
              <a:rPr lang="en-GB" err="1">
                <a:latin typeface="Aptos" panose="020B0004020202020204" pitchFamily="34" charset="0"/>
              </a:rPr>
              <a:t>augue</a:t>
            </a:r>
            <a:endParaRPr lang="en-GB">
              <a:latin typeface="Aptos" panose="020B0004020202020204" pitchFamily="34" charset="0"/>
            </a:endParaRPr>
          </a:p>
          <a:p>
            <a:pPr marL="534988" indent="-268288">
              <a:buSzPct val="90000"/>
              <a:buBlip>
                <a:blip r:embed="rId4"/>
              </a:buBlip>
            </a:pPr>
            <a:r>
              <a:rPr lang="en-GB" err="1">
                <a:latin typeface="Aptos" panose="020B0004020202020204" pitchFamily="34" charset="0"/>
              </a:rPr>
              <a:t>Odio</a:t>
            </a:r>
            <a:r>
              <a:rPr lang="en-GB">
                <a:latin typeface="Aptos" panose="020B0004020202020204" pitchFamily="34" charset="0"/>
              </a:rPr>
              <a:t> </a:t>
            </a:r>
            <a:r>
              <a:rPr lang="en-GB" err="1">
                <a:latin typeface="Aptos" panose="020B0004020202020204" pitchFamily="34" charset="0"/>
              </a:rPr>
              <a:t>euismod</a:t>
            </a:r>
            <a:r>
              <a:rPr lang="en-GB">
                <a:latin typeface="Aptos" panose="020B0004020202020204" pitchFamily="34" charset="0"/>
              </a:rPr>
              <a:t> </a:t>
            </a:r>
            <a:r>
              <a:rPr lang="en-GB" err="1">
                <a:latin typeface="Aptos" panose="020B0004020202020204" pitchFamily="34" charset="0"/>
              </a:rPr>
              <a:t>tempor</a:t>
            </a:r>
            <a:r>
              <a:rPr lang="en-GB">
                <a:latin typeface="Aptos" panose="020B0004020202020204" pitchFamily="34" charset="0"/>
              </a:rPr>
              <a:t> </a:t>
            </a:r>
            <a:r>
              <a:rPr lang="en-GB" err="1">
                <a:latin typeface="Aptos" panose="020B0004020202020204" pitchFamily="34" charset="0"/>
              </a:rPr>
              <a:t>odio</a:t>
            </a:r>
            <a:r>
              <a:rPr lang="en-GB">
                <a:latin typeface="Aptos" panose="020B0004020202020204" pitchFamily="34" charset="0"/>
              </a:rPr>
              <a:t> </a:t>
            </a:r>
            <a:r>
              <a:rPr lang="en-GB" err="1">
                <a:latin typeface="Aptos" panose="020B0004020202020204" pitchFamily="34" charset="0"/>
              </a:rPr>
              <a:t>vel</a:t>
            </a:r>
            <a:r>
              <a:rPr lang="en-GB">
                <a:latin typeface="Aptos" panose="020B0004020202020204" pitchFamily="34" charset="0"/>
              </a:rPr>
              <a:t> </a:t>
            </a:r>
            <a:r>
              <a:rPr lang="en-GB" err="1">
                <a:latin typeface="Aptos" panose="020B0004020202020204" pitchFamily="34" charset="0"/>
              </a:rPr>
              <a:t>nisl</a:t>
            </a:r>
            <a:r>
              <a:rPr lang="en-GB">
                <a:latin typeface="Aptos" panose="020B0004020202020204" pitchFamily="34" charset="0"/>
              </a:rPr>
              <a:t> </a:t>
            </a:r>
            <a:r>
              <a:rPr lang="en-GB" err="1">
                <a:latin typeface="Aptos" panose="020B0004020202020204" pitchFamily="34" charset="0"/>
              </a:rPr>
              <a:t>orci</a:t>
            </a:r>
            <a:r>
              <a:rPr lang="en-GB">
                <a:latin typeface="Aptos" panose="020B0004020202020204" pitchFamily="34" charset="0"/>
              </a:rPr>
              <a:t> pulvinar </a:t>
            </a:r>
            <a:r>
              <a:rPr lang="en-GB" err="1">
                <a:latin typeface="Aptos" panose="020B0004020202020204" pitchFamily="34" charset="0"/>
              </a:rPr>
              <a:t>enim</a:t>
            </a:r>
            <a:r>
              <a:rPr lang="en-GB">
                <a:latin typeface="Aptos" panose="020B0004020202020204" pitchFamily="34" charset="0"/>
              </a:rPr>
              <a:t>.</a:t>
            </a:r>
          </a:p>
          <a:p>
            <a:pPr marL="801688" lvl="1" indent="-266700">
              <a:buSzPct val="90000"/>
              <a:buBlip>
                <a:blip r:embed="rId4"/>
              </a:buBlip>
            </a:pPr>
            <a:r>
              <a:rPr lang="en-GB" err="1">
                <a:latin typeface="Aptos" panose="020B0004020202020204" pitchFamily="34" charset="0"/>
              </a:rPr>
              <a:t>Odio</a:t>
            </a:r>
            <a:r>
              <a:rPr lang="en-GB">
                <a:latin typeface="Aptos" panose="020B0004020202020204" pitchFamily="34" charset="0"/>
              </a:rPr>
              <a:t> </a:t>
            </a:r>
            <a:r>
              <a:rPr lang="en-GB" err="1">
                <a:latin typeface="Aptos" panose="020B0004020202020204" pitchFamily="34" charset="0"/>
              </a:rPr>
              <a:t>euismod</a:t>
            </a:r>
            <a:r>
              <a:rPr lang="en-GB">
                <a:latin typeface="Aptos" panose="020B0004020202020204" pitchFamily="34" charset="0"/>
              </a:rPr>
              <a:t> </a:t>
            </a:r>
            <a:r>
              <a:rPr lang="en-GB" err="1">
                <a:latin typeface="Aptos" panose="020B0004020202020204" pitchFamily="34" charset="0"/>
              </a:rPr>
              <a:t>tempor</a:t>
            </a:r>
            <a:r>
              <a:rPr lang="en-GB">
                <a:latin typeface="Aptos" panose="020B0004020202020204" pitchFamily="34" charset="0"/>
              </a:rPr>
              <a:t> </a:t>
            </a:r>
            <a:r>
              <a:rPr lang="en-GB" err="1">
                <a:latin typeface="Aptos" panose="020B0004020202020204" pitchFamily="34" charset="0"/>
              </a:rPr>
              <a:t>odio</a:t>
            </a:r>
            <a:r>
              <a:rPr lang="en-GB">
                <a:latin typeface="Aptos" panose="020B0004020202020204" pitchFamily="34" charset="0"/>
              </a:rPr>
              <a:t> </a:t>
            </a:r>
            <a:r>
              <a:rPr lang="en-GB" err="1">
                <a:latin typeface="Aptos" panose="020B0004020202020204" pitchFamily="34" charset="0"/>
              </a:rPr>
              <a:t>vel</a:t>
            </a:r>
            <a:r>
              <a:rPr lang="en-GB">
                <a:latin typeface="Aptos" panose="020B0004020202020204" pitchFamily="34" charset="0"/>
              </a:rPr>
              <a:t> </a:t>
            </a:r>
            <a:r>
              <a:rPr lang="en-GB" err="1">
                <a:latin typeface="Aptos" panose="020B0004020202020204" pitchFamily="34" charset="0"/>
              </a:rPr>
              <a:t>nisl</a:t>
            </a:r>
            <a:r>
              <a:rPr lang="en-GB">
                <a:latin typeface="Aptos" panose="020B0004020202020204" pitchFamily="34" charset="0"/>
              </a:rPr>
              <a:t> </a:t>
            </a:r>
            <a:r>
              <a:rPr lang="en-GB" err="1">
                <a:latin typeface="Aptos" panose="020B0004020202020204" pitchFamily="34" charset="0"/>
              </a:rPr>
              <a:t>orci</a:t>
            </a:r>
            <a:r>
              <a:rPr lang="en-GB">
                <a:latin typeface="Aptos" panose="020B0004020202020204" pitchFamily="34" charset="0"/>
              </a:rPr>
              <a:t> pulvinar </a:t>
            </a:r>
            <a:r>
              <a:rPr lang="en-GB" err="1">
                <a:latin typeface="Aptos" panose="020B0004020202020204" pitchFamily="34" charset="0"/>
              </a:rPr>
              <a:t>enim</a:t>
            </a:r>
            <a:r>
              <a:rPr lang="en-GB">
                <a:latin typeface="Aptos" panose="020B0004020202020204" pitchFamily="34" charset="0"/>
              </a:rPr>
              <a:t>.</a:t>
            </a:r>
          </a:p>
          <a:p>
            <a:pPr marL="801688" lvl="1" indent="-266700">
              <a:buSzPct val="90000"/>
              <a:buBlip>
                <a:blip r:embed="rId4"/>
              </a:buBlip>
            </a:pPr>
            <a:r>
              <a:rPr lang="en-GB">
                <a:latin typeface="Aptos" panose="020B0004020202020204" pitchFamily="34" charset="0"/>
              </a:rPr>
              <a:t>Eu integer cursus in et </a:t>
            </a:r>
            <a:r>
              <a:rPr lang="en-GB" err="1">
                <a:latin typeface="Aptos" panose="020B0004020202020204" pitchFamily="34" charset="0"/>
              </a:rPr>
              <a:t>ultrices</a:t>
            </a:r>
            <a:r>
              <a:rPr lang="en-GB">
                <a:latin typeface="Aptos" panose="020B0004020202020204" pitchFamily="34" charset="0"/>
              </a:rPr>
              <a:t> </a:t>
            </a:r>
            <a:r>
              <a:rPr lang="en-GB" err="1">
                <a:latin typeface="Aptos" panose="020B0004020202020204" pitchFamily="34" charset="0"/>
              </a:rPr>
              <a:t>venenatis</a:t>
            </a:r>
            <a:r>
              <a:rPr lang="en-GB">
                <a:latin typeface="Aptos" panose="020B0004020202020204" pitchFamily="34" charset="0"/>
              </a:rPr>
              <a:t>.</a:t>
            </a:r>
          </a:p>
          <a:p>
            <a:pPr marL="801688" lvl="1" indent="-266700">
              <a:buSzPct val="90000"/>
              <a:buBlip>
                <a:blip r:embed="rId4"/>
              </a:buBlip>
            </a:pPr>
            <a:r>
              <a:rPr lang="en-GB">
                <a:latin typeface="Aptos" panose="020B0004020202020204" pitchFamily="34" charset="0"/>
              </a:rPr>
              <a:t>Semper </a:t>
            </a:r>
            <a:r>
              <a:rPr lang="en-GB" err="1">
                <a:latin typeface="Aptos" panose="020B0004020202020204" pitchFamily="34" charset="0"/>
              </a:rPr>
              <a:t>adipiscing</a:t>
            </a:r>
            <a:r>
              <a:rPr lang="en-GB">
                <a:latin typeface="Aptos" panose="020B0004020202020204" pitchFamily="34" charset="0"/>
              </a:rPr>
              <a:t> ac ipsum.</a:t>
            </a:r>
          </a:p>
        </p:txBody>
      </p:sp>
      <p:grpSp>
        <p:nvGrpSpPr>
          <p:cNvPr id="28" name="Group 27">
            <a:extLst>
              <a:ext uri="{FF2B5EF4-FFF2-40B4-BE49-F238E27FC236}">
                <a16:creationId xmlns:a16="http://schemas.microsoft.com/office/drawing/2014/main" id="{5331BBBC-2A74-E186-FEAF-47159739A6CD}"/>
              </a:ext>
            </a:extLst>
          </p:cNvPr>
          <p:cNvGrpSpPr/>
          <p:nvPr/>
        </p:nvGrpSpPr>
        <p:grpSpPr>
          <a:xfrm>
            <a:off x="9033298" y="3770125"/>
            <a:ext cx="3030369" cy="732769"/>
            <a:chOff x="7334152" y="981892"/>
            <a:chExt cx="3030369" cy="732769"/>
          </a:xfrm>
        </p:grpSpPr>
        <p:sp>
          <p:nvSpPr>
            <p:cNvPr id="29" name="Rounded Rectangle 28">
              <a:extLst>
                <a:ext uri="{FF2B5EF4-FFF2-40B4-BE49-F238E27FC236}">
                  <a16:creationId xmlns:a16="http://schemas.microsoft.com/office/drawing/2014/main" id="{5DF3FEE7-492B-CF00-2FC8-D18440750590}"/>
                </a:ext>
              </a:extLst>
            </p:cNvPr>
            <p:cNvSpPr/>
            <p:nvPr/>
          </p:nvSpPr>
          <p:spPr>
            <a:xfrm>
              <a:off x="7433567" y="981892"/>
              <a:ext cx="2930954" cy="732769"/>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Bullet points</a:t>
              </a:r>
              <a:endParaRPr lang="en-US" sz="1000">
                <a:solidFill>
                  <a:schemeClr val="bg1">
                    <a:lumMod val="95000"/>
                  </a:schemeClr>
                </a:solidFill>
                <a:latin typeface="Aptos" panose="020B0004020202020204" pitchFamily="34" charset="0"/>
              </a:endParaRPr>
            </a:p>
            <a:p>
              <a:pPr>
                <a:lnSpc>
                  <a:spcPct val="110000"/>
                </a:lnSpc>
                <a:spcBef>
                  <a:spcPts val="900"/>
                </a:spcBef>
              </a:pPr>
              <a:r>
                <a:rPr lang="en-US" sz="800">
                  <a:solidFill>
                    <a:schemeClr val="bg1">
                      <a:lumMod val="95000"/>
                    </a:schemeClr>
                  </a:solidFill>
                  <a:latin typeface="Aptos" panose="020B0004020202020204" pitchFamily="34" charset="0"/>
                </a:rPr>
                <a:t>Branded style bullet point. Work in progress</a:t>
              </a:r>
              <a:endParaRPr lang="en-GR" sz="800">
                <a:solidFill>
                  <a:schemeClr val="bg1">
                    <a:lumMod val="95000"/>
                  </a:schemeClr>
                </a:solidFill>
                <a:latin typeface="Aptos" panose="020B0004020202020204" pitchFamily="34" charset="0"/>
              </a:endParaRPr>
            </a:p>
          </p:txBody>
        </p:sp>
        <p:sp>
          <p:nvSpPr>
            <p:cNvPr id="30" name="Triangle 29">
              <a:extLst>
                <a:ext uri="{FF2B5EF4-FFF2-40B4-BE49-F238E27FC236}">
                  <a16:creationId xmlns:a16="http://schemas.microsoft.com/office/drawing/2014/main" id="{DE1C9F25-2455-387F-63C8-D379C774D12C}"/>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6" name="Group 5">
            <a:extLst>
              <a:ext uri="{FF2B5EF4-FFF2-40B4-BE49-F238E27FC236}">
                <a16:creationId xmlns:a16="http://schemas.microsoft.com/office/drawing/2014/main" id="{9542BB0C-77BE-967A-7A68-A6DC5240F72C}"/>
              </a:ext>
            </a:extLst>
          </p:cNvPr>
          <p:cNvGrpSpPr/>
          <p:nvPr/>
        </p:nvGrpSpPr>
        <p:grpSpPr>
          <a:xfrm>
            <a:off x="2633827" y="548683"/>
            <a:ext cx="2930954" cy="1374046"/>
            <a:chOff x="7433567" y="981892"/>
            <a:chExt cx="2930954" cy="1374046"/>
          </a:xfrm>
        </p:grpSpPr>
        <p:sp>
          <p:nvSpPr>
            <p:cNvPr id="7" name="Rounded Rectangle 6">
              <a:extLst>
                <a:ext uri="{FF2B5EF4-FFF2-40B4-BE49-F238E27FC236}">
                  <a16:creationId xmlns:a16="http://schemas.microsoft.com/office/drawing/2014/main" id="{1E4DA01E-D9AB-DFBE-3CD5-B4E2ED0B2C5D}"/>
                </a:ext>
              </a:extLst>
            </p:cNvPr>
            <p:cNvSpPr/>
            <p:nvPr/>
          </p:nvSpPr>
          <p:spPr>
            <a:xfrm>
              <a:off x="7433567" y="981892"/>
              <a:ext cx="2930954" cy="127463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Bullet points</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Αυτές είναι 3 </a:t>
              </a:r>
              <a:r>
                <a:rPr lang="el-GR" sz="800" err="1">
                  <a:solidFill>
                    <a:schemeClr val="bg1">
                      <a:lumMod val="95000"/>
                    </a:schemeClr>
                  </a:solidFill>
                  <a:latin typeface="Aptos" panose="020B0004020202020204" pitchFamily="34" charset="0"/>
                </a:rPr>
                <a:t>πρ</a:t>
              </a:r>
              <a:r>
                <a:rPr lang="en-US" sz="800" err="1">
                  <a:solidFill>
                    <a:schemeClr val="bg1">
                      <a:lumMod val="95000"/>
                    </a:schemeClr>
                  </a:solidFill>
                  <a:latin typeface="Aptos" panose="020B0004020202020204" pitchFamily="34" charset="0"/>
                </a:rPr>
                <a:t>ώ</a:t>
              </a:r>
              <a:r>
                <a:rPr lang="el-GR" sz="800">
                  <a:solidFill>
                    <a:schemeClr val="bg1">
                      <a:lumMod val="95000"/>
                    </a:schemeClr>
                  </a:solidFill>
                  <a:latin typeface="Aptos" panose="020B0004020202020204" pitchFamily="34" charset="0"/>
                </a:rPr>
                <a:t>τες βαθμίδες </a:t>
              </a:r>
              <a:r>
                <a:rPr lang="en-US" sz="800">
                  <a:solidFill>
                    <a:schemeClr val="bg1">
                      <a:lumMod val="95000"/>
                    </a:schemeClr>
                  </a:solidFill>
                  <a:latin typeface="Aptos" panose="020B0004020202020204" pitchFamily="34" charset="0"/>
                </a:rPr>
                <a:t>bullet points </a:t>
              </a:r>
              <a:r>
                <a:rPr lang="el-GR" sz="800">
                  <a:solidFill>
                    <a:schemeClr val="bg1">
                      <a:lumMod val="95000"/>
                    </a:schemeClr>
                  </a:solidFill>
                  <a:latin typeface="Aptos" panose="020B0004020202020204" pitchFamily="34" charset="0"/>
                </a:rPr>
                <a:t>τις οποίες επιλέγουμε από τις βασικά </a:t>
              </a:r>
              <a:r>
                <a:rPr lang="en-US" sz="800">
                  <a:solidFill>
                    <a:schemeClr val="bg1">
                      <a:lumMod val="95000"/>
                    </a:schemeClr>
                  </a:solidFill>
                  <a:latin typeface="Aptos" panose="020B0004020202020204" pitchFamily="34" charset="0"/>
                </a:rPr>
                <a:t>style </a:t>
              </a:r>
              <a:r>
                <a:rPr lang="el-GR" sz="800">
                  <a:solidFill>
                    <a:schemeClr val="bg1">
                      <a:lumMod val="95000"/>
                    </a:schemeClr>
                  </a:solidFill>
                  <a:latin typeface="Aptos" panose="020B0004020202020204" pitchFamily="34" charset="0"/>
                </a:rPr>
                <a:t>του </a:t>
              </a:r>
              <a:r>
                <a:rPr lang="en-US" sz="800" err="1">
                  <a:solidFill>
                    <a:schemeClr val="bg1">
                      <a:lumMod val="95000"/>
                    </a:schemeClr>
                  </a:solidFill>
                  <a:latin typeface="Aptos" panose="020B0004020202020204" pitchFamily="34" charset="0"/>
                </a:rPr>
                <a:t>powerpoint</a:t>
              </a:r>
              <a:r>
                <a:rPr lang="en-US" sz="800">
                  <a:solidFill>
                    <a:schemeClr val="bg1">
                      <a:lumMod val="95000"/>
                    </a:schemeClr>
                  </a:solidFill>
                  <a:latin typeface="Aptos" panose="020B0004020202020204" pitchFamily="34" charset="0"/>
                </a:rPr>
                <a:t>.</a:t>
              </a:r>
              <a:endParaRPr lang="el-GR" sz="800">
                <a:solidFill>
                  <a:schemeClr val="bg1">
                    <a:lumMod val="95000"/>
                  </a:schemeClr>
                </a:solidFill>
                <a:latin typeface="Aptos" panose="020B0004020202020204" pitchFamily="34" charset="0"/>
              </a:endParaRPr>
            </a:p>
            <a:p>
              <a:pPr>
                <a:lnSpc>
                  <a:spcPct val="110000"/>
                </a:lnSpc>
                <a:spcBef>
                  <a:spcPts val="900"/>
                </a:spcBef>
              </a:pPr>
              <a:r>
                <a:rPr lang="en-GB" sz="800">
                  <a:solidFill>
                    <a:schemeClr val="bg1"/>
                  </a:solidFill>
                </a:rPr>
                <a:t>These are the first 3 levels of bullet points that you can choose from the basic </a:t>
              </a:r>
              <a:r>
                <a:rPr lang="en-GB" sz="800" err="1">
                  <a:solidFill>
                    <a:schemeClr val="bg1"/>
                  </a:solidFill>
                </a:rPr>
                <a:t>powerpoint</a:t>
              </a:r>
              <a:r>
                <a:rPr lang="en-GB" sz="800">
                  <a:solidFill>
                    <a:schemeClr val="bg1"/>
                  </a:solidFill>
                </a:rPr>
                <a:t> styles.</a:t>
              </a:r>
            </a:p>
          </p:txBody>
        </p:sp>
        <p:sp>
          <p:nvSpPr>
            <p:cNvPr id="8" name="Triangle 7">
              <a:extLst>
                <a:ext uri="{FF2B5EF4-FFF2-40B4-BE49-F238E27FC236}">
                  <a16:creationId xmlns:a16="http://schemas.microsoft.com/office/drawing/2014/main" id="{19F6F1CF-D0CD-7B4B-0AE3-9A1F4E1DC1A9}"/>
                </a:ext>
              </a:extLst>
            </p:cNvPr>
            <p:cNvSpPr/>
            <p:nvPr/>
          </p:nvSpPr>
          <p:spPr>
            <a:xfrm rot="10800000">
              <a:off x="7683332" y="22565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1787461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82F37D0-A88D-1414-6A28-C9C003E7D362}"/>
              </a:ext>
            </a:extLst>
          </p:cNvPr>
          <p:cNvSpPr>
            <a:spLocks noGrp="1"/>
          </p:cNvSpPr>
          <p:nvPr>
            <p:ph type="ctrTitle"/>
          </p:nvPr>
        </p:nvSpPr>
        <p:spPr>
          <a:xfrm>
            <a:off x="332316" y="548681"/>
            <a:ext cx="5037767" cy="139397"/>
          </a:xfrm>
        </p:spPr>
        <p:txBody>
          <a:bodyPr/>
          <a:lstStyle/>
          <a:p>
            <a:r>
              <a:rPr lang="el-GR"/>
              <a:t>Οδηγίες</a:t>
            </a:r>
            <a:endParaRPr lang="en-GR"/>
          </a:p>
        </p:txBody>
      </p:sp>
      <p:sp>
        <p:nvSpPr>
          <p:cNvPr id="7" name="Text Placeholder 6">
            <a:extLst>
              <a:ext uri="{FF2B5EF4-FFF2-40B4-BE49-F238E27FC236}">
                <a16:creationId xmlns:a16="http://schemas.microsoft.com/office/drawing/2014/main" id="{4D50D807-9751-3632-1FE9-E85F7F9989E9}"/>
              </a:ext>
            </a:extLst>
          </p:cNvPr>
          <p:cNvSpPr>
            <a:spLocks noGrp="1"/>
          </p:cNvSpPr>
          <p:nvPr>
            <p:ph type="body" sz="quarter" idx="14"/>
          </p:nvPr>
        </p:nvSpPr>
        <p:spPr>
          <a:xfrm>
            <a:off x="332317" y="1603339"/>
            <a:ext cx="3274483" cy="431336"/>
          </a:xfrm>
        </p:spPr>
        <p:txBody>
          <a:bodyPr vert="horz" wrap="square" lIns="0" tIns="0" rIns="0" bIns="0" rtlCol="0" anchor="t" anchorCtr="0">
            <a:noAutofit/>
          </a:bodyPr>
          <a:lstStyle/>
          <a:p>
            <a:r>
              <a:rPr lang="el-GR"/>
              <a:t>Αυτά είναι το σύνολο τον βασικών εικονιδίων που μπορείτε να χρησιμοποιήσετε στις παρουσιάσεις σας.</a:t>
            </a:r>
          </a:p>
        </p:txBody>
      </p:sp>
      <p:sp>
        <p:nvSpPr>
          <p:cNvPr id="8" name="Text Placeholder 7">
            <a:extLst>
              <a:ext uri="{FF2B5EF4-FFF2-40B4-BE49-F238E27FC236}">
                <a16:creationId xmlns:a16="http://schemas.microsoft.com/office/drawing/2014/main" id="{7233134C-A529-5153-69BF-7E8514126351}"/>
              </a:ext>
            </a:extLst>
          </p:cNvPr>
          <p:cNvSpPr>
            <a:spLocks noGrp="1"/>
          </p:cNvSpPr>
          <p:nvPr>
            <p:ph type="body" sz="quarter" idx="16"/>
          </p:nvPr>
        </p:nvSpPr>
        <p:spPr>
          <a:xfrm>
            <a:off x="342000" y="924129"/>
            <a:ext cx="5028083" cy="334515"/>
          </a:xfrm>
        </p:spPr>
        <p:txBody>
          <a:bodyPr/>
          <a:lstStyle/>
          <a:p>
            <a:r>
              <a:rPr lang="el-GR"/>
              <a:t>Εικονίδια</a:t>
            </a:r>
            <a:endParaRPr lang="en-GR"/>
          </a:p>
        </p:txBody>
      </p:sp>
      <p:sp>
        <p:nvSpPr>
          <p:cNvPr id="4" name="Slide Number Placeholder 3">
            <a:extLst>
              <a:ext uri="{FF2B5EF4-FFF2-40B4-BE49-F238E27FC236}">
                <a16:creationId xmlns:a16="http://schemas.microsoft.com/office/drawing/2014/main" id="{EA4DF0D0-9474-865F-CEE5-BBB293065E5F}"/>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13</a:t>
            </a:fld>
            <a:endParaRPr lang="en-GR"/>
          </a:p>
        </p:txBody>
      </p:sp>
      <p:grpSp>
        <p:nvGrpSpPr>
          <p:cNvPr id="9" name="Group 8">
            <a:extLst>
              <a:ext uri="{FF2B5EF4-FFF2-40B4-BE49-F238E27FC236}">
                <a16:creationId xmlns:a16="http://schemas.microsoft.com/office/drawing/2014/main" id="{D39A7250-A3B8-6030-76A3-5C914BAE043D}"/>
              </a:ext>
            </a:extLst>
          </p:cNvPr>
          <p:cNvGrpSpPr/>
          <p:nvPr/>
        </p:nvGrpSpPr>
        <p:grpSpPr>
          <a:xfrm>
            <a:off x="5569330" y="879534"/>
            <a:ext cx="206789" cy="151416"/>
            <a:chOff x="2902892" y="525573"/>
            <a:chExt cx="233558" cy="171019"/>
          </a:xfrm>
        </p:grpSpPr>
        <p:sp>
          <p:nvSpPr>
            <p:cNvPr id="10" name="Freeform 6">
              <a:extLst>
                <a:ext uri="{FF2B5EF4-FFF2-40B4-BE49-F238E27FC236}">
                  <a16:creationId xmlns:a16="http://schemas.microsoft.com/office/drawing/2014/main" id="{6F3BC4AB-15FF-D344-B88E-4191475BAD39}"/>
                </a:ext>
              </a:extLst>
            </p:cNvPr>
            <p:cNvSpPr/>
            <p:nvPr/>
          </p:nvSpPr>
          <p:spPr>
            <a:xfrm>
              <a:off x="2902892" y="663182"/>
              <a:ext cx="137218" cy="33370"/>
            </a:xfrm>
            <a:custGeom>
              <a:avLst/>
              <a:gdLst>
                <a:gd name="connsiteX0" fmla="*/ 8848 w 137218"/>
                <a:gd name="connsiteY0" fmla="*/ 84 h 33370"/>
                <a:gd name="connsiteX1" fmla="*/ 2258 w 137218"/>
                <a:gd name="connsiteY1" fmla="*/ 2292 h 33370"/>
                <a:gd name="connsiteX2" fmla="*/ 8389 w 137218"/>
                <a:gd name="connsiteY2" fmla="*/ 25067 h 33370"/>
                <a:gd name="connsiteX3" fmla="*/ 24653 w 137218"/>
                <a:gd name="connsiteY3" fmla="*/ 33370 h 33370"/>
                <a:gd name="connsiteX4" fmla="*/ 137218 w 137218"/>
                <a:gd name="connsiteY4" fmla="*/ 33370 h 33370"/>
                <a:gd name="connsiteX5" fmla="*/ 137218 w 137218"/>
                <a:gd name="connsiteY5" fmla="*/ 0 h 33370"/>
                <a:gd name="connsiteX6" fmla="*/ 8848 w 137218"/>
                <a:gd name="connsiteY6" fmla="*/ 0 h 33370"/>
                <a:gd name="connsiteX7" fmla="*/ 8848 w 137218"/>
                <a:gd name="connsiteY7" fmla="*/ 84 h 3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218" h="33370">
                  <a:moveTo>
                    <a:pt x="8848" y="84"/>
                  </a:moveTo>
                  <a:cubicBezTo>
                    <a:pt x="6177" y="0"/>
                    <a:pt x="3885" y="708"/>
                    <a:pt x="2258" y="2292"/>
                  </a:cubicBezTo>
                  <a:cubicBezTo>
                    <a:pt x="-2373" y="6924"/>
                    <a:pt x="338" y="17103"/>
                    <a:pt x="8389" y="25067"/>
                  </a:cubicBezTo>
                  <a:cubicBezTo>
                    <a:pt x="13560" y="30242"/>
                    <a:pt x="19690" y="33162"/>
                    <a:pt x="24653" y="33370"/>
                  </a:cubicBezTo>
                  <a:lnTo>
                    <a:pt x="137218" y="33370"/>
                  </a:lnTo>
                  <a:lnTo>
                    <a:pt x="137218" y="0"/>
                  </a:lnTo>
                  <a:lnTo>
                    <a:pt x="8848" y="0"/>
                  </a:lnTo>
                  <a:lnTo>
                    <a:pt x="8848" y="84"/>
                  </a:lnTo>
                  <a:close/>
                </a:path>
              </a:pathLst>
            </a:custGeom>
            <a:solidFill>
              <a:srgbClr val="007B85"/>
            </a:solidFill>
            <a:ln w="3646" cap="flat">
              <a:noFill/>
              <a:prstDash val="solid"/>
              <a:miter/>
            </a:ln>
          </p:spPr>
          <p:txBody>
            <a:bodyPr rtlCol="0" anchor="ctr"/>
            <a:lstStyle/>
            <a:p>
              <a:endParaRPr lang="en-GR"/>
            </a:p>
          </p:txBody>
        </p:sp>
        <p:sp>
          <p:nvSpPr>
            <p:cNvPr id="11" name="Freeform 7">
              <a:extLst>
                <a:ext uri="{FF2B5EF4-FFF2-40B4-BE49-F238E27FC236}">
                  <a16:creationId xmlns:a16="http://schemas.microsoft.com/office/drawing/2014/main" id="{55337840-115C-81D0-91E8-126E714A5DD0}"/>
                </a:ext>
              </a:extLst>
            </p:cNvPr>
            <p:cNvSpPr/>
            <p:nvPr/>
          </p:nvSpPr>
          <p:spPr>
            <a:xfrm>
              <a:off x="2919831" y="525573"/>
              <a:ext cx="200103" cy="129265"/>
            </a:xfrm>
            <a:custGeom>
              <a:avLst/>
              <a:gdLst>
                <a:gd name="connsiteX0" fmla="*/ 24523 w 200103"/>
                <a:gd name="connsiteY0" fmla="*/ 25195 h 129265"/>
                <a:gd name="connsiteX1" fmla="*/ 200103 w 200103"/>
                <a:gd name="connsiteY1" fmla="*/ 25111 h 129265"/>
                <a:gd name="connsiteX2" fmla="*/ 151057 w 200103"/>
                <a:gd name="connsiteY2" fmla="*/ 0 h 129265"/>
                <a:gd name="connsiteX3" fmla="*/ 46794 w 200103"/>
                <a:gd name="connsiteY3" fmla="*/ 84 h 129265"/>
                <a:gd name="connsiteX4" fmla="*/ 0 w 200103"/>
                <a:gd name="connsiteY4" fmla="*/ 28782 h 129265"/>
                <a:gd name="connsiteX5" fmla="*/ 0 w 200103"/>
                <a:gd name="connsiteY5" fmla="*/ 129265 h 129265"/>
                <a:gd name="connsiteX6" fmla="*/ 24523 w 200103"/>
                <a:gd name="connsiteY6" fmla="*/ 129265 h 129265"/>
                <a:gd name="connsiteX7" fmla="*/ 24523 w 200103"/>
                <a:gd name="connsiteY7" fmla="*/ 25195 h 129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0103" h="129265">
                  <a:moveTo>
                    <a:pt x="24523" y="25195"/>
                  </a:moveTo>
                  <a:lnTo>
                    <a:pt x="200103" y="25111"/>
                  </a:lnTo>
                  <a:cubicBezTo>
                    <a:pt x="196976" y="11055"/>
                    <a:pt x="176288" y="168"/>
                    <a:pt x="151057" y="0"/>
                  </a:cubicBezTo>
                  <a:cubicBezTo>
                    <a:pt x="150849" y="0"/>
                    <a:pt x="46794" y="84"/>
                    <a:pt x="46794" y="84"/>
                  </a:cubicBezTo>
                  <a:cubicBezTo>
                    <a:pt x="20684" y="1044"/>
                    <a:pt x="0" y="13471"/>
                    <a:pt x="0" y="28782"/>
                  </a:cubicBezTo>
                  <a:lnTo>
                    <a:pt x="0" y="129265"/>
                  </a:lnTo>
                  <a:lnTo>
                    <a:pt x="24523" y="129265"/>
                  </a:lnTo>
                  <a:lnTo>
                    <a:pt x="24523" y="25195"/>
                  </a:lnTo>
                  <a:close/>
                </a:path>
              </a:pathLst>
            </a:custGeom>
            <a:solidFill>
              <a:srgbClr val="007B85"/>
            </a:solidFill>
            <a:ln w="3646" cap="flat">
              <a:noFill/>
              <a:prstDash val="solid"/>
              <a:miter/>
            </a:ln>
          </p:spPr>
          <p:txBody>
            <a:bodyPr rtlCol="0" anchor="ctr"/>
            <a:lstStyle/>
            <a:p>
              <a:endParaRPr lang="en-GR"/>
            </a:p>
          </p:txBody>
        </p:sp>
        <p:sp>
          <p:nvSpPr>
            <p:cNvPr id="12" name="Freeform 8">
              <a:extLst>
                <a:ext uri="{FF2B5EF4-FFF2-40B4-BE49-F238E27FC236}">
                  <a16:creationId xmlns:a16="http://schemas.microsoft.com/office/drawing/2014/main" id="{6D48CEFA-C114-BB5E-6454-FCBFF4994F1B}"/>
                </a:ext>
              </a:extLst>
            </p:cNvPr>
            <p:cNvSpPr/>
            <p:nvPr/>
          </p:nvSpPr>
          <p:spPr>
            <a:xfrm>
              <a:off x="3051372" y="561819"/>
              <a:ext cx="85078" cy="134773"/>
            </a:xfrm>
            <a:custGeom>
              <a:avLst/>
              <a:gdLst>
                <a:gd name="connsiteX0" fmla="*/ 63807 w 85078"/>
                <a:gd name="connsiteY0" fmla="*/ 0 h 134773"/>
                <a:gd name="connsiteX1" fmla="*/ 21268 w 85078"/>
                <a:gd name="connsiteY1" fmla="*/ 0 h 134773"/>
                <a:gd name="connsiteX2" fmla="*/ 0 w 85078"/>
                <a:gd name="connsiteY2" fmla="*/ 12223 h 134773"/>
                <a:gd name="connsiteX3" fmla="*/ 0 w 85078"/>
                <a:gd name="connsiteY3" fmla="*/ 122553 h 134773"/>
                <a:gd name="connsiteX4" fmla="*/ 21268 w 85078"/>
                <a:gd name="connsiteY4" fmla="*/ 134773 h 134773"/>
                <a:gd name="connsiteX5" fmla="*/ 63807 w 85078"/>
                <a:gd name="connsiteY5" fmla="*/ 134773 h 134773"/>
                <a:gd name="connsiteX6" fmla="*/ 85079 w 85078"/>
                <a:gd name="connsiteY6" fmla="*/ 122553 h 134773"/>
                <a:gd name="connsiteX7" fmla="*/ 85079 w 85078"/>
                <a:gd name="connsiteY7" fmla="*/ 12223 h 134773"/>
                <a:gd name="connsiteX8" fmla="*/ 63807 w 85078"/>
                <a:gd name="connsiteY8" fmla="*/ 0 h 134773"/>
                <a:gd name="connsiteX9" fmla="*/ 42539 w 85078"/>
                <a:gd name="connsiteY9" fmla="*/ 124346 h 134773"/>
                <a:gd name="connsiteX10" fmla="*/ 31110 w 85078"/>
                <a:gd name="connsiteY10" fmla="*/ 117754 h 134773"/>
                <a:gd name="connsiteX11" fmla="*/ 42539 w 85078"/>
                <a:gd name="connsiteY11" fmla="*/ 111166 h 134773"/>
                <a:gd name="connsiteX12" fmla="*/ 53965 w 85078"/>
                <a:gd name="connsiteY12" fmla="*/ 117754 h 134773"/>
                <a:gd name="connsiteX13" fmla="*/ 42539 w 85078"/>
                <a:gd name="connsiteY13" fmla="*/ 124346 h 134773"/>
                <a:gd name="connsiteX14" fmla="*/ 68186 w 85078"/>
                <a:gd name="connsiteY14" fmla="*/ 100735 h 134773"/>
                <a:gd name="connsiteX15" fmla="*/ 16889 w 85078"/>
                <a:gd name="connsiteY15" fmla="*/ 100735 h 134773"/>
                <a:gd name="connsiteX16" fmla="*/ 16889 w 85078"/>
                <a:gd name="connsiteY16" fmla="*/ 17479 h 134773"/>
                <a:gd name="connsiteX17" fmla="*/ 68186 w 85078"/>
                <a:gd name="connsiteY17" fmla="*/ 17479 h 134773"/>
                <a:gd name="connsiteX18" fmla="*/ 68186 w 85078"/>
                <a:gd name="connsiteY18" fmla="*/ 100735 h 134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5078" h="134773">
                  <a:moveTo>
                    <a:pt x="63807" y="0"/>
                  </a:moveTo>
                  <a:lnTo>
                    <a:pt x="21268" y="0"/>
                  </a:lnTo>
                  <a:cubicBezTo>
                    <a:pt x="9506" y="0"/>
                    <a:pt x="0" y="5467"/>
                    <a:pt x="0" y="12223"/>
                  </a:cubicBezTo>
                  <a:lnTo>
                    <a:pt x="0" y="122553"/>
                  </a:lnTo>
                  <a:cubicBezTo>
                    <a:pt x="0" y="129309"/>
                    <a:pt x="9506" y="134773"/>
                    <a:pt x="21268" y="134773"/>
                  </a:cubicBezTo>
                  <a:lnTo>
                    <a:pt x="63807" y="134773"/>
                  </a:lnTo>
                  <a:cubicBezTo>
                    <a:pt x="75569" y="134773"/>
                    <a:pt x="85079" y="129309"/>
                    <a:pt x="85079" y="122553"/>
                  </a:cubicBezTo>
                  <a:lnTo>
                    <a:pt x="85079" y="12223"/>
                  </a:lnTo>
                  <a:cubicBezTo>
                    <a:pt x="85079" y="5467"/>
                    <a:pt x="75569" y="0"/>
                    <a:pt x="63807" y="0"/>
                  </a:cubicBezTo>
                  <a:close/>
                  <a:moveTo>
                    <a:pt x="42539" y="124346"/>
                  </a:moveTo>
                  <a:cubicBezTo>
                    <a:pt x="36201" y="124346"/>
                    <a:pt x="31110" y="121385"/>
                    <a:pt x="31110" y="117754"/>
                  </a:cubicBezTo>
                  <a:cubicBezTo>
                    <a:pt x="31110" y="114126"/>
                    <a:pt x="36241" y="111166"/>
                    <a:pt x="42539" y="111166"/>
                  </a:cubicBezTo>
                  <a:cubicBezTo>
                    <a:pt x="48834" y="111166"/>
                    <a:pt x="53965" y="114126"/>
                    <a:pt x="53965" y="117754"/>
                  </a:cubicBezTo>
                  <a:cubicBezTo>
                    <a:pt x="53965" y="121385"/>
                    <a:pt x="48834" y="124346"/>
                    <a:pt x="42539" y="124346"/>
                  </a:cubicBezTo>
                  <a:close/>
                  <a:moveTo>
                    <a:pt x="68186" y="100735"/>
                  </a:moveTo>
                  <a:lnTo>
                    <a:pt x="16889" y="100735"/>
                  </a:lnTo>
                  <a:lnTo>
                    <a:pt x="16889" y="17479"/>
                  </a:lnTo>
                  <a:lnTo>
                    <a:pt x="68186" y="17479"/>
                  </a:lnTo>
                  <a:lnTo>
                    <a:pt x="68186" y="100735"/>
                  </a:lnTo>
                  <a:close/>
                </a:path>
              </a:pathLst>
            </a:custGeom>
            <a:solidFill>
              <a:srgbClr val="007B85"/>
            </a:solidFill>
            <a:ln w="3646" cap="flat">
              <a:noFill/>
              <a:prstDash val="solid"/>
              <a:miter/>
            </a:ln>
          </p:spPr>
          <p:txBody>
            <a:bodyPr rtlCol="0" anchor="ctr"/>
            <a:lstStyle/>
            <a:p>
              <a:endParaRPr lang="en-GR"/>
            </a:p>
          </p:txBody>
        </p:sp>
      </p:grpSp>
      <p:grpSp>
        <p:nvGrpSpPr>
          <p:cNvPr id="13" name="Group 12">
            <a:extLst>
              <a:ext uri="{FF2B5EF4-FFF2-40B4-BE49-F238E27FC236}">
                <a16:creationId xmlns:a16="http://schemas.microsoft.com/office/drawing/2014/main" id="{F92ECDA1-B4EA-0AAB-8491-C714A7A99D5F}"/>
              </a:ext>
            </a:extLst>
          </p:cNvPr>
          <p:cNvGrpSpPr/>
          <p:nvPr/>
        </p:nvGrpSpPr>
        <p:grpSpPr>
          <a:xfrm>
            <a:off x="5915064" y="879542"/>
            <a:ext cx="180936" cy="149363"/>
            <a:chOff x="3293369" y="525573"/>
            <a:chExt cx="204358" cy="168697"/>
          </a:xfrm>
        </p:grpSpPr>
        <p:sp>
          <p:nvSpPr>
            <p:cNvPr id="14" name="Freeform 9">
              <a:extLst>
                <a:ext uri="{FF2B5EF4-FFF2-40B4-BE49-F238E27FC236}">
                  <a16:creationId xmlns:a16="http://schemas.microsoft.com/office/drawing/2014/main" id="{B111CC29-909E-2C9F-7DC8-2808902C8BFA}"/>
                </a:ext>
              </a:extLst>
            </p:cNvPr>
            <p:cNvSpPr/>
            <p:nvPr/>
          </p:nvSpPr>
          <p:spPr>
            <a:xfrm>
              <a:off x="3293369" y="525573"/>
              <a:ext cx="194257" cy="159204"/>
            </a:xfrm>
            <a:custGeom>
              <a:avLst/>
              <a:gdLst>
                <a:gd name="connsiteX0" fmla="*/ 28599 w 194257"/>
                <a:gd name="connsiteY0" fmla="*/ 40 h 159204"/>
                <a:gd name="connsiteX1" fmla="*/ 69909 w 194257"/>
                <a:gd name="connsiteY1" fmla="*/ 0 h 159204"/>
                <a:gd name="connsiteX2" fmla="*/ 69949 w 194257"/>
                <a:gd name="connsiteY2" fmla="*/ 0 h 159204"/>
                <a:gd name="connsiteX3" fmla="*/ 100179 w 194257"/>
                <a:gd name="connsiteY3" fmla="*/ 17691 h 159204"/>
                <a:gd name="connsiteX4" fmla="*/ 100179 w 194257"/>
                <a:gd name="connsiteY4" fmla="*/ 23837 h 159204"/>
                <a:gd name="connsiteX5" fmla="*/ 166410 w 194257"/>
                <a:gd name="connsiteY5" fmla="*/ 23837 h 159204"/>
                <a:gd name="connsiteX6" fmla="*/ 194257 w 194257"/>
                <a:gd name="connsiteY6" fmla="*/ 48386 h 159204"/>
                <a:gd name="connsiteX7" fmla="*/ 169129 w 194257"/>
                <a:gd name="connsiteY7" fmla="*/ 45415 h 159204"/>
                <a:gd name="connsiteX8" fmla="*/ 71748 w 194257"/>
                <a:gd name="connsiteY8" fmla="*/ 45415 h 159204"/>
                <a:gd name="connsiteX9" fmla="*/ 21115 w 194257"/>
                <a:gd name="connsiteY9" fmla="*/ 83511 h 159204"/>
                <a:gd name="connsiteX10" fmla="*/ 5102 w 194257"/>
                <a:gd name="connsiteY10" fmla="*/ 138379 h 159204"/>
                <a:gd name="connsiteX11" fmla="*/ 5897 w 194257"/>
                <a:gd name="connsiteY11" fmla="*/ 159205 h 159204"/>
                <a:gd name="connsiteX12" fmla="*/ 0 w 194257"/>
                <a:gd name="connsiteY12" fmla="*/ 142226 h 159204"/>
                <a:gd name="connsiteX13" fmla="*/ 0 w 194257"/>
                <a:gd name="connsiteY13" fmla="*/ 17691 h 159204"/>
                <a:gd name="connsiteX14" fmla="*/ 28599 w 194257"/>
                <a:gd name="connsiteY14" fmla="*/ 40 h 15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4257" h="159204">
                  <a:moveTo>
                    <a:pt x="28599" y="40"/>
                  </a:moveTo>
                  <a:lnTo>
                    <a:pt x="69909" y="0"/>
                  </a:lnTo>
                  <a:lnTo>
                    <a:pt x="69949" y="0"/>
                  </a:lnTo>
                  <a:cubicBezTo>
                    <a:pt x="86674" y="124"/>
                    <a:pt x="100179" y="7986"/>
                    <a:pt x="100179" y="17691"/>
                  </a:cubicBezTo>
                  <a:lnTo>
                    <a:pt x="100179" y="23837"/>
                  </a:lnTo>
                  <a:lnTo>
                    <a:pt x="166410" y="23837"/>
                  </a:lnTo>
                  <a:cubicBezTo>
                    <a:pt x="183091" y="23837"/>
                    <a:pt x="193334" y="34834"/>
                    <a:pt x="194257" y="48386"/>
                  </a:cubicBezTo>
                  <a:cubicBezTo>
                    <a:pt x="185893" y="45918"/>
                    <a:pt x="176861" y="45415"/>
                    <a:pt x="169129" y="45415"/>
                  </a:cubicBezTo>
                  <a:lnTo>
                    <a:pt x="71748" y="45415"/>
                  </a:lnTo>
                  <a:cubicBezTo>
                    <a:pt x="47915" y="45415"/>
                    <a:pt x="27052" y="61222"/>
                    <a:pt x="21115" y="83511"/>
                  </a:cubicBezTo>
                  <a:lnTo>
                    <a:pt x="5102" y="138379"/>
                  </a:lnTo>
                  <a:cubicBezTo>
                    <a:pt x="3179" y="145573"/>
                    <a:pt x="3511" y="152723"/>
                    <a:pt x="5897" y="159205"/>
                  </a:cubicBezTo>
                  <a:cubicBezTo>
                    <a:pt x="2047" y="154562"/>
                    <a:pt x="0" y="148624"/>
                    <a:pt x="0" y="142226"/>
                  </a:cubicBezTo>
                  <a:lnTo>
                    <a:pt x="0" y="17691"/>
                  </a:lnTo>
                  <a:cubicBezTo>
                    <a:pt x="0" y="8281"/>
                    <a:pt x="12626" y="628"/>
                    <a:pt x="28599" y="40"/>
                  </a:cubicBezTo>
                  <a:close/>
                </a:path>
              </a:pathLst>
            </a:custGeom>
            <a:solidFill>
              <a:srgbClr val="007B85"/>
            </a:solidFill>
            <a:ln w="3646" cap="flat">
              <a:noFill/>
              <a:prstDash val="solid"/>
              <a:miter/>
            </a:ln>
          </p:spPr>
          <p:txBody>
            <a:bodyPr rtlCol="0" anchor="ctr"/>
            <a:lstStyle/>
            <a:p>
              <a:endParaRPr lang="en-GR"/>
            </a:p>
          </p:txBody>
        </p:sp>
        <p:sp>
          <p:nvSpPr>
            <p:cNvPr id="15" name="Freeform 10">
              <a:extLst>
                <a:ext uri="{FF2B5EF4-FFF2-40B4-BE49-F238E27FC236}">
                  <a16:creationId xmlns:a16="http://schemas.microsoft.com/office/drawing/2014/main" id="{67973375-2F05-E3EB-93D8-F68C466C1709}"/>
                </a:ext>
              </a:extLst>
            </p:cNvPr>
            <p:cNvSpPr/>
            <p:nvPr/>
          </p:nvSpPr>
          <p:spPr>
            <a:xfrm>
              <a:off x="3313830" y="587634"/>
              <a:ext cx="183897" cy="106636"/>
            </a:xfrm>
            <a:custGeom>
              <a:avLst/>
              <a:gdLst>
                <a:gd name="connsiteX0" fmla="*/ 51203 w 183897"/>
                <a:gd name="connsiteY0" fmla="*/ 40 h 106636"/>
                <a:gd name="connsiteX1" fmla="*/ 148584 w 183897"/>
                <a:gd name="connsiteY1" fmla="*/ 40 h 106636"/>
                <a:gd name="connsiteX2" fmla="*/ 148540 w 183897"/>
                <a:gd name="connsiteY2" fmla="*/ 0 h 106636"/>
                <a:gd name="connsiteX3" fmla="*/ 182617 w 183897"/>
                <a:gd name="connsiteY3" fmla="*/ 13548 h 106636"/>
                <a:gd name="connsiteX4" fmla="*/ 182909 w 183897"/>
                <a:gd name="connsiteY4" fmla="*/ 28060 h 106636"/>
                <a:gd name="connsiteX5" fmla="*/ 161126 w 183897"/>
                <a:gd name="connsiteY5" fmla="*/ 97647 h 106636"/>
                <a:gd name="connsiteX6" fmla="*/ 130856 w 183897"/>
                <a:gd name="connsiteY6" fmla="*/ 106637 h 106636"/>
                <a:gd name="connsiteX7" fmla="*/ 35066 w 183897"/>
                <a:gd name="connsiteY7" fmla="*/ 106637 h 106636"/>
                <a:gd name="connsiteX8" fmla="*/ 694 w 183897"/>
                <a:gd name="connsiteY8" fmla="*/ 80584 h 106636"/>
                <a:gd name="connsiteX9" fmla="*/ 16627 w 183897"/>
                <a:gd name="connsiteY9" fmla="*/ 26093 h 106636"/>
                <a:gd name="connsiteX10" fmla="*/ 51203 w 183897"/>
                <a:gd name="connsiteY10" fmla="*/ 40 h 10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3897" h="106636">
                  <a:moveTo>
                    <a:pt x="51203" y="40"/>
                  </a:moveTo>
                  <a:lnTo>
                    <a:pt x="148584" y="40"/>
                  </a:lnTo>
                  <a:lnTo>
                    <a:pt x="148540" y="0"/>
                  </a:lnTo>
                  <a:cubicBezTo>
                    <a:pt x="172873" y="0"/>
                    <a:pt x="179942" y="6478"/>
                    <a:pt x="182617" y="13548"/>
                  </a:cubicBezTo>
                  <a:cubicBezTo>
                    <a:pt x="184204" y="17731"/>
                    <a:pt x="184332" y="22706"/>
                    <a:pt x="182909" y="28060"/>
                  </a:cubicBezTo>
                  <a:cubicBezTo>
                    <a:pt x="182909" y="28060"/>
                    <a:pt x="171454" y="87106"/>
                    <a:pt x="161126" y="97647"/>
                  </a:cubicBezTo>
                  <a:cubicBezTo>
                    <a:pt x="154437" y="104461"/>
                    <a:pt x="140931" y="106637"/>
                    <a:pt x="130856" y="106637"/>
                  </a:cubicBezTo>
                  <a:lnTo>
                    <a:pt x="35066" y="106637"/>
                  </a:lnTo>
                  <a:cubicBezTo>
                    <a:pt x="8766" y="106637"/>
                    <a:pt x="-3109" y="94804"/>
                    <a:pt x="694" y="80584"/>
                  </a:cubicBezTo>
                  <a:lnTo>
                    <a:pt x="16627" y="26093"/>
                  </a:lnTo>
                  <a:cubicBezTo>
                    <a:pt x="20429" y="11917"/>
                    <a:pt x="33935" y="40"/>
                    <a:pt x="51203" y="40"/>
                  </a:cubicBezTo>
                  <a:close/>
                </a:path>
              </a:pathLst>
            </a:custGeom>
            <a:solidFill>
              <a:srgbClr val="007B85"/>
            </a:solidFill>
            <a:ln w="3646" cap="flat">
              <a:noFill/>
              <a:prstDash val="solid"/>
              <a:miter/>
            </a:ln>
          </p:spPr>
          <p:txBody>
            <a:bodyPr rtlCol="0" anchor="ctr"/>
            <a:lstStyle/>
            <a:p>
              <a:endParaRPr lang="en-GR"/>
            </a:p>
          </p:txBody>
        </p:sp>
      </p:grpSp>
      <p:sp>
        <p:nvSpPr>
          <p:cNvPr id="16" name="Freeform 11">
            <a:extLst>
              <a:ext uri="{FF2B5EF4-FFF2-40B4-BE49-F238E27FC236}">
                <a16:creationId xmlns:a16="http://schemas.microsoft.com/office/drawing/2014/main" id="{DA96A03B-93C0-0FAE-B327-7F153079B26B}"/>
              </a:ext>
            </a:extLst>
          </p:cNvPr>
          <p:cNvSpPr/>
          <p:nvPr/>
        </p:nvSpPr>
        <p:spPr>
          <a:xfrm>
            <a:off x="6244629" y="860153"/>
            <a:ext cx="187773" cy="187427"/>
          </a:xfrm>
          <a:custGeom>
            <a:avLst/>
            <a:gdLst>
              <a:gd name="connsiteX0" fmla="*/ 179883 w 212080"/>
              <a:gd name="connsiteY0" fmla="*/ 12446 h 211689"/>
              <a:gd name="connsiteX1" fmla="*/ 185499 w 212080"/>
              <a:gd name="connsiteY1" fmla="*/ 16629 h 211689"/>
              <a:gd name="connsiteX2" fmla="*/ 185550 w 212080"/>
              <a:gd name="connsiteY2" fmla="*/ 16734 h 211689"/>
              <a:gd name="connsiteX3" fmla="*/ 212080 w 212080"/>
              <a:gd name="connsiteY3" fmla="*/ 72982 h 211689"/>
              <a:gd name="connsiteX4" fmla="*/ 199954 w 212080"/>
              <a:gd name="connsiteY4" fmla="*/ 114184 h 211689"/>
              <a:gd name="connsiteX5" fmla="*/ 172628 w 212080"/>
              <a:gd name="connsiteY5" fmla="*/ 148876 h 211689"/>
              <a:gd name="connsiteX6" fmla="*/ 152773 w 212080"/>
              <a:gd name="connsiteY6" fmla="*/ 164446 h 211689"/>
              <a:gd name="connsiteX7" fmla="*/ 157644 w 212080"/>
              <a:gd name="connsiteY7" fmla="*/ 171914 h 211689"/>
              <a:gd name="connsiteX8" fmla="*/ 157644 w 212080"/>
              <a:gd name="connsiteY8" fmla="*/ 176312 h 211689"/>
              <a:gd name="connsiteX9" fmla="*/ 152612 w 212080"/>
              <a:gd name="connsiteY9" fmla="*/ 179647 h 211689"/>
              <a:gd name="connsiteX10" fmla="*/ 125713 w 212080"/>
              <a:gd name="connsiteY10" fmla="*/ 179647 h 211689"/>
              <a:gd name="connsiteX11" fmla="*/ 123754 w 212080"/>
              <a:gd name="connsiteY11" fmla="*/ 179330 h 211689"/>
              <a:gd name="connsiteX12" fmla="*/ 121104 w 212080"/>
              <a:gd name="connsiteY12" fmla="*/ 177582 h 211689"/>
              <a:gd name="connsiteX13" fmla="*/ 120681 w 212080"/>
              <a:gd name="connsiteY13" fmla="*/ 176363 h 211689"/>
              <a:gd name="connsiteX14" fmla="*/ 120681 w 212080"/>
              <a:gd name="connsiteY14" fmla="*/ 171914 h 211689"/>
              <a:gd name="connsiteX15" fmla="*/ 126082 w 212080"/>
              <a:gd name="connsiteY15" fmla="*/ 164077 h 211689"/>
              <a:gd name="connsiteX16" fmla="*/ 111255 w 212080"/>
              <a:gd name="connsiteY16" fmla="*/ 153007 h 211689"/>
              <a:gd name="connsiteX17" fmla="*/ 101088 w 212080"/>
              <a:gd name="connsiteY17" fmla="*/ 143419 h 211689"/>
              <a:gd name="connsiteX18" fmla="*/ 96111 w 212080"/>
              <a:gd name="connsiteY18" fmla="*/ 138072 h 211689"/>
              <a:gd name="connsiteX19" fmla="*/ 82448 w 212080"/>
              <a:gd name="connsiteY19" fmla="*/ 120225 h 211689"/>
              <a:gd name="connsiteX20" fmla="*/ 66194 w 212080"/>
              <a:gd name="connsiteY20" fmla="*/ 72927 h 211689"/>
              <a:gd name="connsiteX21" fmla="*/ 139110 w 212080"/>
              <a:gd name="connsiteY21" fmla="*/ 0 h 211689"/>
              <a:gd name="connsiteX22" fmla="*/ 167494 w 212080"/>
              <a:gd name="connsiteY22" fmla="*/ 5719 h 211689"/>
              <a:gd name="connsiteX23" fmla="*/ 179883 w 212080"/>
              <a:gd name="connsiteY23" fmla="*/ 12446 h 211689"/>
              <a:gd name="connsiteX24" fmla="*/ 139694 w 212080"/>
              <a:gd name="connsiteY24" fmla="*/ 150996 h 211689"/>
              <a:gd name="connsiteX25" fmla="*/ 141124 w 212080"/>
              <a:gd name="connsiteY25" fmla="*/ 150040 h 211689"/>
              <a:gd name="connsiteX26" fmla="*/ 141124 w 212080"/>
              <a:gd name="connsiteY26" fmla="*/ 150095 h 211689"/>
              <a:gd name="connsiteX27" fmla="*/ 193546 w 212080"/>
              <a:gd name="connsiteY27" fmla="*/ 72029 h 211689"/>
              <a:gd name="connsiteX28" fmla="*/ 139110 w 212080"/>
              <a:gd name="connsiteY28" fmla="*/ 17585 h 211689"/>
              <a:gd name="connsiteX29" fmla="*/ 84674 w 212080"/>
              <a:gd name="connsiteY29" fmla="*/ 71974 h 211689"/>
              <a:gd name="connsiteX30" fmla="*/ 137840 w 212080"/>
              <a:gd name="connsiteY30" fmla="*/ 149723 h 211689"/>
              <a:gd name="connsiteX31" fmla="*/ 139694 w 212080"/>
              <a:gd name="connsiteY31" fmla="*/ 150996 h 211689"/>
              <a:gd name="connsiteX32" fmla="*/ 102573 w 212080"/>
              <a:gd name="connsiteY32" fmla="*/ 60269 h 211689"/>
              <a:gd name="connsiteX33" fmla="*/ 107445 w 212080"/>
              <a:gd name="connsiteY33" fmla="*/ 42053 h 211689"/>
              <a:gd name="connsiteX34" fmla="*/ 125659 w 212080"/>
              <a:gd name="connsiteY34" fmla="*/ 37181 h 211689"/>
              <a:gd name="connsiteX35" fmla="*/ 120787 w 212080"/>
              <a:gd name="connsiteY35" fmla="*/ 55397 h 211689"/>
              <a:gd name="connsiteX36" fmla="*/ 102573 w 212080"/>
              <a:gd name="connsiteY36" fmla="*/ 60269 h 211689"/>
              <a:gd name="connsiteX37" fmla="*/ 132596 w 212080"/>
              <a:gd name="connsiteY37" fmla="*/ 191670 h 211689"/>
              <a:gd name="connsiteX38" fmla="*/ 125870 w 212080"/>
              <a:gd name="connsiteY38" fmla="*/ 193893 h 211689"/>
              <a:gd name="connsiteX39" fmla="*/ 121192 w 212080"/>
              <a:gd name="connsiteY39" fmla="*/ 193692 h 211689"/>
              <a:gd name="connsiteX40" fmla="*/ 120827 w 212080"/>
              <a:gd name="connsiteY40" fmla="*/ 193666 h 211689"/>
              <a:gd name="connsiteX41" fmla="*/ 110303 w 212080"/>
              <a:gd name="connsiteY41" fmla="*/ 193842 h 211689"/>
              <a:gd name="connsiteX42" fmla="*/ 94100 w 212080"/>
              <a:gd name="connsiteY42" fmla="*/ 211689 h 211689"/>
              <a:gd name="connsiteX43" fmla="*/ 108398 w 212080"/>
              <a:gd name="connsiteY43" fmla="*/ 211689 h 211689"/>
              <a:gd name="connsiteX44" fmla="*/ 112634 w 212080"/>
              <a:gd name="connsiteY44" fmla="*/ 207930 h 211689"/>
              <a:gd name="connsiteX45" fmla="*/ 119320 w 212080"/>
              <a:gd name="connsiteY45" fmla="*/ 207882 h 211689"/>
              <a:gd name="connsiteX46" fmla="*/ 120101 w 212080"/>
              <a:gd name="connsiteY46" fmla="*/ 207930 h 211689"/>
              <a:gd name="connsiteX47" fmla="*/ 126082 w 212080"/>
              <a:gd name="connsiteY47" fmla="*/ 208193 h 211689"/>
              <a:gd name="connsiteX48" fmla="*/ 144828 w 212080"/>
              <a:gd name="connsiteY48" fmla="*/ 199189 h 211689"/>
              <a:gd name="connsiteX49" fmla="*/ 147105 w 212080"/>
              <a:gd name="connsiteY49" fmla="*/ 190082 h 211689"/>
              <a:gd name="connsiteX50" fmla="*/ 132913 w 212080"/>
              <a:gd name="connsiteY50" fmla="*/ 190082 h 211689"/>
              <a:gd name="connsiteX51" fmla="*/ 132702 w 212080"/>
              <a:gd name="connsiteY51" fmla="*/ 191615 h 211689"/>
              <a:gd name="connsiteX52" fmla="*/ 132596 w 212080"/>
              <a:gd name="connsiteY52" fmla="*/ 191670 h 211689"/>
              <a:gd name="connsiteX53" fmla="*/ 99581 w 212080"/>
              <a:gd name="connsiteY53" fmla="*/ 156745 h 211689"/>
              <a:gd name="connsiteX54" fmla="*/ 99607 w 212080"/>
              <a:gd name="connsiteY54" fmla="*/ 156767 h 211689"/>
              <a:gd name="connsiteX55" fmla="*/ 99658 w 212080"/>
              <a:gd name="connsiteY55" fmla="*/ 156661 h 211689"/>
              <a:gd name="connsiteX56" fmla="*/ 99581 w 212080"/>
              <a:gd name="connsiteY56" fmla="*/ 156745 h 211689"/>
              <a:gd name="connsiteX57" fmla="*/ 93410 w 212080"/>
              <a:gd name="connsiteY57" fmla="*/ 150730 h 211689"/>
              <a:gd name="connsiteX58" fmla="*/ 99581 w 212080"/>
              <a:gd name="connsiteY58" fmla="*/ 156745 h 211689"/>
              <a:gd name="connsiteX59" fmla="*/ 93041 w 212080"/>
              <a:gd name="connsiteY59" fmla="*/ 163388 h 211689"/>
              <a:gd name="connsiteX60" fmla="*/ 75671 w 212080"/>
              <a:gd name="connsiteY60" fmla="*/ 176998 h 211689"/>
              <a:gd name="connsiteX61" fmla="*/ 79908 w 212080"/>
              <a:gd name="connsiteY61" fmla="*/ 183513 h 211689"/>
              <a:gd name="connsiteX62" fmla="*/ 79908 w 212080"/>
              <a:gd name="connsiteY62" fmla="*/ 187327 h 211689"/>
              <a:gd name="connsiteX63" fmla="*/ 75514 w 212080"/>
              <a:gd name="connsiteY63" fmla="*/ 190239 h 211689"/>
              <a:gd name="connsiteX64" fmla="*/ 52002 w 212080"/>
              <a:gd name="connsiteY64" fmla="*/ 190239 h 211689"/>
              <a:gd name="connsiteX65" fmla="*/ 50305 w 212080"/>
              <a:gd name="connsiteY65" fmla="*/ 189922 h 211689"/>
              <a:gd name="connsiteX66" fmla="*/ 47977 w 212080"/>
              <a:gd name="connsiteY66" fmla="*/ 188440 h 211689"/>
              <a:gd name="connsiteX67" fmla="*/ 47605 w 212080"/>
              <a:gd name="connsiteY67" fmla="*/ 187381 h 211689"/>
              <a:gd name="connsiteX68" fmla="*/ 47605 w 212080"/>
              <a:gd name="connsiteY68" fmla="*/ 183513 h 211689"/>
              <a:gd name="connsiteX69" fmla="*/ 52319 w 212080"/>
              <a:gd name="connsiteY69" fmla="*/ 176680 h 211689"/>
              <a:gd name="connsiteX70" fmla="*/ 39346 w 212080"/>
              <a:gd name="connsiteY70" fmla="*/ 167041 h 211689"/>
              <a:gd name="connsiteX71" fmla="*/ 30449 w 212080"/>
              <a:gd name="connsiteY71" fmla="*/ 158676 h 211689"/>
              <a:gd name="connsiteX72" fmla="*/ 26107 w 212080"/>
              <a:gd name="connsiteY72" fmla="*/ 154015 h 211689"/>
              <a:gd name="connsiteX73" fmla="*/ 14192 w 212080"/>
              <a:gd name="connsiteY73" fmla="*/ 138441 h 211689"/>
              <a:gd name="connsiteX74" fmla="*/ 0 w 212080"/>
              <a:gd name="connsiteY74" fmla="*/ 97133 h 211689"/>
              <a:gd name="connsiteX75" fmla="*/ 63705 w 212080"/>
              <a:gd name="connsiteY75" fmla="*/ 33312 h 211689"/>
              <a:gd name="connsiteX76" fmla="*/ 64603 w 212080"/>
              <a:gd name="connsiteY76" fmla="*/ 33367 h 211689"/>
              <a:gd name="connsiteX77" fmla="*/ 65504 w 212080"/>
              <a:gd name="connsiteY77" fmla="*/ 33418 h 211689"/>
              <a:gd name="connsiteX78" fmla="*/ 55549 w 212080"/>
              <a:gd name="connsiteY78" fmla="*/ 72876 h 211689"/>
              <a:gd name="connsiteX79" fmla="*/ 73500 w 212080"/>
              <a:gd name="connsiteY79" fmla="*/ 125944 h 211689"/>
              <a:gd name="connsiteX80" fmla="*/ 88115 w 212080"/>
              <a:gd name="connsiteY80" fmla="*/ 145011 h 211689"/>
              <a:gd name="connsiteX81" fmla="*/ 93410 w 212080"/>
              <a:gd name="connsiteY81" fmla="*/ 150730 h 211689"/>
              <a:gd name="connsiteX82" fmla="*/ 22928 w 212080"/>
              <a:gd name="connsiteY82" fmla="*/ 80026 h 211689"/>
              <a:gd name="connsiteX83" fmla="*/ 38868 w 212080"/>
              <a:gd name="connsiteY83" fmla="*/ 75788 h 211689"/>
              <a:gd name="connsiteX84" fmla="*/ 43105 w 212080"/>
              <a:gd name="connsiteY84" fmla="*/ 59846 h 211689"/>
              <a:gd name="connsiteX85" fmla="*/ 27165 w 212080"/>
              <a:gd name="connsiteY85" fmla="*/ 64083 h 211689"/>
              <a:gd name="connsiteX86" fmla="*/ 22928 w 212080"/>
              <a:gd name="connsiteY86" fmla="*/ 80026 h 211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212080" h="211689">
                <a:moveTo>
                  <a:pt x="179883" y="12446"/>
                </a:moveTo>
                <a:cubicBezTo>
                  <a:pt x="181842" y="13716"/>
                  <a:pt x="183696" y="15147"/>
                  <a:pt x="185499" y="16629"/>
                </a:cubicBezTo>
                <a:lnTo>
                  <a:pt x="185550" y="16734"/>
                </a:lnTo>
                <a:cubicBezTo>
                  <a:pt x="201753" y="30082"/>
                  <a:pt x="212080" y="50313"/>
                  <a:pt x="212080" y="72982"/>
                </a:cubicBezTo>
                <a:cubicBezTo>
                  <a:pt x="212080" y="86909"/>
                  <a:pt x="207314" y="101104"/>
                  <a:pt x="199954" y="114184"/>
                </a:cubicBezTo>
                <a:cubicBezTo>
                  <a:pt x="192593" y="127269"/>
                  <a:pt x="182744" y="139292"/>
                  <a:pt x="172628" y="148876"/>
                </a:cubicBezTo>
                <a:cubicBezTo>
                  <a:pt x="165906" y="155285"/>
                  <a:pt x="159075" y="160581"/>
                  <a:pt x="152773" y="164446"/>
                </a:cubicBezTo>
                <a:cubicBezTo>
                  <a:pt x="155791" y="166461"/>
                  <a:pt x="157644" y="169056"/>
                  <a:pt x="157644" y="171914"/>
                </a:cubicBezTo>
                <a:lnTo>
                  <a:pt x="157644" y="176312"/>
                </a:lnTo>
                <a:cubicBezTo>
                  <a:pt x="157644" y="178060"/>
                  <a:pt x="155418" y="179487"/>
                  <a:pt x="152612" y="179647"/>
                </a:cubicBezTo>
                <a:lnTo>
                  <a:pt x="125713" y="179647"/>
                </a:lnTo>
                <a:cubicBezTo>
                  <a:pt x="125024" y="179647"/>
                  <a:pt x="124337" y="179487"/>
                  <a:pt x="123754" y="179330"/>
                </a:cubicBezTo>
                <a:cubicBezTo>
                  <a:pt x="122589" y="178958"/>
                  <a:pt x="121637" y="178323"/>
                  <a:pt x="121104" y="177582"/>
                </a:cubicBezTo>
                <a:cubicBezTo>
                  <a:pt x="120842" y="177209"/>
                  <a:pt x="120681" y="176786"/>
                  <a:pt x="120681" y="176363"/>
                </a:cubicBezTo>
                <a:lnTo>
                  <a:pt x="120681" y="171914"/>
                </a:lnTo>
                <a:cubicBezTo>
                  <a:pt x="120681" y="168844"/>
                  <a:pt x="122746" y="166088"/>
                  <a:pt x="126082" y="164077"/>
                </a:cubicBezTo>
                <a:cubicBezTo>
                  <a:pt x="121371" y="161110"/>
                  <a:pt x="116338" y="157402"/>
                  <a:pt x="111255" y="153007"/>
                </a:cubicBezTo>
                <a:cubicBezTo>
                  <a:pt x="107868" y="150095"/>
                  <a:pt x="104423" y="146865"/>
                  <a:pt x="101088" y="143419"/>
                </a:cubicBezTo>
                <a:cubicBezTo>
                  <a:pt x="99395" y="141675"/>
                  <a:pt x="97753" y="139927"/>
                  <a:pt x="96111" y="138072"/>
                </a:cubicBezTo>
                <a:cubicBezTo>
                  <a:pt x="91188" y="132510"/>
                  <a:pt x="86579" y="126528"/>
                  <a:pt x="82448" y="120225"/>
                </a:cubicBezTo>
                <a:cubicBezTo>
                  <a:pt x="72865" y="105502"/>
                  <a:pt x="66194" y="89030"/>
                  <a:pt x="66194" y="72927"/>
                </a:cubicBezTo>
                <a:cubicBezTo>
                  <a:pt x="66194" y="32626"/>
                  <a:pt x="98866" y="0"/>
                  <a:pt x="139110" y="0"/>
                </a:cubicBezTo>
                <a:cubicBezTo>
                  <a:pt x="149171" y="0"/>
                  <a:pt x="158757" y="2011"/>
                  <a:pt x="167494" y="5719"/>
                </a:cubicBezTo>
                <a:cubicBezTo>
                  <a:pt x="171836" y="7573"/>
                  <a:pt x="176018" y="9851"/>
                  <a:pt x="179883" y="12446"/>
                </a:cubicBezTo>
                <a:close/>
                <a:moveTo>
                  <a:pt x="139694" y="150996"/>
                </a:moveTo>
                <a:lnTo>
                  <a:pt x="141124" y="150040"/>
                </a:lnTo>
                <a:lnTo>
                  <a:pt x="141124" y="150095"/>
                </a:lnTo>
                <a:cubicBezTo>
                  <a:pt x="162567" y="136959"/>
                  <a:pt x="193546" y="102056"/>
                  <a:pt x="193546" y="72029"/>
                </a:cubicBezTo>
                <a:cubicBezTo>
                  <a:pt x="193546" y="41998"/>
                  <a:pt x="169136" y="17585"/>
                  <a:pt x="139110" y="17585"/>
                </a:cubicBezTo>
                <a:cubicBezTo>
                  <a:pt x="109084" y="17585"/>
                  <a:pt x="84674" y="43269"/>
                  <a:pt x="84674" y="71974"/>
                </a:cubicBezTo>
                <a:cubicBezTo>
                  <a:pt x="84674" y="100680"/>
                  <a:pt x="116127" y="136164"/>
                  <a:pt x="137840" y="149723"/>
                </a:cubicBezTo>
                <a:cubicBezTo>
                  <a:pt x="138475" y="150146"/>
                  <a:pt x="139110" y="150569"/>
                  <a:pt x="139694" y="150996"/>
                </a:cubicBezTo>
                <a:close/>
                <a:moveTo>
                  <a:pt x="102573" y="60269"/>
                </a:moveTo>
                <a:cubicBezTo>
                  <a:pt x="98866" y="56616"/>
                  <a:pt x="101088" y="48407"/>
                  <a:pt x="107445" y="42053"/>
                </a:cubicBezTo>
                <a:cubicBezTo>
                  <a:pt x="113798" y="35644"/>
                  <a:pt x="121955" y="33472"/>
                  <a:pt x="125659" y="37181"/>
                </a:cubicBezTo>
                <a:cubicBezTo>
                  <a:pt x="129366" y="40834"/>
                  <a:pt x="127144" y="49043"/>
                  <a:pt x="120787" y="55397"/>
                </a:cubicBezTo>
                <a:cubicBezTo>
                  <a:pt x="114433" y="61806"/>
                  <a:pt x="106277" y="63978"/>
                  <a:pt x="102573" y="60269"/>
                </a:cubicBezTo>
                <a:close/>
                <a:moveTo>
                  <a:pt x="132596" y="191670"/>
                </a:moveTo>
                <a:cubicBezTo>
                  <a:pt x="131804" y="192995"/>
                  <a:pt x="129103" y="193893"/>
                  <a:pt x="125870" y="193893"/>
                </a:cubicBezTo>
                <a:cubicBezTo>
                  <a:pt x="124228" y="193893"/>
                  <a:pt x="122732" y="193794"/>
                  <a:pt x="121192" y="193692"/>
                </a:cubicBezTo>
                <a:lnTo>
                  <a:pt x="120827" y="193666"/>
                </a:lnTo>
                <a:cubicBezTo>
                  <a:pt x="117648" y="193458"/>
                  <a:pt x="114028" y="193221"/>
                  <a:pt x="110303" y="193842"/>
                </a:cubicBezTo>
                <a:cubicBezTo>
                  <a:pt x="102624" y="195061"/>
                  <a:pt x="94100" y="202740"/>
                  <a:pt x="94100" y="211689"/>
                </a:cubicBezTo>
                <a:lnTo>
                  <a:pt x="108398" y="211689"/>
                </a:lnTo>
                <a:cubicBezTo>
                  <a:pt x="108503" y="210631"/>
                  <a:pt x="110780" y="208247"/>
                  <a:pt x="112634" y="207930"/>
                </a:cubicBezTo>
                <a:cubicBezTo>
                  <a:pt x="114594" y="207594"/>
                  <a:pt x="116904" y="207733"/>
                  <a:pt x="119320" y="207882"/>
                </a:cubicBezTo>
                <a:lnTo>
                  <a:pt x="120101" y="207930"/>
                </a:lnTo>
                <a:cubicBezTo>
                  <a:pt x="122111" y="208087"/>
                  <a:pt x="124071" y="208193"/>
                  <a:pt x="126082" y="208193"/>
                </a:cubicBezTo>
                <a:cubicBezTo>
                  <a:pt x="134504" y="208087"/>
                  <a:pt x="141336" y="204857"/>
                  <a:pt x="144828" y="199189"/>
                </a:cubicBezTo>
                <a:cubicBezTo>
                  <a:pt x="146313" y="196805"/>
                  <a:pt x="146894" y="193736"/>
                  <a:pt x="147105" y="190082"/>
                </a:cubicBezTo>
                <a:lnTo>
                  <a:pt x="132913" y="190082"/>
                </a:lnTo>
                <a:cubicBezTo>
                  <a:pt x="132913" y="190768"/>
                  <a:pt x="132807" y="191352"/>
                  <a:pt x="132702" y="191615"/>
                </a:cubicBezTo>
                <a:lnTo>
                  <a:pt x="132596" y="191670"/>
                </a:lnTo>
                <a:close/>
                <a:moveTo>
                  <a:pt x="99581" y="156745"/>
                </a:moveTo>
                <a:cubicBezTo>
                  <a:pt x="99588" y="156752"/>
                  <a:pt x="99599" y="156759"/>
                  <a:pt x="99607" y="156767"/>
                </a:cubicBezTo>
                <a:lnTo>
                  <a:pt x="99658" y="156661"/>
                </a:lnTo>
                <a:cubicBezTo>
                  <a:pt x="99632" y="156690"/>
                  <a:pt x="99607" y="156716"/>
                  <a:pt x="99581" y="156745"/>
                </a:cubicBezTo>
                <a:close/>
                <a:moveTo>
                  <a:pt x="93410" y="150730"/>
                </a:moveTo>
                <a:cubicBezTo>
                  <a:pt x="95413" y="152789"/>
                  <a:pt x="97472" y="154792"/>
                  <a:pt x="99581" y="156745"/>
                </a:cubicBezTo>
                <a:cubicBezTo>
                  <a:pt x="97435" y="159048"/>
                  <a:pt x="95238" y="161296"/>
                  <a:pt x="93041" y="163388"/>
                </a:cubicBezTo>
                <a:cubicBezTo>
                  <a:pt x="87163" y="169001"/>
                  <a:pt x="81178" y="173662"/>
                  <a:pt x="75671" y="176998"/>
                </a:cubicBezTo>
                <a:cubicBezTo>
                  <a:pt x="78266" y="178746"/>
                  <a:pt x="79908" y="181023"/>
                  <a:pt x="79908" y="183513"/>
                </a:cubicBezTo>
                <a:lnTo>
                  <a:pt x="79908" y="187327"/>
                </a:lnTo>
                <a:cubicBezTo>
                  <a:pt x="79908" y="188863"/>
                  <a:pt x="78003" y="190082"/>
                  <a:pt x="75514" y="190239"/>
                </a:cubicBezTo>
                <a:lnTo>
                  <a:pt x="52002" y="190239"/>
                </a:lnTo>
                <a:cubicBezTo>
                  <a:pt x="51418" y="190188"/>
                  <a:pt x="50834" y="190082"/>
                  <a:pt x="50305" y="189922"/>
                </a:cubicBezTo>
                <a:cubicBezTo>
                  <a:pt x="49247" y="189604"/>
                  <a:pt x="48400" y="189075"/>
                  <a:pt x="47977" y="188440"/>
                </a:cubicBezTo>
                <a:cubicBezTo>
                  <a:pt x="47765" y="188122"/>
                  <a:pt x="47605" y="187750"/>
                  <a:pt x="47605" y="187381"/>
                </a:cubicBezTo>
                <a:lnTo>
                  <a:pt x="47605" y="183513"/>
                </a:lnTo>
                <a:cubicBezTo>
                  <a:pt x="47605" y="180867"/>
                  <a:pt x="49407" y="178428"/>
                  <a:pt x="52319" y="176680"/>
                </a:cubicBezTo>
                <a:cubicBezTo>
                  <a:pt x="48188" y="174140"/>
                  <a:pt x="43795" y="170855"/>
                  <a:pt x="39346" y="167041"/>
                </a:cubicBezTo>
                <a:cubicBezTo>
                  <a:pt x="36379" y="164501"/>
                  <a:pt x="33362" y="161694"/>
                  <a:pt x="30449" y="158676"/>
                </a:cubicBezTo>
                <a:cubicBezTo>
                  <a:pt x="28964" y="157190"/>
                  <a:pt x="27537" y="155603"/>
                  <a:pt x="26107" y="154015"/>
                </a:cubicBezTo>
                <a:cubicBezTo>
                  <a:pt x="21870" y="149193"/>
                  <a:pt x="17794" y="143952"/>
                  <a:pt x="14192" y="138441"/>
                </a:cubicBezTo>
                <a:cubicBezTo>
                  <a:pt x="5824" y="125572"/>
                  <a:pt x="0" y="111221"/>
                  <a:pt x="0" y="97133"/>
                </a:cubicBezTo>
                <a:cubicBezTo>
                  <a:pt x="0" y="61912"/>
                  <a:pt x="28541" y="33367"/>
                  <a:pt x="63705" y="33312"/>
                </a:cubicBezTo>
                <a:cubicBezTo>
                  <a:pt x="63993" y="33312"/>
                  <a:pt x="64300" y="33341"/>
                  <a:pt x="64603" y="33367"/>
                </a:cubicBezTo>
                <a:cubicBezTo>
                  <a:pt x="64909" y="33392"/>
                  <a:pt x="65212" y="33418"/>
                  <a:pt x="65504" y="33418"/>
                </a:cubicBezTo>
                <a:cubicBezTo>
                  <a:pt x="59151" y="45177"/>
                  <a:pt x="55549" y="58631"/>
                  <a:pt x="55549" y="72876"/>
                </a:cubicBezTo>
                <a:cubicBezTo>
                  <a:pt x="55549" y="89559"/>
                  <a:pt x="61745" y="107885"/>
                  <a:pt x="73500" y="125944"/>
                </a:cubicBezTo>
                <a:cubicBezTo>
                  <a:pt x="77736" y="132459"/>
                  <a:pt x="82659" y="138868"/>
                  <a:pt x="88115" y="145011"/>
                </a:cubicBezTo>
                <a:cubicBezTo>
                  <a:pt x="89863" y="146971"/>
                  <a:pt x="91611" y="148876"/>
                  <a:pt x="93410" y="150730"/>
                </a:cubicBezTo>
                <a:close/>
                <a:moveTo>
                  <a:pt x="22928" y="80026"/>
                </a:moveTo>
                <a:cubicBezTo>
                  <a:pt x="26158" y="83256"/>
                  <a:pt x="33307" y="81351"/>
                  <a:pt x="38868" y="75788"/>
                </a:cubicBezTo>
                <a:cubicBezTo>
                  <a:pt x="44430" y="70226"/>
                  <a:pt x="46335" y="63076"/>
                  <a:pt x="43105" y="59846"/>
                </a:cubicBezTo>
                <a:cubicBezTo>
                  <a:pt x="39875" y="56616"/>
                  <a:pt x="32726" y="58525"/>
                  <a:pt x="27165" y="64083"/>
                </a:cubicBezTo>
                <a:cubicBezTo>
                  <a:pt x="21604" y="69646"/>
                  <a:pt x="19699" y="76796"/>
                  <a:pt x="22928" y="80026"/>
                </a:cubicBezTo>
                <a:close/>
              </a:path>
            </a:pathLst>
          </a:custGeom>
          <a:solidFill>
            <a:srgbClr val="007B85"/>
          </a:solidFill>
          <a:ln w="3646" cap="flat">
            <a:noFill/>
            <a:prstDash val="solid"/>
            <a:miter/>
          </a:ln>
        </p:spPr>
        <p:txBody>
          <a:bodyPr rtlCol="0" anchor="ctr"/>
          <a:lstStyle/>
          <a:p>
            <a:endParaRPr lang="en-GR"/>
          </a:p>
        </p:txBody>
      </p:sp>
      <p:grpSp>
        <p:nvGrpSpPr>
          <p:cNvPr id="17" name="Group 16">
            <a:extLst>
              <a:ext uri="{FF2B5EF4-FFF2-40B4-BE49-F238E27FC236}">
                <a16:creationId xmlns:a16="http://schemas.microsoft.com/office/drawing/2014/main" id="{A98EED2A-DD27-0B0A-CBEA-BE3B9826A1E0}"/>
              </a:ext>
            </a:extLst>
          </p:cNvPr>
          <p:cNvGrpSpPr/>
          <p:nvPr/>
        </p:nvGrpSpPr>
        <p:grpSpPr>
          <a:xfrm>
            <a:off x="6583820" y="863342"/>
            <a:ext cx="177215" cy="181011"/>
            <a:chOff x="4048667" y="507272"/>
            <a:chExt cx="200154" cy="204441"/>
          </a:xfrm>
        </p:grpSpPr>
        <p:sp>
          <p:nvSpPr>
            <p:cNvPr id="18" name="Freeform 13">
              <a:extLst>
                <a:ext uri="{FF2B5EF4-FFF2-40B4-BE49-F238E27FC236}">
                  <a16:creationId xmlns:a16="http://schemas.microsoft.com/office/drawing/2014/main" id="{02206F97-4038-6761-5A77-A8A81EE562A9}"/>
                </a:ext>
              </a:extLst>
            </p:cNvPr>
            <p:cNvSpPr/>
            <p:nvPr/>
          </p:nvSpPr>
          <p:spPr>
            <a:xfrm>
              <a:off x="4176800" y="507272"/>
              <a:ext cx="71321" cy="71331"/>
            </a:xfrm>
            <a:custGeom>
              <a:avLst/>
              <a:gdLst>
                <a:gd name="connsiteX0" fmla="*/ 35661 w 71321"/>
                <a:gd name="connsiteY0" fmla="*/ 71332 h 71331"/>
                <a:gd name="connsiteX1" fmla="*/ 71321 w 71321"/>
                <a:gd name="connsiteY1" fmla="*/ 35666 h 71331"/>
                <a:gd name="connsiteX2" fmla="*/ 35661 w 71321"/>
                <a:gd name="connsiteY2" fmla="*/ 0 h 71331"/>
                <a:gd name="connsiteX3" fmla="*/ 0 w 71321"/>
                <a:gd name="connsiteY3" fmla="*/ 35666 h 71331"/>
                <a:gd name="connsiteX4" fmla="*/ 35661 w 71321"/>
                <a:gd name="connsiteY4" fmla="*/ 71332 h 71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321" h="71331">
                  <a:moveTo>
                    <a:pt x="35661" y="71332"/>
                  </a:moveTo>
                  <a:cubicBezTo>
                    <a:pt x="55367" y="71332"/>
                    <a:pt x="71321" y="55375"/>
                    <a:pt x="71321" y="35666"/>
                  </a:cubicBezTo>
                  <a:cubicBezTo>
                    <a:pt x="71321" y="15957"/>
                    <a:pt x="55367" y="0"/>
                    <a:pt x="35661" y="0"/>
                  </a:cubicBezTo>
                  <a:cubicBezTo>
                    <a:pt x="15955" y="0"/>
                    <a:pt x="0" y="15957"/>
                    <a:pt x="0" y="35666"/>
                  </a:cubicBezTo>
                  <a:cubicBezTo>
                    <a:pt x="0" y="55375"/>
                    <a:pt x="15955" y="71332"/>
                    <a:pt x="35661" y="71332"/>
                  </a:cubicBezTo>
                  <a:close/>
                </a:path>
              </a:pathLst>
            </a:custGeom>
            <a:solidFill>
              <a:srgbClr val="007B85"/>
            </a:solidFill>
            <a:ln w="3646" cap="flat">
              <a:noFill/>
              <a:prstDash val="solid"/>
              <a:miter/>
            </a:ln>
          </p:spPr>
          <p:txBody>
            <a:bodyPr rtlCol="0" anchor="ctr"/>
            <a:lstStyle/>
            <a:p>
              <a:endParaRPr lang="en-GR"/>
            </a:p>
          </p:txBody>
        </p:sp>
        <p:sp>
          <p:nvSpPr>
            <p:cNvPr id="19" name="Freeform 14">
              <a:extLst>
                <a:ext uri="{FF2B5EF4-FFF2-40B4-BE49-F238E27FC236}">
                  <a16:creationId xmlns:a16="http://schemas.microsoft.com/office/drawing/2014/main" id="{C0EC68BC-3707-B2DA-5738-74AA3D4846E2}"/>
                </a:ext>
              </a:extLst>
            </p:cNvPr>
            <p:cNvSpPr/>
            <p:nvPr/>
          </p:nvSpPr>
          <p:spPr>
            <a:xfrm>
              <a:off x="4110982" y="689902"/>
              <a:ext cx="75773" cy="21811"/>
            </a:xfrm>
            <a:custGeom>
              <a:avLst/>
              <a:gdLst>
                <a:gd name="connsiteX0" fmla="*/ 37861 w 75773"/>
                <a:gd name="connsiteY0" fmla="*/ 21811 h 21811"/>
                <a:gd name="connsiteX1" fmla="*/ 75773 w 75773"/>
                <a:gd name="connsiteY1" fmla="*/ 0 h 21811"/>
                <a:gd name="connsiteX2" fmla="*/ 0 w 75773"/>
                <a:gd name="connsiteY2" fmla="*/ 0 h 21811"/>
                <a:gd name="connsiteX3" fmla="*/ 37912 w 75773"/>
                <a:gd name="connsiteY3" fmla="*/ 21811 h 21811"/>
                <a:gd name="connsiteX4" fmla="*/ 37861 w 75773"/>
                <a:gd name="connsiteY4" fmla="*/ 21811 h 21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73" h="21811">
                  <a:moveTo>
                    <a:pt x="37861" y="21811"/>
                  </a:moveTo>
                  <a:cubicBezTo>
                    <a:pt x="54067" y="21811"/>
                    <a:pt x="68172" y="13059"/>
                    <a:pt x="75773" y="0"/>
                  </a:cubicBezTo>
                  <a:lnTo>
                    <a:pt x="0" y="0"/>
                  </a:lnTo>
                  <a:cubicBezTo>
                    <a:pt x="7605" y="13059"/>
                    <a:pt x="21706" y="21811"/>
                    <a:pt x="37912" y="21811"/>
                  </a:cubicBezTo>
                  <a:lnTo>
                    <a:pt x="37861" y="21811"/>
                  </a:lnTo>
                  <a:close/>
                </a:path>
              </a:pathLst>
            </a:custGeom>
            <a:solidFill>
              <a:srgbClr val="007B85"/>
            </a:solidFill>
            <a:ln w="3646" cap="flat">
              <a:noFill/>
              <a:prstDash val="solid"/>
              <a:miter/>
            </a:ln>
          </p:spPr>
          <p:txBody>
            <a:bodyPr rtlCol="0" anchor="ctr"/>
            <a:lstStyle/>
            <a:p>
              <a:endParaRPr lang="en-GR"/>
            </a:p>
          </p:txBody>
        </p:sp>
        <p:sp>
          <p:nvSpPr>
            <p:cNvPr id="20" name="Freeform 15">
              <a:extLst>
                <a:ext uri="{FF2B5EF4-FFF2-40B4-BE49-F238E27FC236}">
                  <a16:creationId xmlns:a16="http://schemas.microsoft.com/office/drawing/2014/main" id="{A463224C-CA52-D4B5-34F9-DDDF87B9BBD7}"/>
                </a:ext>
              </a:extLst>
            </p:cNvPr>
            <p:cNvSpPr/>
            <p:nvPr/>
          </p:nvSpPr>
          <p:spPr>
            <a:xfrm>
              <a:off x="4048667" y="507646"/>
              <a:ext cx="200154" cy="172204"/>
            </a:xfrm>
            <a:custGeom>
              <a:avLst/>
              <a:gdLst>
                <a:gd name="connsiteX0" fmla="*/ 191254 w 200154"/>
                <a:gd name="connsiteY0" fmla="*/ 143090 h 172204"/>
                <a:gd name="connsiteX1" fmla="*/ 171647 w 200154"/>
                <a:gd name="connsiteY1" fmla="*/ 101172 h 172204"/>
                <a:gd name="connsiteX2" fmla="*/ 171048 w 200154"/>
                <a:gd name="connsiteY2" fmla="*/ 83864 h 172204"/>
                <a:gd name="connsiteX3" fmla="*/ 163746 w 200154"/>
                <a:gd name="connsiteY3" fmla="*/ 84467 h 172204"/>
                <a:gd name="connsiteX4" fmla="*/ 114583 w 200154"/>
                <a:gd name="connsiteY4" fmla="*/ 35293 h 172204"/>
                <a:gd name="connsiteX5" fmla="*/ 116284 w 200154"/>
                <a:gd name="connsiteY5" fmla="*/ 22639 h 172204"/>
                <a:gd name="connsiteX6" fmla="*/ 117831 w 200154"/>
                <a:gd name="connsiteY6" fmla="*/ 11284 h 172204"/>
                <a:gd name="connsiteX7" fmla="*/ 96176 w 200154"/>
                <a:gd name="connsiteY7" fmla="*/ 378 h 172204"/>
                <a:gd name="connsiteX8" fmla="*/ 80922 w 200154"/>
                <a:gd name="connsiteY8" fmla="*/ 22139 h 172204"/>
                <a:gd name="connsiteX9" fmla="*/ 34858 w 200154"/>
                <a:gd name="connsiteY9" fmla="*/ 63557 h 172204"/>
                <a:gd name="connsiteX10" fmla="*/ 28607 w 200154"/>
                <a:gd name="connsiteY10" fmla="*/ 92719 h 172204"/>
                <a:gd name="connsiteX11" fmla="*/ 28607 w 200154"/>
                <a:gd name="connsiteY11" fmla="*/ 101121 h 172204"/>
                <a:gd name="connsiteX12" fmla="*/ 9003 w 200154"/>
                <a:gd name="connsiteY12" fmla="*/ 143039 h 172204"/>
                <a:gd name="connsiteX13" fmla="*/ 0 w 200154"/>
                <a:gd name="connsiteY13" fmla="*/ 153047 h 172204"/>
                <a:gd name="connsiteX14" fmla="*/ 0 w 200154"/>
                <a:gd name="connsiteY14" fmla="*/ 172204 h 172204"/>
                <a:gd name="connsiteX15" fmla="*/ 200155 w 200154"/>
                <a:gd name="connsiteY15" fmla="*/ 172204 h 172204"/>
                <a:gd name="connsiteX16" fmla="*/ 200155 w 200154"/>
                <a:gd name="connsiteY16" fmla="*/ 153047 h 172204"/>
                <a:gd name="connsiteX17" fmla="*/ 191152 w 200154"/>
                <a:gd name="connsiteY17" fmla="*/ 143039 h 172204"/>
                <a:gd name="connsiteX18" fmla="*/ 191254 w 200154"/>
                <a:gd name="connsiteY18" fmla="*/ 143090 h 172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0154" h="172204">
                  <a:moveTo>
                    <a:pt x="191254" y="143090"/>
                  </a:moveTo>
                  <a:cubicBezTo>
                    <a:pt x="180649" y="130637"/>
                    <a:pt x="171647" y="117731"/>
                    <a:pt x="171647" y="101172"/>
                  </a:cubicBezTo>
                  <a:cubicBezTo>
                    <a:pt x="171647" y="101172"/>
                    <a:pt x="171398" y="86766"/>
                    <a:pt x="171048" y="83864"/>
                  </a:cubicBezTo>
                  <a:cubicBezTo>
                    <a:pt x="168647" y="84215"/>
                    <a:pt x="166246" y="84467"/>
                    <a:pt x="163746" y="84467"/>
                  </a:cubicBezTo>
                  <a:cubicBezTo>
                    <a:pt x="136639" y="84467"/>
                    <a:pt x="114583" y="62403"/>
                    <a:pt x="114583" y="35293"/>
                  </a:cubicBezTo>
                  <a:cubicBezTo>
                    <a:pt x="114583" y="31041"/>
                    <a:pt x="115130" y="26741"/>
                    <a:pt x="116284" y="22639"/>
                  </a:cubicBezTo>
                  <a:cubicBezTo>
                    <a:pt x="117382" y="18485"/>
                    <a:pt x="119783" y="15485"/>
                    <a:pt x="117831" y="11284"/>
                  </a:cubicBezTo>
                  <a:cubicBezTo>
                    <a:pt x="114182" y="3379"/>
                    <a:pt x="104730" y="-1425"/>
                    <a:pt x="96176" y="378"/>
                  </a:cubicBezTo>
                  <a:cubicBezTo>
                    <a:pt x="86524" y="2379"/>
                    <a:pt x="79470" y="12284"/>
                    <a:pt x="80922" y="22139"/>
                  </a:cubicBezTo>
                  <a:cubicBezTo>
                    <a:pt x="59866" y="28040"/>
                    <a:pt x="42912" y="43497"/>
                    <a:pt x="34858" y="63557"/>
                  </a:cubicBezTo>
                  <a:cubicBezTo>
                    <a:pt x="30858" y="72459"/>
                    <a:pt x="28607" y="82313"/>
                    <a:pt x="28607" y="92719"/>
                  </a:cubicBezTo>
                  <a:lnTo>
                    <a:pt x="28607" y="101121"/>
                  </a:lnTo>
                  <a:cubicBezTo>
                    <a:pt x="28607" y="117680"/>
                    <a:pt x="19604" y="130637"/>
                    <a:pt x="9003" y="143039"/>
                  </a:cubicBezTo>
                  <a:cubicBezTo>
                    <a:pt x="6051" y="146342"/>
                    <a:pt x="3000" y="149645"/>
                    <a:pt x="0" y="153047"/>
                  </a:cubicBezTo>
                  <a:lnTo>
                    <a:pt x="0" y="172204"/>
                  </a:lnTo>
                  <a:lnTo>
                    <a:pt x="200155" y="172204"/>
                  </a:lnTo>
                  <a:lnTo>
                    <a:pt x="200155" y="153047"/>
                  </a:lnTo>
                  <a:cubicBezTo>
                    <a:pt x="197155" y="149692"/>
                    <a:pt x="194104" y="146393"/>
                    <a:pt x="191152" y="143039"/>
                  </a:cubicBezTo>
                  <a:lnTo>
                    <a:pt x="191254" y="143090"/>
                  </a:lnTo>
                  <a:close/>
                </a:path>
              </a:pathLst>
            </a:custGeom>
            <a:solidFill>
              <a:srgbClr val="007B85"/>
            </a:solidFill>
            <a:ln w="3646" cap="flat">
              <a:noFill/>
              <a:prstDash val="solid"/>
              <a:miter/>
            </a:ln>
          </p:spPr>
          <p:txBody>
            <a:bodyPr rtlCol="0" anchor="ctr"/>
            <a:lstStyle/>
            <a:p>
              <a:endParaRPr lang="en-GR"/>
            </a:p>
          </p:txBody>
        </p:sp>
      </p:grpSp>
      <p:grpSp>
        <p:nvGrpSpPr>
          <p:cNvPr id="21" name="Group 20">
            <a:extLst>
              <a:ext uri="{FF2B5EF4-FFF2-40B4-BE49-F238E27FC236}">
                <a16:creationId xmlns:a16="http://schemas.microsoft.com/office/drawing/2014/main" id="{CA201666-2636-A9BD-2142-4D26243157DE}"/>
              </a:ext>
            </a:extLst>
          </p:cNvPr>
          <p:cNvGrpSpPr/>
          <p:nvPr/>
        </p:nvGrpSpPr>
        <p:grpSpPr>
          <a:xfrm>
            <a:off x="6900524" y="873079"/>
            <a:ext cx="206830" cy="161553"/>
            <a:chOff x="5748368" y="873077"/>
            <a:chExt cx="206830" cy="161553"/>
          </a:xfrm>
        </p:grpSpPr>
        <p:sp>
          <p:nvSpPr>
            <p:cNvPr id="22" name="Freeform 17">
              <a:extLst>
                <a:ext uri="{FF2B5EF4-FFF2-40B4-BE49-F238E27FC236}">
                  <a16:creationId xmlns:a16="http://schemas.microsoft.com/office/drawing/2014/main" id="{4F17808D-3A63-B33B-3B43-CA73DFA37265}"/>
                </a:ext>
              </a:extLst>
            </p:cNvPr>
            <p:cNvSpPr/>
            <p:nvPr/>
          </p:nvSpPr>
          <p:spPr>
            <a:xfrm>
              <a:off x="5877608" y="911855"/>
              <a:ext cx="47159" cy="18105"/>
            </a:xfrm>
            <a:custGeom>
              <a:avLst/>
              <a:gdLst>
                <a:gd name="connsiteX0" fmla="*/ 0 w 53264"/>
                <a:gd name="connsiteY0" fmla="*/ 10223 h 20449"/>
                <a:gd name="connsiteX1" fmla="*/ 5930 w 53264"/>
                <a:gd name="connsiteY1" fmla="*/ 20450 h 20449"/>
                <a:gd name="connsiteX2" fmla="*/ 47335 w 53264"/>
                <a:gd name="connsiteY2" fmla="*/ 20450 h 20449"/>
                <a:gd name="connsiteX3" fmla="*/ 53265 w 53264"/>
                <a:gd name="connsiteY3" fmla="*/ 10223 h 20449"/>
                <a:gd name="connsiteX4" fmla="*/ 47335 w 53264"/>
                <a:gd name="connsiteY4" fmla="*/ 0 h 20449"/>
                <a:gd name="connsiteX5" fmla="*/ 5930 w 53264"/>
                <a:gd name="connsiteY5" fmla="*/ 0 h 20449"/>
                <a:gd name="connsiteX6" fmla="*/ 0 w 53264"/>
                <a:gd name="connsiteY6" fmla="*/ 10223 h 2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64" h="20449">
                  <a:moveTo>
                    <a:pt x="0" y="10223"/>
                  </a:moveTo>
                  <a:cubicBezTo>
                    <a:pt x="0" y="15847"/>
                    <a:pt x="2657" y="20450"/>
                    <a:pt x="5930" y="20450"/>
                  </a:cubicBezTo>
                  <a:lnTo>
                    <a:pt x="47335" y="20450"/>
                  </a:lnTo>
                  <a:cubicBezTo>
                    <a:pt x="50604" y="20450"/>
                    <a:pt x="53265" y="15847"/>
                    <a:pt x="53265" y="10223"/>
                  </a:cubicBezTo>
                  <a:cubicBezTo>
                    <a:pt x="53265" y="4602"/>
                    <a:pt x="50604" y="0"/>
                    <a:pt x="47335" y="0"/>
                  </a:cubicBezTo>
                  <a:lnTo>
                    <a:pt x="5930" y="0"/>
                  </a:lnTo>
                  <a:cubicBezTo>
                    <a:pt x="2657" y="0"/>
                    <a:pt x="0" y="4602"/>
                    <a:pt x="0" y="10223"/>
                  </a:cubicBezTo>
                  <a:close/>
                </a:path>
              </a:pathLst>
            </a:custGeom>
            <a:solidFill>
              <a:srgbClr val="007B85"/>
            </a:solidFill>
            <a:ln w="3646" cap="flat">
              <a:noFill/>
              <a:prstDash val="solid"/>
              <a:miter/>
            </a:ln>
          </p:spPr>
          <p:txBody>
            <a:bodyPr rtlCol="0" anchor="ctr"/>
            <a:lstStyle/>
            <a:p>
              <a:endParaRPr lang="en-GR"/>
            </a:p>
          </p:txBody>
        </p:sp>
        <p:sp>
          <p:nvSpPr>
            <p:cNvPr id="23" name="Freeform 18">
              <a:extLst>
                <a:ext uri="{FF2B5EF4-FFF2-40B4-BE49-F238E27FC236}">
                  <a16:creationId xmlns:a16="http://schemas.microsoft.com/office/drawing/2014/main" id="{C33D94ED-9E5B-68E7-6971-91716E05F9C2}"/>
                </a:ext>
              </a:extLst>
            </p:cNvPr>
            <p:cNvSpPr/>
            <p:nvPr/>
          </p:nvSpPr>
          <p:spPr>
            <a:xfrm>
              <a:off x="5877608" y="942182"/>
              <a:ext cx="47159" cy="18105"/>
            </a:xfrm>
            <a:custGeom>
              <a:avLst/>
              <a:gdLst>
                <a:gd name="connsiteX0" fmla="*/ 47335 w 53264"/>
                <a:gd name="connsiteY0" fmla="*/ 0 h 20449"/>
                <a:gd name="connsiteX1" fmla="*/ 5930 w 53264"/>
                <a:gd name="connsiteY1" fmla="*/ 0 h 20449"/>
                <a:gd name="connsiteX2" fmla="*/ 0 w 53264"/>
                <a:gd name="connsiteY2" fmla="*/ 10223 h 20449"/>
                <a:gd name="connsiteX3" fmla="*/ 5930 w 53264"/>
                <a:gd name="connsiteY3" fmla="*/ 20450 h 20449"/>
                <a:gd name="connsiteX4" fmla="*/ 47335 w 53264"/>
                <a:gd name="connsiteY4" fmla="*/ 20450 h 20449"/>
                <a:gd name="connsiteX5" fmla="*/ 53265 w 53264"/>
                <a:gd name="connsiteY5" fmla="*/ 10223 h 20449"/>
                <a:gd name="connsiteX6" fmla="*/ 47335 w 53264"/>
                <a:gd name="connsiteY6" fmla="*/ 0 h 2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64" h="20449">
                  <a:moveTo>
                    <a:pt x="47335" y="0"/>
                  </a:moveTo>
                  <a:lnTo>
                    <a:pt x="5930" y="0"/>
                  </a:lnTo>
                  <a:cubicBezTo>
                    <a:pt x="2657" y="0"/>
                    <a:pt x="0" y="4602"/>
                    <a:pt x="0" y="10223"/>
                  </a:cubicBezTo>
                  <a:cubicBezTo>
                    <a:pt x="0" y="15848"/>
                    <a:pt x="2657" y="20450"/>
                    <a:pt x="5930" y="20450"/>
                  </a:cubicBezTo>
                  <a:lnTo>
                    <a:pt x="47335" y="20450"/>
                  </a:lnTo>
                  <a:cubicBezTo>
                    <a:pt x="50604" y="20450"/>
                    <a:pt x="53265" y="15848"/>
                    <a:pt x="53265" y="10223"/>
                  </a:cubicBezTo>
                  <a:cubicBezTo>
                    <a:pt x="53265" y="4602"/>
                    <a:pt x="50604" y="0"/>
                    <a:pt x="47335" y="0"/>
                  </a:cubicBezTo>
                  <a:close/>
                </a:path>
              </a:pathLst>
            </a:custGeom>
            <a:solidFill>
              <a:srgbClr val="007B85"/>
            </a:solidFill>
            <a:ln w="3646" cap="flat">
              <a:noFill/>
              <a:prstDash val="solid"/>
              <a:miter/>
            </a:ln>
          </p:spPr>
          <p:txBody>
            <a:bodyPr rtlCol="0" anchor="ctr"/>
            <a:lstStyle/>
            <a:p>
              <a:endParaRPr lang="en-GR"/>
            </a:p>
          </p:txBody>
        </p:sp>
        <p:sp>
          <p:nvSpPr>
            <p:cNvPr id="24" name="Freeform 19">
              <a:extLst>
                <a:ext uri="{FF2B5EF4-FFF2-40B4-BE49-F238E27FC236}">
                  <a16:creationId xmlns:a16="http://schemas.microsoft.com/office/drawing/2014/main" id="{B1487E20-59B2-2F85-494F-1C597BE37645}"/>
                </a:ext>
              </a:extLst>
            </p:cNvPr>
            <p:cNvSpPr/>
            <p:nvPr/>
          </p:nvSpPr>
          <p:spPr>
            <a:xfrm>
              <a:off x="5877608" y="972510"/>
              <a:ext cx="33583" cy="18105"/>
            </a:xfrm>
            <a:custGeom>
              <a:avLst/>
              <a:gdLst>
                <a:gd name="connsiteX0" fmla="*/ 32000 w 37930"/>
                <a:gd name="connsiteY0" fmla="*/ 0 h 20449"/>
                <a:gd name="connsiteX1" fmla="*/ 5930 w 37930"/>
                <a:gd name="connsiteY1" fmla="*/ 0 h 20449"/>
                <a:gd name="connsiteX2" fmla="*/ 0 w 37930"/>
                <a:gd name="connsiteY2" fmla="*/ 10223 h 20449"/>
                <a:gd name="connsiteX3" fmla="*/ 5930 w 37930"/>
                <a:gd name="connsiteY3" fmla="*/ 20450 h 20449"/>
                <a:gd name="connsiteX4" fmla="*/ 32000 w 37930"/>
                <a:gd name="connsiteY4" fmla="*/ 20450 h 20449"/>
                <a:gd name="connsiteX5" fmla="*/ 37930 w 37930"/>
                <a:gd name="connsiteY5" fmla="*/ 10223 h 20449"/>
                <a:gd name="connsiteX6" fmla="*/ 32000 w 37930"/>
                <a:gd name="connsiteY6" fmla="*/ 0 h 2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930" h="20449">
                  <a:moveTo>
                    <a:pt x="32000" y="0"/>
                  </a:moveTo>
                  <a:lnTo>
                    <a:pt x="5930" y="0"/>
                  </a:lnTo>
                  <a:cubicBezTo>
                    <a:pt x="2657" y="0"/>
                    <a:pt x="0" y="4602"/>
                    <a:pt x="0" y="10223"/>
                  </a:cubicBezTo>
                  <a:cubicBezTo>
                    <a:pt x="0" y="15847"/>
                    <a:pt x="2657" y="20450"/>
                    <a:pt x="5930" y="20450"/>
                  </a:cubicBezTo>
                  <a:lnTo>
                    <a:pt x="32000" y="20450"/>
                  </a:lnTo>
                  <a:cubicBezTo>
                    <a:pt x="35270" y="20450"/>
                    <a:pt x="37930" y="15847"/>
                    <a:pt x="37930" y="10223"/>
                  </a:cubicBezTo>
                  <a:cubicBezTo>
                    <a:pt x="37930" y="4602"/>
                    <a:pt x="35270" y="0"/>
                    <a:pt x="32000" y="0"/>
                  </a:cubicBezTo>
                  <a:close/>
                </a:path>
              </a:pathLst>
            </a:custGeom>
            <a:solidFill>
              <a:srgbClr val="007B85"/>
            </a:solidFill>
            <a:ln w="3646" cap="flat">
              <a:noFill/>
              <a:prstDash val="solid"/>
              <a:miter/>
            </a:ln>
          </p:spPr>
          <p:txBody>
            <a:bodyPr rtlCol="0" anchor="ctr"/>
            <a:lstStyle/>
            <a:p>
              <a:endParaRPr lang="en-GR"/>
            </a:p>
          </p:txBody>
        </p:sp>
        <p:sp>
          <p:nvSpPr>
            <p:cNvPr id="25" name="Freeform 20">
              <a:extLst>
                <a:ext uri="{FF2B5EF4-FFF2-40B4-BE49-F238E27FC236}">
                  <a16:creationId xmlns:a16="http://schemas.microsoft.com/office/drawing/2014/main" id="{131882DE-2888-516E-0663-0F64D76E2382}"/>
                </a:ext>
              </a:extLst>
            </p:cNvPr>
            <p:cNvSpPr/>
            <p:nvPr/>
          </p:nvSpPr>
          <p:spPr>
            <a:xfrm>
              <a:off x="5777447" y="911855"/>
              <a:ext cx="47159" cy="18105"/>
            </a:xfrm>
            <a:custGeom>
              <a:avLst/>
              <a:gdLst>
                <a:gd name="connsiteX0" fmla="*/ 47386 w 53264"/>
                <a:gd name="connsiteY0" fmla="*/ 0 h 20449"/>
                <a:gd name="connsiteX1" fmla="*/ 5930 w 53264"/>
                <a:gd name="connsiteY1" fmla="*/ 0 h 20449"/>
                <a:gd name="connsiteX2" fmla="*/ 0 w 53264"/>
                <a:gd name="connsiteY2" fmla="*/ 10223 h 20449"/>
                <a:gd name="connsiteX3" fmla="*/ 5930 w 53264"/>
                <a:gd name="connsiteY3" fmla="*/ 20450 h 20449"/>
                <a:gd name="connsiteX4" fmla="*/ 47335 w 53264"/>
                <a:gd name="connsiteY4" fmla="*/ 20450 h 20449"/>
                <a:gd name="connsiteX5" fmla="*/ 53265 w 53264"/>
                <a:gd name="connsiteY5" fmla="*/ 10223 h 20449"/>
                <a:gd name="connsiteX6" fmla="*/ 47335 w 53264"/>
                <a:gd name="connsiteY6" fmla="*/ 0 h 20449"/>
                <a:gd name="connsiteX7" fmla="*/ 47386 w 53264"/>
                <a:gd name="connsiteY7" fmla="*/ 0 h 2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64" h="20449">
                  <a:moveTo>
                    <a:pt x="47386" y="0"/>
                  </a:moveTo>
                  <a:lnTo>
                    <a:pt x="5930" y="0"/>
                  </a:lnTo>
                  <a:cubicBezTo>
                    <a:pt x="2657" y="0"/>
                    <a:pt x="0" y="4602"/>
                    <a:pt x="0" y="10223"/>
                  </a:cubicBezTo>
                  <a:cubicBezTo>
                    <a:pt x="0" y="15847"/>
                    <a:pt x="2657" y="20450"/>
                    <a:pt x="5930" y="20450"/>
                  </a:cubicBezTo>
                  <a:lnTo>
                    <a:pt x="47335" y="20450"/>
                  </a:lnTo>
                  <a:cubicBezTo>
                    <a:pt x="50604" y="20450"/>
                    <a:pt x="53265" y="15847"/>
                    <a:pt x="53265" y="10223"/>
                  </a:cubicBezTo>
                  <a:cubicBezTo>
                    <a:pt x="53265" y="4602"/>
                    <a:pt x="50604" y="0"/>
                    <a:pt x="47335" y="0"/>
                  </a:cubicBezTo>
                  <a:lnTo>
                    <a:pt x="47386" y="0"/>
                  </a:lnTo>
                  <a:close/>
                </a:path>
              </a:pathLst>
            </a:custGeom>
            <a:solidFill>
              <a:srgbClr val="007B85"/>
            </a:solidFill>
            <a:ln w="3646" cap="flat">
              <a:noFill/>
              <a:prstDash val="solid"/>
              <a:miter/>
            </a:ln>
          </p:spPr>
          <p:txBody>
            <a:bodyPr rtlCol="0" anchor="ctr"/>
            <a:lstStyle/>
            <a:p>
              <a:endParaRPr lang="en-GR"/>
            </a:p>
          </p:txBody>
        </p:sp>
        <p:sp>
          <p:nvSpPr>
            <p:cNvPr id="26" name="Freeform 21">
              <a:extLst>
                <a:ext uri="{FF2B5EF4-FFF2-40B4-BE49-F238E27FC236}">
                  <a16:creationId xmlns:a16="http://schemas.microsoft.com/office/drawing/2014/main" id="{5A1A7754-F203-3F89-5B76-1D02C650929A}"/>
                </a:ext>
              </a:extLst>
            </p:cNvPr>
            <p:cNvSpPr/>
            <p:nvPr/>
          </p:nvSpPr>
          <p:spPr>
            <a:xfrm>
              <a:off x="5777447" y="942182"/>
              <a:ext cx="47159" cy="18105"/>
            </a:xfrm>
            <a:custGeom>
              <a:avLst/>
              <a:gdLst>
                <a:gd name="connsiteX0" fmla="*/ 47386 w 53264"/>
                <a:gd name="connsiteY0" fmla="*/ 0 h 20449"/>
                <a:gd name="connsiteX1" fmla="*/ 5930 w 53264"/>
                <a:gd name="connsiteY1" fmla="*/ 0 h 20449"/>
                <a:gd name="connsiteX2" fmla="*/ 0 w 53264"/>
                <a:gd name="connsiteY2" fmla="*/ 10223 h 20449"/>
                <a:gd name="connsiteX3" fmla="*/ 5930 w 53264"/>
                <a:gd name="connsiteY3" fmla="*/ 20450 h 20449"/>
                <a:gd name="connsiteX4" fmla="*/ 47335 w 53264"/>
                <a:gd name="connsiteY4" fmla="*/ 20450 h 20449"/>
                <a:gd name="connsiteX5" fmla="*/ 53265 w 53264"/>
                <a:gd name="connsiteY5" fmla="*/ 10223 h 20449"/>
                <a:gd name="connsiteX6" fmla="*/ 47335 w 53264"/>
                <a:gd name="connsiteY6" fmla="*/ 0 h 20449"/>
                <a:gd name="connsiteX7" fmla="*/ 47386 w 53264"/>
                <a:gd name="connsiteY7" fmla="*/ 0 h 2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264" h="20449">
                  <a:moveTo>
                    <a:pt x="47386" y="0"/>
                  </a:moveTo>
                  <a:lnTo>
                    <a:pt x="5930" y="0"/>
                  </a:lnTo>
                  <a:cubicBezTo>
                    <a:pt x="2657" y="0"/>
                    <a:pt x="0" y="4602"/>
                    <a:pt x="0" y="10223"/>
                  </a:cubicBezTo>
                  <a:cubicBezTo>
                    <a:pt x="0" y="15848"/>
                    <a:pt x="2657" y="20450"/>
                    <a:pt x="5930" y="20450"/>
                  </a:cubicBezTo>
                  <a:lnTo>
                    <a:pt x="47335" y="20450"/>
                  </a:lnTo>
                  <a:cubicBezTo>
                    <a:pt x="50604" y="20450"/>
                    <a:pt x="53265" y="15848"/>
                    <a:pt x="53265" y="10223"/>
                  </a:cubicBezTo>
                  <a:cubicBezTo>
                    <a:pt x="53265" y="4602"/>
                    <a:pt x="50604" y="0"/>
                    <a:pt x="47335" y="0"/>
                  </a:cubicBezTo>
                  <a:lnTo>
                    <a:pt x="47386" y="0"/>
                  </a:lnTo>
                  <a:close/>
                </a:path>
              </a:pathLst>
            </a:custGeom>
            <a:solidFill>
              <a:srgbClr val="007B85"/>
            </a:solidFill>
            <a:ln w="3646" cap="flat">
              <a:noFill/>
              <a:prstDash val="solid"/>
              <a:miter/>
            </a:ln>
          </p:spPr>
          <p:txBody>
            <a:bodyPr rtlCol="0" anchor="ctr"/>
            <a:lstStyle/>
            <a:p>
              <a:endParaRPr lang="en-GR"/>
            </a:p>
          </p:txBody>
        </p:sp>
        <p:sp>
          <p:nvSpPr>
            <p:cNvPr id="27" name="Freeform 22">
              <a:extLst>
                <a:ext uri="{FF2B5EF4-FFF2-40B4-BE49-F238E27FC236}">
                  <a16:creationId xmlns:a16="http://schemas.microsoft.com/office/drawing/2014/main" id="{C52AAEEA-8391-1984-FDE9-0AE877427976}"/>
                </a:ext>
              </a:extLst>
            </p:cNvPr>
            <p:cNvSpPr/>
            <p:nvPr/>
          </p:nvSpPr>
          <p:spPr>
            <a:xfrm>
              <a:off x="5777447" y="972510"/>
              <a:ext cx="33583" cy="18105"/>
            </a:xfrm>
            <a:custGeom>
              <a:avLst/>
              <a:gdLst>
                <a:gd name="connsiteX0" fmla="*/ 32000 w 37930"/>
                <a:gd name="connsiteY0" fmla="*/ 0 h 20449"/>
                <a:gd name="connsiteX1" fmla="*/ 5930 w 37930"/>
                <a:gd name="connsiteY1" fmla="*/ 0 h 20449"/>
                <a:gd name="connsiteX2" fmla="*/ 0 w 37930"/>
                <a:gd name="connsiteY2" fmla="*/ 10223 h 20449"/>
                <a:gd name="connsiteX3" fmla="*/ 5930 w 37930"/>
                <a:gd name="connsiteY3" fmla="*/ 20450 h 20449"/>
                <a:gd name="connsiteX4" fmla="*/ 32000 w 37930"/>
                <a:gd name="connsiteY4" fmla="*/ 20450 h 20449"/>
                <a:gd name="connsiteX5" fmla="*/ 37930 w 37930"/>
                <a:gd name="connsiteY5" fmla="*/ 10223 h 20449"/>
                <a:gd name="connsiteX6" fmla="*/ 32000 w 37930"/>
                <a:gd name="connsiteY6" fmla="*/ 0 h 2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930" h="20449">
                  <a:moveTo>
                    <a:pt x="32000" y="0"/>
                  </a:moveTo>
                  <a:lnTo>
                    <a:pt x="5930" y="0"/>
                  </a:lnTo>
                  <a:cubicBezTo>
                    <a:pt x="2657" y="0"/>
                    <a:pt x="0" y="4602"/>
                    <a:pt x="0" y="10223"/>
                  </a:cubicBezTo>
                  <a:cubicBezTo>
                    <a:pt x="0" y="15847"/>
                    <a:pt x="2657" y="20450"/>
                    <a:pt x="5930" y="20450"/>
                  </a:cubicBezTo>
                  <a:lnTo>
                    <a:pt x="32000" y="20450"/>
                  </a:lnTo>
                  <a:cubicBezTo>
                    <a:pt x="35270" y="20450"/>
                    <a:pt x="37930" y="15847"/>
                    <a:pt x="37930" y="10223"/>
                  </a:cubicBezTo>
                  <a:cubicBezTo>
                    <a:pt x="37930" y="4602"/>
                    <a:pt x="35270" y="0"/>
                    <a:pt x="32000" y="0"/>
                  </a:cubicBezTo>
                  <a:close/>
                </a:path>
              </a:pathLst>
            </a:custGeom>
            <a:solidFill>
              <a:srgbClr val="007B85"/>
            </a:solidFill>
            <a:ln w="3646" cap="flat">
              <a:noFill/>
              <a:prstDash val="solid"/>
              <a:miter/>
            </a:ln>
          </p:spPr>
          <p:txBody>
            <a:bodyPr rtlCol="0" anchor="ctr"/>
            <a:lstStyle/>
            <a:p>
              <a:endParaRPr lang="en-GR"/>
            </a:p>
          </p:txBody>
        </p:sp>
        <p:sp>
          <p:nvSpPr>
            <p:cNvPr id="28" name="Freeform 23">
              <a:extLst>
                <a:ext uri="{FF2B5EF4-FFF2-40B4-BE49-F238E27FC236}">
                  <a16:creationId xmlns:a16="http://schemas.microsoft.com/office/drawing/2014/main" id="{E2FCA850-8B0B-AE32-FFCB-50C6B23DE08B}"/>
                </a:ext>
              </a:extLst>
            </p:cNvPr>
            <p:cNvSpPr/>
            <p:nvPr/>
          </p:nvSpPr>
          <p:spPr>
            <a:xfrm>
              <a:off x="5748368" y="873077"/>
              <a:ext cx="206830" cy="161553"/>
            </a:xfrm>
            <a:custGeom>
              <a:avLst/>
              <a:gdLst>
                <a:gd name="connsiteX0" fmla="*/ 162655 w 233603"/>
                <a:gd name="connsiteY0" fmla="*/ 0 h 182465"/>
                <a:gd name="connsiteX1" fmla="*/ 116700 w 233603"/>
                <a:gd name="connsiteY1" fmla="*/ 22494 h 182465"/>
                <a:gd name="connsiteX2" fmla="*/ 70898 w 233603"/>
                <a:gd name="connsiteY2" fmla="*/ 0 h 182465"/>
                <a:gd name="connsiteX3" fmla="*/ 9302 w 233603"/>
                <a:gd name="connsiteY3" fmla="*/ 0 h 182465"/>
                <a:gd name="connsiteX4" fmla="*/ 0 w 233603"/>
                <a:gd name="connsiteY4" fmla="*/ 9303 h 182465"/>
                <a:gd name="connsiteX5" fmla="*/ 0 w 233603"/>
                <a:gd name="connsiteY5" fmla="*/ 174384 h 182465"/>
                <a:gd name="connsiteX6" fmla="*/ 26377 w 233603"/>
                <a:gd name="connsiteY6" fmla="*/ 174384 h 182465"/>
                <a:gd name="connsiteX7" fmla="*/ 26377 w 233603"/>
                <a:gd name="connsiteY7" fmla="*/ 174487 h 182465"/>
                <a:gd name="connsiteX8" fmla="*/ 70949 w 233603"/>
                <a:gd name="connsiteY8" fmla="*/ 174487 h 182465"/>
                <a:gd name="connsiteX9" fmla="*/ 93800 w 233603"/>
                <a:gd name="connsiteY9" fmla="*/ 182465 h 182465"/>
                <a:gd name="connsiteX10" fmla="*/ 140008 w 233603"/>
                <a:gd name="connsiteY10" fmla="*/ 182363 h 182465"/>
                <a:gd name="connsiteX11" fmla="*/ 162706 w 233603"/>
                <a:gd name="connsiteY11" fmla="*/ 174436 h 182465"/>
                <a:gd name="connsiteX12" fmla="*/ 205132 w 233603"/>
                <a:gd name="connsiteY12" fmla="*/ 174436 h 182465"/>
                <a:gd name="connsiteX13" fmla="*/ 210245 w 233603"/>
                <a:gd name="connsiteY13" fmla="*/ 174333 h 182465"/>
                <a:gd name="connsiteX14" fmla="*/ 233604 w 233603"/>
                <a:gd name="connsiteY14" fmla="*/ 174333 h 182465"/>
                <a:gd name="connsiteX15" fmla="*/ 233604 w 233603"/>
                <a:gd name="connsiteY15" fmla="*/ 7975 h 182465"/>
                <a:gd name="connsiteX16" fmla="*/ 225630 w 233603"/>
                <a:gd name="connsiteY16" fmla="*/ 0 h 182465"/>
                <a:gd name="connsiteX17" fmla="*/ 162655 w 233603"/>
                <a:gd name="connsiteY17" fmla="*/ 0 h 182465"/>
                <a:gd name="connsiteX18" fmla="*/ 107755 w 233603"/>
                <a:gd name="connsiteY18" fmla="*/ 56185 h 182465"/>
                <a:gd name="connsiteX19" fmla="*/ 107755 w 233603"/>
                <a:gd name="connsiteY19" fmla="*/ 167483 h 182465"/>
                <a:gd name="connsiteX20" fmla="*/ 101774 w 233603"/>
                <a:gd name="connsiteY20" fmla="*/ 162373 h 182465"/>
                <a:gd name="connsiteX21" fmla="*/ 70898 w 233603"/>
                <a:gd name="connsiteY21" fmla="*/ 154909 h 182465"/>
                <a:gd name="connsiteX22" fmla="*/ 18710 w 233603"/>
                <a:gd name="connsiteY22" fmla="*/ 154909 h 182465"/>
                <a:gd name="connsiteX23" fmla="*/ 18710 w 233603"/>
                <a:gd name="connsiteY23" fmla="*/ 18713 h 182465"/>
                <a:gd name="connsiteX24" fmla="*/ 70898 w 233603"/>
                <a:gd name="connsiteY24" fmla="*/ 18713 h 182465"/>
                <a:gd name="connsiteX25" fmla="*/ 107755 w 233603"/>
                <a:gd name="connsiteY25" fmla="*/ 55572 h 182465"/>
                <a:gd name="connsiteX26" fmla="*/ 107755 w 233603"/>
                <a:gd name="connsiteY26" fmla="*/ 56185 h 182465"/>
                <a:gd name="connsiteX27" fmla="*/ 214843 w 233603"/>
                <a:gd name="connsiteY27" fmla="*/ 154909 h 182465"/>
                <a:gd name="connsiteX28" fmla="*/ 162655 w 233603"/>
                <a:gd name="connsiteY28" fmla="*/ 154909 h 182465"/>
                <a:gd name="connsiteX29" fmla="*/ 131778 w 233603"/>
                <a:gd name="connsiteY29" fmla="*/ 162373 h 182465"/>
                <a:gd name="connsiteX30" fmla="*/ 125797 w 233603"/>
                <a:gd name="connsiteY30" fmla="*/ 167483 h 182465"/>
                <a:gd name="connsiteX31" fmla="*/ 125797 w 233603"/>
                <a:gd name="connsiteY31" fmla="*/ 56185 h 182465"/>
                <a:gd name="connsiteX32" fmla="*/ 125797 w 233603"/>
                <a:gd name="connsiteY32" fmla="*/ 55572 h 182465"/>
                <a:gd name="connsiteX33" fmla="*/ 162655 w 233603"/>
                <a:gd name="connsiteY33" fmla="*/ 18713 h 182465"/>
                <a:gd name="connsiteX34" fmla="*/ 214843 w 233603"/>
                <a:gd name="connsiteY34" fmla="*/ 18713 h 182465"/>
                <a:gd name="connsiteX35" fmla="*/ 214843 w 233603"/>
                <a:gd name="connsiteY35" fmla="*/ 154909 h 182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33603" h="182465">
                  <a:moveTo>
                    <a:pt x="162655" y="0"/>
                  </a:moveTo>
                  <a:cubicBezTo>
                    <a:pt x="144762" y="0"/>
                    <a:pt x="126870" y="9354"/>
                    <a:pt x="116700" y="22494"/>
                  </a:cubicBezTo>
                  <a:cubicBezTo>
                    <a:pt x="106529" y="9354"/>
                    <a:pt x="88790" y="0"/>
                    <a:pt x="70898" y="0"/>
                  </a:cubicBezTo>
                  <a:lnTo>
                    <a:pt x="9302" y="0"/>
                  </a:lnTo>
                  <a:cubicBezTo>
                    <a:pt x="4142" y="0"/>
                    <a:pt x="0" y="4143"/>
                    <a:pt x="0" y="9303"/>
                  </a:cubicBezTo>
                  <a:lnTo>
                    <a:pt x="0" y="174384"/>
                  </a:lnTo>
                  <a:lnTo>
                    <a:pt x="26377" y="174384"/>
                  </a:lnTo>
                  <a:lnTo>
                    <a:pt x="26377" y="174487"/>
                  </a:lnTo>
                  <a:lnTo>
                    <a:pt x="70949" y="174487"/>
                  </a:lnTo>
                  <a:cubicBezTo>
                    <a:pt x="79590" y="174487"/>
                    <a:pt x="87513" y="177505"/>
                    <a:pt x="93800" y="182465"/>
                  </a:cubicBezTo>
                  <a:cubicBezTo>
                    <a:pt x="109032" y="182465"/>
                    <a:pt x="124775" y="182414"/>
                    <a:pt x="140008" y="182363"/>
                  </a:cubicBezTo>
                  <a:cubicBezTo>
                    <a:pt x="146295" y="177403"/>
                    <a:pt x="154166" y="174436"/>
                    <a:pt x="162706" y="174436"/>
                  </a:cubicBezTo>
                  <a:lnTo>
                    <a:pt x="205132" y="174436"/>
                  </a:lnTo>
                  <a:lnTo>
                    <a:pt x="210245" y="174333"/>
                  </a:lnTo>
                  <a:lnTo>
                    <a:pt x="233604" y="174333"/>
                  </a:lnTo>
                  <a:lnTo>
                    <a:pt x="233604" y="7975"/>
                  </a:lnTo>
                  <a:cubicBezTo>
                    <a:pt x="233604" y="3580"/>
                    <a:pt x="230024" y="0"/>
                    <a:pt x="225630" y="0"/>
                  </a:cubicBezTo>
                  <a:lnTo>
                    <a:pt x="162655" y="0"/>
                  </a:lnTo>
                  <a:close/>
                  <a:moveTo>
                    <a:pt x="107755" y="56185"/>
                  </a:moveTo>
                  <a:lnTo>
                    <a:pt x="107755" y="167483"/>
                  </a:lnTo>
                  <a:cubicBezTo>
                    <a:pt x="106015" y="165541"/>
                    <a:pt x="103971" y="163855"/>
                    <a:pt x="101774" y="162373"/>
                  </a:cubicBezTo>
                  <a:cubicBezTo>
                    <a:pt x="93443" y="156953"/>
                    <a:pt x="82605" y="154909"/>
                    <a:pt x="70898" y="154909"/>
                  </a:cubicBezTo>
                  <a:lnTo>
                    <a:pt x="18710" y="154909"/>
                  </a:lnTo>
                  <a:lnTo>
                    <a:pt x="18710" y="18713"/>
                  </a:lnTo>
                  <a:lnTo>
                    <a:pt x="70898" y="18713"/>
                  </a:lnTo>
                  <a:cubicBezTo>
                    <a:pt x="91191" y="18713"/>
                    <a:pt x="107755" y="35275"/>
                    <a:pt x="107755" y="55572"/>
                  </a:cubicBezTo>
                  <a:cubicBezTo>
                    <a:pt x="107755" y="55776"/>
                    <a:pt x="107755" y="55981"/>
                    <a:pt x="107755" y="56185"/>
                  </a:cubicBezTo>
                  <a:close/>
                  <a:moveTo>
                    <a:pt x="214843" y="154909"/>
                  </a:moveTo>
                  <a:lnTo>
                    <a:pt x="162655" y="154909"/>
                  </a:lnTo>
                  <a:cubicBezTo>
                    <a:pt x="150999" y="154909"/>
                    <a:pt x="140161" y="156953"/>
                    <a:pt x="131778" y="162373"/>
                  </a:cubicBezTo>
                  <a:cubicBezTo>
                    <a:pt x="129581" y="163804"/>
                    <a:pt x="127538" y="165490"/>
                    <a:pt x="125797" y="167483"/>
                  </a:cubicBezTo>
                  <a:lnTo>
                    <a:pt x="125797" y="56185"/>
                  </a:lnTo>
                  <a:cubicBezTo>
                    <a:pt x="125797" y="56185"/>
                    <a:pt x="125797" y="55776"/>
                    <a:pt x="125797" y="55572"/>
                  </a:cubicBezTo>
                  <a:cubicBezTo>
                    <a:pt x="125797" y="35275"/>
                    <a:pt x="142361" y="18713"/>
                    <a:pt x="162655" y="18713"/>
                  </a:cubicBezTo>
                  <a:lnTo>
                    <a:pt x="214843" y="18713"/>
                  </a:lnTo>
                  <a:lnTo>
                    <a:pt x="214843" y="154909"/>
                  </a:lnTo>
                  <a:close/>
                </a:path>
              </a:pathLst>
            </a:custGeom>
            <a:solidFill>
              <a:srgbClr val="007B85"/>
            </a:solidFill>
            <a:ln w="3646" cap="flat">
              <a:noFill/>
              <a:prstDash val="solid"/>
              <a:miter/>
            </a:ln>
          </p:spPr>
          <p:txBody>
            <a:bodyPr rtlCol="0" anchor="ctr"/>
            <a:lstStyle/>
            <a:p>
              <a:endParaRPr lang="en-GR"/>
            </a:p>
          </p:txBody>
        </p:sp>
      </p:grpSp>
      <p:sp>
        <p:nvSpPr>
          <p:cNvPr id="29" name="Freeform 24">
            <a:extLst>
              <a:ext uri="{FF2B5EF4-FFF2-40B4-BE49-F238E27FC236}">
                <a16:creationId xmlns:a16="http://schemas.microsoft.com/office/drawing/2014/main" id="{199D4A3E-114F-7C7C-6994-F7DACA22456E}"/>
              </a:ext>
            </a:extLst>
          </p:cNvPr>
          <p:cNvSpPr/>
          <p:nvPr/>
        </p:nvSpPr>
        <p:spPr>
          <a:xfrm>
            <a:off x="7246242" y="863383"/>
            <a:ext cx="180930" cy="180964"/>
          </a:xfrm>
          <a:custGeom>
            <a:avLst/>
            <a:gdLst>
              <a:gd name="connsiteX0" fmla="*/ 0 w 204351"/>
              <a:gd name="connsiteY0" fmla="*/ 102195 h 204389"/>
              <a:gd name="connsiteX1" fmla="*/ 102176 w 204351"/>
              <a:gd name="connsiteY1" fmla="*/ 0 h 204389"/>
              <a:gd name="connsiteX2" fmla="*/ 204351 w 204351"/>
              <a:gd name="connsiteY2" fmla="*/ 102195 h 204389"/>
              <a:gd name="connsiteX3" fmla="*/ 102176 w 204351"/>
              <a:gd name="connsiteY3" fmla="*/ 204390 h 204389"/>
              <a:gd name="connsiteX4" fmla="*/ 0 w 204351"/>
              <a:gd name="connsiteY4" fmla="*/ 102195 h 204389"/>
              <a:gd name="connsiteX5" fmla="*/ 121947 w 204351"/>
              <a:gd name="connsiteY5" fmla="*/ 81756 h 204389"/>
              <a:gd name="connsiteX6" fmla="*/ 135077 w 204351"/>
              <a:gd name="connsiteY6" fmla="*/ 94888 h 204389"/>
              <a:gd name="connsiteX7" fmla="*/ 148207 w 204351"/>
              <a:gd name="connsiteY7" fmla="*/ 81756 h 204389"/>
              <a:gd name="connsiteX8" fmla="*/ 135077 w 204351"/>
              <a:gd name="connsiteY8" fmla="*/ 68624 h 204389"/>
              <a:gd name="connsiteX9" fmla="*/ 121947 w 204351"/>
              <a:gd name="connsiteY9" fmla="*/ 81756 h 204389"/>
              <a:gd name="connsiteX10" fmla="*/ 56195 w 204351"/>
              <a:gd name="connsiteY10" fmla="*/ 81756 h 204389"/>
              <a:gd name="connsiteX11" fmla="*/ 69325 w 204351"/>
              <a:gd name="connsiteY11" fmla="*/ 94888 h 204389"/>
              <a:gd name="connsiteX12" fmla="*/ 82455 w 204351"/>
              <a:gd name="connsiteY12" fmla="*/ 81756 h 204389"/>
              <a:gd name="connsiteX13" fmla="*/ 69325 w 204351"/>
              <a:gd name="connsiteY13" fmla="*/ 68624 h 204389"/>
              <a:gd name="connsiteX14" fmla="*/ 56195 w 204351"/>
              <a:gd name="connsiteY14" fmla="*/ 81756 h 204389"/>
              <a:gd name="connsiteX15" fmla="*/ 138092 w 204351"/>
              <a:gd name="connsiteY15" fmla="*/ 128254 h 204389"/>
              <a:gd name="connsiteX16" fmla="*/ 102227 w 204351"/>
              <a:gd name="connsiteY16" fmla="*/ 144861 h 204389"/>
              <a:gd name="connsiteX17" fmla="*/ 102278 w 204351"/>
              <a:gd name="connsiteY17" fmla="*/ 144912 h 204389"/>
              <a:gd name="connsiteX18" fmla="*/ 66413 w 204351"/>
              <a:gd name="connsiteY18" fmla="*/ 128306 h 204389"/>
              <a:gd name="connsiteX19" fmla="*/ 59516 w 204351"/>
              <a:gd name="connsiteY19" fmla="*/ 125138 h 204389"/>
              <a:gd name="connsiteX20" fmla="*/ 53542 w 204351"/>
              <a:gd name="connsiteY20" fmla="*/ 127386 h 204389"/>
              <a:gd name="connsiteX21" fmla="*/ 50425 w 204351"/>
              <a:gd name="connsiteY21" fmla="*/ 133620 h 204389"/>
              <a:gd name="connsiteX22" fmla="*/ 52622 w 204351"/>
              <a:gd name="connsiteY22" fmla="*/ 140262 h 204389"/>
              <a:gd name="connsiteX23" fmla="*/ 102278 w 204351"/>
              <a:gd name="connsiteY23" fmla="*/ 163154 h 204389"/>
              <a:gd name="connsiteX24" fmla="*/ 151937 w 204351"/>
              <a:gd name="connsiteY24" fmla="*/ 140262 h 204389"/>
              <a:gd name="connsiteX25" fmla="*/ 151017 w 204351"/>
              <a:gd name="connsiteY25" fmla="*/ 127386 h 204389"/>
              <a:gd name="connsiteX26" fmla="*/ 145040 w 204351"/>
              <a:gd name="connsiteY26" fmla="*/ 125138 h 204389"/>
              <a:gd name="connsiteX27" fmla="*/ 144376 w 204351"/>
              <a:gd name="connsiteY27" fmla="*/ 125138 h 204389"/>
              <a:gd name="connsiteX28" fmla="*/ 138092 w 204351"/>
              <a:gd name="connsiteY28" fmla="*/ 128254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4351" h="204389">
                <a:moveTo>
                  <a:pt x="0" y="102195"/>
                </a:moveTo>
                <a:cubicBezTo>
                  <a:pt x="0" y="45732"/>
                  <a:pt x="45725" y="0"/>
                  <a:pt x="102176" y="0"/>
                </a:cubicBezTo>
                <a:cubicBezTo>
                  <a:pt x="158630" y="0"/>
                  <a:pt x="204351" y="45732"/>
                  <a:pt x="204351" y="102195"/>
                </a:cubicBezTo>
                <a:cubicBezTo>
                  <a:pt x="204351" y="158657"/>
                  <a:pt x="158630" y="204390"/>
                  <a:pt x="102176" y="204390"/>
                </a:cubicBezTo>
                <a:cubicBezTo>
                  <a:pt x="45725" y="204390"/>
                  <a:pt x="0" y="158657"/>
                  <a:pt x="0" y="102195"/>
                </a:cubicBezTo>
                <a:close/>
                <a:moveTo>
                  <a:pt x="121947" y="81756"/>
                </a:moveTo>
                <a:cubicBezTo>
                  <a:pt x="121947" y="89012"/>
                  <a:pt x="127822" y="94888"/>
                  <a:pt x="135077" y="94888"/>
                </a:cubicBezTo>
                <a:cubicBezTo>
                  <a:pt x="142332" y="94888"/>
                  <a:pt x="148207" y="89012"/>
                  <a:pt x="148207" y="81756"/>
                </a:cubicBezTo>
                <a:cubicBezTo>
                  <a:pt x="148207" y="74500"/>
                  <a:pt x="142332" y="68624"/>
                  <a:pt x="135077" y="68624"/>
                </a:cubicBezTo>
                <a:cubicBezTo>
                  <a:pt x="127822" y="68624"/>
                  <a:pt x="121947" y="74500"/>
                  <a:pt x="121947" y="81756"/>
                </a:cubicBezTo>
                <a:close/>
                <a:moveTo>
                  <a:pt x="56195" y="81756"/>
                </a:moveTo>
                <a:cubicBezTo>
                  <a:pt x="56195" y="89012"/>
                  <a:pt x="62070" y="94888"/>
                  <a:pt x="69325" y="94888"/>
                </a:cubicBezTo>
                <a:cubicBezTo>
                  <a:pt x="76580" y="94888"/>
                  <a:pt x="82455" y="89012"/>
                  <a:pt x="82455" y="81756"/>
                </a:cubicBezTo>
                <a:cubicBezTo>
                  <a:pt x="82455" y="74500"/>
                  <a:pt x="76580" y="68624"/>
                  <a:pt x="69325" y="68624"/>
                </a:cubicBezTo>
                <a:cubicBezTo>
                  <a:pt x="62070" y="68624"/>
                  <a:pt x="56195" y="74500"/>
                  <a:pt x="56195" y="81756"/>
                </a:cubicBezTo>
                <a:close/>
                <a:moveTo>
                  <a:pt x="138092" y="128254"/>
                </a:moveTo>
                <a:cubicBezTo>
                  <a:pt x="132727" y="134488"/>
                  <a:pt x="120926" y="144861"/>
                  <a:pt x="102227" y="144861"/>
                </a:cubicBezTo>
                <a:lnTo>
                  <a:pt x="102278" y="144912"/>
                </a:lnTo>
                <a:cubicBezTo>
                  <a:pt x="83528" y="144912"/>
                  <a:pt x="71777" y="134488"/>
                  <a:pt x="66413" y="128306"/>
                </a:cubicBezTo>
                <a:cubicBezTo>
                  <a:pt x="64625" y="126211"/>
                  <a:pt x="62070" y="125138"/>
                  <a:pt x="59516" y="125138"/>
                </a:cubicBezTo>
                <a:cubicBezTo>
                  <a:pt x="57421" y="125138"/>
                  <a:pt x="55275" y="125904"/>
                  <a:pt x="53542" y="127386"/>
                </a:cubicBezTo>
                <a:cubicBezTo>
                  <a:pt x="51703" y="128970"/>
                  <a:pt x="50579" y="131167"/>
                  <a:pt x="50425" y="133620"/>
                </a:cubicBezTo>
                <a:cubicBezTo>
                  <a:pt x="50221" y="136072"/>
                  <a:pt x="51039" y="138423"/>
                  <a:pt x="52622" y="140262"/>
                </a:cubicBezTo>
                <a:cubicBezTo>
                  <a:pt x="60078" y="148847"/>
                  <a:pt x="76426" y="163154"/>
                  <a:pt x="102278" y="163154"/>
                </a:cubicBezTo>
                <a:cubicBezTo>
                  <a:pt x="128129" y="163154"/>
                  <a:pt x="144478" y="148796"/>
                  <a:pt x="151937" y="140262"/>
                </a:cubicBezTo>
                <a:cubicBezTo>
                  <a:pt x="155258" y="136481"/>
                  <a:pt x="154849" y="130707"/>
                  <a:pt x="151017" y="127386"/>
                </a:cubicBezTo>
                <a:cubicBezTo>
                  <a:pt x="149331" y="125904"/>
                  <a:pt x="147237" y="125138"/>
                  <a:pt x="145040" y="125138"/>
                </a:cubicBezTo>
                <a:lnTo>
                  <a:pt x="144376" y="125138"/>
                </a:lnTo>
                <a:cubicBezTo>
                  <a:pt x="141923" y="125291"/>
                  <a:pt x="139675" y="126415"/>
                  <a:pt x="138092" y="128254"/>
                </a:cubicBezTo>
                <a:close/>
              </a:path>
            </a:pathLst>
          </a:custGeom>
          <a:solidFill>
            <a:srgbClr val="007B85"/>
          </a:solidFill>
          <a:ln w="3646" cap="flat">
            <a:noFill/>
            <a:prstDash val="solid"/>
            <a:miter/>
          </a:ln>
        </p:spPr>
        <p:txBody>
          <a:bodyPr rtlCol="0" anchor="ctr"/>
          <a:lstStyle/>
          <a:p>
            <a:endParaRPr lang="en-GR"/>
          </a:p>
        </p:txBody>
      </p:sp>
      <p:grpSp>
        <p:nvGrpSpPr>
          <p:cNvPr id="30" name="Group 29">
            <a:extLst>
              <a:ext uri="{FF2B5EF4-FFF2-40B4-BE49-F238E27FC236}">
                <a16:creationId xmlns:a16="http://schemas.microsoft.com/office/drawing/2014/main" id="{D2FDF3A9-AEC3-7DF9-A15E-1FC19D20C29A}"/>
              </a:ext>
            </a:extLst>
          </p:cNvPr>
          <p:cNvGrpSpPr/>
          <p:nvPr/>
        </p:nvGrpSpPr>
        <p:grpSpPr>
          <a:xfrm>
            <a:off x="7569345" y="866615"/>
            <a:ext cx="200911" cy="176989"/>
            <a:chOff x="6417187" y="866613"/>
            <a:chExt cx="200911" cy="176989"/>
          </a:xfrm>
        </p:grpSpPr>
        <p:sp>
          <p:nvSpPr>
            <p:cNvPr id="31" name="Freeform 25">
              <a:extLst>
                <a:ext uri="{FF2B5EF4-FFF2-40B4-BE49-F238E27FC236}">
                  <a16:creationId xmlns:a16="http://schemas.microsoft.com/office/drawing/2014/main" id="{33419B70-8E23-A367-E7B4-CC20BFCB35C8}"/>
                </a:ext>
              </a:extLst>
            </p:cNvPr>
            <p:cNvSpPr/>
            <p:nvPr/>
          </p:nvSpPr>
          <p:spPr>
            <a:xfrm>
              <a:off x="6417187" y="866613"/>
              <a:ext cx="192548" cy="175783"/>
            </a:xfrm>
            <a:custGeom>
              <a:avLst/>
              <a:gdLst>
                <a:gd name="connsiteX0" fmla="*/ 24534 w 217473"/>
                <a:gd name="connsiteY0" fmla="*/ 172016 h 198538"/>
                <a:gd name="connsiteX1" fmla="*/ 128578 w 217473"/>
                <a:gd name="connsiteY1" fmla="*/ 171917 h 198538"/>
                <a:gd name="connsiteX2" fmla="*/ 128578 w 217473"/>
                <a:gd name="connsiteY2" fmla="*/ 171866 h 198538"/>
                <a:gd name="connsiteX3" fmla="*/ 145018 w 217473"/>
                <a:gd name="connsiteY3" fmla="*/ 198440 h 198538"/>
                <a:gd name="connsiteX4" fmla="*/ 58604 w 217473"/>
                <a:gd name="connsiteY4" fmla="*/ 198539 h 198538"/>
                <a:gd name="connsiteX5" fmla="*/ 0 w 217473"/>
                <a:gd name="connsiteY5" fmla="*/ 164267 h 198538"/>
                <a:gd name="connsiteX6" fmla="*/ 0 w 217473"/>
                <a:gd name="connsiteY6" fmla="*/ 54043 h 198538"/>
                <a:gd name="connsiteX7" fmla="*/ 53042 w 217473"/>
                <a:gd name="connsiteY7" fmla="*/ 20019 h 198538"/>
                <a:gd name="connsiteX8" fmla="*/ 53042 w 217473"/>
                <a:gd name="connsiteY8" fmla="*/ 7201 h 198538"/>
                <a:gd name="connsiteX9" fmla="*/ 65457 w 217473"/>
                <a:gd name="connsiteY9" fmla="*/ 0 h 198538"/>
                <a:gd name="connsiteX10" fmla="*/ 77871 w 217473"/>
                <a:gd name="connsiteY10" fmla="*/ 7201 h 198538"/>
                <a:gd name="connsiteX11" fmla="*/ 77871 w 217473"/>
                <a:gd name="connsiteY11" fmla="*/ 19818 h 198538"/>
                <a:gd name="connsiteX12" fmla="*/ 139602 w 217473"/>
                <a:gd name="connsiteY12" fmla="*/ 19818 h 198538"/>
                <a:gd name="connsiteX13" fmla="*/ 139602 w 217473"/>
                <a:gd name="connsiteY13" fmla="*/ 7201 h 198538"/>
                <a:gd name="connsiteX14" fmla="*/ 152021 w 217473"/>
                <a:gd name="connsiteY14" fmla="*/ 0 h 198538"/>
                <a:gd name="connsiteX15" fmla="*/ 164436 w 217473"/>
                <a:gd name="connsiteY15" fmla="*/ 7201 h 198538"/>
                <a:gd name="connsiteX16" fmla="*/ 164436 w 217473"/>
                <a:gd name="connsiteY16" fmla="*/ 19968 h 198538"/>
                <a:gd name="connsiteX17" fmla="*/ 217474 w 217473"/>
                <a:gd name="connsiteY17" fmla="*/ 54043 h 198538"/>
                <a:gd name="connsiteX18" fmla="*/ 217474 w 217473"/>
                <a:gd name="connsiteY18" fmla="*/ 110520 h 198538"/>
                <a:gd name="connsiteX19" fmla="*/ 192892 w 217473"/>
                <a:gd name="connsiteY19" fmla="*/ 100089 h 198538"/>
                <a:gd name="connsiteX20" fmla="*/ 192892 w 217473"/>
                <a:gd name="connsiteY20" fmla="*/ 46345 h 198538"/>
                <a:gd name="connsiteX21" fmla="*/ 24534 w 217473"/>
                <a:gd name="connsiteY21" fmla="*/ 46495 h 198538"/>
                <a:gd name="connsiteX22" fmla="*/ 24534 w 217473"/>
                <a:gd name="connsiteY22" fmla="*/ 172016 h 198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17473" h="198538">
                  <a:moveTo>
                    <a:pt x="24534" y="172016"/>
                  </a:moveTo>
                  <a:lnTo>
                    <a:pt x="128578" y="171917"/>
                  </a:lnTo>
                  <a:lnTo>
                    <a:pt x="128578" y="171866"/>
                  </a:lnTo>
                  <a:cubicBezTo>
                    <a:pt x="131508" y="182250"/>
                    <a:pt x="137271" y="191389"/>
                    <a:pt x="145018" y="198440"/>
                  </a:cubicBezTo>
                  <a:lnTo>
                    <a:pt x="58604" y="198539"/>
                  </a:lnTo>
                  <a:cubicBezTo>
                    <a:pt x="26172" y="198342"/>
                    <a:pt x="0" y="183093"/>
                    <a:pt x="0" y="164267"/>
                  </a:cubicBezTo>
                  <a:lnTo>
                    <a:pt x="0" y="54043"/>
                  </a:lnTo>
                  <a:cubicBezTo>
                    <a:pt x="0" y="36312"/>
                    <a:pt x="23242" y="21808"/>
                    <a:pt x="53042" y="20019"/>
                  </a:cubicBezTo>
                  <a:lnTo>
                    <a:pt x="53042" y="7201"/>
                  </a:lnTo>
                  <a:cubicBezTo>
                    <a:pt x="53042" y="3230"/>
                    <a:pt x="58604" y="0"/>
                    <a:pt x="65457" y="0"/>
                  </a:cubicBezTo>
                  <a:cubicBezTo>
                    <a:pt x="72310" y="0"/>
                    <a:pt x="77871" y="3230"/>
                    <a:pt x="77871" y="7201"/>
                  </a:cubicBezTo>
                  <a:lnTo>
                    <a:pt x="77871" y="19818"/>
                  </a:lnTo>
                  <a:lnTo>
                    <a:pt x="139602" y="19818"/>
                  </a:lnTo>
                  <a:lnTo>
                    <a:pt x="139602" y="7201"/>
                  </a:lnTo>
                  <a:cubicBezTo>
                    <a:pt x="139602" y="3230"/>
                    <a:pt x="145164" y="0"/>
                    <a:pt x="152021" y="0"/>
                  </a:cubicBezTo>
                  <a:cubicBezTo>
                    <a:pt x="158874" y="0"/>
                    <a:pt x="164436" y="3230"/>
                    <a:pt x="164436" y="7201"/>
                  </a:cubicBezTo>
                  <a:lnTo>
                    <a:pt x="164436" y="19968"/>
                  </a:lnTo>
                  <a:cubicBezTo>
                    <a:pt x="194232" y="21757"/>
                    <a:pt x="217474" y="36312"/>
                    <a:pt x="217474" y="54043"/>
                  </a:cubicBezTo>
                  <a:lnTo>
                    <a:pt x="217474" y="110520"/>
                  </a:lnTo>
                  <a:cubicBezTo>
                    <a:pt x="210372" y="105257"/>
                    <a:pt x="201979" y="101582"/>
                    <a:pt x="192892" y="100089"/>
                  </a:cubicBezTo>
                  <a:lnTo>
                    <a:pt x="192892" y="46345"/>
                  </a:lnTo>
                  <a:lnTo>
                    <a:pt x="24534" y="46495"/>
                  </a:lnTo>
                  <a:lnTo>
                    <a:pt x="24534" y="172016"/>
                  </a:lnTo>
                  <a:close/>
                </a:path>
              </a:pathLst>
            </a:custGeom>
            <a:solidFill>
              <a:srgbClr val="007B85"/>
            </a:solidFill>
            <a:ln w="3646" cap="flat">
              <a:noFill/>
              <a:prstDash val="solid"/>
              <a:miter/>
            </a:ln>
          </p:spPr>
          <p:txBody>
            <a:bodyPr rtlCol="0" anchor="ctr"/>
            <a:lstStyle/>
            <a:p>
              <a:endParaRPr lang="en-GR"/>
            </a:p>
          </p:txBody>
        </p:sp>
        <p:sp>
          <p:nvSpPr>
            <p:cNvPr id="32" name="Freeform 26">
              <a:extLst>
                <a:ext uri="{FF2B5EF4-FFF2-40B4-BE49-F238E27FC236}">
                  <a16:creationId xmlns:a16="http://schemas.microsoft.com/office/drawing/2014/main" id="{6836E15F-CA0C-CDAD-2004-A8F2C9469DAB}"/>
                </a:ext>
              </a:extLst>
            </p:cNvPr>
            <p:cNvSpPr/>
            <p:nvPr/>
          </p:nvSpPr>
          <p:spPr>
            <a:xfrm>
              <a:off x="6456806" y="925240"/>
              <a:ext cx="29547" cy="17062"/>
            </a:xfrm>
            <a:custGeom>
              <a:avLst/>
              <a:gdLst>
                <a:gd name="connsiteX0" fmla="*/ 33372 w 33372"/>
                <a:gd name="connsiteY0" fmla="*/ 9636 h 19271"/>
                <a:gd name="connsiteX1" fmla="*/ 16688 w 33372"/>
                <a:gd name="connsiteY1" fmla="*/ 19271 h 19271"/>
                <a:gd name="connsiteX2" fmla="*/ 0 w 33372"/>
                <a:gd name="connsiteY2" fmla="*/ 9636 h 19271"/>
                <a:gd name="connsiteX3" fmla="*/ 16688 w 33372"/>
                <a:gd name="connsiteY3" fmla="*/ 0 h 19271"/>
                <a:gd name="connsiteX4" fmla="*/ 33372 w 33372"/>
                <a:gd name="connsiteY4" fmla="*/ 9636 h 19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72" h="19271">
                  <a:moveTo>
                    <a:pt x="33372" y="9636"/>
                  </a:moveTo>
                  <a:cubicBezTo>
                    <a:pt x="33372" y="14957"/>
                    <a:pt x="25902" y="19271"/>
                    <a:pt x="16688" y="19271"/>
                  </a:cubicBezTo>
                  <a:cubicBezTo>
                    <a:pt x="7470" y="19271"/>
                    <a:pt x="0" y="14957"/>
                    <a:pt x="0" y="9636"/>
                  </a:cubicBezTo>
                  <a:cubicBezTo>
                    <a:pt x="0" y="4314"/>
                    <a:pt x="7470" y="0"/>
                    <a:pt x="16688" y="0"/>
                  </a:cubicBezTo>
                  <a:cubicBezTo>
                    <a:pt x="25902" y="0"/>
                    <a:pt x="33372" y="4314"/>
                    <a:pt x="33372" y="9636"/>
                  </a:cubicBezTo>
                  <a:close/>
                </a:path>
              </a:pathLst>
            </a:custGeom>
            <a:solidFill>
              <a:srgbClr val="007B85"/>
            </a:solidFill>
            <a:ln w="3646" cap="flat">
              <a:noFill/>
              <a:prstDash val="solid"/>
              <a:miter/>
            </a:ln>
          </p:spPr>
          <p:txBody>
            <a:bodyPr rtlCol="0" anchor="ctr"/>
            <a:lstStyle/>
            <a:p>
              <a:endParaRPr lang="en-GR"/>
            </a:p>
          </p:txBody>
        </p:sp>
        <p:sp>
          <p:nvSpPr>
            <p:cNvPr id="33" name="Freeform 27">
              <a:extLst>
                <a:ext uri="{FF2B5EF4-FFF2-40B4-BE49-F238E27FC236}">
                  <a16:creationId xmlns:a16="http://schemas.microsoft.com/office/drawing/2014/main" id="{0E1C654A-A828-F19E-9D5F-FAB96A9FDE35}"/>
                </a:ext>
              </a:extLst>
            </p:cNvPr>
            <p:cNvSpPr/>
            <p:nvPr/>
          </p:nvSpPr>
          <p:spPr>
            <a:xfrm>
              <a:off x="6498667" y="925240"/>
              <a:ext cx="29547" cy="17062"/>
            </a:xfrm>
            <a:custGeom>
              <a:avLst/>
              <a:gdLst>
                <a:gd name="connsiteX0" fmla="*/ 33372 w 33372"/>
                <a:gd name="connsiteY0" fmla="*/ 9636 h 19271"/>
                <a:gd name="connsiteX1" fmla="*/ 16684 w 33372"/>
                <a:gd name="connsiteY1" fmla="*/ 19271 h 19271"/>
                <a:gd name="connsiteX2" fmla="*/ 0 w 33372"/>
                <a:gd name="connsiteY2" fmla="*/ 9636 h 19271"/>
                <a:gd name="connsiteX3" fmla="*/ 16684 w 33372"/>
                <a:gd name="connsiteY3" fmla="*/ 0 h 19271"/>
                <a:gd name="connsiteX4" fmla="*/ 33372 w 33372"/>
                <a:gd name="connsiteY4" fmla="*/ 9636 h 19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72" h="19271">
                  <a:moveTo>
                    <a:pt x="33372" y="9636"/>
                  </a:moveTo>
                  <a:cubicBezTo>
                    <a:pt x="33372" y="14957"/>
                    <a:pt x="25902" y="19271"/>
                    <a:pt x="16684" y="19271"/>
                  </a:cubicBezTo>
                  <a:cubicBezTo>
                    <a:pt x="7470" y="19271"/>
                    <a:pt x="0" y="14957"/>
                    <a:pt x="0" y="9636"/>
                  </a:cubicBezTo>
                  <a:cubicBezTo>
                    <a:pt x="0" y="4314"/>
                    <a:pt x="7470" y="0"/>
                    <a:pt x="16684" y="0"/>
                  </a:cubicBezTo>
                  <a:cubicBezTo>
                    <a:pt x="25902" y="0"/>
                    <a:pt x="33372" y="4314"/>
                    <a:pt x="33372" y="9636"/>
                  </a:cubicBezTo>
                  <a:close/>
                </a:path>
              </a:pathLst>
            </a:custGeom>
            <a:solidFill>
              <a:srgbClr val="007B85"/>
            </a:solidFill>
            <a:ln w="3646" cap="flat">
              <a:noFill/>
              <a:prstDash val="solid"/>
              <a:miter/>
            </a:ln>
          </p:spPr>
          <p:txBody>
            <a:bodyPr rtlCol="0" anchor="ctr"/>
            <a:lstStyle/>
            <a:p>
              <a:endParaRPr lang="en-GR"/>
            </a:p>
          </p:txBody>
        </p:sp>
        <p:sp>
          <p:nvSpPr>
            <p:cNvPr id="34" name="Freeform 28">
              <a:extLst>
                <a:ext uri="{FF2B5EF4-FFF2-40B4-BE49-F238E27FC236}">
                  <a16:creationId xmlns:a16="http://schemas.microsoft.com/office/drawing/2014/main" id="{4FAB43A4-9135-9B16-758D-ACB206EAD4B8}"/>
                </a:ext>
              </a:extLst>
            </p:cNvPr>
            <p:cNvSpPr/>
            <p:nvPr/>
          </p:nvSpPr>
          <p:spPr>
            <a:xfrm>
              <a:off x="6540525" y="925240"/>
              <a:ext cx="29551" cy="17062"/>
            </a:xfrm>
            <a:custGeom>
              <a:avLst/>
              <a:gdLst>
                <a:gd name="connsiteX0" fmla="*/ 16688 w 33376"/>
                <a:gd name="connsiteY0" fmla="*/ 19271 h 19271"/>
                <a:gd name="connsiteX1" fmla="*/ 33376 w 33376"/>
                <a:gd name="connsiteY1" fmla="*/ 9636 h 19271"/>
                <a:gd name="connsiteX2" fmla="*/ 16688 w 33376"/>
                <a:gd name="connsiteY2" fmla="*/ 0 h 19271"/>
                <a:gd name="connsiteX3" fmla="*/ 0 w 33376"/>
                <a:gd name="connsiteY3" fmla="*/ 9636 h 19271"/>
                <a:gd name="connsiteX4" fmla="*/ 16688 w 33376"/>
                <a:gd name="connsiteY4" fmla="*/ 19271 h 19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76" h="19271">
                  <a:moveTo>
                    <a:pt x="16688" y="19271"/>
                  </a:moveTo>
                  <a:cubicBezTo>
                    <a:pt x="25906" y="19271"/>
                    <a:pt x="33376" y="14957"/>
                    <a:pt x="33376" y="9636"/>
                  </a:cubicBezTo>
                  <a:cubicBezTo>
                    <a:pt x="33376" y="4314"/>
                    <a:pt x="25906" y="0"/>
                    <a:pt x="16688" y="0"/>
                  </a:cubicBezTo>
                  <a:cubicBezTo>
                    <a:pt x="7474" y="0"/>
                    <a:pt x="0" y="4314"/>
                    <a:pt x="0" y="9636"/>
                  </a:cubicBezTo>
                  <a:cubicBezTo>
                    <a:pt x="0" y="14957"/>
                    <a:pt x="7474" y="19271"/>
                    <a:pt x="16688" y="19271"/>
                  </a:cubicBezTo>
                  <a:close/>
                </a:path>
              </a:pathLst>
            </a:custGeom>
            <a:solidFill>
              <a:srgbClr val="007B85"/>
            </a:solidFill>
            <a:ln w="3646" cap="flat">
              <a:noFill/>
              <a:prstDash val="solid"/>
              <a:miter/>
            </a:ln>
          </p:spPr>
          <p:txBody>
            <a:bodyPr rtlCol="0" anchor="ctr"/>
            <a:lstStyle/>
            <a:p>
              <a:endParaRPr lang="en-GR"/>
            </a:p>
          </p:txBody>
        </p:sp>
        <p:sp>
          <p:nvSpPr>
            <p:cNvPr id="35" name="Freeform 29">
              <a:extLst>
                <a:ext uri="{FF2B5EF4-FFF2-40B4-BE49-F238E27FC236}">
                  <a16:creationId xmlns:a16="http://schemas.microsoft.com/office/drawing/2014/main" id="{C84DC1C3-875F-DD40-FC3D-32123846ACCE}"/>
                </a:ext>
              </a:extLst>
            </p:cNvPr>
            <p:cNvSpPr/>
            <p:nvPr/>
          </p:nvSpPr>
          <p:spPr>
            <a:xfrm>
              <a:off x="6540887" y="966376"/>
              <a:ext cx="77211" cy="77226"/>
            </a:xfrm>
            <a:custGeom>
              <a:avLst/>
              <a:gdLst>
                <a:gd name="connsiteX0" fmla="*/ 43605 w 87206"/>
                <a:gd name="connsiteY0" fmla="*/ 0 h 87223"/>
                <a:gd name="connsiteX1" fmla="*/ 0 w 87206"/>
                <a:gd name="connsiteY1" fmla="*/ 43612 h 87223"/>
                <a:gd name="connsiteX2" fmla="*/ 43605 w 87206"/>
                <a:gd name="connsiteY2" fmla="*/ 87223 h 87223"/>
                <a:gd name="connsiteX3" fmla="*/ 87206 w 87206"/>
                <a:gd name="connsiteY3" fmla="*/ 43612 h 87223"/>
                <a:gd name="connsiteX4" fmla="*/ 43605 w 87206"/>
                <a:gd name="connsiteY4" fmla="*/ 0 h 87223"/>
                <a:gd name="connsiteX5" fmla="*/ 35212 w 87206"/>
                <a:gd name="connsiteY5" fmla="*/ 66609 h 87223"/>
                <a:gd name="connsiteX6" fmla="*/ 15991 w 87206"/>
                <a:gd name="connsiteY6" fmla="*/ 46046 h 87223"/>
                <a:gd name="connsiteX7" fmla="*/ 23242 w 87206"/>
                <a:gd name="connsiteY7" fmla="*/ 39239 h 87223"/>
                <a:gd name="connsiteX8" fmla="*/ 35460 w 87206"/>
                <a:gd name="connsiteY8" fmla="*/ 52302 h 87223"/>
                <a:gd name="connsiteX9" fmla="*/ 65504 w 87206"/>
                <a:gd name="connsiteY9" fmla="*/ 22450 h 87223"/>
                <a:gd name="connsiteX10" fmla="*/ 72507 w 87206"/>
                <a:gd name="connsiteY10" fmla="*/ 29505 h 87223"/>
                <a:gd name="connsiteX11" fmla="*/ 35212 w 87206"/>
                <a:gd name="connsiteY11" fmla="*/ 66558 h 87223"/>
                <a:gd name="connsiteX12" fmla="*/ 35212 w 87206"/>
                <a:gd name="connsiteY12" fmla="*/ 66609 h 87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7206" h="87223">
                  <a:moveTo>
                    <a:pt x="43605" y="0"/>
                  </a:moveTo>
                  <a:cubicBezTo>
                    <a:pt x="19516" y="0"/>
                    <a:pt x="0" y="19519"/>
                    <a:pt x="0" y="43612"/>
                  </a:cubicBezTo>
                  <a:cubicBezTo>
                    <a:pt x="0" y="67700"/>
                    <a:pt x="19516" y="87223"/>
                    <a:pt x="43605" y="87223"/>
                  </a:cubicBezTo>
                  <a:cubicBezTo>
                    <a:pt x="67690" y="87223"/>
                    <a:pt x="87206" y="67700"/>
                    <a:pt x="87206" y="43612"/>
                  </a:cubicBezTo>
                  <a:cubicBezTo>
                    <a:pt x="87206" y="19519"/>
                    <a:pt x="67690" y="0"/>
                    <a:pt x="43605" y="0"/>
                  </a:cubicBezTo>
                  <a:close/>
                  <a:moveTo>
                    <a:pt x="35212" y="66609"/>
                  </a:moveTo>
                  <a:lnTo>
                    <a:pt x="15991" y="46046"/>
                  </a:lnTo>
                  <a:lnTo>
                    <a:pt x="23242" y="39239"/>
                  </a:lnTo>
                  <a:lnTo>
                    <a:pt x="35460" y="52302"/>
                  </a:lnTo>
                  <a:lnTo>
                    <a:pt x="65504" y="22450"/>
                  </a:lnTo>
                  <a:lnTo>
                    <a:pt x="72507" y="29505"/>
                  </a:lnTo>
                  <a:lnTo>
                    <a:pt x="35212" y="66558"/>
                  </a:lnTo>
                  <a:lnTo>
                    <a:pt x="35212" y="66609"/>
                  </a:lnTo>
                  <a:close/>
                </a:path>
              </a:pathLst>
            </a:custGeom>
            <a:solidFill>
              <a:srgbClr val="007B85"/>
            </a:solidFill>
            <a:ln w="3646" cap="flat">
              <a:noFill/>
              <a:prstDash val="solid"/>
              <a:miter/>
            </a:ln>
          </p:spPr>
          <p:txBody>
            <a:bodyPr rtlCol="0" anchor="ctr"/>
            <a:lstStyle/>
            <a:p>
              <a:endParaRPr lang="en-GR"/>
            </a:p>
          </p:txBody>
        </p:sp>
        <p:sp>
          <p:nvSpPr>
            <p:cNvPr id="36" name="Freeform 30">
              <a:extLst>
                <a:ext uri="{FF2B5EF4-FFF2-40B4-BE49-F238E27FC236}">
                  <a16:creationId xmlns:a16="http://schemas.microsoft.com/office/drawing/2014/main" id="{CB010E68-0737-110E-25F8-7CADBD941AEB}"/>
                </a:ext>
              </a:extLst>
            </p:cNvPr>
            <p:cNvSpPr/>
            <p:nvPr/>
          </p:nvSpPr>
          <p:spPr>
            <a:xfrm>
              <a:off x="6498667" y="954220"/>
              <a:ext cx="29547" cy="17065"/>
            </a:xfrm>
            <a:custGeom>
              <a:avLst/>
              <a:gdLst>
                <a:gd name="connsiteX0" fmla="*/ 16684 w 33372"/>
                <a:gd name="connsiteY0" fmla="*/ 19275 h 19274"/>
                <a:gd name="connsiteX1" fmla="*/ 33372 w 33372"/>
                <a:gd name="connsiteY1" fmla="*/ 9639 h 19274"/>
                <a:gd name="connsiteX2" fmla="*/ 16684 w 33372"/>
                <a:gd name="connsiteY2" fmla="*/ 0 h 19274"/>
                <a:gd name="connsiteX3" fmla="*/ 0 w 33372"/>
                <a:gd name="connsiteY3" fmla="*/ 9639 h 19274"/>
                <a:gd name="connsiteX4" fmla="*/ 16684 w 33372"/>
                <a:gd name="connsiteY4" fmla="*/ 19275 h 19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72" h="19274">
                  <a:moveTo>
                    <a:pt x="16684" y="19275"/>
                  </a:moveTo>
                  <a:cubicBezTo>
                    <a:pt x="25902" y="19275"/>
                    <a:pt x="33372" y="14961"/>
                    <a:pt x="33372" y="9639"/>
                  </a:cubicBezTo>
                  <a:cubicBezTo>
                    <a:pt x="33372" y="4314"/>
                    <a:pt x="25902" y="0"/>
                    <a:pt x="16684" y="0"/>
                  </a:cubicBezTo>
                  <a:cubicBezTo>
                    <a:pt x="7470" y="0"/>
                    <a:pt x="0" y="4314"/>
                    <a:pt x="0" y="9639"/>
                  </a:cubicBezTo>
                  <a:cubicBezTo>
                    <a:pt x="0" y="14961"/>
                    <a:pt x="7470" y="19275"/>
                    <a:pt x="16684" y="19275"/>
                  </a:cubicBezTo>
                  <a:close/>
                </a:path>
              </a:pathLst>
            </a:custGeom>
            <a:solidFill>
              <a:srgbClr val="007B85"/>
            </a:solidFill>
            <a:ln w="3646" cap="flat">
              <a:noFill/>
              <a:prstDash val="solid"/>
              <a:miter/>
            </a:ln>
          </p:spPr>
          <p:txBody>
            <a:bodyPr rtlCol="0" anchor="ctr"/>
            <a:lstStyle/>
            <a:p>
              <a:endParaRPr lang="en-GR"/>
            </a:p>
          </p:txBody>
        </p:sp>
        <p:sp>
          <p:nvSpPr>
            <p:cNvPr id="37" name="Freeform 31">
              <a:extLst>
                <a:ext uri="{FF2B5EF4-FFF2-40B4-BE49-F238E27FC236}">
                  <a16:creationId xmlns:a16="http://schemas.microsoft.com/office/drawing/2014/main" id="{84CD1EA4-111D-DFE3-79BD-804239855435}"/>
                </a:ext>
              </a:extLst>
            </p:cNvPr>
            <p:cNvSpPr/>
            <p:nvPr/>
          </p:nvSpPr>
          <p:spPr>
            <a:xfrm>
              <a:off x="6456806" y="954220"/>
              <a:ext cx="29547" cy="17065"/>
            </a:xfrm>
            <a:custGeom>
              <a:avLst/>
              <a:gdLst>
                <a:gd name="connsiteX0" fmla="*/ 16688 w 33372"/>
                <a:gd name="connsiteY0" fmla="*/ 19275 h 19274"/>
                <a:gd name="connsiteX1" fmla="*/ 33372 w 33372"/>
                <a:gd name="connsiteY1" fmla="*/ 9639 h 19274"/>
                <a:gd name="connsiteX2" fmla="*/ 16688 w 33372"/>
                <a:gd name="connsiteY2" fmla="*/ 0 h 19274"/>
                <a:gd name="connsiteX3" fmla="*/ 0 w 33372"/>
                <a:gd name="connsiteY3" fmla="*/ 9639 h 19274"/>
                <a:gd name="connsiteX4" fmla="*/ 16688 w 33372"/>
                <a:gd name="connsiteY4" fmla="*/ 19275 h 19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72" h="19274">
                  <a:moveTo>
                    <a:pt x="16688" y="19275"/>
                  </a:moveTo>
                  <a:cubicBezTo>
                    <a:pt x="25902" y="19275"/>
                    <a:pt x="33372" y="14961"/>
                    <a:pt x="33372" y="9639"/>
                  </a:cubicBezTo>
                  <a:cubicBezTo>
                    <a:pt x="33372" y="4314"/>
                    <a:pt x="25902" y="0"/>
                    <a:pt x="16688" y="0"/>
                  </a:cubicBezTo>
                  <a:cubicBezTo>
                    <a:pt x="7470" y="0"/>
                    <a:pt x="0" y="4314"/>
                    <a:pt x="0" y="9639"/>
                  </a:cubicBezTo>
                  <a:cubicBezTo>
                    <a:pt x="0" y="14961"/>
                    <a:pt x="7470" y="19275"/>
                    <a:pt x="16688" y="19275"/>
                  </a:cubicBezTo>
                  <a:close/>
                </a:path>
              </a:pathLst>
            </a:custGeom>
            <a:solidFill>
              <a:srgbClr val="007B85"/>
            </a:solidFill>
            <a:ln w="3646" cap="flat">
              <a:noFill/>
              <a:prstDash val="solid"/>
              <a:miter/>
            </a:ln>
          </p:spPr>
          <p:txBody>
            <a:bodyPr rtlCol="0" anchor="ctr"/>
            <a:lstStyle/>
            <a:p>
              <a:endParaRPr lang="en-GR"/>
            </a:p>
          </p:txBody>
        </p:sp>
      </p:grpSp>
      <p:sp>
        <p:nvSpPr>
          <p:cNvPr id="38" name="Freeform 32">
            <a:extLst>
              <a:ext uri="{FF2B5EF4-FFF2-40B4-BE49-F238E27FC236}">
                <a16:creationId xmlns:a16="http://schemas.microsoft.com/office/drawing/2014/main" id="{C828E9AB-9B99-ABEE-2FAF-31CD00419FCB}"/>
              </a:ext>
            </a:extLst>
          </p:cNvPr>
          <p:cNvSpPr/>
          <p:nvPr/>
        </p:nvSpPr>
        <p:spPr>
          <a:xfrm>
            <a:off x="7908600" y="863383"/>
            <a:ext cx="189766" cy="180964"/>
          </a:xfrm>
          <a:custGeom>
            <a:avLst/>
            <a:gdLst>
              <a:gd name="connsiteX0" fmla="*/ 187539 w 214331"/>
              <a:gd name="connsiteY0" fmla="*/ 0 h 204389"/>
              <a:gd name="connsiteX1" fmla="*/ 26793 w 214331"/>
              <a:gd name="connsiteY1" fmla="*/ 0 h 204389"/>
              <a:gd name="connsiteX2" fmla="*/ 0 w 214331"/>
              <a:gd name="connsiteY2" fmla="*/ 15534 h 204389"/>
              <a:gd name="connsiteX3" fmla="*/ 0 w 214331"/>
              <a:gd name="connsiteY3" fmla="*/ 145405 h 204389"/>
              <a:gd name="connsiteX4" fmla="*/ 26793 w 214331"/>
              <a:gd name="connsiteY4" fmla="*/ 160884 h 204389"/>
              <a:gd name="connsiteX5" fmla="*/ 43123 w 214331"/>
              <a:gd name="connsiteY5" fmla="*/ 160884 h 204389"/>
              <a:gd name="connsiteX6" fmla="*/ 43123 w 214331"/>
              <a:gd name="connsiteY6" fmla="*/ 204390 h 204389"/>
              <a:gd name="connsiteX7" fmla="*/ 106471 w 214331"/>
              <a:gd name="connsiteY7" fmla="*/ 160884 h 204389"/>
              <a:gd name="connsiteX8" fmla="*/ 187539 w 214331"/>
              <a:gd name="connsiteY8" fmla="*/ 160884 h 204389"/>
              <a:gd name="connsiteX9" fmla="*/ 214332 w 214331"/>
              <a:gd name="connsiteY9" fmla="*/ 145405 h 204389"/>
              <a:gd name="connsiteX10" fmla="*/ 214332 w 214331"/>
              <a:gd name="connsiteY10" fmla="*/ 15534 h 204389"/>
              <a:gd name="connsiteX11" fmla="*/ 187539 w 214331"/>
              <a:gd name="connsiteY11" fmla="*/ 0 h 204389"/>
              <a:gd name="connsiteX12" fmla="*/ 106471 w 214331"/>
              <a:gd name="connsiteY12" fmla="*/ 129233 h 204389"/>
              <a:gd name="connsiteX13" fmla="*/ 95052 w 214331"/>
              <a:gd name="connsiteY13" fmla="*/ 118130 h 204389"/>
              <a:gd name="connsiteX14" fmla="*/ 106471 w 214331"/>
              <a:gd name="connsiteY14" fmla="*/ 107133 h 204389"/>
              <a:gd name="connsiteX15" fmla="*/ 117893 w 214331"/>
              <a:gd name="connsiteY15" fmla="*/ 118130 h 204389"/>
              <a:gd name="connsiteX16" fmla="*/ 106471 w 214331"/>
              <a:gd name="connsiteY16" fmla="*/ 129233 h 204389"/>
              <a:gd name="connsiteX17" fmla="*/ 126272 w 214331"/>
              <a:gd name="connsiteY17" fmla="*/ 81402 h 204389"/>
              <a:gd name="connsiteX18" fmla="*/ 115010 w 214331"/>
              <a:gd name="connsiteY18" fmla="*/ 97472 h 204389"/>
              <a:gd name="connsiteX19" fmla="*/ 96866 w 214331"/>
              <a:gd name="connsiteY19" fmla="*/ 97472 h 204389"/>
              <a:gd name="connsiteX20" fmla="*/ 111434 w 214331"/>
              <a:gd name="connsiteY20" fmla="*/ 72595 h 204389"/>
              <a:gd name="connsiteX21" fmla="*/ 120615 w 214331"/>
              <a:gd name="connsiteY21" fmla="*/ 59145 h 204389"/>
              <a:gd name="connsiteX22" fmla="*/ 107967 w 214331"/>
              <a:gd name="connsiteY22" fmla="*/ 48042 h 204389"/>
              <a:gd name="connsiteX23" fmla="*/ 93396 w 214331"/>
              <a:gd name="connsiteY23" fmla="*/ 64802 h 204389"/>
              <a:gd name="connsiteX24" fmla="*/ 73755 w 214331"/>
              <a:gd name="connsiteY24" fmla="*/ 64802 h 204389"/>
              <a:gd name="connsiteX25" fmla="*/ 107806 w 214331"/>
              <a:gd name="connsiteY25" fmla="*/ 31439 h 204389"/>
              <a:gd name="connsiteX26" fmla="*/ 140522 w 214331"/>
              <a:gd name="connsiteY26" fmla="*/ 57382 h 204389"/>
              <a:gd name="connsiteX27" fmla="*/ 126221 w 214331"/>
              <a:gd name="connsiteY27" fmla="*/ 81402 h 204389"/>
              <a:gd name="connsiteX28" fmla="*/ 126272 w 214331"/>
              <a:gd name="connsiteY28" fmla="*/ 81402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4331" h="204389">
                <a:moveTo>
                  <a:pt x="187539" y="0"/>
                </a:moveTo>
                <a:lnTo>
                  <a:pt x="26793" y="0"/>
                </a:lnTo>
                <a:cubicBezTo>
                  <a:pt x="18060" y="0"/>
                  <a:pt x="0" y="3664"/>
                  <a:pt x="0" y="15534"/>
                </a:cubicBezTo>
                <a:lnTo>
                  <a:pt x="0" y="145405"/>
                </a:lnTo>
                <a:cubicBezTo>
                  <a:pt x="0" y="153946"/>
                  <a:pt x="12010" y="160884"/>
                  <a:pt x="26793" y="160884"/>
                </a:cubicBezTo>
                <a:lnTo>
                  <a:pt x="43123" y="160884"/>
                </a:lnTo>
                <a:lnTo>
                  <a:pt x="43123" y="204390"/>
                </a:lnTo>
                <a:cubicBezTo>
                  <a:pt x="72047" y="204390"/>
                  <a:pt x="96651" y="186349"/>
                  <a:pt x="106471" y="160884"/>
                </a:cubicBezTo>
                <a:cubicBezTo>
                  <a:pt x="106471" y="160884"/>
                  <a:pt x="186524" y="160884"/>
                  <a:pt x="187539" y="160884"/>
                </a:cubicBezTo>
                <a:cubicBezTo>
                  <a:pt x="202322" y="160884"/>
                  <a:pt x="214332" y="153946"/>
                  <a:pt x="214332" y="145405"/>
                </a:cubicBezTo>
                <a:lnTo>
                  <a:pt x="214332" y="15534"/>
                </a:lnTo>
                <a:cubicBezTo>
                  <a:pt x="214332" y="3657"/>
                  <a:pt x="196290" y="0"/>
                  <a:pt x="187539" y="0"/>
                </a:cubicBezTo>
                <a:close/>
                <a:moveTo>
                  <a:pt x="106471" y="129233"/>
                </a:moveTo>
                <a:cubicBezTo>
                  <a:pt x="100015" y="129233"/>
                  <a:pt x="95052" y="124535"/>
                  <a:pt x="95052" y="118130"/>
                </a:cubicBezTo>
                <a:cubicBezTo>
                  <a:pt x="95052" y="111724"/>
                  <a:pt x="100015" y="107133"/>
                  <a:pt x="106471" y="107133"/>
                </a:cubicBezTo>
                <a:cubicBezTo>
                  <a:pt x="112930" y="107133"/>
                  <a:pt x="117893" y="111670"/>
                  <a:pt x="117893" y="118130"/>
                </a:cubicBezTo>
                <a:cubicBezTo>
                  <a:pt x="117893" y="124586"/>
                  <a:pt x="112930" y="129233"/>
                  <a:pt x="106471" y="129233"/>
                </a:cubicBezTo>
                <a:close/>
                <a:moveTo>
                  <a:pt x="126272" y="81402"/>
                </a:moveTo>
                <a:cubicBezTo>
                  <a:pt x="120006" y="85595"/>
                  <a:pt x="115010" y="89566"/>
                  <a:pt x="115010" y="97472"/>
                </a:cubicBezTo>
                <a:lnTo>
                  <a:pt x="96866" y="97472"/>
                </a:lnTo>
                <a:cubicBezTo>
                  <a:pt x="96866" y="85592"/>
                  <a:pt x="101011" y="78712"/>
                  <a:pt x="111434" y="72595"/>
                </a:cubicBezTo>
                <a:cubicBezTo>
                  <a:pt x="117732" y="68591"/>
                  <a:pt x="120615" y="64642"/>
                  <a:pt x="120615" y="59145"/>
                </a:cubicBezTo>
                <a:cubicBezTo>
                  <a:pt x="120615" y="52524"/>
                  <a:pt x="115652" y="48042"/>
                  <a:pt x="107967" y="48042"/>
                </a:cubicBezTo>
                <a:cubicBezTo>
                  <a:pt x="99161" y="48042"/>
                  <a:pt x="93396" y="54769"/>
                  <a:pt x="93396" y="64802"/>
                </a:cubicBezTo>
                <a:lnTo>
                  <a:pt x="73755" y="64802"/>
                </a:lnTo>
                <a:cubicBezTo>
                  <a:pt x="73755" y="46652"/>
                  <a:pt x="86137" y="31439"/>
                  <a:pt x="107806" y="31439"/>
                </a:cubicBezTo>
                <a:cubicBezTo>
                  <a:pt x="128140" y="31439"/>
                  <a:pt x="140522" y="42276"/>
                  <a:pt x="140522" y="57382"/>
                </a:cubicBezTo>
                <a:cubicBezTo>
                  <a:pt x="140522" y="70569"/>
                  <a:pt x="133796" y="76226"/>
                  <a:pt x="126221" y="81402"/>
                </a:cubicBezTo>
                <a:lnTo>
                  <a:pt x="126272" y="81402"/>
                </a:lnTo>
                <a:close/>
              </a:path>
            </a:pathLst>
          </a:custGeom>
          <a:solidFill>
            <a:srgbClr val="007B85"/>
          </a:solidFill>
          <a:ln w="3646" cap="flat">
            <a:noFill/>
            <a:prstDash val="solid"/>
            <a:miter/>
          </a:ln>
        </p:spPr>
        <p:txBody>
          <a:bodyPr rtlCol="0" anchor="ctr"/>
          <a:lstStyle/>
          <a:p>
            <a:endParaRPr lang="en-GR"/>
          </a:p>
        </p:txBody>
      </p:sp>
      <p:grpSp>
        <p:nvGrpSpPr>
          <p:cNvPr id="39" name="Group 38">
            <a:extLst>
              <a:ext uri="{FF2B5EF4-FFF2-40B4-BE49-F238E27FC236}">
                <a16:creationId xmlns:a16="http://schemas.microsoft.com/office/drawing/2014/main" id="{E49A7CFF-FE36-4DD1-F600-4BC4543FA41D}"/>
              </a:ext>
            </a:extLst>
          </p:cNvPr>
          <p:cNvGrpSpPr/>
          <p:nvPr/>
        </p:nvGrpSpPr>
        <p:grpSpPr>
          <a:xfrm>
            <a:off x="8244627" y="876310"/>
            <a:ext cx="182519" cy="151881"/>
            <a:chOff x="7092469" y="876308"/>
            <a:chExt cx="182519" cy="151881"/>
          </a:xfrm>
        </p:grpSpPr>
        <p:sp>
          <p:nvSpPr>
            <p:cNvPr id="40" name="Freeform 33">
              <a:extLst>
                <a:ext uri="{FF2B5EF4-FFF2-40B4-BE49-F238E27FC236}">
                  <a16:creationId xmlns:a16="http://schemas.microsoft.com/office/drawing/2014/main" id="{E200495C-181D-D4C3-AF53-A08D9723CCA4}"/>
                </a:ext>
              </a:extLst>
            </p:cNvPr>
            <p:cNvSpPr/>
            <p:nvPr/>
          </p:nvSpPr>
          <p:spPr>
            <a:xfrm>
              <a:off x="7212889" y="909699"/>
              <a:ext cx="16543" cy="74567"/>
            </a:xfrm>
            <a:custGeom>
              <a:avLst/>
              <a:gdLst>
                <a:gd name="connsiteX0" fmla="*/ 18648 w 18684"/>
                <a:gd name="connsiteY0" fmla="*/ 84220 h 84219"/>
                <a:gd name="connsiteX1" fmla="*/ 18648 w 18684"/>
                <a:gd name="connsiteY1" fmla="*/ 83960 h 84219"/>
                <a:gd name="connsiteX2" fmla="*/ 18684 w 18684"/>
                <a:gd name="connsiteY2" fmla="*/ 83960 h 84219"/>
                <a:gd name="connsiteX3" fmla="*/ 18684 w 18684"/>
                <a:gd name="connsiteY3" fmla="*/ 5431 h 84219"/>
                <a:gd name="connsiteX4" fmla="*/ 9342 w 18684"/>
                <a:gd name="connsiteY4" fmla="*/ 0 h 84219"/>
                <a:gd name="connsiteX5" fmla="*/ 0 w 18684"/>
                <a:gd name="connsiteY5" fmla="*/ 5431 h 84219"/>
                <a:gd name="connsiteX6" fmla="*/ 0 w 18684"/>
                <a:gd name="connsiteY6" fmla="*/ 83960 h 84219"/>
                <a:gd name="connsiteX7" fmla="*/ 37 w 18684"/>
                <a:gd name="connsiteY7" fmla="*/ 83960 h 84219"/>
                <a:gd name="connsiteX8" fmla="*/ 37 w 18684"/>
                <a:gd name="connsiteY8" fmla="*/ 84220 h 84219"/>
                <a:gd name="connsiteX9" fmla="*/ 18648 w 18684"/>
                <a:gd name="connsiteY9" fmla="*/ 84220 h 84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684" h="84219">
                  <a:moveTo>
                    <a:pt x="18648" y="84220"/>
                  </a:moveTo>
                  <a:lnTo>
                    <a:pt x="18648" y="83960"/>
                  </a:lnTo>
                  <a:lnTo>
                    <a:pt x="18684" y="83960"/>
                  </a:lnTo>
                  <a:lnTo>
                    <a:pt x="18684" y="5431"/>
                  </a:lnTo>
                  <a:cubicBezTo>
                    <a:pt x="18684" y="2456"/>
                    <a:pt x="14524" y="0"/>
                    <a:pt x="9342" y="0"/>
                  </a:cubicBezTo>
                  <a:cubicBezTo>
                    <a:pt x="4160" y="0"/>
                    <a:pt x="0" y="2413"/>
                    <a:pt x="0" y="5431"/>
                  </a:cubicBezTo>
                  <a:lnTo>
                    <a:pt x="0" y="83960"/>
                  </a:lnTo>
                  <a:lnTo>
                    <a:pt x="37" y="83960"/>
                  </a:lnTo>
                  <a:lnTo>
                    <a:pt x="37" y="84220"/>
                  </a:lnTo>
                  <a:lnTo>
                    <a:pt x="18648" y="84220"/>
                  </a:lnTo>
                  <a:close/>
                </a:path>
              </a:pathLst>
            </a:custGeom>
            <a:solidFill>
              <a:srgbClr val="007B85"/>
            </a:solidFill>
            <a:ln w="3646" cap="flat">
              <a:noFill/>
              <a:prstDash val="solid"/>
              <a:miter/>
            </a:ln>
          </p:spPr>
          <p:txBody>
            <a:bodyPr rtlCol="0" anchor="ctr"/>
            <a:lstStyle/>
            <a:p>
              <a:endParaRPr lang="en-GR"/>
            </a:p>
          </p:txBody>
        </p:sp>
        <p:sp>
          <p:nvSpPr>
            <p:cNvPr id="41" name="Freeform 34">
              <a:extLst>
                <a:ext uri="{FF2B5EF4-FFF2-40B4-BE49-F238E27FC236}">
                  <a16:creationId xmlns:a16="http://schemas.microsoft.com/office/drawing/2014/main" id="{1AB21916-6E35-20C5-3AF2-71DD319F609C}"/>
                </a:ext>
              </a:extLst>
            </p:cNvPr>
            <p:cNvSpPr/>
            <p:nvPr/>
          </p:nvSpPr>
          <p:spPr>
            <a:xfrm>
              <a:off x="7162786" y="922370"/>
              <a:ext cx="16559" cy="61896"/>
            </a:xfrm>
            <a:custGeom>
              <a:avLst/>
              <a:gdLst>
                <a:gd name="connsiteX0" fmla="*/ 18662 w 18702"/>
                <a:gd name="connsiteY0" fmla="*/ 69909 h 69908"/>
                <a:gd name="connsiteX1" fmla="*/ 44 w 18702"/>
                <a:gd name="connsiteY1" fmla="*/ 69909 h 69908"/>
                <a:gd name="connsiteX2" fmla="*/ 44 w 18702"/>
                <a:gd name="connsiteY2" fmla="*/ 69649 h 69908"/>
                <a:gd name="connsiteX3" fmla="*/ 0 w 18702"/>
                <a:gd name="connsiteY3" fmla="*/ 69649 h 69908"/>
                <a:gd name="connsiteX4" fmla="*/ 0 w 18702"/>
                <a:gd name="connsiteY4" fmla="*/ 5427 h 69908"/>
                <a:gd name="connsiteX5" fmla="*/ 9353 w 18702"/>
                <a:gd name="connsiteY5" fmla="*/ 0 h 69908"/>
                <a:gd name="connsiteX6" fmla="*/ 18702 w 18702"/>
                <a:gd name="connsiteY6" fmla="*/ 5427 h 69908"/>
                <a:gd name="connsiteX7" fmla="*/ 18702 w 18702"/>
                <a:gd name="connsiteY7" fmla="*/ 69649 h 69908"/>
                <a:gd name="connsiteX8" fmla="*/ 18662 w 18702"/>
                <a:gd name="connsiteY8" fmla="*/ 69649 h 69908"/>
                <a:gd name="connsiteX9" fmla="*/ 18662 w 18702"/>
                <a:gd name="connsiteY9" fmla="*/ 69909 h 69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02" h="69908">
                  <a:moveTo>
                    <a:pt x="18662" y="69909"/>
                  </a:moveTo>
                  <a:lnTo>
                    <a:pt x="44" y="69909"/>
                  </a:lnTo>
                  <a:lnTo>
                    <a:pt x="44" y="69649"/>
                  </a:lnTo>
                  <a:lnTo>
                    <a:pt x="0" y="69649"/>
                  </a:lnTo>
                  <a:lnTo>
                    <a:pt x="0" y="5427"/>
                  </a:lnTo>
                  <a:cubicBezTo>
                    <a:pt x="0" y="2413"/>
                    <a:pt x="4182" y="0"/>
                    <a:pt x="9353" y="0"/>
                  </a:cubicBezTo>
                  <a:cubicBezTo>
                    <a:pt x="14524" y="0"/>
                    <a:pt x="18702" y="2456"/>
                    <a:pt x="18702" y="5427"/>
                  </a:cubicBezTo>
                  <a:lnTo>
                    <a:pt x="18702" y="69649"/>
                  </a:lnTo>
                  <a:lnTo>
                    <a:pt x="18662" y="69649"/>
                  </a:lnTo>
                  <a:lnTo>
                    <a:pt x="18662" y="69909"/>
                  </a:lnTo>
                  <a:close/>
                </a:path>
              </a:pathLst>
            </a:custGeom>
            <a:solidFill>
              <a:srgbClr val="007B85"/>
            </a:solidFill>
            <a:ln w="3646" cap="flat">
              <a:noFill/>
              <a:prstDash val="solid"/>
              <a:miter/>
            </a:ln>
          </p:spPr>
          <p:txBody>
            <a:bodyPr rtlCol="0" anchor="ctr"/>
            <a:lstStyle/>
            <a:p>
              <a:endParaRPr lang="en-GR"/>
            </a:p>
          </p:txBody>
        </p:sp>
        <p:sp>
          <p:nvSpPr>
            <p:cNvPr id="42" name="Freeform 35">
              <a:extLst>
                <a:ext uri="{FF2B5EF4-FFF2-40B4-BE49-F238E27FC236}">
                  <a16:creationId xmlns:a16="http://schemas.microsoft.com/office/drawing/2014/main" id="{6B63604C-D0C1-82A0-20AC-274FD1444316}"/>
                </a:ext>
              </a:extLst>
            </p:cNvPr>
            <p:cNvSpPr/>
            <p:nvPr/>
          </p:nvSpPr>
          <p:spPr>
            <a:xfrm>
              <a:off x="7137910" y="946448"/>
              <a:ext cx="16559" cy="37818"/>
            </a:xfrm>
            <a:custGeom>
              <a:avLst/>
              <a:gdLst>
                <a:gd name="connsiteX0" fmla="*/ 18659 w 18702"/>
                <a:gd name="connsiteY0" fmla="*/ 42714 h 42713"/>
                <a:gd name="connsiteX1" fmla="*/ 18659 w 18702"/>
                <a:gd name="connsiteY1" fmla="*/ 42455 h 42713"/>
                <a:gd name="connsiteX2" fmla="*/ 18702 w 18702"/>
                <a:gd name="connsiteY2" fmla="*/ 42455 h 42713"/>
                <a:gd name="connsiteX3" fmla="*/ 18702 w 18702"/>
                <a:gd name="connsiteY3" fmla="*/ 5431 h 42713"/>
                <a:gd name="connsiteX4" fmla="*/ 9353 w 18702"/>
                <a:gd name="connsiteY4" fmla="*/ 0 h 42713"/>
                <a:gd name="connsiteX5" fmla="*/ 0 w 18702"/>
                <a:gd name="connsiteY5" fmla="*/ 5431 h 42713"/>
                <a:gd name="connsiteX6" fmla="*/ 0 w 18702"/>
                <a:gd name="connsiteY6" fmla="*/ 42455 h 42713"/>
                <a:gd name="connsiteX7" fmla="*/ 44 w 18702"/>
                <a:gd name="connsiteY7" fmla="*/ 42455 h 42713"/>
                <a:gd name="connsiteX8" fmla="*/ 44 w 18702"/>
                <a:gd name="connsiteY8" fmla="*/ 42714 h 42713"/>
                <a:gd name="connsiteX9" fmla="*/ 18659 w 18702"/>
                <a:gd name="connsiteY9" fmla="*/ 42714 h 42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02" h="42713">
                  <a:moveTo>
                    <a:pt x="18659" y="42714"/>
                  </a:moveTo>
                  <a:lnTo>
                    <a:pt x="18659" y="42455"/>
                  </a:lnTo>
                  <a:lnTo>
                    <a:pt x="18702" y="42455"/>
                  </a:lnTo>
                  <a:lnTo>
                    <a:pt x="18702" y="5431"/>
                  </a:lnTo>
                  <a:cubicBezTo>
                    <a:pt x="18702" y="2456"/>
                    <a:pt x="14524" y="0"/>
                    <a:pt x="9353" y="0"/>
                  </a:cubicBezTo>
                  <a:cubicBezTo>
                    <a:pt x="4178" y="0"/>
                    <a:pt x="0" y="2413"/>
                    <a:pt x="0" y="5431"/>
                  </a:cubicBezTo>
                  <a:lnTo>
                    <a:pt x="0" y="42455"/>
                  </a:lnTo>
                  <a:lnTo>
                    <a:pt x="44" y="42455"/>
                  </a:lnTo>
                  <a:lnTo>
                    <a:pt x="44" y="42714"/>
                  </a:lnTo>
                  <a:lnTo>
                    <a:pt x="18659" y="42714"/>
                  </a:lnTo>
                  <a:close/>
                </a:path>
              </a:pathLst>
            </a:custGeom>
            <a:solidFill>
              <a:srgbClr val="007B85"/>
            </a:solidFill>
            <a:ln w="3646" cap="flat">
              <a:noFill/>
              <a:prstDash val="solid"/>
              <a:miter/>
            </a:ln>
          </p:spPr>
          <p:txBody>
            <a:bodyPr rtlCol="0" anchor="ctr"/>
            <a:lstStyle/>
            <a:p>
              <a:endParaRPr lang="en-GR"/>
            </a:p>
          </p:txBody>
        </p:sp>
        <p:sp>
          <p:nvSpPr>
            <p:cNvPr id="43" name="Freeform 36">
              <a:extLst>
                <a:ext uri="{FF2B5EF4-FFF2-40B4-BE49-F238E27FC236}">
                  <a16:creationId xmlns:a16="http://schemas.microsoft.com/office/drawing/2014/main" id="{9EFF0BFF-2711-313D-D9F7-BDD3A6B6839F}"/>
                </a:ext>
              </a:extLst>
            </p:cNvPr>
            <p:cNvSpPr/>
            <p:nvPr/>
          </p:nvSpPr>
          <p:spPr>
            <a:xfrm>
              <a:off x="7187890" y="947249"/>
              <a:ext cx="16559" cy="37016"/>
            </a:xfrm>
            <a:custGeom>
              <a:avLst/>
              <a:gdLst>
                <a:gd name="connsiteX0" fmla="*/ 18662 w 18702"/>
                <a:gd name="connsiteY0" fmla="*/ 41809 h 41808"/>
                <a:gd name="connsiteX1" fmla="*/ 18662 w 18702"/>
                <a:gd name="connsiteY1" fmla="*/ 41549 h 41808"/>
                <a:gd name="connsiteX2" fmla="*/ 18702 w 18702"/>
                <a:gd name="connsiteY2" fmla="*/ 41549 h 41808"/>
                <a:gd name="connsiteX3" fmla="*/ 18702 w 18702"/>
                <a:gd name="connsiteY3" fmla="*/ 5431 h 41808"/>
                <a:gd name="connsiteX4" fmla="*/ 9353 w 18702"/>
                <a:gd name="connsiteY4" fmla="*/ 0 h 41808"/>
                <a:gd name="connsiteX5" fmla="*/ 0 w 18702"/>
                <a:gd name="connsiteY5" fmla="*/ 5431 h 41808"/>
                <a:gd name="connsiteX6" fmla="*/ 0 w 18702"/>
                <a:gd name="connsiteY6" fmla="*/ 41549 h 41808"/>
                <a:gd name="connsiteX7" fmla="*/ 44 w 18702"/>
                <a:gd name="connsiteY7" fmla="*/ 41549 h 41808"/>
                <a:gd name="connsiteX8" fmla="*/ 44 w 18702"/>
                <a:gd name="connsiteY8" fmla="*/ 41809 h 41808"/>
                <a:gd name="connsiteX9" fmla="*/ 18662 w 18702"/>
                <a:gd name="connsiteY9" fmla="*/ 41809 h 41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02" h="41808">
                  <a:moveTo>
                    <a:pt x="18662" y="41809"/>
                  </a:moveTo>
                  <a:lnTo>
                    <a:pt x="18662" y="41549"/>
                  </a:lnTo>
                  <a:lnTo>
                    <a:pt x="18702" y="41549"/>
                  </a:lnTo>
                  <a:lnTo>
                    <a:pt x="18702" y="5431"/>
                  </a:lnTo>
                  <a:cubicBezTo>
                    <a:pt x="18702" y="2456"/>
                    <a:pt x="14524" y="0"/>
                    <a:pt x="9353" y="0"/>
                  </a:cubicBezTo>
                  <a:cubicBezTo>
                    <a:pt x="4182" y="0"/>
                    <a:pt x="0" y="2413"/>
                    <a:pt x="0" y="5431"/>
                  </a:cubicBezTo>
                  <a:lnTo>
                    <a:pt x="0" y="41549"/>
                  </a:lnTo>
                  <a:lnTo>
                    <a:pt x="44" y="41549"/>
                  </a:lnTo>
                  <a:lnTo>
                    <a:pt x="44" y="41809"/>
                  </a:lnTo>
                  <a:lnTo>
                    <a:pt x="18662" y="41809"/>
                  </a:lnTo>
                  <a:close/>
                </a:path>
              </a:pathLst>
            </a:custGeom>
            <a:solidFill>
              <a:srgbClr val="007B85"/>
            </a:solidFill>
            <a:ln w="3646" cap="flat">
              <a:noFill/>
              <a:prstDash val="solid"/>
              <a:miter/>
            </a:ln>
          </p:spPr>
          <p:txBody>
            <a:bodyPr rtlCol="0" anchor="ctr"/>
            <a:lstStyle/>
            <a:p>
              <a:endParaRPr lang="en-GR"/>
            </a:p>
          </p:txBody>
        </p:sp>
        <p:sp>
          <p:nvSpPr>
            <p:cNvPr id="44" name="Freeform 37">
              <a:extLst>
                <a:ext uri="{FF2B5EF4-FFF2-40B4-BE49-F238E27FC236}">
                  <a16:creationId xmlns:a16="http://schemas.microsoft.com/office/drawing/2014/main" id="{BBF43DBE-54AC-E14E-233A-138ECA4E36AC}"/>
                </a:ext>
              </a:extLst>
            </p:cNvPr>
            <p:cNvSpPr/>
            <p:nvPr/>
          </p:nvSpPr>
          <p:spPr>
            <a:xfrm>
              <a:off x="7092469" y="876308"/>
              <a:ext cx="182519" cy="151881"/>
            </a:xfrm>
            <a:custGeom>
              <a:avLst/>
              <a:gdLst>
                <a:gd name="connsiteX0" fmla="*/ 48134 w 206146"/>
                <a:gd name="connsiteY0" fmla="*/ 88 h 171541"/>
                <a:gd name="connsiteX1" fmla="*/ 155312 w 206146"/>
                <a:gd name="connsiteY1" fmla="*/ 0 h 171541"/>
                <a:gd name="connsiteX2" fmla="*/ 206147 w 206146"/>
                <a:gd name="connsiteY2" fmla="*/ 29739 h 171541"/>
                <a:gd name="connsiteX3" fmla="*/ 206147 w 206146"/>
                <a:gd name="connsiteY3" fmla="*/ 124561 h 171541"/>
                <a:gd name="connsiteX4" fmla="*/ 158013 w 206146"/>
                <a:gd name="connsiteY4" fmla="*/ 154216 h 171541"/>
                <a:gd name="connsiteX5" fmla="*/ 137541 w 206146"/>
                <a:gd name="connsiteY5" fmla="*/ 154216 h 171541"/>
                <a:gd name="connsiteX6" fmla="*/ 137541 w 206146"/>
                <a:gd name="connsiteY6" fmla="*/ 171541 h 171541"/>
                <a:gd name="connsiteX7" fmla="*/ 68602 w 206146"/>
                <a:gd name="connsiteY7" fmla="*/ 171541 h 171541"/>
                <a:gd name="connsiteX8" fmla="*/ 68602 w 206146"/>
                <a:gd name="connsiteY8" fmla="*/ 154259 h 171541"/>
                <a:gd name="connsiteX9" fmla="*/ 50849 w 206146"/>
                <a:gd name="connsiteY9" fmla="*/ 154259 h 171541"/>
                <a:gd name="connsiteX10" fmla="*/ 0 w 206146"/>
                <a:gd name="connsiteY10" fmla="*/ 124517 h 171541"/>
                <a:gd name="connsiteX11" fmla="*/ 0 w 206146"/>
                <a:gd name="connsiteY11" fmla="*/ 29739 h 171541"/>
                <a:gd name="connsiteX12" fmla="*/ 48134 w 206146"/>
                <a:gd name="connsiteY12" fmla="*/ 88 h 171541"/>
                <a:gd name="connsiteX13" fmla="*/ 21804 w 206146"/>
                <a:gd name="connsiteY13" fmla="*/ 133569 h 171541"/>
                <a:gd name="connsiteX14" fmla="*/ 184361 w 206146"/>
                <a:gd name="connsiteY14" fmla="*/ 133441 h 171541"/>
                <a:gd name="connsiteX15" fmla="*/ 184361 w 206146"/>
                <a:gd name="connsiteY15" fmla="*/ 20472 h 171541"/>
                <a:gd name="connsiteX16" fmla="*/ 21804 w 206146"/>
                <a:gd name="connsiteY16" fmla="*/ 20603 h 171541"/>
                <a:gd name="connsiteX17" fmla="*/ 21804 w 206146"/>
                <a:gd name="connsiteY17" fmla="*/ 133569 h 17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6146" h="171541">
                  <a:moveTo>
                    <a:pt x="48134" y="88"/>
                  </a:moveTo>
                  <a:lnTo>
                    <a:pt x="155312" y="0"/>
                  </a:lnTo>
                  <a:cubicBezTo>
                    <a:pt x="183448" y="172"/>
                    <a:pt x="206147" y="13406"/>
                    <a:pt x="206147" y="29739"/>
                  </a:cubicBezTo>
                  <a:lnTo>
                    <a:pt x="206147" y="124561"/>
                  </a:lnTo>
                  <a:cubicBezTo>
                    <a:pt x="206147" y="140335"/>
                    <a:pt x="184871" y="153223"/>
                    <a:pt x="158013" y="154216"/>
                  </a:cubicBezTo>
                  <a:lnTo>
                    <a:pt x="137541" y="154216"/>
                  </a:lnTo>
                  <a:lnTo>
                    <a:pt x="137541" y="171541"/>
                  </a:lnTo>
                  <a:lnTo>
                    <a:pt x="68602" y="171541"/>
                  </a:lnTo>
                  <a:lnTo>
                    <a:pt x="68602" y="154259"/>
                  </a:lnTo>
                  <a:lnTo>
                    <a:pt x="50849" y="154259"/>
                  </a:lnTo>
                  <a:cubicBezTo>
                    <a:pt x="22709" y="154084"/>
                    <a:pt x="0" y="140854"/>
                    <a:pt x="0" y="124517"/>
                  </a:cubicBezTo>
                  <a:lnTo>
                    <a:pt x="0" y="29739"/>
                  </a:lnTo>
                  <a:cubicBezTo>
                    <a:pt x="0" y="13964"/>
                    <a:pt x="21286" y="1077"/>
                    <a:pt x="48134" y="88"/>
                  </a:cubicBezTo>
                  <a:close/>
                  <a:moveTo>
                    <a:pt x="21804" y="133569"/>
                  </a:moveTo>
                  <a:lnTo>
                    <a:pt x="184361" y="133441"/>
                  </a:lnTo>
                  <a:lnTo>
                    <a:pt x="184361" y="20472"/>
                  </a:lnTo>
                  <a:lnTo>
                    <a:pt x="21804" y="20603"/>
                  </a:lnTo>
                  <a:lnTo>
                    <a:pt x="21804" y="133569"/>
                  </a:lnTo>
                  <a:close/>
                </a:path>
              </a:pathLst>
            </a:custGeom>
            <a:solidFill>
              <a:srgbClr val="007B85"/>
            </a:solidFill>
            <a:ln w="3646" cap="flat">
              <a:noFill/>
              <a:prstDash val="solid"/>
              <a:miter/>
            </a:ln>
          </p:spPr>
          <p:txBody>
            <a:bodyPr rtlCol="0" anchor="ctr"/>
            <a:lstStyle/>
            <a:p>
              <a:endParaRPr lang="en-GR"/>
            </a:p>
          </p:txBody>
        </p:sp>
      </p:grpSp>
      <p:grpSp>
        <p:nvGrpSpPr>
          <p:cNvPr id="45" name="Group 44">
            <a:extLst>
              <a:ext uri="{FF2B5EF4-FFF2-40B4-BE49-F238E27FC236}">
                <a16:creationId xmlns:a16="http://schemas.microsoft.com/office/drawing/2014/main" id="{111C3D48-3891-FBC9-2E80-9EB3FD7B73A4}"/>
              </a:ext>
            </a:extLst>
          </p:cNvPr>
          <p:cNvGrpSpPr/>
          <p:nvPr/>
        </p:nvGrpSpPr>
        <p:grpSpPr>
          <a:xfrm>
            <a:off x="8570958" y="863385"/>
            <a:ext cx="193860" cy="180227"/>
            <a:chOff x="7418802" y="863383"/>
            <a:chExt cx="193860" cy="180227"/>
          </a:xfrm>
        </p:grpSpPr>
        <p:sp>
          <p:nvSpPr>
            <p:cNvPr id="46" name="Freeform 38">
              <a:extLst>
                <a:ext uri="{FF2B5EF4-FFF2-40B4-BE49-F238E27FC236}">
                  <a16:creationId xmlns:a16="http://schemas.microsoft.com/office/drawing/2014/main" id="{A9C99436-0CB6-8CE9-D35E-143F9F8AF536}"/>
                </a:ext>
              </a:extLst>
            </p:cNvPr>
            <p:cNvSpPr/>
            <p:nvPr/>
          </p:nvSpPr>
          <p:spPr>
            <a:xfrm>
              <a:off x="7428527" y="863383"/>
              <a:ext cx="95960" cy="140085"/>
            </a:xfrm>
            <a:custGeom>
              <a:avLst/>
              <a:gdLst>
                <a:gd name="connsiteX0" fmla="*/ 47404 w 108382"/>
                <a:gd name="connsiteY0" fmla="*/ 126360 h 158218"/>
                <a:gd name="connsiteX1" fmla="*/ 47404 w 108382"/>
                <a:gd name="connsiteY1" fmla="*/ 154500 h 158218"/>
                <a:gd name="connsiteX2" fmla="*/ 61271 w 108382"/>
                <a:gd name="connsiteY2" fmla="*/ 154500 h 158218"/>
                <a:gd name="connsiteX3" fmla="*/ 61271 w 108382"/>
                <a:gd name="connsiteY3" fmla="*/ 126305 h 158218"/>
                <a:gd name="connsiteX4" fmla="*/ 108383 w 108382"/>
                <a:gd name="connsiteY4" fmla="*/ 78292 h 158218"/>
                <a:gd name="connsiteX5" fmla="*/ 54191 w 108382"/>
                <a:gd name="connsiteY5" fmla="*/ 0 h 158218"/>
                <a:gd name="connsiteX6" fmla="*/ 0 w 108382"/>
                <a:gd name="connsiteY6" fmla="*/ 78292 h 158218"/>
                <a:gd name="connsiteX7" fmla="*/ 47404 w 108382"/>
                <a:gd name="connsiteY7" fmla="*/ 126360 h 158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382" h="158218">
                  <a:moveTo>
                    <a:pt x="47404" y="126360"/>
                  </a:moveTo>
                  <a:lnTo>
                    <a:pt x="47404" y="154500"/>
                  </a:lnTo>
                  <a:cubicBezTo>
                    <a:pt x="47550" y="159479"/>
                    <a:pt x="61125" y="159438"/>
                    <a:pt x="61271" y="154500"/>
                  </a:cubicBezTo>
                  <a:lnTo>
                    <a:pt x="61271" y="126305"/>
                  </a:lnTo>
                  <a:cubicBezTo>
                    <a:pt x="89334" y="123349"/>
                    <a:pt x="108383" y="104461"/>
                    <a:pt x="108383" y="78292"/>
                  </a:cubicBezTo>
                  <a:cubicBezTo>
                    <a:pt x="108383" y="50751"/>
                    <a:pt x="86049" y="0"/>
                    <a:pt x="54191" y="0"/>
                  </a:cubicBezTo>
                  <a:cubicBezTo>
                    <a:pt x="22333" y="0"/>
                    <a:pt x="0" y="50751"/>
                    <a:pt x="0" y="78292"/>
                  </a:cubicBezTo>
                  <a:cubicBezTo>
                    <a:pt x="0" y="105830"/>
                    <a:pt x="19159" y="123513"/>
                    <a:pt x="47404" y="126360"/>
                  </a:cubicBezTo>
                  <a:close/>
                </a:path>
              </a:pathLst>
            </a:custGeom>
            <a:solidFill>
              <a:srgbClr val="007B85"/>
            </a:solidFill>
            <a:ln w="3646" cap="flat">
              <a:noFill/>
              <a:prstDash val="solid"/>
              <a:miter/>
            </a:ln>
          </p:spPr>
          <p:txBody>
            <a:bodyPr rtlCol="0" anchor="ctr"/>
            <a:lstStyle/>
            <a:p>
              <a:endParaRPr lang="en-GR"/>
            </a:p>
          </p:txBody>
        </p:sp>
        <p:sp>
          <p:nvSpPr>
            <p:cNvPr id="47" name="Freeform 39">
              <a:extLst>
                <a:ext uri="{FF2B5EF4-FFF2-40B4-BE49-F238E27FC236}">
                  <a16:creationId xmlns:a16="http://schemas.microsoft.com/office/drawing/2014/main" id="{E95D8577-C0CC-3861-4DB3-716D3B731415}"/>
                </a:ext>
              </a:extLst>
            </p:cNvPr>
            <p:cNvSpPr/>
            <p:nvPr/>
          </p:nvSpPr>
          <p:spPr>
            <a:xfrm>
              <a:off x="7418802" y="964693"/>
              <a:ext cx="193860" cy="78917"/>
            </a:xfrm>
            <a:custGeom>
              <a:avLst/>
              <a:gdLst>
                <a:gd name="connsiteX0" fmla="*/ 117944 w 218955"/>
                <a:gd name="connsiteY0" fmla="*/ 0 h 89132"/>
                <a:gd name="connsiteX1" fmla="*/ 83203 w 218955"/>
                <a:gd name="connsiteY1" fmla="*/ 21132 h 89132"/>
                <a:gd name="connsiteX2" fmla="*/ 83203 w 218955"/>
                <a:gd name="connsiteY2" fmla="*/ 40075 h 89132"/>
                <a:gd name="connsiteX3" fmla="*/ 47404 w 218955"/>
                <a:gd name="connsiteY3" fmla="*/ 40403 h 89132"/>
                <a:gd name="connsiteX4" fmla="*/ 47404 w 218955"/>
                <a:gd name="connsiteY4" fmla="*/ 21187 h 89132"/>
                <a:gd name="connsiteX5" fmla="*/ 35288 w 218955"/>
                <a:gd name="connsiteY5" fmla="*/ 17191 h 89132"/>
                <a:gd name="connsiteX6" fmla="*/ 0 w 218955"/>
                <a:gd name="connsiteY6" fmla="*/ 65372 h 89132"/>
                <a:gd name="connsiteX7" fmla="*/ 18867 w 218955"/>
                <a:gd name="connsiteY7" fmla="*/ 89132 h 89132"/>
                <a:gd name="connsiteX8" fmla="*/ 200016 w 218955"/>
                <a:gd name="connsiteY8" fmla="*/ 89132 h 89132"/>
                <a:gd name="connsiteX9" fmla="*/ 218955 w 218955"/>
                <a:gd name="connsiteY9" fmla="*/ 65427 h 89132"/>
                <a:gd name="connsiteX10" fmla="*/ 117944 w 218955"/>
                <a:gd name="connsiteY10" fmla="*/ 55 h 89132"/>
                <a:gd name="connsiteX11" fmla="*/ 117944 w 218955"/>
                <a:gd name="connsiteY11" fmla="*/ 0 h 89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8955" h="89132">
                  <a:moveTo>
                    <a:pt x="117944" y="0"/>
                  </a:moveTo>
                  <a:cubicBezTo>
                    <a:pt x="109733" y="10238"/>
                    <a:pt x="97764" y="17683"/>
                    <a:pt x="83203" y="21132"/>
                  </a:cubicBezTo>
                  <a:lnTo>
                    <a:pt x="83203" y="40075"/>
                  </a:lnTo>
                  <a:cubicBezTo>
                    <a:pt x="82692" y="59047"/>
                    <a:pt x="47951" y="59583"/>
                    <a:pt x="47404" y="40403"/>
                  </a:cubicBezTo>
                  <a:lnTo>
                    <a:pt x="47404" y="21187"/>
                  </a:lnTo>
                  <a:cubicBezTo>
                    <a:pt x="43134" y="20202"/>
                    <a:pt x="39083" y="18833"/>
                    <a:pt x="35288" y="17191"/>
                  </a:cubicBezTo>
                  <a:cubicBezTo>
                    <a:pt x="13612" y="29180"/>
                    <a:pt x="0" y="46316"/>
                    <a:pt x="0" y="65372"/>
                  </a:cubicBezTo>
                  <a:cubicBezTo>
                    <a:pt x="0" y="78785"/>
                    <a:pt x="3540" y="88165"/>
                    <a:pt x="18867" y="89132"/>
                  </a:cubicBezTo>
                  <a:lnTo>
                    <a:pt x="200016" y="89132"/>
                  </a:lnTo>
                  <a:cubicBezTo>
                    <a:pt x="215452" y="88220"/>
                    <a:pt x="218955" y="78902"/>
                    <a:pt x="218955" y="65427"/>
                  </a:cubicBezTo>
                  <a:cubicBezTo>
                    <a:pt x="218955" y="30877"/>
                    <a:pt x="174435" y="2628"/>
                    <a:pt x="117944" y="55"/>
                  </a:cubicBezTo>
                  <a:lnTo>
                    <a:pt x="117944" y="0"/>
                  </a:lnTo>
                  <a:close/>
                </a:path>
              </a:pathLst>
            </a:custGeom>
            <a:solidFill>
              <a:srgbClr val="007B85"/>
            </a:solidFill>
            <a:ln w="3646" cap="flat">
              <a:noFill/>
              <a:prstDash val="solid"/>
              <a:miter/>
            </a:ln>
          </p:spPr>
          <p:txBody>
            <a:bodyPr rtlCol="0" anchor="ctr"/>
            <a:lstStyle/>
            <a:p>
              <a:endParaRPr lang="en-GR"/>
            </a:p>
          </p:txBody>
        </p:sp>
        <p:sp>
          <p:nvSpPr>
            <p:cNvPr id="48" name="Freeform 40">
              <a:extLst>
                <a:ext uri="{FF2B5EF4-FFF2-40B4-BE49-F238E27FC236}">
                  <a16:creationId xmlns:a16="http://schemas.microsoft.com/office/drawing/2014/main" id="{36F18DE3-0053-7B9C-D7B2-1D3978827ED1}"/>
                </a:ext>
              </a:extLst>
            </p:cNvPr>
            <p:cNvSpPr/>
            <p:nvPr/>
          </p:nvSpPr>
          <p:spPr>
            <a:xfrm>
              <a:off x="7548101" y="886252"/>
              <a:ext cx="54873" cy="54876"/>
            </a:xfrm>
            <a:custGeom>
              <a:avLst/>
              <a:gdLst>
                <a:gd name="connsiteX0" fmla="*/ 34017 w 61976"/>
                <a:gd name="connsiteY0" fmla="*/ 153 h 61980"/>
                <a:gd name="connsiteX1" fmla="*/ 61824 w 61976"/>
                <a:gd name="connsiteY1" fmla="*/ 34042 h 61980"/>
                <a:gd name="connsiteX2" fmla="*/ 27923 w 61976"/>
                <a:gd name="connsiteY2" fmla="*/ 61828 h 61980"/>
                <a:gd name="connsiteX3" fmla="*/ 152 w 61976"/>
                <a:gd name="connsiteY3" fmla="*/ 27939 h 61980"/>
                <a:gd name="connsiteX4" fmla="*/ 34017 w 61976"/>
                <a:gd name="connsiteY4" fmla="*/ 153 h 61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76" h="61980">
                  <a:moveTo>
                    <a:pt x="34017" y="153"/>
                  </a:moveTo>
                  <a:cubicBezTo>
                    <a:pt x="51059" y="1836"/>
                    <a:pt x="63503" y="17008"/>
                    <a:pt x="61824" y="34042"/>
                  </a:cubicBezTo>
                  <a:cubicBezTo>
                    <a:pt x="60109" y="51072"/>
                    <a:pt x="44965" y="63510"/>
                    <a:pt x="27923" y="61828"/>
                  </a:cubicBezTo>
                  <a:cubicBezTo>
                    <a:pt x="10881" y="60141"/>
                    <a:pt x="-1527" y="44969"/>
                    <a:pt x="152" y="27939"/>
                  </a:cubicBezTo>
                  <a:cubicBezTo>
                    <a:pt x="1831" y="10905"/>
                    <a:pt x="17012" y="-1533"/>
                    <a:pt x="34017" y="153"/>
                  </a:cubicBezTo>
                  <a:close/>
                </a:path>
              </a:pathLst>
            </a:custGeom>
            <a:solidFill>
              <a:srgbClr val="007B85"/>
            </a:solidFill>
            <a:ln w="3646" cap="flat">
              <a:noFill/>
              <a:prstDash val="solid"/>
              <a:miter/>
            </a:ln>
          </p:spPr>
          <p:txBody>
            <a:bodyPr rtlCol="0" anchor="ctr"/>
            <a:lstStyle/>
            <a:p>
              <a:endParaRPr lang="en-GR"/>
            </a:p>
          </p:txBody>
        </p:sp>
      </p:grpSp>
      <p:grpSp>
        <p:nvGrpSpPr>
          <p:cNvPr id="49" name="Group 48">
            <a:extLst>
              <a:ext uri="{FF2B5EF4-FFF2-40B4-BE49-F238E27FC236}">
                <a16:creationId xmlns:a16="http://schemas.microsoft.com/office/drawing/2014/main" id="{C623C23E-D06C-F0AF-1D73-7409F01EEC16}"/>
              </a:ext>
            </a:extLst>
          </p:cNvPr>
          <p:cNvGrpSpPr/>
          <p:nvPr/>
        </p:nvGrpSpPr>
        <p:grpSpPr>
          <a:xfrm>
            <a:off x="8897292" y="879555"/>
            <a:ext cx="206785" cy="151881"/>
            <a:chOff x="7745134" y="879553"/>
            <a:chExt cx="206785" cy="151881"/>
          </a:xfrm>
        </p:grpSpPr>
        <p:sp>
          <p:nvSpPr>
            <p:cNvPr id="50" name="Freeform 42">
              <a:extLst>
                <a:ext uri="{FF2B5EF4-FFF2-40B4-BE49-F238E27FC236}">
                  <a16:creationId xmlns:a16="http://schemas.microsoft.com/office/drawing/2014/main" id="{46111A84-A470-9832-37A9-3105935B283E}"/>
                </a:ext>
              </a:extLst>
            </p:cNvPr>
            <p:cNvSpPr/>
            <p:nvPr/>
          </p:nvSpPr>
          <p:spPr>
            <a:xfrm>
              <a:off x="7773858" y="905828"/>
              <a:ext cx="15024" cy="15036"/>
            </a:xfrm>
            <a:custGeom>
              <a:avLst/>
              <a:gdLst>
                <a:gd name="connsiteX0" fmla="*/ 8466 w 16969"/>
                <a:gd name="connsiteY0" fmla="*/ 16983 h 16982"/>
                <a:gd name="connsiteX1" fmla="*/ 16969 w 16969"/>
                <a:gd name="connsiteY1" fmla="*/ 8493 h 16982"/>
                <a:gd name="connsiteX2" fmla="*/ 8466 w 16969"/>
                <a:gd name="connsiteY2" fmla="*/ 0 h 16982"/>
                <a:gd name="connsiteX3" fmla="*/ 0 w 16969"/>
                <a:gd name="connsiteY3" fmla="*/ 8493 h 16982"/>
                <a:gd name="connsiteX4" fmla="*/ 8466 w 16969"/>
                <a:gd name="connsiteY4" fmla="*/ 16983 h 16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9" h="16982">
                  <a:moveTo>
                    <a:pt x="8466" y="16983"/>
                  </a:moveTo>
                  <a:cubicBezTo>
                    <a:pt x="13174" y="16983"/>
                    <a:pt x="16969" y="13180"/>
                    <a:pt x="16969" y="8493"/>
                  </a:cubicBezTo>
                  <a:cubicBezTo>
                    <a:pt x="16969" y="3803"/>
                    <a:pt x="13174" y="0"/>
                    <a:pt x="8466" y="0"/>
                  </a:cubicBezTo>
                  <a:cubicBezTo>
                    <a:pt x="3795" y="0"/>
                    <a:pt x="0" y="3803"/>
                    <a:pt x="0" y="8493"/>
                  </a:cubicBezTo>
                  <a:cubicBezTo>
                    <a:pt x="0" y="13180"/>
                    <a:pt x="3795" y="16983"/>
                    <a:pt x="8466" y="16983"/>
                  </a:cubicBezTo>
                  <a:close/>
                </a:path>
              </a:pathLst>
            </a:custGeom>
            <a:solidFill>
              <a:srgbClr val="007B85"/>
            </a:solidFill>
            <a:ln w="3646" cap="flat">
              <a:noFill/>
              <a:prstDash val="solid"/>
              <a:miter/>
            </a:ln>
          </p:spPr>
          <p:txBody>
            <a:bodyPr rtlCol="0" anchor="ctr"/>
            <a:lstStyle/>
            <a:p>
              <a:endParaRPr lang="en-GR"/>
            </a:p>
          </p:txBody>
        </p:sp>
        <p:sp>
          <p:nvSpPr>
            <p:cNvPr id="51" name="Freeform 43">
              <a:extLst>
                <a:ext uri="{FF2B5EF4-FFF2-40B4-BE49-F238E27FC236}">
                  <a16:creationId xmlns:a16="http://schemas.microsoft.com/office/drawing/2014/main" id="{0978D5EC-385E-3F07-BA94-B5F9B1C04FFB}"/>
                </a:ext>
              </a:extLst>
            </p:cNvPr>
            <p:cNvSpPr/>
            <p:nvPr/>
          </p:nvSpPr>
          <p:spPr>
            <a:xfrm>
              <a:off x="7794924" y="905828"/>
              <a:ext cx="14991" cy="15036"/>
            </a:xfrm>
            <a:custGeom>
              <a:avLst/>
              <a:gdLst>
                <a:gd name="connsiteX0" fmla="*/ 8466 w 16932"/>
                <a:gd name="connsiteY0" fmla="*/ 16983 h 16982"/>
                <a:gd name="connsiteX1" fmla="*/ 16933 w 16932"/>
                <a:gd name="connsiteY1" fmla="*/ 8493 h 16982"/>
                <a:gd name="connsiteX2" fmla="*/ 8466 w 16932"/>
                <a:gd name="connsiteY2" fmla="*/ 0 h 16982"/>
                <a:gd name="connsiteX3" fmla="*/ 0 w 16932"/>
                <a:gd name="connsiteY3" fmla="*/ 8493 h 16982"/>
                <a:gd name="connsiteX4" fmla="*/ 8466 w 16932"/>
                <a:gd name="connsiteY4" fmla="*/ 16983 h 16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32" h="16982">
                  <a:moveTo>
                    <a:pt x="8466" y="16983"/>
                  </a:moveTo>
                  <a:cubicBezTo>
                    <a:pt x="13137" y="16983"/>
                    <a:pt x="16933" y="13180"/>
                    <a:pt x="16933" y="8493"/>
                  </a:cubicBezTo>
                  <a:cubicBezTo>
                    <a:pt x="16933" y="3803"/>
                    <a:pt x="13137" y="0"/>
                    <a:pt x="8466" y="0"/>
                  </a:cubicBezTo>
                  <a:cubicBezTo>
                    <a:pt x="3795" y="0"/>
                    <a:pt x="0" y="3803"/>
                    <a:pt x="0" y="8493"/>
                  </a:cubicBezTo>
                  <a:cubicBezTo>
                    <a:pt x="0" y="13180"/>
                    <a:pt x="3795" y="16983"/>
                    <a:pt x="8466" y="16983"/>
                  </a:cubicBezTo>
                  <a:close/>
                </a:path>
              </a:pathLst>
            </a:custGeom>
            <a:solidFill>
              <a:srgbClr val="007B85"/>
            </a:solidFill>
            <a:ln w="3646" cap="flat">
              <a:noFill/>
              <a:prstDash val="solid"/>
              <a:miter/>
            </a:ln>
          </p:spPr>
          <p:txBody>
            <a:bodyPr rtlCol="0" anchor="ctr"/>
            <a:lstStyle/>
            <a:p>
              <a:endParaRPr lang="en-GR"/>
            </a:p>
          </p:txBody>
        </p:sp>
        <p:sp>
          <p:nvSpPr>
            <p:cNvPr id="52" name="Freeform 44">
              <a:extLst>
                <a:ext uri="{FF2B5EF4-FFF2-40B4-BE49-F238E27FC236}">
                  <a16:creationId xmlns:a16="http://schemas.microsoft.com/office/drawing/2014/main" id="{71F11A03-2919-C741-A898-0632A5F4FF0C}"/>
                </a:ext>
              </a:extLst>
            </p:cNvPr>
            <p:cNvSpPr/>
            <p:nvPr/>
          </p:nvSpPr>
          <p:spPr>
            <a:xfrm>
              <a:off x="7815958" y="905786"/>
              <a:ext cx="15023" cy="15036"/>
            </a:xfrm>
            <a:custGeom>
              <a:avLst/>
              <a:gdLst>
                <a:gd name="connsiteX0" fmla="*/ 8466 w 16968"/>
                <a:gd name="connsiteY0" fmla="*/ 0 h 16982"/>
                <a:gd name="connsiteX1" fmla="*/ 0 w 16968"/>
                <a:gd name="connsiteY1" fmla="*/ 8489 h 16982"/>
                <a:gd name="connsiteX2" fmla="*/ 8466 w 16968"/>
                <a:gd name="connsiteY2" fmla="*/ 16983 h 16982"/>
                <a:gd name="connsiteX3" fmla="*/ 16969 w 16968"/>
                <a:gd name="connsiteY3" fmla="*/ 8489 h 16982"/>
                <a:gd name="connsiteX4" fmla="*/ 8466 w 16968"/>
                <a:gd name="connsiteY4" fmla="*/ 0 h 16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8" h="16982">
                  <a:moveTo>
                    <a:pt x="8466" y="0"/>
                  </a:moveTo>
                  <a:cubicBezTo>
                    <a:pt x="3795" y="0"/>
                    <a:pt x="0" y="3785"/>
                    <a:pt x="0" y="8489"/>
                  </a:cubicBezTo>
                  <a:cubicBezTo>
                    <a:pt x="0" y="13198"/>
                    <a:pt x="3795" y="16983"/>
                    <a:pt x="8466" y="16983"/>
                  </a:cubicBezTo>
                  <a:cubicBezTo>
                    <a:pt x="13174" y="16983"/>
                    <a:pt x="16969" y="13198"/>
                    <a:pt x="16969" y="8489"/>
                  </a:cubicBezTo>
                  <a:cubicBezTo>
                    <a:pt x="16969" y="3785"/>
                    <a:pt x="13174" y="0"/>
                    <a:pt x="8466" y="0"/>
                  </a:cubicBezTo>
                  <a:close/>
                </a:path>
              </a:pathLst>
            </a:custGeom>
            <a:solidFill>
              <a:srgbClr val="007B85"/>
            </a:solidFill>
            <a:ln w="3646" cap="flat">
              <a:noFill/>
              <a:prstDash val="solid"/>
              <a:miter/>
            </a:ln>
          </p:spPr>
          <p:txBody>
            <a:bodyPr rtlCol="0" anchor="ctr"/>
            <a:lstStyle/>
            <a:p>
              <a:endParaRPr lang="en-GR"/>
            </a:p>
          </p:txBody>
        </p:sp>
        <p:sp>
          <p:nvSpPr>
            <p:cNvPr id="53" name="Freeform 45">
              <a:extLst>
                <a:ext uri="{FF2B5EF4-FFF2-40B4-BE49-F238E27FC236}">
                  <a16:creationId xmlns:a16="http://schemas.microsoft.com/office/drawing/2014/main" id="{83BEB880-2AD4-FEC4-5878-E541672A6E88}"/>
                </a:ext>
              </a:extLst>
            </p:cNvPr>
            <p:cNvSpPr/>
            <p:nvPr/>
          </p:nvSpPr>
          <p:spPr>
            <a:xfrm>
              <a:off x="7745134" y="879553"/>
              <a:ext cx="206776" cy="151881"/>
            </a:xfrm>
            <a:custGeom>
              <a:avLst/>
              <a:gdLst>
                <a:gd name="connsiteX0" fmla="*/ 19305 w 233543"/>
                <a:gd name="connsiteY0" fmla="*/ 152136 h 171541"/>
                <a:gd name="connsiteX1" fmla="*/ 19305 w 233543"/>
                <a:gd name="connsiteY1" fmla="*/ 75771 h 171541"/>
                <a:gd name="connsiteX2" fmla="*/ 233516 w 233543"/>
                <a:gd name="connsiteY2" fmla="*/ 75771 h 171541"/>
                <a:gd name="connsiteX3" fmla="*/ 233516 w 233543"/>
                <a:gd name="connsiteY3" fmla="*/ 49182 h 171541"/>
                <a:gd name="connsiteX4" fmla="*/ 227166 w 233543"/>
                <a:gd name="connsiteY4" fmla="*/ 10417 h 171541"/>
                <a:gd name="connsiteX5" fmla="*/ 212569 w 233543"/>
                <a:gd name="connsiteY5" fmla="*/ 325 h 171541"/>
                <a:gd name="connsiteX6" fmla="*/ 212350 w 233543"/>
                <a:gd name="connsiteY6" fmla="*/ 325 h 171541"/>
                <a:gd name="connsiteX7" fmla="*/ 18502 w 233543"/>
                <a:gd name="connsiteY7" fmla="*/ 811 h 171541"/>
                <a:gd name="connsiteX8" fmla="*/ 4890 w 233543"/>
                <a:gd name="connsiteY8" fmla="*/ 12793 h 171541"/>
                <a:gd name="connsiteX9" fmla="*/ 0 w 233543"/>
                <a:gd name="connsiteY9" fmla="*/ 44864 h 171541"/>
                <a:gd name="connsiteX10" fmla="*/ 0 w 233543"/>
                <a:gd name="connsiteY10" fmla="*/ 136270 h 171541"/>
                <a:gd name="connsiteX11" fmla="*/ 9890 w 233543"/>
                <a:gd name="connsiteY11" fmla="*/ 166155 h 171541"/>
                <a:gd name="connsiteX12" fmla="*/ 21166 w 233543"/>
                <a:gd name="connsiteY12" fmla="*/ 171542 h 171541"/>
                <a:gd name="connsiteX13" fmla="*/ 153306 w 233543"/>
                <a:gd name="connsiteY13" fmla="*/ 171542 h 171541"/>
                <a:gd name="connsiteX14" fmla="*/ 139949 w 233543"/>
                <a:gd name="connsiteY14" fmla="*/ 152136 h 171541"/>
                <a:gd name="connsiteX15" fmla="*/ 19305 w 233543"/>
                <a:gd name="connsiteY15" fmla="*/ 152136 h 171541"/>
                <a:gd name="connsiteX16" fmla="*/ 19305 w 233543"/>
                <a:gd name="connsiteY16" fmla="*/ 19636 h 171541"/>
                <a:gd name="connsiteX17" fmla="*/ 214431 w 233543"/>
                <a:gd name="connsiteY17" fmla="*/ 19731 h 171541"/>
                <a:gd name="connsiteX18" fmla="*/ 214431 w 233543"/>
                <a:gd name="connsiteY18" fmla="*/ 56361 h 171541"/>
                <a:gd name="connsiteX19" fmla="*/ 19305 w 233543"/>
                <a:gd name="connsiteY19" fmla="*/ 56361 h 171541"/>
                <a:gd name="connsiteX20" fmla="*/ 19305 w 233543"/>
                <a:gd name="connsiteY20" fmla="*/ 19636 h 17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33543" h="171541">
                  <a:moveTo>
                    <a:pt x="19305" y="152136"/>
                  </a:moveTo>
                  <a:lnTo>
                    <a:pt x="19305" y="75771"/>
                  </a:lnTo>
                  <a:lnTo>
                    <a:pt x="233516" y="75771"/>
                  </a:lnTo>
                  <a:lnTo>
                    <a:pt x="233516" y="49182"/>
                  </a:lnTo>
                  <a:cubicBezTo>
                    <a:pt x="233516" y="35984"/>
                    <a:pt x="234319" y="22158"/>
                    <a:pt x="227166" y="10417"/>
                  </a:cubicBezTo>
                  <a:cubicBezTo>
                    <a:pt x="223955" y="5176"/>
                    <a:pt x="218919" y="763"/>
                    <a:pt x="212569" y="325"/>
                  </a:cubicBezTo>
                  <a:cubicBezTo>
                    <a:pt x="212496" y="325"/>
                    <a:pt x="212423" y="325"/>
                    <a:pt x="212350" y="325"/>
                  </a:cubicBezTo>
                  <a:cubicBezTo>
                    <a:pt x="204395" y="-208"/>
                    <a:pt x="21640" y="-113"/>
                    <a:pt x="18502" y="811"/>
                  </a:cubicBezTo>
                  <a:cubicBezTo>
                    <a:pt x="12553" y="2555"/>
                    <a:pt x="7700" y="7362"/>
                    <a:pt x="4890" y="12793"/>
                  </a:cubicBezTo>
                  <a:cubicBezTo>
                    <a:pt x="-109" y="22644"/>
                    <a:pt x="0" y="34046"/>
                    <a:pt x="0" y="44864"/>
                  </a:cubicBezTo>
                  <a:lnTo>
                    <a:pt x="0" y="136270"/>
                  </a:lnTo>
                  <a:cubicBezTo>
                    <a:pt x="0" y="148497"/>
                    <a:pt x="3686" y="159702"/>
                    <a:pt x="9890" y="166155"/>
                  </a:cubicBezTo>
                  <a:cubicBezTo>
                    <a:pt x="13284" y="169698"/>
                    <a:pt x="17152" y="171542"/>
                    <a:pt x="21166" y="171542"/>
                  </a:cubicBezTo>
                  <a:lnTo>
                    <a:pt x="153306" y="171542"/>
                  </a:lnTo>
                  <a:cubicBezTo>
                    <a:pt x="147540" y="166155"/>
                    <a:pt x="142942" y="159559"/>
                    <a:pt x="139949" y="152136"/>
                  </a:cubicBezTo>
                  <a:lnTo>
                    <a:pt x="19305" y="152136"/>
                  </a:lnTo>
                  <a:close/>
                  <a:moveTo>
                    <a:pt x="19305" y="19636"/>
                  </a:moveTo>
                  <a:lnTo>
                    <a:pt x="214431" y="19731"/>
                  </a:lnTo>
                  <a:lnTo>
                    <a:pt x="214431" y="56361"/>
                  </a:lnTo>
                  <a:lnTo>
                    <a:pt x="19305" y="56361"/>
                  </a:lnTo>
                  <a:lnTo>
                    <a:pt x="19305" y="19636"/>
                  </a:lnTo>
                  <a:close/>
                </a:path>
              </a:pathLst>
            </a:custGeom>
            <a:solidFill>
              <a:srgbClr val="007B85"/>
            </a:solidFill>
            <a:ln w="3646" cap="flat">
              <a:noFill/>
              <a:prstDash val="solid"/>
              <a:miter/>
            </a:ln>
          </p:spPr>
          <p:txBody>
            <a:bodyPr rtlCol="0" anchor="ctr"/>
            <a:lstStyle/>
            <a:p>
              <a:endParaRPr lang="en-GR"/>
            </a:p>
          </p:txBody>
        </p:sp>
        <p:sp>
          <p:nvSpPr>
            <p:cNvPr id="54" name="Freeform 46">
              <a:extLst>
                <a:ext uri="{FF2B5EF4-FFF2-40B4-BE49-F238E27FC236}">
                  <a16:creationId xmlns:a16="http://schemas.microsoft.com/office/drawing/2014/main" id="{13A967E3-739B-8DA9-8B38-CC3B3D51EB4B}"/>
                </a:ext>
              </a:extLst>
            </p:cNvPr>
            <p:cNvSpPr/>
            <p:nvPr/>
          </p:nvSpPr>
          <p:spPr>
            <a:xfrm>
              <a:off x="7876637" y="956001"/>
              <a:ext cx="75282" cy="75433"/>
            </a:xfrm>
            <a:custGeom>
              <a:avLst/>
              <a:gdLst>
                <a:gd name="connsiteX0" fmla="*/ 42514 w 85027"/>
                <a:gd name="connsiteY0" fmla="*/ 0 h 85197"/>
                <a:gd name="connsiteX1" fmla="*/ 0 w 85027"/>
                <a:gd name="connsiteY1" fmla="*/ 42601 h 85197"/>
                <a:gd name="connsiteX2" fmla="*/ 42514 w 85027"/>
                <a:gd name="connsiteY2" fmla="*/ 85198 h 85197"/>
                <a:gd name="connsiteX3" fmla="*/ 85028 w 85027"/>
                <a:gd name="connsiteY3" fmla="*/ 42601 h 85197"/>
                <a:gd name="connsiteX4" fmla="*/ 42514 w 85027"/>
                <a:gd name="connsiteY4" fmla="*/ 0 h 85197"/>
                <a:gd name="connsiteX5" fmla="*/ 62403 w 85027"/>
                <a:gd name="connsiteY5" fmla="*/ 39203 h 85197"/>
                <a:gd name="connsiteX6" fmla="*/ 48645 w 85027"/>
                <a:gd name="connsiteY6" fmla="*/ 45075 h 85197"/>
                <a:gd name="connsiteX7" fmla="*/ 57038 w 85027"/>
                <a:gd name="connsiteY7" fmla="*/ 65354 h 85197"/>
                <a:gd name="connsiteX8" fmla="*/ 45616 w 85027"/>
                <a:gd name="connsiteY8" fmla="*/ 70255 h 85197"/>
                <a:gd name="connsiteX9" fmla="*/ 37223 w 85027"/>
                <a:gd name="connsiteY9" fmla="*/ 49926 h 85197"/>
                <a:gd name="connsiteX10" fmla="*/ 25143 w 85027"/>
                <a:gd name="connsiteY10" fmla="*/ 55068 h 85197"/>
                <a:gd name="connsiteX11" fmla="*/ 20801 w 85027"/>
                <a:gd name="connsiteY11" fmla="*/ 51382 h 85197"/>
                <a:gd name="connsiteX12" fmla="*/ 28939 w 85027"/>
                <a:gd name="connsiteY12" fmla="*/ 18680 h 85197"/>
                <a:gd name="connsiteX13" fmla="*/ 33610 w 85027"/>
                <a:gd name="connsiteY13" fmla="*/ 16691 h 85197"/>
                <a:gd name="connsiteX14" fmla="*/ 62768 w 85027"/>
                <a:gd name="connsiteY14" fmla="*/ 33527 h 85197"/>
                <a:gd name="connsiteX15" fmla="*/ 62403 w 85027"/>
                <a:gd name="connsiteY15" fmla="*/ 39203 h 85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5027" h="85197">
                  <a:moveTo>
                    <a:pt x="42514" y="0"/>
                  </a:moveTo>
                  <a:cubicBezTo>
                    <a:pt x="19013" y="0"/>
                    <a:pt x="0" y="19070"/>
                    <a:pt x="0" y="42601"/>
                  </a:cubicBezTo>
                  <a:cubicBezTo>
                    <a:pt x="0" y="66131"/>
                    <a:pt x="19013" y="85198"/>
                    <a:pt x="42514" y="85198"/>
                  </a:cubicBezTo>
                  <a:cubicBezTo>
                    <a:pt x="65979" y="85198"/>
                    <a:pt x="85028" y="66131"/>
                    <a:pt x="85028" y="42601"/>
                  </a:cubicBezTo>
                  <a:cubicBezTo>
                    <a:pt x="85028" y="19070"/>
                    <a:pt x="65979" y="0"/>
                    <a:pt x="42514" y="0"/>
                  </a:cubicBezTo>
                  <a:close/>
                  <a:moveTo>
                    <a:pt x="62403" y="39203"/>
                  </a:moveTo>
                  <a:lnTo>
                    <a:pt x="48645" y="45075"/>
                  </a:lnTo>
                  <a:lnTo>
                    <a:pt x="57038" y="65354"/>
                  </a:lnTo>
                  <a:cubicBezTo>
                    <a:pt x="53389" y="66810"/>
                    <a:pt x="48645" y="69040"/>
                    <a:pt x="45616" y="70255"/>
                  </a:cubicBezTo>
                  <a:lnTo>
                    <a:pt x="37223" y="49926"/>
                  </a:lnTo>
                  <a:lnTo>
                    <a:pt x="25143" y="55068"/>
                  </a:lnTo>
                  <a:cubicBezTo>
                    <a:pt x="22699" y="56087"/>
                    <a:pt x="20181" y="53904"/>
                    <a:pt x="20801" y="51382"/>
                  </a:cubicBezTo>
                  <a:lnTo>
                    <a:pt x="28939" y="18680"/>
                  </a:lnTo>
                  <a:cubicBezTo>
                    <a:pt x="29486" y="16643"/>
                    <a:pt x="31822" y="15625"/>
                    <a:pt x="33610" y="16691"/>
                  </a:cubicBezTo>
                  <a:lnTo>
                    <a:pt x="62768" y="33527"/>
                  </a:lnTo>
                  <a:cubicBezTo>
                    <a:pt x="65030" y="34837"/>
                    <a:pt x="64847" y="38184"/>
                    <a:pt x="62403" y="39203"/>
                  </a:cubicBezTo>
                  <a:close/>
                </a:path>
              </a:pathLst>
            </a:custGeom>
            <a:solidFill>
              <a:srgbClr val="007B85"/>
            </a:solidFill>
            <a:ln w="3646" cap="flat">
              <a:noFill/>
              <a:prstDash val="solid"/>
              <a:miter/>
            </a:ln>
          </p:spPr>
          <p:txBody>
            <a:bodyPr rtlCol="0" anchor="ctr"/>
            <a:lstStyle/>
            <a:p>
              <a:endParaRPr lang="en-GR"/>
            </a:p>
          </p:txBody>
        </p:sp>
      </p:grpSp>
      <p:grpSp>
        <p:nvGrpSpPr>
          <p:cNvPr id="55" name="Group 54">
            <a:extLst>
              <a:ext uri="{FF2B5EF4-FFF2-40B4-BE49-F238E27FC236}">
                <a16:creationId xmlns:a16="http://schemas.microsoft.com/office/drawing/2014/main" id="{3D3785C4-F879-E945-65DE-68045EB16BE0}"/>
              </a:ext>
            </a:extLst>
          </p:cNvPr>
          <p:cNvGrpSpPr/>
          <p:nvPr/>
        </p:nvGrpSpPr>
        <p:grpSpPr>
          <a:xfrm>
            <a:off x="9265627" y="850456"/>
            <a:ext cx="133893" cy="206816"/>
            <a:chOff x="8113469" y="850456"/>
            <a:chExt cx="133893" cy="206816"/>
          </a:xfrm>
        </p:grpSpPr>
        <p:sp>
          <p:nvSpPr>
            <p:cNvPr id="56" name="Freeform 47">
              <a:extLst>
                <a:ext uri="{FF2B5EF4-FFF2-40B4-BE49-F238E27FC236}">
                  <a16:creationId xmlns:a16="http://schemas.microsoft.com/office/drawing/2014/main" id="{5937170A-E847-DCAC-52E5-C1C64D5577E4}"/>
                </a:ext>
              </a:extLst>
            </p:cNvPr>
            <p:cNvSpPr/>
            <p:nvPr/>
          </p:nvSpPr>
          <p:spPr>
            <a:xfrm>
              <a:off x="8148268" y="912717"/>
              <a:ext cx="64232" cy="64236"/>
            </a:xfrm>
            <a:custGeom>
              <a:avLst/>
              <a:gdLst>
                <a:gd name="connsiteX0" fmla="*/ 36273 w 72547"/>
                <a:gd name="connsiteY0" fmla="*/ 72551 h 72551"/>
                <a:gd name="connsiteX1" fmla="*/ 0 w 72547"/>
                <a:gd name="connsiteY1" fmla="*/ 36275 h 72551"/>
                <a:gd name="connsiteX2" fmla="*/ 36273 w 72547"/>
                <a:gd name="connsiteY2" fmla="*/ 0 h 72551"/>
                <a:gd name="connsiteX3" fmla="*/ 72547 w 72547"/>
                <a:gd name="connsiteY3" fmla="*/ 36275 h 72551"/>
                <a:gd name="connsiteX4" fmla="*/ 36273 w 72547"/>
                <a:gd name="connsiteY4" fmla="*/ 72551 h 72551"/>
                <a:gd name="connsiteX5" fmla="*/ 55943 w 72547"/>
                <a:gd name="connsiteY5" fmla="*/ 28129 h 72551"/>
                <a:gd name="connsiteX6" fmla="*/ 46309 w 72547"/>
                <a:gd name="connsiteY6" fmla="*/ 28129 h 72551"/>
                <a:gd name="connsiteX7" fmla="*/ 37149 w 72547"/>
                <a:gd name="connsiteY7" fmla="*/ 22038 h 72551"/>
                <a:gd name="connsiteX8" fmla="*/ 26274 w 72547"/>
                <a:gd name="connsiteY8" fmla="*/ 32173 h 72551"/>
                <a:gd name="connsiteX9" fmla="*/ 39339 w 72547"/>
                <a:gd name="connsiteY9" fmla="*/ 32173 h 72551"/>
                <a:gd name="connsiteX10" fmla="*/ 39339 w 72547"/>
                <a:gd name="connsiteY10" fmla="*/ 40436 h 72551"/>
                <a:gd name="connsiteX11" fmla="*/ 26274 w 72547"/>
                <a:gd name="connsiteY11" fmla="*/ 40436 h 72551"/>
                <a:gd name="connsiteX12" fmla="*/ 37040 w 72547"/>
                <a:gd name="connsiteY12" fmla="*/ 50575 h 72551"/>
                <a:gd name="connsiteX13" fmla="*/ 46200 w 72547"/>
                <a:gd name="connsiteY13" fmla="*/ 44714 h 72551"/>
                <a:gd name="connsiteX14" fmla="*/ 55833 w 72547"/>
                <a:gd name="connsiteY14" fmla="*/ 44714 h 72551"/>
                <a:gd name="connsiteX15" fmla="*/ 37040 w 72547"/>
                <a:gd name="connsiteY15" fmla="*/ 58485 h 72551"/>
                <a:gd name="connsiteX16" fmla="*/ 16604 w 72547"/>
                <a:gd name="connsiteY16" fmla="*/ 40495 h 72551"/>
                <a:gd name="connsiteX17" fmla="*/ 10072 w 72547"/>
                <a:gd name="connsiteY17" fmla="*/ 40495 h 72551"/>
                <a:gd name="connsiteX18" fmla="*/ 10072 w 72547"/>
                <a:gd name="connsiteY18" fmla="*/ 32232 h 72551"/>
                <a:gd name="connsiteX19" fmla="*/ 16604 w 72547"/>
                <a:gd name="connsiteY19" fmla="*/ 32232 h 72551"/>
                <a:gd name="connsiteX20" fmla="*/ 37624 w 72547"/>
                <a:gd name="connsiteY20" fmla="*/ 14242 h 72551"/>
                <a:gd name="connsiteX21" fmla="*/ 55943 w 72547"/>
                <a:gd name="connsiteY21" fmla="*/ 28129 h 72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2547" h="72551">
                  <a:moveTo>
                    <a:pt x="36273" y="72551"/>
                  </a:moveTo>
                  <a:cubicBezTo>
                    <a:pt x="16239" y="72551"/>
                    <a:pt x="0" y="56320"/>
                    <a:pt x="0" y="36275"/>
                  </a:cubicBezTo>
                  <a:cubicBezTo>
                    <a:pt x="0" y="16234"/>
                    <a:pt x="16239" y="0"/>
                    <a:pt x="36273" y="0"/>
                  </a:cubicBezTo>
                  <a:cubicBezTo>
                    <a:pt x="56308" y="0"/>
                    <a:pt x="72547" y="16234"/>
                    <a:pt x="72547" y="36275"/>
                  </a:cubicBezTo>
                  <a:cubicBezTo>
                    <a:pt x="72547" y="56320"/>
                    <a:pt x="56308" y="72551"/>
                    <a:pt x="36273" y="72551"/>
                  </a:cubicBezTo>
                  <a:close/>
                  <a:moveTo>
                    <a:pt x="55943" y="28129"/>
                  </a:moveTo>
                  <a:lnTo>
                    <a:pt x="46309" y="28129"/>
                  </a:lnTo>
                  <a:cubicBezTo>
                    <a:pt x="44776" y="24381"/>
                    <a:pt x="41602" y="22038"/>
                    <a:pt x="37149" y="22038"/>
                  </a:cubicBezTo>
                  <a:cubicBezTo>
                    <a:pt x="31310" y="22038"/>
                    <a:pt x="27442" y="26020"/>
                    <a:pt x="26274" y="32173"/>
                  </a:cubicBezTo>
                  <a:lnTo>
                    <a:pt x="39339" y="32173"/>
                  </a:lnTo>
                  <a:lnTo>
                    <a:pt x="39339" y="40436"/>
                  </a:lnTo>
                  <a:lnTo>
                    <a:pt x="26274" y="40436"/>
                  </a:lnTo>
                  <a:cubicBezTo>
                    <a:pt x="27442" y="46532"/>
                    <a:pt x="31237" y="50575"/>
                    <a:pt x="37040" y="50575"/>
                  </a:cubicBezTo>
                  <a:cubicBezTo>
                    <a:pt x="41492" y="50575"/>
                    <a:pt x="44667" y="48291"/>
                    <a:pt x="46200" y="44714"/>
                  </a:cubicBezTo>
                  <a:lnTo>
                    <a:pt x="55833" y="44714"/>
                  </a:lnTo>
                  <a:cubicBezTo>
                    <a:pt x="53973" y="52977"/>
                    <a:pt x="46893" y="58485"/>
                    <a:pt x="37040" y="58485"/>
                  </a:cubicBezTo>
                  <a:cubicBezTo>
                    <a:pt x="25508" y="58485"/>
                    <a:pt x="18064" y="51455"/>
                    <a:pt x="16604" y="40495"/>
                  </a:cubicBezTo>
                  <a:lnTo>
                    <a:pt x="10072" y="40495"/>
                  </a:lnTo>
                  <a:lnTo>
                    <a:pt x="10072" y="32232"/>
                  </a:lnTo>
                  <a:lnTo>
                    <a:pt x="16604" y="32232"/>
                  </a:lnTo>
                  <a:cubicBezTo>
                    <a:pt x="18100" y="21216"/>
                    <a:pt x="25837" y="14242"/>
                    <a:pt x="37624" y="14242"/>
                  </a:cubicBezTo>
                  <a:cubicBezTo>
                    <a:pt x="47185" y="14242"/>
                    <a:pt x="54009" y="19815"/>
                    <a:pt x="55943" y="28129"/>
                  </a:cubicBezTo>
                  <a:close/>
                </a:path>
              </a:pathLst>
            </a:custGeom>
            <a:solidFill>
              <a:srgbClr val="007B85"/>
            </a:solidFill>
            <a:ln w="3646" cap="flat">
              <a:noFill/>
              <a:prstDash val="solid"/>
              <a:miter/>
            </a:ln>
          </p:spPr>
          <p:txBody>
            <a:bodyPr rtlCol="0" anchor="ctr"/>
            <a:lstStyle/>
            <a:p>
              <a:endParaRPr lang="en-GR"/>
            </a:p>
          </p:txBody>
        </p:sp>
        <p:sp>
          <p:nvSpPr>
            <p:cNvPr id="57" name="Freeform 48">
              <a:extLst>
                <a:ext uri="{FF2B5EF4-FFF2-40B4-BE49-F238E27FC236}">
                  <a16:creationId xmlns:a16="http://schemas.microsoft.com/office/drawing/2014/main" id="{E3A13683-4F7A-BD97-60B6-80E211D5EEE9}"/>
                </a:ext>
              </a:extLst>
            </p:cNvPr>
            <p:cNvSpPr/>
            <p:nvPr/>
          </p:nvSpPr>
          <p:spPr>
            <a:xfrm>
              <a:off x="8113469" y="850456"/>
              <a:ext cx="133893" cy="206816"/>
            </a:xfrm>
            <a:custGeom>
              <a:avLst/>
              <a:gdLst>
                <a:gd name="connsiteX0" fmla="*/ 37806 w 151225"/>
                <a:gd name="connsiteY0" fmla="*/ 0 h 233588"/>
                <a:gd name="connsiteX1" fmla="*/ 113419 w 151225"/>
                <a:gd name="connsiteY1" fmla="*/ 0 h 233588"/>
                <a:gd name="connsiteX2" fmla="*/ 151225 w 151225"/>
                <a:gd name="connsiteY2" fmla="*/ 21859 h 233588"/>
                <a:gd name="connsiteX3" fmla="*/ 151225 w 151225"/>
                <a:gd name="connsiteY3" fmla="*/ 211729 h 233588"/>
                <a:gd name="connsiteX4" fmla="*/ 113419 w 151225"/>
                <a:gd name="connsiteY4" fmla="*/ 233588 h 233588"/>
                <a:gd name="connsiteX5" fmla="*/ 37806 w 151225"/>
                <a:gd name="connsiteY5" fmla="*/ 233588 h 233588"/>
                <a:gd name="connsiteX6" fmla="*/ 0 w 151225"/>
                <a:gd name="connsiteY6" fmla="*/ 211729 h 233588"/>
                <a:gd name="connsiteX7" fmla="*/ 0 w 151225"/>
                <a:gd name="connsiteY7" fmla="*/ 21859 h 233588"/>
                <a:gd name="connsiteX8" fmla="*/ 37806 w 151225"/>
                <a:gd name="connsiteY8" fmla="*/ 0 h 233588"/>
                <a:gd name="connsiteX9" fmla="*/ 53498 w 151225"/>
                <a:gd name="connsiteY9" fmla="*/ 208098 h 233588"/>
                <a:gd name="connsiteX10" fmla="*/ 75357 w 151225"/>
                <a:gd name="connsiteY10" fmla="*/ 220755 h 233588"/>
                <a:gd name="connsiteX11" fmla="*/ 97216 w 151225"/>
                <a:gd name="connsiteY11" fmla="*/ 208098 h 233588"/>
                <a:gd name="connsiteX12" fmla="*/ 75357 w 151225"/>
                <a:gd name="connsiteY12" fmla="*/ 195437 h 233588"/>
                <a:gd name="connsiteX13" fmla="*/ 53498 w 151225"/>
                <a:gd name="connsiteY13" fmla="*/ 208098 h 233588"/>
                <a:gd name="connsiteX14" fmla="*/ 27589 w 151225"/>
                <a:gd name="connsiteY14" fmla="*/ 183191 h 233588"/>
                <a:gd name="connsiteX15" fmla="*/ 123637 w 151225"/>
                <a:gd name="connsiteY15" fmla="*/ 183191 h 233588"/>
                <a:gd name="connsiteX16" fmla="*/ 123637 w 151225"/>
                <a:gd name="connsiteY16" fmla="*/ 30005 h 233588"/>
                <a:gd name="connsiteX17" fmla="*/ 27589 w 151225"/>
                <a:gd name="connsiteY17" fmla="*/ 30005 h 233588"/>
                <a:gd name="connsiteX18" fmla="*/ 27589 w 151225"/>
                <a:gd name="connsiteY18" fmla="*/ 183191 h 23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1225" h="233588">
                  <a:moveTo>
                    <a:pt x="37806" y="0"/>
                  </a:moveTo>
                  <a:lnTo>
                    <a:pt x="113419" y="0"/>
                  </a:lnTo>
                  <a:cubicBezTo>
                    <a:pt x="134293" y="0"/>
                    <a:pt x="151225" y="9785"/>
                    <a:pt x="151225" y="21859"/>
                  </a:cubicBezTo>
                  <a:lnTo>
                    <a:pt x="151225" y="211729"/>
                  </a:lnTo>
                  <a:cubicBezTo>
                    <a:pt x="151225" y="223803"/>
                    <a:pt x="134293" y="233588"/>
                    <a:pt x="113419" y="233588"/>
                  </a:cubicBezTo>
                  <a:lnTo>
                    <a:pt x="37806" y="233588"/>
                  </a:lnTo>
                  <a:cubicBezTo>
                    <a:pt x="16933" y="233588"/>
                    <a:pt x="0" y="223803"/>
                    <a:pt x="0" y="211729"/>
                  </a:cubicBezTo>
                  <a:lnTo>
                    <a:pt x="0" y="21859"/>
                  </a:lnTo>
                  <a:cubicBezTo>
                    <a:pt x="0" y="9785"/>
                    <a:pt x="16933" y="0"/>
                    <a:pt x="37806" y="0"/>
                  </a:cubicBezTo>
                  <a:close/>
                  <a:moveTo>
                    <a:pt x="53498" y="208098"/>
                  </a:moveTo>
                  <a:cubicBezTo>
                    <a:pt x="53498" y="215069"/>
                    <a:pt x="63278" y="220755"/>
                    <a:pt x="75357" y="220755"/>
                  </a:cubicBezTo>
                  <a:cubicBezTo>
                    <a:pt x="87436" y="220755"/>
                    <a:pt x="97216" y="215069"/>
                    <a:pt x="97216" y="208098"/>
                  </a:cubicBezTo>
                  <a:cubicBezTo>
                    <a:pt x="97216" y="201123"/>
                    <a:pt x="87436" y="195437"/>
                    <a:pt x="75357" y="195437"/>
                  </a:cubicBezTo>
                  <a:cubicBezTo>
                    <a:pt x="63278" y="195437"/>
                    <a:pt x="53498" y="201123"/>
                    <a:pt x="53498" y="208098"/>
                  </a:cubicBezTo>
                  <a:close/>
                  <a:moveTo>
                    <a:pt x="27589" y="183191"/>
                  </a:moveTo>
                  <a:lnTo>
                    <a:pt x="123637" y="183191"/>
                  </a:lnTo>
                  <a:lnTo>
                    <a:pt x="123637" y="30005"/>
                  </a:lnTo>
                  <a:lnTo>
                    <a:pt x="27589" y="30005"/>
                  </a:lnTo>
                  <a:lnTo>
                    <a:pt x="27589" y="183191"/>
                  </a:lnTo>
                  <a:close/>
                </a:path>
              </a:pathLst>
            </a:custGeom>
            <a:solidFill>
              <a:srgbClr val="007B85"/>
            </a:solidFill>
            <a:ln w="3646" cap="flat">
              <a:noFill/>
              <a:prstDash val="solid"/>
              <a:miter/>
            </a:ln>
          </p:spPr>
          <p:txBody>
            <a:bodyPr rtlCol="0" anchor="ctr"/>
            <a:lstStyle/>
            <a:p>
              <a:endParaRPr lang="en-GR"/>
            </a:p>
          </p:txBody>
        </p:sp>
      </p:grpSp>
      <p:grpSp>
        <p:nvGrpSpPr>
          <p:cNvPr id="58" name="Group 57">
            <a:extLst>
              <a:ext uri="{FF2B5EF4-FFF2-40B4-BE49-F238E27FC236}">
                <a16:creationId xmlns:a16="http://schemas.microsoft.com/office/drawing/2014/main" id="{ADD420C1-AC68-9719-E392-3CC199036DD4}"/>
              </a:ext>
            </a:extLst>
          </p:cNvPr>
          <p:cNvGrpSpPr/>
          <p:nvPr/>
        </p:nvGrpSpPr>
        <p:grpSpPr>
          <a:xfrm>
            <a:off x="9562879" y="863383"/>
            <a:ext cx="206784" cy="183900"/>
            <a:chOff x="8410723" y="863383"/>
            <a:chExt cx="206784" cy="183900"/>
          </a:xfrm>
        </p:grpSpPr>
        <p:sp>
          <p:nvSpPr>
            <p:cNvPr id="59" name="Freeform 49">
              <a:extLst>
                <a:ext uri="{FF2B5EF4-FFF2-40B4-BE49-F238E27FC236}">
                  <a16:creationId xmlns:a16="http://schemas.microsoft.com/office/drawing/2014/main" id="{6A5E0B84-6BC0-4741-A04F-FB30AE1904EE}"/>
                </a:ext>
              </a:extLst>
            </p:cNvPr>
            <p:cNvSpPr/>
            <p:nvPr/>
          </p:nvSpPr>
          <p:spPr>
            <a:xfrm>
              <a:off x="8453663" y="863383"/>
              <a:ext cx="118868" cy="12163"/>
            </a:xfrm>
            <a:custGeom>
              <a:avLst/>
              <a:gdLst>
                <a:gd name="connsiteX0" fmla="*/ 120316 w 134255"/>
                <a:gd name="connsiteY0" fmla="*/ 0 h 13737"/>
                <a:gd name="connsiteX1" fmla="*/ 134256 w 134255"/>
                <a:gd name="connsiteY1" fmla="*/ 13738 h 13737"/>
                <a:gd name="connsiteX2" fmla="*/ 0 w 134255"/>
                <a:gd name="connsiteY2" fmla="*/ 13738 h 13737"/>
                <a:gd name="connsiteX3" fmla="*/ 13940 w 134255"/>
                <a:gd name="connsiteY3" fmla="*/ 0 h 13737"/>
                <a:gd name="connsiteX4" fmla="*/ 120316 w 134255"/>
                <a:gd name="connsiteY4" fmla="*/ 0 h 13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255" h="13737">
                  <a:moveTo>
                    <a:pt x="120316" y="0"/>
                  </a:moveTo>
                  <a:cubicBezTo>
                    <a:pt x="126264" y="0"/>
                    <a:pt x="131410" y="5529"/>
                    <a:pt x="134256" y="13738"/>
                  </a:cubicBezTo>
                  <a:lnTo>
                    <a:pt x="0" y="13738"/>
                  </a:lnTo>
                  <a:cubicBezTo>
                    <a:pt x="2846" y="5529"/>
                    <a:pt x="7992" y="0"/>
                    <a:pt x="13940" y="0"/>
                  </a:cubicBezTo>
                  <a:lnTo>
                    <a:pt x="120316" y="0"/>
                  </a:lnTo>
                  <a:close/>
                </a:path>
              </a:pathLst>
            </a:custGeom>
            <a:solidFill>
              <a:srgbClr val="007B85"/>
            </a:solidFill>
            <a:ln w="3646" cap="flat">
              <a:noFill/>
              <a:prstDash val="solid"/>
              <a:miter/>
            </a:ln>
          </p:spPr>
          <p:txBody>
            <a:bodyPr rtlCol="0" anchor="ctr"/>
            <a:lstStyle/>
            <a:p>
              <a:endParaRPr lang="en-GR"/>
            </a:p>
          </p:txBody>
        </p:sp>
        <p:sp>
          <p:nvSpPr>
            <p:cNvPr id="60" name="Freeform 50">
              <a:extLst>
                <a:ext uri="{FF2B5EF4-FFF2-40B4-BE49-F238E27FC236}">
                  <a16:creationId xmlns:a16="http://schemas.microsoft.com/office/drawing/2014/main" id="{E2C7BE54-4DCC-2301-7FA4-5B7CCE029D4E}"/>
                </a:ext>
              </a:extLst>
            </p:cNvPr>
            <p:cNvSpPr/>
            <p:nvPr/>
          </p:nvSpPr>
          <p:spPr>
            <a:xfrm>
              <a:off x="8431757" y="885431"/>
              <a:ext cx="162584" cy="16671"/>
            </a:xfrm>
            <a:custGeom>
              <a:avLst/>
              <a:gdLst>
                <a:gd name="connsiteX0" fmla="*/ 183630 w 183630"/>
                <a:gd name="connsiteY0" fmla="*/ 18829 h 18829"/>
                <a:gd name="connsiteX1" fmla="*/ 164545 w 183630"/>
                <a:gd name="connsiteY1" fmla="*/ 0 h 18829"/>
                <a:gd name="connsiteX2" fmla="*/ 19086 w 183630"/>
                <a:gd name="connsiteY2" fmla="*/ 0 h 18829"/>
                <a:gd name="connsiteX3" fmla="*/ 0 w 183630"/>
                <a:gd name="connsiteY3" fmla="*/ 18829 h 18829"/>
                <a:gd name="connsiteX4" fmla="*/ 183630 w 183630"/>
                <a:gd name="connsiteY4" fmla="*/ 18829 h 18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630" h="18829">
                  <a:moveTo>
                    <a:pt x="183630" y="18829"/>
                  </a:moveTo>
                  <a:cubicBezTo>
                    <a:pt x="179762" y="7555"/>
                    <a:pt x="172683" y="0"/>
                    <a:pt x="164545" y="0"/>
                  </a:cubicBezTo>
                  <a:lnTo>
                    <a:pt x="19086" y="0"/>
                  </a:lnTo>
                  <a:cubicBezTo>
                    <a:pt x="10984" y="0"/>
                    <a:pt x="3868" y="7555"/>
                    <a:pt x="0" y="18829"/>
                  </a:cubicBezTo>
                  <a:lnTo>
                    <a:pt x="183630" y="18829"/>
                  </a:lnTo>
                  <a:close/>
                </a:path>
              </a:pathLst>
            </a:custGeom>
            <a:solidFill>
              <a:srgbClr val="007B85"/>
            </a:solidFill>
            <a:ln w="3646" cap="flat">
              <a:noFill/>
              <a:prstDash val="solid"/>
              <a:miter/>
            </a:ln>
          </p:spPr>
          <p:txBody>
            <a:bodyPr rtlCol="0" anchor="ctr"/>
            <a:lstStyle/>
            <a:p>
              <a:endParaRPr lang="en-GR"/>
            </a:p>
          </p:txBody>
        </p:sp>
        <p:sp>
          <p:nvSpPr>
            <p:cNvPr id="61" name="Freeform 51">
              <a:extLst>
                <a:ext uri="{FF2B5EF4-FFF2-40B4-BE49-F238E27FC236}">
                  <a16:creationId xmlns:a16="http://schemas.microsoft.com/office/drawing/2014/main" id="{BD002834-0317-E82B-0447-8E41C6E6FDB3}"/>
                </a:ext>
              </a:extLst>
            </p:cNvPr>
            <p:cNvSpPr/>
            <p:nvPr/>
          </p:nvSpPr>
          <p:spPr>
            <a:xfrm>
              <a:off x="8476894" y="947411"/>
              <a:ext cx="67657" cy="65418"/>
            </a:xfrm>
            <a:custGeom>
              <a:avLst/>
              <a:gdLst>
                <a:gd name="connsiteX0" fmla="*/ 60249 w 76415"/>
                <a:gd name="connsiteY0" fmla="*/ 23315 h 73886"/>
                <a:gd name="connsiteX1" fmla="*/ 45032 w 76415"/>
                <a:gd name="connsiteY1" fmla="*/ 13190 h 73886"/>
                <a:gd name="connsiteX2" fmla="*/ 26895 w 76415"/>
                <a:gd name="connsiteY2" fmla="*/ 30045 h 73886"/>
                <a:gd name="connsiteX3" fmla="*/ 48645 w 76415"/>
                <a:gd name="connsiteY3" fmla="*/ 30045 h 73886"/>
                <a:gd name="connsiteX4" fmla="*/ 48645 w 76415"/>
                <a:gd name="connsiteY4" fmla="*/ 43838 h 73886"/>
                <a:gd name="connsiteX5" fmla="*/ 26895 w 76415"/>
                <a:gd name="connsiteY5" fmla="*/ 43838 h 73886"/>
                <a:gd name="connsiteX6" fmla="*/ 44813 w 76415"/>
                <a:gd name="connsiteY6" fmla="*/ 60696 h 73886"/>
                <a:gd name="connsiteX7" fmla="*/ 60103 w 76415"/>
                <a:gd name="connsiteY7" fmla="*/ 50900 h 73886"/>
                <a:gd name="connsiteX8" fmla="*/ 76233 w 76415"/>
                <a:gd name="connsiteY8" fmla="*/ 50900 h 73886"/>
                <a:gd name="connsiteX9" fmla="*/ 44923 w 76415"/>
                <a:gd name="connsiteY9" fmla="*/ 73887 h 73886"/>
                <a:gd name="connsiteX10" fmla="*/ 10838 w 76415"/>
                <a:gd name="connsiteY10" fmla="*/ 43838 h 73886"/>
                <a:gd name="connsiteX11" fmla="*/ 0 w 76415"/>
                <a:gd name="connsiteY11" fmla="*/ 43838 h 73886"/>
                <a:gd name="connsiteX12" fmla="*/ 0 w 76415"/>
                <a:gd name="connsiteY12" fmla="*/ 30045 h 73886"/>
                <a:gd name="connsiteX13" fmla="*/ 10838 w 76415"/>
                <a:gd name="connsiteY13" fmla="*/ 30045 h 73886"/>
                <a:gd name="connsiteX14" fmla="*/ 45871 w 76415"/>
                <a:gd name="connsiteY14" fmla="*/ 0 h 73886"/>
                <a:gd name="connsiteX15" fmla="*/ 76416 w 76415"/>
                <a:gd name="connsiteY15" fmla="*/ 23315 h 73886"/>
                <a:gd name="connsiteX16" fmla="*/ 60249 w 76415"/>
                <a:gd name="connsiteY16" fmla="*/ 23315 h 7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415" h="73886">
                  <a:moveTo>
                    <a:pt x="60249" y="23315"/>
                  </a:moveTo>
                  <a:cubicBezTo>
                    <a:pt x="57732" y="17129"/>
                    <a:pt x="52440" y="13190"/>
                    <a:pt x="45032" y="13190"/>
                  </a:cubicBezTo>
                  <a:cubicBezTo>
                    <a:pt x="35325" y="13190"/>
                    <a:pt x="28866" y="19866"/>
                    <a:pt x="26895" y="30045"/>
                  </a:cubicBezTo>
                  <a:lnTo>
                    <a:pt x="48645" y="30045"/>
                  </a:lnTo>
                  <a:lnTo>
                    <a:pt x="48645" y="43838"/>
                  </a:lnTo>
                  <a:lnTo>
                    <a:pt x="26895" y="43838"/>
                  </a:lnTo>
                  <a:cubicBezTo>
                    <a:pt x="28866" y="53966"/>
                    <a:pt x="35215" y="60696"/>
                    <a:pt x="44813" y="60696"/>
                  </a:cubicBezTo>
                  <a:cubicBezTo>
                    <a:pt x="52221" y="60696"/>
                    <a:pt x="57512" y="56922"/>
                    <a:pt x="60103" y="50900"/>
                  </a:cubicBezTo>
                  <a:lnTo>
                    <a:pt x="76233" y="50900"/>
                  </a:lnTo>
                  <a:cubicBezTo>
                    <a:pt x="73058" y="64693"/>
                    <a:pt x="61235" y="73887"/>
                    <a:pt x="44923" y="73887"/>
                  </a:cubicBezTo>
                  <a:cubicBezTo>
                    <a:pt x="25727" y="73887"/>
                    <a:pt x="13320" y="62175"/>
                    <a:pt x="10838" y="43838"/>
                  </a:cubicBezTo>
                  <a:lnTo>
                    <a:pt x="0" y="43838"/>
                  </a:lnTo>
                  <a:lnTo>
                    <a:pt x="0" y="30045"/>
                  </a:lnTo>
                  <a:lnTo>
                    <a:pt x="10838" y="30045"/>
                  </a:lnTo>
                  <a:cubicBezTo>
                    <a:pt x="13429" y="11658"/>
                    <a:pt x="26275" y="0"/>
                    <a:pt x="45871" y="0"/>
                  </a:cubicBezTo>
                  <a:cubicBezTo>
                    <a:pt x="61855" y="0"/>
                    <a:pt x="73350" y="9358"/>
                    <a:pt x="76416" y="23315"/>
                  </a:cubicBezTo>
                  <a:lnTo>
                    <a:pt x="60249" y="23315"/>
                  </a:lnTo>
                  <a:close/>
                </a:path>
              </a:pathLst>
            </a:custGeom>
            <a:solidFill>
              <a:srgbClr val="007B85"/>
            </a:solidFill>
            <a:ln w="3646" cap="flat">
              <a:noFill/>
              <a:prstDash val="solid"/>
              <a:miter/>
            </a:ln>
          </p:spPr>
          <p:txBody>
            <a:bodyPr rtlCol="0" anchor="ctr"/>
            <a:lstStyle/>
            <a:p>
              <a:endParaRPr lang="en-GR"/>
            </a:p>
          </p:txBody>
        </p:sp>
        <p:sp>
          <p:nvSpPr>
            <p:cNvPr id="62" name="Freeform 52">
              <a:extLst>
                <a:ext uri="{FF2B5EF4-FFF2-40B4-BE49-F238E27FC236}">
                  <a16:creationId xmlns:a16="http://schemas.microsoft.com/office/drawing/2014/main" id="{B8918AF5-3BA1-33C5-6D36-21C71D989EEB}"/>
                </a:ext>
              </a:extLst>
            </p:cNvPr>
            <p:cNvSpPr/>
            <p:nvPr/>
          </p:nvSpPr>
          <p:spPr>
            <a:xfrm>
              <a:off x="8410723" y="912860"/>
              <a:ext cx="206784" cy="134423"/>
            </a:xfrm>
            <a:custGeom>
              <a:avLst/>
              <a:gdLst>
                <a:gd name="connsiteX0" fmla="*/ 233479 w 233552"/>
                <a:gd name="connsiteY0" fmla="*/ 44221 h 151824"/>
                <a:gd name="connsiteX1" fmla="*/ 233479 w 233552"/>
                <a:gd name="connsiteY1" fmla="*/ 104045 h 151824"/>
                <a:gd name="connsiteX2" fmla="*/ 233552 w 233552"/>
                <a:gd name="connsiteY2" fmla="*/ 104045 h 151824"/>
                <a:gd name="connsiteX3" fmla="*/ 233552 w 233552"/>
                <a:gd name="connsiteY3" fmla="*/ 105140 h 151824"/>
                <a:gd name="connsiteX4" fmla="*/ 206256 w 233552"/>
                <a:gd name="connsiteY4" fmla="*/ 151825 h 151824"/>
                <a:gd name="connsiteX5" fmla="*/ 27369 w 233552"/>
                <a:gd name="connsiteY5" fmla="*/ 151825 h 151824"/>
                <a:gd name="connsiteX6" fmla="*/ 110 w 233552"/>
                <a:gd name="connsiteY6" fmla="*/ 107604 h 151824"/>
                <a:gd name="connsiteX7" fmla="*/ 0 w 233552"/>
                <a:gd name="connsiteY7" fmla="*/ 47232 h 151824"/>
                <a:gd name="connsiteX8" fmla="*/ 0 w 233552"/>
                <a:gd name="connsiteY8" fmla="*/ 46685 h 151824"/>
                <a:gd name="connsiteX9" fmla="*/ 27296 w 233552"/>
                <a:gd name="connsiteY9" fmla="*/ 0 h 151824"/>
                <a:gd name="connsiteX10" fmla="*/ 206183 w 233552"/>
                <a:gd name="connsiteY10" fmla="*/ 0 h 151824"/>
                <a:gd name="connsiteX11" fmla="*/ 233479 w 233552"/>
                <a:gd name="connsiteY11" fmla="*/ 44221 h 151824"/>
                <a:gd name="connsiteX12" fmla="*/ 23903 w 233552"/>
                <a:gd name="connsiteY12" fmla="*/ 128674 h 151824"/>
                <a:gd name="connsiteX13" fmla="*/ 209686 w 233552"/>
                <a:gd name="connsiteY13" fmla="*/ 128674 h 151824"/>
                <a:gd name="connsiteX14" fmla="*/ 209577 w 233552"/>
                <a:gd name="connsiteY14" fmla="*/ 23151 h 151824"/>
                <a:gd name="connsiteX15" fmla="*/ 23793 w 233552"/>
                <a:gd name="connsiteY15" fmla="*/ 23151 h 151824"/>
                <a:gd name="connsiteX16" fmla="*/ 23903 w 233552"/>
                <a:gd name="connsiteY16" fmla="*/ 128674 h 151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3552" h="151824">
                  <a:moveTo>
                    <a:pt x="233479" y="44221"/>
                  </a:moveTo>
                  <a:lnTo>
                    <a:pt x="233479" y="104045"/>
                  </a:lnTo>
                  <a:lnTo>
                    <a:pt x="233552" y="104045"/>
                  </a:lnTo>
                  <a:lnTo>
                    <a:pt x="233552" y="105140"/>
                  </a:lnTo>
                  <a:cubicBezTo>
                    <a:pt x="233406" y="130974"/>
                    <a:pt x="221255" y="151825"/>
                    <a:pt x="206256" y="151825"/>
                  </a:cubicBezTo>
                  <a:lnTo>
                    <a:pt x="27369" y="151825"/>
                  </a:lnTo>
                  <a:cubicBezTo>
                    <a:pt x="12845" y="151825"/>
                    <a:pt x="1022" y="132287"/>
                    <a:pt x="110" y="107604"/>
                  </a:cubicBezTo>
                  <a:lnTo>
                    <a:pt x="0" y="47232"/>
                  </a:lnTo>
                  <a:lnTo>
                    <a:pt x="0" y="46685"/>
                  </a:lnTo>
                  <a:cubicBezTo>
                    <a:pt x="146" y="20851"/>
                    <a:pt x="12298" y="0"/>
                    <a:pt x="27296" y="0"/>
                  </a:cubicBezTo>
                  <a:lnTo>
                    <a:pt x="206183" y="0"/>
                  </a:lnTo>
                  <a:cubicBezTo>
                    <a:pt x="220707" y="0"/>
                    <a:pt x="232531" y="19537"/>
                    <a:pt x="233479" y="44221"/>
                  </a:cubicBezTo>
                  <a:close/>
                  <a:moveTo>
                    <a:pt x="23903" y="128674"/>
                  </a:moveTo>
                  <a:lnTo>
                    <a:pt x="209686" y="128674"/>
                  </a:lnTo>
                  <a:lnTo>
                    <a:pt x="209577" y="23151"/>
                  </a:lnTo>
                  <a:lnTo>
                    <a:pt x="23793" y="23151"/>
                  </a:lnTo>
                  <a:lnTo>
                    <a:pt x="23903" y="128674"/>
                  </a:lnTo>
                  <a:close/>
                </a:path>
              </a:pathLst>
            </a:custGeom>
            <a:solidFill>
              <a:srgbClr val="007B85"/>
            </a:solidFill>
            <a:ln w="3646" cap="flat">
              <a:noFill/>
              <a:prstDash val="solid"/>
              <a:miter/>
            </a:ln>
          </p:spPr>
          <p:txBody>
            <a:bodyPr rtlCol="0" anchor="ctr"/>
            <a:lstStyle/>
            <a:p>
              <a:endParaRPr lang="en-GR"/>
            </a:p>
          </p:txBody>
        </p:sp>
      </p:grpSp>
      <p:sp>
        <p:nvSpPr>
          <p:cNvPr id="63" name="Freeform 53">
            <a:extLst>
              <a:ext uri="{FF2B5EF4-FFF2-40B4-BE49-F238E27FC236}">
                <a16:creationId xmlns:a16="http://schemas.microsoft.com/office/drawing/2014/main" id="{4B67BF6F-DBB7-597A-CCFC-7E7F2FC0074B}"/>
              </a:ext>
            </a:extLst>
          </p:cNvPr>
          <p:cNvSpPr/>
          <p:nvPr/>
        </p:nvSpPr>
        <p:spPr>
          <a:xfrm>
            <a:off x="9924753" y="863383"/>
            <a:ext cx="145686" cy="180954"/>
          </a:xfrm>
          <a:custGeom>
            <a:avLst/>
            <a:gdLst>
              <a:gd name="connsiteX0" fmla="*/ 157028 w 164544"/>
              <a:gd name="connsiteY0" fmla="*/ 183629 h 204378"/>
              <a:gd name="connsiteX1" fmla="*/ 26567 w 164544"/>
              <a:gd name="connsiteY1" fmla="*/ 183629 h 204378"/>
              <a:gd name="connsiteX2" fmla="*/ 20655 w 164544"/>
              <a:gd name="connsiteY2" fmla="*/ 173330 h 204378"/>
              <a:gd name="connsiteX3" fmla="*/ 26567 w 164544"/>
              <a:gd name="connsiteY3" fmla="*/ 163077 h 204378"/>
              <a:gd name="connsiteX4" fmla="*/ 163268 w 164544"/>
              <a:gd name="connsiteY4" fmla="*/ 163183 h 204378"/>
              <a:gd name="connsiteX5" fmla="*/ 163268 w 164544"/>
              <a:gd name="connsiteY5" fmla="*/ 26578 h 204378"/>
              <a:gd name="connsiteX6" fmla="*/ 124695 w 164544"/>
              <a:gd name="connsiteY6" fmla="*/ 361 h 204378"/>
              <a:gd name="connsiteX7" fmla="*/ 124695 w 164544"/>
              <a:gd name="connsiteY7" fmla="*/ 80252 h 204378"/>
              <a:gd name="connsiteX8" fmla="*/ 121995 w 164544"/>
              <a:gd name="connsiteY8" fmla="*/ 85249 h 204378"/>
              <a:gd name="connsiteX9" fmla="*/ 97326 w 164544"/>
              <a:gd name="connsiteY9" fmla="*/ 70569 h 204378"/>
              <a:gd name="connsiteX10" fmla="*/ 72657 w 164544"/>
              <a:gd name="connsiteY10" fmla="*/ 85249 h 204378"/>
              <a:gd name="connsiteX11" fmla="*/ 69993 w 164544"/>
              <a:gd name="connsiteY11" fmla="*/ 80252 h 204378"/>
              <a:gd name="connsiteX12" fmla="*/ 69993 w 164544"/>
              <a:gd name="connsiteY12" fmla="*/ 0 h 204378"/>
              <a:gd name="connsiteX13" fmla="*/ 45944 w 164544"/>
              <a:gd name="connsiteY13" fmla="*/ 0 h 204378"/>
              <a:gd name="connsiteX14" fmla="*/ 23209 w 164544"/>
              <a:gd name="connsiteY14" fmla="*/ 3504 h 204378"/>
              <a:gd name="connsiteX15" fmla="*/ 0 w 164544"/>
              <a:gd name="connsiteY15" fmla="*/ 26578 h 204378"/>
              <a:gd name="connsiteX16" fmla="*/ 0 w 164544"/>
              <a:gd name="connsiteY16" fmla="*/ 177761 h 204378"/>
              <a:gd name="connsiteX17" fmla="*/ 23209 w 164544"/>
              <a:gd name="connsiteY17" fmla="*/ 202587 h 204378"/>
              <a:gd name="connsiteX18" fmla="*/ 45944 w 164544"/>
              <a:gd name="connsiteY18" fmla="*/ 204338 h 204378"/>
              <a:gd name="connsiteX19" fmla="*/ 157028 w 164544"/>
              <a:gd name="connsiteY19" fmla="*/ 204028 h 204378"/>
              <a:gd name="connsiteX20" fmla="*/ 164545 w 164544"/>
              <a:gd name="connsiteY20" fmla="*/ 193265 h 204378"/>
              <a:gd name="connsiteX21" fmla="*/ 157028 w 164544"/>
              <a:gd name="connsiteY21" fmla="*/ 183684 h 204378"/>
              <a:gd name="connsiteX22" fmla="*/ 157028 w 164544"/>
              <a:gd name="connsiteY22" fmla="*/ 183629 h 20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544" h="204378">
                <a:moveTo>
                  <a:pt x="157028" y="183629"/>
                </a:moveTo>
                <a:lnTo>
                  <a:pt x="26567" y="183629"/>
                </a:lnTo>
                <a:cubicBezTo>
                  <a:pt x="23319" y="183578"/>
                  <a:pt x="20655" y="178994"/>
                  <a:pt x="20655" y="173330"/>
                </a:cubicBezTo>
                <a:cubicBezTo>
                  <a:pt x="20655" y="167665"/>
                  <a:pt x="23282" y="163077"/>
                  <a:pt x="26567" y="163077"/>
                </a:cubicBezTo>
                <a:lnTo>
                  <a:pt x="163268" y="163183"/>
                </a:lnTo>
                <a:lnTo>
                  <a:pt x="163268" y="26578"/>
                </a:lnTo>
                <a:cubicBezTo>
                  <a:pt x="163268" y="13340"/>
                  <a:pt x="146518" y="2420"/>
                  <a:pt x="124695" y="361"/>
                </a:cubicBezTo>
                <a:lnTo>
                  <a:pt x="124695" y="80252"/>
                </a:lnTo>
                <a:cubicBezTo>
                  <a:pt x="124695" y="81694"/>
                  <a:pt x="125060" y="85249"/>
                  <a:pt x="121995" y="85249"/>
                </a:cubicBezTo>
                <a:cubicBezTo>
                  <a:pt x="116338" y="85249"/>
                  <a:pt x="102654" y="70569"/>
                  <a:pt x="97326" y="70569"/>
                </a:cubicBezTo>
                <a:cubicBezTo>
                  <a:pt x="92034" y="70569"/>
                  <a:pt x="78349" y="85249"/>
                  <a:pt x="72657" y="85249"/>
                </a:cubicBezTo>
                <a:cubicBezTo>
                  <a:pt x="70358" y="85249"/>
                  <a:pt x="70029" y="81694"/>
                  <a:pt x="69993" y="80252"/>
                </a:cubicBezTo>
                <a:lnTo>
                  <a:pt x="69993" y="0"/>
                </a:lnTo>
                <a:lnTo>
                  <a:pt x="45944" y="0"/>
                </a:lnTo>
                <a:cubicBezTo>
                  <a:pt x="37660" y="0"/>
                  <a:pt x="29924" y="1288"/>
                  <a:pt x="23209" y="3504"/>
                </a:cubicBezTo>
                <a:cubicBezTo>
                  <a:pt x="9378" y="8088"/>
                  <a:pt x="0" y="16691"/>
                  <a:pt x="0" y="26578"/>
                </a:cubicBezTo>
                <a:lnTo>
                  <a:pt x="0" y="177761"/>
                </a:lnTo>
                <a:cubicBezTo>
                  <a:pt x="0" y="187648"/>
                  <a:pt x="9378" y="198002"/>
                  <a:pt x="23209" y="202587"/>
                </a:cubicBezTo>
                <a:cubicBezTo>
                  <a:pt x="29924" y="204802"/>
                  <a:pt x="37660" y="204338"/>
                  <a:pt x="45944" y="204338"/>
                </a:cubicBezTo>
                <a:lnTo>
                  <a:pt x="157028" y="204028"/>
                </a:lnTo>
                <a:cubicBezTo>
                  <a:pt x="161188" y="204028"/>
                  <a:pt x="164545" y="200422"/>
                  <a:pt x="164545" y="193265"/>
                </a:cubicBezTo>
                <a:cubicBezTo>
                  <a:pt x="164545" y="186104"/>
                  <a:pt x="161188" y="183684"/>
                  <a:pt x="157028" y="183684"/>
                </a:cubicBezTo>
                <a:lnTo>
                  <a:pt x="157028" y="183629"/>
                </a:lnTo>
                <a:close/>
              </a:path>
            </a:pathLst>
          </a:custGeom>
          <a:solidFill>
            <a:srgbClr val="007B85"/>
          </a:solidFill>
          <a:ln w="3646" cap="flat">
            <a:noFill/>
            <a:prstDash val="solid"/>
            <a:miter/>
          </a:ln>
        </p:spPr>
        <p:txBody>
          <a:bodyPr rtlCol="0" anchor="ctr"/>
          <a:lstStyle/>
          <a:p>
            <a:endParaRPr lang="en-GR"/>
          </a:p>
        </p:txBody>
      </p:sp>
      <p:grpSp>
        <p:nvGrpSpPr>
          <p:cNvPr id="64" name="Group 63">
            <a:extLst>
              <a:ext uri="{FF2B5EF4-FFF2-40B4-BE49-F238E27FC236}">
                <a16:creationId xmlns:a16="http://schemas.microsoft.com/office/drawing/2014/main" id="{8BC3C5DD-95DA-EB4D-FEAC-667C2006A8CE}"/>
              </a:ext>
            </a:extLst>
          </p:cNvPr>
          <p:cNvGrpSpPr/>
          <p:nvPr/>
        </p:nvGrpSpPr>
        <p:grpSpPr>
          <a:xfrm>
            <a:off x="10241394" y="876310"/>
            <a:ext cx="182519" cy="151881"/>
            <a:chOff x="9089236" y="876308"/>
            <a:chExt cx="182519" cy="151881"/>
          </a:xfrm>
        </p:grpSpPr>
        <p:sp>
          <p:nvSpPr>
            <p:cNvPr id="65" name="Freeform 54">
              <a:extLst>
                <a:ext uri="{FF2B5EF4-FFF2-40B4-BE49-F238E27FC236}">
                  <a16:creationId xmlns:a16="http://schemas.microsoft.com/office/drawing/2014/main" id="{BFB68B91-A90C-B145-9A3D-03D46248F201}"/>
                </a:ext>
              </a:extLst>
            </p:cNvPr>
            <p:cNvSpPr/>
            <p:nvPr/>
          </p:nvSpPr>
          <p:spPr>
            <a:xfrm>
              <a:off x="9167297" y="909699"/>
              <a:ext cx="26397" cy="15265"/>
            </a:xfrm>
            <a:custGeom>
              <a:avLst/>
              <a:gdLst>
                <a:gd name="connsiteX0" fmla="*/ 29814 w 29814"/>
                <a:gd name="connsiteY0" fmla="*/ 8621 h 17241"/>
                <a:gd name="connsiteX1" fmla="*/ 14925 w 29814"/>
                <a:gd name="connsiteY1" fmla="*/ 17242 h 17241"/>
                <a:gd name="connsiteX2" fmla="*/ 0 w 29814"/>
                <a:gd name="connsiteY2" fmla="*/ 8621 h 17241"/>
                <a:gd name="connsiteX3" fmla="*/ 14925 w 29814"/>
                <a:gd name="connsiteY3" fmla="*/ 0 h 17241"/>
                <a:gd name="connsiteX4" fmla="*/ 29814 w 29814"/>
                <a:gd name="connsiteY4" fmla="*/ 8621 h 172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14" h="17241">
                  <a:moveTo>
                    <a:pt x="29814" y="8621"/>
                  </a:moveTo>
                  <a:cubicBezTo>
                    <a:pt x="29814" y="13380"/>
                    <a:pt x="23136" y="17242"/>
                    <a:pt x="14925" y="17242"/>
                  </a:cubicBezTo>
                  <a:cubicBezTo>
                    <a:pt x="6678" y="17242"/>
                    <a:pt x="0" y="13380"/>
                    <a:pt x="0" y="8621"/>
                  </a:cubicBezTo>
                  <a:cubicBezTo>
                    <a:pt x="0" y="3858"/>
                    <a:pt x="6678" y="0"/>
                    <a:pt x="14925" y="0"/>
                  </a:cubicBezTo>
                  <a:cubicBezTo>
                    <a:pt x="23136" y="0"/>
                    <a:pt x="29814" y="3858"/>
                    <a:pt x="29814" y="8621"/>
                  </a:cubicBezTo>
                  <a:close/>
                </a:path>
              </a:pathLst>
            </a:custGeom>
            <a:solidFill>
              <a:srgbClr val="007B85"/>
            </a:solidFill>
            <a:ln w="3646" cap="flat">
              <a:noFill/>
              <a:prstDash val="solid"/>
              <a:miter/>
            </a:ln>
          </p:spPr>
          <p:txBody>
            <a:bodyPr rtlCol="0" anchor="ctr"/>
            <a:lstStyle/>
            <a:p>
              <a:endParaRPr lang="en-GR"/>
            </a:p>
          </p:txBody>
        </p:sp>
        <p:sp>
          <p:nvSpPr>
            <p:cNvPr id="66" name="Freeform 55">
              <a:extLst>
                <a:ext uri="{FF2B5EF4-FFF2-40B4-BE49-F238E27FC236}">
                  <a16:creationId xmlns:a16="http://schemas.microsoft.com/office/drawing/2014/main" id="{9522AD69-7990-378F-EC61-7D05E29A30A9}"/>
                </a:ext>
              </a:extLst>
            </p:cNvPr>
            <p:cNvSpPr/>
            <p:nvPr/>
          </p:nvSpPr>
          <p:spPr>
            <a:xfrm>
              <a:off x="9089236" y="876308"/>
              <a:ext cx="182519" cy="151881"/>
            </a:xfrm>
            <a:custGeom>
              <a:avLst/>
              <a:gdLst>
                <a:gd name="connsiteX0" fmla="*/ 48133 w 206146"/>
                <a:gd name="connsiteY0" fmla="*/ 88 h 171541"/>
                <a:gd name="connsiteX1" fmla="*/ 155313 w 206146"/>
                <a:gd name="connsiteY1" fmla="*/ 0 h 171541"/>
                <a:gd name="connsiteX2" fmla="*/ 206147 w 206146"/>
                <a:gd name="connsiteY2" fmla="*/ 29739 h 171541"/>
                <a:gd name="connsiteX3" fmla="*/ 206147 w 206146"/>
                <a:gd name="connsiteY3" fmla="*/ 124561 h 171541"/>
                <a:gd name="connsiteX4" fmla="*/ 158013 w 206146"/>
                <a:gd name="connsiteY4" fmla="*/ 154216 h 171541"/>
                <a:gd name="connsiteX5" fmla="*/ 137540 w 206146"/>
                <a:gd name="connsiteY5" fmla="*/ 154216 h 171541"/>
                <a:gd name="connsiteX6" fmla="*/ 137540 w 206146"/>
                <a:gd name="connsiteY6" fmla="*/ 171541 h 171541"/>
                <a:gd name="connsiteX7" fmla="*/ 68606 w 206146"/>
                <a:gd name="connsiteY7" fmla="*/ 171541 h 171541"/>
                <a:gd name="connsiteX8" fmla="*/ 68606 w 206146"/>
                <a:gd name="connsiteY8" fmla="*/ 154259 h 171541"/>
                <a:gd name="connsiteX9" fmla="*/ 50834 w 206146"/>
                <a:gd name="connsiteY9" fmla="*/ 154259 h 171541"/>
                <a:gd name="connsiteX10" fmla="*/ 0 w 206146"/>
                <a:gd name="connsiteY10" fmla="*/ 124517 h 171541"/>
                <a:gd name="connsiteX11" fmla="*/ 0 w 206146"/>
                <a:gd name="connsiteY11" fmla="*/ 29739 h 171541"/>
                <a:gd name="connsiteX12" fmla="*/ 48133 w 206146"/>
                <a:gd name="connsiteY12" fmla="*/ 88 h 171541"/>
                <a:gd name="connsiteX13" fmla="*/ 21822 w 206146"/>
                <a:gd name="connsiteY13" fmla="*/ 133569 h 171541"/>
                <a:gd name="connsiteX14" fmla="*/ 184361 w 206146"/>
                <a:gd name="connsiteY14" fmla="*/ 133441 h 171541"/>
                <a:gd name="connsiteX15" fmla="*/ 184361 w 206146"/>
                <a:gd name="connsiteY15" fmla="*/ 20472 h 171541"/>
                <a:gd name="connsiteX16" fmla="*/ 21822 w 206146"/>
                <a:gd name="connsiteY16" fmla="*/ 20603 h 171541"/>
                <a:gd name="connsiteX17" fmla="*/ 21822 w 206146"/>
                <a:gd name="connsiteY17" fmla="*/ 133569 h 17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6146" h="171541">
                  <a:moveTo>
                    <a:pt x="48133" y="88"/>
                  </a:moveTo>
                  <a:lnTo>
                    <a:pt x="155313" y="0"/>
                  </a:lnTo>
                  <a:cubicBezTo>
                    <a:pt x="183448" y="172"/>
                    <a:pt x="206147" y="13406"/>
                    <a:pt x="206147" y="29739"/>
                  </a:cubicBezTo>
                  <a:lnTo>
                    <a:pt x="206147" y="124561"/>
                  </a:lnTo>
                  <a:cubicBezTo>
                    <a:pt x="206147" y="140335"/>
                    <a:pt x="184872" y="153223"/>
                    <a:pt x="158013" y="154216"/>
                  </a:cubicBezTo>
                  <a:lnTo>
                    <a:pt x="137540" y="154216"/>
                  </a:lnTo>
                  <a:lnTo>
                    <a:pt x="137540" y="171541"/>
                  </a:lnTo>
                  <a:lnTo>
                    <a:pt x="68606" y="171541"/>
                  </a:lnTo>
                  <a:lnTo>
                    <a:pt x="68606" y="154259"/>
                  </a:lnTo>
                  <a:lnTo>
                    <a:pt x="50834" y="154259"/>
                  </a:lnTo>
                  <a:cubicBezTo>
                    <a:pt x="22698" y="154084"/>
                    <a:pt x="0" y="140854"/>
                    <a:pt x="0" y="124517"/>
                  </a:cubicBezTo>
                  <a:lnTo>
                    <a:pt x="0" y="29739"/>
                  </a:lnTo>
                  <a:cubicBezTo>
                    <a:pt x="0" y="13964"/>
                    <a:pt x="21275" y="1077"/>
                    <a:pt x="48133" y="88"/>
                  </a:cubicBezTo>
                  <a:close/>
                  <a:moveTo>
                    <a:pt x="21822" y="133569"/>
                  </a:moveTo>
                  <a:lnTo>
                    <a:pt x="184361" y="133441"/>
                  </a:lnTo>
                  <a:lnTo>
                    <a:pt x="184361" y="20472"/>
                  </a:lnTo>
                  <a:lnTo>
                    <a:pt x="21822" y="20603"/>
                  </a:lnTo>
                  <a:lnTo>
                    <a:pt x="21822" y="133569"/>
                  </a:lnTo>
                  <a:close/>
                </a:path>
              </a:pathLst>
            </a:custGeom>
            <a:solidFill>
              <a:srgbClr val="007B85"/>
            </a:solidFill>
            <a:ln w="3646" cap="flat">
              <a:noFill/>
              <a:prstDash val="solid"/>
              <a:miter/>
            </a:ln>
          </p:spPr>
          <p:txBody>
            <a:bodyPr rtlCol="0" anchor="ctr"/>
            <a:lstStyle/>
            <a:p>
              <a:endParaRPr lang="en-GR"/>
            </a:p>
          </p:txBody>
        </p:sp>
      </p:grpSp>
      <p:grpSp>
        <p:nvGrpSpPr>
          <p:cNvPr id="67" name="Group 66">
            <a:extLst>
              <a:ext uri="{FF2B5EF4-FFF2-40B4-BE49-F238E27FC236}">
                <a16:creationId xmlns:a16="http://schemas.microsoft.com/office/drawing/2014/main" id="{DCC8F8EF-7598-58AF-41D5-1938D788B1C2}"/>
              </a:ext>
            </a:extLst>
          </p:cNvPr>
          <p:cNvGrpSpPr/>
          <p:nvPr/>
        </p:nvGrpSpPr>
        <p:grpSpPr>
          <a:xfrm>
            <a:off x="10567720" y="892468"/>
            <a:ext cx="193864" cy="122797"/>
            <a:chOff x="9415564" y="892466"/>
            <a:chExt cx="193864" cy="122797"/>
          </a:xfrm>
        </p:grpSpPr>
        <p:sp>
          <p:nvSpPr>
            <p:cNvPr id="68" name="Freeform 56">
              <a:extLst>
                <a:ext uri="{FF2B5EF4-FFF2-40B4-BE49-F238E27FC236}">
                  <a16:creationId xmlns:a16="http://schemas.microsoft.com/office/drawing/2014/main" id="{84155909-A76C-39AD-59BB-80E89610EDF4}"/>
                </a:ext>
              </a:extLst>
            </p:cNvPr>
            <p:cNvSpPr/>
            <p:nvPr/>
          </p:nvSpPr>
          <p:spPr>
            <a:xfrm>
              <a:off x="9415564" y="892466"/>
              <a:ext cx="185755" cy="30699"/>
            </a:xfrm>
            <a:custGeom>
              <a:avLst/>
              <a:gdLst>
                <a:gd name="connsiteX0" fmla="*/ 209801 w 209800"/>
                <a:gd name="connsiteY0" fmla="*/ 25355 h 34673"/>
                <a:gd name="connsiteX1" fmla="*/ 209728 w 209800"/>
                <a:gd name="connsiteY1" fmla="*/ 25399 h 34673"/>
                <a:gd name="connsiteX2" fmla="*/ 209728 w 209800"/>
                <a:gd name="connsiteY2" fmla="*/ 34673 h 34673"/>
                <a:gd name="connsiteX3" fmla="*/ 151 w 209800"/>
                <a:gd name="connsiteY3" fmla="*/ 34673 h 34673"/>
                <a:gd name="connsiteX4" fmla="*/ 1172 w 209800"/>
                <a:gd name="connsiteY4" fmla="*/ 19851 h 34673"/>
                <a:gd name="connsiteX5" fmla="*/ 43832 w 209800"/>
                <a:gd name="connsiteY5" fmla="*/ 0 h 34673"/>
                <a:gd name="connsiteX6" fmla="*/ 166046 w 209800"/>
                <a:gd name="connsiteY6" fmla="*/ 0 h 34673"/>
                <a:gd name="connsiteX7" fmla="*/ 209801 w 209800"/>
                <a:gd name="connsiteY7" fmla="*/ 25009 h 34673"/>
                <a:gd name="connsiteX8" fmla="*/ 209801 w 209800"/>
                <a:gd name="connsiteY8" fmla="*/ 25355 h 34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800" h="34673">
                  <a:moveTo>
                    <a:pt x="209801" y="25355"/>
                  </a:moveTo>
                  <a:lnTo>
                    <a:pt x="209728" y="25399"/>
                  </a:lnTo>
                  <a:lnTo>
                    <a:pt x="209728" y="34673"/>
                  </a:lnTo>
                  <a:lnTo>
                    <a:pt x="151" y="34673"/>
                  </a:lnTo>
                  <a:cubicBezTo>
                    <a:pt x="151" y="29841"/>
                    <a:pt x="-579" y="24472"/>
                    <a:pt x="1172" y="19851"/>
                  </a:cubicBezTo>
                  <a:cubicBezTo>
                    <a:pt x="5406" y="8497"/>
                    <a:pt x="22922" y="0"/>
                    <a:pt x="43832" y="0"/>
                  </a:cubicBezTo>
                  <a:lnTo>
                    <a:pt x="166046" y="0"/>
                  </a:lnTo>
                  <a:cubicBezTo>
                    <a:pt x="190095" y="0"/>
                    <a:pt x="209582" y="11183"/>
                    <a:pt x="209801" y="25009"/>
                  </a:cubicBezTo>
                  <a:lnTo>
                    <a:pt x="209801" y="25355"/>
                  </a:lnTo>
                  <a:close/>
                </a:path>
              </a:pathLst>
            </a:custGeom>
            <a:solidFill>
              <a:srgbClr val="007B85"/>
            </a:solidFill>
            <a:ln w="3646" cap="flat">
              <a:noFill/>
              <a:prstDash val="solid"/>
              <a:miter/>
            </a:ln>
          </p:spPr>
          <p:txBody>
            <a:bodyPr rtlCol="0" anchor="ctr"/>
            <a:lstStyle/>
            <a:p>
              <a:endParaRPr lang="en-GR"/>
            </a:p>
          </p:txBody>
        </p:sp>
        <p:sp>
          <p:nvSpPr>
            <p:cNvPr id="69" name="Freeform 57">
              <a:extLst>
                <a:ext uri="{FF2B5EF4-FFF2-40B4-BE49-F238E27FC236}">
                  <a16:creationId xmlns:a16="http://schemas.microsoft.com/office/drawing/2014/main" id="{422CF918-8031-676B-1309-2F1607F87CBC}"/>
                </a:ext>
              </a:extLst>
            </p:cNvPr>
            <p:cNvSpPr/>
            <p:nvPr/>
          </p:nvSpPr>
          <p:spPr>
            <a:xfrm>
              <a:off x="9415697" y="946345"/>
              <a:ext cx="133958" cy="68918"/>
            </a:xfrm>
            <a:custGeom>
              <a:avLst/>
              <a:gdLst>
                <a:gd name="connsiteX0" fmla="*/ 131045 w 151298"/>
                <a:gd name="connsiteY0" fmla="*/ 39743 h 77839"/>
                <a:gd name="connsiteX1" fmla="*/ 151298 w 151298"/>
                <a:gd name="connsiteY1" fmla="*/ 0 h 77839"/>
                <a:gd name="connsiteX2" fmla="*/ 0 w 151298"/>
                <a:gd name="connsiteY2" fmla="*/ 0 h 77839"/>
                <a:gd name="connsiteX3" fmla="*/ 0 w 151298"/>
                <a:gd name="connsiteY3" fmla="*/ 57729 h 77839"/>
                <a:gd name="connsiteX4" fmla="*/ 10619 w 151298"/>
                <a:gd name="connsiteY4" fmla="*/ 72160 h 77839"/>
                <a:gd name="connsiteX5" fmla="*/ 34887 w 151298"/>
                <a:gd name="connsiteY5" fmla="*/ 77840 h 77839"/>
                <a:gd name="connsiteX6" fmla="*/ 149036 w 151298"/>
                <a:gd name="connsiteY6" fmla="*/ 77840 h 77839"/>
                <a:gd name="connsiteX7" fmla="*/ 131045 w 151298"/>
                <a:gd name="connsiteY7" fmla="*/ 39787 h 77839"/>
                <a:gd name="connsiteX8" fmla="*/ 131045 w 151298"/>
                <a:gd name="connsiteY8" fmla="*/ 39743 h 77839"/>
                <a:gd name="connsiteX9" fmla="*/ 42988 w 151298"/>
                <a:gd name="connsiteY9" fmla="*/ 60244 h 77839"/>
                <a:gd name="connsiteX10" fmla="*/ 20545 w 151298"/>
                <a:gd name="connsiteY10" fmla="*/ 60244 h 77839"/>
                <a:gd name="connsiteX11" fmla="*/ 20545 w 151298"/>
                <a:gd name="connsiteY11" fmla="*/ 48583 h 77839"/>
                <a:gd name="connsiteX12" fmla="*/ 42988 w 151298"/>
                <a:gd name="connsiteY12" fmla="*/ 48583 h 77839"/>
                <a:gd name="connsiteX13" fmla="*/ 42988 w 151298"/>
                <a:gd name="connsiteY13" fmla="*/ 60244 h 77839"/>
                <a:gd name="connsiteX14" fmla="*/ 97873 w 151298"/>
                <a:gd name="connsiteY14" fmla="*/ 60244 h 77839"/>
                <a:gd name="connsiteX15" fmla="*/ 58169 w 151298"/>
                <a:gd name="connsiteY15" fmla="*/ 60244 h 77839"/>
                <a:gd name="connsiteX16" fmla="*/ 58169 w 151298"/>
                <a:gd name="connsiteY16" fmla="*/ 48583 h 77839"/>
                <a:gd name="connsiteX17" fmla="*/ 97873 w 151298"/>
                <a:gd name="connsiteY17" fmla="*/ 48583 h 77839"/>
                <a:gd name="connsiteX18" fmla="*/ 97873 w 151298"/>
                <a:gd name="connsiteY18" fmla="*/ 60244 h 77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1298" h="77839">
                  <a:moveTo>
                    <a:pt x="131045" y="39743"/>
                  </a:moveTo>
                  <a:cubicBezTo>
                    <a:pt x="131045" y="23446"/>
                    <a:pt x="139037" y="8971"/>
                    <a:pt x="151298" y="0"/>
                  </a:cubicBezTo>
                  <a:lnTo>
                    <a:pt x="0" y="0"/>
                  </a:lnTo>
                  <a:lnTo>
                    <a:pt x="0" y="57729"/>
                  </a:lnTo>
                  <a:cubicBezTo>
                    <a:pt x="0" y="63408"/>
                    <a:pt x="4087" y="68478"/>
                    <a:pt x="10619" y="72160"/>
                  </a:cubicBezTo>
                  <a:cubicBezTo>
                    <a:pt x="16896" y="75672"/>
                    <a:pt x="25435" y="77840"/>
                    <a:pt x="34887" y="77840"/>
                  </a:cubicBezTo>
                  <a:lnTo>
                    <a:pt x="149036" y="77840"/>
                  </a:lnTo>
                  <a:cubicBezTo>
                    <a:pt x="138051" y="68781"/>
                    <a:pt x="131045" y="55087"/>
                    <a:pt x="131045" y="39787"/>
                  </a:cubicBezTo>
                  <a:lnTo>
                    <a:pt x="131045" y="39743"/>
                  </a:lnTo>
                  <a:close/>
                  <a:moveTo>
                    <a:pt x="42988" y="60244"/>
                  </a:moveTo>
                  <a:lnTo>
                    <a:pt x="20545" y="60244"/>
                  </a:lnTo>
                  <a:cubicBezTo>
                    <a:pt x="16312" y="60134"/>
                    <a:pt x="16312" y="48692"/>
                    <a:pt x="20545" y="48583"/>
                  </a:cubicBezTo>
                  <a:lnTo>
                    <a:pt x="42988" y="48583"/>
                  </a:lnTo>
                  <a:cubicBezTo>
                    <a:pt x="47221" y="48692"/>
                    <a:pt x="47185" y="60134"/>
                    <a:pt x="42988" y="60244"/>
                  </a:cubicBezTo>
                  <a:close/>
                  <a:moveTo>
                    <a:pt x="97873" y="60244"/>
                  </a:moveTo>
                  <a:lnTo>
                    <a:pt x="58169" y="60244"/>
                  </a:lnTo>
                  <a:cubicBezTo>
                    <a:pt x="53936" y="60134"/>
                    <a:pt x="53936" y="48692"/>
                    <a:pt x="58169" y="48583"/>
                  </a:cubicBezTo>
                  <a:lnTo>
                    <a:pt x="97873" y="48583"/>
                  </a:lnTo>
                  <a:cubicBezTo>
                    <a:pt x="102106" y="48692"/>
                    <a:pt x="102070" y="60134"/>
                    <a:pt x="97873" y="60244"/>
                  </a:cubicBezTo>
                  <a:close/>
                </a:path>
              </a:pathLst>
            </a:custGeom>
            <a:solidFill>
              <a:srgbClr val="007B85"/>
            </a:solidFill>
            <a:ln w="3646" cap="flat">
              <a:noFill/>
              <a:prstDash val="solid"/>
              <a:miter/>
            </a:ln>
          </p:spPr>
          <p:txBody>
            <a:bodyPr rtlCol="0" anchor="ctr"/>
            <a:lstStyle/>
            <a:p>
              <a:endParaRPr lang="en-GR"/>
            </a:p>
          </p:txBody>
        </p:sp>
        <p:sp>
          <p:nvSpPr>
            <p:cNvPr id="70" name="Freeform 58">
              <a:extLst>
                <a:ext uri="{FF2B5EF4-FFF2-40B4-BE49-F238E27FC236}">
                  <a16:creationId xmlns:a16="http://schemas.microsoft.com/office/drawing/2014/main" id="{2E078EB9-1DEB-83DB-81E1-3A5A4AAE021E}"/>
                </a:ext>
              </a:extLst>
            </p:cNvPr>
            <p:cNvSpPr/>
            <p:nvPr/>
          </p:nvSpPr>
          <p:spPr>
            <a:xfrm>
              <a:off x="9541803" y="947841"/>
              <a:ext cx="67625" cy="67383"/>
            </a:xfrm>
            <a:custGeom>
              <a:avLst/>
              <a:gdLst>
                <a:gd name="connsiteX0" fmla="*/ 0 w 76379"/>
                <a:gd name="connsiteY0" fmla="*/ 38053 h 76105"/>
                <a:gd name="connsiteX1" fmla="*/ 38208 w 76379"/>
                <a:gd name="connsiteY1" fmla="*/ 0 h 76105"/>
                <a:gd name="connsiteX2" fmla="*/ 76379 w 76379"/>
                <a:gd name="connsiteY2" fmla="*/ 38053 h 76105"/>
                <a:gd name="connsiteX3" fmla="*/ 38208 w 76379"/>
                <a:gd name="connsiteY3" fmla="*/ 76106 h 76105"/>
                <a:gd name="connsiteX4" fmla="*/ 0 w 76379"/>
                <a:gd name="connsiteY4" fmla="*/ 38053 h 76105"/>
                <a:gd name="connsiteX5" fmla="*/ 43718 w 76379"/>
                <a:gd name="connsiteY5" fmla="*/ 40265 h 76105"/>
                <a:gd name="connsiteX6" fmla="*/ 56053 w 76379"/>
                <a:gd name="connsiteY6" fmla="*/ 35020 h 76105"/>
                <a:gd name="connsiteX7" fmla="*/ 56381 w 76379"/>
                <a:gd name="connsiteY7" fmla="*/ 29947 h 76105"/>
                <a:gd name="connsiteX8" fmla="*/ 30179 w 76379"/>
                <a:gd name="connsiteY8" fmla="*/ 14909 h 76105"/>
                <a:gd name="connsiteX9" fmla="*/ 26019 w 76379"/>
                <a:gd name="connsiteY9" fmla="*/ 16687 h 76105"/>
                <a:gd name="connsiteX10" fmla="*/ 18721 w 76379"/>
                <a:gd name="connsiteY10" fmla="*/ 45896 h 76105"/>
                <a:gd name="connsiteX11" fmla="*/ 22589 w 76379"/>
                <a:gd name="connsiteY11" fmla="*/ 49192 h 76105"/>
                <a:gd name="connsiteX12" fmla="*/ 33464 w 76379"/>
                <a:gd name="connsiteY12" fmla="*/ 44597 h 76105"/>
                <a:gd name="connsiteX13" fmla="*/ 40982 w 76379"/>
                <a:gd name="connsiteY13" fmla="*/ 62759 h 76105"/>
                <a:gd name="connsiteX14" fmla="*/ 51236 w 76379"/>
                <a:gd name="connsiteY14" fmla="*/ 58379 h 76105"/>
                <a:gd name="connsiteX15" fmla="*/ 43718 w 76379"/>
                <a:gd name="connsiteY15" fmla="*/ 40265 h 76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379" h="76105">
                  <a:moveTo>
                    <a:pt x="0" y="38053"/>
                  </a:moveTo>
                  <a:cubicBezTo>
                    <a:pt x="0" y="17034"/>
                    <a:pt x="17115" y="0"/>
                    <a:pt x="38208" y="0"/>
                  </a:cubicBezTo>
                  <a:cubicBezTo>
                    <a:pt x="59300" y="0"/>
                    <a:pt x="76379" y="17034"/>
                    <a:pt x="76379" y="38053"/>
                  </a:cubicBezTo>
                  <a:cubicBezTo>
                    <a:pt x="76379" y="59072"/>
                    <a:pt x="59300" y="76106"/>
                    <a:pt x="38208" y="76106"/>
                  </a:cubicBezTo>
                  <a:cubicBezTo>
                    <a:pt x="17115" y="76106"/>
                    <a:pt x="0" y="59072"/>
                    <a:pt x="0" y="38053"/>
                  </a:cubicBezTo>
                  <a:close/>
                  <a:moveTo>
                    <a:pt x="43718" y="40265"/>
                  </a:moveTo>
                  <a:lnTo>
                    <a:pt x="56053" y="35020"/>
                  </a:lnTo>
                  <a:cubicBezTo>
                    <a:pt x="58242" y="34108"/>
                    <a:pt x="58425" y="31118"/>
                    <a:pt x="56381" y="29947"/>
                  </a:cubicBezTo>
                  <a:lnTo>
                    <a:pt x="30179" y="14909"/>
                  </a:lnTo>
                  <a:cubicBezTo>
                    <a:pt x="28574" y="13953"/>
                    <a:pt x="26494" y="14866"/>
                    <a:pt x="26019" y="16687"/>
                  </a:cubicBezTo>
                  <a:lnTo>
                    <a:pt x="18721" y="45896"/>
                  </a:lnTo>
                  <a:cubicBezTo>
                    <a:pt x="18137" y="48152"/>
                    <a:pt x="20400" y="50101"/>
                    <a:pt x="22589" y="49192"/>
                  </a:cubicBezTo>
                  <a:lnTo>
                    <a:pt x="33464" y="44597"/>
                  </a:lnTo>
                  <a:lnTo>
                    <a:pt x="40982" y="62759"/>
                  </a:lnTo>
                  <a:cubicBezTo>
                    <a:pt x="43718" y="61675"/>
                    <a:pt x="47988" y="59678"/>
                    <a:pt x="51236" y="58379"/>
                  </a:cubicBezTo>
                  <a:lnTo>
                    <a:pt x="43718" y="40265"/>
                  </a:lnTo>
                  <a:close/>
                </a:path>
              </a:pathLst>
            </a:custGeom>
            <a:solidFill>
              <a:srgbClr val="007B85"/>
            </a:solidFill>
            <a:ln w="3646" cap="flat">
              <a:noFill/>
              <a:prstDash val="solid"/>
              <a:miter/>
            </a:ln>
          </p:spPr>
          <p:txBody>
            <a:bodyPr rtlCol="0" anchor="ctr"/>
            <a:lstStyle/>
            <a:p>
              <a:endParaRPr lang="en-GR"/>
            </a:p>
          </p:txBody>
        </p:sp>
      </p:grpSp>
      <p:grpSp>
        <p:nvGrpSpPr>
          <p:cNvPr id="71" name="Group 70">
            <a:extLst>
              <a:ext uri="{FF2B5EF4-FFF2-40B4-BE49-F238E27FC236}">
                <a16:creationId xmlns:a16="http://schemas.microsoft.com/office/drawing/2014/main" id="{6B1B302E-E749-1B21-95DD-9F6F79743FD2}"/>
              </a:ext>
            </a:extLst>
          </p:cNvPr>
          <p:cNvGrpSpPr/>
          <p:nvPr/>
        </p:nvGrpSpPr>
        <p:grpSpPr>
          <a:xfrm>
            <a:off x="10906981" y="863385"/>
            <a:ext cx="180936" cy="178347"/>
            <a:chOff x="9754825" y="863383"/>
            <a:chExt cx="180936" cy="178347"/>
          </a:xfrm>
        </p:grpSpPr>
        <p:sp>
          <p:nvSpPr>
            <p:cNvPr id="72" name="Freeform 59">
              <a:extLst>
                <a:ext uri="{FF2B5EF4-FFF2-40B4-BE49-F238E27FC236}">
                  <a16:creationId xmlns:a16="http://schemas.microsoft.com/office/drawing/2014/main" id="{2B4E6950-F0C6-0928-3690-A59BD0C2E9F5}"/>
                </a:ext>
              </a:extLst>
            </p:cNvPr>
            <p:cNvSpPr/>
            <p:nvPr/>
          </p:nvSpPr>
          <p:spPr>
            <a:xfrm>
              <a:off x="9808920" y="959930"/>
              <a:ext cx="72713" cy="18142"/>
            </a:xfrm>
            <a:custGeom>
              <a:avLst/>
              <a:gdLst>
                <a:gd name="connsiteX0" fmla="*/ 76625 w 82126"/>
                <a:gd name="connsiteY0" fmla="*/ 20490 h 20490"/>
                <a:gd name="connsiteX1" fmla="*/ 5465 w 82126"/>
                <a:gd name="connsiteY1" fmla="*/ 20490 h 20490"/>
                <a:gd name="connsiteX2" fmla="*/ 5538 w 82126"/>
                <a:gd name="connsiteY2" fmla="*/ 20388 h 20490"/>
                <a:gd name="connsiteX3" fmla="*/ 5465 w 82126"/>
                <a:gd name="connsiteY3" fmla="*/ 0 h 20490"/>
                <a:gd name="connsiteX4" fmla="*/ 76625 w 82126"/>
                <a:gd name="connsiteY4" fmla="*/ 0 h 20490"/>
                <a:gd name="connsiteX5" fmla="*/ 76625 w 82126"/>
                <a:gd name="connsiteY5" fmla="*/ 20490 h 2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26" h="20490">
                  <a:moveTo>
                    <a:pt x="76625" y="20490"/>
                  </a:moveTo>
                  <a:lnTo>
                    <a:pt x="5465" y="20490"/>
                  </a:lnTo>
                  <a:lnTo>
                    <a:pt x="5538" y="20388"/>
                  </a:lnTo>
                  <a:cubicBezTo>
                    <a:pt x="-1834" y="20260"/>
                    <a:pt x="-1834" y="256"/>
                    <a:pt x="5465" y="0"/>
                  </a:cubicBezTo>
                  <a:lnTo>
                    <a:pt x="76625" y="0"/>
                  </a:lnTo>
                  <a:cubicBezTo>
                    <a:pt x="83960" y="256"/>
                    <a:pt x="83960" y="20235"/>
                    <a:pt x="76625" y="20490"/>
                  </a:cubicBezTo>
                  <a:close/>
                </a:path>
              </a:pathLst>
            </a:custGeom>
            <a:solidFill>
              <a:srgbClr val="007B85"/>
            </a:solidFill>
            <a:ln w="3646" cap="flat">
              <a:noFill/>
              <a:prstDash val="solid"/>
              <a:miter/>
            </a:ln>
          </p:spPr>
          <p:txBody>
            <a:bodyPr rtlCol="0" anchor="ctr"/>
            <a:lstStyle/>
            <a:p>
              <a:endParaRPr lang="en-GR"/>
            </a:p>
          </p:txBody>
        </p:sp>
        <p:sp>
          <p:nvSpPr>
            <p:cNvPr id="73" name="Freeform 60">
              <a:extLst>
                <a:ext uri="{FF2B5EF4-FFF2-40B4-BE49-F238E27FC236}">
                  <a16:creationId xmlns:a16="http://schemas.microsoft.com/office/drawing/2014/main" id="{A5196101-A443-6E9B-7867-A93D94FD87F6}"/>
                </a:ext>
              </a:extLst>
            </p:cNvPr>
            <p:cNvSpPr/>
            <p:nvPr/>
          </p:nvSpPr>
          <p:spPr>
            <a:xfrm>
              <a:off x="9754825" y="863383"/>
              <a:ext cx="180936" cy="178347"/>
            </a:xfrm>
            <a:custGeom>
              <a:avLst/>
              <a:gdLst>
                <a:gd name="connsiteX0" fmla="*/ 190199 w 204358"/>
                <a:gd name="connsiteY0" fmla="*/ 18599 h 201433"/>
                <a:gd name="connsiteX1" fmla="*/ 204249 w 204358"/>
                <a:gd name="connsiteY1" fmla="*/ 68219 h 201433"/>
                <a:gd name="connsiteX2" fmla="*/ 204358 w 204358"/>
                <a:gd name="connsiteY2" fmla="*/ 68219 h 201433"/>
                <a:gd name="connsiteX3" fmla="*/ 204358 w 204358"/>
                <a:gd name="connsiteY3" fmla="*/ 164285 h 201433"/>
                <a:gd name="connsiteX4" fmla="*/ 182025 w 204358"/>
                <a:gd name="connsiteY4" fmla="*/ 201433 h 201433"/>
                <a:gd name="connsiteX5" fmla="*/ 22333 w 204358"/>
                <a:gd name="connsiteY5" fmla="*/ 201433 h 201433"/>
                <a:gd name="connsiteX6" fmla="*/ 0 w 204358"/>
                <a:gd name="connsiteY6" fmla="*/ 164285 h 201433"/>
                <a:gd name="connsiteX7" fmla="*/ 0 w 204358"/>
                <a:gd name="connsiteY7" fmla="*/ 68219 h 201433"/>
                <a:gd name="connsiteX8" fmla="*/ 110 w 204358"/>
                <a:gd name="connsiteY8" fmla="*/ 68219 h 201433"/>
                <a:gd name="connsiteX9" fmla="*/ 14159 w 204358"/>
                <a:gd name="connsiteY9" fmla="*/ 18599 h 201433"/>
                <a:gd name="connsiteX10" fmla="*/ 29377 w 204358"/>
                <a:gd name="connsiteY10" fmla="*/ 0 h 201433"/>
                <a:gd name="connsiteX11" fmla="*/ 174982 w 204358"/>
                <a:gd name="connsiteY11" fmla="*/ 0 h 201433"/>
                <a:gd name="connsiteX12" fmla="*/ 190199 w 204358"/>
                <a:gd name="connsiteY12" fmla="*/ 18599 h 201433"/>
                <a:gd name="connsiteX13" fmla="*/ 169143 w 204358"/>
                <a:gd name="connsiteY13" fmla="*/ 16424 h 201433"/>
                <a:gd name="connsiteX14" fmla="*/ 112397 w 204358"/>
                <a:gd name="connsiteY14" fmla="*/ 16424 h 201433"/>
                <a:gd name="connsiteX15" fmla="*/ 112397 w 204358"/>
                <a:gd name="connsiteY15" fmla="*/ 68219 h 201433"/>
                <a:gd name="connsiteX16" fmla="*/ 183047 w 204358"/>
                <a:gd name="connsiteY16" fmla="*/ 68219 h 201433"/>
                <a:gd name="connsiteX17" fmla="*/ 169143 w 204358"/>
                <a:gd name="connsiteY17" fmla="*/ 16424 h 201433"/>
                <a:gd name="connsiteX18" fmla="*/ 35215 w 204358"/>
                <a:gd name="connsiteY18" fmla="*/ 16424 h 201433"/>
                <a:gd name="connsiteX19" fmla="*/ 21312 w 204358"/>
                <a:gd name="connsiteY19" fmla="*/ 68219 h 201433"/>
                <a:gd name="connsiteX20" fmla="*/ 91961 w 204358"/>
                <a:gd name="connsiteY20" fmla="*/ 68219 h 201433"/>
                <a:gd name="connsiteX21" fmla="*/ 91961 w 204358"/>
                <a:gd name="connsiteY21" fmla="*/ 16424 h 201433"/>
                <a:gd name="connsiteX22" fmla="*/ 35215 w 204358"/>
                <a:gd name="connsiteY22" fmla="*/ 16424 h 201433"/>
                <a:gd name="connsiteX23" fmla="*/ 183886 w 204358"/>
                <a:gd name="connsiteY23" fmla="*/ 181045 h 201433"/>
                <a:gd name="connsiteX24" fmla="*/ 183886 w 204358"/>
                <a:gd name="connsiteY24" fmla="*/ 88658 h 201433"/>
                <a:gd name="connsiteX25" fmla="*/ 20399 w 204358"/>
                <a:gd name="connsiteY25" fmla="*/ 88658 h 201433"/>
                <a:gd name="connsiteX26" fmla="*/ 20399 w 204358"/>
                <a:gd name="connsiteY26" fmla="*/ 181045 h 201433"/>
                <a:gd name="connsiteX27" fmla="*/ 183886 w 204358"/>
                <a:gd name="connsiteY27" fmla="*/ 181045 h 201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4358" h="201433">
                  <a:moveTo>
                    <a:pt x="190199" y="18599"/>
                  </a:moveTo>
                  <a:lnTo>
                    <a:pt x="204249" y="68219"/>
                  </a:lnTo>
                  <a:lnTo>
                    <a:pt x="204358" y="68219"/>
                  </a:lnTo>
                  <a:lnTo>
                    <a:pt x="204358" y="164285"/>
                  </a:lnTo>
                  <a:cubicBezTo>
                    <a:pt x="204358" y="177125"/>
                    <a:pt x="199031" y="201433"/>
                    <a:pt x="182025" y="201433"/>
                  </a:cubicBezTo>
                  <a:lnTo>
                    <a:pt x="22333" y="201433"/>
                  </a:lnTo>
                  <a:cubicBezTo>
                    <a:pt x="5328" y="201433"/>
                    <a:pt x="0" y="177129"/>
                    <a:pt x="0" y="164285"/>
                  </a:cubicBezTo>
                  <a:lnTo>
                    <a:pt x="0" y="68219"/>
                  </a:lnTo>
                  <a:lnTo>
                    <a:pt x="110" y="68219"/>
                  </a:lnTo>
                  <a:lnTo>
                    <a:pt x="14159" y="18599"/>
                  </a:lnTo>
                  <a:cubicBezTo>
                    <a:pt x="15947" y="12176"/>
                    <a:pt x="20983" y="0"/>
                    <a:pt x="29377" y="0"/>
                  </a:cubicBezTo>
                  <a:lnTo>
                    <a:pt x="174982" y="0"/>
                  </a:lnTo>
                  <a:cubicBezTo>
                    <a:pt x="183375" y="0"/>
                    <a:pt x="188411" y="12190"/>
                    <a:pt x="190199" y="18599"/>
                  </a:cubicBezTo>
                  <a:close/>
                  <a:moveTo>
                    <a:pt x="169143" y="16424"/>
                  </a:moveTo>
                  <a:lnTo>
                    <a:pt x="112397" y="16424"/>
                  </a:lnTo>
                  <a:lnTo>
                    <a:pt x="112397" y="68219"/>
                  </a:lnTo>
                  <a:lnTo>
                    <a:pt x="183047" y="68219"/>
                  </a:lnTo>
                  <a:cubicBezTo>
                    <a:pt x="178668" y="52740"/>
                    <a:pt x="173340" y="32848"/>
                    <a:pt x="169143" y="16424"/>
                  </a:cubicBezTo>
                  <a:close/>
                  <a:moveTo>
                    <a:pt x="35215" y="16424"/>
                  </a:moveTo>
                  <a:cubicBezTo>
                    <a:pt x="31019" y="30658"/>
                    <a:pt x="25581" y="53046"/>
                    <a:pt x="21312" y="68219"/>
                  </a:cubicBezTo>
                  <a:lnTo>
                    <a:pt x="91961" y="68219"/>
                  </a:lnTo>
                  <a:lnTo>
                    <a:pt x="91961" y="16424"/>
                  </a:lnTo>
                  <a:lnTo>
                    <a:pt x="35215" y="16424"/>
                  </a:lnTo>
                  <a:close/>
                  <a:moveTo>
                    <a:pt x="183886" y="181045"/>
                  </a:moveTo>
                  <a:cubicBezTo>
                    <a:pt x="183886" y="144168"/>
                    <a:pt x="183886" y="111776"/>
                    <a:pt x="183886" y="88658"/>
                  </a:cubicBezTo>
                  <a:lnTo>
                    <a:pt x="20399" y="88658"/>
                  </a:lnTo>
                  <a:cubicBezTo>
                    <a:pt x="20399" y="112115"/>
                    <a:pt x="20399" y="158767"/>
                    <a:pt x="20399" y="181045"/>
                  </a:cubicBezTo>
                  <a:lnTo>
                    <a:pt x="183886" y="181045"/>
                  </a:lnTo>
                  <a:close/>
                </a:path>
              </a:pathLst>
            </a:custGeom>
            <a:solidFill>
              <a:srgbClr val="007B85"/>
            </a:solidFill>
            <a:ln w="3646" cap="flat">
              <a:noFill/>
              <a:prstDash val="solid"/>
              <a:miter/>
            </a:ln>
          </p:spPr>
          <p:txBody>
            <a:bodyPr rtlCol="0" anchor="ctr"/>
            <a:lstStyle/>
            <a:p>
              <a:endParaRPr lang="en-GR"/>
            </a:p>
          </p:txBody>
        </p:sp>
      </p:grpSp>
      <p:grpSp>
        <p:nvGrpSpPr>
          <p:cNvPr id="74" name="Group 73">
            <a:extLst>
              <a:ext uri="{FF2B5EF4-FFF2-40B4-BE49-F238E27FC236}">
                <a16:creationId xmlns:a16="http://schemas.microsoft.com/office/drawing/2014/main" id="{DDBA796A-FD49-396F-7551-3E941F818CEF}"/>
              </a:ext>
            </a:extLst>
          </p:cNvPr>
          <p:cNvGrpSpPr/>
          <p:nvPr/>
        </p:nvGrpSpPr>
        <p:grpSpPr>
          <a:xfrm>
            <a:off x="5601658" y="1196227"/>
            <a:ext cx="144235" cy="180964"/>
            <a:chOff x="4449500" y="1196227"/>
            <a:chExt cx="144235" cy="180964"/>
          </a:xfrm>
        </p:grpSpPr>
        <p:sp>
          <p:nvSpPr>
            <p:cNvPr id="75" name="Freeform 61">
              <a:extLst>
                <a:ext uri="{FF2B5EF4-FFF2-40B4-BE49-F238E27FC236}">
                  <a16:creationId xmlns:a16="http://schemas.microsoft.com/office/drawing/2014/main" id="{EA98473D-CB29-ACDD-C130-84B581E65F5C}"/>
                </a:ext>
              </a:extLst>
            </p:cNvPr>
            <p:cNvSpPr/>
            <p:nvPr/>
          </p:nvSpPr>
          <p:spPr>
            <a:xfrm>
              <a:off x="4534999" y="1237646"/>
              <a:ext cx="28620" cy="12476"/>
            </a:xfrm>
            <a:custGeom>
              <a:avLst/>
              <a:gdLst>
                <a:gd name="connsiteX0" fmla="*/ 0 w 32325"/>
                <a:gd name="connsiteY0" fmla="*/ 0 h 14091"/>
                <a:gd name="connsiteX1" fmla="*/ 32325 w 32325"/>
                <a:gd name="connsiteY1" fmla="*/ 0 h 14091"/>
                <a:gd name="connsiteX2" fmla="*/ 32325 w 32325"/>
                <a:gd name="connsiteY2" fmla="*/ 14092 h 14091"/>
                <a:gd name="connsiteX3" fmla="*/ 0 w 32325"/>
                <a:gd name="connsiteY3" fmla="*/ 14092 h 14091"/>
                <a:gd name="connsiteX4" fmla="*/ 0 w 32325"/>
                <a:gd name="connsiteY4" fmla="*/ 0 h 14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25" h="14091">
                  <a:moveTo>
                    <a:pt x="0" y="0"/>
                  </a:moveTo>
                  <a:lnTo>
                    <a:pt x="32325" y="0"/>
                  </a:lnTo>
                  <a:lnTo>
                    <a:pt x="32325" y="14092"/>
                  </a:lnTo>
                  <a:lnTo>
                    <a:pt x="0" y="14092"/>
                  </a:lnTo>
                  <a:lnTo>
                    <a:pt x="0" y="0"/>
                  </a:lnTo>
                  <a:close/>
                </a:path>
              </a:pathLst>
            </a:custGeom>
            <a:solidFill>
              <a:srgbClr val="007B85"/>
            </a:solidFill>
            <a:ln w="3646" cap="flat">
              <a:noFill/>
              <a:prstDash val="solid"/>
              <a:miter/>
            </a:ln>
          </p:spPr>
          <p:txBody>
            <a:bodyPr rtlCol="0" anchor="ctr"/>
            <a:lstStyle/>
            <a:p>
              <a:endParaRPr lang="en-GR"/>
            </a:p>
          </p:txBody>
        </p:sp>
        <p:sp>
          <p:nvSpPr>
            <p:cNvPr id="76" name="Freeform 62">
              <a:extLst>
                <a:ext uri="{FF2B5EF4-FFF2-40B4-BE49-F238E27FC236}">
                  <a16:creationId xmlns:a16="http://schemas.microsoft.com/office/drawing/2014/main" id="{F10036C2-6608-AFC7-9AB0-D5BB91D938A6}"/>
                </a:ext>
              </a:extLst>
            </p:cNvPr>
            <p:cNvSpPr/>
            <p:nvPr/>
          </p:nvSpPr>
          <p:spPr>
            <a:xfrm>
              <a:off x="4449500" y="1196227"/>
              <a:ext cx="144235" cy="180964"/>
            </a:xfrm>
            <a:custGeom>
              <a:avLst/>
              <a:gdLst>
                <a:gd name="connsiteX0" fmla="*/ 122181 w 162906"/>
                <a:gd name="connsiteY0" fmla="*/ 0 h 204389"/>
                <a:gd name="connsiteX1" fmla="*/ 162907 w 162906"/>
                <a:gd name="connsiteY1" fmla="*/ 23570 h 204389"/>
                <a:gd name="connsiteX2" fmla="*/ 162907 w 162906"/>
                <a:gd name="connsiteY2" fmla="*/ 180819 h 204389"/>
                <a:gd name="connsiteX3" fmla="*/ 122181 w 162906"/>
                <a:gd name="connsiteY3" fmla="*/ 204390 h 204389"/>
                <a:gd name="connsiteX4" fmla="*/ 40726 w 162906"/>
                <a:gd name="connsiteY4" fmla="*/ 204390 h 204389"/>
                <a:gd name="connsiteX5" fmla="*/ 0 w 162906"/>
                <a:gd name="connsiteY5" fmla="*/ 180819 h 204389"/>
                <a:gd name="connsiteX6" fmla="*/ 0 w 162906"/>
                <a:gd name="connsiteY6" fmla="*/ 23570 h 204389"/>
                <a:gd name="connsiteX7" fmla="*/ 40726 w 162906"/>
                <a:gd name="connsiteY7" fmla="*/ 0 h 204389"/>
                <a:gd name="connsiteX8" fmla="*/ 122181 w 162906"/>
                <a:gd name="connsiteY8" fmla="*/ 0 h 204389"/>
                <a:gd name="connsiteX9" fmla="*/ 20235 w 162906"/>
                <a:gd name="connsiteY9" fmla="*/ 172519 h 204389"/>
                <a:gd name="connsiteX10" fmla="*/ 38525 w 162906"/>
                <a:gd name="connsiteY10" fmla="*/ 183126 h 204389"/>
                <a:gd name="connsiteX11" fmla="*/ 56812 w 162906"/>
                <a:gd name="connsiteY11" fmla="*/ 172519 h 204389"/>
                <a:gd name="connsiteX12" fmla="*/ 38525 w 162906"/>
                <a:gd name="connsiteY12" fmla="*/ 161913 h 204389"/>
                <a:gd name="connsiteX13" fmla="*/ 20235 w 162906"/>
                <a:gd name="connsiteY13" fmla="*/ 172519 h 204389"/>
                <a:gd name="connsiteX14" fmla="*/ 20235 w 162906"/>
                <a:gd name="connsiteY14" fmla="*/ 136755 h 204389"/>
                <a:gd name="connsiteX15" fmla="*/ 38525 w 162906"/>
                <a:gd name="connsiteY15" fmla="*/ 147361 h 204389"/>
                <a:gd name="connsiteX16" fmla="*/ 56812 w 162906"/>
                <a:gd name="connsiteY16" fmla="*/ 136755 h 204389"/>
                <a:gd name="connsiteX17" fmla="*/ 38525 w 162906"/>
                <a:gd name="connsiteY17" fmla="*/ 126148 h 204389"/>
                <a:gd name="connsiteX18" fmla="*/ 20235 w 162906"/>
                <a:gd name="connsiteY18" fmla="*/ 136755 h 204389"/>
                <a:gd name="connsiteX19" fmla="*/ 20235 w 162906"/>
                <a:gd name="connsiteY19" fmla="*/ 101761 h 204389"/>
                <a:gd name="connsiteX20" fmla="*/ 38525 w 162906"/>
                <a:gd name="connsiteY20" fmla="*/ 112367 h 204389"/>
                <a:gd name="connsiteX21" fmla="*/ 56812 w 162906"/>
                <a:gd name="connsiteY21" fmla="*/ 101761 h 204389"/>
                <a:gd name="connsiteX22" fmla="*/ 38525 w 162906"/>
                <a:gd name="connsiteY22" fmla="*/ 91154 h 204389"/>
                <a:gd name="connsiteX23" fmla="*/ 20235 w 162906"/>
                <a:gd name="connsiteY23" fmla="*/ 101761 h 204389"/>
                <a:gd name="connsiteX24" fmla="*/ 63165 w 162906"/>
                <a:gd name="connsiteY24" fmla="*/ 172571 h 204389"/>
                <a:gd name="connsiteX25" fmla="*/ 81455 w 162906"/>
                <a:gd name="connsiteY25" fmla="*/ 183177 h 204389"/>
                <a:gd name="connsiteX26" fmla="*/ 99742 w 162906"/>
                <a:gd name="connsiteY26" fmla="*/ 172571 h 204389"/>
                <a:gd name="connsiteX27" fmla="*/ 81455 w 162906"/>
                <a:gd name="connsiteY27" fmla="*/ 161964 h 204389"/>
                <a:gd name="connsiteX28" fmla="*/ 63165 w 162906"/>
                <a:gd name="connsiteY28" fmla="*/ 172571 h 204389"/>
                <a:gd name="connsiteX29" fmla="*/ 63165 w 162906"/>
                <a:gd name="connsiteY29" fmla="*/ 136806 h 204389"/>
                <a:gd name="connsiteX30" fmla="*/ 81455 w 162906"/>
                <a:gd name="connsiteY30" fmla="*/ 147412 h 204389"/>
                <a:gd name="connsiteX31" fmla="*/ 99742 w 162906"/>
                <a:gd name="connsiteY31" fmla="*/ 136806 h 204389"/>
                <a:gd name="connsiteX32" fmla="*/ 81455 w 162906"/>
                <a:gd name="connsiteY32" fmla="*/ 126200 h 204389"/>
                <a:gd name="connsiteX33" fmla="*/ 63165 w 162906"/>
                <a:gd name="connsiteY33" fmla="*/ 136806 h 204389"/>
                <a:gd name="connsiteX34" fmla="*/ 63165 w 162906"/>
                <a:gd name="connsiteY34" fmla="*/ 101812 h 204389"/>
                <a:gd name="connsiteX35" fmla="*/ 81455 w 162906"/>
                <a:gd name="connsiteY35" fmla="*/ 112418 h 204389"/>
                <a:gd name="connsiteX36" fmla="*/ 99742 w 162906"/>
                <a:gd name="connsiteY36" fmla="*/ 101812 h 204389"/>
                <a:gd name="connsiteX37" fmla="*/ 81455 w 162906"/>
                <a:gd name="connsiteY37" fmla="*/ 91205 h 204389"/>
                <a:gd name="connsiteX38" fmla="*/ 63165 w 162906"/>
                <a:gd name="connsiteY38" fmla="*/ 101812 h 204389"/>
                <a:gd name="connsiteX39" fmla="*/ 124126 w 162906"/>
                <a:gd name="connsiteY39" fmla="*/ 182819 h 204389"/>
                <a:gd name="connsiteX40" fmla="*/ 140573 w 162906"/>
                <a:gd name="connsiteY40" fmla="*/ 172622 h 204389"/>
                <a:gd name="connsiteX41" fmla="*/ 140573 w 162906"/>
                <a:gd name="connsiteY41" fmla="*/ 137576 h 204389"/>
                <a:gd name="connsiteX42" fmla="*/ 124126 w 162906"/>
                <a:gd name="connsiteY42" fmla="*/ 127378 h 204389"/>
                <a:gd name="connsiteX43" fmla="*/ 107682 w 162906"/>
                <a:gd name="connsiteY43" fmla="*/ 137576 h 204389"/>
                <a:gd name="connsiteX44" fmla="*/ 107682 w 162906"/>
                <a:gd name="connsiteY44" fmla="*/ 172622 h 204389"/>
                <a:gd name="connsiteX45" fmla="*/ 124126 w 162906"/>
                <a:gd name="connsiteY45" fmla="*/ 182819 h 204389"/>
                <a:gd name="connsiteX46" fmla="*/ 105839 w 162906"/>
                <a:gd name="connsiteY46" fmla="*/ 101812 h 204389"/>
                <a:gd name="connsiteX47" fmla="*/ 124126 w 162906"/>
                <a:gd name="connsiteY47" fmla="*/ 112418 h 204389"/>
                <a:gd name="connsiteX48" fmla="*/ 142416 w 162906"/>
                <a:gd name="connsiteY48" fmla="*/ 101812 h 204389"/>
                <a:gd name="connsiteX49" fmla="*/ 124126 w 162906"/>
                <a:gd name="connsiteY49" fmla="*/ 91205 h 204389"/>
                <a:gd name="connsiteX50" fmla="*/ 105839 w 162906"/>
                <a:gd name="connsiteY50" fmla="*/ 101812 h 204389"/>
                <a:gd name="connsiteX51" fmla="*/ 20235 w 162906"/>
                <a:gd name="connsiteY51" fmla="*/ 70759 h 204389"/>
                <a:gd name="connsiteX52" fmla="*/ 142416 w 162906"/>
                <a:gd name="connsiteY52" fmla="*/ 70759 h 204389"/>
                <a:gd name="connsiteX53" fmla="*/ 142416 w 162906"/>
                <a:gd name="connsiteY53" fmla="*/ 20034 h 204389"/>
                <a:gd name="connsiteX54" fmla="*/ 20235 w 162906"/>
                <a:gd name="connsiteY54" fmla="*/ 20034 h 204389"/>
                <a:gd name="connsiteX55" fmla="*/ 20235 w 162906"/>
                <a:gd name="connsiteY55" fmla="*/ 70759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62906" h="204389">
                  <a:moveTo>
                    <a:pt x="122181" y="0"/>
                  </a:moveTo>
                  <a:cubicBezTo>
                    <a:pt x="135610" y="0"/>
                    <a:pt x="162907" y="5354"/>
                    <a:pt x="162907" y="23570"/>
                  </a:cubicBezTo>
                  <a:lnTo>
                    <a:pt x="162907" y="180819"/>
                  </a:lnTo>
                  <a:cubicBezTo>
                    <a:pt x="162907" y="199054"/>
                    <a:pt x="135625" y="204390"/>
                    <a:pt x="122181" y="204390"/>
                  </a:cubicBezTo>
                  <a:lnTo>
                    <a:pt x="40726" y="204390"/>
                  </a:lnTo>
                  <a:cubicBezTo>
                    <a:pt x="27296" y="204390"/>
                    <a:pt x="0" y="199035"/>
                    <a:pt x="0" y="180819"/>
                  </a:cubicBezTo>
                  <a:lnTo>
                    <a:pt x="0" y="23570"/>
                  </a:lnTo>
                  <a:cubicBezTo>
                    <a:pt x="0" y="5336"/>
                    <a:pt x="27282" y="0"/>
                    <a:pt x="40726" y="0"/>
                  </a:cubicBezTo>
                  <a:lnTo>
                    <a:pt x="122181" y="0"/>
                  </a:lnTo>
                  <a:close/>
                  <a:moveTo>
                    <a:pt x="20235" y="172519"/>
                  </a:moveTo>
                  <a:cubicBezTo>
                    <a:pt x="20235" y="178359"/>
                    <a:pt x="28431" y="183126"/>
                    <a:pt x="38525" y="183126"/>
                  </a:cubicBezTo>
                  <a:cubicBezTo>
                    <a:pt x="48615" y="183126"/>
                    <a:pt x="56812" y="178359"/>
                    <a:pt x="56812" y="172519"/>
                  </a:cubicBezTo>
                  <a:cubicBezTo>
                    <a:pt x="56812" y="166680"/>
                    <a:pt x="48615" y="161913"/>
                    <a:pt x="38525" y="161913"/>
                  </a:cubicBezTo>
                  <a:cubicBezTo>
                    <a:pt x="28431" y="161913"/>
                    <a:pt x="20235" y="166680"/>
                    <a:pt x="20235" y="172519"/>
                  </a:cubicBezTo>
                  <a:close/>
                  <a:moveTo>
                    <a:pt x="20235" y="136755"/>
                  </a:moveTo>
                  <a:cubicBezTo>
                    <a:pt x="20235" y="142595"/>
                    <a:pt x="28431" y="147361"/>
                    <a:pt x="38525" y="147361"/>
                  </a:cubicBezTo>
                  <a:cubicBezTo>
                    <a:pt x="48615" y="147361"/>
                    <a:pt x="56812" y="142595"/>
                    <a:pt x="56812" y="136755"/>
                  </a:cubicBezTo>
                  <a:cubicBezTo>
                    <a:pt x="56812" y="130915"/>
                    <a:pt x="48615" y="126148"/>
                    <a:pt x="38525" y="126148"/>
                  </a:cubicBezTo>
                  <a:cubicBezTo>
                    <a:pt x="28431" y="126148"/>
                    <a:pt x="20235" y="130915"/>
                    <a:pt x="20235" y="136755"/>
                  </a:cubicBezTo>
                  <a:close/>
                  <a:moveTo>
                    <a:pt x="20235" y="101761"/>
                  </a:moveTo>
                  <a:cubicBezTo>
                    <a:pt x="20235" y="107600"/>
                    <a:pt x="28431" y="112367"/>
                    <a:pt x="38525" y="112367"/>
                  </a:cubicBezTo>
                  <a:cubicBezTo>
                    <a:pt x="48615" y="112367"/>
                    <a:pt x="56812" y="107600"/>
                    <a:pt x="56812" y="101761"/>
                  </a:cubicBezTo>
                  <a:cubicBezTo>
                    <a:pt x="56812" y="95917"/>
                    <a:pt x="48615" y="91154"/>
                    <a:pt x="38525" y="91154"/>
                  </a:cubicBezTo>
                  <a:cubicBezTo>
                    <a:pt x="28431" y="91154"/>
                    <a:pt x="20235" y="95917"/>
                    <a:pt x="20235" y="101761"/>
                  </a:cubicBezTo>
                  <a:close/>
                  <a:moveTo>
                    <a:pt x="63165" y="172571"/>
                  </a:moveTo>
                  <a:cubicBezTo>
                    <a:pt x="63165" y="178410"/>
                    <a:pt x="71361" y="183177"/>
                    <a:pt x="81455" y="183177"/>
                  </a:cubicBezTo>
                  <a:cubicBezTo>
                    <a:pt x="91545" y="183177"/>
                    <a:pt x="99742" y="178410"/>
                    <a:pt x="99742" y="172571"/>
                  </a:cubicBezTo>
                  <a:cubicBezTo>
                    <a:pt x="99742" y="166731"/>
                    <a:pt x="91545" y="161964"/>
                    <a:pt x="81455" y="161964"/>
                  </a:cubicBezTo>
                  <a:cubicBezTo>
                    <a:pt x="71361" y="161964"/>
                    <a:pt x="63165" y="166731"/>
                    <a:pt x="63165" y="172571"/>
                  </a:cubicBezTo>
                  <a:close/>
                  <a:moveTo>
                    <a:pt x="63165" y="136806"/>
                  </a:moveTo>
                  <a:cubicBezTo>
                    <a:pt x="63165" y="142649"/>
                    <a:pt x="71361" y="147412"/>
                    <a:pt x="81455" y="147412"/>
                  </a:cubicBezTo>
                  <a:cubicBezTo>
                    <a:pt x="91545" y="147412"/>
                    <a:pt x="99742" y="142649"/>
                    <a:pt x="99742" y="136806"/>
                  </a:cubicBezTo>
                  <a:cubicBezTo>
                    <a:pt x="99742" y="130966"/>
                    <a:pt x="91545" y="126200"/>
                    <a:pt x="81455" y="126200"/>
                  </a:cubicBezTo>
                  <a:cubicBezTo>
                    <a:pt x="71361" y="126200"/>
                    <a:pt x="63165" y="130966"/>
                    <a:pt x="63165" y="136806"/>
                  </a:cubicBezTo>
                  <a:close/>
                  <a:moveTo>
                    <a:pt x="63165" y="101812"/>
                  </a:moveTo>
                  <a:cubicBezTo>
                    <a:pt x="63165" y="107651"/>
                    <a:pt x="71361" y="112418"/>
                    <a:pt x="81455" y="112418"/>
                  </a:cubicBezTo>
                  <a:cubicBezTo>
                    <a:pt x="91545" y="112418"/>
                    <a:pt x="99742" y="107651"/>
                    <a:pt x="99742" y="101812"/>
                  </a:cubicBezTo>
                  <a:cubicBezTo>
                    <a:pt x="99742" y="95968"/>
                    <a:pt x="91545" y="91205"/>
                    <a:pt x="81455" y="91205"/>
                  </a:cubicBezTo>
                  <a:cubicBezTo>
                    <a:pt x="71361" y="91205"/>
                    <a:pt x="63165" y="95968"/>
                    <a:pt x="63165" y="101812"/>
                  </a:cubicBezTo>
                  <a:close/>
                  <a:moveTo>
                    <a:pt x="124126" y="182819"/>
                  </a:moveTo>
                  <a:cubicBezTo>
                    <a:pt x="133194" y="182819"/>
                    <a:pt x="140573" y="178257"/>
                    <a:pt x="140573" y="172622"/>
                  </a:cubicBezTo>
                  <a:lnTo>
                    <a:pt x="140573" y="137576"/>
                  </a:lnTo>
                  <a:cubicBezTo>
                    <a:pt x="140573" y="131937"/>
                    <a:pt x="133194" y="127378"/>
                    <a:pt x="124126" y="127378"/>
                  </a:cubicBezTo>
                  <a:cubicBezTo>
                    <a:pt x="115061" y="127378"/>
                    <a:pt x="107682" y="131937"/>
                    <a:pt x="107682" y="137576"/>
                  </a:cubicBezTo>
                  <a:lnTo>
                    <a:pt x="107682" y="172622"/>
                  </a:lnTo>
                  <a:cubicBezTo>
                    <a:pt x="107682" y="178257"/>
                    <a:pt x="115061" y="182819"/>
                    <a:pt x="124126" y="182819"/>
                  </a:cubicBezTo>
                  <a:close/>
                  <a:moveTo>
                    <a:pt x="105839" y="101812"/>
                  </a:moveTo>
                  <a:cubicBezTo>
                    <a:pt x="105839" y="107651"/>
                    <a:pt x="114036" y="112418"/>
                    <a:pt x="124126" y="112418"/>
                  </a:cubicBezTo>
                  <a:cubicBezTo>
                    <a:pt x="134220" y="112418"/>
                    <a:pt x="142416" y="107651"/>
                    <a:pt x="142416" y="101812"/>
                  </a:cubicBezTo>
                  <a:cubicBezTo>
                    <a:pt x="142416" y="95968"/>
                    <a:pt x="134220" y="91205"/>
                    <a:pt x="124126" y="91205"/>
                  </a:cubicBezTo>
                  <a:cubicBezTo>
                    <a:pt x="114036" y="91205"/>
                    <a:pt x="105839" y="95968"/>
                    <a:pt x="105839" y="101812"/>
                  </a:cubicBezTo>
                  <a:close/>
                  <a:moveTo>
                    <a:pt x="20235" y="70759"/>
                  </a:moveTo>
                  <a:lnTo>
                    <a:pt x="142416" y="70759"/>
                  </a:lnTo>
                  <a:lnTo>
                    <a:pt x="142416" y="20034"/>
                  </a:lnTo>
                  <a:lnTo>
                    <a:pt x="20235" y="20034"/>
                  </a:lnTo>
                  <a:lnTo>
                    <a:pt x="20235" y="70759"/>
                  </a:lnTo>
                  <a:close/>
                </a:path>
              </a:pathLst>
            </a:custGeom>
            <a:solidFill>
              <a:srgbClr val="007B85"/>
            </a:solidFill>
            <a:ln w="3646" cap="flat">
              <a:noFill/>
              <a:prstDash val="solid"/>
              <a:miter/>
            </a:ln>
          </p:spPr>
          <p:txBody>
            <a:bodyPr rtlCol="0" anchor="ctr"/>
            <a:lstStyle/>
            <a:p>
              <a:endParaRPr lang="en-GR"/>
            </a:p>
          </p:txBody>
        </p:sp>
      </p:grpSp>
      <p:grpSp>
        <p:nvGrpSpPr>
          <p:cNvPr id="77" name="Group 76">
            <a:extLst>
              <a:ext uri="{FF2B5EF4-FFF2-40B4-BE49-F238E27FC236}">
                <a16:creationId xmlns:a16="http://schemas.microsoft.com/office/drawing/2014/main" id="{6ED27A8E-381B-FEFE-F77F-FE4934DA7179}"/>
              </a:ext>
            </a:extLst>
          </p:cNvPr>
          <p:cNvGrpSpPr/>
          <p:nvPr/>
        </p:nvGrpSpPr>
        <p:grpSpPr>
          <a:xfrm>
            <a:off x="5905403" y="1202692"/>
            <a:ext cx="184562" cy="180975"/>
            <a:chOff x="4753247" y="1202690"/>
            <a:chExt cx="184562" cy="180975"/>
          </a:xfrm>
        </p:grpSpPr>
        <p:sp>
          <p:nvSpPr>
            <p:cNvPr id="78" name="Freeform 63">
              <a:extLst>
                <a:ext uri="{FF2B5EF4-FFF2-40B4-BE49-F238E27FC236}">
                  <a16:creationId xmlns:a16="http://schemas.microsoft.com/office/drawing/2014/main" id="{F6376481-71C0-4E05-13DC-6A40190FE422}"/>
                </a:ext>
              </a:extLst>
            </p:cNvPr>
            <p:cNvSpPr/>
            <p:nvPr/>
          </p:nvSpPr>
          <p:spPr>
            <a:xfrm>
              <a:off x="4827144" y="1259649"/>
              <a:ext cx="53673" cy="53888"/>
            </a:xfrm>
            <a:custGeom>
              <a:avLst/>
              <a:gdLst>
                <a:gd name="connsiteX0" fmla="*/ 34416 w 60621"/>
                <a:gd name="connsiteY0" fmla="*/ 60864 h 60864"/>
                <a:gd name="connsiteX1" fmla="*/ 60621 w 60621"/>
                <a:gd name="connsiteY1" fmla="*/ 30622 h 60864"/>
                <a:gd name="connsiteX2" fmla="*/ 30000 w 60621"/>
                <a:gd name="connsiteY2" fmla="*/ 0 h 60864"/>
                <a:gd name="connsiteX3" fmla="*/ 0 w 60621"/>
                <a:gd name="connsiteY3" fmla="*/ 24498 h 60864"/>
                <a:gd name="connsiteX4" fmla="*/ 18513 w 60621"/>
                <a:gd name="connsiteY4" fmla="*/ 19227 h 60864"/>
                <a:gd name="connsiteX5" fmla="*/ 22312 w 60621"/>
                <a:gd name="connsiteY5" fmla="*/ 18563 h 60864"/>
                <a:gd name="connsiteX6" fmla="*/ 32329 w 60621"/>
                <a:gd name="connsiteY6" fmla="*/ 20417 h 60864"/>
                <a:gd name="connsiteX7" fmla="*/ 41393 w 60621"/>
                <a:gd name="connsiteY7" fmla="*/ 46385 h 60864"/>
                <a:gd name="connsiteX8" fmla="*/ 34416 w 60621"/>
                <a:gd name="connsiteY8" fmla="*/ 60864 h 60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621" h="60864">
                  <a:moveTo>
                    <a:pt x="34416" y="60864"/>
                  </a:moveTo>
                  <a:cubicBezTo>
                    <a:pt x="49228" y="58729"/>
                    <a:pt x="60621" y="46006"/>
                    <a:pt x="60621" y="30622"/>
                  </a:cubicBezTo>
                  <a:cubicBezTo>
                    <a:pt x="60621" y="13720"/>
                    <a:pt x="46900" y="0"/>
                    <a:pt x="30000" y="0"/>
                  </a:cubicBezTo>
                  <a:cubicBezTo>
                    <a:pt x="15192" y="0"/>
                    <a:pt x="2850" y="10541"/>
                    <a:pt x="0" y="24498"/>
                  </a:cubicBezTo>
                  <a:lnTo>
                    <a:pt x="18513" y="19227"/>
                  </a:lnTo>
                  <a:cubicBezTo>
                    <a:pt x="19797" y="18895"/>
                    <a:pt x="21031" y="18658"/>
                    <a:pt x="22312" y="18563"/>
                  </a:cubicBezTo>
                  <a:cubicBezTo>
                    <a:pt x="25778" y="18278"/>
                    <a:pt x="29194" y="18943"/>
                    <a:pt x="32329" y="20417"/>
                  </a:cubicBezTo>
                  <a:cubicBezTo>
                    <a:pt x="41966" y="25067"/>
                    <a:pt x="46046" y="36746"/>
                    <a:pt x="41393" y="46385"/>
                  </a:cubicBezTo>
                  <a:lnTo>
                    <a:pt x="34416" y="60864"/>
                  </a:lnTo>
                  <a:close/>
                </a:path>
              </a:pathLst>
            </a:custGeom>
            <a:solidFill>
              <a:srgbClr val="007B85"/>
            </a:solidFill>
            <a:ln w="3646" cap="flat">
              <a:noFill/>
              <a:prstDash val="solid"/>
              <a:miter/>
            </a:ln>
          </p:spPr>
          <p:txBody>
            <a:bodyPr rtlCol="0" anchor="ctr"/>
            <a:lstStyle/>
            <a:p>
              <a:endParaRPr lang="en-GR"/>
            </a:p>
          </p:txBody>
        </p:sp>
        <p:sp>
          <p:nvSpPr>
            <p:cNvPr id="79" name="Freeform 64">
              <a:extLst>
                <a:ext uri="{FF2B5EF4-FFF2-40B4-BE49-F238E27FC236}">
                  <a16:creationId xmlns:a16="http://schemas.microsoft.com/office/drawing/2014/main" id="{296F5233-7AF4-7D6C-DE4D-2B12C2BF7497}"/>
                </a:ext>
              </a:extLst>
            </p:cNvPr>
            <p:cNvSpPr/>
            <p:nvPr/>
          </p:nvSpPr>
          <p:spPr>
            <a:xfrm>
              <a:off x="4753247" y="1287357"/>
              <a:ext cx="100967" cy="96308"/>
            </a:xfrm>
            <a:custGeom>
              <a:avLst/>
              <a:gdLst>
                <a:gd name="connsiteX0" fmla="*/ 110238 w 114037"/>
                <a:gd name="connsiteY0" fmla="*/ 656 h 108775"/>
                <a:gd name="connsiteX1" fmla="*/ 105537 w 114037"/>
                <a:gd name="connsiteY1" fmla="*/ 277 h 108775"/>
                <a:gd name="connsiteX2" fmla="*/ 4570 w 114037"/>
                <a:gd name="connsiteY2" fmla="*/ 29001 h 108775"/>
                <a:gd name="connsiteX3" fmla="*/ 629 w 114037"/>
                <a:gd name="connsiteY3" fmla="*/ 32326 h 108775"/>
                <a:gd name="connsiteX4" fmla="*/ 3573 w 114037"/>
                <a:gd name="connsiteY4" fmla="*/ 40775 h 108775"/>
                <a:gd name="connsiteX5" fmla="*/ 34048 w 114037"/>
                <a:gd name="connsiteY5" fmla="*/ 55495 h 108775"/>
                <a:gd name="connsiteX6" fmla="*/ 45916 w 114037"/>
                <a:gd name="connsiteY6" fmla="*/ 69499 h 108775"/>
                <a:gd name="connsiteX7" fmla="*/ 55459 w 114037"/>
                <a:gd name="connsiteY7" fmla="*/ 104158 h 108775"/>
                <a:gd name="connsiteX8" fmla="*/ 58827 w 114037"/>
                <a:gd name="connsiteY8" fmla="*/ 108147 h 108775"/>
                <a:gd name="connsiteX9" fmla="*/ 67231 w 114037"/>
                <a:gd name="connsiteY9" fmla="*/ 105201 h 108775"/>
                <a:gd name="connsiteX10" fmla="*/ 113369 w 114037"/>
                <a:gd name="connsiteY10" fmla="*/ 9536 h 108775"/>
                <a:gd name="connsiteX11" fmla="*/ 110285 w 114037"/>
                <a:gd name="connsiteY11" fmla="*/ 656 h 108775"/>
                <a:gd name="connsiteX12" fmla="*/ 110238 w 114037"/>
                <a:gd name="connsiteY12" fmla="*/ 656 h 10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037" h="108775">
                  <a:moveTo>
                    <a:pt x="110238" y="656"/>
                  </a:moveTo>
                  <a:cubicBezTo>
                    <a:pt x="108767" y="-56"/>
                    <a:pt x="107103" y="-198"/>
                    <a:pt x="105537" y="277"/>
                  </a:cubicBezTo>
                  <a:lnTo>
                    <a:pt x="4570" y="29001"/>
                  </a:lnTo>
                  <a:cubicBezTo>
                    <a:pt x="2814" y="29475"/>
                    <a:pt x="1388" y="30712"/>
                    <a:pt x="629" y="32326"/>
                  </a:cubicBezTo>
                  <a:cubicBezTo>
                    <a:pt x="-890" y="35457"/>
                    <a:pt x="439" y="39256"/>
                    <a:pt x="3573" y="40775"/>
                  </a:cubicBezTo>
                  <a:cubicBezTo>
                    <a:pt x="3573" y="40775"/>
                    <a:pt x="27213" y="50461"/>
                    <a:pt x="34048" y="55495"/>
                  </a:cubicBezTo>
                  <a:cubicBezTo>
                    <a:pt x="39697" y="59674"/>
                    <a:pt x="43208" y="63564"/>
                    <a:pt x="45916" y="69499"/>
                  </a:cubicBezTo>
                  <a:cubicBezTo>
                    <a:pt x="49667" y="77667"/>
                    <a:pt x="55459" y="104158"/>
                    <a:pt x="55459" y="104158"/>
                  </a:cubicBezTo>
                  <a:cubicBezTo>
                    <a:pt x="55933" y="105917"/>
                    <a:pt x="57166" y="107388"/>
                    <a:pt x="58827" y="108147"/>
                  </a:cubicBezTo>
                  <a:cubicBezTo>
                    <a:pt x="61962" y="109665"/>
                    <a:pt x="65709" y="108337"/>
                    <a:pt x="67231" y="105201"/>
                  </a:cubicBezTo>
                  <a:lnTo>
                    <a:pt x="113369" y="9536"/>
                  </a:lnTo>
                  <a:cubicBezTo>
                    <a:pt x="114985" y="6211"/>
                    <a:pt x="113558" y="2273"/>
                    <a:pt x="110285" y="656"/>
                  </a:cubicBezTo>
                  <a:lnTo>
                    <a:pt x="110238" y="656"/>
                  </a:lnTo>
                  <a:close/>
                </a:path>
              </a:pathLst>
            </a:custGeom>
            <a:solidFill>
              <a:srgbClr val="007B85"/>
            </a:solidFill>
            <a:ln w="3646" cap="flat">
              <a:noFill/>
              <a:prstDash val="solid"/>
              <a:miter/>
            </a:ln>
          </p:spPr>
          <p:txBody>
            <a:bodyPr rtlCol="0" anchor="ctr"/>
            <a:lstStyle/>
            <a:p>
              <a:endParaRPr lang="en-GR"/>
            </a:p>
          </p:txBody>
        </p:sp>
        <p:sp>
          <p:nvSpPr>
            <p:cNvPr id="80" name="Freeform 65">
              <a:extLst>
                <a:ext uri="{FF2B5EF4-FFF2-40B4-BE49-F238E27FC236}">
                  <a16:creationId xmlns:a16="http://schemas.microsoft.com/office/drawing/2014/main" id="{E159C33F-BDB9-F30F-A599-57882033BFEE}"/>
                </a:ext>
              </a:extLst>
            </p:cNvPr>
            <p:cNvSpPr/>
            <p:nvPr/>
          </p:nvSpPr>
          <p:spPr>
            <a:xfrm>
              <a:off x="4797053" y="1230013"/>
              <a:ext cx="113392" cy="113412"/>
            </a:xfrm>
            <a:custGeom>
              <a:avLst/>
              <a:gdLst>
                <a:gd name="connsiteX0" fmla="*/ 60665 w 128070"/>
                <a:gd name="connsiteY0" fmla="*/ 110385 h 128093"/>
                <a:gd name="connsiteX1" fmla="*/ 52644 w 128070"/>
                <a:gd name="connsiteY1" fmla="*/ 127050 h 128093"/>
                <a:gd name="connsiteX2" fmla="*/ 64034 w 128070"/>
                <a:gd name="connsiteY2" fmla="*/ 128094 h 128093"/>
                <a:gd name="connsiteX3" fmla="*/ 128071 w 128070"/>
                <a:gd name="connsiteY3" fmla="*/ 64047 h 128093"/>
                <a:gd name="connsiteX4" fmla="*/ 64034 w 128070"/>
                <a:gd name="connsiteY4" fmla="*/ 0 h 128093"/>
                <a:gd name="connsiteX5" fmla="*/ 0 w 128070"/>
                <a:gd name="connsiteY5" fmla="*/ 64047 h 128093"/>
                <a:gd name="connsiteX6" fmla="*/ 190 w 128070"/>
                <a:gd name="connsiteY6" fmla="*/ 67562 h 128093"/>
                <a:gd name="connsiteX7" fmla="*/ 17659 w 128070"/>
                <a:gd name="connsiteY7" fmla="*/ 62576 h 128093"/>
                <a:gd name="connsiteX8" fmla="*/ 64034 w 128070"/>
                <a:gd name="connsiteY8" fmla="*/ 17567 h 128093"/>
                <a:gd name="connsiteX9" fmla="*/ 110507 w 128070"/>
                <a:gd name="connsiteY9" fmla="*/ 64047 h 128093"/>
                <a:gd name="connsiteX10" fmla="*/ 64034 w 128070"/>
                <a:gd name="connsiteY10" fmla="*/ 110527 h 128093"/>
                <a:gd name="connsiteX11" fmla="*/ 60713 w 128070"/>
                <a:gd name="connsiteY11" fmla="*/ 110338 h 128093"/>
                <a:gd name="connsiteX12" fmla="*/ 60665 w 128070"/>
                <a:gd name="connsiteY12" fmla="*/ 110385 h 128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8070" h="128093">
                  <a:moveTo>
                    <a:pt x="60665" y="110385"/>
                  </a:moveTo>
                  <a:lnTo>
                    <a:pt x="52644" y="127050"/>
                  </a:lnTo>
                  <a:cubicBezTo>
                    <a:pt x="56345" y="127714"/>
                    <a:pt x="60143" y="128094"/>
                    <a:pt x="64034" y="128094"/>
                  </a:cubicBezTo>
                  <a:cubicBezTo>
                    <a:pt x="99402" y="128094"/>
                    <a:pt x="128071" y="99417"/>
                    <a:pt x="128071" y="64047"/>
                  </a:cubicBezTo>
                  <a:cubicBezTo>
                    <a:pt x="128071" y="28677"/>
                    <a:pt x="99402" y="0"/>
                    <a:pt x="64034" y="0"/>
                  </a:cubicBezTo>
                  <a:cubicBezTo>
                    <a:pt x="28669" y="0"/>
                    <a:pt x="0" y="28677"/>
                    <a:pt x="0" y="64047"/>
                  </a:cubicBezTo>
                  <a:cubicBezTo>
                    <a:pt x="0" y="65233"/>
                    <a:pt x="95" y="66375"/>
                    <a:pt x="190" y="67562"/>
                  </a:cubicBezTo>
                  <a:lnTo>
                    <a:pt x="17659" y="62576"/>
                  </a:lnTo>
                  <a:cubicBezTo>
                    <a:pt x="18418" y="37604"/>
                    <a:pt x="38923" y="17567"/>
                    <a:pt x="64034" y="17567"/>
                  </a:cubicBezTo>
                  <a:cubicBezTo>
                    <a:pt x="89148" y="17567"/>
                    <a:pt x="110507" y="38411"/>
                    <a:pt x="110507" y="64047"/>
                  </a:cubicBezTo>
                  <a:cubicBezTo>
                    <a:pt x="110507" y="89687"/>
                    <a:pt x="89670" y="110527"/>
                    <a:pt x="64034" y="110527"/>
                  </a:cubicBezTo>
                  <a:cubicBezTo>
                    <a:pt x="62895" y="110527"/>
                    <a:pt x="61804" y="110432"/>
                    <a:pt x="60713" y="110338"/>
                  </a:cubicBezTo>
                  <a:lnTo>
                    <a:pt x="60665" y="110385"/>
                  </a:lnTo>
                  <a:close/>
                </a:path>
              </a:pathLst>
            </a:custGeom>
            <a:solidFill>
              <a:srgbClr val="007B85"/>
            </a:solidFill>
            <a:ln w="3646" cap="flat">
              <a:noFill/>
              <a:prstDash val="solid"/>
              <a:miter/>
            </a:ln>
          </p:spPr>
          <p:txBody>
            <a:bodyPr rtlCol="0" anchor="ctr"/>
            <a:lstStyle/>
            <a:p>
              <a:endParaRPr lang="en-GR"/>
            </a:p>
          </p:txBody>
        </p:sp>
        <p:sp>
          <p:nvSpPr>
            <p:cNvPr id="81" name="Freeform 66">
              <a:extLst>
                <a:ext uri="{FF2B5EF4-FFF2-40B4-BE49-F238E27FC236}">
                  <a16:creationId xmlns:a16="http://schemas.microsoft.com/office/drawing/2014/main" id="{04317146-9D37-54E3-5B77-B6BE3610D4E7}"/>
                </a:ext>
              </a:extLst>
            </p:cNvPr>
            <p:cNvSpPr/>
            <p:nvPr/>
          </p:nvSpPr>
          <p:spPr>
            <a:xfrm>
              <a:off x="4769690" y="1202690"/>
              <a:ext cx="168119" cy="168144"/>
            </a:xfrm>
            <a:custGeom>
              <a:avLst/>
              <a:gdLst>
                <a:gd name="connsiteX0" fmla="*/ 94939 w 189881"/>
                <a:gd name="connsiteY0" fmla="*/ 0 h 189910"/>
                <a:gd name="connsiteX1" fmla="*/ 0 w 189881"/>
                <a:gd name="connsiteY1" fmla="*/ 94954 h 189910"/>
                <a:gd name="connsiteX2" fmla="*/ 854 w 189881"/>
                <a:gd name="connsiteY2" fmla="*/ 107060 h 189910"/>
                <a:gd name="connsiteX3" fmla="*/ 17943 w 189881"/>
                <a:gd name="connsiteY3" fmla="*/ 102220 h 189910"/>
                <a:gd name="connsiteX4" fmla="*/ 17564 w 189881"/>
                <a:gd name="connsiteY4" fmla="*/ 94954 h 189910"/>
                <a:gd name="connsiteX5" fmla="*/ 94939 w 189881"/>
                <a:gd name="connsiteY5" fmla="*/ 17567 h 189910"/>
                <a:gd name="connsiteX6" fmla="*/ 172318 w 189881"/>
                <a:gd name="connsiteY6" fmla="*/ 94954 h 189910"/>
                <a:gd name="connsiteX7" fmla="*/ 94939 w 189881"/>
                <a:gd name="connsiteY7" fmla="*/ 172344 h 189910"/>
                <a:gd name="connsiteX8" fmla="*/ 77616 w 189881"/>
                <a:gd name="connsiteY8" fmla="*/ 170300 h 189910"/>
                <a:gd name="connsiteX9" fmla="*/ 69829 w 189881"/>
                <a:gd name="connsiteY9" fmla="*/ 186443 h 189910"/>
                <a:gd name="connsiteX10" fmla="*/ 94939 w 189881"/>
                <a:gd name="connsiteY10" fmla="*/ 189911 h 189910"/>
                <a:gd name="connsiteX11" fmla="*/ 189882 w 189881"/>
                <a:gd name="connsiteY11" fmla="*/ 94954 h 189910"/>
                <a:gd name="connsiteX12" fmla="*/ 94939 w 189881"/>
                <a:gd name="connsiteY12" fmla="*/ 0 h 18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881" h="189910">
                  <a:moveTo>
                    <a:pt x="94939" y="0"/>
                  </a:moveTo>
                  <a:cubicBezTo>
                    <a:pt x="42485" y="0"/>
                    <a:pt x="0" y="42491"/>
                    <a:pt x="0" y="94954"/>
                  </a:cubicBezTo>
                  <a:cubicBezTo>
                    <a:pt x="0" y="99085"/>
                    <a:pt x="332" y="103074"/>
                    <a:pt x="854" y="107060"/>
                  </a:cubicBezTo>
                  <a:lnTo>
                    <a:pt x="17943" y="102220"/>
                  </a:lnTo>
                  <a:cubicBezTo>
                    <a:pt x="17706" y="99844"/>
                    <a:pt x="17564" y="97424"/>
                    <a:pt x="17564" y="94954"/>
                  </a:cubicBezTo>
                  <a:cubicBezTo>
                    <a:pt x="17564" y="52273"/>
                    <a:pt x="52265" y="17567"/>
                    <a:pt x="94939" y="17567"/>
                  </a:cubicBezTo>
                  <a:cubicBezTo>
                    <a:pt x="137617" y="17567"/>
                    <a:pt x="172318" y="52273"/>
                    <a:pt x="172318" y="94954"/>
                  </a:cubicBezTo>
                  <a:cubicBezTo>
                    <a:pt x="172318" y="137638"/>
                    <a:pt x="137617" y="172344"/>
                    <a:pt x="94939" y="172344"/>
                  </a:cubicBezTo>
                  <a:cubicBezTo>
                    <a:pt x="88958" y="172344"/>
                    <a:pt x="83167" y="171581"/>
                    <a:pt x="77616" y="170300"/>
                  </a:cubicBezTo>
                  <a:lnTo>
                    <a:pt x="69829" y="186443"/>
                  </a:lnTo>
                  <a:cubicBezTo>
                    <a:pt x="77853" y="188626"/>
                    <a:pt x="86254" y="189911"/>
                    <a:pt x="94939" y="189911"/>
                  </a:cubicBezTo>
                  <a:cubicBezTo>
                    <a:pt x="147394" y="189911"/>
                    <a:pt x="189882" y="147416"/>
                    <a:pt x="189882" y="94954"/>
                  </a:cubicBezTo>
                  <a:cubicBezTo>
                    <a:pt x="189882" y="42491"/>
                    <a:pt x="147346" y="0"/>
                    <a:pt x="94939" y="0"/>
                  </a:cubicBezTo>
                  <a:close/>
                </a:path>
              </a:pathLst>
            </a:custGeom>
            <a:solidFill>
              <a:srgbClr val="007B85"/>
            </a:solidFill>
            <a:ln w="3646" cap="flat">
              <a:noFill/>
              <a:prstDash val="solid"/>
              <a:miter/>
            </a:ln>
          </p:spPr>
          <p:txBody>
            <a:bodyPr rtlCol="0" anchor="ctr"/>
            <a:lstStyle/>
            <a:p>
              <a:endParaRPr lang="en-GR"/>
            </a:p>
          </p:txBody>
        </p:sp>
      </p:grpSp>
      <p:grpSp>
        <p:nvGrpSpPr>
          <p:cNvPr id="82" name="Group 81">
            <a:extLst>
              <a:ext uri="{FF2B5EF4-FFF2-40B4-BE49-F238E27FC236}">
                <a16:creationId xmlns:a16="http://schemas.microsoft.com/office/drawing/2014/main" id="{560704F5-8CD8-5F91-2A0E-F983D91C3A4F}"/>
              </a:ext>
            </a:extLst>
          </p:cNvPr>
          <p:cNvGrpSpPr/>
          <p:nvPr/>
        </p:nvGrpSpPr>
        <p:grpSpPr>
          <a:xfrm>
            <a:off x="6260783" y="1196227"/>
            <a:ext cx="157512" cy="180964"/>
            <a:chOff x="5108627" y="1196227"/>
            <a:chExt cx="157512" cy="180964"/>
          </a:xfrm>
        </p:grpSpPr>
        <p:sp>
          <p:nvSpPr>
            <p:cNvPr id="83" name="Freeform 67">
              <a:extLst>
                <a:ext uri="{FF2B5EF4-FFF2-40B4-BE49-F238E27FC236}">
                  <a16:creationId xmlns:a16="http://schemas.microsoft.com/office/drawing/2014/main" id="{4DADD979-3DEE-F435-AD66-885B7D04B58C}"/>
                </a:ext>
              </a:extLst>
            </p:cNvPr>
            <p:cNvSpPr/>
            <p:nvPr/>
          </p:nvSpPr>
          <p:spPr>
            <a:xfrm>
              <a:off x="5108627" y="1196227"/>
              <a:ext cx="157512" cy="90886"/>
            </a:xfrm>
            <a:custGeom>
              <a:avLst/>
              <a:gdLst>
                <a:gd name="connsiteX0" fmla="*/ 177901 w 177901"/>
                <a:gd name="connsiteY0" fmla="*/ 51324 h 102651"/>
                <a:gd name="connsiteX1" fmla="*/ 88951 w 177901"/>
                <a:gd name="connsiteY1" fmla="*/ 102651 h 102651"/>
                <a:gd name="connsiteX2" fmla="*/ 0 w 177901"/>
                <a:gd name="connsiteY2" fmla="*/ 51324 h 102651"/>
                <a:gd name="connsiteX3" fmla="*/ 88951 w 177901"/>
                <a:gd name="connsiteY3" fmla="*/ 0 h 102651"/>
                <a:gd name="connsiteX4" fmla="*/ 177901 w 177901"/>
                <a:gd name="connsiteY4" fmla="*/ 51324 h 102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901" h="102651">
                  <a:moveTo>
                    <a:pt x="177901" y="51324"/>
                  </a:moveTo>
                  <a:cubicBezTo>
                    <a:pt x="177901" y="79672"/>
                    <a:pt x="138077" y="102651"/>
                    <a:pt x="88951" y="102651"/>
                  </a:cubicBezTo>
                  <a:cubicBezTo>
                    <a:pt x="39824" y="102651"/>
                    <a:pt x="0" y="79672"/>
                    <a:pt x="0" y="51324"/>
                  </a:cubicBezTo>
                  <a:cubicBezTo>
                    <a:pt x="0" y="22979"/>
                    <a:pt x="39824" y="0"/>
                    <a:pt x="88951" y="0"/>
                  </a:cubicBezTo>
                  <a:cubicBezTo>
                    <a:pt x="138077" y="0"/>
                    <a:pt x="177901" y="22979"/>
                    <a:pt x="177901" y="51324"/>
                  </a:cubicBezTo>
                  <a:close/>
                </a:path>
              </a:pathLst>
            </a:custGeom>
            <a:solidFill>
              <a:srgbClr val="007B85"/>
            </a:solidFill>
            <a:ln w="3646" cap="flat">
              <a:noFill/>
              <a:prstDash val="solid"/>
              <a:miter/>
            </a:ln>
          </p:spPr>
          <p:txBody>
            <a:bodyPr rtlCol="0" anchor="ctr"/>
            <a:lstStyle/>
            <a:p>
              <a:endParaRPr lang="en-GR"/>
            </a:p>
          </p:txBody>
        </p:sp>
        <p:sp>
          <p:nvSpPr>
            <p:cNvPr id="84" name="Freeform 68">
              <a:extLst>
                <a:ext uri="{FF2B5EF4-FFF2-40B4-BE49-F238E27FC236}">
                  <a16:creationId xmlns:a16="http://schemas.microsoft.com/office/drawing/2014/main" id="{E9D3F9A4-3388-D619-6F41-901ABBF09511}"/>
                </a:ext>
              </a:extLst>
            </p:cNvPr>
            <p:cNvSpPr/>
            <p:nvPr/>
          </p:nvSpPr>
          <p:spPr>
            <a:xfrm>
              <a:off x="5178294" y="1299232"/>
              <a:ext cx="21205" cy="77959"/>
            </a:xfrm>
            <a:custGeom>
              <a:avLst/>
              <a:gdLst>
                <a:gd name="connsiteX0" fmla="*/ 0 w 23950"/>
                <a:gd name="connsiteY0" fmla="*/ 82690 h 88051"/>
                <a:gd name="connsiteX1" fmla="*/ 0 w 23950"/>
                <a:gd name="connsiteY1" fmla="*/ 0 h 88051"/>
                <a:gd name="connsiteX2" fmla="*/ 12280 w 23950"/>
                <a:gd name="connsiteY2" fmla="*/ 478 h 88051"/>
                <a:gd name="connsiteX3" fmla="*/ 23950 w 23950"/>
                <a:gd name="connsiteY3" fmla="*/ 47 h 88051"/>
                <a:gd name="connsiteX4" fmla="*/ 23950 w 23950"/>
                <a:gd name="connsiteY4" fmla="*/ 82690 h 88051"/>
                <a:gd name="connsiteX5" fmla="*/ 13929 w 23950"/>
                <a:gd name="connsiteY5" fmla="*/ 88052 h 88051"/>
                <a:gd name="connsiteX6" fmla="*/ 10021 w 23950"/>
                <a:gd name="connsiteY6" fmla="*/ 88052 h 88051"/>
                <a:gd name="connsiteX7" fmla="*/ 0 w 23950"/>
                <a:gd name="connsiteY7" fmla="*/ 82690 h 88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950" h="88051">
                  <a:moveTo>
                    <a:pt x="0" y="82690"/>
                  </a:moveTo>
                  <a:lnTo>
                    <a:pt x="0" y="0"/>
                  </a:lnTo>
                  <a:cubicBezTo>
                    <a:pt x="4021" y="288"/>
                    <a:pt x="8317" y="478"/>
                    <a:pt x="12280" y="478"/>
                  </a:cubicBezTo>
                  <a:cubicBezTo>
                    <a:pt x="16243" y="478"/>
                    <a:pt x="20096" y="336"/>
                    <a:pt x="23950" y="47"/>
                  </a:cubicBezTo>
                  <a:lnTo>
                    <a:pt x="23950" y="82690"/>
                  </a:lnTo>
                  <a:cubicBezTo>
                    <a:pt x="23841" y="85563"/>
                    <a:pt x="19436" y="87909"/>
                    <a:pt x="13929" y="88052"/>
                  </a:cubicBezTo>
                  <a:lnTo>
                    <a:pt x="10021" y="88052"/>
                  </a:lnTo>
                  <a:cubicBezTo>
                    <a:pt x="4518" y="87909"/>
                    <a:pt x="113" y="85563"/>
                    <a:pt x="0" y="82690"/>
                  </a:cubicBezTo>
                  <a:close/>
                </a:path>
              </a:pathLst>
            </a:custGeom>
            <a:solidFill>
              <a:srgbClr val="007B85"/>
            </a:solidFill>
            <a:ln w="3646" cap="flat">
              <a:noFill/>
              <a:prstDash val="solid"/>
              <a:miter/>
            </a:ln>
          </p:spPr>
          <p:txBody>
            <a:bodyPr rtlCol="0" anchor="ctr"/>
            <a:lstStyle/>
            <a:p>
              <a:endParaRPr lang="en-GR"/>
            </a:p>
          </p:txBody>
        </p:sp>
      </p:grpSp>
      <p:grpSp>
        <p:nvGrpSpPr>
          <p:cNvPr id="85" name="Group 84">
            <a:extLst>
              <a:ext uri="{FF2B5EF4-FFF2-40B4-BE49-F238E27FC236}">
                <a16:creationId xmlns:a16="http://schemas.microsoft.com/office/drawing/2014/main" id="{F6F3F925-C3EA-8E74-AF12-C1ADB60249B6}"/>
              </a:ext>
            </a:extLst>
          </p:cNvPr>
          <p:cNvGrpSpPr/>
          <p:nvPr/>
        </p:nvGrpSpPr>
        <p:grpSpPr>
          <a:xfrm>
            <a:off x="6600039" y="1199461"/>
            <a:ext cx="142164" cy="174501"/>
            <a:chOff x="5447883" y="1199459"/>
            <a:chExt cx="142164" cy="174501"/>
          </a:xfrm>
        </p:grpSpPr>
        <p:sp>
          <p:nvSpPr>
            <p:cNvPr id="86" name="Freeform 69">
              <a:extLst>
                <a:ext uri="{FF2B5EF4-FFF2-40B4-BE49-F238E27FC236}">
                  <a16:creationId xmlns:a16="http://schemas.microsoft.com/office/drawing/2014/main" id="{90072489-D310-A263-B8A5-FDC783C148A2}"/>
                </a:ext>
              </a:extLst>
            </p:cNvPr>
            <p:cNvSpPr/>
            <p:nvPr/>
          </p:nvSpPr>
          <p:spPr>
            <a:xfrm>
              <a:off x="5499536" y="1247968"/>
              <a:ext cx="90420" cy="14095"/>
            </a:xfrm>
            <a:custGeom>
              <a:avLst/>
              <a:gdLst>
                <a:gd name="connsiteX0" fmla="*/ 102126 w 102125"/>
                <a:gd name="connsiteY0" fmla="*/ 12161 h 15920"/>
                <a:gd name="connsiteX1" fmla="*/ 102126 w 102125"/>
                <a:gd name="connsiteY1" fmla="*/ 12015 h 15920"/>
                <a:gd name="connsiteX2" fmla="*/ 80821 w 102125"/>
                <a:gd name="connsiteY2" fmla="*/ 0 h 15920"/>
                <a:gd name="connsiteX3" fmla="*/ 21287 w 102125"/>
                <a:gd name="connsiteY3" fmla="*/ 0 h 15920"/>
                <a:gd name="connsiteX4" fmla="*/ 538 w 102125"/>
                <a:gd name="connsiteY4" fmla="*/ 9541 h 15920"/>
                <a:gd name="connsiteX5" fmla="*/ 34 w 102125"/>
                <a:gd name="connsiteY5" fmla="*/ 15920 h 15920"/>
                <a:gd name="connsiteX6" fmla="*/ 102126 w 102125"/>
                <a:gd name="connsiteY6" fmla="*/ 15920 h 15920"/>
                <a:gd name="connsiteX7" fmla="*/ 102126 w 102125"/>
                <a:gd name="connsiteY7" fmla="*/ 12161 h 15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125" h="15920">
                  <a:moveTo>
                    <a:pt x="102126" y="12161"/>
                  </a:moveTo>
                  <a:cubicBezTo>
                    <a:pt x="102126" y="12161"/>
                    <a:pt x="102126" y="12063"/>
                    <a:pt x="102126" y="12015"/>
                  </a:cubicBezTo>
                  <a:cubicBezTo>
                    <a:pt x="102027" y="5387"/>
                    <a:pt x="92506" y="0"/>
                    <a:pt x="80821" y="0"/>
                  </a:cubicBezTo>
                  <a:lnTo>
                    <a:pt x="21287" y="0"/>
                  </a:lnTo>
                  <a:cubicBezTo>
                    <a:pt x="11066" y="0"/>
                    <a:pt x="2552" y="4102"/>
                    <a:pt x="538" y="9541"/>
                  </a:cubicBezTo>
                  <a:cubicBezTo>
                    <a:pt x="-196" y="11588"/>
                    <a:pt x="34" y="13785"/>
                    <a:pt x="34" y="15920"/>
                  </a:cubicBezTo>
                  <a:lnTo>
                    <a:pt x="102126" y="15920"/>
                  </a:lnTo>
                  <a:lnTo>
                    <a:pt x="102126" y="12161"/>
                  </a:lnTo>
                  <a:close/>
                </a:path>
              </a:pathLst>
            </a:custGeom>
            <a:solidFill>
              <a:srgbClr val="007B85"/>
            </a:solidFill>
            <a:ln w="3646" cap="flat">
              <a:noFill/>
              <a:prstDash val="solid"/>
              <a:miter/>
            </a:ln>
          </p:spPr>
          <p:txBody>
            <a:bodyPr rtlCol="0" anchor="ctr"/>
            <a:lstStyle/>
            <a:p>
              <a:endParaRPr lang="en-GR"/>
            </a:p>
          </p:txBody>
        </p:sp>
        <p:sp>
          <p:nvSpPr>
            <p:cNvPr id="87" name="Freeform 70">
              <a:extLst>
                <a:ext uri="{FF2B5EF4-FFF2-40B4-BE49-F238E27FC236}">
                  <a16:creationId xmlns:a16="http://schemas.microsoft.com/office/drawing/2014/main" id="{2E7FDB8B-0F87-9967-07AC-8F779A6556BC}"/>
                </a:ext>
              </a:extLst>
            </p:cNvPr>
            <p:cNvSpPr/>
            <p:nvPr/>
          </p:nvSpPr>
          <p:spPr>
            <a:xfrm>
              <a:off x="5499566" y="1274013"/>
              <a:ext cx="90481" cy="32877"/>
            </a:xfrm>
            <a:custGeom>
              <a:avLst/>
              <a:gdLst>
                <a:gd name="connsiteX0" fmla="*/ 0 w 102193"/>
                <a:gd name="connsiteY0" fmla="*/ 27494 h 37133"/>
                <a:gd name="connsiteX1" fmla="*/ 17024 w 102193"/>
                <a:gd name="connsiteY1" fmla="*/ 37133 h 37133"/>
                <a:gd name="connsiteX2" fmla="*/ 85119 w 102193"/>
                <a:gd name="connsiteY2" fmla="*/ 37133 h 37133"/>
                <a:gd name="connsiteX3" fmla="*/ 102194 w 102193"/>
                <a:gd name="connsiteY3" fmla="*/ 27443 h 37133"/>
                <a:gd name="connsiteX4" fmla="*/ 102194 w 102193"/>
                <a:gd name="connsiteY4" fmla="*/ 0 h 37133"/>
                <a:gd name="connsiteX5" fmla="*/ 102 w 102193"/>
                <a:gd name="connsiteY5" fmla="*/ 0 h 37133"/>
                <a:gd name="connsiteX6" fmla="*/ 102 w 102193"/>
                <a:gd name="connsiteY6" fmla="*/ 27443 h 37133"/>
                <a:gd name="connsiteX7" fmla="*/ 0 w 102193"/>
                <a:gd name="connsiteY7" fmla="*/ 27494 h 37133"/>
                <a:gd name="connsiteX8" fmla="*/ 43364 w 102193"/>
                <a:gd name="connsiteY8" fmla="*/ 16121 h 37133"/>
                <a:gd name="connsiteX9" fmla="*/ 65829 w 102193"/>
                <a:gd name="connsiteY9" fmla="*/ 16121 h 37133"/>
                <a:gd name="connsiteX10" fmla="*/ 65829 w 102193"/>
                <a:gd name="connsiteY10" fmla="*/ 25961 h 37133"/>
                <a:gd name="connsiteX11" fmla="*/ 43364 w 102193"/>
                <a:gd name="connsiteY11" fmla="*/ 25961 h 37133"/>
                <a:gd name="connsiteX12" fmla="*/ 43364 w 102193"/>
                <a:gd name="connsiteY12" fmla="*/ 16121 h 37133"/>
                <a:gd name="connsiteX13" fmla="*/ 13196 w 102193"/>
                <a:gd name="connsiteY13" fmla="*/ 16121 h 37133"/>
                <a:gd name="connsiteX14" fmla="*/ 26745 w 102193"/>
                <a:gd name="connsiteY14" fmla="*/ 16121 h 37133"/>
                <a:gd name="connsiteX15" fmla="*/ 26745 w 102193"/>
                <a:gd name="connsiteY15" fmla="*/ 25961 h 37133"/>
                <a:gd name="connsiteX16" fmla="*/ 13196 w 102193"/>
                <a:gd name="connsiteY16" fmla="*/ 25961 h 37133"/>
                <a:gd name="connsiteX17" fmla="*/ 13196 w 102193"/>
                <a:gd name="connsiteY17" fmla="*/ 16121 h 37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2193" h="37133">
                  <a:moveTo>
                    <a:pt x="0" y="27494"/>
                  </a:moveTo>
                  <a:cubicBezTo>
                    <a:pt x="0" y="34958"/>
                    <a:pt x="11367" y="37133"/>
                    <a:pt x="17024" y="37133"/>
                  </a:cubicBezTo>
                  <a:lnTo>
                    <a:pt x="85119" y="37133"/>
                  </a:lnTo>
                  <a:cubicBezTo>
                    <a:pt x="90750" y="37133"/>
                    <a:pt x="102194" y="34932"/>
                    <a:pt x="102194" y="27443"/>
                  </a:cubicBezTo>
                  <a:lnTo>
                    <a:pt x="102194" y="0"/>
                  </a:lnTo>
                  <a:lnTo>
                    <a:pt x="102" y="0"/>
                  </a:lnTo>
                  <a:lnTo>
                    <a:pt x="102" y="27443"/>
                  </a:lnTo>
                  <a:lnTo>
                    <a:pt x="0" y="27494"/>
                  </a:lnTo>
                  <a:close/>
                  <a:moveTo>
                    <a:pt x="43364" y="16121"/>
                  </a:moveTo>
                  <a:lnTo>
                    <a:pt x="65829" y="16121"/>
                  </a:lnTo>
                  <a:cubicBezTo>
                    <a:pt x="69449" y="16121"/>
                    <a:pt x="69478" y="25837"/>
                    <a:pt x="65829" y="25961"/>
                  </a:cubicBezTo>
                  <a:lnTo>
                    <a:pt x="43364" y="25961"/>
                  </a:lnTo>
                  <a:cubicBezTo>
                    <a:pt x="39733" y="25961"/>
                    <a:pt x="39791" y="16242"/>
                    <a:pt x="43364" y="16121"/>
                  </a:cubicBezTo>
                  <a:close/>
                  <a:moveTo>
                    <a:pt x="13196" y="16121"/>
                  </a:moveTo>
                  <a:lnTo>
                    <a:pt x="26745" y="16121"/>
                  </a:lnTo>
                  <a:cubicBezTo>
                    <a:pt x="30362" y="16121"/>
                    <a:pt x="30395" y="25837"/>
                    <a:pt x="26745" y="25961"/>
                  </a:cubicBezTo>
                  <a:lnTo>
                    <a:pt x="13196" y="25961"/>
                  </a:lnTo>
                  <a:cubicBezTo>
                    <a:pt x="9565" y="25961"/>
                    <a:pt x="9623" y="16242"/>
                    <a:pt x="13196" y="16121"/>
                  </a:cubicBezTo>
                  <a:close/>
                </a:path>
              </a:pathLst>
            </a:custGeom>
            <a:solidFill>
              <a:srgbClr val="007B85"/>
            </a:solidFill>
            <a:ln w="3646" cap="flat">
              <a:noFill/>
              <a:prstDash val="solid"/>
              <a:miter/>
            </a:ln>
          </p:spPr>
          <p:txBody>
            <a:bodyPr rtlCol="0" anchor="ctr"/>
            <a:lstStyle/>
            <a:p>
              <a:endParaRPr lang="en-GR"/>
            </a:p>
          </p:txBody>
        </p:sp>
        <p:sp>
          <p:nvSpPr>
            <p:cNvPr id="88" name="Freeform 71">
              <a:extLst>
                <a:ext uri="{FF2B5EF4-FFF2-40B4-BE49-F238E27FC236}">
                  <a16:creationId xmlns:a16="http://schemas.microsoft.com/office/drawing/2014/main" id="{1DFB150A-B180-EBEE-4BF4-E12173BFA74A}"/>
                </a:ext>
              </a:extLst>
            </p:cNvPr>
            <p:cNvSpPr/>
            <p:nvPr/>
          </p:nvSpPr>
          <p:spPr>
            <a:xfrm>
              <a:off x="5447883" y="1199459"/>
              <a:ext cx="115094" cy="174501"/>
            </a:xfrm>
            <a:custGeom>
              <a:avLst/>
              <a:gdLst>
                <a:gd name="connsiteX0" fmla="*/ 106223 w 129993"/>
                <a:gd name="connsiteY0" fmla="*/ 154519 h 197089"/>
                <a:gd name="connsiteX1" fmla="*/ 23673 w 129993"/>
                <a:gd name="connsiteY1" fmla="*/ 154519 h 197089"/>
                <a:gd name="connsiteX2" fmla="*/ 23673 w 129993"/>
                <a:gd name="connsiteY2" fmla="*/ 25315 h 197089"/>
                <a:gd name="connsiteX3" fmla="*/ 106223 w 129993"/>
                <a:gd name="connsiteY3" fmla="*/ 25315 h 197089"/>
                <a:gd name="connsiteX4" fmla="*/ 106223 w 129993"/>
                <a:gd name="connsiteY4" fmla="*/ 41338 h 197089"/>
                <a:gd name="connsiteX5" fmla="*/ 129994 w 129993"/>
                <a:gd name="connsiteY5" fmla="*/ 41338 h 197089"/>
                <a:gd name="connsiteX6" fmla="*/ 129994 w 129993"/>
                <a:gd name="connsiteY6" fmla="*/ 18442 h 197089"/>
                <a:gd name="connsiteX7" fmla="*/ 97508 w 129993"/>
                <a:gd name="connsiteY7" fmla="*/ 0 h 197089"/>
                <a:gd name="connsiteX8" fmla="*/ 32486 w 129993"/>
                <a:gd name="connsiteY8" fmla="*/ 0 h 197089"/>
                <a:gd name="connsiteX9" fmla="*/ 0 w 129993"/>
                <a:gd name="connsiteY9" fmla="*/ 18442 h 197089"/>
                <a:gd name="connsiteX10" fmla="*/ 0 w 129993"/>
                <a:gd name="connsiteY10" fmla="*/ 178647 h 197089"/>
                <a:gd name="connsiteX11" fmla="*/ 32486 w 129993"/>
                <a:gd name="connsiteY11" fmla="*/ 197090 h 197089"/>
                <a:gd name="connsiteX12" fmla="*/ 97508 w 129993"/>
                <a:gd name="connsiteY12" fmla="*/ 197090 h 197089"/>
                <a:gd name="connsiteX13" fmla="*/ 129994 w 129993"/>
                <a:gd name="connsiteY13" fmla="*/ 178647 h 197089"/>
                <a:gd name="connsiteX14" fmla="*/ 129994 w 129993"/>
                <a:gd name="connsiteY14" fmla="*/ 134740 h 197089"/>
                <a:gd name="connsiteX15" fmla="*/ 106223 w 129993"/>
                <a:gd name="connsiteY15" fmla="*/ 134740 h 197089"/>
                <a:gd name="connsiteX16" fmla="*/ 106223 w 129993"/>
                <a:gd name="connsiteY16" fmla="*/ 154566 h 197089"/>
                <a:gd name="connsiteX17" fmla="*/ 106223 w 129993"/>
                <a:gd name="connsiteY17" fmla="*/ 154519 h 197089"/>
                <a:gd name="connsiteX18" fmla="*/ 64720 w 129993"/>
                <a:gd name="connsiteY18" fmla="*/ 186213 h 197089"/>
                <a:gd name="connsiteX19" fmla="*/ 45933 w 129993"/>
                <a:gd name="connsiteY19" fmla="*/ 175530 h 197089"/>
                <a:gd name="connsiteX20" fmla="*/ 64720 w 129993"/>
                <a:gd name="connsiteY20" fmla="*/ 164851 h 197089"/>
                <a:gd name="connsiteX21" fmla="*/ 83506 w 129993"/>
                <a:gd name="connsiteY21" fmla="*/ 175530 h 197089"/>
                <a:gd name="connsiteX22" fmla="*/ 64720 w 129993"/>
                <a:gd name="connsiteY22" fmla="*/ 186213 h 197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9993" h="197089">
                  <a:moveTo>
                    <a:pt x="106223" y="154519"/>
                  </a:moveTo>
                  <a:lnTo>
                    <a:pt x="23673" y="154519"/>
                  </a:lnTo>
                  <a:lnTo>
                    <a:pt x="23673" y="25315"/>
                  </a:lnTo>
                  <a:lnTo>
                    <a:pt x="106223" y="25315"/>
                  </a:lnTo>
                  <a:lnTo>
                    <a:pt x="106223" y="41338"/>
                  </a:lnTo>
                  <a:lnTo>
                    <a:pt x="129994" y="41338"/>
                  </a:lnTo>
                  <a:lnTo>
                    <a:pt x="129994" y="18442"/>
                  </a:lnTo>
                  <a:cubicBezTo>
                    <a:pt x="129994" y="8256"/>
                    <a:pt x="115441" y="0"/>
                    <a:pt x="97508" y="0"/>
                  </a:cubicBezTo>
                  <a:lnTo>
                    <a:pt x="32486" y="0"/>
                  </a:lnTo>
                  <a:cubicBezTo>
                    <a:pt x="14557" y="0"/>
                    <a:pt x="0" y="8256"/>
                    <a:pt x="0" y="18442"/>
                  </a:cubicBezTo>
                  <a:lnTo>
                    <a:pt x="0" y="178647"/>
                  </a:lnTo>
                  <a:cubicBezTo>
                    <a:pt x="0" y="188834"/>
                    <a:pt x="14557" y="197090"/>
                    <a:pt x="32486" y="197090"/>
                  </a:cubicBezTo>
                  <a:lnTo>
                    <a:pt x="97508" y="197090"/>
                  </a:lnTo>
                  <a:cubicBezTo>
                    <a:pt x="115441" y="197090"/>
                    <a:pt x="129994" y="188834"/>
                    <a:pt x="129994" y="178647"/>
                  </a:cubicBezTo>
                  <a:lnTo>
                    <a:pt x="129994" y="134740"/>
                  </a:lnTo>
                  <a:lnTo>
                    <a:pt x="106223" y="134740"/>
                  </a:lnTo>
                  <a:lnTo>
                    <a:pt x="106223" y="154566"/>
                  </a:lnTo>
                  <a:lnTo>
                    <a:pt x="106223" y="154519"/>
                  </a:lnTo>
                  <a:close/>
                  <a:moveTo>
                    <a:pt x="64720" y="186213"/>
                  </a:moveTo>
                  <a:cubicBezTo>
                    <a:pt x="54345" y="186213"/>
                    <a:pt x="45933" y="181414"/>
                    <a:pt x="45933" y="175530"/>
                  </a:cubicBezTo>
                  <a:cubicBezTo>
                    <a:pt x="45933" y="169647"/>
                    <a:pt x="54345" y="164851"/>
                    <a:pt x="64720" y="164851"/>
                  </a:cubicBezTo>
                  <a:cubicBezTo>
                    <a:pt x="75098" y="164851"/>
                    <a:pt x="83506" y="169647"/>
                    <a:pt x="83506" y="175530"/>
                  </a:cubicBezTo>
                  <a:cubicBezTo>
                    <a:pt x="83506" y="181414"/>
                    <a:pt x="75098" y="186213"/>
                    <a:pt x="64720" y="186213"/>
                  </a:cubicBezTo>
                  <a:close/>
                </a:path>
              </a:pathLst>
            </a:custGeom>
            <a:solidFill>
              <a:srgbClr val="007B85"/>
            </a:solidFill>
            <a:ln w="3646" cap="flat">
              <a:noFill/>
              <a:prstDash val="solid"/>
              <a:miter/>
            </a:ln>
          </p:spPr>
          <p:txBody>
            <a:bodyPr rtlCol="0" anchor="ctr"/>
            <a:lstStyle/>
            <a:p>
              <a:endParaRPr lang="en-GR"/>
            </a:p>
          </p:txBody>
        </p:sp>
      </p:grpSp>
      <p:grpSp>
        <p:nvGrpSpPr>
          <p:cNvPr id="89" name="Group 88">
            <a:extLst>
              <a:ext uri="{FF2B5EF4-FFF2-40B4-BE49-F238E27FC236}">
                <a16:creationId xmlns:a16="http://schemas.microsoft.com/office/drawing/2014/main" id="{1C6D40AD-54CE-5A87-3C60-B281CCCFB8AF}"/>
              </a:ext>
            </a:extLst>
          </p:cNvPr>
          <p:cNvGrpSpPr/>
          <p:nvPr/>
        </p:nvGrpSpPr>
        <p:grpSpPr>
          <a:xfrm>
            <a:off x="6900526" y="1218848"/>
            <a:ext cx="206785" cy="134158"/>
            <a:chOff x="5748368" y="1218848"/>
            <a:chExt cx="206785" cy="134158"/>
          </a:xfrm>
        </p:grpSpPr>
        <p:sp>
          <p:nvSpPr>
            <p:cNvPr id="90" name="Freeform 72">
              <a:extLst>
                <a:ext uri="{FF2B5EF4-FFF2-40B4-BE49-F238E27FC236}">
                  <a16:creationId xmlns:a16="http://schemas.microsoft.com/office/drawing/2014/main" id="{1AECCA9C-7B8B-49F8-EDF7-F139CC6C84D1}"/>
                </a:ext>
              </a:extLst>
            </p:cNvPr>
            <p:cNvSpPr/>
            <p:nvPr/>
          </p:nvSpPr>
          <p:spPr>
            <a:xfrm>
              <a:off x="5760232" y="1218848"/>
              <a:ext cx="154593" cy="45991"/>
            </a:xfrm>
            <a:custGeom>
              <a:avLst/>
              <a:gdLst>
                <a:gd name="connsiteX0" fmla="*/ 174606 w 174605"/>
                <a:gd name="connsiteY0" fmla="*/ 9329 h 51944"/>
                <a:gd name="connsiteX1" fmla="*/ 138340 w 174605"/>
                <a:gd name="connsiteY1" fmla="*/ 0 h 51944"/>
                <a:gd name="connsiteX2" fmla="*/ 33613 w 174605"/>
                <a:gd name="connsiteY2" fmla="*/ 95 h 51944"/>
                <a:gd name="connsiteX3" fmla="*/ 0 w 174605"/>
                <a:gd name="connsiteY3" fmla="*/ 9329 h 51944"/>
                <a:gd name="connsiteX4" fmla="*/ 87776 w 174605"/>
                <a:gd name="connsiteY4" fmla="*/ 51944 h 51944"/>
                <a:gd name="connsiteX5" fmla="*/ 174606 w 174605"/>
                <a:gd name="connsiteY5" fmla="*/ 9329 h 51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4605" h="51944">
                  <a:moveTo>
                    <a:pt x="174606" y="9329"/>
                  </a:moveTo>
                  <a:cubicBezTo>
                    <a:pt x="165563" y="3694"/>
                    <a:pt x="152685" y="95"/>
                    <a:pt x="138340" y="0"/>
                  </a:cubicBezTo>
                  <a:cubicBezTo>
                    <a:pt x="138150" y="0"/>
                    <a:pt x="33613" y="95"/>
                    <a:pt x="33613" y="95"/>
                  </a:cubicBezTo>
                  <a:cubicBezTo>
                    <a:pt x="20356" y="569"/>
                    <a:pt x="8521" y="4026"/>
                    <a:pt x="0" y="9329"/>
                  </a:cubicBezTo>
                  <a:lnTo>
                    <a:pt x="87776" y="51944"/>
                  </a:lnTo>
                  <a:lnTo>
                    <a:pt x="174606" y="9329"/>
                  </a:lnTo>
                  <a:close/>
                </a:path>
              </a:pathLst>
            </a:custGeom>
            <a:solidFill>
              <a:srgbClr val="007B85"/>
            </a:solidFill>
            <a:ln w="3646" cap="flat">
              <a:noFill/>
              <a:prstDash val="solid"/>
              <a:miter/>
            </a:ln>
          </p:spPr>
          <p:txBody>
            <a:bodyPr rtlCol="0" anchor="ctr"/>
            <a:lstStyle/>
            <a:p>
              <a:endParaRPr lang="en-GR"/>
            </a:p>
          </p:txBody>
        </p:sp>
        <p:sp>
          <p:nvSpPr>
            <p:cNvPr id="91" name="Freeform 73">
              <a:extLst>
                <a:ext uri="{FF2B5EF4-FFF2-40B4-BE49-F238E27FC236}">
                  <a16:creationId xmlns:a16="http://schemas.microsoft.com/office/drawing/2014/main" id="{A2837951-380D-A877-A195-1CEF8C6841F7}"/>
                </a:ext>
              </a:extLst>
            </p:cNvPr>
            <p:cNvSpPr/>
            <p:nvPr/>
          </p:nvSpPr>
          <p:spPr>
            <a:xfrm>
              <a:off x="5748368" y="1240273"/>
              <a:ext cx="178364" cy="112065"/>
            </a:xfrm>
            <a:custGeom>
              <a:avLst/>
              <a:gdLst>
                <a:gd name="connsiteX0" fmla="*/ 137632 w 201453"/>
                <a:gd name="connsiteY0" fmla="*/ 85752 h 126571"/>
                <a:gd name="connsiteX1" fmla="*/ 201454 w 201453"/>
                <a:gd name="connsiteY1" fmla="*/ 32294 h 126571"/>
                <a:gd name="connsiteX2" fmla="*/ 200694 w 201453"/>
                <a:gd name="connsiteY2" fmla="*/ 47 h 126571"/>
                <a:gd name="connsiteX3" fmla="*/ 101318 w 201453"/>
                <a:gd name="connsiteY3" fmla="*/ 48772 h 126571"/>
                <a:gd name="connsiteX4" fmla="*/ 759 w 201453"/>
                <a:gd name="connsiteY4" fmla="*/ 0 h 126571"/>
                <a:gd name="connsiteX5" fmla="*/ 0 w 201453"/>
                <a:gd name="connsiteY5" fmla="*/ 97497 h 126571"/>
                <a:gd name="connsiteX6" fmla="*/ 49666 w 201453"/>
                <a:gd name="connsiteY6" fmla="*/ 126572 h 126571"/>
                <a:gd name="connsiteX7" fmla="*/ 155955 w 201453"/>
                <a:gd name="connsiteY7" fmla="*/ 126382 h 126571"/>
                <a:gd name="connsiteX8" fmla="*/ 137632 w 201453"/>
                <a:gd name="connsiteY8" fmla="*/ 85800 h 126571"/>
                <a:gd name="connsiteX9" fmla="*/ 137632 w 201453"/>
                <a:gd name="connsiteY9" fmla="*/ 85752 h 126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1453" h="126571">
                  <a:moveTo>
                    <a:pt x="137632" y="85752"/>
                  </a:moveTo>
                  <a:cubicBezTo>
                    <a:pt x="137632" y="52535"/>
                    <a:pt x="168939" y="26290"/>
                    <a:pt x="201454" y="32294"/>
                  </a:cubicBezTo>
                  <a:cubicBezTo>
                    <a:pt x="201454" y="22187"/>
                    <a:pt x="200694" y="12300"/>
                    <a:pt x="200694" y="47"/>
                  </a:cubicBezTo>
                  <a:lnTo>
                    <a:pt x="101318" y="48772"/>
                  </a:lnTo>
                  <a:lnTo>
                    <a:pt x="759" y="0"/>
                  </a:lnTo>
                  <a:cubicBezTo>
                    <a:pt x="759" y="28724"/>
                    <a:pt x="0" y="68361"/>
                    <a:pt x="0" y="97497"/>
                  </a:cubicBezTo>
                  <a:cubicBezTo>
                    <a:pt x="0" y="113454"/>
                    <a:pt x="22206" y="126382"/>
                    <a:pt x="49666" y="126572"/>
                  </a:cubicBezTo>
                  <a:cubicBezTo>
                    <a:pt x="49853" y="126572"/>
                    <a:pt x="155433" y="126429"/>
                    <a:pt x="155955" y="126382"/>
                  </a:cubicBezTo>
                  <a:cubicBezTo>
                    <a:pt x="144733" y="116436"/>
                    <a:pt x="137632" y="101947"/>
                    <a:pt x="137632" y="85800"/>
                  </a:cubicBezTo>
                  <a:lnTo>
                    <a:pt x="137632" y="85752"/>
                  </a:lnTo>
                  <a:close/>
                </a:path>
              </a:pathLst>
            </a:custGeom>
            <a:solidFill>
              <a:srgbClr val="007B85"/>
            </a:solidFill>
            <a:ln w="3646" cap="flat">
              <a:noFill/>
              <a:prstDash val="solid"/>
              <a:miter/>
            </a:ln>
          </p:spPr>
          <p:txBody>
            <a:bodyPr rtlCol="0" anchor="ctr"/>
            <a:lstStyle/>
            <a:p>
              <a:endParaRPr lang="en-GR"/>
            </a:p>
          </p:txBody>
        </p:sp>
        <p:sp>
          <p:nvSpPr>
            <p:cNvPr id="92" name="Freeform 74">
              <a:extLst>
                <a:ext uri="{FF2B5EF4-FFF2-40B4-BE49-F238E27FC236}">
                  <a16:creationId xmlns:a16="http://schemas.microsoft.com/office/drawing/2014/main" id="{518F4D95-7C74-81DA-1D0A-08FD6B24AD37}"/>
                </a:ext>
              </a:extLst>
            </p:cNvPr>
            <p:cNvSpPr/>
            <p:nvPr/>
          </p:nvSpPr>
          <p:spPr>
            <a:xfrm>
              <a:off x="5881544" y="1279387"/>
              <a:ext cx="73609" cy="73619"/>
            </a:xfrm>
            <a:custGeom>
              <a:avLst/>
              <a:gdLst>
                <a:gd name="connsiteX0" fmla="*/ 41569 w 83137"/>
                <a:gd name="connsiteY0" fmla="*/ 0 h 83149"/>
                <a:gd name="connsiteX1" fmla="*/ 0 w 83137"/>
                <a:gd name="connsiteY1" fmla="*/ 41575 h 83149"/>
                <a:gd name="connsiteX2" fmla="*/ 41569 w 83137"/>
                <a:gd name="connsiteY2" fmla="*/ 83150 h 83149"/>
                <a:gd name="connsiteX3" fmla="*/ 83137 w 83137"/>
                <a:gd name="connsiteY3" fmla="*/ 41575 h 83149"/>
                <a:gd name="connsiteX4" fmla="*/ 41569 w 83137"/>
                <a:gd name="connsiteY4" fmla="*/ 0 h 83149"/>
                <a:gd name="connsiteX5" fmla="*/ 69361 w 83137"/>
                <a:gd name="connsiteY5" fmla="*/ 43944 h 83149"/>
                <a:gd name="connsiteX6" fmla="*/ 43178 w 83137"/>
                <a:gd name="connsiteY6" fmla="*/ 63879 h 83149"/>
                <a:gd name="connsiteX7" fmla="*/ 38208 w 83137"/>
                <a:gd name="connsiteY7" fmla="*/ 61415 h 83149"/>
                <a:gd name="connsiteX8" fmla="*/ 38208 w 83137"/>
                <a:gd name="connsiteY8" fmla="*/ 49911 h 83149"/>
                <a:gd name="connsiteX9" fmla="*/ 12878 w 83137"/>
                <a:gd name="connsiteY9" fmla="*/ 49769 h 83149"/>
                <a:gd name="connsiteX10" fmla="*/ 12783 w 83137"/>
                <a:gd name="connsiteY10" fmla="*/ 32958 h 83149"/>
                <a:gd name="connsiteX11" fmla="*/ 38065 w 83137"/>
                <a:gd name="connsiteY11" fmla="*/ 33100 h 83149"/>
                <a:gd name="connsiteX12" fmla="*/ 38065 w 83137"/>
                <a:gd name="connsiteY12" fmla="*/ 21782 h 83149"/>
                <a:gd name="connsiteX13" fmla="*/ 42988 w 83137"/>
                <a:gd name="connsiteY13" fmla="*/ 19275 h 83149"/>
                <a:gd name="connsiteX14" fmla="*/ 69314 w 83137"/>
                <a:gd name="connsiteY14" fmla="*/ 38973 h 83149"/>
                <a:gd name="connsiteX15" fmla="*/ 69314 w 83137"/>
                <a:gd name="connsiteY15" fmla="*/ 43944 h 83149"/>
                <a:gd name="connsiteX16" fmla="*/ 69361 w 83137"/>
                <a:gd name="connsiteY16" fmla="*/ 43944 h 8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3137" h="83149">
                  <a:moveTo>
                    <a:pt x="41569" y="0"/>
                  </a:moveTo>
                  <a:cubicBezTo>
                    <a:pt x="18608" y="0"/>
                    <a:pt x="0" y="18610"/>
                    <a:pt x="0" y="41575"/>
                  </a:cubicBezTo>
                  <a:cubicBezTo>
                    <a:pt x="0" y="64543"/>
                    <a:pt x="18608" y="83150"/>
                    <a:pt x="41569" y="83150"/>
                  </a:cubicBezTo>
                  <a:cubicBezTo>
                    <a:pt x="64530" y="83150"/>
                    <a:pt x="83137" y="64543"/>
                    <a:pt x="83137" y="41575"/>
                  </a:cubicBezTo>
                  <a:cubicBezTo>
                    <a:pt x="83137" y="18610"/>
                    <a:pt x="64530" y="0"/>
                    <a:pt x="41569" y="0"/>
                  </a:cubicBezTo>
                  <a:close/>
                  <a:moveTo>
                    <a:pt x="69361" y="43944"/>
                  </a:moveTo>
                  <a:lnTo>
                    <a:pt x="43178" y="63879"/>
                  </a:lnTo>
                  <a:cubicBezTo>
                    <a:pt x="41142" y="65441"/>
                    <a:pt x="38208" y="63974"/>
                    <a:pt x="38208" y="61415"/>
                  </a:cubicBezTo>
                  <a:lnTo>
                    <a:pt x="38208" y="49911"/>
                  </a:lnTo>
                  <a:lnTo>
                    <a:pt x="12878" y="49769"/>
                  </a:lnTo>
                  <a:cubicBezTo>
                    <a:pt x="12926" y="45933"/>
                    <a:pt x="12736" y="36177"/>
                    <a:pt x="12783" y="32958"/>
                  </a:cubicBezTo>
                  <a:lnTo>
                    <a:pt x="38065" y="33100"/>
                  </a:lnTo>
                  <a:lnTo>
                    <a:pt x="38065" y="21782"/>
                  </a:lnTo>
                  <a:cubicBezTo>
                    <a:pt x="38018" y="19227"/>
                    <a:pt x="40904" y="17756"/>
                    <a:pt x="42988" y="19275"/>
                  </a:cubicBezTo>
                  <a:lnTo>
                    <a:pt x="69314" y="38973"/>
                  </a:lnTo>
                  <a:cubicBezTo>
                    <a:pt x="70971" y="40203"/>
                    <a:pt x="70971" y="42666"/>
                    <a:pt x="69314" y="43944"/>
                  </a:cubicBezTo>
                  <a:lnTo>
                    <a:pt x="69361" y="43944"/>
                  </a:lnTo>
                  <a:close/>
                </a:path>
              </a:pathLst>
            </a:custGeom>
            <a:solidFill>
              <a:srgbClr val="007B85"/>
            </a:solidFill>
            <a:ln w="3646" cap="flat">
              <a:noFill/>
              <a:prstDash val="solid"/>
              <a:miter/>
            </a:ln>
          </p:spPr>
          <p:txBody>
            <a:bodyPr rtlCol="0" anchor="ctr"/>
            <a:lstStyle/>
            <a:p>
              <a:endParaRPr lang="en-GR"/>
            </a:p>
          </p:txBody>
        </p:sp>
      </p:grpSp>
      <p:grpSp>
        <p:nvGrpSpPr>
          <p:cNvPr id="93" name="Group 92">
            <a:extLst>
              <a:ext uri="{FF2B5EF4-FFF2-40B4-BE49-F238E27FC236}">
                <a16:creationId xmlns:a16="http://schemas.microsoft.com/office/drawing/2014/main" id="{A5602906-B477-79BA-5A62-6E992641760E}"/>
              </a:ext>
            </a:extLst>
          </p:cNvPr>
          <p:cNvGrpSpPr/>
          <p:nvPr/>
        </p:nvGrpSpPr>
        <p:grpSpPr>
          <a:xfrm>
            <a:off x="7246244" y="1209156"/>
            <a:ext cx="182529" cy="151881"/>
            <a:chOff x="6094086" y="1209154"/>
            <a:chExt cx="182529" cy="151881"/>
          </a:xfrm>
        </p:grpSpPr>
        <p:sp>
          <p:nvSpPr>
            <p:cNvPr id="94" name="Freeform 75">
              <a:extLst>
                <a:ext uri="{FF2B5EF4-FFF2-40B4-BE49-F238E27FC236}">
                  <a16:creationId xmlns:a16="http://schemas.microsoft.com/office/drawing/2014/main" id="{D56F2018-90DE-5372-C59B-7C845B9068F8}"/>
                </a:ext>
              </a:extLst>
            </p:cNvPr>
            <p:cNvSpPr/>
            <p:nvPr/>
          </p:nvSpPr>
          <p:spPr>
            <a:xfrm>
              <a:off x="6167608" y="1242736"/>
              <a:ext cx="35331" cy="35336"/>
            </a:xfrm>
            <a:custGeom>
              <a:avLst/>
              <a:gdLst>
                <a:gd name="connsiteX0" fmla="*/ 19954 w 39904"/>
                <a:gd name="connsiteY0" fmla="*/ 39911 h 39910"/>
                <a:gd name="connsiteX1" fmla="*/ 39905 w 39904"/>
                <a:gd name="connsiteY1" fmla="*/ 19957 h 39910"/>
                <a:gd name="connsiteX2" fmla="*/ 19954 w 39904"/>
                <a:gd name="connsiteY2" fmla="*/ 0 h 39910"/>
                <a:gd name="connsiteX3" fmla="*/ 0 w 39904"/>
                <a:gd name="connsiteY3" fmla="*/ 19957 h 39910"/>
                <a:gd name="connsiteX4" fmla="*/ 19954 w 39904"/>
                <a:gd name="connsiteY4" fmla="*/ 39911 h 39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04" h="39910">
                  <a:moveTo>
                    <a:pt x="19954" y="39911"/>
                  </a:moveTo>
                  <a:cubicBezTo>
                    <a:pt x="30986" y="39911"/>
                    <a:pt x="39905" y="30991"/>
                    <a:pt x="39905" y="19957"/>
                  </a:cubicBezTo>
                  <a:cubicBezTo>
                    <a:pt x="39905" y="8920"/>
                    <a:pt x="30986" y="0"/>
                    <a:pt x="19954" y="0"/>
                  </a:cubicBezTo>
                  <a:cubicBezTo>
                    <a:pt x="8922" y="0"/>
                    <a:pt x="0" y="8920"/>
                    <a:pt x="0" y="19957"/>
                  </a:cubicBezTo>
                  <a:cubicBezTo>
                    <a:pt x="0" y="30991"/>
                    <a:pt x="8922" y="39911"/>
                    <a:pt x="19954" y="39911"/>
                  </a:cubicBezTo>
                  <a:close/>
                </a:path>
              </a:pathLst>
            </a:custGeom>
            <a:solidFill>
              <a:srgbClr val="007B85"/>
            </a:solidFill>
            <a:ln w="3646" cap="flat">
              <a:noFill/>
              <a:prstDash val="solid"/>
              <a:miter/>
            </a:ln>
          </p:spPr>
          <p:txBody>
            <a:bodyPr rtlCol="0" anchor="ctr"/>
            <a:lstStyle/>
            <a:p>
              <a:endParaRPr lang="en-GR"/>
            </a:p>
          </p:txBody>
        </p:sp>
        <p:sp>
          <p:nvSpPr>
            <p:cNvPr id="95" name="Freeform 76">
              <a:extLst>
                <a:ext uri="{FF2B5EF4-FFF2-40B4-BE49-F238E27FC236}">
                  <a16:creationId xmlns:a16="http://schemas.microsoft.com/office/drawing/2014/main" id="{CAA1BC96-1007-994C-12EB-3A144A31F0D2}"/>
                </a:ext>
              </a:extLst>
            </p:cNvPr>
            <p:cNvSpPr/>
            <p:nvPr/>
          </p:nvSpPr>
          <p:spPr>
            <a:xfrm>
              <a:off x="6156506" y="1282841"/>
              <a:ext cx="57612" cy="29309"/>
            </a:xfrm>
            <a:custGeom>
              <a:avLst/>
              <a:gdLst>
                <a:gd name="connsiteX0" fmla="*/ 8879 w 65070"/>
                <a:gd name="connsiteY0" fmla="*/ 33104 h 33103"/>
                <a:gd name="connsiteX1" fmla="*/ 56191 w 65070"/>
                <a:gd name="connsiteY1" fmla="*/ 33104 h 33103"/>
                <a:gd name="connsiteX2" fmla="*/ 65070 w 65070"/>
                <a:gd name="connsiteY2" fmla="*/ 27242 h 33103"/>
                <a:gd name="connsiteX3" fmla="*/ 65070 w 65070"/>
                <a:gd name="connsiteY3" fmla="*/ 19527 h 33103"/>
                <a:gd name="connsiteX4" fmla="*/ 32537 w 65070"/>
                <a:gd name="connsiteY4" fmla="*/ 0 h 33103"/>
                <a:gd name="connsiteX5" fmla="*/ 0 w 65070"/>
                <a:gd name="connsiteY5" fmla="*/ 19527 h 33103"/>
                <a:gd name="connsiteX6" fmla="*/ 0 w 65070"/>
                <a:gd name="connsiteY6" fmla="*/ 27326 h 33103"/>
                <a:gd name="connsiteX7" fmla="*/ 8879 w 65070"/>
                <a:gd name="connsiteY7" fmla="*/ 33104 h 3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70" h="33103">
                  <a:moveTo>
                    <a:pt x="8879" y="33104"/>
                  </a:moveTo>
                  <a:lnTo>
                    <a:pt x="56191" y="33104"/>
                  </a:lnTo>
                  <a:cubicBezTo>
                    <a:pt x="61147" y="32801"/>
                    <a:pt x="65026" y="30301"/>
                    <a:pt x="65070" y="27242"/>
                  </a:cubicBezTo>
                  <a:lnTo>
                    <a:pt x="65070" y="19527"/>
                  </a:lnTo>
                  <a:cubicBezTo>
                    <a:pt x="65070" y="8752"/>
                    <a:pt x="50506" y="0"/>
                    <a:pt x="32537" y="0"/>
                  </a:cubicBezTo>
                  <a:cubicBezTo>
                    <a:pt x="14564" y="0"/>
                    <a:pt x="0" y="8752"/>
                    <a:pt x="0" y="19527"/>
                  </a:cubicBezTo>
                  <a:lnTo>
                    <a:pt x="0" y="27326"/>
                  </a:lnTo>
                  <a:cubicBezTo>
                    <a:pt x="88" y="30345"/>
                    <a:pt x="3963" y="32801"/>
                    <a:pt x="8879" y="33104"/>
                  </a:cubicBezTo>
                  <a:close/>
                </a:path>
              </a:pathLst>
            </a:custGeom>
            <a:solidFill>
              <a:srgbClr val="007B85"/>
            </a:solidFill>
            <a:ln w="3646" cap="flat">
              <a:noFill/>
              <a:prstDash val="solid"/>
              <a:miter/>
            </a:ln>
          </p:spPr>
          <p:txBody>
            <a:bodyPr rtlCol="0" anchor="ctr"/>
            <a:lstStyle/>
            <a:p>
              <a:endParaRPr lang="en-GR"/>
            </a:p>
          </p:txBody>
        </p:sp>
        <p:sp>
          <p:nvSpPr>
            <p:cNvPr id="96" name="Freeform 77">
              <a:extLst>
                <a:ext uri="{FF2B5EF4-FFF2-40B4-BE49-F238E27FC236}">
                  <a16:creationId xmlns:a16="http://schemas.microsoft.com/office/drawing/2014/main" id="{62805ED8-7D16-5429-75E3-9B71E0081539}"/>
                </a:ext>
              </a:extLst>
            </p:cNvPr>
            <p:cNvSpPr/>
            <p:nvPr/>
          </p:nvSpPr>
          <p:spPr>
            <a:xfrm>
              <a:off x="6094086" y="1209154"/>
              <a:ext cx="182529" cy="151881"/>
            </a:xfrm>
            <a:custGeom>
              <a:avLst/>
              <a:gdLst>
                <a:gd name="connsiteX0" fmla="*/ 155305 w 206157"/>
                <a:gd name="connsiteY0" fmla="*/ 0 h 171541"/>
                <a:gd name="connsiteX1" fmla="*/ 48134 w 206157"/>
                <a:gd name="connsiteY1" fmla="*/ 88 h 171541"/>
                <a:gd name="connsiteX2" fmla="*/ 0 w 206157"/>
                <a:gd name="connsiteY2" fmla="*/ 29739 h 171541"/>
                <a:gd name="connsiteX3" fmla="*/ 0 w 206157"/>
                <a:gd name="connsiteY3" fmla="*/ 124517 h 171541"/>
                <a:gd name="connsiteX4" fmla="*/ 50849 w 206157"/>
                <a:gd name="connsiteY4" fmla="*/ 154259 h 171541"/>
                <a:gd name="connsiteX5" fmla="*/ 68602 w 206157"/>
                <a:gd name="connsiteY5" fmla="*/ 154259 h 171541"/>
                <a:gd name="connsiteX6" fmla="*/ 68602 w 206157"/>
                <a:gd name="connsiteY6" fmla="*/ 171541 h 171541"/>
                <a:gd name="connsiteX7" fmla="*/ 137551 w 206157"/>
                <a:gd name="connsiteY7" fmla="*/ 171541 h 171541"/>
                <a:gd name="connsiteX8" fmla="*/ 137551 w 206157"/>
                <a:gd name="connsiteY8" fmla="*/ 154216 h 171541"/>
                <a:gd name="connsiteX9" fmla="*/ 158020 w 206157"/>
                <a:gd name="connsiteY9" fmla="*/ 154216 h 171541"/>
                <a:gd name="connsiteX10" fmla="*/ 206157 w 206157"/>
                <a:gd name="connsiteY10" fmla="*/ 124561 h 171541"/>
                <a:gd name="connsiteX11" fmla="*/ 206157 w 206157"/>
                <a:gd name="connsiteY11" fmla="*/ 29739 h 171541"/>
                <a:gd name="connsiteX12" fmla="*/ 155305 w 206157"/>
                <a:gd name="connsiteY12" fmla="*/ 0 h 171541"/>
                <a:gd name="connsiteX13" fmla="*/ 184350 w 206157"/>
                <a:gd name="connsiteY13" fmla="*/ 133441 h 171541"/>
                <a:gd name="connsiteX14" fmla="*/ 21804 w 206157"/>
                <a:gd name="connsiteY14" fmla="*/ 133569 h 171541"/>
                <a:gd name="connsiteX15" fmla="*/ 21804 w 206157"/>
                <a:gd name="connsiteY15" fmla="*/ 20603 h 171541"/>
                <a:gd name="connsiteX16" fmla="*/ 184350 w 206157"/>
                <a:gd name="connsiteY16" fmla="*/ 20472 h 171541"/>
                <a:gd name="connsiteX17" fmla="*/ 184350 w 206157"/>
                <a:gd name="connsiteY17" fmla="*/ 133441 h 17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6157" h="171541">
                  <a:moveTo>
                    <a:pt x="155305" y="0"/>
                  </a:moveTo>
                  <a:lnTo>
                    <a:pt x="48134" y="88"/>
                  </a:lnTo>
                  <a:cubicBezTo>
                    <a:pt x="21286" y="1077"/>
                    <a:pt x="0" y="13964"/>
                    <a:pt x="0" y="29739"/>
                  </a:cubicBezTo>
                  <a:lnTo>
                    <a:pt x="0" y="124517"/>
                  </a:lnTo>
                  <a:cubicBezTo>
                    <a:pt x="0" y="140854"/>
                    <a:pt x="22709" y="154084"/>
                    <a:pt x="50849" y="154259"/>
                  </a:cubicBezTo>
                  <a:cubicBezTo>
                    <a:pt x="50892" y="154259"/>
                    <a:pt x="58045" y="154259"/>
                    <a:pt x="68602" y="154259"/>
                  </a:cubicBezTo>
                  <a:lnTo>
                    <a:pt x="68602" y="171541"/>
                  </a:lnTo>
                  <a:lnTo>
                    <a:pt x="137551" y="171541"/>
                  </a:lnTo>
                  <a:lnTo>
                    <a:pt x="137551" y="154216"/>
                  </a:lnTo>
                  <a:cubicBezTo>
                    <a:pt x="149620" y="154216"/>
                    <a:pt x="158020" y="154216"/>
                    <a:pt x="158020" y="154216"/>
                  </a:cubicBezTo>
                  <a:cubicBezTo>
                    <a:pt x="184868" y="153223"/>
                    <a:pt x="206157" y="140335"/>
                    <a:pt x="206157" y="124561"/>
                  </a:cubicBezTo>
                  <a:lnTo>
                    <a:pt x="206157" y="29739"/>
                  </a:lnTo>
                  <a:cubicBezTo>
                    <a:pt x="206157" y="13406"/>
                    <a:pt x="183444" y="172"/>
                    <a:pt x="155305" y="0"/>
                  </a:cubicBezTo>
                  <a:close/>
                  <a:moveTo>
                    <a:pt x="184350" y="133441"/>
                  </a:moveTo>
                  <a:lnTo>
                    <a:pt x="21804" y="133569"/>
                  </a:lnTo>
                  <a:lnTo>
                    <a:pt x="21804" y="20603"/>
                  </a:lnTo>
                  <a:lnTo>
                    <a:pt x="184350" y="20472"/>
                  </a:lnTo>
                  <a:lnTo>
                    <a:pt x="184350" y="133441"/>
                  </a:lnTo>
                  <a:close/>
                </a:path>
              </a:pathLst>
            </a:custGeom>
            <a:solidFill>
              <a:srgbClr val="007B85"/>
            </a:solidFill>
            <a:ln w="3646" cap="flat">
              <a:noFill/>
              <a:prstDash val="solid"/>
              <a:miter/>
            </a:ln>
          </p:spPr>
          <p:txBody>
            <a:bodyPr rtlCol="0" anchor="ctr"/>
            <a:lstStyle/>
            <a:p>
              <a:endParaRPr lang="en-GR"/>
            </a:p>
          </p:txBody>
        </p:sp>
      </p:grpSp>
      <p:grpSp>
        <p:nvGrpSpPr>
          <p:cNvPr id="97" name="Group 96">
            <a:extLst>
              <a:ext uri="{FF2B5EF4-FFF2-40B4-BE49-F238E27FC236}">
                <a16:creationId xmlns:a16="http://schemas.microsoft.com/office/drawing/2014/main" id="{BF59D9D0-F08E-7049-5D3E-F4DEAD8101C7}"/>
              </a:ext>
            </a:extLst>
          </p:cNvPr>
          <p:cNvGrpSpPr/>
          <p:nvPr/>
        </p:nvGrpSpPr>
        <p:grpSpPr>
          <a:xfrm>
            <a:off x="7572576" y="1199461"/>
            <a:ext cx="193867" cy="177687"/>
            <a:chOff x="6420418" y="1199459"/>
            <a:chExt cx="193867" cy="177687"/>
          </a:xfrm>
        </p:grpSpPr>
        <p:sp>
          <p:nvSpPr>
            <p:cNvPr id="98" name="Freeform 78">
              <a:extLst>
                <a:ext uri="{FF2B5EF4-FFF2-40B4-BE49-F238E27FC236}">
                  <a16:creationId xmlns:a16="http://schemas.microsoft.com/office/drawing/2014/main" id="{DF71FD54-9BF1-8B50-5865-6F36930E9F6F}"/>
                </a:ext>
              </a:extLst>
            </p:cNvPr>
            <p:cNvSpPr/>
            <p:nvPr/>
          </p:nvSpPr>
          <p:spPr>
            <a:xfrm>
              <a:off x="6442234" y="1241287"/>
              <a:ext cx="69863" cy="69871"/>
            </a:xfrm>
            <a:custGeom>
              <a:avLst/>
              <a:gdLst>
                <a:gd name="connsiteX0" fmla="*/ 39452 w 78907"/>
                <a:gd name="connsiteY0" fmla="*/ 78916 h 78916"/>
                <a:gd name="connsiteX1" fmla="*/ 78908 w 78907"/>
                <a:gd name="connsiteY1" fmla="*/ 39458 h 78916"/>
                <a:gd name="connsiteX2" fmla="*/ 39452 w 78907"/>
                <a:gd name="connsiteY2" fmla="*/ 0 h 78916"/>
                <a:gd name="connsiteX3" fmla="*/ 0 w 78907"/>
                <a:gd name="connsiteY3" fmla="*/ 39458 h 78916"/>
                <a:gd name="connsiteX4" fmla="*/ 39452 w 78907"/>
                <a:gd name="connsiteY4" fmla="*/ 78916 h 78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907" h="78916">
                  <a:moveTo>
                    <a:pt x="39452" y="78916"/>
                  </a:moveTo>
                  <a:cubicBezTo>
                    <a:pt x="61242" y="78916"/>
                    <a:pt x="78908" y="61251"/>
                    <a:pt x="78908" y="39458"/>
                  </a:cubicBezTo>
                  <a:cubicBezTo>
                    <a:pt x="78908" y="17665"/>
                    <a:pt x="61242" y="0"/>
                    <a:pt x="39452" y="0"/>
                  </a:cubicBezTo>
                  <a:cubicBezTo>
                    <a:pt x="17662" y="0"/>
                    <a:pt x="0" y="17665"/>
                    <a:pt x="0" y="39458"/>
                  </a:cubicBezTo>
                  <a:cubicBezTo>
                    <a:pt x="0" y="61251"/>
                    <a:pt x="17662" y="78916"/>
                    <a:pt x="39452" y="78916"/>
                  </a:cubicBezTo>
                  <a:close/>
                </a:path>
              </a:pathLst>
            </a:custGeom>
            <a:solidFill>
              <a:srgbClr val="007B85"/>
            </a:solidFill>
            <a:ln w="3646" cap="flat">
              <a:noFill/>
              <a:prstDash val="solid"/>
              <a:miter/>
            </a:ln>
          </p:spPr>
          <p:txBody>
            <a:bodyPr rtlCol="0" anchor="ctr"/>
            <a:lstStyle/>
            <a:p>
              <a:endParaRPr lang="en-GR"/>
            </a:p>
          </p:txBody>
        </p:sp>
        <p:sp>
          <p:nvSpPr>
            <p:cNvPr id="99" name="Freeform 79">
              <a:extLst>
                <a:ext uri="{FF2B5EF4-FFF2-40B4-BE49-F238E27FC236}">
                  <a16:creationId xmlns:a16="http://schemas.microsoft.com/office/drawing/2014/main" id="{489870CB-4524-3BAE-1745-15443A471EFA}"/>
                </a:ext>
              </a:extLst>
            </p:cNvPr>
            <p:cNvSpPr/>
            <p:nvPr/>
          </p:nvSpPr>
          <p:spPr>
            <a:xfrm>
              <a:off x="6420418" y="1319377"/>
              <a:ext cx="113760" cy="57769"/>
            </a:xfrm>
            <a:custGeom>
              <a:avLst/>
              <a:gdLst>
                <a:gd name="connsiteX0" fmla="*/ 64242 w 128486"/>
                <a:gd name="connsiteY0" fmla="*/ 0 h 65247"/>
                <a:gd name="connsiteX1" fmla="*/ 0 w 128486"/>
                <a:gd name="connsiteY1" fmla="*/ 38509 h 65247"/>
                <a:gd name="connsiteX2" fmla="*/ 0 w 128486"/>
                <a:gd name="connsiteY2" fmla="*/ 53875 h 65247"/>
                <a:gd name="connsiteX3" fmla="*/ 17505 w 128486"/>
                <a:gd name="connsiteY3" fmla="*/ 65248 h 65247"/>
                <a:gd name="connsiteX4" fmla="*/ 110978 w 128486"/>
                <a:gd name="connsiteY4" fmla="*/ 65248 h 65247"/>
                <a:gd name="connsiteX5" fmla="*/ 128487 w 128486"/>
                <a:gd name="connsiteY5" fmla="*/ 53725 h 65247"/>
                <a:gd name="connsiteX6" fmla="*/ 128487 w 128486"/>
                <a:gd name="connsiteY6" fmla="*/ 38509 h 65247"/>
                <a:gd name="connsiteX7" fmla="*/ 64242 w 128486"/>
                <a:gd name="connsiteY7" fmla="*/ 0 h 65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486" h="65247">
                  <a:moveTo>
                    <a:pt x="64242" y="0"/>
                  </a:moveTo>
                  <a:cubicBezTo>
                    <a:pt x="28778" y="0"/>
                    <a:pt x="0" y="17260"/>
                    <a:pt x="0" y="38509"/>
                  </a:cubicBezTo>
                  <a:lnTo>
                    <a:pt x="0" y="53875"/>
                  </a:lnTo>
                  <a:cubicBezTo>
                    <a:pt x="201" y="59813"/>
                    <a:pt x="7780" y="64700"/>
                    <a:pt x="17505" y="65248"/>
                  </a:cubicBezTo>
                  <a:lnTo>
                    <a:pt x="110978" y="65248"/>
                  </a:lnTo>
                  <a:cubicBezTo>
                    <a:pt x="120754" y="64649"/>
                    <a:pt x="128436" y="59711"/>
                    <a:pt x="128487" y="53725"/>
                  </a:cubicBezTo>
                  <a:lnTo>
                    <a:pt x="128487" y="38509"/>
                  </a:lnTo>
                  <a:cubicBezTo>
                    <a:pt x="128487" y="17209"/>
                    <a:pt x="99705" y="0"/>
                    <a:pt x="64242" y="0"/>
                  </a:cubicBezTo>
                  <a:close/>
                </a:path>
              </a:pathLst>
            </a:custGeom>
            <a:solidFill>
              <a:srgbClr val="007B85"/>
            </a:solidFill>
            <a:ln w="3646" cap="flat">
              <a:noFill/>
              <a:prstDash val="solid"/>
              <a:miter/>
            </a:ln>
          </p:spPr>
          <p:txBody>
            <a:bodyPr rtlCol="0" anchor="ctr"/>
            <a:lstStyle/>
            <a:p>
              <a:endParaRPr lang="en-GR"/>
            </a:p>
          </p:txBody>
        </p:sp>
        <p:sp>
          <p:nvSpPr>
            <p:cNvPr id="100" name="Freeform 80">
              <a:extLst>
                <a:ext uri="{FF2B5EF4-FFF2-40B4-BE49-F238E27FC236}">
                  <a16:creationId xmlns:a16="http://schemas.microsoft.com/office/drawing/2014/main" id="{93AB18D3-9E78-97E4-5464-0400362B0272}"/>
                </a:ext>
              </a:extLst>
            </p:cNvPr>
            <p:cNvSpPr/>
            <p:nvPr/>
          </p:nvSpPr>
          <p:spPr>
            <a:xfrm>
              <a:off x="6515588" y="1199459"/>
              <a:ext cx="98697" cy="88734"/>
            </a:xfrm>
            <a:custGeom>
              <a:avLst/>
              <a:gdLst>
                <a:gd name="connsiteX0" fmla="*/ 107733 w 111473"/>
                <a:gd name="connsiteY0" fmla="*/ 3741 h 100220"/>
                <a:gd name="connsiteX1" fmla="*/ 94516 w 111473"/>
                <a:gd name="connsiteY1" fmla="*/ 0 h 100220"/>
                <a:gd name="connsiteX2" fmla="*/ 16958 w 111473"/>
                <a:gd name="connsiteY2" fmla="*/ 0 h 100220"/>
                <a:gd name="connsiteX3" fmla="*/ 3740 w 111473"/>
                <a:gd name="connsiteY3" fmla="*/ 3741 h 100220"/>
                <a:gd name="connsiteX4" fmla="*/ 0 w 111473"/>
                <a:gd name="connsiteY4" fmla="*/ 9829 h 100220"/>
                <a:gd name="connsiteX5" fmla="*/ 0 w 111473"/>
                <a:gd name="connsiteY5" fmla="*/ 70737 h 100220"/>
                <a:gd name="connsiteX6" fmla="*/ 16958 w 111473"/>
                <a:gd name="connsiteY6" fmla="*/ 80515 h 100220"/>
                <a:gd name="connsiteX7" fmla="*/ 25187 w 111473"/>
                <a:gd name="connsiteY7" fmla="*/ 80515 h 100220"/>
                <a:gd name="connsiteX8" fmla="*/ 25187 w 111473"/>
                <a:gd name="connsiteY8" fmla="*/ 100220 h 100220"/>
                <a:gd name="connsiteX9" fmla="*/ 56162 w 111473"/>
                <a:gd name="connsiteY9" fmla="*/ 80515 h 100220"/>
                <a:gd name="connsiteX10" fmla="*/ 94516 w 111473"/>
                <a:gd name="connsiteY10" fmla="*/ 80515 h 100220"/>
                <a:gd name="connsiteX11" fmla="*/ 111474 w 111473"/>
                <a:gd name="connsiteY11" fmla="*/ 70737 h 100220"/>
                <a:gd name="connsiteX12" fmla="*/ 111474 w 111473"/>
                <a:gd name="connsiteY12" fmla="*/ 9778 h 100220"/>
                <a:gd name="connsiteX13" fmla="*/ 107733 w 111473"/>
                <a:gd name="connsiteY13" fmla="*/ 3690 h 100220"/>
                <a:gd name="connsiteX14" fmla="*/ 107733 w 111473"/>
                <a:gd name="connsiteY14" fmla="*/ 3741 h 100220"/>
                <a:gd name="connsiteX15" fmla="*/ 64541 w 111473"/>
                <a:gd name="connsiteY15" fmla="*/ 58817 h 100220"/>
                <a:gd name="connsiteX16" fmla="*/ 23888 w 111473"/>
                <a:gd name="connsiteY16" fmla="*/ 58817 h 100220"/>
                <a:gd name="connsiteX17" fmla="*/ 19998 w 111473"/>
                <a:gd name="connsiteY17" fmla="*/ 52079 h 100220"/>
                <a:gd name="connsiteX18" fmla="*/ 23888 w 111473"/>
                <a:gd name="connsiteY18" fmla="*/ 45345 h 100220"/>
                <a:gd name="connsiteX19" fmla="*/ 64541 w 111473"/>
                <a:gd name="connsiteY19" fmla="*/ 45345 h 100220"/>
                <a:gd name="connsiteX20" fmla="*/ 68431 w 111473"/>
                <a:gd name="connsiteY20" fmla="*/ 52079 h 100220"/>
                <a:gd name="connsiteX21" fmla="*/ 64541 w 111473"/>
                <a:gd name="connsiteY21" fmla="*/ 58817 h 100220"/>
                <a:gd name="connsiteX22" fmla="*/ 87633 w 111473"/>
                <a:gd name="connsiteY22" fmla="*/ 35370 h 100220"/>
                <a:gd name="connsiteX23" fmla="*/ 23888 w 111473"/>
                <a:gd name="connsiteY23" fmla="*/ 35370 h 100220"/>
                <a:gd name="connsiteX24" fmla="*/ 19998 w 111473"/>
                <a:gd name="connsiteY24" fmla="*/ 28633 h 100220"/>
                <a:gd name="connsiteX25" fmla="*/ 23888 w 111473"/>
                <a:gd name="connsiteY25" fmla="*/ 21899 h 100220"/>
                <a:gd name="connsiteX26" fmla="*/ 87633 w 111473"/>
                <a:gd name="connsiteY26" fmla="*/ 21899 h 100220"/>
                <a:gd name="connsiteX27" fmla="*/ 91523 w 111473"/>
                <a:gd name="connsiteY27" fmla="*/ 28633 h 100220"/>
                <a:gd name="connsiteX28" fmla="*/ 87633 w 111473"/>
                <a:gd name="connsiteY28" fmla="*/ 35370 h 10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1473" h="100220">
                  <a:moveTo>
                    <a:pt x="107733" y="3741"/>
                  </a:moveTo>
                  <a:cubicBezTo>
                    <a:pt x="104642" y="1496"/>
                    <a:pt x="99906" y="0"/>
                    <a:pt x="94516" y="0"/>
                  </a:cubicBezTo>
                  <a:lnTo>
                    <a:pt x="16958" y="0"/>
                  </a:lnTo>
                  <a:cubicBezTo>
                    <a:pt x="11568" y="0"/>
                    <a:pt x="6831" y="1496"/>
                    <a:pt x="3740" y="3741"/>
                  </a:cubicBezTo>
                  <a:cubicBezTo>
                    <a:pt x="1445" y="5438"/>
                    <a:pt x="0" y="7482"/>
                    <a:pt x="0" y="9829"/>
                  </a:cubicBezTo>
                  <a:lnTo>
                    <a:pt x="0" y="70737"/>
                  </a:lnTo>
                  <a:cubicBezTo>
                    <a:pt x="0" y="76124"/>
                    <a:pt x="7579" y="80515"/>
                    <a:pt x="16958" y="80515"/>
                  </a:cubicBezTo>
                  <a:lnTo>
                    <a:pt x="25187" y="80515"/>
                  </a:lnTo>
                  <a:lnTo>
                    <a:pt x="25187" y="100220"/>
                  </a:lnTo>
                  <a:cubicBezTo>
                    <a:pt x="38905" y="100220"/>
                    <a:pt x="50626" y="92140"/>
                    <a:pt x="56162" y="80515"/>
                  </a:cubicBezTo>
                  <a:lnTo>
                    <a:pt x="94516" y="80515"/>
                  </a:lnTo>
                  <a:cubicBezTo>
                    <a:pt x="103894" y="80515"/>
                    <a:pt x="111474" y="76124"/>
                    <a:pt x="111474" y="70737"/>
                  </a:cubicBezTo>
                  <a:lnTo>
                    <a:pt x="111474" y="9778"/>
                  </a:lnTo>
                  <a:cubicBezTo>
                    <a:pt x="111474" y="7482"/>
                    <a:pt x="110029" y="5387"/>
                    <a:pt x="107733" y="3690"/>
                  </a:cubicBezTo>
                  <a:lnTo>
                    <a:pt x="107733" y="3741"/>
                  </a:lnTo>
                  <a:close/>
                  <a:moveTo>
                    <a:pt x="64541" y="58817"/>
                  </a:moveTo>
                  <a:lnTo>
                    <a:pt x="23888" y="58817"/>
                  </a:lnTo>
                  <a:cubicBezTo>
                    <a:pt x="21746" y="58817"/>
                    <a:pt x="19998" y="55820"/>
                    <a:pt x="19998" y="52079"/>
                  </a:cubicBezTo>
                  <a:cubicBezTo>
                    <a:pt x="19998" y="48338"/>
                    <a:pt x="21746" y="45345"/>
                    <a:pt x="23888" y="45345"/>
                  </a:cubicBezTo>
                  <a:lnTo>
                    <a:pt x="64541" y="45345"/>
                  </a:lnTo>
                  <a:cubicBezTo>
                    <a:pt x="66686" y="45345"/>
                    <a:pt x="68431" y="48338"/>
                    <a:pt x="68431" y="52079"/>
                  </a:cubicBezTo>
                  <a:cubicBezTo>
                    <a:pt x="68431" y="55820"/>
                    <a:pt x="66686" y="58817"/>
                    <a:pt x="64541" y="58817"/>
                  </a:cubicBezTo>
                  <a:close/>
                  <a:moveTo>
                    <a:pt x="87633" y="35370"/>
                  </a:moveTo>
                  <a:lnTo>
                    <a:pt x="23888" y="35370"/>
                  </a:lnTo>
                  <a:cubicBezTo>
                    <a:pt x="21746" y="35370"/>
                    <a:pt x="19998" y="32378"/>
                    <a:pt x="19998" y="28633"/>
                  </a:cubicBezTo>
                  <a:cubicBezTo>
                    <a:pt x="19998" y="24892"/>
                    <a:pt x="21746" y="21899"/>
                    <a:pt x="23888" y="21899"/>
                  </a:cubicBezTo>
                  <a:lnTo>
                    <a:pt x="87633" y="21899"/>
                  </a:lnTo>
                  <a:cubicBezTo>
                    <a:pt x="89779" y="21899"/>
                    <a:pt x="91523" y="24892"/>
                    <a:pt x="91523" y="28633"/>
                  </a:cubicBezTo>
                  <a:cubicBezTo>
                    <a:pt x="91523" y="32378"/>
                    <a:pt x="89779" y="35370"/>
                    <a:pt x="87633" y="35370"/>
                  </a:cubicBezTo>
                  <a:close/>
                </a:path>
              </a:pathLst>
            </a:custGeom>
            <a:solidFill>
              <a:srgbClr val="007B85"/>
            </a:solidFill>
            <a:ln w="3646" cap="flat">
              <a:noFill/>
              <a:prstDash val="solid"/>
              <a:miter/>
            </a:ln>
          </p:spPr>
          <p:txBody>
            <a:bodyPr rtlCol="0" anchor="ctr"/>
            <a:lstStyle/>
            <a:p>
              <a:endParaRPr lang="en-GR"/>
            </a:p>
          </p:txBody>
        </p:sp>
      </p:grpSp>
      <p:grpSp>
        <p:nvGrpSpPr>
          <p:cNvPr id="101" name="Group 100">
            <a:extLst>
              <a:ext uri="{FF2B5EF4-FFF2-40B4-BE49-F238E27FC236}">
                <a16:creationId xmlns:a16="http://schemas.microsoft.com/office/drawing/2014/main" id="{3231DFA8-92B8-8C89-E8FF-1D917DB70136}"/>
              </a:ext>
            </a:extLst>
          </p:cNvPr>
          <p:cNvGrpSpPr/>
          <p:nvPr/>
        </p:nvGrpSpPr>
        <p:grpSpPr>
          <a:xfrm>
            <a:off x="7911833" y="1196229"/>
            <a:ext cx="184109" cy="177733"/>
            <a:chOff x="6759675" y="1196227"/>
            <a:chExt cx="184109" cy="177733"/>
          </a:xfrm>
        </p:grpSpPr>
        <p:sp>
          <p:nvSpPr>
            <p:cNvPr id="102" name="Freeform 81">
              <a:extLst>
                <a:ext uri="{FF2B5EF4-FFF2-40B4-BE49-F238E27FC236}">
                  <a16:creationId xmlns:a16="http://schemas.microsoft.com/office/drawing/2014/main" id="{20533CD5-85D6-0AEE-79CE-07C911EBFDE2}"/>
                </a:ext>
              </a:extLst>
            </p:cNvPr>
            <p:cNvSpPr/>
            <p:nvPr/>
          </p:nvSpPr>
          <p:spPr>
            <a:xfrm>
              <a:off x="6838434" y="1245902"/>
              <a:ext cx="26626" cy="15394"/>
            </a:xfrm>
            <a:custGeom>
              <a:avLst/>
              <a:gdLst>
                <a:gd name="connsiteX0" fmla="*/ 15035 w 30073"/>
                <a:gd name="connsiteY0" fmla="*/ 17388 h 17387"/>
                <a:gd name="connsiteX1" fmla="*/ 30074 w 30073"/>
                <a:gd name="connsiteY1" fmla="*/ 8694 h 17387"/>
                <a:gd name="connsiteX2" fmla="*/ 15035 w 30073"/>
                <a:gd name="connsiteY2" fmla="*/ 0 h 17387"/>
                <a:gd name="connsiteX3" fmla="*/ 0 w 30073"/>
                <a:gd name="connsiteY3" fmla="*/ 8694 h 17387"/>
                <a:gd name="connsiteX4" fmla="*/ 15035 w 30073"/>
                <a:gd name="connsiteY4" fmla="*/ 17388 h 17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73" h="17387">
                  <a:moveTo>
                    <a:pt x="15035" y="17388"/>
                  </a:moveTo>
                  <a:cubicBezTo>
                    <a:pt x="23341" y="17388"/>
                    <a:pt x="30074" y="13493"/>
                    <a:pt x="30074" y="8694"/>
                  </a:cubicBezTo>
                  <a:cubicBezTo>
                    <a:pt x="30074" y="3894"/>
                    <a:pt x="23341" y="0"/>
                    <a:pt x="15035" y="0"/>
                  </a:cubicBezTo>
                  <a:cubicBezTo>
                    <a:pt x="6733" y="0"/>
                    <a:pt x="0" y="3894"/>
                    <a:pt x="0" y="8694"/>
                  </a:cubicBezTo>
                  <a:cubicBezTo>
                    <a:pt x="0" y="13493"/>
                    <a:pt x="6733" y="17388"/>
                    <a:pt x="15035" y="17388"/>
                  </a:cubicBezTo>
                  <a:close/>
                </a:path>
              </a:pathLst>
            </a:custGeom>
            <a:solidFill>
              <a:srgbClr val="007B85"/>
            </a:solidFill>
            <a:ln w="3646" cap="flat">
              <a:noFill/>
              <a:prstDash val="solid"/>
              <a:miter/>
            </a:ln>
          </p:spPr>
          <p:txBody>
            <a:bodyPr rtlCol="0" anchor="ctr"/>
            <a:lstStyle/>
            <a:p>
              <a:endParaRPr lang="en-GR"/>
            </a:p>
          </p:txBody>
        </p:sp>
        <p:sp>
          <p:nvSpPr>
            <p:cNvPr id="103" name="Freeform 82">
              <a:extLst>
                <a:ext uri="{FF2B5EF4-FFF2-40B4-BE49-F238E27FC236}">
                  <a16:creationId xmlns:a16="http://schemas.microsoft.com/office/drawing/2014/main" id="{9C024D20-4F83-A54F-52B4-773733114AF5}"/>
                </a:ext>
              </a:extLst>
            </p:cNvPr>
            <p:cNvSpPr/>
            <p:nvPr/>
          </p:nvSpPr>
          <p:spPr>
            <a:xfrm>
              <a:off x="6759675" y="1196227"/>
              <a:ext cx="180967" cy="177733"/>
            </a:xfrm>
            <a:custGeom>
              <a:avLst/>
              <a:gdLst>
                <a:gd name="connsiteX0" fmla="*/ 188079 w 204393"/>
                <a:gd name="connsiteY0" fmla="*/ 1252 h 200740"/>
                <a:gd name="connsiteX1" fmla="*/ 199771 w 204393"/>
                <a:gd name="connsiteY1" fmla="*/ 4472 h 200740"/>
                <a:gd name="connsiteX2" fmla="*/ 203245 w 204393"/>
                <a:gd name="connsiteY2" fmla="*/ 16162 h 200740"/>
                <a:gd name="connsiteX3" fmla="*/ 20600 w 204393"/>
                <a:gd name="connsiteY3" fmla="*/ 199496 h 200740"/>
                <a:gd name="connsiteX4" fmla="*/ 8908 w 204393"/>
                <a:gd name="connsiteY4" fmla="*/ 196280 h 200740"/>
                <a:gd name="connsiteX5" fmla="*/ 5434 w 204393"/>
                <a:gd name="connsiteY5" fmla="*/ 184586 h 200740"/>
                <a:gd name="connsiteX6" fmla="*/ 21859 w 204393"/>
                <a:gd name="connsiteY6" fmla="*/ 168071 h 200740"/>
                <a:gd name="connsiteX7" fmla="*/ 0 w 204393"/>
                <a:gd name="connsiteY7" fmla="*/ 143643 h 200740"/>
                <a:gd name="connsiteX8" fmla="*/ 0 w 204393"/>
                <a:gd name="connsiteY8" fmla="*/ 48065 h 200740"/>
                <a:gd name="connsiteX9" fmla="*/ 48542 w 204393"/>
                <a:gd name="connsiteY9" fmla="*/ 18162 h 200740"/>
                <a:gd name="connsiteX10" fmla="*/ 156619 w 204393"/>
                <a:gd name="connsiteY10" fmla="*/ 18074 h 200740"/>
                <a:gd name="connsiteX11" fmla="*/ 170176 w 204393"/>
                <a:gd name="connsiteY11" fmla="*/ 19206 h 200740"/>
                <a:gd name="connsiteX12" fmla="*/ 188079 w 204393"/>
                <a:gd name="connsiteY12" fmla="*/ 1252 h 200740"/>
                <a:gd name="connsiteX13" fmla="*/ 22034 w 204393"/>
                <a:gd name="connsiteY13" fmla="*/ 152771 h 200740"/>
                <a:gd name="connsiteX14" fmla="*/ 37200 w 204393"/>
                <a:gd name="connsiteY14" fmla="*/ 152771 h 200740"/>
                <a:gd name="connsiteX15" fmla="*/ 150751 w 204393"/>
                <a:gd name="connsiteY15" fmla="*/ 38765 h 200740"/>
                <a:gd name="connsiteX16" fmla="*/ 22034 w 204393"/>
                <a:gd name="connsiteY16" fmla="*/ 38849 h 200740"/>
                <a:gd name="connsiteX17" fmla="*/ 22034 w 204393"/>
                <a:gd name="connsiteY17" fmla="*/ 152771 h 20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4393" h="200740">
                  <a:moveTo>
                    <a:pt x="188079" y="1252"/>
                  </a:moveTo>
                  <a:cubicBezTo>
                    <a:pt x="190732" y="-1397"/>
                    <a:pt x="195728" y="384"/>
                    <a:pt x="199771" y="4472"/>
                  </a:cubicBezTo>
                  <a:cubicBezTo>
                    <a:pt x="204114" y="8818"/>
                    <a:pt x="205679" y="13727"/>
                    <a:pt x="203245" y="16162"/>
                  </a:cubicBezTo>
                  <a:lnTo>
                    <a:pt x="20600" y="199496"/>
                  </a:lnTo>
                  <a:cubicBezTo>
                    <a:pt x="17947" y="202149"/>
                    <a:pt x="12951" y="200321"/>
                    <a:pt x="8908" y="196280"/>
                  </a:cubicBezTo>
                  <a:cubicBezTo>
                    <a:pt x="4562" y="191933"/>
                    <a:pt x="3000" y="187021"/>
                    <a:pt x="5434" y="184586"/>
                  </a:cubicBezTo>
                  <a:lnTo>
                    <a:pt x="21859" y="168071"/>
                  </a:lnTo>
                  <a:cubicBezTo>
                    <a:pt x="8649" y="162640"/>
                    <a:pt x="0" y="153727"/>
                    <a:pt x="0" y="143643"/>
                  </a:cubicBezTo>
                  <a:lnTo>
                    <a:pt x="0" y="48065"/>
                  </a:lnTo>
                  <a:cubicBezTo>
                    <a:pt x="0" y="32159"/>
                    <a:pt x="21469" y="19162"/>
                    <a:pt x="48542" y="18162"/>
                  </a:cubicBezTo>
                  <a:lnTo>
                    <a:pt x="156619" y="18074"/>
                  </a:lnTo>
                  <a:cubicBezTo>
                    <a:pt x="161312" y="18074"/>
                    <a:pt x="165873" y="18509"/>
                    <a:pt x="170176" y="19206"/>
                  </a:cubicBezTo>
                  <a:lnTo>
                    <a:pt x="188079" y="1252"/>
                  </a:lnTo>
                  <a:close/>
                  <a:moveTo>
                    <a:pt x="22034" y="152771"/>
                  </a:moveTo>
                  <a:lnTo>
                    <a:pt x="37200" y="152771"/>
                  </a:lnTo>
                  <a:lnTo>
                    <a:pt x="150751" y="38765"/>
                  </a:lnTo>
                  <a:lnTo>
                    <a:pt x="22034" y="38849"/>
                  </a:lnTo>
                  <a:lnTo>
                    <a:pt x="22034" y="152771"/>
                  </a:lnTo>
                  <a:close/>
                </a:path>
              </a:pathLst>
            </a:custGeom>
            <a:solidFill>
              <a:srgbClr val="007B85"/>
            </a:solidFill>
            <a:ln w="3646" cap="flat">
              <a:noFill/>
              <a:prstDash val="solid"/>
              <a:miter/>
            </a:ln>
          </p:spPr>
          <p:txBody>
            <a:bodyPr rtlCol="0" anchor="ctr"/>
            <a:lstStyle/>
            <a:p>
              <a:endParaRPr lang="en-GR"/>
            </a:p>
          </p:txBody>
        </p:sp>
        <p:sp>
          <p:nvSpPr>
            <p:cNvPr id="104" name="Freeform 83">
              <a:extLst>
                <a:ext uri="{FF2B5EF4-FFF2-40B4-BE49-F238E27FC236}">
                  <a16:creationId xmlns:a16="http://schemas.microsoft.com/office/drawing/2014/main" id="{F3451BC6-5355-5654-7983-A154A9C24A13}"/>
                </a:ext>
              </a:extLst>
            </p:cNvPr>
            <p:cNvSpPr/>
            <p:nvPr/>
          </p:nvSpPr>
          <p:spPr>
            <a:xfrm>
              <a:off x="6820967" y="1231358"/>
              <a:ext cx="122817" cy="134075"/>
            </a:xfrm>
            <a:custGeom>
              <a:avLst/>
              <a:gdLst>
                <a:gd name="connsiteX0" fmla="*/ 136628 w 138715"/>
                <a:gd name="connsiteY0" fmla="*/ 0 h 151430"/>
                <a:gd name="connsiteX1" fmla="*/ 116725 w 138715"/>
                <a:gd name="connsiteY1" fmla="*/ 19994 h 151430"/>
                <a:gd name="connsiteX2" fmla="*/ 116725 w 138715"/>
                <a:gd name="connsiteY2" fmla="*/ 113006 h 151430"/>
                <a:gd name="connsiteX3" fmla="*/ 23990 w 138715"/>
                <a:gd name="connsiteY3" fmla="*/ 113093 h 151430"/>
                <a:gd name="connsiteX4" fmla="*/ 0 w 138715"/>
                <a:gd name="connsiteY4" fmla="*/ 137218 h 151430"/>
                <a:gd name="connsiteX5" fmla="*/ 0 w 138715"/>
                <a:gd name="connsiteY5" fmla="*/ 151431 h 151430"/>
                <a:gd name="connsiteX6" fmla="*/ 69529 w 138715"/>
                <a:gd name="connsiteY6" fmla="*/ 151431 h 151430"/>
                <a:gd name="connsiteX7" fmla="*/ 69529 w 138715"/>
                <a:gd name="connsiteY7" fmla="*/ 133955 h 151430"/>
                <a:gd name="connsiteX8" fmla="*/ 90173 w 138715"/>
                <a:gd name="connsiteY8" fmla="*/ 133955 h 151430"/>
                <a:gd name="connsiteX9" fmla="*/ 138716 w 138715"/>
                <a:gd name="connsiteY9" fmla="*/ 104009 h 151430"/>
                <a:gd name="connsiteX10" fmla="*/ 138716 w 138715"/>
                <a:gd name="connsiteY10" fmla="*/ 8387 h 151430"/>
                <a:gd name="connsiteX11" fmla="*/ 136628 w 138715"/>
                <a:gd name="connsiteY11" fmla="*/ 0 h 15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715" h="151430">
                  <a:moveTo>
                    <a:pt x="136628" y="0"/>
                  </a:moveTo>
                  <a:lnTo>
                    <a:pt x="116725" y="19994"/>
                  </a:lnTo>
                  <a:lnTo>
                    <a:pt x="116725" y="113006"/>
                  </a:lnTo>
                  <a:lnTo>
                    <a:pt x="23990" y="113093"/>
                  </a:lnTo>
                  <a:lnTo>
                    <a:pt x="0" y="137218"/>
                  </a:lnTo>
                  <a:lnTo>
                    <a:pt x="0" y="151431"/>
                  </a:lnTo>
                  <a:lnTo>
                    <a:pt x="69529" y="151431"/>
                  </a:lnTo>
                  <a:lnTo>
                    <a:pt x="69529" y="133955"/>
                  </a:lnTo>
                  <a:lnTo>
                    <a:pt x="90173" y="133955"/>
                  </a:lnTo>
                  <a:cubicBezTo>
                    <a:pt x="117247" y="132959"/>
                    <a:pt x="138716" y="119962"/>
                    <a:pt x="138716" y="104009"/>
                  </a:cubicBezTo>
                  <a:lnTo>
                    <a:pt x="138716" y="8387"/>
                  </a:lnTo>
                  <a:cubicBezTo>
                    <a:pt x="138716" y="5475"/>
                    <a:pt x="137975" y="2650"/>
                    <a:pt x="136628" y="0"/>
                  </a:cubicBezTo>
                  <a:close/>
                </a:path>
              </a:pathLst>
            </a:custGeom>
            <a:solidFill>
              <a:srgbClr val="007B85"/>
            </a:solidFill>
            <a:ln w="3646" cap="flat">
              <a:noFill/>
              <a:prstDash val="solid"/>
              <a:miter/>
            </a:ln>
          </p:spPr>
          <p:txBody>
            <a:bodyPr rtlCol="0" anchor="ctr"/>
            <a:lstStyle/>
            <a:p>
              <a:endParaRPr lang="en-GR"/>
            </a:p>
          </p:txBody>
        </p:sp>
      </p:grpSp>
      <p:sp>
        <p:nvSpPr>
          <p:cNvPr id="105" name="Freeform 84">
            <a:extLst>
              <a:ext uri="{FF2B5EF4-FFF2-40B4-BE49-F238E27FC236}">
                <a16:creationId xmlns:a16="http://schemas.microsoft.com/office/drawing/2014/main" id="{3EA2B669-5A1C-3769-D7DC-552BD14C0B46}"/>
              </a:ext>
            </a:extLst>
          </p:cNvPr>
          <p:cNvSpPr/>
          <p:nvPr/>
        </p:nvSpPr>
        <p:spPr>
          <a:xfrm>
            <a:off x="8244625" y="1196227"/>
            <a:ext cx="180936" cy="180970"/>
          </a:xfrm>
          <a:custGeom>
            <a:avLst/>
            <a:gdLst>
              <a:gd name="connsiteX0" fmla="*/ 102179 w 204358"/>
              <a:gd name="connsiteY0" fmla="*/ 0 h 204396"/>
              <a:gd name="connsiteX1" fmla="*/ 0 w 204358"/>
              <a:gd name="connsiteY1" fmla="*/ 102198 h 204396"/>
              <a:gd name="connsiteX2" fmla="*/ 102179 w 204358"/>
              <a:gd name="connsiteY2" fmla="*/ 204397 h 204396"/>
              <a:gd name="connsiteX3" fmla="*/ 204358 w 204358"/>
              <a:gd name="connsiteY3" fmla="*/ 102198 h 204396"/>
              <a:gd name="connsiteX4" fmla="*/ 102179 w 204358"/>
              <a:gd name="connsiteY4" fmla="*/ 0 h 204396"/>
              <a:gd name="connsiteX5" fmla="*/ 116061 w 204358"/>
              <a:gd name="connsiteY5" fmla="*/ 36429 h 204396"/>
              <a:gd name="connsiteX6" fmla="*/ 112211 w 204358"/>
              <a:gd name="connsiteY6" fmla="*/ 120287 h 204396"/>
              <a:gd name="connsiteX7" fmla="*/ 92505 w 204358"/>
              <a:gd name="connsiteY7" fmla="*/ 120287 h 204396"/>
              <a:gd name="connsiteX8" fmla="*/ 88246 w 204358"/>
              <a:gd name="connsiteY8" fmla="*/ 36429 h 204396"/>
              <a:gd name="connsiteX9" fmla="*/ 116061 w 204358"/>
              <a:gd name="connsiteY9" fmla="*/ 36429 h 204396"/>
              <a:gd name="connsiteX10" fmla="*/ 102077 w 204358"/>
              <a:gd name="connsiteY10" fmla="*/ 166395 h 204396"/>
              <a:gd name="connsiteX11" fmla="*/ 86626 w 204358"/>
              <a:gd name="connsiteY11" fmla="*/ 151095 h 204396"/>
              <a:gd name="connsiteX12" fmla="*/ 102077 w 204358"/>
              <a:gd name="connsiteY12" fmla="*/ 135638 h 204396"/>
              <a:gd name="connsiteX13" fmla="*/ 117732 w 204358"/>
              <a:gd name="connsiteY13" fmla="*/ 151095 h 204396"/>
              <a:gd name="connsiteX14" fmla="*/ 102077 w 204358"/>
              <a:gd name="connsiteY14" fmla="*/ 166395 h 204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4358" h="204396">
                <a:moveTo>
                  <a:pt x="102179" y="0"/>
                </a:moveTo>
                <a:cubicBezTo>
                  <a:pt x="45743" y="0"/>
                  <a:pt x="0" y="45754"/>
                  <a:pt x="0" y="102198"/>
                </a:cubicBezTo>
                <a:cubicBezTo>
                  <a:pt x="0" y="158643"/>
                  <a:pt x="45743" y="204397"/>
                  <a:pt x="102179" y="204397"/>
                </a:cubicBezTo>
                <a:cubicBezTo>
                  <a:pt x="158597" y="204397"/>
                  <a:pt x="204358" y="158643"/>
                  <a:pt x="204358" y="102198"/>
                </a:cubicBezTo>
                <a:cubicBezTo>
                  <a:pt x="204358" y="45754"/>
                  <a:pt x="158597" y="0"/>
                  <a:pt x="102179" y="0"/>
                </a:cubicBezTo>
                <a:close/>
                <a:moveTo>
                  <a:pt x="116061" y="36429"/>
                </a:moveTo>
                <a:lnTo>
                  <a:pt x="112211" y="120287"/>
                </a:lnTo>
                <a:lnTo>
                  <a:pt x="92505" y="120287"/>
                </a:lnTo>
                <a:lnTo>
                  <a:pt x="88246" y="36429"/>
                </a:lnTo>
                <a:lnTo>
                  <a:pt x="116061" y="36429"/>
                </a:lnTo>
                <a:close/>
                <a:moveTo>
                  <a:pt x="102077" y="166395"/>
                </a:moveTo>
                <a:cubicBezTo>
                  <a:pt x="93264" y="166395"/>
                  <a:pt x="86626" y="159960"/>
                  <a:pt x="86626" y="151095"/>
                </a:cubicBezTo>
                <a:cubicBezTo>
                  <a:pt x="86626" y="142226"/>
                  <a:pt x="93264" y="135638"/>
                  <a:pt x="102077" y="135638"/>
                </a:cubicBezTo>
                <a:cubicBezTo>
                  <a:pt x="110894" y="135638"/>
                  <a:pt x="117732" y="142073"/>
                  <a:pt x="117732" y="151095"/>
                </a:cubicBezTo>
                <a:cubicBezTo>
                  <a:pt x="117732" y="160114"/>
                  <a:pt x="111094" y="166395"/>
                  <a:pt x="102077" y="166395"/>
                </a:cubicBezTo>
                <a:close/>
              </a:path>
            </a:pathLst>
          </a:custGeom>
          <a:solidFill>
            <a:srgbClr val="007B85"/>
          </a:solidFill>
          <a:ln w="3646" cap="flat">
            <a:noFill/>
            <a:prstDash val="solid"/>
            <a:miter/>
          </a:ln>
        </p:spPr>
        <p:txBody>
          <a:bodyPr rtlCol="0" anchor="ctr"/>
          <a:lstStyle/>
          <a:p>
            <a:endParaRPr lang="en-GR"/>
          </a:p>
        </p:txBody>
      </p:sp>
      <p:grpSp>
        <p:nvGrpSpPr>
          <p:cNvPr id="106" name="Group 105">
            <a:extLst>
              <a:ext uri="{FF2B5EF4-FFF2-40B4-BE49-F238E27FC236}">
                <a16:creationId xmlns:a16="http://schemas.microsoft.com/office/drawing/2014/main" id="{233BB23E-D9FB-8BAD-6260-E1384F1966A4}"/>
              </a:ext>
            </a:extLst>
          </p:cNvPr>
          <p:cNvGrpSpPr/>
          <p:nvPr/>
        </p:nvGrpSpPr>
        <p:grpSpPr>
          <a:xfrm>
            <a:off x="8577173" y="1196229"/>
            <a:ext cx="181430" cy="181153"/>
            <a:chOff x="7425017" y="1196227"/>
            <a:chExt cx="181430" cy="181153"/>
          </a:xfrm>
        </p:grpSpPr>
        <p:sp>
          <p:nvSpPr>
            <p:cNvPr id="107" name="Freeform 85">
              <a:extLst>
                <a:ext uri="{FF2B5EF4-FFF2-40B4-BE49-F238E27FC236}">
                  <a16:creationId xmlns:a16="http://schemas.microsoft.com/office/drawing/2014/main" id="{34EF756E-95EF-4FA9-A765-67E4DD7579D9}"/>
                </a:ext>
              </a:extLst>
            </p:cNvPr>
            <p:cNvSpPr/>
            <p:nvPr/>
          </p:nvSpPr>
          <p:spPr>
            <a:xfrm>
              <a:off x="7425361" y="1196227"/>
              <a:ext cx="54312" cy="55016"/>
            </a:xfrm>
            <a:custGeom>
              <a:avLst/>
              <a:gdLst>
                <a:gd name="connsiteX0" fmla="*/ 61344 w 61343"/>
                <a:gd name="connsiteY0" fmla="*/ 20490 h 62138"/>
                <a:gd name="connsiteX1" fmla="*/ 61344 w 61343"/>
                <a:gd name="connsiteY1" fmla="*/ 0 h 62138"/>
                <a:gd name="connsiteX2" fmla="*/ 0 w 61343"/>
                <a:gd name="connsiteY2" fmla="*/ 62138 h 62138"/>
                <a:gd name="connsiteX3" fmla="*/ 20472 w 61343"/>
                <a:gd name="connsiteY3" fmla="*/ 62138 h 62138"/>
                <a:gd name="connsiteX4" fmla="*/ 61344 w 61343"/>
                <a:gd name="connsiteY4" fmla="*/ 20490 h 6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343" h="62138">
                  <a:moveTo>
                    <a:pt x="61344" y="20490"/>
                  </a:moveTo>
                  <a:lnTo>
                    <a:pt x="61344" y="0"/>
                  </a:lnTo>
                  <a:cubicBezTo>
                    <a:pt x="14852" y="0"/>
                    <a:pt x="0" y="15362"/>
                    <a:pt x="0" y="62138"/>
                  </a:cubicBezTo>
                  <a:lnTo>
                    <a:pt x="20472" y="62138"/>
                  </a:lnTo>
                  <a:cubicBezTo>
                    <a:pt x="20472" y="24216"/>
                    <a:pt x="27150" y="20490"/>
                    <a:pt x="61344" y="20490"/>
                  </a:cubicBezTo>
                  <a:close/>
                </a:path>
              </a:pathLst>
            </a:custGeom>
            <a:solidFill>
              <a:srgbClr val="007B85"/>
            </a:solidFill>
            <a:ln w="3646" cap="flat">
              <a:noFill/>
              <a:prstDash val="solid"/>
              <a:miter/>
            </a:ln>
          </p:spPr>
          <p:txBody>
            <a:bodyPr rtlCol="0" anchor="ctr"/>
            <a:lstStyle/>
            <a:p>
              <a:endParaRPr lang="en-GR"/>
            </a:p>
          </p:txBody>
        </p:sp>
        <p:sp>
          <p:nvSpPr>
            <p:cNvPr id="108" name="Freeform 86">
              <a:extLst>
                <a:ext uri="{FF2B5EF4-FFF2-40B4-BE49-F238E27FC236}">
                  <a16:creationId xmlns:a16="http://schemas.microsoft.com/office/drawing/2014/main" id="{073AA353-35B4-8C70-2936-51025519FA0E}"/>
                </a:ext>
              </a:extLst>
            </p:cNvPr>
            <p:cNvSpPr/>
            <p:nvPr/>
          </p:nvSpPr>
          <p:spPr>
            <a:xfrm>
              <a:off x="7485587" y="1232420"/>
              <a:ext cx="12051" cy="45241"/>
            </a:xfrm>
            <a:custGeom>
              <a:avLst/>
              <a:gdLst>
                <a:gd name="connsiteX0" fmla="*/ 13612 w 13611"/>
                <a:gd name="connsiteY0" fmla="*/ 0 h 51097"/>
                <a:gd name="connsiteX1" fmla="*/ 0 w 13611"/>
                <a:gd name="connsiteY1" fmla="*/ 0 h 51097"/>
                <a:gd name="connsiteX2" fmla="*/ 0 w 13611"/>
                <a:gd name="connsiteY2" fmla="*/ 51097 h 51097"/>
                <a:gd name="connsiteX3" fmla="*/ 13612 w 13611"/>
                <a:gd name="connsiteY3" fmla="*/ 51097 h 51097"/>
                <a:gd name="connsiteX4" fmla="*/ 13612 w 13611"/>
                <a:gd name="connsiteY4" fmla="*/ 0 h 51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11" h="51097">
                  <a:moveTo>
                    <a:pt x="13612" y="0"/>
                  </a:moveTo>
                  <a:lnTo>
                    <a:pt x="0" y="0"/>
                  </a:lnTo>
                  <a:lnTo>
                    <a:pt x="0" y="51097"/>
                  </a:lnTo>
                  <a:lnTo>
                    <a:pt x="13612" y="51097"/>
                  </a:lnTo>
                  <a:lnTo>
                    <a:pt x="13612" y="0"/>
                  </a:lnTo>
                  <a:close/>
                </a:path>
              </a:pathLst>
            </a:custGeom>
            <a:solidFill>
              <a:srgbClr val="007B85"/>
            </a:solidFill>
            <a:ln w="3646" cap="flat">
              <a:noFill/>
              <a:prstDash val="solid"/>
              <a:miter/>
            </a:ln>
          </p:spPr>
          <p:txBody>
            <a:bodyPr rtlCol="0" anchor="ctr"/>
            <a:lstStyle/>
            <a:p>
              <a:endParaRPr lang="en-GR"/>
            </a:p>
          </p:txBody>
        </p:sp>
        <p:sp>
          <p:nvSpPr>
            <p:cNvPr id="109" name="Freeform 87">
              <a:extLst>
                <a:ext uri="{FF2B5EF4-FFF2-40B4-BE49-F238E27FC236}">
                  <a16:creationId xmlns:a16="http://schemas.microsoft.com/office/drawing/2014/main" id="{02875266-F1E3-CD45-9E53-1CC4FC839075}"/>
                </a:ext>
              </a:extLst>
            </p:cNvPr>
            <p:cNvSpPr/>
            <p:nvPr/>
          </p:nvSpPr>
          <p:spPr>
            <a:xfrm>
              <a:off x="7460029" y="1233522"/>
              <a:ext cx="12278" cy="44138"/>
            </a:xfrm>
            <a:custGeom>
              <a:avLst/>
              <a:gdLst>
                <a:gd name="connsiteX0" fmla="*/ 13831 w 13867"/>
                <a:gd name="connsiteY0" fmla="*/ 0 h 49852"/>
                <a:gd name="connsiteX1" fmla="*/ 0 w 13867"/>
                <a:gd name="connsiteY1" fmla="*/ 18 h 49852"/>
                <a:gd name="connsiteX2" fmla="*/ 37 w 13867"/>
                <a:gd name="connsiteY2" fmla="*/ 49853 h 49852"/>
                <a:gd name="connsiteX3" fmla="*/ 13867 w 13867"/>
                <a:gd name="connsiteY3" fmla="*/ 49835 h 49852"/>
                <a:gd name="connsiteX4" fmla="*/ 13831 w 13867"/>
                <a:gd name="connsiteY4" fmla="*/ 0 h 498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67" h="49852">
                  <a:moveTo>
                    <a:pt x="13831" y="0"/>
                  </a:moveTo>
                  <a:lnTo>
                    <a:pt x="0" y="18"/>
                  </a:lnTo>
                  <a:lnTo>
                    <a:pt x="37" y="49853"/>
                  </a:lnTo>
                  <a:lnTo>
                    <a:pt x="13867" y="49835"/>
                  </a:lnTo>
                  <a:lnTo>
                    <a:pt x="13831" y="0"/>
                  </a:lnTo>
                  <a:close/>
                </a:path>
              </a:pathLst>
            </a:custGeom>
            <a:solidFill>
              <a:srgbClr val="007B85"/>
            </a:solidFill>
            <a:ln w="3646" cap="flat">
              <a:noFill/>
              <a:prstDash val="solid"/>
              <a:miter/>
            </a:ln>
          </p:spPr>
          <p:txBody>
            <a:bodyPr rtlCol="0" anchor="ctr"/>
            <a:lstStyle/>
            <a:p>
              <a:endParaRPr lang="en-GR"/>
            </a:p>
          </p:txBody>
        </p:sp>
        <p:sp>
          <p:nvSpPr>
            <p:cNvPr id="110" name="Freeform 88">
              <a:extLst>
                <a:ext uri="{FF2B5EF4-FFF2-40B4-BE49-F238E27FC236}">
                  <a16:creationId xmlns:a16="http://schemas.microsoft.com/office/drawing/2014/main" id="{840D5936-40EB-1AD5-BD31-709C9E39D542}"/>
                </a:ext>
              </a:extLst>
            </p:cNvPr>
            <p:cNvSpPr/>
            <p:nvPr/>
          </p:nvSpPr>
          <p:spPr>
            <a:xfrm>
              <a:off x="7425017" y="1286710"/>
              <a:ext cx="181430" cy="18096"/>
            </a:xfrm>
            <a:custGeom>
              <a:avLst/>
              <a:gdLst>
                <a:gd name="connsiteX0" fmla="*/ 5971 w 204915"/>
                <a:gd name="connsiteY0" fmla="*/ 20439 h 20438"/>
                <a:gd name="connsiteX1" fmla="*/ 199090 w 204915"/>
                <a:gd name="connsiteY1" fmla="*/ 20235 h 20438"/>
                <a:gd name="connsiteX2" fmla="*/ 198944 w 204915"/>
                <a:gd name="connsiteY2" fmla="*/ 0 h 20438"/>
                <a:gd name="connsiteX3" fmla="*/ 5825 w 204915"/>
                <a:gd name="connsiteY3" fmla="*/ 204 h 20438"/>
                <a:gd name="connsiteX4" fmla="*/ 5971 w 204915"/>
                <a:gd name="connsiteY4" fmla="*/ 20439 h 20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915" h="20438">
                  <a:moveTo>
                    <a:pt x="5971" y="20439"/>
                  </a:moveTo>
                  <a:lnTo>
                    <a:pt x="199090" y="20235"/>
                  </a:lnTo>
                  <a:cubicBezTo>
                    <a:pt x="206899" y="20235"/>
                    <a:pt x="206863" y="0"/>
                    <a:pt x="198944" y="0"/>
                  </a:cubicBezTo>
                  <a:lnTo>
                    <a:pt x="5825" y="204"/>
                  </a:lnTo>
                  <a:cubicBezTo>
                    <a:pt x="-1984" y="204"/>
                    <a:pt x="-1948" y="20439"/>
                    <a:pt x="5971" y="20439"/>
                  </a:cubicBezTo>
                  <a:close/>
                </a:path>
              </a:pathLst>
            </a:custGeom>
            <a:solidFill>
              <a:srgbClr val="007B85"/>
            </a:solidFill>
            <a:ln w="3646" cap="flat">
              <a:noFill/>
              <a:prstDash val="solid"/>
              <a:miter/>
            </a:ln>
          </p:spPr>
          <p:txBody>
            <a:bodyPr rtlCol="0" anchor="ctr"/>
            <a:lstStyle/>
            <a:p>
              <a:endParaRPr lang="en-GR"/>
            </a:p>
          </p:txBody>
        </p:sp>
        <p:sp>
          <p:nvSpPr>
            <p:cNvPr id="111" name="Freeform 89">
              <a:extLst>
                <a:ext uri="{FF2B5EF4-FFF2-40B4-BE49-F238E27FC236}">
                  <a16:creationId xmlns:a16="http://schemas.microsoft.com/office/drawing/2014/main" id="{38F0B4F2-B91A-47B0-BB58-37958EB698C3}"/>
                </a:ext>
              </a:extLst>
            </p:cNvPr>
            <p:cNvSpPr/>
            <p:nvPr/>
          </p:nvSpPr>
          <p:spPr>
            <a:xfrm>
              <a:off x="7461451" y="1313855"/>
              <a:ext cx="12052" cy="27144"/>
            </a:xfrm>
            <a:custGeom>
              <a:avLst/>
              <a:gdLst>
                <a:gd name="connsiteX0" fmla="*/ 0 w 13612"/>
                <a:gd name="connsiteY0" fmla="*/ 0 h 30658"/>
                <a:gd name="connsiteX1" fmla="*/ 13612 w 13612"/>
                <a:gd name="connsiteY1" fmla="*/ 0 h 30658"/>
                <a:gd name="connsiteX2" fmla="*/ 13612 w 13612"/>
                <a:gd name="connsiteY2" fmla="*/ 30658 h 30658"/>
                <a:gd name="connsiteX3" fmla="*/ 0 w 13612"/>
                <a:gd name="connsiteY3" fmla="*/ 30658 h 30658"/>
                <a:gd name="connsiteX4" fmla="*/ 0 w 13612"/>
                <a:gd name="connsiteY4" fmla="*/ 0 h 30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12" h="30658">
                  <a:moveTo>
                    <a:pt x="0" y="0"/>
                  </a:moveTo>
                  <a:lnTo>
                    <a:pt x="13612" y="0"/>
                  </a:lnTo>
                  <a:lnTo>
                    <a:pt x="13612" y="30658"/>
                  </a:lnTo>
                  <a:lnTo>
                    <a:pt x="0" y="30658"/>
                  </a:lnTo>
                  <a:lnTo>
                    <a:pt x="0" y="0"/>
                  </a:lnTo>
                  <a:close/>
                </a:path>
              </a:pathLst>
            </a:custGeom>
            <a:solidFill>
              <a:srgbClr val="007B85"/>
            </a:solidFill>
            <a:ln w="3646" cap="flat">
              <a:noFill/>
              <a:prstDash val="solid"/>
              <a:miter/>
            </a:ln>
          </p:spPr>
          <p:txBody>
            <a:bodyPr rtlCol="0" anchor="ctr"/>
            <a:lstStyle/>
            <a:p>
              <a:endParaRPr lang="en-GR"/>
            </a:p>
          </p:txBody>
        </p:sp>
        <p:sp>
          <p:nvSpPr>
            <p:cNvPr id="112" name="Freeform 90">
              <a:extLst>
                <a:ext uri="{FF2B5EF4-FFF2-40B4-BE49-F238E27FC236}">
                  <a16:creationId xmlns:a16="http://schemas.microsoft.com/office/drawing/2014/main" id="{1D972C6E-CC3C-638D-D764-3A95E5E34AE6}"/>
                </a:ext>
              </a:extLst>
            </p:cNvPr>
            <p:cNvSpPr/>
            <p:nvPr/>
          </p:nvSpPr>
          <p:spPr>
            <a:xfrm>
              <a:off x="7485587" y="1313855"/>
              <a:ext cx="12051" cy="27144"/>
            </a:xfrm>
            <a:custGeom>
              <a:avLst/>
              <a:gdLst>
                <a:gd name="connsiteX0" fmla="*/ 0 w 13611"/>
                <a:gd name="connsiteY0" fmla="*/ 0 h 30658"/>
                <a:gd name="connsiteX1" fmla="*/ 13612 w 13611"/>
                <a:gd name="connsiteY1" fmla="*/ 0 h 30658"/>
                <a:gd name="connsiteX2" fmla="*/ 13612 w 13611"/>
                <a:gd name="connsiteY2" fmla="*/ 30658 h 30658"/>
                <a:gd name="connsiteX3" fmla="*/ 0 w 13611"/>
                <a:gd name="connsiteY3" fmla="*/ 30658 h 30658"/>
                <a:gd name="connsiteX4" fmla="*/ 0 w 13611"/>
                <a:gd name="connsiteY4" fmla="*/ 0 h 30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11" h="30658">
                  <a:moveTo>
                    <a:pt x="0" y="0"/>
                  </a:moveTo>
                  <a:lnTo>
                    <a:pt x="13612" y="0"/>
                  </a:lnTo>
                  <a:lnTo>
                    <a:pt x="13612" y="30658"/>
                  </a:lnTo>
                  <a:lnTo>
                    <a:pt x="0" y="30658"/>
                  </a:lnTo>
                  <a:lnTo>
                    <a:pt x="0" y="0"/>
                  </a:lnTo>
                  <a:close/>
                </a:path>
              </a:pathLst>
            </a:custGeom>
            <a:solidFill>
              <a:srgbClr val="007B85"/>
            </a:solidFill>
            <a:ln w="3646" cap="flat">
              <a:noFill/>
              <a:prstDash val="solid"/>
              <a:miter/>
            </a:ln>
          </p:spPr>
          <p:txBody>
            <a:bodyPr rtlCol="0" anchor="ctr"/>
            <a:lstStyle/>
            <a:p>
              <a:endParaRPr lang="en-GR"/>
            </a:p>
          </p:txBody>
        </p:sp>
        <p:sp>
          <p:nvSpPr>
            <p:cNvPr id="113" name="Freeform 91">
              <a:extLst>
                <a:ext uri="{FF2B5EF4-FFF2-40B4-BE49-F238E27FC236}">
                  <a16:creationId xmlns:a16="http://schemas.microsoft.com/office/drawing/2014/main" id="{737259E7-994E-5DCB-74C6-719001FC6999}"/>
                </a:ext>
              </a:extLst>
            </p:cNvPr>
            <p:cNvSpPr/>
            <p:nvPr/>
          </p:nvSpPr>
          <p:spPr>
            <a:xfrm>
              <a:off x="7509691" y="1232420"/>
              <a:ext cx="12084" cy="45241"/>
            </a:xfrm>
            <a:custGeom>
              <a:avLst/>
              <a:gdLst>
                <a:gd name="connsiteX0" fmla="*/ 13648 w 13648"/>
                <a:gd name="connsiteY0" fmla="*/ 0 h 51097"/>
                <a:gd name="connsiteX1" fmla="*/ 0 w 13648"/>
                <a:gd name="connsiteY1" fmla="*/ 0 h 51097"/>
                <a:gd name="connsiteX2" fmla="*/ 0 w 13648"/>
                <a:gd name="connsiteY2" fmla="*/ 51097 h 51097"/>
                <a:gd name="connsiteX3" fmla="*/ 13648 w 13648"/>
                <a:gd name="connsiteY3" fmla="*/ 51097 h 51097"/>
                <a:gd name="connsiteX4" fmla="*/ 13648 w 13648"/>
                <a:gd name="connsiteY4" fmla="*/ 0 h 51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8" h="51097">
                  <a:moveTo>
                    <a:pt x="13648" y="0"/>
                  </a:moveTo>
                  <a:lnTo>
                    <a:pt x="0" y="0"/>
                  </a:lnTo>
                  <a:lnTo>
                    <a:pt x="0" y="51097"/>
                  </a:lnTo>
                  <a:lnTo>
                    <a:pt x="13648" y="51097"/>
                  </a:lnTo>
                  <a:lnTo>
                    <a:pt x="13648" y="0"/>
                  </a:lnTo>
                  <a:close/>
                </a:path>
              </a:pathLst>
            </a:custGeom>
            <a:solidFill>
              <a:srgbClr val="007B85"/>
            </a:solidFill>
            <a:ln w="3646" cap="flat">
              <a:noFill/>
              <a:prstDash val="solid"/>
              <a:miter/>
            </a:ln>
          </p:spPr>
          <p:txBody>
            <a:bodyPr rtlCol="0" anchor="ctr"/>
            <a:lstStyle/>
            <a:p>
              <a:endParaRPr lang="en-GR"/>
            </a:p>
          </p:txBody>
        </p:sp>
        <p:sp>
          <p:nvSpPr>
            <p:cNvPr id="114" name="Freeform 92">
              <a:extLst>
                <a:ext uri="{FF2B5EF4-FFF2-40B4-BE49-F238E27FC236}">
                  <a16:creationId xmlns:a16="http://schemas.microsoft.com/office/drawing/2014/main" id="{3C05F417-B53B-020C-81DE-94CA0D6E94EA}"/>
                </a:ext>
              </a:extLst>
            </p:cNvPr>
            <p:cNvSpPr/>
            <p:nvPr/>
          </p:nvSpPr>
          <p:spPr>
            <a:xfrm>
              <a:off x="7509691" y="1313855"/>
              <a:ext cx="12084" cy="27144"/>
            </a:xfrm>
            <a:custGeom>
              <a:avLst/>
              <a:gdLst>
                <a:gd name="connsiteX0" fmla="*/ 0 w 13648"/>
                <a:gd name="connsiteY0" fmla="*/ 0 h 30658"/>
                <a:gd name="connsiteX1" fmla="*/ 13648 w 13648"/>
                <a:gd name="connsiteY1" fmla="*/ 0 h 30658"/>
                <a:gd name="connsiteX2" fmla="*/ 13648 w 13648"/>
                <a:gd name="connsiteY2" fmla="*/ 30658 h 30658"/>
                <a:gd name="connsiteX3" fmla="*/ 0 w 13648"/>
                <a:gd name="connsiteY3" fmla="*/ 30658 h 30658"/>
                <a:gd name="connsiteX4" fmla="*/ 0 w 13648"/>
                <a:gd name="connsiteY4" fmla="*/ 0 h 30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8" h="30658">
                  <a:moveTo>
                    <a:pt x="0" y="0"/>
                  </a:moveTo>
                  <a:lnTo>
                    <a:pt x="13648" y="0"/>
                  </a:lnTo>
                  <a:lnTo>
                    <a:pt x="13648" y="30658"/>
                  </a:lnTo>
                  <a:lnTo>
                    <a:pt x="0" y="30658"/>
                  </a:lnTo>
                  <a:lnTo>
                    <a:pt x="0" y="0"/>
                  </a:lnTo>
                  <a:close/>
                </a:path>
              </a:pathLst>
            </a:custGeom>
            <a:solidFill>
              <a:srgbClr val="007B85"/>
            </a:solidFill>
            <a:ln w="3646" cap="flat">
              <a:noFill/>
              <a:prstDash val="solid"/>
              <a:miter/>
            </a:ln>
          </p:spPr>
          <p:txBody>
            <a:bodyPr rtlCol="0" anchor="ctr"/>
            <a:lstStyle/>
            <a:p>
              <a:endParaRPr lang="en-GR"/>
            </a:p>
          </p:txBody>
        </p:sp>
        <p:sp>
          <p:nvSpPr>
            <p:cNvPr id="115" name="Freeform 93">
              <a:extLst>
                <a:ext uri="{FF2B5EF4-FFF2-40B4-BE49-F238E27FC236}">
                  <a16:creationId xmlns:a16="http://schemas.microsoft.com/office/drawing/2014/main" id="{2B0FC78B-B109-8E7A-D53E-57C8D96E38F8}"/>
                </a:ext>
              </a:extLst>
            </p:cNvPr>
            <p:cNvSpPr/>
            <p:nvPr/>
          </p:nvSpPr>
          <p:spPr>
            <a:xfrm>
              <a:off x="7533825" y="1313855"/>
              <a:ext cx="12051" cy="27144"/>
            </a:xfrm>
            <a:custGeom>
              <a:avLst/>
              <a:gdLst>
                <a:gd name="connsiteX0" fmla="*/ 13612 w 13611"/>
                <a:gd name="connsiteY0" fmla="*/ 0 h 30658"/>
                <a:gd name="connsiteX1" fmla="*/ 0 w 13611"/>
                <a:gd name="connsiteY1" fmla="*/ 0 h 30658"/>
                <a:gd name="connsiteX2" fmla="*/ 0 w 13611"/>
                <a:gd name="connsiteY2" fmla="*/ 30658 h 30658"/>
                <a:gd name="connsiteX3" fmla="*/ 13612 w 13611"/>
                <a:gd name="connsiteY3" fmla="*/ 30658 h 30658"/>
                <a:gd name="connsiteX4" fmla="*/ 13612 w 13611"/>
                <a:gd name="connsiteY4" fmla="*/ 0 h 30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11" h="30658">
                  <a:moveTo>
                    <a:pt x="13612" y="0"/>
                  </a:moveTo>
                  <a:lnTo>
                    <a:pt x="0" y="0"/>
                  </a:lnTo>
                  <a:lnTo>
                    <a:pt x="0" y="30658"/>
                  </a:lnTo>
                  <a:lnTo>
                    <a:pt x="13612" y="30658"/>
                  </a:lnTo>
                  <a:lnTo>
                    <a:pt x="13612" y="0"/>
                  </a:lnTo>
                  <a:close/>
                </a:path>
              </a:pathLst>
            </a:custGeom>
            <a:solidFill>
              <a:srgbClr val="007B85"/>
            </a:solidFill>
            <a:ln w="3646" cap="flat">
              <a:noFill/>
              <a:prstDash val="solid"/>
              <a:miter/>
            </a:ln>
          </p:spPr>
          <p:txBody>
            <a:bodyPr rtlCol="0" anchor="ctr"/>
            <a:lstStyle/>
            <a:p>
              <a:endParaRPr lang="en-GR"/>
            </a:p>
          </p:txBody>
        </p:sp>
        <p:sp>
          <p:nvSpPr>
            <p:cNvPr id="116" name="Freeform 94">
              <a:extLst>
                <a:ext uri="{FF2B5EF4-FFF2-40B4-BE49-F238E27FC236}">
                  <a16:creationId xmlns:a16="http://schemas.microsoft.com/office/drawing/2014/main" id="{72B91553-3E0E-4BFB-DCFF-C077ACC82705}"/>
                </a:ext>
              </a:extLst>
            </p:cNvPr>
            <p:cNvSpPr/>
            <p:nvPr/>
          </p:nvSpPr>
          <p:spPr>
            <a:xfrm>
              <a:off x="7533825" y="1232420"/>
              <a:ext cx="12051" cy="45241"/>
            </a:xfrm>
            <a:custGeom>
              <a:avLst/>
              <a:gdLst>
                <a:gd name="connsiteX0" fmla="*/ 0 w 13611"/>
                <a:gd name="connsiteY0" fmla="*/ 0 h 51097"/>
                <a:gd name="connsiteX1" fmla="*/ 13612 w 13611"/>
                <a:gd name="connsiteY1" fmla="*/ 0 h 51097"/>
                <a:gd name="connsiteX2" fmla="*/ 13612 w 13611"/>
                <a:gd name="connsiteY2" fmla="*/ 51097 h 51097"/>
                <a:gd name="connsiteX3" fmla="*/ 0 w 13611"/>
                <a:gd name="connsiteY3" fmla="*/ 51097 h 51097"/>
                <a:gd name="connsiteX4" fmla="*/ 0 w 13611"/>
                <a:gd name="connsiteY4" fmla="*/ 0 h 51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11" h="51097">
                  <a:moveTo>
                    <a:pt x="0" y="0"/>
                  </a:moveTo>
                  <a:lnTo>
                    <a:pt x="13612" y="0"/>
                  </a:lnTo>
                  <a:lnTo>
                    <a:pt x="13612" y="51097"/>
                  </a:lnTo>
                  <a:lnTo>
                    <a:pt x="0" y="51097"/>
                  </a:lnTo>
                  <a:lnTo>
                    <a:pt x="0" y="0"/>
                  </a:lnTo>
                  <a:close/>
                </a:path>
              </a:pathLst>
            </a:custGeom>
            <a:solidFill>
              <a:srgbClr val="007B85"/>
            </a:solidFill>
            <a:ln w="3646" cap="flat">
              <a:noFill/>
              <a:prstDash val="solid"/>
              <a:miter/>
            </a:ln>
          </p:spPr>
          <p:txBody>
            <a:bodyPr rtlCol="0" anchor="ctr"/>
            <a:lstStyle/>
            <a:p>
              <a:endParaRPr lang="en-GR"/>
            </a:p>
          </p:txBody>
        </p:sp>
        <p:sp>
          <p:nvSpPr>
            <p:cNvPr id="117" name="Freeform 95">
              <a:extLst>
                <a:ext uri="{FF2B5EF4-FFF2-40B4-BE49-F238E27FC236}">
                  <a16:creationId xmlns:a16="http://schemas.microsoft.com/office/drawing/2014/main" id="{A7CD02BC-6492-859B-18C7-C454372F7255}"/>
                </a:ext>
              </a:extLst>
            </p:cNvPr>
            <p:cNvSpPr/>
            <p:nvPr/>
          </p:nvSpPr>
          <p:spPr>
            <a:xfrm>
              <a:off x="7557961" y="1313855"/>
              <a:ext cx="12052" cy="27144"/>
            </a:xfrm>
            <a:custGeom>
              <a:avLst/>
              <a:gdLst>
                <a:gd name="connsiteX0" fmla="*/ 13612 w 13612"/>
                <a:gd name="connsiteY0" fmla="*/ 0 h 30658"/>
                <a:gd name="connsiteX1" fmla="*/ 0 w 13612"/>
                <a:gd name="connsiteY1" fmla="*/ 0 h 30658"/>
                <a:gd name="connsiteX2" fmla="*/ 0 w 13612"/>
                <a:gd name="connsiteY2" fmla="*/ 30658 h 30658"/>
                <a:gd name="connsiteX3" fmla="*/ 13612 w 13612"/>
                <a:gd name="connsiteY3" fmla="*/ 30658 h 30658"/>
                <a:gd name="connsiteX4" fmla="*/ 13612 w 13612"/>
                <a:gd name="connsiteY4" fmla="*/ 0 h 30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12" h="30658">
                  <a:moveTo>
                    <a:pt x="13612" y="0"/>
                  </a:moveTo>
                  <a:lnTo>
                    <a:pt x="0" y="0"/>
                  </a:lnTo>
                  <a:lnTo>
                    <a:pt x="0" y="30658"/>
                  </a:lnTo>
                  <a:lnTo>
                    <a:pt x="13612" y="30658"/>
                  </a:lnTo>
                  <a:lnTo>
                    <a:pt x="13612" y="0"/>
                  </a:lnTo>
                  <a:close/>
                </a:path>
              </a:pathLst>
            </a:custGeom>
            <a:solidFill>
              <a:srgbClr val="007B85"/>
            </a:solidFill>
            <a:ln w="3646" cap="flat">
              <a:noFill/>
              <a:prstDash val="solid"/>
              <a:miter/>
            </a:ln>
          </p:spPr>
          <p:txBody>
            <a:bodyPr rtlCol="0" anchor="ctr"/>
            <a:lstStyle/>
            <a:p>
              <a:endParaRPr lang="en-GR"/>
            </a:p>
          </p:txBody>
        </p:sp>
        <p:sp>
          <p:nvSpPr>
            <p:cNvPr id="118" name="Freeform 96">
              <a:extLst>
                <a:ext uri="{FF2B5EF4-FFF2-40B4-BE49-F238E27FC236}">
                  <a16:creationId xmlns:a16="http://schemas.microsoft.com/office/drawing/2014/main" id="{EFC4432B-8AE9-96C1-22CB-39DDAFD6635D}"/>
                </a:ext>
              </a:extLst>
            </p:cNvPr>
            <p:cNvSpPr/>
            <p:nvPr/>
          </p:nvSpPr>
          <p:spPr>
            <a:xfrm>
              <a:off x="7557994" y="1233506"/>
              <a:ext cx="12278" cy="44029"/>
            </a:xfrm>
            <a:custGeom>
              <a:avLst/>
              <a:gdLst>
                <a:gd name="connsiteX0" fmla="*/ 0 w 13867"/>
                <a:gd name="connsiteY0" fmla="*/ 18 h 49728"/>
                <a:gd name="connsiteX1" fmla="*/ 13794 w 13867"/>
                <a:gd name="connsiteY1" fmla="*/ 0 h 49728"/>
                <a:gd name="connsiteX2" fmla="*/ 13867 w 13867"/>
                <a:gd name="connsiteY2" fmla="*/ 49711 h 49728"/>
                <a:gd name="connsiteX3" fmla="*/ 37 w 13867"/>
                <a:gd name="connsiteY3" fmla="*/ 49729 h 49728"/>
                <a:gd name="connsiteX4" fmla="*/ 0 w 13867"/>
                <a:gd name="connsiteY4" fmla="*/ 18 h 49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67" h="49728">
                  <a:moveTo>
                    <a:pt x="0" y="18"/>
                  </a:moveTo>
                  <a:lnTo>
                    <a:pt x="13794" y="0"/>
                  </a:lnTo>
                  <a:lnTo>
                    <a:pt x="13867" y="49711"/>
                  </a:lnTo>
                  <a:lnTo>
                    <a:pt x="37" y="49729"/>
                  </a:lnTo>
                  <a:lnTo>
                    <a:pt x="0" y="18"/>
                  </a:lnTo>
                  <a:close/>
                </a:path>
              </a:pathLst>
            </a:custGeom>
            <a:solidFill>
              <a:srgbClr val="007B85"/>
            </a:solidFill>
            <a:ln w="3646" cap="flat">
              <a:noFill/>
              <a:prstDash val="solid"/>
              <a:miter/>
            </a:ln>
          </p:spPr>
          <p:txBody>
            <a:bodyPr rtlCol="0" anchor="ctr"/>
            <a:lstStyle/>
            <a:p>
              <a:endParaRPr lang="en-GR"/>
            </a:p>
          </p:txBody>
        </p:sp>
        <p:sp>
          <p:nvSpPr>
            <p:cNvPr id="119" name="Freeform 97">
              <a:extLst>
                <a:ext uri="{FF2B5EF4-FFF2-40B4-BE49-F238E27FC236}">
                  <a16:creationId xmlns:a16="http://schemas.microsoft.com/office/drawing/2014/main" id="{2B2481C0-AABD-24AA-450F-DBA8D877F442}"/>
                </a:ext>
              </a:extLst>
            </p:cNvPr>
            <p:cNvSpPr/>
            <p:nvPr/>
          </p:nvSpPr>
          <p:spPr>
            <a:xfrm>
              <a:off x="7552242" y="1196273"/>
              <a:ext cx="53699" cy="55016"/>
            </a:xfrm>
            <a:custGeom>
              <a:avLst/>
              <a:gdLst>
                <a:gd name="connsiteX0" fmla="*/ 0 w 60650"/>
                <a:gd name="connsiteY0" fmla="*/ 20490 h 62138"/>
                <a:gd name="connsiteX1" fmla="*/ 0 w 60650"/>
                <a:gd name="connsiteY1" fmla="*/ 0 h 62138"/>
                <a:gd name="connsiteX2" fmla="*/ 60651 w 60650"/>
                <a:gd name="connsiteY2" fmla="*/ 62138 h 62138"/>
                <a:gd name="connsiteX3" fmla="*/ 40142 w 60650"/>
                <a:gd name="connsiteY3" fmla="*/ 62138 h 62138"/>
                <a:gd name="connsiteX4" fmla="*/ 0 w 60650"/>
                <a:gd name="connsiteY4" fmla="*/ 20490 h 6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50" h="62138">
                  <a:moveTo>
                    <a:pt x="0" y="20490"/>
                  </a:moveTo>
                  <a:lnTo>
                    <a:pt x="0" y="0"/>
                  </a:lnTo>
                  <a:cubicBezTo>
                    <a:pt x="46199" y="0"/>
                    <a:pt x="60651" y="15880"/>
                    <a:pt x="60651" y="62138"/>
                  </a:cubicBezTo>
                  <a:lnTo>
                    <a:pt x="40142" y="62138"/>
                  </a:lnTo>
                  <a:cubicBezTo>
                    <a:pt x="40142" y="23154"/>
                    <a:pt x="34631" y="20490"/>
                    <a:pt x="0" y="20490"/>
                  </a:cubicBezTo>
                  <a:close/>
                </a:path>
              </a:pathLst>
            </a:custGeom>
            <a:solidFill>
              <a:srgbClr val="007B85"/>
            </a:solidFill>
            <a:ln w="3646" cap="flat">
              <a:noFill/>
              <a:prstDash val="solid"/>
              <a:miter/>
            </a:ln>
          </p:spPr>
          <p:txBody>
            <a:bodyPr rtlCol="0" anchor="ctr"/>
            <a:lstStyle/>
            <a:p>
              <a:endParaRPr lang="en-GR"/>
            </a:p>
          </p:txBody>
        </p:sp>
        <p:sp>
          <p:nvSpPr>
            <p:cNvPr id="120" name="Freeform 98">
              <a:extLst>
                <a:ext uri="{FF2B5EF4-FFF2-40B4-BE49-F238E27FC236}">
                  <a16:creationId xmlns:a16="http://schemas.microsoft.com/office/drawing/2014/main" id="{42DD29B8-5CE2-A556-7BCB-CF42AAE2C291}"/>
                </a:ext>
              </a:extLst>
            </p:cNvPr>
            <p:cNvSpPr/>
            <p:nvPr/>
          </p:nvSpPr>
          <p:spPr>
            <a:xfrm>
              <a:off x="7552178" y="1323905"/>
              <a:ext cx="53893" cy="53475"/>
            </a:xfrm>
            <a:custGeom>
              <a:avLst/>
              <a:gdLst>
                <a:gd name="connsiteX0" fmla="*/ 0 w 60869"/>
                <a:gd name="connsiteY0" fmla="*/ 39907 h 60397"/>
                <a:gd name="connsiteX1" fmla="*/ 0 w 60869"/>
                <a:gd name="connsiteY1" fmla="*/ 60397 h 60397"/>
                <a:gd name="connsiteX2" fmla="*/ 60869 w 60869"/>
                <a:gd name="connsiteY2" fmla="*/ 0 h 60397"/>
                <a:gd name="connsiteX3" fmla="*/ 40361 w 60869"/>
                <a:gd name="connsiteY3" fmla="*/ 0 h 60397"/>
                <a:gd name="connsiteX4" fmla="*/ 0 w 60869"/>
                <a:gd name="connsiteY4" fmla="*/ 39907 h 60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869" h="60397">
                  <a:moveTo>
                    <a:pt x="0" y="39907"/>
                  </a:moveTo>
                  <a:lnTo>
                    <a:pt x="0" y="60397"/>
                  </a:lnTo>
                  <a:cubicBezTo>
                    <a:pt x="45032" y="60397"/>
                    <a:pt x="60869" y="45812"/>
                    <a:pt x="60869" y="0"/>
                  </a:cubicBezTo>
                  <a:lnTo>
                    <a:pt x="40361" y="0"/>
                  </a:lnTo>
                  <a:cubicBezTo>
                    <a:pt x="40361" y="37038"/>
                    <a:pt x="32843" y="39907"/>
                    <a:pt x="0" y="39907"/>
                  </a:cubicBezTo>
                  <a:close/>
                </a:path>
              </a:pathLst>
            </a:custGeom>
            <a:solidFill>
              <a:srgbClr val="007B85"/>
            </a:solidFill>
            <a:ln w="3646" cap="flat">
              <a:noFill/>
              <a:prstDash val="solid"/>
              <a:miter/>
            </a:ln>
          </p:spPr>
          <p:txBody>
            <a:bodyPr rtlCol="0" anchor="ctr"/>
            <a:lstStyle/>
            <a:p>
              <a:endParaRPr lang="en-GR"/>
            </a:p>
          </p:txBody>
        </p:sp>
        <p:sp>
          <p:nvSpPr>
            <p:cNvPr id="121" name="Freeform 99">
              <a:extLst>
                <a:ext uri="{FF2B5EF4-FFF2-40B4-BE49-F238E27FC236}">
                  <a16:creationId xmlns:a16="http://schemas.microsoft.com/office/drawing/2014/main" id="{34D4A977-5BEA-3B91-09EC-CFC1BECA69BF}"/>
                </a:ext>
              </a:extLst>
            </p:cNvPr>
            <p:cNvSpPr/>
            <p:nvPr/>
          </p:nvSpPr>
          <p:spPr>
            <a:xfrm>
              <a:off x="7425490" y="1323859"/>
              <a:ext cx="54151" cy="53475"/>
            </a:xfrm>
            <a:custGeom>
              <a:avLst/>
              <a:gdLst>
                <a:gd name="connsiteX0" fmla="*/ 61162 w 61161"/>
                <a:gd name="connsiteY0" fmla="*/ 39907 h 60397"/>
                <a:gd name="connsiteX1" fmla="*/ 61162 w 61161"/>
                <a:gd name="connsiteY1" fmla="*/ 60397 h 60397"/>
                <a:gd name="connsiteX2" fmla="*/ 0 w 61161"/>
                <a:gd name="connsiteY2" fmla="*/ 0 h 60397"/>
                <a:gd name="connsiteX3" fmla="*/ 20473 w 61161"/>
                <a:gd name="connsiteY3" fmla="*/ 0 h 60397"/>
                <a:gd name="connsiteX4" fmla="*/ 61162 w 61161"/>
                <a:gd name="connsiteY4" fmla="*/ 39907 h 60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61" h="60397">
                  <a:moveTo>
                    <a:pt x="61162" y="39907"/>
                  </a:moveTo>
                  <a:lnTo>
                    <a:pt x="61162" y="60397"/>
                  </a:lnTo>
                  <a:cubicBezTo>
                    <a:pt x="15984" y="60397"/>
                    <a:pt x="0" y="46046"/>
                    <a:pt x="0" y="0"/>
                  </a:cubicBezTo>
                  <a:lnTo>
                    <a:pt x="20473" y="0"/>
                  </a:lnTo>
                  <a:cubicBezTo>
                    <a:pt x="20473" y="38808"/>
                    <a:pt x="27297" y="39907"/>
                    <a:pt x="61162" y="39907"/>
                  </a:cubicBezTo>
                  <a:close/>
                </a:path>
              </a:pathLst>
            </a:custGeom>
            <a:solidFill>
              <a:srgbClr val="007B85"/>
            </a:solidFill>
            <a:ln w="3646" cap="flat">
              <a:noFill/>
              <a:prstDash val="solid"/>
              <a:miter/>
            </a:ln>
          </p:spPr>
          <p:txBody>
            <a:bodyPr rtlCol="0" anchor="ctr"/>
            <a:lstStyle/>
            <a:p>
              <a:endParaRPr lang="en-GR"/>
            </a:p>
          </p:txBody>
        </p:sp>
      </p:grpSp>
      <p:grpSp>
        <p:nvGrpSpPr>
          <p:cNvPr id="122" name="Group 121">
            <a:extLst>
              <a:ext uri="{FF2B5EF4-FFF2-40B4-BE49-F238E27FC236}">
                <a16:creationId xmlns:a16="http://schemas.microsoft.com/office/drawing/2014/main" id="{027631CA-1A27-8293-D7E0-A000EF705477}"/>
              </a:ext>
            </a:extLst>
          </p:cNvPr>
          <p:cNvGrpSpPr/>
          <p:nvPr/>
        </p:nvGrpSpPr>
        <p:grpSpPr>
          <a:xfrm>
            <a:off x="8903752" y="1222080"/>
            <a:ext cx="193860" cy="128726"/>
            <a:chOff x="7751596" y="1222080"/>
            <a:chExt cx="193860" cy="128726"/>
          </a:xfrm>
        </p:grpSpPr>
        <p:sp>
          <p:nvSpPr>
            <p:cNvPr id="123" name="Freeform 100">
              <a:extLst>
                <a:ext uri="{FF2B5EF4-FFF2-40B4-BE49-F238E27FC236}">
                  <a16:creationId xmlns:a16="http://schemas.microsoft.com/office/drawing/2014/main" id="{BF40569D-D0B7-37FB-4918-9ECB32240F27}"/>
                </a:ext>
              </a:extLst>
            </p:cNvPr>
            <p:cNvSpPr/>
            <p:nvPr/>
          </p:nvSpPr>
          <p:spPr>
            <a:xfrm>
              <a:off x="7751596" y="1222080"/>
              <a:ext cx="193828" cy="32182"/>
            </a:xfrm>
            <a:custGeom>
              <a:avLst/>
              <a:gdLst>
                <a:gd name="connsiteX0" fmla="*/ 218919 w 218918"/>
                <a:gd name="connsiteY0" fmla="*/ 26217 h 36348"/>
                <a:gd name="connsiteX1" fmla="*/ 218919 w 218918"/>
                <a:gd name="connsiteY1" fmla="*/ 36349 h 36348"/>
                <a:gd name="connsiteX2" fmla="*/ 0 w 218918"/>
                <a:gd name="connsiteY2" fmla="*/ 36349 h 36348"/>
                <a:gd name="connsiteX3" fmla="*/ 45579 w 218918"/>
                <a:gd name="connsiteY3" fmla="*/ 0 h 36348"/>
                <a:gd name="connsiteX4" fmla="*/ 173194 w 218918"/>
                <a:gd name="connsiteY4" fmla="*/ 0 h 36348"/>
                <a:gd name="connsiteX5" fmla="*/ 218919 w 218918"/>
                <a:gd name="connsiteY5" fmla="*/ 26217 h 36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918" h="36348">
                  <a:moveTo>
                    <a:pt x="218919" y="26217"/>
                  </a:moveTo>
                  <a:lnTo>
                    <a:pt x="218919" y="36349"/>
                  </a:lnTo>
                  <a:lnTo>
                    <a:pt x="0" y="36349"/>
                  </a:lnTo>
                  <a:cubicBezTo>
                    <a:pt x="0" y="9420"/>
                    <a:pt x="20874" y="0"/>
                    <a:pt x="45579" y="0"/>
                  </a:cubicBezTo>
                  <a:lnTo>
                    <a:pt x="173194" y="0"/>
                  </a:lnTo>
                  <a:cubicBezTo>
                    <a:pt x="198337" y="0"/>
                    <a:pt x="218700" y="11723"/>
                    <a:pt x="218919" y="26217"/>
                  </a:cubicBezTo>
                  <a:close/>
                </a:path>
              </a:pathLst>
            </a:custGeom>
            <a:solidFill>
              <a:srgbClr val="007B85"/>
            </a:solidFill>
            <a:ln w="3646" cap="flat">
              <a:noFill/>
              <a:prstDash val="solid"/>
              <a:miter/>
            </a:ln>
          </p:spPr>
          <p:txBody>
            <a:bodyPr rtlCol="0" anchor="ctr"/>
            <a:lstStyle/>
            <a:p>
              <a:endParaRPr lang="en-GR"/>
            </a:p>
          </p:txBody>
        </p:sp>
        <p:sp>
          <p:nvSpPr>
            <p:cNvPr id="124" name="Freeform 101">
              <a:extLst>
                <a:ext uri="{FF2B5EF4-FFF2-40B4-BE49-F238E27FC236}">
                  <a16:creationId xmlns:a16="http://schemas.microsoft.com/office/drawing/2014/main" id="{1B34FB5A-DAD5-0182-3DD3-83B2B628C398}"/>
                </a:ext>
              </a:extLst>
            </p:cNvPr>
            <p:cNvSpPr/>
            <p:nvPr/>
          </p:nvSpPr>
          <p:spPr>
            <a:xfrm>
              <a:off x="7751596" y="1278598"/>
              <a:ext cx="193860" cy="72208"/>
            </a:xfrm>
            <a:custGeom>
              <a:avLst/>
              <a:gdLst>
                <a:gd name="connsiteX0" fmla="*/ 0 w 218955"/>
                <a:gd name="connsiteY0" fmla="*/ 60474 h 81555"/>
                <a:gd name="connsiteX1" fmla="*/ 37 w 218955"/>
                <a:gd name="connsiteY1" fmla="*/ 60521 h 81555"/>
                <a:gd name="connsiteX2" fmla="*/ 37 w 218955"/>
                <a:gd name="connsiteY2" fmla="*/ 0 h 81555"/>
                <a:gd name="connsiteX3" fmla="*/ 218955 w 218955"/>
                <a:gd name="connsiteY3" fmla="*/ 0 h 81555"/>
                <a:gd name="connsiteX4" fmla="*/ 218955 w 218955"/>
                <a:gd name="connsiteY4" fmla="*/ 60430 h 81555"/>
                <a:gd name="connsiteX5" fmla="*/ 182426 w 218955"/>
                <a:gd name="connsiteY5" fmla="*/ 81555 h 81555"/>
                <a:gd name="connsiteX6" fmla="*/ 36420 w 218955"/>
                <a:gd name="connsiteY6" fmla="*/ 81555 h 81555"/>
                <a:gd name="connsiteX7" fmla="*/ 0 w 218955"/>
                <a:gd name="connsiteY7" fmla="*/ 60474 h 81555"/>
                <a:gd name="connsiteX8" fmla="*/ 61453 w 218955"/>
                <a:gd name="connsiteY8" fmla="*/ 50889 h 81555"/>
                <a:gd name="connsiteX9" fmla="*/ 61453 w 218955"/>
                <a:gd name="connsiteY9" fmla="*/ 63156 h 81555"/>
                <a:gd name="connsiteX10" fmla="*/ 102945 w 218955"/>
                <a:gd name="connsiteY10" fmla="*/ 63156 h 81555"/>
                <a:gd name="connsiteX11" fmla="*/ 102945 w 218955"/>
                <a:gd name="connsiteY11" fmla="*/ 50889 h 81555"/>
                <a:gd name="connsiteX12" fmla="*/ 61453 w 218955"/>
                <a:gd name="connsiteY12" fmla="*/ 50889 h 81555"/>
                <a:gd name="connsiteX13" fmla="*/ 22151 w 218955"/>
                <a:gd name="connsiteY13" fmla="*/ 50889 h 81555"/>
                <a:gd name="connsiteX14" fmla="*/ 22151 w 218955"/>
                <a:gd name="connsiteY14" fmla="*/ 63156 h 81555"/>
                <a:gd name="connsiteX15" fmla="*/ 45616 w 218955"/>
                <a:gd name="connsiteY15" fmla="*/ 63156 h 81555"/>
                <a:gd name="connsiteX16" fmla="*/ 45616 w 218955"/>
                <a:gd name="connsiteY16" fmla="*/ 50889 h 81555"/>
                <a:gd name="connsiteX17" fmla="*/ 22151 w 218955"/>
                <a:gd name="connsiteY17" fmla="*/ 50889 h 81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8955" h="81555">
                  <a:moveTo>
                    <a:pt x="0" y="60474"/>
                  </a:moveTo>
                  <a:lnTo>
                    <a:pt x="37" y="60521"/>
                  </a:lnTo>
                  <a:lnTo>
                    <a:pt x="37" y="0"/>
                  </a:lnTo>
                  <a:lnTo>
                    <a:pt x="218955" y="0"/>
                  </a:lnTo>
                  <a:lnTo>
                    <a:pt x="218955" y="60430"/>
                  </a:lnTo>
                  <a:cubicBezTo>
                    <a:pt x="218955" y="76763"/>
                    <a:pt x="194506" y="81555"/>
                    <a:pt x="182426" y="81555"/>
                  </a:cubicBezTo>
                  <a:lnTo>
                    <a:pt x="36420" y="81555"/>
                  </a:lnTo>
                  <a:cubicBezTo>
                    <a:pt x="24304" y="81555"/>
                    <a:pt x="0" y="76770"/>
                    <a:pt x="0" y="60474"/>
                  </a:cubicBezTo>
                  <a:close/>
                  <a:moveTo>
                    <a:pt x="61453" y="50889"/>
                  </a:moveTo>
                  <a:cubicBezTo>
                    <a:pt x="57038" y="51002"/>
                    <a:pt x="57038" y="63043"/>
                    <a:pt x="61453" y="63156"/>
                  </a:cubicBezTo>
                  <a:lnTo>
                    <a:pt x="102945" y="63156"/>
                  </a:lnTo>
                  <a:cubicBezTo>
                    <a:pt x="107361" y="63043"/>
                    <a:pt x="107361" y="51002"/>
                    <a:pt x="102945" y="50889"/>
                  </a:cubicBezTo>
                  <a:lnTo>
                    <a:pt x="61453" y="50889"/>
                  </a:lnTo>
                  <a:close/>
                  <a:moveTo>
                    <a:pt x="22151" y="50889"/>
                  </a:moveTo>
                  <a:cubicBezTo>
                    <a:pt x="17735" y="51002"/>
                    <a:pt x="17772" y="63043"/>
                    <a:pt x="22151" y="63156"/>
                  </a:cubicBezTo>
                  <a:lnTo>
                    <a:pt x="45616" y="63156"/>
                  </a:lnTo>
                  <a:cubicBezTo>
                    <a:pt x="50031" y="63043"/>
                    <a:pt x="50031" y="51002"/>
                    <a:pt x="45616" y="50889"/>
                  </a:cubicBezTo>
                  <a:lnTo>
                    <a:pt x="22151" y="50889"/>
                  </a:lnTo>
                  <a:close/>
                </a:path>
              </a:pathLst>
            </a:custGeom>
            <a:solidFill>
              <a:srgbClr val="007B85"/>
            </a:solidFill>
            <a:ln w="3646" cap="flat">
              <a:noFill/>
              <a:prstDash val="solid"/>
              <a:miter/>
            </a:ln>
          </p:spPr>
          <p:txBody>
            <a:bodyPr rtlCol="0" anchor="ctr"/>
            <a:lstStyle/>
            <a:p>
              <a:endParaRPr lang="en-GR"/>
            </a:p>
          </p:txBody>
        </p:sp>
      </p:grpSp>
      <p:grpSp>
        <p:nvGrpSpPr>
          <p:cNvPr id="125" name="Group 124">
            <a:extLst>
              <a:ext uri="{FF2B5EF4-FFF2-40B4-BE49-F238E27FC236}">
                <a16:creationId xmlns:a16="http://schemas.microsoft.com/office/drawing/2014/main" id="{405B0591-F687-5B1E-FB4B-DDF31BC20B97}"/>
              </a:ext>
            </a:extLst>
          </p:cNvPr>
          <p:cNvGrpSpPr/>
          <p:nvPr/>
        </p:nvGrpSpPr>
        <p:grpSpPr>
          <a:xfrm>
            <a:off x="9262397" y="1192998"/>
            <a:ext cx="139881" cy="187427"/>
            <a:chOff x="8110239" y="1192996"/>
            <a:chExt cx="139881" cy="187427"/>
          </a:xfrm>
        </p:grpSpPr>
        <p:sp>
          <p:nvSpPr>
            <p:cNvPr id="126" name="Freeform 102">
              <a:extLst>
                <a:ext uri="{FF2B5EF4-FFF2-40B4-BE49-F238E27FC236}">
                  <a16:creationId xmlns:a16="http://schemas.microsoft.com/office/drawing/2014/main" id="{35F89D0B-719C-1DC6-3604-6AB0BD7E3C62}"/>
                </a:ext>
              </a:extLst>
            </p:cNvPr>
            <p:cNvSpPr/>
            <p:nvPr/>
          </p:nvSpPr>
          <p:spPr>
            <a:xfrm>
              <a:off x="8149269" y="1265204"/>
              <a:ext cx="61163" cy="17486"/>
            </a:xfrm>
            <a:custGeom>
              <a:avLst/>
              <a:gdLst>
                <a:gd name="connsiteX0" fmla="*/ 5730 w 69080"/>
                <a:gd name="connsiteY0" fmla="*/ 19749 h 19749"/>
                <a:gd name="connsiteX1" fmla="*/ 63351 w 69080"/>
                <a:gd name="connsiteY1" fmla="*/ 19749 h 19749"/>
                <a:gd name="connsiteX2" fmla="*/ 69081 w 69080"/>
                <a:gd name="connsiteY2" fmla="*/ 9873 h 19749"/>
                <a:gd name="connsiteX3" fmla="*/ 63351 w 69080"/>
                <a:gd name="connsiteY3" fmla="*/ 0 h 19749"/>
                <a:gd name="connsiteX4" fmla="*/ 5730 w 69080"/>
                <a:gd name="connsiteY4" fmla="*/ 0 h 19749"/>
                <a:gd name="connsiteX5" fmla="*/ 0 w 69080"/>
                <a:gd name="connsiteY5" fmla="*/ 9873 h 19749"/>
                <a:gd name="connsiteX6" fmla="*/ 5730 w 69080"/>
                <a:gd name="connsiteY6" fmla="*/ 19749 h 1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080" h="19749">
                  <a:moveTo>
                    <a:pt x="5730" y="19749"/>
                  </a:moveTo>
                  <a:lnTo>
                    <a:pt x="63351" y="19749"/>
                  </a:lnTo>
                  <a:cubicBezTo>
                    <a:pt x="66490" y="19749"/>
                    <a:pt x="69081" y="15304"/>
                    <a:pt x="69081" y="9873"/>
                  </a:cubicBezTo>
                  <a:cubicBezTo>
                    <a:pt x="69081" y="4442"/>
                    <a:pt x="66490" y="0"/>
                    <a:pt x="63351" y="0"/>
                  </a:cubicBezTo>
                  <a:lnTo>
                    <a:pt x="5730" y="0"/>
                  </a:lnTo>
                  <a:cubicBezTo>
                    <a:pt x="2591" y="0"/>
                    <a:pt x="0" y="4442"/>
                    <a:pt x="0" y="9873"/>
                  </a:cubicBezTo>
                  <a:cubicBezTo>
                    <a:pt x="0" y="15304"/>
                    <a:pt x="2591" y="19749"/>
                    <a:pt x="5730" y="19749"/>
                  </a:cubicBezTo>
                  <a:close/>
                </a:path>
              </a:pathLst>
            </a:custGeom>
            <a:solidFill>
              <a:srgbClr val="007B85"/>
            </a:solidFill>
            <a:ln w="3646" cap="flat">
              <a:noFill/>
              <a:prstDash val="solid"/>
              <a:miter/>
            </a:ln>
          </p:spPr>
          <p:txBody>
            <a:bodyPr rtlCol="0" anchor="ctr"/>
            <a:lstStyle/>
            <a:p>
              <a:endParaRPr lang="en-GR"/>
            </a:p>
          </p:txBody>
        </p:sp>
        <p:sp>
          <p:nvSpPr>
            <p:cNvPr id="127" name="Freeform 103">
              <a:extLst>
                <a:ext uri="{FF2B5EF4-FFF2-40B4-BE49-F238E27FC236}">
                  <a16:creationId xmlns:a16="http://schemas.microsoft.com/office/drawing/2014/main" id="{B9BC86A1-0EDB-4622-5FDD-E75D34850033}"/>
                </a:ext>
              </a:extLst>
            </p:cNvPr>
            <p:cNvSpPr/>
            <p:nvPr/>
          </p:nvSpPr>
          <p:spPr>
            <a:xfrm>
              <a:off x="8149269" y="1294491"/>
              <a:ext cx="61163" cy="17482"/>
            </a:xfrm>
            <a:custGeom>
              <a:avLst/>
              <a:gdLst>
                <a:gd name="connsiteX0" fmla="*/ 5730 w 69080"/>
                <a:gd name="connsiteY0" fmla="*/ 19746 h 19745"/>
                <a:gd name="connsiteX1" fmla="*/ 63351 w 69080"/>
                <a:gd name="connsiteY1" fmla="*/ 19746 h 19745"/>
                <a:gd name="connsiteX2" fmla="*/ 69081 w 69080"/>
                <a:gd name="connsiteY2" fmla="*/ 9873 h 19745"/>
                <a:gd name="connsiteX3" fmla="*/ 63351 w 69080"/>
                <a:gd name="connsiteY3" fmla="*/ 0 h 19745"/>
                <a:gd name="connsiteX4" fmla="*/ 5730 w 69080"/>
                <a:gd name="connsiteY4" fmla="*/ 0 h 19745"/>
                <a:gd name="connsiteX5" fmla="*/ 0 w 69080"/>
                <a:gd name="connsiteY5" fmla="*/ 9873 h 19745"/>
                <a:gd name="connsiteX6" fmla="*/ 5730 w 69080"/>
                <a:gd name="connsiteY6" fmla="*/ 19746 h 19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080" h="19745">
                  <a:moveTo>
                    <a:pt x="5730" y="19746"/>
                  </a:moveTo>
                  <a:lnTo>
                    <a:pt x="63351" y="19746"/>
                  </a:lnTo>
                  <a:cubicBezTo>
                    <a:pt x="66490" y="19746"/>
                    <a:pt x="69081" y="15304"/>
                    <a:pt x="69081" y="9873"/>
                  </a:cubicBezTo>
                  <a:cubicBezTo>
                    <a:pt x="69081" y="4442"/>
                    <a:pt x="66490" y="0"/>
                    <a:pt x="63351" y="0"/>
                  </a:cubicBezTo>
                  <a:lnTo>
                    <a:pt x="5730" y="0"/>
                  </a:lnTo>
                  <a:cubicBezTo>
                    <a:pt x="2591" y="0"/>
                    <a:pt x="0" y="4442"/>
                    <a:pt x="0" y="9873"/>
                  </a:cubicBezTo>
                  <a:cubicBezTo>
                    <a:pt x="0" y="15304"/>
                    <a:pt x="2591" y="19746"/>
                    <a:pt x="5730" y="19746"/>
                  </a:cubicBezTo>
                  <a:close/>
                </a:path>
              </a:pathLst>
            </a:custGeom>
            <a:solidFill>
              <a:srgbClr val="007B85"/>
            </a:solidFill>
            <a:ln w="3646" cap="flat">
              <a:noFill/>
              <a:prstDash val="solid"/>
              <a:miter/>
            </a:ln>
          </p:spPr>
          <p:txBody>
            <a:bodyPr rtlCol="0" anchor="ctr"/>
            <a:lstStyle/>
            <a:p>
              <a:endParaRPr lang="en-GR"/>
            </a:p>
          </p:txBody>
        </p:sp>
        <p:sp>
          <p:nvSpPr>
            <p:cNvPr id="128" name="Freeform 104">
              <a:extLst>
                <a:ext uri="{FF2B5EF4-FFF2-40B4-BE49-F238E27FC236}">
                  <a16:creationId xmlns:a16="http://schemas.microsoft.com/office/drawing/2014/main" id="{2C594DD3-6CFA-60A7-3358-FD3E56E296FD}"/>
                </a:ext>
              </a:extLst>
            </p:cNvPr>
            <p:cNvSpPr/>
            <p:nvPr/>
          </p:nvSpPr>
          <p:spPr>
            <a:xfrm>
              <a:off x="8149269" y="1323733"/>
              <a:ext cx="49014" cy="17482"/>
            </a:xfrm>
            <a:custGeom>
              <a:avLst/>
              <a:gdLst>
                <a:gd name="connsiteX0" fmla="*/ 5730 w 55359"/>
                <a:gd name="connsiteY0" fmla="*/ 19746 h 19745"/>
                <a:gd name="connsiteX1" fmla="*/ 49630 w 55359"/>
                <a:gd name="connsiteY1" fmla="*/ 19746 h 19745"/>
                <a:gd name="connsiteX2" fmla="*/ 55359 w 55359"/>
                <a:gd name="connsiteY2" fmla="*/ 9873 h 19745"/>
                <a:gd name="connsiteX3" fmla="*/ 49630 w 55359"/>
                <a:gd name="connsiteY3" fmla="*/ 0 h 19745"/>
                <a:gd name="connsiteX4" fmla="*/ 5730 w 55359"/>
                <a:gd name="connsiteY4" fmla="*/ 0 h 19745"/>
                <a:gd name="connsiteX5" fmla="*/ 0 w 55359"/>
                <a:gd name="connsiteY5" fmla="*/ 9873 h 19745"/>
                <a:gd name="connsiteX6" fmla="*/ 5730 w 55359"/>
                <a:gd name="connsiteY6" fmla="*/ 19746 h 19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359" h="19745">
                  <a:moveTo>
                    <a:pt x="5730" y="19746"/>
                  </a:moveTo>
                  <a:lnTo>
                    <a:pt x="49630" y="19746"/>
                  </a:lnTo>
                  <a:cubicBezTo>
                    <a:pt x="52805" y="19746"/>
                    <a:pt x="55359" y="15351"/>
                    <a:pt x="55359" y="9873"/>
                  </a:cubicBezTo>
                  <a:cubicBezTo>
                    <a:pt x="55359" y="4391"/>
                    <a:pt x="52805" y="0"/>
                    <a:pt x="49630" y="0"/>
                  </a:cubicBezTo>
                  <a:lnTo>
                    <a:pt x="5730" y="0"/>
                  </a:lnTo>
                  <a:cubicBezTo>
                    <a:pt x="2591" y="0"/>
                    <a:pt x="0" y="4391"/>
                    <a:pt x="0" y="9873"/>
                  </a:cubicBezTo>
                  <a:cubicBezTo>
                    <a:pt x="0" y="15351"/>
                    <a:pt x="2591" y="19746"/>
                    <a:pt x="5730" y="19746"/>
                  </a:cubicBezTo>
                  <a:close/>
                </a:path>
              </a:pathLst>
            </a:custGeom>
            <a:solidFill>
              <a:srgbClr val="007B85"/>
            </a:solidFill>
            <a:ln w="3646" cap="flat">
              <a:noFill/>
              <a:prstDash val="solid"/>
              <a:miter/>
            </a:ln>
          </p:spPr>
          <p:txBody>
            <a:bodyPr rtlCol="0" anchor="ctr"/>
            <a:lstStyle/>
            <a:p>
              <a:endParaRPr lang="en-GR"/>
            </a:p>
          </p:txBody>
        </p:sp>
        <p:sp>
          <p:nvSpPr>
            <p:cNvPr id="129" name="Freeform 105">
              <a:extLst>
                <a:ext uri="{FF2B5EF4-FFF2-40B4-BE49-F238E27FC236}">
                  <a16:creationId xmlns:a16="http://schemas.microsoft.com/office/drawing/2014/main" id="{62820A59-A3BC-5944-96E3-B5F9D85D4110}"/>
                </a:ext>
              </a:extLst>
            </p:cNvPr>
            <p:cNvSpPr/>
            <p:nvPr/>
          </p:nvSpPr>
          <p:spPr>
            <a:xfrm>
              <a:off x="8110239" y="1192996"/>
              <a:ext cx="139881" cy="187427"/>
            </a:xfrm>
            <a:custGeom>
              <a:avLst/>
              <a:gdLst>
                <a:gd name="connsiteX0" fmla="*/ 157794 w 157988"/>
                <a:gd name="connsiteY0" fmla="*/ 50652 h 211689"/>
                <a:gd name="connsiteX1" fmla="*/ 154619 w 157988"/>
                <a:gd name="connsiteY1" fmla="*/ 30064 h 211689"/>
                <a:gd name="connsiteX2" fmla="*/ 146591 w 157988"/>
                <a:gd name="connsiteY2" fmla="*/ 23498 h 211689"/>
                <a:gd name="connsiteX3" fmla="*/ 126046 w 157988"/>
                <a:gd name="connsiteY3" fmla="*/ 19056 h 211689"/>
                <a:gd name="connsiteX4" fmla="*/ 121593 w 157988"/>
                <a:gd name="connsiteY4" fmla="*/ 19056 h 211689"/>
                <a:gd name="connsiteX5" fmla="*/ 121593 w 157988"/>
                <a:gd name="connsiteY5" fmla="*/ 3555 h 211689"/>
                <a:gd name="connsiteX6" fmla="*/ 112944 w 157988"/>
                <a:gd name="connsiteY6" fmla="*/ 0 h 211689"/>
                <a:gd name="connsiteX7" fmla="*/ 110427 w 157988"/>
                <a:gd name="connsiteY7" fmla="*/ 0 h 211689"/>
                <a:gd name="connsiteX8" fmla="*/ 101924 w 157988"/>
                <a:gd name="connsiteY8" fmla="*/ 3358 h 211689"/>
                <a:gd name="connsiteX9" fmla="*/ 101924 w 157988"/>
                <a:gd name="connsiteY9" fmla="*/ 18910 h 211689"/>
                <a:gd name="connsiteX10" fmla="*/ 96048 w 157988"/>
                <a:gd name="connsiteY10" fmla="*/ 22362 h 211689"/>
                <a:gd name="connsiteX11" fmla="*/ 94406 w 157988"/>
                <a:gd name="connsiteY11" fmla="*/ 22362 h 211689"/>
                <a:gd name="connsiteX12" fmla="*/ 88604 w 157988"/>
                <a:gd name="connsiteY12" fmla="*/ 18957 h 211689"/>
                <a:gd name="connsiteX13" fmla="*/ 88604 w 157988"/>
                <a:gd name="connsiteY13" fmla="*/ 3555 h 211689"/>
                <a:gd name="connsiteX14" fmla="*/ 79955 w 157988"/>
                <a:gd name="connsiteY14" fmla="*/ 0 h 211689"/>
                <a:gd name="connsiteX15" fmla="*/ 77437 w 157988"/>
                <a:gd name="connsiteY15" fmla="*/ 0 h 211689"/>
                <a:gd name="connsiteX16" fmla="*/ 68825 w 157988"/>
                <a:gd name="connsiteY16" fmla="*/ 3555 h 211689"/>
                <a:gd name="connsiteX17" fmla="*/ 68825 w 157988"/>
                <a:gd name="connsiteY17" fmla="*/ 18957 h 211689"/>
                <a:gd name="connsiteX18" fmla="*/ 62986 w 157988"/>
                <a:gd name="connsiteY18" fmla="*/ 22362 h 211689"/>
                <a:gd name="connsiteX19" fmla="*/ 61344 w 157988"/>
                <a:gd name="connsiteY19" fmla="*/ 22362 h 211689"/>
                <a:gd name="connsiteX20" fmla="*/ 55542 w 157988"/>
                <a:gd name="connsiteY20" fmla="*/ 18957 h 211689"/>
                <a:gd name="connsiteX21" fmla="*/ 55542 w 157988"/>
                <a:gd name="connsiteY21" fmla="*/ 3555 h 211689"/>
                <a:gd name="connsiteX22" fmla="*/ 46893 w 157988"/>
                <a:gd name="connsiteY22" fmla="*/ 0 h 211689"/>
                <a:gd name="connsiteX23" fmla="*/ 44375 w 157988"/>
                <a:gd name="connsiteY23" fmla="*/ 0 h 211689"/>
                <a:gd name="connsiteX24" fmla="*/ 35763 w 157988"/>
                <a:gd name="connsiteY24" fmla="*/ 3555 h 211689"/>
                <a:gd name="connsiteX25" fmla="*/ 35763 w 157988"/>
                <a:gd name="connsiteY25" fmla="*/ 18957 h 211689"/>
                <a:gd name="connsiteX26" fmla="*/ 31821 w 157988"/>
                <a:gd name="connsiteY26" fmla="*/ 18957 h 211689"/>
                <a:gd name="connsiteX27" fmla="*/ 4890 w 157988"/>
                <a:gd name="connsiteY27" fmla="*/ 27844 h 211689"/>
                <a:gd name="connsiteX28" fmla="*/ 0 w 157988"/>
                <a:gd name="connsiteY28" fmla="*/ 38013 h 211689"/>
                <a:gd name="connsiteX29" fmla="*/ 0 w 157988"/>
                <a:gd name="connsiteY29" fmla="*/ 192633 h 211689"/>
                <a:gd name="connsiteX30" fmla="*/ 4890 w 157988"/>
                <a:gd name="connsiteY30" fmla="*/ 202802 h 211689"/>
                <a:gd name="connsiteX31" fmla="*/ 31821 w 157988"/>
                <a:gd name="connsiteY31" fmla="*/ 211689 h 211689"/>
                <a:gd name="connsiteX32" fmla="*/ 123820 w 157988"/>
                <a:gd name="connsiteY32" fmla="*/ 211689 h 211689"/>
                <a:gd name="connsiteX33" fmla="*/ 140679 w 157988"/>
                <a:gd name="connsiteY33" fmla="*/ 209565 h 211689"/>
                <a:gd name="connsiteX34" fmla="*/ 153597 w 157988"/>
                <a:gd name="connsiteY34" fmla="*/ 202061 h 211689"/>
                <a:gd name="connsiteX35" fmla="*/ 157903 w 157988"/>
                <a:gd name="connsiteY35" fmla="*/ 181326 h 211689"/>
                <a:gd name="connsiteX36" fmla="*/ 157903 w 157988"/>
                <a:gd name="connsiteY36" fmla="*/ 50652 h 211689"/>
                <a:gd name="connsiteX37" fmla="*/ 157794 w 157988"/>
                <a:gd name="connsiteY37" fmla="*/ 50652 h 211689"/>
                <a:gd name="connsiteX38" fmla="*/ 133125 w 157988"/>
                <a:gd name="connsiteY38" fmla="*/ 187203 h 211689"/>
                <a:gd name="connsiteX39" fmla="*/ 24596 w 157988"/>
                <a:gd name="connsiteY39" fmla="*/ 187203 h 211689"/>
                <a:gd name="connsiteX40" fmla="*/ 24596 w 157988"/>
                <a:gd name="connsiteY40" fmla="*/ 43692 h 211689"/>
                <a:gd name="connsiteX41" fmla="*/ 133125 w 157988"/>
                <a:gd name="connsiteY41" fmla="*/ 43692 h 211689"/>
                <a:gd name="connsiteX42" fmla="*/ 133125 w 157988"/>
                <a:gd name="connsiteY42" fmla="*/ 187203 h 211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57988" h="211689">
                  <a:moveTo>
                    <a:pt x="157794" y="50652"/>
                  </a:moveTo>
                  <a:cubicBezTo>
                    <a:pt x="157794" y="43739"/>
                    <a:pt x="158962" y="35841"/>
                    <a:pt x="154619" y="30064"/>
                  </a:cubicBezTo>
                  <a:cubicBezTo>
                    <a:pt x="152503" y="27250"/>
                    <a:pt x="149693" y="25030"/>
                    <a:pt x="146591" y="23498"/>
                  </a:cubicBezTo>
                  <a:cubicBezTo>
                    <a:pt x="140423" y="20388"/>
                    <a:pt x="132870" y="19056"/>
                    <a:pt x="126046" y="19056"/>
                  </a:cubicBezTo>
                  <a:lnTo>
                    <a:pt x="121593" y="19056"/>
                  </a:lnTo>
                  <a:lnTo>
                    <a:pt x="121593" y="3555"/>
                  </a:lnTo>
                  <a:cubicBezTo>
                    <a:pt x="121484" y="1580"/>
                    <a:pt x="117689" y="0"/>
                    <a:pt x="112944" y="0"/>
                  </a:cubicBezTo>
                  <a:lnTo>
                    <a:pt x="110427" y="0"/>
                  </a:lnTo>
                  <a:cubicBezTo>
                    <a:pt x="105902" y="0"/>
                    <a:pt x="102252" y="1482"/>
                    <a:pt x="101924" y="3358"/>
                  </a:cubicBezTo>
                  <a:lnTo>
                    <a:pt x="101924" y="18910"/>
                  </a:lnTo>
                  <a:cubicBezTo>
                    <a:pt x="101851" y="20833"/>
                    <a:pt x="99260" y="22362"/>
                    <a:pt x="96048" y="22362"/>
                  </a:cubicBezTo>
                  <a:lnTo>
                    <a:pt x="94406" y="22362"/>
                  </a:lnTo>
                  <a:cubicBezTo>
                    <a:pt x="91268" y="22362"/>
                    <a:pt x="88677" y="20833"/>
                    <a:pt x="88604" y="18957"/>
                  </a:cubicBezTo>
                  <a:lnTo>
                    <a:pt x="88604" y="3555"/>
                  </a:lnTo>
                  <a:cubicBezTo>
                    <a:pt x="88495" y="1580"/>
                    <a:pt x="84699" y="0"/>
                    <a:pt x="79955" y="0"/>
                  </a:cubicBezTo>
                  <a:lnTo>
                    <a:pt x="77437" y="0"/>
                  </a:lnTo>
                  <a:cubicBezTo>
                    <a:pt x="72693" y="0"/>
                    <a:pt x="68898" y="1580"/>
                    <a:pt x="68825" y="3555"/>
                  </a:cubicBezTo>
                  <a:lnTo>
                    <a:pt x="68825" y="18957"/>
                  </a:lnTo>
                  <a:cubicBezTo>
                    <a:pt x="68679" y="20833"/>
                    <a:pt x="66161" y="22362"/>
                    <a:pt x="62986" y="22362"/>
                  </a:cubicBezTo>
                  <a:lnTo>
                    <a:pt x="61344" y="22362"/>
                  </a:lnTo>
                  <a:cubicBezTo>
                    <a:pt x="58205" y="22362"/>
                    <a:pt x="55651" y="20833"/>
                    <a:pt x="55542" y="18957"/>
                  </a:cubicBezTo>
                  <a:lnTo>
                    <a:pt x="55542" y="3555"/>
                  </a:lnTo>
                  <a:cubicBezTo>
                    <a:pt x="55432" y="1580"/>
                    <a:pt x="51637" y="0"/>
                    <a:pt x="46893" y="0"/>
                  </a:cubicBezTo>
                  <a:lnTo>
                    <a:pt x="44375" y="0"/>
                  </a:lnTo>
                  <a:cubicBezTo>
                    <a:pt x="39704" y="0"/>
                    <a:pt x="35872" y="1580"/>
                    <a:pt x="35763" y="3555"/>
                  </a:cubicBezTo>
                  <a:lnTo>
                    <a:pt x="35763" y="18957"/>
                  </a:lnTo>
                  <a:lnTo>
                    <a:pt x="31821" y="18957"/>
                  </a:lnTo>
                  <a:cubicBezTo>
                    <a:pt x="20764" y="18957"/>
                    <a:pt x="10693" y="22264"/>
                    <a:pt x="4890" y="27844"/>
                  </a:cubicBezTo>
                  <a:cubicBezTo>
                    <a:pt x="1679" y="30903"/>
                    <a:pt x="0" y="34410"/>
                    <a:pt x="0" y="38013"/>
                  </a:cubicBezTo>
                  <a:lnTo>
                    <a:pt x="0" y="192633"/>
                  </a:lnTo>
                  <a:cubicBezTo>
                    <a:pt x="0" y="196236"/>
                    <a:pt x="1679" y="199791"/>
                    <a:pt x="4890" y="202802"/>
                  </a:cubicBezTo>
                  <a:cubicBezTo>
                    <a:pt x="10693" y="208382"/>
                    <a:pt x="20764" y="211689"/>
                    <a:pt x="31821" y="211689"/>
                  </a:cubicBezTo>
                  <a:cubicBezTo>
                    <a:pt x="31821" y="211689"/>
                    <a:pt x="120717" y="211689"/>
                    <a:pt x="123820" y="211689"/>
                  </a:cubicBezTo>
                  <a:cubicBezTo>
                    <a:pt x="129476" y="211689"/>
                    <a:pt x="135205" y="211145"/>
                    <a:pt x="140679" y="209565"/>
                  </a:cubicBezTo>
                  <a:cubicBezTo>
                    <a:pt x="145496" y="208185"/>
                    <a:pt x="150204" y="205813"/>
                    <a:pt x="153597" y="202061"/>
                  </a:cubicBezTo>
                  <a:cubicBezTo>
                    <a:pt x="158962" y="196039"/>
                    <a:pt x="157903" y="188783"/>
                    <a:pt x="157903" y="181326"/>
                  </a:cubicBezTo>
                  <a:lnTo>
                    <a:pt x="157903" y="50652"/>
                  </a:lnTo>
                  <a:lnTo>
                    <a:pt x="157794" y="50652"/>
                  </a:lnTo>
                  <a:close/>
                  <a:moveTo>
                    <a:pt x="133125" y="187203"/>
                  </a:moveTo>
                  <a:lnTo>
                    <a:pt x="24596" y="187203"/>
                  </a:lnTo>
                  <a:lnTo>
                    <a:pt x="24596" y="43692"/>
                  </a:lnTo>
                  <a:lnTo>
                    <a:pt x="133125" y="43692"/>
                  </a:lnTo>
                  <a:lnTo>
                    <a:pt x="133125" y="187203"/>
                  </a:lnTo>
                  <a:close/>
                </a:path>
              </a:pathLst>
            </a:custGeom>
            <a:solidFill>
              <a:srgbClr val="007B85"/>
            </a:solidFill>
            <a:ln w="3646" cap="flat">
              <a:noFill/>
              <a:prstDash val="solid"/>
              <a:miter/>
            </a:ln>
          </p:spPr>
          <p:txBody>
            <a:bodyPr rtlCol="0" anchor="ctr"/>
            <a:lstStyle/>
            <a:p>
              <a:endParaRPr lang="en-GR"/>
            </a:p>
          </p:txBody>
        </p:sp>
      </p:grpSp>
      <p:sp>
        <p:nvSpPr>
          <p:cNvPr id="130" name="Freeform 106">
            <a:extLst>
              <a:ext uri="{FF2B5EF4-FFF2-40B4-BE49-F238E27FC236}">
                <a16:creationId xmlns:a16="http://schemas.microsoft.com/office/drawing/2014/main" id="{95227699-382E-BC56-4A00-4C2D5CC3315E}"/>
              </a:ext>
            </a:extLst>
          </p:cNvPr>
          <p:cNvSpPr/>
          <p:nvPr/>
        </p:nvSpPr>
        <p:spPr>
          <a:xfrm>
            <a:off x="9569341" y="1222080"/>
            <a:ext cx="193860" cy="128768"/>
          </a:xfrm>
          <a:custGeom>
            <a:avLst/>
            <a:gdLst>
              <a:gd name="connsiteX0" fmla="*/ 218955 w 218955"/>
              <a:gd name="connsiteY0" fmla="*/ 26490 h 145437"/>
              <a:gd name="connsiteX1" fmla="*/ 218955 w 218955"/>
              <a:gd name="connsiteY1" fmla="*/ 26217 h 145437"/>
              <a:gd name="connsiteX2" fmla="*/ 173267 w 218955"/>
              <a:gd name="connsiteY2" fmla="*/ 0 h 145437"/>
              <a:gd name="connsiteX3" fmla="*/ 45616 w 218955"/>
              <a:gd name="connsiteY3" fmla="*/ 0 h 145437"/>
              <a:gd name="connsiteX4" fmla="*/ 0 w 218955"/>
              <a:gd name="connsiteY4" fmla="*/ 26399 h 145437"/>
              <a:gd name="connsiteX5" fmla="*/ 0 w 218955"/>
              <a:gd name="connsiteY5" fmla="*/ 124356 h 145437"/>
              <a:gd name="connsiteX6" fmla="*/ 36420 w 218955"/>
              <a:gd name="connsiteY6" fmla="*/ 145438 h 145437"/>
              <a:gd name="connsiteX7" fmla="*/ 182426 w 218955"/>
              <a:gd name="connsiteY7" fmla="*/ 145438 h 145437"/>
              <a:gd name="connsiteX8" fmla="*/ 218955 w 218955"/>
              <a:gd name="connsiteY8" fmla="*/ 124309 h 145437"/>
              <a:gd name="connsiteX9" fmla="*/ 218955 w 218955"/>
              <a:gd name="connsiteY9" fmla="*/ 26578 h 145437"/>
              <a:gd name="connsiteX10" fmla="*/ 218955 w 218955"/>
              <a:gd name="connsiteY10" fmla="*/ 26490 h 145437"/>
              <a:gd name="connsiteX11" fmla="*/ 62840 w 218955"/>
              <a:gd name="connsiteY11" fmla="*/ 126944 h 145437"/>
              <a:gd name="connsiteX12" fmla="*/ 21348 w 218955"/>
              <a:gd name="connsiteY12" fmla="*/ 126944 h 145437"/>
              <a:gd name="connsiteX13" fmla="*/ 21348 w 218955"/>
              <a:gd name="connsiteY13" fmla="*/ 114725 h 145437"/>
              <a:gd name="connsiteX14" fmla="*/ 62840 w 218955"/>
              <a:gd name="connsiteY14" fmla="*/ 114725 h 145437"/>
              <a:gd name="connsiteX15" fmla="*/ 62840 w 218955"/>
              <a:gd name="connsiteY15" fmla="*/ 126944 h 145437"/>
              <a:gd name="connsiteX16" fmla="*/ 133782 w 218955"/>
              <a:gd name="connsiteY16" fmla="*/ 96096 h 145437"/>
              <a:gd name="connsiteX17" fmla="*/ 109478 w 218955"/>
              <a:gd name="connsiteY17" fmla="*/ 85055 h 145437"/>
              <a:gd name="connsiteX18" fmla="*/ 85174 w 218955"/>
              <a:gd name="connsiteY18" fmla="*/ 96096 h 145437"/>
              <a:gd name="connsiteX19" fmla="*/ 52878 w 218955"/>
              <a:gd name="connsiteY19" fmla="*/ 63791 h 145437"/>
              <a:gd name="connsiteX20" fmla="*/ 85174 w 218955"/>
              <a:gd name="connsiteY20" fmla="*/ 31487 h 145437"/>
              <a:gd name="connsiteX21" fmla="*/ 109478 w 218955"/>
              <a:gd name="connsiteY21" fmla="*/ 42528 h 145437"/>
              <a:gd name="connsiteX22" fmla="*/ 109478 w 218955"/>
              <a:gd name="connsiteY22" fmla="*/ 85147 h 145437"/>
              <a:gd name="connsiteX23" fmla="*/ 109478 w 218955"/>
              <a:gd name="connsiteY23" fmla="*/ 42528 h 145437"/>
              <a:gd name="connsiteX24" fmla="*/ 133782 w 218955"/>
              <a:gd name="connsiteY24" fmla="*/ 31487 h 145437"/>
              <a:gd name="connsiteX25" fmla="*/ 166078 w 218955"/>
              <a:gd name="connsiteY25" fmla="*/ 63791 h 145437"/>
              <a:gd name="connsiteX26" fmla="*/ 133782 w 218955"/>
              <a:gd name="connsiteY26" fmla="*/ 96096 h 145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18955" h="145437">
                <a:moveTo>
                  <a:pt x="218955" y="26490"/>
                </a:moveTo>
                <a:cubicBezTo>
                  <a:pt x="218955" y="26490"/>
                  <a:pt x="218955" y="26308"/>
                  <a:pt x="218955" y="26217"/>
                </a:cubicBezTo>
                <a:cubicBezTo>
                  <a:pt x="218736" y="11723"/>
                  <a:pt x="198374" y="0"/>
                  <a:pt x="173267" y="0"/>
                </a:cubicBezTo>
                <a:lnTo>
                  <a:pt x="45616" y="0"/>
                </a:lnTo>
                <a:cubicBezTo>
                  <a:pt x="30471" y="0"/>
                  <a:pt x="0" y="6062"/>
                  <a:pt x="0" y="26399"/>
                </a:cubicBezTo>
                <a:lnTo>
                  <a:pt x="0" y="124356"/>
                </a:lnTo>
                <a:cubicBezTo>
                  <a:pt x="0" y="140653"/>
                  <a:pt x="24304" y="145438"/>
                  <a:pt x="36420" y="145438"/>
                </a:cubicBezTo>
                <a:lnTo>
                  <a:pt x="182426" y="145438"/>
                </a:lnTo>
                <a:cubicBezTo>
                  <a:pt x="194506" y="145438"/>
                  <a:pt x="218955" y="140642"/>
                  <a:pt x="218955" y="124309"/>
                </a:cubicBezTo>
                <a:cubicBezTo>
                  <a:pt x="218955" y="123491"/>
                  <a:pt x="218955" y="26578"/>
                  <a:pt x="218955" y="26578"/>
                </a:cubicBezTo>
                <a:lnTo>
                  <a:pt x="218955" y="26490"/>
                </a:lnTo>
                <a:close/>
                <a:moveTo>
                  <a:pt x="62840" y="126944"/>
                </a:moveTo>
                <a:lnTo>
                  <a:pt x="21348" y="126944"/>
                </a:lnTo>
                <a:cubicBezTo>
                  <a:pt x="16786" y="126827"/>
                  <a:pt x="16860" y="114838"/>
                  <a:pt x="21348" y="114725"/>
                </a:cubicBezTo>
                <a:lnTo>
                  <a:pt x="62840" y="114725"/>
                </a:lnTo>
                <a:cubicBezTo>
                  <a:pt x="67402" y="114841"/>
                  <a:pt x="67292" y="126831"/>
                  <a:pt x="62840" y="126944"/>
                </a:cubicBezTo>
                <a:close/>
                <a:moveTo>
                  <a:pt x="133782" y="96096"/>
                </a:moveTo>
                <a:cubicBezTo>
                  <a:pt x="124111" y="96096"/>
                  <a:pt x="115426" y="91822"/>
                  <a:pt x="109478" y="85055"/>
                </a:cubicBezTo>
                <a:cubicBezTo>
                  <a:pt x="103566" y="91822"/>
                  <a:pt x="94881" y="96096"/>
                  <a:pt x="85174" y="96096"/>
                </a:cubicBezTo>
                <a:cubicBezTo>
                  <a:pt x="67329" y="96096"/>
                  <a:pt x="52878" y="81603"/>
                  <a:pt x="52878" y="63791"/>
                </a:cubicBezTo>
                <a:cubicBezTo>
                  <a:pt x="52878" y="45980"/>
                  <a:pt x="67365" y="31487"/>
                  <a:pt x="85174" y="31487"/>
                </a:cubicBezTo>
                <a:cubicBezTo>
                  <a:pt x="94844" y="31487"/>
                  <a:pt x="103529" y="35757"/>
                  <a:pt x="109478" y="42528"/>
                </a:cubicBezTo>
                <a:cubicBezTo>
                  <a:pt x="98858" y="54714"/>
                  <a:pt x="98968" y="73084"/>
                  <a:pt x="109478" y="85147"/>
                </a:cubicBezTo>
                <a:cubicBezTo>
                  <a:pt x="119951" y="73124"/>
                  <a:pt x="119842" y="54393"/>
                  <a:pt x="109478" y="42528"/>
                </a:cubicBezTo>
                <a:cubicBezTo>
                  <a:pt x="115390" y="35757"/>
                  <a:pt x="124075" y="31487"/>
                  <a:pt x="133782" y="31487"/>
                </a:cubicBezTo>
                <a:cubicBezTo>
                  <a:pt x="151627" y="31487"/>
                  <a:pt x="166078" y="45933"/>
                  <a:pt x="166078" y="63791"/>
                </a:cubicBezTo>
                <a:cubicBezTo>
                  <a:pt x="166078" y="81646"/>
                  <a:pt x="151590" y="96096"/>
                  <a:pt x="133782" y="96096"/>
                </a:cubicBezTo>
                <a:close/>
              </a:path>
            </a:pathLst>
          </a:custGeom>
          <a:solidFill>
            <a:srgbClr val="007B85"/>
          </a:solidFill>
          <a:ln w="3646" cap="flat">
            <a:noFill/>
            <a:prstDash val="solid"/>
            <a:miter/>
          </a:ln>
        </p:spPr>
        <p:txBody>
          <a:bodyPr rtlCol="0" anchor="ctr"/>
          <a:lstStyle/>
          <a:p>
            <a:endParaRPr lang="en-GR"/>
          </a:p>
        </p:txBody>
      </p:sp>
      <p:grpSp>
        <p:nvGrpSpPr>
          <p:cNvPr id="131" name="Group 130">
            <a:extLst>
              <a:ext uri="{FF2B5EF4-FFF2-40B4-BE49-F238E27FC236}">
                <a16:creationId xmlns:a16="http://schemas.microsoft.com/office/drawing/2014/main" id="{9D27E83D-2CF3-231B-8C85-7DFE11282486}"/>
              </a:ext>
            </a:extLst>
          </p:cNvPr>
          <p:cNvGrpSpPr/>
          <p:nvPr/>
        </p:nvGrpSpPr>
        <p:grpSpPr>
          <a:xfrm>
            <a:off x="9905366" y="1196227"/>
            <a:ext cx="190016" cy="180964"/>
            <a:chOff x="8753210" y="1196227"/>
            <a:chExt cx="190016" cy="180964"/>
          </a:xfrm>
        </p:grpSpPr>
        <p:sp>
          <p:nvSpPr>
            <p:cNvPr id="132" name="Freeform 107">
              <a:extLst>
                <a:ext uri="{FF2B5EF4-FFF2-40B4-BE49-F238E27FC236}">
                  <a16:creationId xmlns:a16="http://schemas.microsoft.com/office/drawing/2014/main" id="{339B140C-141E-87AB-DFCC-9F7A4F93304A}"/>
                </a:ext>
              </a:extLst>
            </p:cNvPr>
            <p:cNvSpPr/>
            <p:nvPr/>
          </p:nvSpPr>
          <p:spPr>
            <a:xfrm>
              <a:off x="8753210" y="1196227"/>
              <a:ext cx="190016" cy="180964"/>
            </a:xfrm>
            <a:custGeom>
              <a:avLst/>
              <a:gdLst>
                <a:gd name="connsiteX0" fmla="*/ 208190 w 214613"/>
                <a:gd name="connsiteY0" fmla="*/ 10840 h 204389"/>
                <a:gd name="connsiteX1" fmla="*/ 175785 w 214613"/>
                <a:gd name="connsiteY1" fmla="*/ 0 h 204389"/>
                <a:gd name="connsiteX2" fmla="*/ 86415 w 214613"/>
                <a:gd name="connsiteY2" fmla="*/ 0 h 204389"/>
                <a:gd name="connsiteX3" fmla="*/ 54885 w 214613"/>
                <a:gd name="connsiteY3" fmla="*/ 4445 h 204389"/>
                <a:gd name="connsiteX4" fmla="*/ 38755 w 214613"/>
                <a:gd name="connsiteY4" fmla="*/ 23425 h 204389"/>
                <a:gd name="connsiteX5" fmla="*/ 38865 w 214613"/>
                <a:gd name="connsiteY5" fmla="*/ 174921 h 204389"/>
                <a:gd name="connsiteX6" fmla="*/ 38865 w 214613"/>
                <a:gd name="connsiteY6" fmla="*/ 178366 h 204389"/>
                <a:gd name="connsiteX7" fmla="*/ 33500 w 214613"/>
                <a:gd name="connsiteY7" fmla="*/ 180815 h 204389"/>
                <a:gd name="connsiteX8" fmla="*/ 30508 w 214613"/>
                <a:gd name="connsiteY8" fmla="*/ 180815 h 204389"/>
                <a:gd name="connsiteX9" fmla="*/ 25070 w 214613"/>
                <a:gd name="connsiteY9" fmla="*/ 178465 h 204389"/>
                <a:gd name="connsiteX10" fmla="*/ 24706 w 214613"/>
                <a:gd name="connsiteY10" fmla="*/ 48699 h 204389"/>
                <a:gd name="connsiteX11" fmla="*/ 13575 w 214613"/>
                <a:gd name="connsiteY11" fmla="*/ 41159 h 204389"/>
                <a:gd name="connsiteX12" fmla="*/ 11130 w 214613"/>
                <a:gd name="connsiteY12" fmla="*/ 41206 h 204389"/>
                <a:gd name="connsiteX13" fmla="*/ 0 w 214613"/>
                <a:gd name="connsiteY13" fmla="*/ 48751 h 204389"/>
                <a:gd name="connsiteX14" fmla="*/ 547 w 214613"/>
                <a:gd name="connsiteY14" fmla="*/ 173271 h 204389"/>
                <a:gd name="connsiteX15" fmla="*/ 31055 w 214613"/>
                <a:gd name="connsiteY15" fmla="*/ 203791 h 204389"/>
                <a:gd name="connsiteX16" fmla="*/ 175785 w 214613"/>
                <a:gd name="connsiteY16" fmla="*/ 204390 h 204389"/>
                <a:gd name="connsiteX17" fmla="*/ 208263 w 214613"/>
                <a:gd name="connsiteY17" fmla="*/ 193550 h 204389"/>
                <a:gd name="connsiteX18" fmla="*/ 214613 w 214613"/>
                <a:gd name="connsiteY18" fmla="*/ 180115 h 204389"/>
                <a:gd name="connsiteX19" fmla="*/ 214613 w 214613"/>
                <a:gd name="connsiteY19" fmla="*/ 24275 h 204389"/>
                <a:gd name="connsiteX20" fmla="*/ 208263 w 214613"/>
                <a:gd name="connsiteY20" fmla="*/ 10840 h 204389"/>
                <a:gd name="connsiteX21" fmla="*/ 208190 w 214613"/>
                <a:gd name="connsiteY21" fmla="*/ 10840 h 204389"/>
                <a:gd name="connsiteX22" fmla="*/ 189579 w 214613"/>
                <a:gd name="connsiteY22" fmla="*/ 179414 h 204389"/>
                <a:gd name="connsiteX23" fmla="*/ 63825 w 214613"/>
                <a:gd name="connsiteY23" fmla="*/ 179414 h 204389"/>
                <a:gd name="connsiteX24" fmla="*/ 63862 w 214613"/>
                <a:gd name="connsiteY24" fmla="*/ 24925 h 204389"/>
                <a:gd name="connsiteX25" fmla="*/ 189579 w 214613"/>
                <a:gd name="connsiteY25" fmla="*/ 24925 h 204389"/>
                <a:gd name="connsiteX26" fmla="*/ 189579 w 214613"/>
                <a:gd name="connsiteY26" fmla="*/ 179414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14613" h="204389">
                  <a:moveTo>
                    <a:pt x="208190" y="10840"/>
                  </a:moveTo>
                  <a:cubicBezTo>
                    <a:pt x="201111" y="4048"/>
                    <a:pt x="189032" y="0"/>
                    <a:pt x="175785" y="0"/>
                  </a:cubicBezTo>
                  <a:lnTo>
                    <a:pt x="86415" y="0"/>
                  </a:lnTo>
                  <a:cubicBezTo>
                    <a:pt x="75905" y="0"/>
                    <a:pt x="64920" y="0"/>
                    <a:pt x="54885" y="4445"/>
                  </a:cubicBezTo>
                  <a:cubicBezTo>
                    <a:pt x="48133" y="7442"/>
                    <a:pt x="39887" y="14234"/>
                    <a:pt x="38755" y="23425"/>
                  </a:cubicBezTo>
                  <a:cubicBezTo>
                    <a:pt x="38500" y="25322"/>
                    <a:pt x="38572" y="76321"/>
                    <a:pt x="38865" y="174921"/>
                  </a:cubicBezTo>
                  <a:lnTo>
                    <a:pt x="38865" y="178366"/>
                  </a:lnTo>
                  <a:cubicBezTo>
                    <a:pt x="38865" y="179166"/>
                    <a:pt x="36894" y="180713"/>
                    <a:pt x="33500" y="180815"/>
                  </a:cubicBezTo>
                  <a:lnTo>
                    <a:pt x="30508" y="180815"/>
                  </a:lnTo>
                  <a:cubicBezTo>
                    <a:pt x="27005" y="180713"/>
                    <a:pt x="25070" y="179166"/>
                    <a:pt x="25070" y="178465"/>
                  </a:cubicBezTo>
                  <a:lnTo>
                    <a:pt x="24706" y="48699"/>
                  </a:lnTo>
                  <a:cubicBezTo>
                    <a:pt x="24559" y="44455"/>
                    <a:pt x="19816" y="41206"/>
                    <a:pt x="13575" y="41159"/>
                  </a:cubicBezTo>
                  <a:cubicBezTo>
                    <a:pt x="12699" y="41159"/>
                    <a:pt x="11824" y="41159"/>
                    <a:pt x="11130" y="41206"/>
                  </a:cubicBezTo>
                  <a:cubicBezTo>
                    <a:pt x="4890" y="41159"/>
                    <a:pt x="146" y="44353"/>
                    <a:pt x="0" y="48751"/>
                  </a:cubicBezTo>
                  <a:lnTo>
                    <a:pt x="547" y="173271"/>
                  </a:lnTo>
                  <a:cubicBezTo>
                    <a:pt x="547" y="190104"/>
                    <a:pt x="14232" y="203791"/>
                    <a:pt x="31055" y="203791"/>
                  </a:cubicBezTo>
                  <a:lnTo>
                    <a:pt x="175785" y="204390"/>
                  </a:lnTo>
                  <a:cubicBezTo>
                    <a:pt x="189032" y="204390"/>
                    <a:pt x="201147" y="200342"/>
                    <a:pt x="208263" y="193550"/>
                  </a:cubicBezTo>
                  <a:cubicBezTo>
                    <a:pt x="212387" y="189604"/>
                    <a:pt x="214613" y="184958"/>
                    <a:pt x="214613" y="180115"/>
                  </a:cubicBezTo>
                  <a:lnTo>
                    <a:pt x="214613" y="24275"/>
                  </a:lnTo>
                  <a:cubicBezTo>
                    <a:pt x="214613" y="19432"/>
                    <a:pt x="212387" y="14785"/>
                    <a:pt x="208263" y="10840"/>
                  </a:cubicBezTo>
                  <a:lnTo>
                    <a:pt x="208190" y="10840"/>
                  </a:lnTo>
                  <a:close/>
                  <a:moveTo>
                    <a:pt x="189579" y="179414"/>
                  </a:moveTo>
                  <a:lnTo>
                    <a:pt x="63825" y="179414"/>
                  </a:lnTo>
                  <a:cubicBezTo>
                    <a:pt x="63825" y="160533"/>
                    <a:pt x="63825" y="43557"/>
                    <a:pt x="63862" y="24925"/>
                  </a:cubicBezTo>
                  <a:lnTo>
                    <a:pt x="189579" y="24925"/>
                  </a:lnTo>
                  <a:lnTo>
                    <a:pt x="189579" y="179414"/>
                  </a:lnTo>
                  <a:close/>
                </a:path>
              </a:pathLst>
            </a:custGeom>
            <a:solidFill>
              <a:srgbClr val="007B85"/>
            </a:solidFill>
            <a:ln w="3646" cap="flat">
              <a:noFill/>
              <a:prstDash val="solid"/>
              <a:miter/>
            </a:ln>
          </p:spPr>
          <p:txBody>
            <a:bodyPr rtlCol="0" anchor="ctr"/>
            <a:lstStyle/>
            <a:p>
              <a:endParaRPr lang="en-GR"/>
            </a:p>
          </p:txBody>
        </p:sp>
        <p:sp>
          <p:nvSpPr>
            <p:cNvPr id="133" name="Freeform 108">
              <a:extLst>
                <a:ext uri="{FF2B5EF4-FFF2-40B4-BE49-F238E27FC236}">
                  <a16:creationId xmlns:a16="http://schemas.microsoft.com/office/drawing/2014/main" id="{7FCB5535-83B7-7962-96EA-94F773A33630}"/>
                </a:ext>
              </a:extLst>
            </p:cNvPr>
            <p:cNvSpPr/>
            <p:nvPr/>
          </p:nvSpPr>
          <p:spPr>
            <a:xfrm>
              <a:off x="8827362" y="1283217"/>
              <a:ext cx="76026" cy="17643"/>
            </a:xfrm>
            <a:custGeom>
              <a:avLst/>
              <a:gdLst>
                <a:gd name="connsiteX0" fmla="*/ 5182 w 85867"/>
                <a:gd name="connsiteY0" fmla="*/ 19928 h 19927"/>
                <a:gd name="connsiteX1" fmla="*/ 80722 w 85867"/>
                <a:gd name="connsiteY1" fmla="*/ 19928 h 19927"/>
                <a:gd name="connsiteX2" fmla="*/ 85867 w 85867"/>
                <a:gd name="connsiteY2" fmla="*/ 11588 h 19927"/>
                <a:gd name="connsiteX3" fmla="*/ 85867 w 85867"/>
                <a:gd name="connsiteY3" fmla="*/ 8340 h 19927"/>
                <a:gd name="connsiteX4" fmla="*/ 80722 w 85867"/>
                <a:gd name="connsiteY4" fmla="*/ 0 h 19927"/>
                <a:gd name="connsiteX5" fmla="*/ 5182 w 85867"/>
                <a:gd name="connsiteY5" fmla="*/ 0 h 19927"/>
                <a:gd name="connsiteX6" fmla="*/ 0 w 85867"/>
                <a:gd name="connsiteY6" fmla="*/ 8741 h 19927"/>
                <a:gd name="connsiteX7" fmla="*/ 0 w 85867"/>
                <a:gd name="connsiteY7" fmla="*/ 11187 h 19927"/>
                <a:gd name="connsiteX8" fmla="*/ 5182 w 85867"/>
                <a:gd name="connsiteY8" fmla="*/ 19928 h 1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867" h="19927">
                  <a:moveTo>
                    <a:pt x="5182" y="19928"/>
                  </a:moveTo>
                  <a:lnTo>
                    <a:pt x="80722" y="19928"/>
                  </a:lnTo>
                  <a:cubicBezTo>
                    <a:pt x="83495" y="19829"/>
                    <a:pt x="85758" y="16183"/>
                    <a:pt x="85867" y="11588"/>
                  </a:cubicBezTo>
                  <a:lnTo>
                    <a:pt x="85867" y="8340"/>
                  </a:lnTo>
                  <a:cubicBezTo>
                    <a:pt x="85758" y="3745"/>
                    <a:pt x="83495" y="51"/>
                    <a:pt x="80722" y="0"/>
                  </a:cubicBezTo>
                  <a:lnTo>
                    <a:pt x="5182" y="0"/>
                  </a:lnTo>
                  <a:cubicBezTo>
                    <a:pt x="2336" y="99"/>
                    <a:pt x="0" y="3997"/>
                    <a:pt x="0" y="8741"/>
                  </a:cubicBezTo>
                  <a:lnTo>
                    <a:pt x="0" y="11187"/>
                  </a:lnTo>
                  <a:cubicBezTo>
                    <a:pt x="0" y="15983"/>
                    <a:pt x="2299" y="19881"/>
                    <a:pt x="5182" y="19928"/>
                  </a:cubicBezTo>
                  <a:close/>
                </a:path>
              </a:pathLst>
            </a:custGeom>
            <a:solidFill>
              <a:srgbClr val="007B85"/>
            </a:solidFill>
            <a:ln w="3646" cap="flat">
              <a:noFill/>
              <a:prstDash val="solid"/>
              <a:miter/>
            </a:ln>
          </p:spPr>
          <p:txBody>
            <a:bodyPr rtlCol="0" anchor="ctr"/>
            <a:lstStyle/>
            <a:p>
              <a:endParaRPr lang="en-GR"/>
            </a:p>
          </p:txBody>
        </p:sp>
        <p:sp>
          <p:nvSpPr>
            <p:cNvPr id="134" name="Freeform 109">
              <a:extLst>
                <a:ext uri="{FF2B5EF4-FFF2-40B4-BE49-F238E27FC236}">
                  <a16:creationId xmlns:a16="http://schemas.microsoft.com/office/drawing/2014/main" id="{DA586372-ABB6-08F1-B5B4-92D5386785C2}"/>
                </a:ext>
              </a:extLst>
            </p:cNvPr>
            <p:cNvSpPr/>
            <p:nvPr/>
          </p:nvSpPr>
          <p:spPr>
            <a:xfrm>
              <a:off x="8827362" y="1312846"/>
              <a:ext cx="76026" cy="17643"/>
            </a:xfrm>
            <a:custGeom>
              <a:avLst/>
              <a:gdLst>
                <a:gd name="connsiteX0" fmla="*/ 5182 w 85867"/>
                <a:gd name="connsiteY0" fmla="*/ 19928 h 19927"/>
                <a:gd name="connsiteX1" fmla="*/ 80722 w 85867"/>
                <a:gd name="connsiteY1" fmla="*/ 19928 h 19927"/>
                <a:gd name="connsiteX2" fmla="*/ 85867 w 85867"/>
                <a:gd name="connsiteY2" fmla="*/ 11588 h 19927"/>
                <a:gd name="connsiteX3" fmla="*/ 85867 w 85867"/>
                <a:gd name="connsiteY3" fmla="*/ 8340 h 19927"/>
                <a:gd name="connsiteX4" fmla="*/ 80722 w 85867"/>
                <a:gd name="connsiteY4" fmla="*/ 0 h 19927"/>
                <a:gd name="connsiteX5" fmla="*/ 5182 w 85867"/>
                <a:gd name="connsiteY5" fmla="*/ 0 h 19927"/>
                <a:gd name="connsiteX6" fmla="*/ 0 w 85867"/>
                <a:gd name="connsiteY6" fmla="*/ 8741 h 19927"/>
                <a:gd name="connsiteX7" fmla="*/ 0 w 85867"/>
                <a:gd name="connsiteY7" fmla="*/ 11187 h 19927"/>
                <a:gd name="connsiteX8" fmla="*/ 5182 w 85867"/>
                <a:gd name="connsiteY8" fmla="*/ 19928 h 1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867" h="19927">
                  <a:moveTo>
                    <a:pt x="5182" y="19928"/>
                  </a:moveTo>
                  <a:lnTo>
                    <a:pt x="80722" y="19928"/>
                  </a:lnTo>
                  <a:cubicBezTo>
                    <a:pt x="83495" y="19829"/>
                    <a:pt x="85758" y="16183"/>
                    <a:pt x="85867" y="11588"/>
                  </a:cubicBezTo>
                  <a:lnTo>
                    <a:pt x="85867" y="8340"/>
                  </a:lnTo>
                  <a:cubicBezTo>
                    <a:pt x="85758" y="3745"/>
                    <a:pt x="83495" y="51"/>
                    <a:pt x="80722" y="0"/>
                  </a:cubicBezTo>
                  <a:lnTo>
                    <a:pt x="5182" y="0"/>
                  </a:lnTo>
                  <a:cubicBezTo>
                    <a:pt x="2336" y="98"/>
                    <a:pt x="0" y="3997"/>
                    <a:pt x="0" y="8741"/>
                  </a:cubicBezTo>
                  <a:lnTo>
                    <a:pt x="0" y="11187"/>
                  </a:lnTo>
                  <a:cubicBezTo>
                    <a:pt x="0" y="15983"/>
                    <a:pt x="2299" y="19881"/>
                    <a:pt x="5182" y="19928"/>
                  </a:cubicBezTo>
                  <a:close/>
                </a:path>
              </a:pathLst>
            </a:custGeom>
            <a:solidFill>
              <a:srgbClr val="007B85"/>
            </a:solidFill>
            <a:ln w="3646" cap="flat">
              <a:noFill/>
              <a:prstDash val="solid"/>
              <a:miter/>
            </a:ln>
          </p:spPr>
          <p:txBody>
            <a:bodyPr rtlCol="0" anchor="ctr"/>
            <a:lstStyle/>
            <a:p>
              <a:endParaRPr lang="en-GR"/>
            </a:p>
          </p:txBody>
        </p:sp>
        <p:sp>
          <p:nvSpPr>
            <p:cNvPr id="135" name="Freeform 110">
              <a:extLst>
                <a:ext uri="{FF2B5EF4-FFF2-40B4-BE49-F238E27FC236}">
                  <a16:creationId xmlns:a16="http://schemas.microsoft.com/office/drawing/2014/main" id="{9CBEDA6C-5D42-16EB-9F45-37BB06A778D3}"/>
                </a:ext>
              </a:extLst>
            </p:cNvPr>
            <p:cNvSpPr/>
            <p:nvPr/>
          </p:nvSpPr>
          <p:spPr>
            <a:xfrm>
              <a:off x="8827394" y="1236030"/>
              <a:ext cx="76026" cy="35200"/>
            </a:xfrm>
            <a:custGeom>
              <a:avLst/>
              <a:gdLst>
                <a:gd name="connsiteX0" fmla="*/ 85867 w 85867"/>
                <a:gd name="connsiteY0" fmla="*/ 0 h 39757"/>
                <a:gd name="connsiteX1" fmla="*/ 0 w 85867"/>
                <a:gd name="connsiteY1" fmla="*/ 0 h 39757"/>
                <a:gd name="connsiteX2" fmla="*/ 0 w 85867"/>
                <a:gd name="connsiteY2" fmla="*/ 39757 h 39757"/>
                <a:gd name="connsiteX3" fmla="*/ 85867 w 85867"/>
                <a:gd name="connsiteY3" fmla="*/ 39757 h 39757"/>
                <a:gd name="connsiteX4" fmla="*/ 85867 w 85867"/>
                <a:gd name="connsiteY4" fmla="*/ 0 h 397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67" h="39757">
                  <a:moveTo>
                    <a:pt x="85867" y="0"/>
                  </a:moveTo>
                  <a:lnTo>
                    <a:pt x="0" y="0"/>
                  </a:lnTo>
                  <a:lnTo>
                    <a:pt x="0" y="39757"/>
                  </a:lnTo>
                  <a:lnTo>
                    <a:pt x="85867" y="39757"/>
                  </a:lnTo>
                  <a:lnTo>
                    <a:pt x="85867" y="0"/>
                  </a:lnTo>
                  <a:close/>
                </a:path>
              </a:pathLst>
            </a:custGeom>
            <a:solidFill>
              <a:srgbClr val="007B85"/>
            </a:solidFill>
            <a:ln w="3646" cap="flat">
              <a:noFill/>
              <a:prstDash val="solid"/>
              <a:miter/>
            </a:ln>
          </p:spPr>
          <p:txBody>
            <a:bodyPr rtlCol="0" anchor="ctr"/>
            <a:lstStyle/>
            <a:p>
              <a:endParaRPr lang="en-GR"/>
            </a:p>
          </p:txBody>
        </p:sp>
      </p:grpSp>
      <p:grpSp>
        <p:nvGrpSpPr>
          <p:cNvPr id="136" name="Group 135">
            <a:extLst>
              <a:ext uri="{FF2B5EF4-FFF2-40B4-BE49-F238E27FC236}">
                <a16:creationId xmlns:a16="http://schemas.microsoft.com/office/drawing/2014/main" id="{35CE7A14-240C-6C7A-6D48-D8281D668726}"/>
              </a:ext>
            </a:extLst>
          </p:cNvPr>
          <p:cNvGrpSpPr/>
          <p:nvPr/>
        </p:nvGrpSpPr>
        <p:grpSpPr>
          <a:xfrm>
            <a:off x="10228468" y="1196227"/>
            <a:ext cx="206784" cy="179698"/>
            <a:chOff x="9076312" y="1196227"/>
            <a:chExt cx="206784" cy="179698"/>
          </a:xfrm>
        </p:grpSpPr>
        <p:sp>
          <p:nvSpPr>
            <p:cNvPr id="137" name="Freeform 112">
              <a:extLst>
                <a:ext uri="{FF2B5EF4-FFF2-40B4-BE49-F238E27FC236}">
                  <a16:creationId xmlns:a16="http://schemas.microsoft.com/office/drawing/2014/main" id="{2B43284B-A6AF-B055-F5CA-11D6F41A00CC}"/>
                </a:ext>
              </a:extLst>
            </p:cNvPr>
            <p:cNvSpPr/>
            <p:nvPr/>
          </p:nvSpPr>
          <p:spPr>
            <a:xfrm>
              <a:off x="9076409" y="1196227"/>
              <a:ext cx="154636" cy="23017"/>
            </a:xfrm>
            <a:custGeom>
              <a:avLst/>
              <a:gdLst>
                <a:gd name="connsiteX0" fmla="*/ 174544 w 174653"/>
                <a:gd name="connsiteY0" fmla="*/ 20924 h 25997"/>
                <a:gd name="connsiteX1" fmla="*/ 138124 w 174653"/>
                <a:gd name="connsiteY1" fmla="*/ 0 h 25997"/>
                <a:gd name="connsiteX2" fmla="*/ 36310 w 174653"/>
                <a:gd name="connsiteY2" fmla="*/ 0 h 25997"/>
                <a:gd name="connsiteX3" fmla="*/ 0 w 174653"/>
                <a:gd name="connsiteY3" fmla="*/ 21019 h 25997"/>
                <a:gd name="connsiteX4" fmla="*/ 0 w 174653"/>
                <a:gd name="connsiteY4" fmla="*/ 25998 h 25997"/>
                <a:gd name="connsiteX5" fmla="*/ 174653 w 174653"/>
                <a:gd name="connsiteY5" fmla="*/ 25998 h 25997"/>
                <a:gd name="connsiteX6" fmla="*/ 174653 w 174653"/>
                <a:gd name="connsiteY6" fmla="*/ 21213 h 25997"/>
                <a:gd name="connsiteX7" fmla="*/ 174544 w 174653"/>
                <a:gd name="connsiteY7" fmla="*/ 21264 h 25997"/>
                <a:gd name="connsiteX8" fmla="*/ 174544 w 174653"/>
                <a:gd name="connsiteY8" fmla="*/ 20924 h 25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653" h="25997">
                  <a:moveTo>
                    <a:pt x="174544" y="20924"/>
                  </a:moveTo>
                  <a:cubicBezTo>
                    <a:pt x="174398" y="9376"/>
                    <a:pt x="158122" y="0"/>
                    <a:pt x="138124" y="0"/>
                  </a:cubicBezTo>
                  <a:lnTo>
                    <a:pt x="36310" y="0"/>
                  </a:lnTo>
                  <a:cubicBezTo>
                    <a:pt x="24231" y="0"/>
                    <a:pt x="0" y="4810"/>
                    <a:pt x="0" y="21019"/>
                  </a:cubicBezTo>
                  <a:lnTo>
                    <a:pt x="0" y="25998"/>
                  </a:lnTo>
                  <a:lnTo>
                    <a:pt x="174653" y="25998"/>
                  </a:lnTo>
                  <a:lnTo>
                    <a:pt x="174653" y="21213"/>
                  </a:lnTo>
                  <a:lnTo>
                    <a:pt x="174544" y="21264"/>
                  </a:lnTo>
                  <a:lnTo>
                    <a:pt x="174544" y="20924"/>
                  </a:lnTo>
                  <a:close/>
                </a:path>
              </a:pathLst>
            </a:custGeom>
            <a:solidFill>
              <a:srgbClr val="007B85"/>
            </a:solidFill>
            <a:ln w="3646" cap="flat">
              <a:noFill/>
              <a:prstDash val="solid"/>
              <a:miter/>
            </a:ln>
          </p:spPr>
          <p:txBody>
            <a:bodyPr rtlCol="0" anchor="ctr"/>
            <a:lstStyle/>
            <a:p>
              <a:endParaRPr lang="en-GR"/>
            </a:p>
          </p:txBody>
        </p:sp>
        <p:sp>
          <p:nvSpPr>
            <p:cNvPr id="138" name="Freeform 113">
              <a:extLst>
                <a:ext uri="{FF2B5EF4-FFF2-40B4-BE49-F238E27FC236}">
                  <a16:creationId xmlns:a16="http://schemas.microsoft.com/office/drawing/2014/main" id="{DECB874E-6D2B-8385-AF7E-E281F8CBBB7A}"/>
                </a:ext>
              </a:extLst>
            </p:cNvPr>
            <p:cNvSpPr/>
            <p:nvPr/>
          </p:nvSpPr>
          <p:spPr>
            <a:xfrm>
              <a:off x="9076312" y="1236402"/>
              <a:ext cx="154636" cy="62552"/>
            </a:xfrm>
            <a:custGeom>
              <a:avLst/>
              <a:gdLst>
                <a:gd name="connsiteX0" fmla="*/ 174653 w 174653"/>
                <a:gd name="connsiteY0" fmla="*/ 0 h 70649"/>
                <a:gd name="connsiteX1" fmla="*/ 174653 w 174653"/>
                <a:gd name="connsiteY1" fmla="*/ 28801 h 70649"/>
                <a:gd name="connsiteX2" fmla="*/ 96340 w 174653"/>
                <a:gd name="connsiteY2" fmla="*/ 28801 h 70649"/>
                <a:gd name="connsiteX3" fmla="*/ 48353 w 174653"/>
                <a:gd name="connsiteY3" fmla="*/ 54222 h 70649"/>
                <a:gd name="connsiteX4" fmla="*/ 46929 w 174653"/>
                <a:gd name="connsiteY4" fmla="*/ 70649 h 70649"/>
                <a:gd name="connsiteX5" fmla="*/ 29048 w 174653"/>
                <a:gd name="connsiteY5" fmla="*/ 70649 h 70649"/>
                <a:gd name="connsiteX6" fmla="*/ 0 w 174653"/>
                <a:gd name="connsiteY6" fmla="*/ 53835 h 70649"/>
                <a:gd name="connsiteX7" fmla="*/ 0 w 174653"/>
                <a:gd name="connsiteY7" fmla="*/ 0 h 70649"/>
                <a:gd name="connsiteX8" fmla="*/ 174653 w 174653"/>
                <a:gd name="connsiteY8" fmla="*/ 0 h 70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653" h="70649">
                  <a:moveTo>
                    <a:pt x="174653" y="0"/>
                  </a:moveTo>
                  <a:lnTo>
                    <a:pt x="174653" y="28801"/>
                  </a:lnTo>
                  <a:lnTo>
                    <a:pt x="96340" y="28801"/>
                  </a:lnTo>
                  <a:cubicBezTo>
                    <a:pt x="73277" y="28801"/>
                    <a:pt x="54009" y="38998"/>
                    <a:pt x="48353" y="54222"/>
                  </a:cubicBezTo>
                  <a:cubicBezTo>
                    <a:pt x="46345" y="59722"/>
                    <a:pt x="46929" y="64956"/>
                    <a:pt x="46929" y="70649"/>
                  </a:cubicBezTo>
                  <a:lnTo>
                    <a:pt x="29048" y="70649"/>
                  </a:lnTo>
                  <a:cubicBezTo>
                    <a:pt x="19341" y="70649"/>
                    <a:pt x="0" y="66843"/>
                    <a:pt x="0" y="53835"/>
                  </a:cubicBezTo>
                  <a:lnTo>
                    <a:pt x="0" y="0"/>
                  </a:lnTo>
                  <a:lnTo>
                    <a:pt x="174653" y="0"/>
                  </a:lnTo>
                  <a:close/>
                </a:path>
              </a:pathLst>
            </a:custGeom>
            <a:solidFill>
              <a:srgbClr val="007B85"/>
            </a:solidFill>
            <a:ln w="3646" cap="flat">
              <a:noFill/>
              <a:prstDash val="solid"/>
              <a:miter/>
            </a:ln>
          </p:spPr>
          <p:txBody>
            <a:bodyPr rtlCol="0" anchor="ctr"/>
            <a:lstStyle/>
            <a:p>
              <a:endParaRPr lang="en-GR"/>
            </a:p>
          </p:txBody>
        </p:sp>
        <p:sp>
          <p:nvSpPr>
            <p:cNvPr id="139" name="Freeform 114">
              <a:extLst>
                <a:ext uri="{FF2B5EF4-FFF2-40B4-BE49-F238E27FC236}">
                  <a16:creationId xmlns:a16="http://schemas.microsoft.com/office/drawing/2014/main" id="{C8EF57CB-502D-6947-DF93-76153C20B637}"/>
                </a:ext>
              </a:extLst>
            </p:cNvPr>
            <p:cNvSpPr/>
            <p:nvPr/>
          </p:nvSpPr>
          <p:spPr>
            <a:xfrm>
              <a:off x="9128364" y="1316327"/>
              <a:ext cx="154636" cy="59598"/>
            </a:xfrm>
            <a:custGeom>
              <a:avLst/>
              <a:gdLst>
                <a:gd name="connsiteX0" fmla="*/ 73 w 174653"/>
                <a:gd name="connsiteY0" fmla="*/ 50499 h 67313"/>
                <a:gd name="connsiteX1" fmla="*/ 29084 w 174653"/>
                <a:gd name="connsiteY1" fmla="*/ 67313 h 67313"/>
                <a:gd name="connsiteX2" fmla="*/ 145532 w 174653"/>
                <a:gd name="connsiteY2" fmla="*/ 67313 h 67313"/>
                <a:gd name="connsiteX3" fmla="*/ 174653 w 174653"/>
                <a:gd name="connsiteY3" fmla="*/ 50448 h 67313"/>
                <a:gd name="connsiteX4" fmla="*/ 174653 w 174653"/>
                <a:gd name="connsiteY4" fmla="*/ 0 h 67313"/>
                <a:gd name="connsiteX5" fmla="*/ 0 w 174653"/>
                <a:gd name="connsiteY5" fmla="*/ 0 h 67313"/>
                <a:gd name="connsiteX6" fmla="*/ 0 w 174653"/>
                <a:gd name="connsiteY6" fmla="*/ 50499 h 67313"/>
                <a:gd name="connsiteX7" fmla="*/ 73 w 174653"/>
                <a:gd name="connsiteY7" fmla="*/ 50499 h 67313"/>
                <a:gd name="connsiteX8" fmla="*/ 58461 w 174653"/>
                <a:gd name="connsiteY8" fmla="*/ 34695 h 67313"/>
                <a:gd name="connsiteX9" fmla="*/ 97472 w 174653"/>
                <a:gd name="connsiteY9" fmla="*/ 34695 h 67313"/>
                <a:gd name="connsiteX10" fmla="*/ 97472 w 174653"/>
                <a:gd name="connsiteY10" fmla="*/ 47743 h 67313"/>
                <a:gd name="connsiteX11" fmla="*/ 58461 w 174653"/>
                <a:gd name="connsiteY11" fmla="*/ 47743 h 67313"/>
                <a:gd name="connsiteX12" fmla="*/ 58461 w 174653"/>
                <a:gd name="connsiteY12" fmla="*/ 34695 h 67313"/>
                <a:gd name="connsiteX13" fmla="*/ 22771 w 174653"/>
                <a:gd name="connsiteY13" fmla="*/ 34695 h 67313"/>
                <a:gd name="connsiteX14" fmla="*/ 42587 w 174653"/>
                <a:gd name="connsiteY14" fmla="*/ 34695 h 67313"/>
                <a:gd name="connsiteX15" fmla="*/ 42587 w 174653"/>
                <a:gd name="connsiteY15" fmla="*/ 47743 h 67313"/>
                <a:gd name="connsiteX16" fmla="*/ 22771 w 174653"/>
                <a:gd name="connsiteY16" fmla="*/ 47743 h 67313"/>
                <a:gd name="connsiteX17" fmla="*/ 22771 w 174653"/>
                <a:gd name="connsiteY17" fmla="*/ 34695 h 67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4653" h="67313">
                  <a:moveTo>
                    <a:pt x="73" y="50499"/>
                  </a:moveTo>
                  <a:cubicBezTo>
                    <a:pt x="73" y="63507"/>
                    <a:pt x="19414" y="67313"/>
                    <a:pt x="29084" y="67313"/>
                  </a:cubicBezTo>
                  <a:lnTo>
                    <a:pt x="145532" y="67313"/>
                  </a:lnTo>
                  <a:cubicBezTo>
                    <a:pt x="155167" y="67313"/>
                    <a:pt x="174653" y="63481"/>
                    <a:pt x="174653" y="50448"/>
                  </a:cubicBezTo>
                  <a:lnTo>
                    <a:pt x="174653" y="0"/>
                  </a:lnTo>
                  <a:lnTo>
                    <a:pt x="0" y="0"/>
                  </a:lnTo>
                  <a:lnTo>
                    <a:pt x="0" y="50499"/>
                  </a:lnTo>
                  <a:lnTo>
                    <a:pt x="73" y="50499"/>
                  </a:lnTo>
                  <a:close/>
                  <a:moveTo>
                    <a:pt x="58461" y="34695"/>
                  </a:moveTo>
                  <a:lnTo>
                    <a:pt x="97472" y="34695"/>
                  </a:lnTo>
                  <a:cubicBezTo>
                    <a:pt x="102179" y="34816"/>
                    <a:pt x="102143" y="47623"/>
                    <a:pt x="97472" y="47743"/>
                  </a:cubicBezTo>
                  <a:lnTo>
                    <a:pt x="58461" y="47743"/>
                  </a:lnTo>
                  <a:cubicBezTo>
                    <a:pt x="53790" y="47623"/>
                    <a:pt x="53753" y="34816"/>
                    <a:pt x="58461" y="34695"/>
                  </a:cubicBezTo>
                  <a:close/>
                  <a:moveTo>
                    <a:pt x="22771" y="34695"/>
                  </a:moveTo>
                  <a:lnTo>
                    <a:pt x="42587" y="34695"/>
                  </a:lnTo>
                  <a:cubicBezTo>
                    <a:pt x="47294" y="34816"/>
                    <a:pt x="47258" y="47623"/>
                    <a:pt x="42587" y="47743"/>
                  </a:cubicBezTo>
                  <a:lnTo>
                    <a:pt x="22771" y="47743"/>
                  </a:lnTo>
                  <a:cubicBezTo>
                    <a:pt x="18064" y="47623"/>
                    <a:pt x="18064" y="34816"/>
                    <a:pt x="22771" y="34695"/>
                  </a:cubicBezTo>
                  <a:close/>
                </a:path>
              </a:pathLst>
            </a:custGeom>
            <a:solidFill>
              <a:srgbClr val="007B85"/>
            </a:solidFill>
            <a:ln w="3646" cap="flat">
              <a:noFill/>
              <a:prstDash val="solid"/>
              <a:miter/>
            </a:ln>
          </p:spPr>
          <p:txBody>
            <a:bodyPr rtlCol="0" anchor="ctr"/>
            <a:lstStyle/>
            <a:p>
              <a:endParaRPr lang="en-GR"/>
            </a:p>
          </p:txBody>
        </p:sp>
        <p:sp>
          <p:nvSpPr>
            <p:cNvPr id="140" name="Freeform 115">
              <a:extLst>
                <a:ext uri="{FF2B5EF4-FFF2-40B4-BE49-F238E27FC236}">
                  <a16:creationId xmlns:a16="http://schemas.microsoft.com/office/drawing/2014/main" id="{EB5D7F64-A80D-9A9C-11C8-FB98B293C319}"/>
                </a:ext>
              </a:extLst>
            </p:cNvPr>
            <p:cNvSpPr/>
            <p:nvPr/>
          </p:nvSpPr>
          <p:spPr>
            <a:xfrm>
              <a:off x="9128381" y="1273198"/>
              <a:ext cx="154715" cy="25713"/>
            </a:xfrm>
            <a:custGeom>
              <a:avLst/>
              <a:gdLst>
                <a:gd name="connsiteX0" fmla="*/ 138213 w 174742"/>
                <a:gd name="connsiteY0" fmla="*/ 0 h 29041"/>
                <a:gd name="connsiteX1" fmla="*/ 174633 w 174742"/>
                <a:gd name="connsiteY1" fmla="*/ 20924 h 29041"/>
                <a:gd name="connsiteX2" fmla="*/ 174742 w 174742"/>
                <a:gd name="connsiteY2" fmla="*/ 20873 h 29041"/>
                <a:gd name="connsiteX3" fmla="*/ 174742 w 174742"/>
                <a:gd name="connsiteY3" fmla="*/ 29042 h 29041"/>
                <a:gd name="connsiteX4" fmla="*/ 89 w 174742"/>
                <a:gd name="connsiteY4" fmla="*/ 29042 h 29041"/>
                <a:gd name="connsiteX5" fmla="*/ 16 w 174742"/>
                <a:gd name="connsiteY5" fmla="*/ 26246 h 29041"/>
                <a:gd name="connsiteX6" fmla="*/ 36435 w 174742"/>
                <a:gd name="connsiteY6" fmla="*/ 0 h 29041"/>
                <a:gd name="connsiteX7" fmla="*/ 138213 w 174742"/>
                <a:gd name="connsiteY7" fmla="*/ 0 h 2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4742" h="29041">
                  <a:moveTo>
                    <a:pt x="138213" y="0"/>
                  </a:moveTo>
                  <a:cubicBezTo>
                    <a:pt x="158211" y="0"/>
                    <a:pt x="174487" y="9373"/>
                    <a:pt x="174633" y="20924"/>
                  </a:cubicBezTo>
                  <a:lnTo>
                    <a:pt x="174742" y="20873"/>
                  </a:lnTo>
                  <a:lnTo>
                    <a:pt x="174742" y="29042"/>
                  </a:lnTo>
                  <a:lnTo>
                    <a:pt x="89" y="29042"/>
                  </a:lnTo>
                  <a:cubicBezTo>
                    <a:pt x="89" y="28140"/>
                    <a:pt x="52" y="27202"/>
                    <a:pt x="16" y="26246"/>
                  </a:cubicBezTo>
                  <a:cubicBezTo>
                    <a:pt x="-641" y="6869"/>
                    <a:pt x="19357" y="0"/>
                    <a:pt x="36435" y="0"/>
                  </a:cubicBezTo>
                  <a:lnTo>
                    <a:pt x="138213" y="0"/>
                  </a:lnTo>
                  <a:close/>
                </a:path>
              </a:pathLst>
            </a:custGeom>
            <a:solidFill>
              <a:srgbClr val="007B85"/>
            </a:solidFill>
            <a:ln w="3646" cap="flat">
              <a:noFill/>
              <a:prstDash val="solid"/>
              <a:miter/>
            </a:ln>
          </p:spPr>
          <p:txBody>
            <a:bodyPr rtlCol="0" anchor="ctr"/>
            <a:lstStyle/>
            <a:p>
              <a:endParaRPr lang="en-GR"/>
            </a:p>
          </p:txBody>
        </p:sp>
      </p:grpSp>
      <p:grpSp>
        <p:nvGrpSpPr>
          <p:cNvPr id="141" name="Group 140">
            <a:extLst>
              <a:ext uri="{FF2B5EF4-FFF2-40B4-BE49-F238E27FC236}">
                <a16:creationId xmlns:a16="http://schemas.microsoft.com/office/drawing/2014/main" id="{D089BC7E-C783-FBE1-8403-6350AF99C54D}"/>
              </a:ext>
            </a:extLst>
          </p:cNvPr>
          <p:cNvGrpSpPr/>
          <p:nvPr/>
        </p:nvGrpSpPr>
        <p:grpSpPr>
          <a:xfrm>
            <a:off x="10570957" y="1192998"/>
            <a:ext cx="186559" cy="187427"/>
            <a:chOff x="9418799" y="1192996"/>
            <a:chExt cx="186559" cy="187427"/>
          </a:xfrm>
        </p:grpSpPr>
        <p:sp>
          <p:nvSpPr>
            <p:cNvPr id="142" name="Freeform 116">
              <a:extLst>
                <a:ext uri="{FF2B5EF4-FFF2-40B4-BE49-F238E27FC236}">
                  <a16:creationId xmlns:a16="http://schemas.microsoft.com/office/drawing/2014/main" id="{EF377F55-43F4-12E7-9AD9-ED2735214C3B}"/>
                </a:ext>
              </a:extLst>
            </p:cNvPr>
            <p:cNvSpPr/>
            <p:nvPr/>
          </p:nvSpPr>
          <p:spPr>
            <a:xfrm>
              <a:off x="9418799" y="1192996"/>
              <a:ext cx="186559" cy="187427"/>
            </a:xfrm>
            <a:custGeom>
              <a:avLst/>
              <a:gdLst>
                <a:gd name="connsiteX0" fmla="*/ 155240 w 210708"/>
                <a:gd name="connsiteY0" fmla="*/ 0 h 211689"/>
                <a:gd name="connsiteX1" fmla="*/ 58826 w 210708"/>
                <a:gd name="connsiteY1" fmla="*/ 106 h 211689"/>
                <a:gd name="connsiteX2" fmla="*/ 0 w 210708"/>
                <a:gd name="connsiteY2" fmla="*/ 36352 h 211689"/>
                <a:gd name="connsiteX3" fmla="*/ 0 w 210708"/>
                <a:gd name="connsiteY3" fmla="*/ 175337 h 211689"/>
                <a:gd name="connsiteX4" fmla="*/ 62147 w 210708"/>
                <a:gd name="connsiteY4" fmla="*/ 211689 h 211689"/>
                <a:gd name="connsiteX5" fmla="*/ 158560 w 210708"/>
                <a:gd name="connsiteY5" fmla="*/ 211583 h 211689"/>
                <a:gd name="connsiteX6" fmla="*/ 210708 w 210708"/>
                <a:gd name="connsiteY6" fmla="*/ 175337 h 211689"/>
                <a:gd name="connsiteX7" fmla="*/ 210708 w 210708"/>
                <a:gd name="connsiteY7" fmla="*/ 36352 h 211689"/>
                <a:gd name="connsiteX8" fmla="*/ 155240 w 210708"/>
                <a:gd name="connsiteY8" fmla="*/ 0 h 211689"/>
                <a:gd name="connsiteX9" fmla="*/ 184616 w 210708"/>
                <a:gd name="connsiteY9" fmla="*/ 183396 h 211689"/>
                <a:gd name="connsiteX10" fmla="*/ 26092 w 210708"/>
                <a:gd name="connsiteY10" fmla="*/ 183556 h 211689"/>
                <a:gd name="connsiteX11" fmla="*/ 26092 w 210708"/>
                <a:gd name="connsiteY11" fmla="*/ 28293 h 211689"/>
                <a:gd name="connsiteX12" fmla="*/ 184616 w 210708"/>
                <a:gd name="connsiteY12" fmla="*/ 28133 h 211689"/>
                <a:gd name="connsiteX13" fmla="*/ 184616 w 210708"/>
                <a:gd name="connsiteY13" fmla="*/ 183396 h 211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0708" h="211689">
                  <a:moveTo>
                    <a:pt x="155240" y="0"/>
                  </a:moveTo>
                  <a:lnTo>
                    <a:pt x="58826" y="106"/>
                  </a:lnTo>
                  <a:cubicBezTo>
                    <a:pt x="26019" y="1318"/>
                    <a:pt x="0" y="17070"/>
                    <a:pt x="0" y="36352"/>
                  </a:cubicBezTo>
                  <a:lnTo>
                    <a:pt x="0" y="175337"/>
                  </a:lnTo>
                  <a:cubicBezTo>
                    <a:pt x="0" y="195305"/>
                    <a:pt x="27771" y="211477"/>
                    <a:pt x="62147" y="211689"/>
                  </a:cubicBezTo>
                  <a:cubicBezTo>
                    <a:pt x="62439" y="211689"/>
                    <a:pt x="158560" y="211583"/>
                    <a:pt x="158560" y="211583"/>
                  </a:cubicBezTo>
                  <a:cubicBezTo>
                    <a:pt x="191367" y="210372"/>
                    <a:pt x="210708" y="194619"/>
                    <a:pt x="210708" y="175337"/>
                  </a:cubicBezTo>
                  <a:lnTo>
                    <a:pt x="210708" y="36352"/>
                  </a:lnTo>
                  <a:cubicBezTo>
                    <a:pt x="210708" y="16384"/>
                    <a:pt x="189652" y="212"/>
                    <a:pt x="155240" y="0"/>
                  </a:cubicBezTo>
                  <a:close/>
                  <a:moveTo>
                    <a:pt x="184616" y="183396"/>
                  </a:moveTo>
                  <a:lnTo>
                    <a:pt x="26092" y="183556"/>
                  </a:lnTo>
                  <a:lnTo>
                    <a:pt x="26092" y="28293"/>
                  </a:lnTo>
                  <a:lnTo>
                    <a:pt x="184616" y="28133"/>
                  </a:lnTo>
                  <a:lnTo>
                    <a:pt x="184616" y="183396"/>
                  </a:lnTo>
                  <a:close/>
                </a:path>
              </a:pathLst>
            </a:custGeom>
            <a:solidFill>
              <a:srgbClr val="007B85"/>
            </a:solidFill>
            <a:ln w="3646" cap="flat">
              <a:noFill/>
              <a:prstDash val="solid"/>
              <a:miter/>
            </a:ln>
          </p:spPr>
          <p:txBody>
            <a:bodyPr rtlCol="0" anchor="ctr"/>
            <a:lstStyle/>
            <a:p>
              <a:endParaRPr lang="en-GR"/>
            </a:p>
          </p:txBody>
        </p:sp>
        <p:sp>
          <p:nvSpPr>
            <p:cNvPr id="143" name="Freeform 117">
              <a:extLst>
                <a:ext uri="{FF2B5EF4-FFF2-40B4-BE49-F238E27FC236}">
                  <a16:creationId xmlns:a16="http://schemas.microsoft.com/office/drawing/2014/main" id="{23F0BDB6-09FB-7E48-63E3-01AA6F9DED41}"/>
                </a:ext>
              </a:extLst>
            </p:cNvPr>
            <p:cNvSpPr/>
            <p:nvPr/>
          </p:nvSpPr>
          <p:spPr>
            <a:xfrm>
              <a:off x="9483775" y="1242195"/>
              <a:ext cx="63077" cy="89096"/>
            </a:xfrm>
            <a:custGeom>
              <a:avLst/>
              <a:gdLst>
                <a:gd name="connsiteX0" fmla="*/ 0 w 71242"/>
                <a:gd name="connsiteY0" fmla="*/ 93794 h 100629"/>
                <a:gd name="connsiteX1" fmla="*/ 10911 w 71242"/>
                <a:gd name="connsiteY1" fmla="*/ 99222 h 100629"/>
                <a:gd name="connsiteX2" fmla="*/ 68533 w 71242"/>
                <a:gd name="connsiteY2" fmla="*/ 55756 h 100629"/>
                <a:gd name="connsiteX3" fmla="*/ 68533 w 71242"/>
                <a:gd name="connsiteY3" fmla="*/ 44850 h 100629"/>
                <a:gd name="connsiteX4" fmla="*/ 10911 w 71242"/>
                <a:gd name="connsiteY4" fmla="*/ 1385 h 100629"/>
                <a:gd name="connsiteX5" fmla="*/ 0 w 71242"/>
                <a:gd name="connsiteY5" fmla="*/ 6812 h 100629"/>
                <a:gd name="connsiteX6" fmla="*/ 0 w 71242"/>
                <a:gd name="connsiteY6" fmla="*/ 93794 h 100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242" h="100629">
                  <a:moveTo>
                    <a:pt x="0" y="93794"/>
                  </a:moveTo>
                  <a:cubicBezTo>
                    <a:pt x="0" y="99433"/>
                    <a:pt x="6423" y="102645"/>
                    <a:pt x="10911" y="99222"/>
                  </a:cubicBezTo>
                  <a:lnTo>
                    <a:pt x="68533" y="55756"/>
                  </a:lnTo>
                  <a:cubicBezTo>
                    <a:pt x="72146" y="53019"/>
                    <a:pt x="72146" y="47591"/>
                    <a:pt x="68533" y="44850"/>
                  </a:cubicBezTo>
                  <a:lnTo>
                    <a:pt x="10911" y="1385"/>
                  </a:lnTo>
                  <a:cubicBezTo>
                    <a:pt x="6423" y="-1988"/>
                    <a:pt x="0" y="1177"/>
                    <a:pt x="0" y="6812"/>
                  </a:cubicBezTo>
                  <a:lnTo>
                    <a:pt x="0" y="93794"/>
                  </a:lnTo>
                  <a:close/>
                </a:path>
              </a:pathLst>
            </a:custGeom>
            <a:solidFill>
              <a:srgbClr val="007B85"/>
            </a:solidFill>
            <a:ln w="3646" cap="flat">
              <a:noFill/>
              <a:prstDash val="solid"/>
              <a:miter/>
            </a:ln>
          </p:spPr>
          <p:txBody>
            <a:bodyPr rtlCol="0" anchor="ctr"/>
            <a:lstStyle/>
            <a:p>
              <a:endParaRPr lang="en-GR"/>
            </a:p>
          </p:txBody>
        </p:sp>
      </p:grpSp>
      <p:grpSp>
        <p:nvGrpSpPr>
          <p:cNvPr id="144" name="Group 143">
            <a:extLst>
              <a:ext uri="{FF2B5EF4-FFF2-40B4-BE49-F238E27FC236}">
                <a16:creationId xmlns:a16="http://schemas.microsoft.com/office/drawing/2014/main" id="{DB4238DF-7D60-F69F-7DDD-0B25D40FF614}"/>
              </a:ext>
            </a:extLst>
          </p:cNvPr>
          <p:cNvGrpSpPr/>
          <p:nvPr/>
        </p:nvGrpSpPr>
        <p:grpSpPr>
          <a:xfrm>
            <a:off x="10903750" y="1205922"/>
            <a:ext cx="187398" cy="158464"/>
            <a:chOff x="9751594" y="1205922"/>
            <a:chExt cx="187398" cy="158464"/>
          </a:xfrm>
        </p:grpSpPr>
        <p:sp>
          <p:nvSpPr>
            <p:cNvPr id="145" name="Freeform 118">
              <a:extLst>
                <a:ext uri="{FF2B5EF4-FFF2-40B4-BE49-F238E27FC236}">
                  <a16:creationId xmlns:a16="http://schemas.microsoft.com/office/drawing/2014/main" id="{950552CA-8744-9D0C-AAD4-8B1FB13DDF30}"/>
                </a:ext>
              </a:extLst>
            </p:cNvPr>
            <p:cNvSpPr/>
            <p:nvPr/>
          </p:nvSpPr>
          <p:spPr>
            <a:xfrm>
              <a:off x="9751594" y="1205922"/>
              <a:ext cx="187398" cy="48896"/>
            </a:xfrm>
            <a:custGeom>
              <a:avLst/>
              <a:gdLst>
                <a:gd name="connsiteX0" fmla="*/ 49192 w 211656"/>
                <a:gd name="connsiteY0" fmla="*/ 88 h 55225"/>
                <a:gd name="connsiteX1" fmla="*/ 159692 w 211656"/>
                <a:gd name="connsiteY1" fmla="*/ 0 h 55225"/>
                <a:gd name="connsiteX2" fmla="*/ 211657 w 211656"/>
                <a:gd name="connsiteY2" fmla="*/ 30388 h 55225"/>
                <a:gd name="connsiteX3" fmla="*/ 211657 w 211656"/>
                <a:gd name="connsiteY3" fmla="*/ 55225 h 55225"/>
                <a:gd name="connsiteX4" fmla="*/ 189871 w 211656"/>
                <a:gd name="connsiteY4" fmla="*/ 55225 h 55225"/>
                <a:gd name="connsiteX5" fmla="*/ 189871 w 211656"/>
                <a:gd name="connsiteY5" fmla="*/ 23516 h 55225"/>
                <a:gd name="connsiteX6" fmla="*/ 21786 w 211656"/>
                <a:gd name="connsiteY6" fmla="*/ 23651 h 55225"/>
                <a:gd name="connsiteX7" fmla="*/ 21786 w 211656"/>
                <a:gd name="connsiteY7" fmla="*/ 55225 h 55225"/>
                <a:gd name="connsiteX8" fmla="*/ 0 w 211656"/>
                <a:gd name="connsiteY8" fmla="*/ 55225 h 55225"/>
                <a:gd name="connsiteX9" fmla="*/ 0 w 211656"/>
                <a:gd name="connsiteY9" fmla="*/ 30388 h 55225"/>
                <a:gd name="connsiteX10" fmla="*/ 49192 w 211656"/>
                <a:gd name="connsiteY10" fmla="*/ 88 h 55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1656" h="55225">
                  <a:moveTo>
                    <a:pt x="49192" y="88"/>
                  </a:moveTo>
                  <a:lnTo>
                    <a:pt x="159692" y="0"/>
                  </a:lnTo>
                  <a:cubicBezTo>
                    <a:pt x="188448" y="175"/>
                    <a:pt x="211657" y="13698"/>
                    <a:pt x="211657" y="30388"/>
                  </a:cubicBezTo>
                  <a:lnTo>
                    <a:pt x="211657" y="55225"/>
                  </a:lnTo>
                  <a:lnTo>
                    <a:pt x="189871" y="55225"/>
                  </a:lnTo>
                  <a:lnTo>
                    <a:pt x="189871" y="23516"/>
                  </a:lnTo>
                  <a:lnTo>
                    <a:pt x="21786" y="23651"/>
                  </a:lnTo>
                  <a:lnTo>
                    <a:pt x="21786" y="55225"/>
                  </a:lnTo>
                  <a:lnTo>
                    <a:pt x="0" y="55225"/>
                  </a:lnTo>
                  <a:lnTo>
                    <a:pt x="0" y="30388"/>
                  </a:lnTo>
                  <a:cubicBezTo>
                    <a:pt x="0" y="14267"/>
                    <a:pt x="21749" y="1102"/>
                    <a:pt x="49192" y="88"/>
                  </a:cubicBezTo>
                  <a:close/>
                </a:path>
              </a:pathLst>
            </a:custGeom>
            <a:solidFill>
              <a:srgbClr val="007B85"/>
            </a:solidFill>
            <a:ln w="3646" cap="flat">
              <a:noFill/>
              <a:prstDash val="solid"/>
              <a:miter/>
            </a:ln>
          </p:spPr>
          <p:txBody>
            <a:bodyPr rtlCol="0" anchor="ctr"/>
            <a:lstStyle/>
            <a:p>
              <a:endParaRPr lang="en-GR"/>
            </a:p>
          </p:txBody>
        </p:sp>
        <p:sp>
          <p:nvSpPr>
            <p:cNvPr id="146" name="Freeform 119">
              <a:extLst>
                <a:ext uri="{FF2B5EF4-FFF2-40B4-BE49-F238E27FC236}">
                  <a16:creationId xmlns:a16="http://schemas.microsoft.com/office/drawing/2014/main" id="{F2ED5F62-5BAE-3311-BE8F-6EEDAF5EC054}"/>
                </a:ext>
              </a:extLst>
            </p:cNvPr>
            <p:cNvSpPr/>
            <p:nvPr/>
          </p:nvSpPr>
          <p:spPr>
            <a:xfrm>
              <a:off x="9781416" y="1242264"/>
              <a:ext cx="72342" cy="122044"/>
            </a:xfrm>
            <a:custGeom>
              <a:avLst/>
              <a:gdLst>
                <a:gd name="connsiteX0" fmla="*/ 0 w 81706"/>
                <a:gd name="connsiteY0" fmla="*/ 101596 h 137842"/>
                <a:gd name="connsiteX1" fmla="*/ 0 w 81706"/>
                <a:gd name="connsiteY1" fmla="*/ 0 h 137842"/>
                <a:gd name="connsiteX2" fmla="*/ 81707 w 81706"/>
                <a:gd name="connsiteY2" fmla="*/ 0 h 137842"/>
                <a:gd name="connsiteX3" fmla="*/ 81707 w 81706"/>
                <a:gd name="connsiteY3" fmla="*/ 137843 h 137842"/>
                <a:gd name="connsiteX4" fmla="*/ 20947 w 81706"/>
                <a:gd name="connsiteY4" fmla="*/ 137843 h 137842"/>
                <a:gd name="connsiteX5" fmla="*/ 0 w 81706"/>
                <a:gd name="connsiteY5" fmla="*/ 101596 h 13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706" h="137842">
                  <a:moveTo>
                    <a:pt x="0" y="101596"/>
                  </a:moveTo>
                  <a:lnTo>
                    <a:pt x="0" y="0"/>
                  </a:lnTo>
                  <a:lnTo>
                    <a:pt x="81707" y="0"/>
                  </a:lnTo>
                  <a:lnTo>
                    <a:pt x="81707" y="137843"/>
                  </a:lnTo>
                  <a:lnTo>
                    <a:pt x="20947" y="137843"/>
                  </a:lnTo>
                  <a:cubicBezTo>
                    <a:pt x="4744" y="137843"/>
                    <a:pt x="0" y="113579"/>
                    <a:pt x="0" y="101596"/>
                  </a:cubicBezTo>
                  <a:close/>
                </a:path>
              </a:pathLst>
            </a:custGeom>
            <a:solidFill>
              <a:srgbClr val="007B85"/>
            </a:solidFill>
            <a:ln w="3646" cap="flat">
              <a:noFill/>
              <a:prstDash val="solid"/>
              <a:miter/>
            </a:ln>
          </p:spPr>
          <p:txBody>
            <a:bodyPr rtlCol="0" anchor="ctr"/>
            <a:lstStyle/>
            <a:p>
              <a:endParaRPr lang="en-GR"/>
            </a:p>
          </p:txBody>
        </p:sp>
        <p:sp>
          <p:nvSpPr>
            <p:cNvPr id="147" name="Freeform 120">
              <a:extLst>
                <a:ext uri="{FF2B5EF4-FFF2-40B4-BE49-F238E27FC236}">
                  <a16:creationId xmlns:a16="http://schemas.microsoft.com/office/drawing/2014/main" id="{8DF74F80-30A9-1F17-09A9-EFF447716296}"/>
                </a:ext>
              </a:extLst>
            </p:cNvPr>
            <p:cNvSpPr/>
            <p:nvPr/>
          </p:nvSpPr>
          <p:spPr>
            <a:xfrm>
              <a:off x="9877119" y="1242264"/>
              <a:ext cx="31922" cy="122122"/>
            </a:xfrm>
            <a:custGeom>
              <a:avLst/>
              <a:gdLst>
                <a:gd name="connsiteX0" fmla="*/ 37 w 36054"/>
                <a:gd name="connsiteY0" fmla="*/ 137886 h 137930"/>
                <a:gd name="connsiteX1" fmla="*/ 10035 w 36054"/>
                <a:gd name="connsiteY1" fmla="*/ 137886 h 137930"/>
                <a:gd name="connsiteX2" fmla="*/ 36055 w 36054"/>
                <a:gd name="connsiteY2" fmla="*/ 92570 h 137930"/>
                <a:gd name="connsiteX3" fmla="*/ 36055 w 36054"/>
                <a:gd name="connsiteY3" fmla="*/ 0 h 137930"/>
                <a:gd name="connsiteX4" fmla="*/ 0 w 36054"/>
                <a:gd name="connsiteY4" fmla="*/ 0 h 137930"/>
                <a:gd name="connsiteX5" fmla="*/ 0 w 36054"/>
                <a:gd name="connsiteY5" fmla="*/ 137930 h 137930"/>
                <a:gd name="connsiteX6" fmla="*/ 37 w 36054"/>
                <a:gd name="connsiteY6" fmla="*/ 137886 h 137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54" h="137930">
                  <a:moveTo>
                    <a:pt x="37" y="137886"/>
                  </a:moveTo>
                  <a:lnTo>
                    <a:pt x="10035" y="137886"/>
                  </a:lnTo>
                  <a:cubicBezTo>
                    <a:pt x="24450" y="137664"/>
                    <a:pt x="36055" y="117451"/>
                    <a:pt x="36055" y="92570"/>
                  </a:cubicBezTo>
                  <a:lnTo>
                    <a:pt x="36055" y="0"/>
                  </a:lnTo>
                  <a:lnTo>
                    <a:pt x="0" y="0"/>
                  </a:lnTo>
                  <a:lnTo>
                    <a:pt x="0" y="137930"/>
                  </a:lnTo>
                  <a:lnTo>
                    <a:pt x="37" y="137886"/>
                  </a:lnTo>
                  <a:close/>
                </a:path>
              </a:pathLst>
            </a:custGeom>
            <a:solidFill>
              <a:srgbClr val="007B85"/>
            </a:solidFill>
            <a:ln w="3646" cap="flat">
              <a:noFill/>
              <a:prstDash val="solid"/>
              <a:miter/>
            </a:ln>
          </p:spPr>
          <p:txBody>
            <a:bodyPr rtlCol="0" anchor="ctr"/>
            <a:lstStyle/>
            <a:p>
              <a:endParaRPr lang="en-GR"/>
            </a:p>
          </p:txBody>
        </p:sp>
      </p:grpSp>
      <p:grpSp>
        <p:nvGrpSpPr>
          <p:cNvPr id="148" name="Group 147">
            <a:extLst>
              <a:ext uri="{FF2B5EF4-FFF2-40B4-BE49-F238E27FC236}">
                <a16:creationId xmlns:a16="http://schemas.microsoft.com/office/drawing/2014/main" id="{775EBA0B-8A36-A027-576B-859E97EB918E}"/>
              </a:ext>
            </a:extLst>
          </p:cNvPr>
          <p:cNvGrpSpPr/>
          <p:nvPr/>
        </p:nvGrpSpPr>
        <p:grpSpPr>
          <a:xfrm>
            <a:off x="5582272" y="1542000"/>
            <a:ext cx="182529" cy="151881"/>
            <a:chOff x="4430114" y="1541998"/>
            <a:chExt cx="182529" cy="151881"/>
          </a:xfrm>
        </p:grpSpPr>
        <p:sp>
          <p:nvSpPr>
            <p:cNvPr id="149" name="Freeform 121">
              <a:extLst>
                <a:ext uri="{FF2B5EF4-FFF2-40B4-BE49-F238E27FC236}">
                  <a16:creationId xmlns:a16="http://schemas.microsoft.com/office/drawing/2014/main" id="{9C4CBA98-50FA-6689-DC07-277A7D0166B9}"/>
                </a:ext>
              </a:extLst>
            </p:cNvPr>
            <p:cNvSpPr/>
            <p:nvPr/>
          </p:nvSpPr>
          <p:spPr>
            <a:xfrm>
              <a:off x="4474333" y="1584280"/>
              <a:ext cx="30905" cy="30912"/>
            </a:xfrm>
            <a:custGeom>
              <a:avLst/>
              <a:gdLst>
                <a:gd name="connsiteX0" fmla="*/ 17454 w 34905"/>
                <a:gd name="connsiteY0" fmla="*/ 34914 h 34914"/>
                <a:gd name="connsiteX1" fmla="*/ 34905 w 34905"/>
                <a:gd name="connsiteY1" fmla="*/ 17457 h 34914"/>
                <a:gd name="connsiteX2" fmla="*/ 17454 w 34905"/>
                <a:gd name="connsiteY2" fmla="*/ 0 h 34914"/>
                <a:gd name="connsiteX3" fmla="*/ 0 w 34905"/>
                <a:gd name="connsiteY3" fmla="*/ 17457 h 34914"/>
                <a:gd name="connsiteX4" fmla="*/ 17454 w 34905"/>
                <a:gd name="connsiteY4" fmla="*/ 34914 h 34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05" h="34914">
                  <a:moveTo>
                    <a:pt x="17454" y="34914"/>
                  </a:moveTo>
                  <a:cubicBezTo>
                    <a:pt x="27107" y="34914"/>
                    <a:pt x="34905" y="27111"/>
                    <a:pt x="34905" y="17457"/>
                  </a:cubicBezTo>
                  <a:cubicBezTo>
                    <a:pt x="34905" y="7803"/>
                    <a:pt x="27107" y="0"/>
                    <a:pt x="17454" y="0"/>
                  </a:cubicBezTo>
                  <a:cubicBezTo>
                    <a:pt x="7798" y="0"/>
                    <a:pt x="0" y="7803"/>
                    <a:pt x="0" y="17457"/>
                  </a:cubicBezTo>
                  <a:cubicBezTo>
                    <a:pt x="0" y="27111"/>
                    <a:pt x="7798" y="34914"/>
                    <a:pt x="17454" y="34914"/>
                  </a:cubicBezTo>
                  <a:close/>
                </a:path>
              </a:pathLst>
            </a:custGeom>
            <a:solidFill>
              <a:srgbClr val="007B85"/>
            </a:solidFill>
            <a:ln w="3646" cap="flat">
              <a:noFill/>
              <a:prstDash val="solid"/>
              <a:miter/>
            </a:ln>
          </p:spPr>
          <p:txBody>
            <a:bodyPr rtlCol="0" anchor="ctr"/>
            <a:lstStyle/>
            <a:p>
              <a:endParaRPr lang="en-GR"/>
            </a:p>
          </p:txBody>
        </p:sp>
        <p:sp>
          <p:nvSpPr>
            <p:cNvPr id="150" name="Freeform 122">
              <a:extLst>
                <a:ext uri="{FF2B5EF4-FFF2-40B4-BE49-F238E27FC236}">
                  <a16:creationId xmlns:a16="http://schemas.microsoft.com/office/drawing/2014/main" id="{B26464A9-74A9-CC0A-3056-E1E488000529}"/>
                </a:ext>
              </a:extLst>
            </p:cNvPr>
            <p:cNvSpPr/>
            <p:nvPr/>
          </p:nvSpPr>
          <p:spPr>
            <a:xfrm>
              <a:off x="4464644" y="1619390"/>
              <a:ext cx="50361" cy="25606"/>
            </a:xfrm>
            <a:custGeom>
              <a:avLst/>
              <a:gdLst>
                <a:gd name="connsiteX0" fmla="*/ 7755 w 56880"/>
                <a:gd name="connsiteY0" fmla="*/ 28921 h 28921"/>
                <a:gd name="connsiteX1" fmla="*/ 49126 w 56880"/>
                <a:gd name="connsiteY1" fmla="*/ 28921 h 28921"/>
                <a:gd name="connsiteX2" fmla="*/ 56881 w 56880"/>
                <a:gd name="connsiteY2" fmla="*/ 23790 h 28921"/>
                <a:gd name="connsiteX3" fmla="*/ 56881 w 56880"/>
                <a:gd name="connsiteY3" fmla="*/ 17067 h 28921"/>
                <a:gd name="connsiteX4" fmla="*/ 28439 w 56880"/>
                <a:gd name="connsiteY4" fmla="*/ 0 h 28921"/>
                <a:gd name="connsiteX5" fmla="*/ 0 w 56880"/>
                <a:gd name="connsiteY5" fmla="*/ 17067 h 28921"/>
                <a:gd name="connsiteX6" fmla="*/ 0 w 56880"/>
                <a:gd name="connsiteY6" fmla="*/ 23877 h 28921"/>
                <a:gd name="connsiteX7" fmla="*/ 7755 w 56880"/>
                <a:gd name="connsiteY7" fmla="*/ 28921 h 28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80" h="28921">
                  <a:moveTo>
                    <a:pt x="7755" y="28921"/>
                  </a:moveTo>
                  <a:lnTo>
                    <a:pt x="49126" y="28921"/>
                  </a:lnTo>
                  <a:cubicBezTo>
                    <a:pt x="53476" y="28662"/>
                    <a:pt x="56837" y="26461"/>
                    <a:pt x="56881" y="23790"/>
                  </a:cubicBezTo>
                  <a:lnTo>
                    <a:pt x="56881" y="17067"/>
                  </a:lnTo>
                  <a:cubicBezTo>
                    <a:pt x="56881" y="7628"/>
                    <a:pt x="44127" y="0"/>
                    <a:pt x="28439" y="0"/>
                  </a:cubicBezTo>
                  <a:cubicBezTo>
                    <a:pt x="12754" y="0"/>
                    <a:pt x="0" y="7628"/>
                    <a:pt x="0" y="17067"/>
                  </a:cubicBezTo>
                  <a:lnTo>
                    <a:pt x="0" y="23877"/>
                  </a:lnTo>
                  <a:cubicBezTo>
                    <a:pt x="84" y="26505"/>
                    <a:pt x="3445" y="28662"/>
                    <a:pt x="7755" y="28921"/>
                  </a:cubicBezTo>
                  <a:close/>
                </a:path>
              </a:pathLst>
            </a:custGeom>
            <a:solidFill>
              <a:srgbClr val="007B85"/>
            </a:solidFill>
            <a:ln w="3646" cap="flat">
              <a:noFill/>
              <a:prstDash val="solid"/>
              <a:miter/>
            </a:ln>
          </p:spPr>
          <p:txBody>
            <a:bodyPr rtlCol="0" anchor="ctr"/>
            <a:lstStyle/>
            <a:p>
              <a:endParaRPr lang="en-GR"/>
            </a:p>
          </p:txBody>
        </p:sp>
        <p:sp>
          <p:nvSpPr>
            <p:cNvPr id="151" name="Freeform 123">
              <a:extLst>
                <a:ext uri="{FF2B5EF4-FFF2-40B4-BE49-F238E27FC236}">
                  <a16:creationId xmlns:a16="http://schemas.microsoft.com/office/drawing/2014/main" id="{842721FB-E75A-B5F8-B357-FD45C2C17282}"/>
                </a:ext>
              </a:extLst>
            </p:cNvPr>
            <p:cNvSpPr/>
            <p:nvPr/>
          </p:nvSpPr>
          <p:spPr>
            <a:xfrm>
              <a:off x="4537364" y="1584280"/>
              <a:ext cx="30905" cy="30912"/>
            </a:xfrm>
            <a:custGeom>
              <a:avLst/>
              <a:gdLst>
                <a:gd name="connsiteX0" fmla="*/ 34905 w 34905"/>
                <a:gd name="connsiteY0" fmla="*/ 17457 h 34914"/>
                <a:gd name="connsiteX1" fmla="*/ 17454 w 34905"/>
                <a:gd name="connsiteY1" fmla="*/ 34914 h 34914"/>
                <a:gd name="connsiteX2" fmla="*/ 0 w 34905"/>
                <a:gd name="connsiteY2" fmla="*/ 17457 h 34914"/>
                <a:gd name="connsiteX3" fmla="*/ 17454 w 34905"/>
                <a:gd name="connsiteY3" fmla="*/ 0 h 34914"/>
                <a:gd name="connsiteX4" fmla="*/ 34905 w 34905"/>
                <a:gd name="connsiteY4" fmla="*/ 17457 h 34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05" h="34914">
                  <a:moveTo>
                    <a:pt x="34905" y="17457"/>
                  </a:moveTo>
                  <a:cubicBezTo>
                    <a:pt x="34905" y="27111"/>
                    <a:pt x="27107" y="34914"/>
                    <a:pt x="17454" y="34914"/>
                  </a:cubicBezTo>
                  <a:cubicBezTo>
                    <a:pt x="7798" y="34914"/>
                    <a:pt x="0" y="27111"/>
                    <a:pt x="0" y="17457"/>
                  </a:cubicBezTo>
                  <a:cubicBezTo>
                    <a:pt x="0" y="7803"/>
                    <a:pt x="7798" y="0"/>
                    <a:pt x="17454" y="0"/>
                  </a:cubicBezTo>
                  <a:cubicBezTo>
                    <a:pt x="27107" y="0"/>
                    <a:pt x="34905" y="7803"/>
                    <a:pt x="34905" y="17457"/>
                  </a:cubicBezTo>
                  <a:close/>
                </a:path>
              </a:pathLst>
            </a:custGeom>
            <a:solidFill>
              <a:srgbClr val="007B85"/>
            </a:solidFill>
            <a:ln w="3646" cap="flat">
              <a:noFill/>
              <a:prstDash val="solid"/>
              <a:miter/>
            </a:ln>
          </p:spPr>
          <p:txBody>
            <a:bodyPr rtlCol="0" anchor="ctr"/>
            <a:lstStyle/>
            <a:p>
              <a:endParaRPr lang="en-GR"/>
            </a:p>
          </p:txBody>
        </p:sp>
        <p:sp>
          <p:nvSpPr>
            <p:cNvPr id="152" name="Freeform 124">
              <a:extLst>
                <a:ext uri="{FF2B5EF4-FFF2-40B4-BE49-F238E27FC236}">
                  <a16:creationId xmlns:a16="http://schemas.microsoft.com/office/drawing/2014/main" id="{B1F3EE93-3853-392B-BAE0-AE915448DC17}"/>
                </a:ext>
              </a:extLst>
            </p:cNvPr>
            <p:cNvSpPr/>
            <p:nvPr/>
          </p:nvSpPr>
          <p:spPr>
            <a:xfrm>
              <a:off x="4527674" y="1619390"/>
              <a:ext cx="50361" cy="25606"/>
            </a:xfrm>
            <a:custGeom>
              <a:avLst/>
              <a:gdLst>
                <a:gd name="connsiteX0" fmla="*/ 7755 w 56880"/>
                <a:gd name="connsiteY0" fmla="*/ 28921 h 28921"/>
                <a:gd name="connsiteX1" fmla="*/ 49126 w 56880"/>
                <a:gd name="connsiteY1" fmla="*/ 28921 h 28921"/>
                <a:gd name="connsiteX2" fmla="*/ 56881 w 56880"/>
                <a:gd name="connsiteY2" fmla="*/ 23790 h 28921"/>
                <a:gd name="connsiteX3" fmla="*/ 56881 w 56880"/>
                <a:gd name="connsiteY3" fmla="*/ 17067 h 28921"/>
                <a:gd name="connsiteX4" fmla="*/ 28439 w 56880"/>
                <a:gd name="connsiteY4" fmla="*/ 0 h 28921"/>
                <a:gd name="connsiteX5" fmla="*/ 0 w 56880"/>
                <a:gd name="connsiteY5" fmla="*/ 17067 h 28921"/>
                <a:gd name="connsiteX6" fmla="*/ 0 w 56880"/>
                <a:gd name="connsiteY6" fmla="*/ 23877 h 28921"/>
                <a:gd name="connsiteX7" fmla="*/ 7755 w 56880"/>
                <a:gd name="connsiteY7" fmla="*/ 28921 h 28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80" h="28921">
                  <a:moveTo>
                    <a:pt x="7755" y="28921"/>
                  </a:moveTo>
                  <a:lnTo>
                    <a:pt x="49126" y="28921"/>
                  </a:lnTo>
                  <a:cubicBezTo>
                    <a:pt x="53476" y="28662"/>
                    <a:pt x="56837" y="26461"/>
                    <a:pt x="56881" y="23790"/>
                  </a:cubicBezTo>
                  <a:lnTo>
                    <a:pt x="56881" y="17067"/>
                  </a:lnTo>
                  <a:cubicBezTo>
                    <a:pt x="56881" y="7628"/>
                    <a:pt x="44127" y="0"/>
                    <a:pt x="28439" y="0"/>
                  </a:cubicBezTo>
                  <a:cubicBezTo>
                    <a:pt x="12754" y="0"/>
                    <a:pt x="0" y="7628"/>
                    <a:pt x="0" y="17067"/>
                  </a:cubicBezTo>
                  <a:lnTo>
                    <a:pt x="0" y="23877"/>
                  </a:lnTo>
                  <a:cubicBezTo>
                    <a:pt x="84" y="26505"/>
                    <a:pt x="3445" y="28662"/>
                    <a:pt x="7755" y="28921"/>
                  </a:cubicBezTo>
                  <a:close/>
                </a:path>
              </a:pathLst>
            </a:custGeom>
            <a:solidFill>
              <a:srgbClr val="007B85"/>
            </a:solidFill>
            <a:ln w="3646" cap="flat">
              <a:noFill/>
              <a:prstDash val="solid"/>
              <a:miter/>
            </a:ln>
          </p:spPr>
          <p:txBody>
            <a:bodyPr rtlCol="0" anchor="ctr"/>
            <a:lstStyle/>
            <a:p>
              <a:endParaRPr lang="en-GR"/>
            </a:p>
          </p:txBody>
        </p:sp>
        <p:sp>
          <p:nvSpPr>
            <p:cNvPr id="153" name="Freeform 125">
              <a:extLst>
                <a:ext uri="{FF2B5EF4-FFF2-40B4-BE49-F238E27FC236}">
                  <a16:creationId xmlns:a16="http://schemas.microsoft.com/office/drawing/2014/main" id="{819814F3-15CC-336D-FA26-36FF4B7C9D7D}"/>
                </a:ext>
              </a:extLst>
            </p:cNvPr>
            <p:cNvSpPr/>
            <p:nvPr/>
          </p:nvSpPr>
          <p:spPr>
            <a:xfrm>
              <a:off x="4430114" y="1541998"/>
              <a:ext cx="182529" cy="151881"/>
            </a:xfrm>
            <a:custGeom>
              <a:avLst/>
              <a:gdLst>
                <a:gd name="connsiteX0" fmla="*/ 48134 w 206157"/>
                <a:gd name="connsiteY0" fmla="*/ 88 h 171541"/>
                <a:gd name="connsiteX1" fmla="*/ 155305 w 206157"/>
                <a:gd name="connsiteY1" fmla="*/ 0 h 171541"/>
                <a:gd name="connsiteX2" fmla="*/ 206158 w 206157"/>
                <a:gd name="connsiteY2" fmla="*/ 29739 h 171541"/>
                <a:gd name="connsiteX3" fmla="*/ 206158 w 206157"/>
                <a:gd name="connsiteY3" fmla="*/ 124561 h 171541"/>
                <a:gd name="connsiteX4" fmla="*/ 158020 w 206157"/>
                <a:gd name="connsiteY4" fmla="*/ 154216 h 171541"/>
                <a:gd name="connsiteX5" fmla="*/ 137551 w 206157"/>
                <a:gd name="connsiteY5" fmla="*/ 154216 h 171541"/>
                <a:gd name="connsiteX6" fmla="*/ 137551 w 206157"/>
                <a:gd name="connsiteY6" fmla="*/ 171541 h 171541"/>
                <a:gd name="connsiteX7" fmla="*/ 68602 w 206157"/>
                <a:gd name="connsiteY7" fmla="*/ 171541 h 171541"/>
                <a:gd name="connsiteX8" fmla="*/ 68602 w 206157"/>
                <a:gd name="connsiteY8" fmla="*/ 154259 h 171541"/>
                <a:gd name="connsiteX9" fmla="*/ 50849 w 206157"/>
                <a:gd name="connsiteY9" fmla="*/ 154259 h 171541"/>
                <a:gd name="connsiteX10" fmla="*/ 0 w 206157"/>
                <a:gd name="connsiteY10" fmla="*/ 124517 h 171541"/>
                <a:gd name="connsiteX11" fmla="*/ 0 w 206157"/>
                <a:gd name="connsiteY11" fmla="*/ 29739 h 171541"/>
                <a:gd name="connsiteX12" fmla="*/ 48134 w 206157"/>
                <a:gd name="connsiteY12" fmla="*/ 88 h 171541"/>
                <a:gd name="connsiteX13" fmla="*/ 21804 w 206157"/>
                <a:gd name="connsiteY13" fmla="*/ 133569 h 171541"/>
                <a:gd name="connsiteX14" fmla="*/ 184350 w 206157"/>
                <a:gd name="connsiteY14" fmla="*/ 133441 h 171541"/>
                <a:gd name="connsiteX15" fmla="*/ 184350 w 206157"/>
                <a:gd name="connsiteY15" fmla="*/ 20472 h 171541"/>
                <a:gd name="connsiteX16" fmla="*/ 21804 w 206157"/>
                <a:gd name="connsiteY16" fmla="*/ 20603 h 171541"/>
                <a:gd name="connsiteX17" fmla="*/ 21804 w 206157"/>
                <a:gd name="connsiteY17" fmla="*/ 133569 h 17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6157" h="171541">
                  <a:moveTo>
                    <a:pt x="48134" y="88"/>
                  </a:moveTo>
                  <a:lnTo>
                    <a:pt x="155305" y="0"/>
                  </a:lnTo>
                  <a:cubicBezTo>
                    <a:pt x="183445" y="172"/>
                    <a:pt x="206158" y="13406"/>
                    <a:pt x="206158" y="29739"/>
                  </a:cubicBezTo>
                  <a:lnTo>
                    <a:pt x="206158" y="124561"/>
                  </a:lnTo>
                  <a:cubicBezTo>
                    <a:pt x="206158" y="140335"/>
                    <a:pt x="184868" y="153223"/>
                    <a:pt x="158020" y="154216"/>
                  </a:cubicBezTo>
                  <a:lnTo>
                    <a:pt x="137551" y="154216"/>
                  </a:lnTo>
                  <a:lnTo>
                    <a:pt x="137551" y="171541"/>
                  </a:lnTo>
                  <a:lnTo>
                    <a:pt x="68602" y="171541"/>
                  </a:lnTo>
                  <a:lnTo>
                    <a:pt x="68602" y="154259"/>
                  </a:lnTo>
                  <a:lnTo>
                    <a:pt x="50849" y="154259"/>
                  </a:lnTo>
                  <a:cubicBezTo>
                    <a:pt x="22709" y="154084"/>
                    <a:pt x="0" y="140854"/>
                    <a:pt x="0" y="124517"/>
                  </a:cubicBezTo>
                  <a:lnTo>
                    <a:pt x="0" y="29739"/>
                  </a:lnTo>
                  <a:cubicBezTo>
                    <a:pt x="0" y="13964"/>
                    <a:pt x="21286" y="1077"/>
                    <a:pt x="48134" y="88"/>
                  </a:cubicBezTo>
                  <a:close/>
                  <a:moveTo>
                    <a:pt x="21804" y="133569"/>
                  </a:moveTo>
                  <a:lnTo>
                    <a:pt x="184350" y="133441"/>
                  </a:lnTo>
                  <a:lnTo>
                    <a:pt x="184350" y="20472"/>
                  </a:lnTo>
                  <a:lnTo>
                    <a:pt x="21804" y="20603"/>
                  </a:lnTo>
                  <a:lnTo>
                    <a:pt x="21804" y="133569"/>
                  </a:lnTo>
                  <a:close/>
                </a:path>
              </a:pathLst>
            </a:custGeom>
            <a:solidFill>
              <a:srgbClr val="007B85"/>
            </a:solidFill>
            <a:ln w="3646" cap="flat">
              <a:noFill/>
              <a:prstDash val="solid"/>
              <a:miter/>
            </a:ln>
          </p:spPr>
          <p:txBody>
            <a:bodyPr rtlCol="0" anchor="ctr"/>
            <a:lstStyle/>
            <a:p>
              <a:endParaRPr lang="en-GR"/>
            </a:p>
          </p:txBody>
        </p:sp>
      </p:grpSp>
      <p:grpSp>
        <p:nvGrpSpPr>
          <p:cNvPr id="154" name="Group 153">
            <a:extLst>
              <a:ext uri="{FF2B5EF4-FFF2-40B4-BE49-F238E27FC236}">
                <a16:creationId xmlns:a16="http://schemas.microsoft.com/office/drawing/2014/main" id="{686AC199-7BEE-7B14-C17C-7C73D5A2057C}"/>
              </a:ext>
            </a:extLst>
          </p:cNvPr>
          <p:cNvGrpSpPr/>
          <p:nvPr/>
        </p:nvGrpSpPr>
        <p:grpSpPr>
          <a:xfrm>
            <a:off x="5908603" y="1525843"/>
            <a:ext cx="193860" cy="184249"/>
            <a:chOff x="4756447" y="1525841"/>
            <a:chExt cx="193860" cy="184249"/>
          </a:xfrm>
        </p:grpSpPr>
        <p:sp>
          <p:nvSpPr>
            <p:cNvPr id="155" name="Freeform 126">
              <a:extLst>
                <a:ext uri="{FF2B5EF4-FFF2-40B4-BE49-F238E27FC236}">
                  <a16:creationId xmlns:a16="http://schemas.microsoft.com/office/drawing/2014/main" id="{B5FFB0A2-0224-EC20-69B9-1AD1F4C96BD1}"/>
                </a:ext>
              </a:extLst>
            </p:cNvPr>
            <p:cNvSpPr/>
            <p:nvPr/>
          </p:nvSpPr>
          <p:spPr>
            <a:xfrm>
              <a:off x="4756447" y="1525841"/>
              <a:ext cx="183582" cy="184249"/>
            </a:xfrm>
            <a:custGeom>
              <a:avLst/>
              <a:gdLst>
                <a:gd name="connsiteX0" fmla="*/ 190407 w 207346"/>
                <a:gd name="connsiteY0" fmla="*/ 1299 h 208099"/>
                <a:gd name="connsiteX1" fmla="*/ 202519 w 207346"/>
                <a:gd name="connsiteY1" fmla="*/ 4632 h 208099"/>
                <a:gd name="connsiteX2" fmla="*/ 202567 w 207346"/>
                <a:gd name="connsiteY2" fmla="*/ 4723 h 208099"/>
                <a:gd name="connsiteX3" fmla="*/ 206256 w 207346"/>
                <a:gd name="connsiteY3" fmla="*/ 16702 h 208099"/>
                <a:gd name="connsiteX4" fmla="*/ 16995 w 207346"/>
                <a:gd name="connsiteY4" fmla="*/ 206674 h 208099"/>
                <a:gd name="connsiteX5" fmla="*/ 16903 w 207346"/>
                <a:gd name="connsiteY5" fmla="*/ 206809 h 208099"/>
                <a:gd name="connsiteX6" fmla="*/ 4791 w 207346"/>
                <a:gd name="connsiteY6" fmla="*/ 203477 h 208099"/>
                <a:gd name="connsiteX7" fmla="*/ 1190 w 207346"/>
                <a:gd name="connsiteY7" fmla="*/ 191363 h 208099"/>
                <a:gd name="connsiteX8" fmla="*/ 15823 w 207346"/>
                <a:gd name="connsiteY8" fmla="*/ 176680 h 208099"/>
                <a:gd name="connsiteX9" fmla="*/ 12896 w 207346"/>
                <a:gd name="connsiteY9" fmla="*/ 175330 h 208099"/>
                <a:gd name="connsiteX10" fmla="*/ 1909 w 207346"/>
                <a:gd name="connsiteY10" fmla="*/ 160329 h 208099"/>
                <a:gd name="connsiteX11" fmla="*/ 1909 w 207346"/>
                <a:gd name="connsiteY11" fmla="*/ 100337 h 208099"/>
                <a:gd name="connsiteX12" fmla="*/ 91834 w 207346"/>
                <a:gd name="connsiteY12" fmla="*/ 100337 h 208099"/>
                <a:gd name="connsiteX13" fmla="*/ 118944 w 207346"/>
                <a:gd name="connsiteY13" fmla="*/ 73091 h 208099"/>
                <a:gd name="connsiteX14" fmla="*/ 1865 w 207346"/>
                <a:gd name="connsiteY14" fmla="*/ 73091 h 208099"/>
                <a:gd name="connsiteX15" fmla="*/ 1865 w 207346"/>
                <a:gd name="connsiteY15" fmla="*/ 63182 h 208099"/>
                <a:gd name="connsiteX16" fmla="*/ 47075 w 207346"/>
                <a:gd name="connsiteY16" fmla="*/ 37013 h 208099"/>
                <a:gd name="connsiteX17" fmla="*/ 154834 w 207346"/>
                <a:gd name="connsiteY17" fmla="*/ 37013 h 208099"/>
                <a:gd name="connsiteX18" fmla="*/ 190407 w 207346"/>
                <a:gd name="connsiteY18" fmla="*/ 1299 h 208099"/>
                <a:gd name="connsiteX19" fmla="*/ 23118 w 207346"/>
                <a:gd name="connsiteY19" fmla="*/ 162851 h 208099"/>
                <a:gd name="connsiteX20" fmla="*/ 29468 w 207346"/>
                <a:gd name="connsiteY20" fmla="*/ 162851 h 208099"/>
                <a:gd name="connsiteX21" fmla="*/ 29468 w 207346"/>
                <a:gd name="connsiteY21" fmla="*/ 162898 h 208099"/>
                <a:gd name="connsiteX22" fmla="*/ 41583 w 207346"/>
                <a:gd name="connsiteY22" fmla="*/ 150737 h 208099"/>
                <a:gd name="connsiteX23" fmla="*/ 23118 w 207346"/>
                <a:gd name="connsiteY23" fmla="*/ 150737 h 208099"/>
                <a:gd name="connsiteX24" fmla="*/ 23118 w 207346"/>
                <a:gd name="connsiteY24" fmla="*/ 162851 h 208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7346" h="208099">
                  <a:moveTo>
                    <a:pt x="190407" y="1299"/>
                  </a:moveTo>
                  <a:cubicBezTo>
                    <a:pt x="193155" y="-1449"/>
                    <a:pt x="198333" y="398"/>
                    <a:pt x="202519" y="4632"/>
                  </a:cubicBezTo>
                  <a:lnTo>
                    <a:pt x="202567" y="4723"/>
                  </a:lnTo>
                  <a:cubicBezTo>
                    <a:pt x="206979" y="9135"/>
                    <a:pt x="208643" y="14136"/>
                    <a:pt x="206256" y="16702"/>
                  </a:cubicBezTo>
                  <a:lnTo>
                    <a:pt x="16995" y="206674"/>
                  </a:lnTo>
                  <a:cubicBezTo>
                    <a:pt x="16951" y="206718"/>
                    <a:pt x="16903" y="206809"/>
                    <a:pt x="16903" y="206809"/>
                  </a:cubicBezTo>
                  <a:cubicBezTo>
                    <a:pt x="14159" y="209558"/>
                    <a:pt x="8981" y="207667"/>
                    <a:pt x="4791" y="203477"/>
                  </a:cubicBezTo>
                  <a:cubicBezTo>
                    <a:pt x="288" y="198973"/>
                    <a:pt x="-1332" y="193885"/>
                    <a:pt x="1190" y="191363"/>
                  </a:cubicBezTo>
                  <a:lnTo>
                    <a:pt x="15823" y="176680"/>
                  </a:lnTo>
                  <a:cubicBezTo>
                    <a:pt x="14834" y="176228"/>
                    <a:pt x="13798" y="175823"/>
                    <a:pt x="12896" y="175330"/>
                  </a:cubicBezTo>
                  <a:cubicBezTo>
                    <a:pt x="6142" y="171501"/>
                    <a:pt x="1909" y="166231"/>
                    <a:pt x="1909" y="160329"/>
                  </a:cubicBezTo>
                  <a:lnTo>
                    <a:pt x="1909" y="100337"/>
                  </a:lnTo>
                  <a:lnTo>
                    <a:pt x="91834" y="100337"/>
                  </a:lnTo>
                  <a:lnTo>
                    <a:pt x="118944" y="73091"/>
                  </a:lnTo>
                  <a:lnTo>
                    <a:pt x="1865" y="73091"/>
                  </a:lnTo>
                  <a:lnTo>
                    <a:pt x="1865" y="63182"/>
                  </a:lnTo>
                  <a:cubicBezTo>
                    <a:pt x="1865" y="43024"/>
                    <a:pt x="32055" y="37013"/>
                    <a:pt x="47075" y="37013"/>
                  </a:cubicBezTo>
                  <a:lnTo>
                    <a:pt x="154834" y="37013"/>
                  </a:lnTo>
                  <a:lnTo>
                    <a:pt x="190407" y="1299"/>
                  </a:lnTo>
                  <a:close/>
                  <a:moveTo>
                    <a:pt x="23118" y="162851"/>
                  </a:moveTo>
                  <a:lnTo>
                    <a:pt x="29468" y="162851"/>
                  </a:lnTo>
                  <a:lnTo>
                    <a:pt x="29468" y="162898"/>
                  </a:lnTo>
                  <a:lnTo>
                    <a:pt x="41583" y="150737"/>
                  </a:lnTo>
                  <a:lnTo>
                    <a:pt x="23118" y="150737"/>
                  </a:lnTo>
                  <a:cubicBezTo>
                    <a:pt x="18739" y="150850"/>
                    <a:pt x="18750" y="162742"/>
                    <a:pt x="23118" y="162851"/>
                  </a:cubicBezTo>
                  <a:close/>
                </a:path>
              </a:pathLst>
            </a:custGeom>
            <a:solidFill>
              <a:srgbClr val="007B85"/>
            </a:solidFill>
            <a:ln w="3646" cap="flat">
              <a:noFill/>
              <a:prstDash val="solid"/>
              <a:miter/>
            </a:ln>
          </p:spPr>
          <p:txBody>
            <a:bodyPr rtlCol="0" anchor="ctr"/>
            <a:lstStyle/>
            <a:p>
              <a:endParaRPr lang="en-GR"/>
            </a:p>
          </p:txBody>
        </p:sp>
        <p:sp>
          <p:nvSpPr>
            <p:cNvPr id="156" name="Freeform 127">
              <a:extLst>
                <a:ext uri="{FF2B5EF4-FFF2-40B4-BE49-F238E27FC236}">
                  <a16:creationId xmlns:a16="http://schemas.microsoft.com/office/drawing/2014/main" id="{924CE563-BC02-F034-7099-3B00EBABCEC5}"/>
                </a:ext>
              </a:extLst>
            </p:cNvPr>
            <p:cNvSpPr/>
            <p:nvPr/>
          </p:nvSpPr>
          <p:spPr>
            <a:xfrm>
              <a:off x="4821451" y="1614601"/>
              <a:ext cx="128817" cy="71578"/>
            </a:xfrm>
            <a:custGeom>
              <a:avLst/>
              <a:gdLst>
                <a:gd name="connsiteX0" fmla="*/ 30168 w 145492"/>
                <a:gd name="connsiteY0" fmla="*/ 50579 h 80843"/>
                <a:gd name="connsiteX1" fmla="*/ 29807 w 145492"/>
                <a:gd name="connsiteY1" fmla="*/ 62602 h 80843"/>
                <a:gd name="connsiteX2" fmla="*/ 18192 w 145492"/>
                <a:gd name="connsiteY2" fmla="*/ 62602 h 80843"/>
                <a:gd name="connsiteX3" fmla="*/ 0 w 145492"/>
                <a:gd name="connsiteY3" fmla="*/ 80843 h 80843"/>
                <a:gd name="connsiteX4" fmla="*/ 109288 w 145492"/>
                <a:gd name="connsiteY4" fmla="*/ 80843 h 80843"/>
                <a:gd name="connsiteX5" fmla="*/ 136665 w 145492"/>
                <a:gd name="connsiteY5" fmla="*/ 73591 h 80843"/>
                <a:gd name="connsiteX6" fmla="*/ 145492 w 145492"/>
                <a:gd name="connsiteY6" fmla="*/ 59901 h 80843"/>
                <a:gd name="connsiteX7" fmla="*/ 145492 w 145492"/>
                <a:gd name="connsiteY7" fmla="*/ 0 h 80843"/>
                <a:gd name="connsiteX8" fmla="*/ 80557 w 145492"/>
                <a:gd name="connsiteY8" fmla="*/ 0 h 80843"/>
                <a:gd name="connsiteX9" fmla="*/ 30168 w 145492"/>
                <a:gd name="connsiteY9" fmla="*/ 50579 h 80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5492" h="80843">
                  <a:moveTo>
                    <a:pt x="30168" y="50579"/>
                  </a:moveTo>
                  <a:cubicBezTo>
                    <a:pt x="34029" y="51488"/>
                    <a:pt x="34186" y="62492"/>
                    <a:pt x="29807" y="62602"/>
                  </a:cubicBezTo>
                  <a:lnTo>
                    <a:pt x="18192" y="62602"/>
                  </a:lnTo>
                  <a:lnTo>
                    <a:pt x="0" y="80843"/>
                  </a:lnTo>
                  <a:lnTo>
                    <a:pt x="109288" y="80843"/>
                  </a:lnTo>
                  <a:cubicBezTo>
                    <a:pt x="120228" y="80843"/>
                    <a:pt x="130001" y="78007"/>
                    <a:pt x="136665" y="73591"/>
                  </a:cubicBezTo>
                  <a:cubicBezTo>
                    <a:pt x="142161" y="69898"/>
                    <a:pt x="145492" y="65124"/>
                    <a:pt x="145492" y="59901"/>
                  </a:cubicBezTo>
                  <a:lnTo>
                    <a:pt x="145492" y="0"/>
                  </a:lnTo>
                  <a:lnTo>
                    <a:pt x="80557" y="0"/>
                  </a:lnTo>
                  <a:lnTo>
                    <a:pt x="30168" y="50579"/>
                  </a:lnTo>
                  <a:close/>
                </a:path>
              </a:pathLst>
            </a:custGeom>
            <a:solidFill>
              <a:srgbClr val="007B85"/>
            </a:solidFill>
            <a:ln w="3646" cap="flat">
              <a:noFill/>
              <a:prstDash val="solid"/>
              <a:miter/>
            </a:ln>
          </p:spPr>
          <p:txBody>
            <a:bodyPr rtlCol="0" anchor="ctr"/>
            <a:lstStyle/>
            <a:p>
              <a:endParaRPr lang="en-GR"/>
            </a:p>
          </p:txBody>
        </p:sp>
        <p:sp>
          <p:nvSpPr>
            <p:cNvPr id="157" name="Freeform 128">
              <a:extLst>
                <a:ext uri="{FF2B5EF4-FFF2-40B4-BE49-F238E27FC236}">
                  <a16:creationId xmlns:a16="http://schemas.microsoft.com/office/drawing/2014/main" id="{D81B8CAC-3B89-C548-FAFD-AC051ECC4253}"/>
                </a:ext>
              </a:extLst>
            </p:cNvPr>
            <p:cNvSpPr/>
            <p:nvPr/>
          </p:nvSpPr>
          <p:spPr>
            <a:xfrm>
              <a:off x="4916818" y="1566707"/>
              <a:ext cx="33489" cy="23806"/>
            </a:xfrm>
            <a:custGeom>
              <a:avLst/>
              <a:gdLst>
                <a:gd name="connsiteX0" fmla="*/ 26793 w 37824"/>
                <a:gd name="connsiteY0" fmla="*/ 0 h 26888"/>
                <a:gd name="connsiteX1" fmla="*/ 37825 w 37824"/>
                <a:gd name="connsiteY1" fmla="*/ 26888 h 26888"/>
                <a:gd name="connsiteX2" fmla="*/ 0 w 37824"/>
                <a:gd name="connsiteY2" fmla="*/ 26888 h 26888"/>
                <a:gd name="connsiteX3" fmla="*/ 26793 w 37824"/>
                <a:gd name="connsiteY3" fmla="*/ 0 h 26888"/>
              </a:gdLst>
              <a:ahLst/>
              <a:cxnLst>
                <a:cxn ang="0">
                  <a:pos x="connsiteX0" y="connsiteY0"/>
                </a:cxn>
                <a:cxn ang="0">
                  <a:pos x="connsiteX1" y="connsiteY1"/>
                </a:cxn>
                <a:cxn ang="0">
                  <a:pos x="connsiteX2" y="connsiteY2"/>
                </a:cxn>
                <a:cxn ang="0">
                  <a:pos x="connsiteX3" y="connsiteY3"/>
                </a:cxn>
              </a:cxnLst>
              <a:rect l="l" t="t" r="r" b="b"/>
              <a:pathLst>
                <a:path w="37824" h="26888">
                  <a:moveTo>
                    <a:pt x="26793" y="0"/>
                  </a:moveTo>
                  <a:cubicBezTo>
                    <a:pt x="35372" y="5723"/>
                    <a:pt x="37825" y="17504"/>
                    <a:pt x="37825" y="26888"/>
                  </a:cubicBezTo>
                  <a:lnTo>
                    <a:pt x="0" y="26888"/>
                  </a:lnTo>
                  <a:lnTo>
                    <a:pt x="26793" y="0"/>
                  </a:lnTo>
                  <a:close/>
                </a:path>
              </a:pathLst>
            </a:custGeom>
            <a:solidFill>
              <a:srgbClr val="007B85"/>
            </a:solidFill>
            <a:ln w="3646" cap="flat">
              <a:noFill/>
              <a:prstDash val="solid"/>
              <a:miter/>
            </a:ln>
          </p:spPr>
          <p:txBody>
            <a:bodyPr rtlCol="0" anchor="ctr"/>
            <a:lstStyle/>
            <a:p>
              <a:endParaRPr lang="en-GR"/>
            </a:p>
          </p:txBody>
        </p:sp>
      </p:grpSp>
      <p:grpSp>
        <p:nvGrpSpPr>
          <p:cNvPr id="158" name="Group 157">
            <a:extLst>
              <a:ext uri="{FF2B5EF4-FFF2-40B4-BE49-F238E27FC236}">
                <a16:creationId xmlns:a16="http://schemas.microsoft.com/office/drawing/2014/main" id="{A9CEFF87-DB40-7DA9-6521-557F8FB4972A}"/>
              </a:ext>
            </a:extLst>
          </p:cNvPr>
          <p:cNvGrpSpPr/>
          <p:nvPr/>
        </p:nvGrpSpPr>
        <p:grpSpPr>
          <a:xfrm>
            <a:off x="6241397" y="1532306"/>
            <a:ext cx="193860" cy="176983"/>
            <a:chOff x="5089241" y="1532304"/>
            <a:chExt cx="193860" cy="176983"/>
          </a:xfrm>
        </p:grpSpPr>
        <p:sp>
          <p:nvSpPr>
            <p:cNvPr id="159" name="Freeform 129">
              <a:extLst>
                <a:ext uri="{FF2B5EF4-FFF2-40B4-BE49-F238E27FC236}">
                  <a16:creationId xmlns:a16="http://schemas.microsoft.com/office/drawing/2014/main" id="{E6254E5F-12D2-F7E2-13DF-E58757951FA4}"/>
                </a:ext>
              </a:extLst>
            </p:cNvPr>
            <p:cNvSpPr/>
            <p:nvPr/>
          </p:nvSpPr>
          <p:spPr>
            <a:xfrm>
              <a:off x="5128821" y="1591638"/>
              <a:ext cx="29925" cy="17269"/>
            </a:xfrm>
            <a:custGeom>
              <a:avLst/>
              <a:gdLst>
                <a:gd name="connsiteX0" fmla="*/ 16900 w 33799"/>
                <a:gd name="connsiteY0" fmla="*/ 19505 h 19504"/>
                <a:gd name="connsiteX1" fmla="*/ 33799 w 33799"/>
                <a:gd name="connsiteY1" fmla="*/ 9752 h 19504"/>
                <a:gd name="connsiteX2" fmla="*/ 16900 w 33799"/>
                <a:gd name="connsiteY2" fmla="*/ 0 h 19504"/>
                <a:gd name="connsiteX3" fmla="*/ 0 w 33799"/>
                <a:gd name="connsiteY3" fmla="*/ 9752 h 19504"/>
                <a:gd name="connsiteX4" fmla="*/ 16900 w 33799"/>
                <a:gd name="connsiteY4" fmla="*/ 19505 h 19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99" h="19504">
                  <a:moveTo>
                    <a:pt x="16900" y="19505"/>
                  </a:moveTo>
                  <a:cubicBezTo>
                    <a:pt x="26249" y="19505"/>
                    <a:pt x="33799" y="15103"/>
                    <a:pt x="33799" y="9752"/>
                  </a:cubicBezTo>
                  <a:cubicBezTo>
                    <a:pt x="33799" y="4402"/>
                    <a:pt x="26249" y="0"/>
                    <a:pt x="16900" y="0"/>
                  </a:cubicBezTo>
                  <a:cubicBezTo>
                    <a:pt x="7547" y="0"/>
                    <a:pt x="0" y="4402"/>
                    <a:pt x="0" y="9752"/>
                  </a:cubicBezTo>
                  <a:cubicBezTo>
                    <a:pt x="0" y="15103"/>
                    <a:pt x="7547" y="19505"/>
                    <a:pt x="16900" y="19505"/>
                  </a:cubicBezTo>
                  <a:close/>
                </a:path>
              </a:pathLst>
            </a:custGeom>
            <a:solidFill>
              <a:srgbClr val="007B85"/>
            </a:solidFill>
            <a:ln w="3646" cap="flat">
              <a:noFill/>
              <a:prstDash val="solid"/>
              <a:miter/>
            </a:ln>
          </p:spPr>
          <p:txBody>
            <a:bodyPr rtlCol="0" anchor="ctr"/>
            <a:lstStyle/>
            <a:p>
              <a:endParaRPr lang="en-GR"/>
            </a:p>
          </p:txBody>
        </p:sp>
        <p:sp>
          <p:nvSpPr>
            <p:cNvPr id="160" name="Freeform 130">
              <a:extLst>
                <a:ext uri="{FF2B5EF4-FFF2-40B4-BE49-F238E27FC236}">
                  <a16:creationId xmlns:a16="http://schemas.microsoft.com/office/drawing/2014/main" id="{553F2231-C7E1-E601-E4B7-974A543D7A15}"/>
                </a:ext>
              </a:extLst>
            </p:cNvPr>
            <p:cNvSpPr/>
            <p:nvPr/>
          </p:nvSpPr>
          <p:spPr>
            <a:xfrm>
              <a:off x="5171186" y="1591638"/>
              <a:ext cx="29925" cy="17269"/>
            </a:xfrm>
            <a:custGeom>
              <a:avLst/>
              <a:gdLst>
                <a:gd name="connsiteX0" fmla="*/ 33799 w 33799"/>
                <a:gd name="connsiteY0" fmla="*/ 9752 h 19504"/>
                <a:gd name="connsiteX1" fmla="*/ 16900 w 33799"/>
                <a:gd name="connsiteY1" fmla="*/ 19505 h 19504"/>
                <a:gd name="connsiteX2" fmla="*/ 0 w 33799"/>
                <a:gd name="connsiteY2" fmla="*/ 9752 h 19504"/>
                <a:gd name="connsiteX3" fmla="*/ 16900 w 33799"/>
                <a:gd name="connsiteY3" fmla="*/ 0 h 19504"/>
                <a:gd name="connsiteX4" fmla="*/ 33799 w 33799"/>
                <a:gd name="connsiteY4" fmla="*/ 9752 h 19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99" h="19504">
                  <a:moveTo>
                    <a:pt x="33799" y="9752"/>
                  </a:moveTo>
                  <a:cubicBezTo>
                    <a:pt x="33799" y="15103"/>
                    <a:pt x="26249" y="19505"/>
                    <a:pt x="16900" y="19505"/>
                  </a:cubicBezTo>
                  <a:cubicBezTo>
                    <a:pt x="7550" y="19505"/>
                    <a:pt x="0" y="15103"/>
                    <a:pt x="0" y="9752"/>
                  </a:cubicBezTo>
                  <a:cubicBezTo>
                    <a:pt x="0" y="4402"/>
                    <a:pt x="7550" y="0"/>
                    <a:pt x="16900" y="0"/>
                  </a:cubicBezTo>
                  <a:cubicBezTo>
                    <a:pt x="26249" y="0"/>
                    <a:pt x="33799" y="4402"/>
                    <a:pt x="33799" y="9752"/>
                  </a:cubicBezTo>
                  <a:close/>
                </a:path>
              </a:pathLst>
            </a:custGeom>
            <a:solidFill>
              <a:srgbClr val="007B85"/>
            </a:solidFill>
            <a:ln w="3646" cap="flat">
              <a:noFill/>
              <a:prstDash val="solid"/>
              <a:miter/>
            </a:ln>
          </p:spPr>
          <p:txBody>
            <a:bodyPr rtlCol="0" anchor="ctr"/>
            <a:lstStyle/>
            <a:p>
              <a:endParaRPr lang="en-GR"/>
            </a:p>
          </p:txBody>
        </p:sp>
        <p:sp>
          <p:nvSpPr>
            <p:cNvPr id="161" name="Freeform 131">
              <a:extLst>
                <a:ext uri="{FF2B5EF4-FFF2-40B4-BE49-F238E27FC236}">
                  <a16:creationId xmlns:a16="http://schemas.microsoft.com/office/drawing/2014/main" id="{E51E1BA1-EDD8-0BD8-D844-5BFE8808F067}"/>
                </a:ext>
              </a:extLst>
            </p:cNvPr>
            <p:cNvSpPr/>
            <p:nvPr/>
          </p:nvSpPr>
          <p:spPr>
            <a:xfrm>
              <a:off x="5213554" y="1591638"/>
              <a:ext cx="29925" cy="17269"/>
            </a:xfrm>
            <a:custGeom>
              <a:avLst/>
              <a:gdLst>
                <a:gd name="connsiteX0" fmla="*/ 16900 w 33799"/>
                <a:gd name="connsiteY0" fmla="*/ 19505 h 19504"/>
                <a:gd name="connsiteX1" fmla="*/ 33799 w 33799"/>
                <a:gd name="connsiteY1" fmla="*/ 9752 h 19504"/>
                <a:gd name="connsiteX2" fmla="*/ 16900 w 33799"/>
                <a:gd name="connsiteY2" fmla="*/ 0 h 19504"/>
                <a:gd name="connsiteX3" fmla="*/ 0 w 33799"/>
                <a:gd name="connsiteY3" fmla="*/ 9752 h 19504"/>
                <a:gd name="connsiteX4" fmla="*/ 16900 w 33799"/>
                <a:gd name="connsiteY4" fmla="*/ 19505 h 19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99" h="19504">
                  <a:moveTo>
                    <a:pt x="16900" y="19505"/>
                  </a:moveTo>
                  <a:cubicBezTo>
                    <a:pt x="26249" y="19505"/>
                    <a:pt x="33799" y="15103"/>
                    <a:pt x="33799" y="9752"/>
                  </a:cubicBezTo>
                  <a:cubicBezTo>
                    <a:pt x="33799" y="4402"/>
                    <a:pt x="26249" y="0"/>
                    <a:pt x="16900" y="0"/>
                  </a:cubicBezTo>
                  <a:cubicBezTo>
                    <a:pt x="7550" y="0"/>
                    <a:pt x="0" y="4402"/>
                    <a:pt x="0" y="9752"/>
                  </a:cubicBezTo>
                  <a:cubicBezTo>
                    <a:pt x="0" y="15103"/>
                    <a:pt x="7550" y="19505"/>
                    <a:pt x="16900" y="19505"/>
                  </a:cubicBezTo>
                  <a:close/>
                </a:path>
              </a:pathLst>
            </a:custGeom>
            <a:solidFill>
              <a:srgbClr val="007B85"/>
            </a:solidFill>
            <a:ln w="3646" cap="flat">
              <a:noFill/>
              <a:prstDash val="solid"/>
              <a:miter/>
            </a:ln>
          </p:spPr>
          <p:txBody>
            <a:bodyPr rtlCol="0" anchor="ctr"/>
            <a:lstStyle/>
            <a:p>
              <a:endParaRPr lang="en-GR"/>
            </a:p>
          </p:txBody>
        </p:sp>
        <p:sp>
          <p:nvSpPr>
            <p:cNvPr id="162" name="Freeform 132">
              <a:extLst>
                <a:ext uri="{FF2B5EF4-FFF2-40B4-BE49-F238E27FC236}">
                  <a16:creationId xmlns:a16="http://schemas.microsoft.com/office/drawing/2014/main" id="{8D966311-443B-175E-4934-5616FA8740DD}"/>
                </a:ext>
              </a:extLst>
            </p:cNvPr>
            <p:cNvSpPr/>
            <p:nvPr/>
          </p:nvSpPr>
          <p:spPr>
            <a:xfrm>
              <a:off x="5128821" y="1620996"/>
              <a:ext cx="29925" cy="17265"/>
            </a:xfrm>
            <a:custGeom>
              <a:avLst/>
              <a:gdLst>
                <a:gd name="connsiteX0" fmla="*/ 33799 w 33799"/>
                <a:gd name="connsiteY0" fmla="*/ 9749 h 19500"/>
                <a:gd name="connsiteX1" fmla="*/ 16900 w 33799"/>
                <a:gd name="connsiteY1" fmla="*/ 19501 h 19500"/>
                <a:gd name="connsiteX2" fmla="*/ 0 w 33799"/>
                <a:gd name="connsiteY2" fmla="*/ 9749 h 19500"/>
                <a:gd name="connsiteX3" fmla="*/ 16900 w 33799"/>
                <a:gd name="connsiteY3" fmla="*/ 0 h 19500"/>
                <a:gd name="connsiteX4" fmla="*/ 33799 w 33799"/>
                <a:gd name="connsiteY4" fmla="*/ 9749 h 19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99" h="19500">
                  <a:moveTo>
                    <a:pt x="33799" y="9749"/>
                  </a:moveTo>
                  <a:cubicBezTo>
                    <a:pt x="33799" y="15103"/>
                    <a:pt x="26249" y="19501"/>
                    <a:pt x="16900" y="19501"/>
                  </a:cubicBezTo>
                  <a:cubicBezTo>
                    <a:pt x="7547" y="19501"/>
                    <a:pt x="0" y="15103"/>
                    <a:pt x="0" y="9749"/>
                  </a:cubicBezTo>
                  <a:cubicBezTo>
                    <a:pt x="0" y="4398"/>
                    <a:pt x="7547" y="0"/>
                    <a:pt x="16900" y="0"/>
                  </a:cubicBezTo>
                  <a:cubicBezTo>
                    <a:pt x="26249" y="0"/>
                    <a:pt x="33799" y="4398"/>
                    <a:pt x="33799" y="9749"/>
                  </a:cubicBezTo>
                  <a:close/>
                </a:path>
              </a:pathLst>
            </a:custGeom>
            <a:solidFill>
              <a:srgbClr val="007B85"/>
            </a:solidFill>
            <a:ln w="3646" cap="flat">
              <a:noFill/>
              <a:prstDash val="solid"/>
              <a:miter/>
            </a:ln>
          </p:spPr>
          <p:txBody>
            <a:bodyPr rtlCol="0" anchor="ctr"/>
            <a:lstStyle/>
            <a:p>
              <a:endParaRPr lang="en-GR"/>
            </a:p>
          </p:txBody>
        </p:sp>
        <p:sp>
          <p:nvSpPr>
            <p:cNvPr id="163" name="Freeform 133">
              <a:extLst>
                <a:ext uri="{FF2B5EF4-FFF2-40B4-BE49-F238E27FC236}">
                  <a16:creationId xmlns:a16="http://schemas.microsoft.com/office/drawing/2014/main" id="{7E18A558-4E52-6DFE-D528-804A7905F36D}"/>
                </a:ext>
              </a:extLst>
            </p:cNvPr>
            <p:cNvSpPr/>
            <p:nvPr/>
          </p:nvSpPr>
          <p:spPr>
            <a:xfrm>
              <a:off x="5171186" y="1620996"/>
              <a:ext cx="29925" cy="17265"/>
            </a:xfrm>
            <a:custGeom>
              <a:avLst/>
              <a:gdLst>
                <a:gd name="connsiteX0" fmla="*/ 16900 w 33799"/>
                <a:gd name="connsiteY0" fmla="*/ 19501 h 19500"/>
                <a:gd name="connsiteX1" fmla="*/ 33799 w 33799"/>
                <a:gd name="connsiteY1" fmla="*/ 9749 h 19500"/>
                <a:gd name="connsiteX2" fmla="*/ 16900 w 33799"/>
                <a:gd name="connsiteY2" fmla="*/ 0 h 19500"/>
                <a:gd name="connsiteX3" fmla="*/ 0 w 33799"/>
                <a:gd name="connsiteY3" fmla="*/ 9749 h 19500"/>
                <a:gd name="connsiteX4" fmla="*/ 16900 w 33799"/>
                <a:gd name="connsiteY4" fmla="*/ 19501 h 19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99" h="19500">
                  <a:moveTo>
                    <a:pt x="16900" y="19501"/>
                  </a:moveTo>
                  <a:cubicBezTo>
                    <a:pt x="26249" y="19501"/>
                    <a:pt x="33799" y="15103"/>
                    <a:pt x="33799" y="9749"/>
                  </a:cubicBezTo>
                  <a:cubicBezTo>
                    <a:pt x="33799" y="4398"/>
                    <a:pt x="26249" y="0"/>
                    <a:pt x="16900" y="0"/>
                  </a:cubicBezTo>
                  <a:cubicBezTo>
                    <a:pt x="7550" y="0"/>
                    <a:pt x="0" y="4398"/>
                    <a:pt x="0" y="9749"/>
                  </a:cubicBezTo>
                  <a:cubicBezTo>
                    <a:pt x="0" y="15103"/>
                    <a:pt x="7550" y="19501"/>
                    <a:pt x="16900" y="19501"/>
                  </a:cubicBezTo>
                  <a:close/>
                </a:path>
              </a:pathLst>
            </a:custGeom>
            <a:solidFill>
              <a:srgbClr val="007B85"/>
            </a:solidFill>
            <a:ln w="3646" cap="flat">
              <a:noFill/>
              <a:prstDash val="solid"/>
              <a:miter/>
            </a:ln>
          </p:spPr>
          <p:txBody>
            <a:bodyPr rtlCol="0" anchor="ctr"/>
            <a:lstStyle/>
            <a:p>
              <a:endParaRPr lang="en-GR"/>
            </a:p>
          </p:txBody>
        </p:sp>
        <p:sp>
          <p:nvSpPr>
            <p:cNvPr id="164" name="Freeform 134">
              <a:extLst>
                <a:ext uri="{FF2B5EF4-FFF2-40B4-BE49-F238E27FC236}">
                  <a16:creationId xmlns:a16="http://schemas.microsoft.com/office/drawing/2014/main" id="{8C3D4210-9CE6-5D5D-A308-64CEB78CE57A}"/>
                </a:ext>
              </a:extLst>
            </p:cNvPr>
            <p:cNvSpPr/>
            <p:nvPr/>
          </p:nvSpPr>
          <p:spPr>
            <a:xfrm>
              <a:off x="5213554" y="1620996"/>
              <a:ext cx="29925" cy="17265"/>
            </a:xfrm>
            <a:custGeom>
              <a:avLst/>
              <a:gdLst>
                <a:gd name="connsiteX0" fmla="*/ 33799 w 33799"/>
                <a:gd name="connsiteY0" fmla="*/ 9749 h 19500"/>
                <a:gd name="connsiteX1" fmla="*/ 16900 w 33799"/>
                <a:gd name="connsiteY1" fmla="*/ 19501 h 19500"/>
                <a:gd name="connsiteX2" fmla="*/ 0 w 33799"/>
                <a:gd name="connsiteY2" fmla="*/ 9749 h 19500"/>
                <a:gd name="connsiteX3" fmla="*/ 16900 w 33799"/>
                <a:gd name="connsiteY3" fmla="*/ 0 h 19500"/>
                <a:gd name="connsiteX4" fmla="*/ 33799 w 33799"/>
                <a:gd name="connsiteY4" fmla="*/ 9749 h 19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99" h="19500">
                  <a:moveTo>
                    <a:pt x="33799" y="9749"/>
                  </a:moveTo>
                  <a:cubicBezTo>
                    <a:pt x="33799" y="15103"/>
                    <a:pt x="26249" y="19501"/>
                    <a:pt x="16900" y="19501"/>
                  </a:cubicBezTo>
                  <a:cubicBezTo>
                    <a:pt x="7550" y="19501"/>
                    <a:pt x="0" y="15103"/>
                    <a:pt x="0" y="9749"/>
                  </a:cubicBezTo>
                  <a:cubicBezTo>
                    <a:pt x="0" y="4398"/>
                    <a:pt x="7550" y="0"/>
                    <a:pt x="16900" y="0"/>
                  </a:cubicBezTo>
                  <a:cubicBezTo>
                    <a:pt x="26249" y="0"/>
                    <a:pt x="33799" y="4398"/>
                    <a:pt x="33799" y="9749"/>
                  </a:cubicBezTo>
                  <a:close/>
                </a:path>
              </a:pathLst>
            </a:custGeom>
            <a:solidFill>
              <a:srgbClr val="007B85"/>
            </a:solidFill>
            <a:ln w="3646" cap="flat">
              <a:noFill/>
              <a:prstDash val="solid"/>
              <a:miter/>
            </a:ln>
          </p:spPr>
          <p:txBody>
            <a:bodyPr rtlCol="0" anchor="ctr"/>
            <a:lstStyle/>
            <a:p>
              <a:endParaRPr lang="en-GR"/>
            </a:p>
          </p:txBody>
        </p:sp>
        <p:sp>
          <p:nvSpPr>
            <p:cNvPr id="165" name="Freeform 135">
              <a:extLst>
                <a:ext uri="{FF2B5EF4-FFF2-40B4-BE49-F238E27FC236}">
                  <a16:creationId xmlns:a16="http://schemas.microsoft.com/office/drawing/2014/main" id="{9815B80E-7F03-D42F-0C38-3ADA5E3DCACD}"/>
                </a:ext>
              </a:extLst>
            </p:cNvPr>
            <p:cNvSpPr/>
            <p:nvPr/>
          </p:nvSpPr>
          <p:spPr>
            <a:xfrm>
              <a:off x="5128821" y="1650306"/>
              <a:ext cx="29925" cy="17269"/>
            </a:xfrm>
            <a:custGeom>
              <a:avLst/>
              <a:gdLst>
                <a:gd name="connsiteX0" fmla="*/ 16900 w 33799"/>
                <a:gd name="connsiteY0" fmla="*/ 19505 h 19504"/>
                <a:gd name="connsiteX1" fmla="*/ 33799 w 33799"/>
                <a:gd name="connsiteY1" fmla="*/ 9752 h 19504"/>
                <a:gd name="connsiteX2" fmla="*/ 16900 w 33799"/>
                <a:gd name="connsiteY2" fmla="*/ 0 h 19504"/>
                <a:gd name="connsiteX3" fmla="*/ 0 w 33799"/>
                <a:gd name="connsiteY3" fmla="*/ 9752 h 19504"/>
                <a:gd name="connsiteX4" fmla="*/ 16900 w 33799"/>
                <a:gd name="connsiteY4" fmla="*/ 19505 h 19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99" h="19504">
                  <a:moveTo>
                    <a:pt x="16900" y="19505"/>
                  </a:moveTo>
                  <a:cubicBezTo>
                    <a:pt x="26249" y="19505"/>
                    <a:pt x="33799" y="15107"/>
                    <a:pt x="33799" y="9752"/>
                  </a:cubicBezTo>
                  <a:cubicBezTo>
                    <a:pt x="33799" y="4402"/>
                    <a:pt x="26249" y="0"/>
                    <a:pt x="16900" y="0"/>
                  </a:cubicBezTo>
                  <a:cubicBezTo>
                    <a:pt x="7547" y="0"/>
                    <a:pt x="0" y="4402"/>
                    <a:pt x="0" y="9752"/>
                  </a:cubicBezTo>
                  <a:cubicBezTo>
                    <a:pt x="0" y="15107"/>
                    <a:pt x="7547" y="19505"/>
                    <a:pt x="16900" y="19505"/>
                  </a:cubicBezTo>
                  <a:close/>
                </a:path>
              </a:pathLst>
            </a:custGeom>
            <a:solidFill>
              <a:srgbClr val="007B85"/>
            </a:solidFill>
            <a:ln w="3646" cap="flat">
              <a:noFill/>
              <a:prstDash val="solid"/>
              <a:miter/>
            </a:ln>
          </p:spPr>
          <p:txBody>
            <a:bodyPr rtlCol="0" anchor="ctr"/>
            <a:lstStyle/>
            <a:p>
              <a:endParaRPr lang="en-GR"/>
            </a:p>
          </p:txBody>
        </p:sp>
        <p:sp>
          <p:nvSpPr>
            <p:cNvPr id="166" name="Freeform 136">
              <a:extLst>
                <a:ext uri="{FF2B5EF4-FFF2-40B4-BE49-F238E27FC236}">
                  <a16:creationId xmlns:a16="http://schemas.microsoft.com/office/drawing/2014/main" id="{EF144A0B-E9C4-BA4E-CA1A-93BB0A8115D8}"/>
                </a:ext>
              </a:extLst>
            </p:cNvPr>
            <p:cNvSpPr/>
            <p:nvPr/>
          </p:nvSpPr>
          <p:spPr>
            <a:xfrm>
              <a:off x="5171186" y="1650306"/>
              <a:ext cx="29925" cy="17269"/>
            </a:xfrm>
            <a:custGeom>
              <a:avLst/>
              <a:gdLst>
                <a:gd name="connsiteX0" fmla="*/ 33799 w 33799"/>
                <a:gd name="connsiteY0" fmla="*/ 9752 h 19504"/>
                <a:gd name="connsiteX1" fmla="*/ 16900 w 33799"/>
                <a:gd name="connsiteY1" fmla="*/ 19505 h 19504"/>
                <a:gd name="connsiteX2" fmla="*/ 0 w 33799"/>
                <a:gd name="connsiteY2" fmla="*/ 9752 h 19504"/>
                <a:gd name="connsiteX3" fmla="*/ 16900 w 33799"/>
                <a:gd name="connsiteY3" fmla="*/ 0 h 19504"/>
                <a:gd name="connsiteX4" fmla="*/ 33799 w 33799"/>
                <a:gd name="connsiteY4" fmla="*/ 9752 h 19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99" h="19504">
                  <a:moveTo>
                    <a:pt x="33799" y="9752"/>
                  </a:moveTo>
                  <a:cubicBezTo>
                    <a:pt x="33799" y="15107"/>
                    <a:pt x="26249" y="19505"/>
                    <a:pt x="16900" y="19505"/>
                  </a:cubicBezTo>
                  <a:cubicBezTo>
                    <a:pt x="7550" y="19505"/>
                    <a:pt x="0" y="15107"/>
                    <a:pt x="0" y="9752"/>
                  </a:cubicBezTo>
                  <a:cubicBezTo>
                    <a:pt x="0" y="4402"/>
                    <a:pt x="7550" y="0"/>
                    <a:pt x="16900" y="0"/>
                  </a:cubicBezTo>
                  <a:cubicBezTo>
                    <a:pt x="26249" y="0"/>
                    <a:pt x="33799" y="4402"/>
                    <a:pt x="33799" y="9752"/>
                  </a:cubicBezTo>
                  <a:close/>
                </a:path>
              </a:pathLst>
            </a:custGeom>
            <a:solidFill>
              <a:srgbClr val="007B85"/>
            </a:solidFill>
            <a:ln w="3646" cap="flat">
              <a:noFill/>
              <a:prstDash val="solid"/>
              <a:miter/>
            </a:ln>
          </p:spPr>
          <p:txBody>
            <a:bodyPr rtlCol="0" anchor="ctr"/>
            <a:lstStyle/>
            <a:p>
              <a:endParaRPr lang="en-GR"/>
            </a:p>
          </p:txBody>
        </p:sp>
        <p:sp>
          <p:nvSpPr>
            <p:cNvPr id="167" name="Freeform 137">
              <a:extLst>
                <a:ext uri="{FF2B5EF4-FFF2-40B4-BE49-F238E27FC236}">
                  <a16:creationId xmlns:a16="http://schemas.microsoft.com/office/drawing/2014/main" id="{8B0B5DE4-B667-2D69-496F-675618D18A14}"/>
                </a:ext>
              </a:extLst>
            </p:cNvPr>
            <p:cNvSpPr/>
            <p:nvPr/>
          </p:nvSpPr>
          <p:spPr>
            <a:xfrm>
              <a:off x="5089241" y="1532304"/>
              <a:ext cx="193860" cy="176983"/>
            </a:xfrm>
            <a:custGeom>
              <a:avLst/>
              <a:gdLst>
                <a:gd name="connsiteX0" fmla="*/ 165556 w 218955"/>
                <a:gd name="connsiteY0" fmla="*/ 20103 h 199893"/>
                <a:gd name="connsiteX1" fmla="*/ 165556 w 218955"/>
                <a:gd name="connsiteY1" fmla="*/ 7252 h 199893"/>
                <a:gd name="connsiteX2" fmla="*/ 153054 w 218955"/>
                <a:gd name="connsiteY2" fmla="*/ 0 h 199893"/>
                <a:gd name="connsiteX3" fmla="*/ 140555 w 218955"/>
                <a:gd name="connsiteY3" fmla="*/ 7252 h 199893"/>
                <a:gd name="connsiteX4" fmla="*/ 140555 w 218955"/>
                <a:gd name="connsiteY4" fmla="*/ 19954 h 199893"/>
                <a:gd name="connsiteX5" fmla="*/ 78401 w 218955"/>
                <a:gd name="connsiteY5" fmla="*/ 19954 h 199893"/>
                <a:gd name="connsiteX6" fmla="*/ 78401 w 218955"/>
                <a:gd name="connsiteY6" fmla="*/ 7252 h 199893"/>
                <a:gd name="connsiteX7" fmla="*/ 65902 w 218955"/>
                <a:gd name="connsiteY7" fmla="*/ 0 h 199893"/>
                <a:gd name="connsiteX8" fmla="*/ 53400 w 218955"/>
                <a:gd name="connsiteY8" fmla="*/ 7252 h 199893"/>
                <a:gd name="connsiteX9" fmla="*/ 53400 w 218955"/>
                <a:gd name="connsiteY9" fmla="*/ 20154 h 199893"/>
                <a:gd name="connsiteX10" fmla="*/ 0 w 218955"/>
                <a:gd name="connsiteY10" fmla="*/ 54411 h 199893"/>
                <a:gd name="connsiteX11" fmla="*/ 0 w 218955"/>
                <a:gd name="connsiteY11" fmla="*/ 165384 h 199893"/>
                <a:gd name="connsiteX12" fmla="*/ 59001 w 218955"/>
                <a:gd name="connsiteY12" fmla="*/ 199893 h 199893"/>
                <a:gd name="connsiteX13" fmla="*/ 163104 w 218955"/>
                <a:gd name="connsiteY13" fmla="*/ 199791 h 199893"/>
                <a:gd name="connsiteX14" fmla="*/ 218955 w 218955"/>
                <a:gd name="connsiteY14" fmla="*/ 165384 h 199893"/>
                <a:gd name="connsiteX15" fmla="*/ 218955 w 218955"/>
                <a:gd name="connsiteY15" fmla="*/ 54411 h 199893"/>
                <a:gd name="connsiteX16" fmla="*/ 165556 w 218955"/>
                <a:gd name="connsiteY16" fmla="*/ 20103 h 199893"/>
                <a:gd name="connsiteX17" fmla="*/ 194206 w 218955"/>
                <a:gd name="connsiteY17" fmla="*/ 173038 h 199893"/>
                <a:gd name="connsiteX18" fmla="*/ 24702 w 218955"/>
                <a:gd name="connsiteY18" fmla="*/ 173187 h 199893"/>
                <a:gd name="connsiteX19" fmla="*/ 24702 w 218955"/>
                <a:gd name="connsiteY19" fmla="*/ 46809 h 199893"/>
                <a:gd name="connsiteX20" fmla="*/ 194206 w 218955"/>
                <a:gd name="connsiteY20" fmla="*/ 46659 h 199893"/>
                <a:gd name="connsiteX21" fmla="*/ 194206 w 218955"/>
                <a:gd name="connsiteY21" fmla="*/ 173038 h 199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8955" h="199893">
                  <a:moveTo>
                    <a:pt x="165556" y="20103"/>
                  </a:moveTo>
                  <a:lnTo>
                    <a:pt x="165556" y="7252"/>
                  </a:lnTo>
                  <a:cubicBezTo>
                    <a:pt x="165556" y="3252"/>
                    <a:pt x="159954" y="0"/>
                    <a:pt x="153054" y="0"/>
                  </a:cubicBezTo>
                  <a:cubicBezTo>
                    <a:pt x="146153" y="0"/>
                    <a:pt x="140555" y="3252"/>
                    <a:pt x="140555" y="7252"/>
                  </a:cubicBezTo>
                  <a:lnTo>
                    <a:pt x="140555" y="19954"/>
                  </a:lnTo>
                  <a:lnTo>
                    <a:pt x="78401" y="19954"/>
                  </a:lnTo>
                  <a:lnTo>
                    <a:pt x="78401" y="7252"/>
                  </a:lnTo>
                  <a:cubicBezTo>
                    <a:pt x="78401" y="3252"/>
                    <a:pt x="72803" y="0"/>
                    <a:pt x="65902" y="0"/>
                  </a:cubicBezTo>
                  <a:cubicBezTo>
                    <a:pt x="59001" y="0"/>
                    <a:pt x="53400" y="3252"/>
                    <a:pt x="53400" y="7252"/>
                  </a:cubicBezTo>
                  <a:lnTo>
                    <a:pt x="53400" y="20154"/>
                  </a:lnTo>
                  <a:cubicBezTo>
                    <a:pt x="23399" y="21954"/>
                    <a:pt x="0" y="36557"/>
                    <a:pt x="0" y="54411"/>
                  </a:cubicBezTo>
                  <a:lnTo>
                    <a:pt x="0" y="165384"/>
                  </a:lnTo>
                  <a:cubicBezTo>
                    <a:pt x="0" y="184338"/>
                    <a:pt x="26351" y="199692"/>
                    <a:pt x="59001" y="199893"/>
                  </a:cubicBezTo>
                  <a:lnTo>
                    <a:pt x="163104" y="199791"/>
                  </a:lnTo>
                  <a:cubicBezTo>
                    <a:pt x="194254" y="198641"/>
                    <a:pt x="218955" y="183688"/>
                    <a:pt x="218955" y="165384"/>
                  </a:cubicBezTo>
                  <a:lnTo>
                    <a:pt x="218955" y="54411"/>
                  </a:lnTo>
                  <a:cubicBezTo>
                    <a:pt x="218955" y="36557"/>
                    <a:pt x="195556" y="21906"/>
                    <a:pt x="165556" y="20103"/>
                  </a:cubicBezTo>
                  <a:close/>
                  <a:moveTo>
                    <a:pt x="194206" y="173038"/>
                  </a:moveTo>
                  <a:lnTo>
                    <a:pt x="24702" y="173187"/>
                  </a:lnTo>
                  <a:lnTo>
                    <a:pt x="24702" y="46809"/>
                  </a:lnTo>
                  <a:lnTo>
                    <a:pt x="194206" y="46659"/>
                  </a:lnTo>
                  <a:lnTo>
                    <a:pt x="194206" y="173038"/>
                  </a:lnTo>
                  <a:close/>
                </a:path>
              </a:pathLst>
            </a:custGeom>
            <a:solidFill>
              <a:srgbClr val="007B85"/>
            </a:solidFill>
            <a:ln w="3646" cap="flat">
              <a:noFill/>
              <a:prstDash val="solid"/>
              <a:miter/>
            </a:ln>
          </p:spPr>
          <p:txBody>
            <a:bodyPr rtlCol="0" anchor="ctr"/>
            <a:lstStyle/>
            <a:p>
              <a:endParaRPr lang="en-GR"/>
            </a:p>
          </p:txBody>
        </p:sp>
      </p:grpSp>
      <p:sp>
        <p:nvSpPr>
          <p:cNvPr id="168" name="Freeform 138">
            <a:extLst>
              <a:ext uri="{FF2B5EF4-FFF2-40B4-BE49-F238E27FC236}">
                <a16:creationId xmlns:a16="http://schemas.microsoft.com/office/drawing/2014/main" id="{DAFF3264-A680-39F7-37C8-70CDCCFC3F5A}"/>
              </a:ext>
            </a:extLst>
          </p:cNvPr>
          <p:cNvSpPr/>
          <p:nvPr/>
        </p:nvSpPr>
        <p:spPr>
          <a:xfrm>
            <a:off x="6593579" y="1529072"/>
            <a:ext cx="154077" cy="180964"/>
          </a:xfrm>
          <a:custGeom>
            <a:avLst/>
            <a:gdLst>
              <a:gd name="connsiteX0" fmla="*/ 51298 w 174022"/>
              <a:gd name="connsiteY0" fmla="*/ 9796 h 204389"/>
              <a:gd name="connsiteX1" fmla="*/ 66640 w 174022"/>
              <a:gd name="connsiteY1" fmla="*/ 102 h 204389"/>
              <a:gd name="connsiteX2" fmla="*/ 66640 w 174022"/>
              <a:gd name="connsiteY2" fmla="*/ 0 h 204389"/>
              <a:gd name="connsiteX3" fmla="*/ 81981 w 174022"/>
              <a:gd name="connsiteY3" fmla="*/ 9745 h 204389"/>
              <a:gd name="connsiteX4" fmla="*/ 81981 w 174022"/>
              <a:gd name="connsiteY4" fmla="*/ 72467 h 204389"/>
              <a:gd name="connsiteX5" fmla="*/ 97319 w 174022"/>
              <a:gd name="connsiteY5" fmla="*/ 62722 h 204389"/>
              <a:gd name="connsiteX6" fmla="*/ 112661 w 174022"/>
              <a:gd name="connsiteY6" fmla="*/ 72467 h 204389"/>
              <a:gd name="connsiteX7" fmla="*/ 112661 w 174022"/>
              <a:gd name="connsiteY7" fmla="*/ 82989 h 204389"/>
              <a:gd name="connsiteX8" fmla="*/ 128002 w 174022"/>
              <a:gd name="connsiteY8" fmla="*/ 73244 h 204389"/>
              <a:gd name="connsiteX9" fmla="*/ 143343 w 174022"/>
              <a:gd name="connsiteY9" fmla="*/ 82989 h 204389"/>
              <a:gd name="connsiteX10" fmla="*/ 143343 w 174022"/>
              <a:gd name="connsiteY10" fmla="*/ 93669 h 204389"/>
              <a:gd name="connsiteX11" fmla="*/ 156919 w 174022"/>
              <a:gd name="connsiteY11" fmla="*/ 83924 h 204389"/>
              <a:gd name="connsiteX12" fmla="*/ 174023 w 174022"/>
              <a:gd name="connsiteY12" fmla="*/ 97917 h 204389"/>
              <a:gd name="connsiteX13" fmla="*/ 174023 w 174022"/>
              <a:gd name="connsiteY13" fmla="*/ 175049 h 204389"/>
              <a:gd name="connsiteX14" fmla="*/ 127794 w 174022"/>
              <a:gd name="connsiteY14" fmla="*/ 204390 h 204389"/>
              <a:gd name="connsiteX15" fmla="*/ 64775 w 174022"/>
              <a:gd name="connsiteY15" fmla="*/ 204390 h 204389"/>
              <a:gd name="connsiteX16" fmla="*/ 14244 w 174022"/>
              <a:gd name="connsiteY16" fmla="*/ 155716 h 204389"/>
              <a:gd name="connsiteX17" fmla="*/ 508 w 174022"/>
              <a:gd name="connsiteY17" fmla="*/ 129072 h 204389"/>
              <a:gd name="connsiteX18" fmla="*/ 23673 w 174022"/>
              <a:gd name="connsiteY18" fmla="*/ 118809 h 204389"/>
              <a:gd name="connsiteX19" fmla="*/ 51298 w 174022"/>
              <a:gd name="connsiteY19" fmla="*/ 138974 h 204389"/>
              <a:gd name="connsiteX20" fmla="*/ 51298 w 174022"/>
              <a:gd name="connsiteY20" fmla="*/ 9796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4022" h="204389">
                <a:moveTo>
                  <a:pt x="51298" y="9796"/>
                </a:moveTo>
                <a:cubicBezTo>
                  <a:pt x="51349" y="4456"/>
                  <a:pt x="58192" y="102"/>
                  <a:pt x="66640" y="102"/>
                </a:cubicBezTo>
                <a:lnTo>
                  <a:pt x="66640" y="0"/>
                </a:lnTo>
                <a:cubicBezTo>
                  <a:pt x="73103" y="0"/>
                  <a:pt x="80795" y="2642"/>
                  <a:pt x="81981" y="9745"/>
                </a:cubicBezTo>
                <a:lnTo>
                  <a:pt x="81981" y="72467"/>
                </a:lnTo>
                <a:cubicBezTo>
                  <a:pt x="81981" y="65332"/>
                  <a:pt x="91750" y="62722"/>
                  <a:pt x="97319" y="62722"/>
                </a:cubicBezTo>
                <a:cubicBezTo>
                  <a:pt x="105818" y="62722"/>
                  <a:pt x="112661" y="67076"/>
                  <a:pt x="112661" y="72467"/>
                </a:cubicBezTo>
                <a:lnTo>
                  <a:pt x="112661" y="82989"/>
                </a:lnTo>
                <a:cubicBezTo>
                  <a:pt x="112661" y="75887"/>
                  <a:pt x="122404" y="73244"/>
                  <a:pt x="128002" y="73244"/>
                </a:cubicBezTo>
                <a:cubicBezTo>
                  <a:pt x="136450" y="73244"/>
                  <a:pt x="143343" y="77599"/>
                  <a:pt x="143343" y="82989"/>
                </a:cubicBezTo>
                <a:lnTo>
                  <a:pt x="143343" y="93669"/>
                </a:lnTo>
                <a:cubicBezTo>
                  <a:pt x="143343" y="86530"/>
                  <a:pt x="151233" y="83924"/>
                  <a:pt x="156919" y="83924"/>
                </a:cubicBezTo>
                <a:cubicBezTo>
                  <a:pt x="169691" y="83924"/>
                  <a:pt x="174023" y="92526"/>
                  <a:pt x="174023" y="97917"/>
                </a:cubicBezTo>
                <a:lnTo>
                  <a:pt x="174023" y="175049"/>
                </a:lnTo>
                <a:cubicBezTo>
                  <a:pt x="174023" y="191276"/>
                  <a:pt x="153291" y="204390"/>
                  <a:pt x="127794" y="204390"/>
                </a:cubicBezTo>
                <a:lnTo>
                  <a:pt x="64775" y="204390"/>
                </a:lnTo>
                <a:cubicBezTo>
                  <a:pt x="52127" y="204390"/>
                  <a:pt x="14244" y="155716"/>
                  <a:pt x="14244" y="155716"/>
                </a:cubicBezTo>
                <a:cubicBezTo>
                  <a:pt x="5329" y="144675"/>
                  <a:pt x="-2032" y="136901"/>
                  <a:pt x="508" y="129072"/>
                </a:cubicBezTo>
                <a:cubicBezTo>
                  <a:pt x="4993" y="115546"/>
                  <a:pt x="15021" y="111885"/>
                  <a:pt x="23673" y="118809"/>
                </a:cubicBezTo>
                <a:cubicBezTo>
                  <a:pt x="36632" y="129174"/>
                  <a:pt x="50831" y="138715"/>
                  <a:pt x="51298" y="138974"/>
                </a:cubicBezTo>
                <a:lnTo>
                  <a:pt x="51298" y="9796"/>
                </a:lnTo>
                <a:close/>
              </a:path>
            </a:pathLst>
          </a:custGeom>
          <a:solidFill>
            <a:srgbClr val="007B85"/>
          </a:solidFill>
          <a:ln w="3646" cap="flat">
            <a:noFill/>
            <a:prstDash val="solid"/>
            <a:miter/>
          </a:ln>
        </p:spPr>
        <p:txBody>
          <a:bodyPr rtlCol="0" anchor="ctr"/>
          <a:lstStyle/>
          <a:p>
            <a:endParaRPr lang="en-GR"/>
          </a:p>
        </p:txBody>
      </p:sp>
      <p:sp>
        <p:nvSpPr>
          <p:cNvPr id="169" name="Freeform 139">
            <a:extLst>
              <a:ext uri="{FF2B5EF4-FFF2-40B4-BE49-F238E27FC236}">
                <a16:creationId xmlns:a16="http://schemas.microsoft.com/office/drawing/2014/main" id="{58750A1B-1E8A-BCB6-A4B7-469DDB8EFDE0}"/>
              </a:ext>
            </a:extLst>
          </p:cNvPr>
          <p:cNvSpPr/>
          <p:nvPr/>
        </p:nvSpPr>
        <p:spPr>
          <a:xfrm>
            <a:off x="6913448" y="1529072"/>
            <a:ext cx="180930" cy="180964"/>
          </a:xfrm>
          <a:custGeom>
            <a:avLst/>
            <a:gdLst>
              <a:gd name="connsiteX0" fmla="*/ 102176 w 204351"/>
              <a:gd name="connsiteY0" fmla="*/ 0 h 204389"/>
              <a:gd name="connsiteX1" fmla="*/ 0 w 204351"/>
              <a:gd name="connsiteY1" fmla="*/ 102195 h 204389"/>
              <a:gd name="connsiteX2" fmla="*/ 102176 w 204351"/>
              <a:gd name="connsiteY2" fmla="*/ 204390 h 204389"/>
              <a:gd name="connsiteX3" fmla="*/ 204351 w 204351"/>
              <a:gd name="connsiteY3" fmla="*/ 102195 h 204389"/>
              <a:gd name="connsiteX4" fmla="*/ 102176 w 204351"/>
              <a:gd name="connsiteY4" fmla="*/ 0 h 204389"/>
              <a:gd name="connsiteX5" fmla="*/ 187904 w 204351"/>
              <a:gd name="connsiteY5" fmla="*/ 110221 h 204389"/>
              <a:gd name="connsiteX6" fmla="*/ 181525 w 204351"/>
              <a:gd name="connsiteY6" fmla="*/ 135696 h 204389"/>
              <a:gd name="connsiteX7" fmla="*/ 161987 w 204351"/>
              <a:gd name="connsiteY7" fmla="*/ 135696 h 204389"/>
              <a:gd name="connsiteX8" fmla="*/ 165377 w 204351"/>
              <a:gd name="connsiteY8" fmla="*/ 110221 h 204389"/>
              <a:gd name="connsiteX9" fmla="*/ 187904 w 204351"/>
              <a:gd name="connsiteY9" fmla="*/ 110221 h 204389"/>
              <a:gd name="connsiteX10" fmla="*/ 187904 w 204351"/>
              <a:gd name="connsiteY10" fmla="*/ 94169 h 204389"/>
              <a:gd name="connsiteX11" fmla="*/ 165377 w 204351"/>
              <a:gd name="connsiteY11" fmla="*/ 94169 h 204389"/>
              <a:gd name="connsiteX12" fmla="*/ 161987 w 204351"/>
              <a:gd name="connsiteY12" fmla="*/ 68697 h 204389"/>
              <a:gd name="connsiteX13" fmla="*/ 181525 w 204351"/>
              <a:gd name="connsiteY13" fmla="*/ 68697 h 204389"/>
              <a:gd name="connsiteX14" fmla="*/ 187904 w 204351"/>
              <a:gd name="connsiteY14" fmla="*/ 94169 h 204389"/>
              <a:gd name="connsiteX15" fmla="*/ 110200 w 204351"/>
              <a:gd name="connsiteY15" fmla="*/ 135696 h 204389"/>
              <a:gd name="connsiteX16" fmla="*/ 110200 w 204351"/>
              <a:gd name="connsiteY16" fmla="*/ 110221 h 204389"/>
              <a:gd name="connsiteX17" fmla="*/ 149328 w 204351"/>
              <a:gd name="connsiteY17" fmla="*/ 110221 h 204389"/>
              <a:gd name="connsiteX18" fmla="*/ 145438 w 204351"/>
              <a:gd name="connsiteY18" fmla="*/ 135696 h 204389"/>
              <a:gd name="connsiteX19" fmla="*/ 110200 w 204351"/>
              <a:gd name="connsiteY19" fmla="*/ 135696 h 204389"/>
              <a:gd name="connsiteX20" fmla="*/ 172654 w 204351"/>
              <a:gd name="connsiteY20" fmla="*/ 151748 h 204389"/>
              <a:gd name="connsiteX21" fmla="*/ 143646 w 204351"/>
              <a:gd name="connsiteY21" fmla="*/ 177618 h 204389"/>
              <a:gd name="connsiteX22" fmla="*/ 157250 w 204351"/>
              <a:gd name="connsiteY22" fmla="*/ 151748 h 204389"/>
              <a:gd name="connsiteX23" fmla="*/ 172654 w 204351"/>
              <a:gd name="connsiteY23" fmla="*/ 151748 h 204389"/>
              <a:gd name="connsiteX24" fmla="*/ 140008 w 204351"/>
              <a:gd name="connsiteY24" fmla="*/ 151748 h 204389"/>
              <a:gd name="connsiteX25" fmla="*/ 110200 w 204351"/>
              <a:gd name="connsiteY25" fmla="*/ 184250 h 204389"/>
              <a:gd name="connsiteX26" fmla="*/ 110200 w 204351"/>
              <a:gd name="connsiteY26" fmla="*/ 151697 h 204389"/>
              <a:gd name="connsiteX27" fmla="*/ 140008 w 204351"/>
              <a:gd name="connsiteY27" fmla="*/ 151697 h 204389"/>
              <a:gd name="connsiteX28" fmla="*/ 140008 w 204351"/>
              <a:gd name="connsiteY28" fmla="*/ 151748 h 204389"/>
              <a:gd name="connsiteX29" fmla="*/ 143744 w 204351"/>
              <a:gd name="connsiteY29" fmla="*/ 26720 h 204389"/>
              <a:gd name="connsiteX30" fmla="*/ 172551 w 204351"/>
              <a:gd name="connsiteY30" fmla="*/ 52594 h 204389"/>
              <a:gd name="connsiteX31" fmla="*/ 157250 w 204351"/>
              <a:gd name="connsiteY31" fmla="*/ 52594 h 204389"/>
              <a:gd name="connsiteX32" fmla="*/ 143744 w 204351"/>
              <a:gd name="connsiteY32" fmla="*/ 26720 h 204389"/>
              <a:gd name="connsiteX33" fmla="*/ 110200 w 204351"/>
              <a:gd name="connsiteY33" fmla="*/ 52594 h 204389"/>
              <a:gd name="connsiteX34" fmla="*/ 110200 w 204351"/>
              <a:gd name="connsiteY34" fmla="*/ 20089 h 204389"/>
              <a:gd name="connsiteX35" fmla="*/ 140008 w 204351"/>
              <a:gd name="connsiteY35" fmla="*/ 52543 h 204389"/>
              <a:gd name="connsiteX36" fmla="*/ 110200 w 204351"/>
              <a:gd name="connsiteY36" fmla="*/ 52543 h 204389"/>
              <a:gd name="connsiteX37" fmla="*/ 110200 w 204351"/>
              <a:gd name="connsiteY37" fmla="*/ 52594 h 204389"/>
              <a:gd name="connsiteX38" fmla="*/ 110200 w 204351"/>
              <a:gd name="connsiteY38" fmla="*/ 94118 h 204389"/>
              <a:gd name="connsiteX39" fmla="*/ 110200 w 204351"/>
              <a:gd name="connsiteY39" fmla="*/ 68646 h 204389"/>
              <a:gd name="connsiteX40" fmla="*/ 145438 w 204351"/>
              <a:gd name="connsiteY40" fmla="*/ 68646 h 204389"/>
              <a:gd name="connsiteX41" fmla="*/ 149328 w 204351"/>
              <a:gd name="connsiteY41" fmla="*/ 94118 h 204389"/>
              <a:gd name="connsiteX42" fmla="*/ 110200 w 204351"/>
              <a:gd name="connsiteY42" fmla="*/ 94118 h 204389"/>
              <a:gd name="connsiteX43" fmla="*/ 94151 w 204351"/>
              <a:gd name="connsiteY43" fmla="*/ 68646 h 204389"/>
              <a:gd name="connsiteX44" fmla="*/ 94151 w 204351"/>
              <a:gd name="connsiteY44" fmla="*/ 94118 h 204389"/>
              <a:gd name="connsiteX45" fmla="*/ 55027 w 204351"/>
              <a:gd name="connsiteY45" fmla="*/ 94118 h 204389"/>
              <a:gd name="connsiteX46" fmla="*/ 58914 w 204351"/>
              <a:gd name="connsiteY46" fmla="*/ 68646 h 204389"/>
              <a:gd name="connsiteX47" fmla="*/ 94151 w 204351"/>
              <a:gd name="connsiteY47" fmla="*/ 68646 h 204389"/>
              <a:gd name="connsiteX48" fmla="*/ 31800 w 204351"/>
              <a:gd name="connsiteY48" fmla="*/ 52594 h 204389"/>
              <a:gd name="connsiteX49" fmla="*/ 60607 w 204351"/>
              <a:gd name="connsiteY49" fmla="*/ 26720 h 204389"/>
              <a:gd name="connsiteX50" fmla="*/ 47101 w 204351"/>
              <a:gd name="connsiteY50" fmla="*/ 52594 h 204389"/>
              <a:gd name="connsiteX51" fmla="*/ 31800 w 204351"/>
              <a:gd name="connsiteY51" fmla="*/ 52594 h 204389"/>
              <a:gd name="connsiteX52" fmla="*/ 64347 w 204351"/>
              <a:gd name="connsiteY52" fmla="*/ 52594 h 204389"/>
              <a:gd name="connsiteX53" fmla="*/ 94151 w 204351"/>
              <a:gd name="connsiteY53" fmla="*/ 20140 h 204389"/>
              <a:gd name="connsiteX54" fmla="*/ 94151 w 204351"/>
              <a:gd name="connsiteY54" fmla="*/ 52641 h 204389"/>
              <a:gd name="connsiteX55" fmla="*/ 64347 w 204351"/>
              <a:gd name="connsiteY55" fmla="*/ 52641 h 204389"/>
              <a:gd name="connsiteX56" fmla="*/ 64347 w 204351"/>
              <a:gd name="connsiteY56" fmla="*/ 52594 h 204389"/>
              <a:gd name="connsiteX57" fmla="*/ 47101 w 204351"/>
              <a:gd name="connsiteY57" fmla="*/ 151748 h 204389"/>
              <a:gd name="connsiteX58" fmla="*/ 60709 w 204351"/>
              <a:gd name="connsiteY58" fmla="*/ 177618 h 204389"/>
              <a:gd name="connsiteX59" fmla="*/ 31701 w 204351"/>
              <a:gd name="connsiteY59" fmla="*/ 151748 h 204389"/>
              <a:gd name="connsiteX60" fmla="*/ 47101 w 204351"/>
              <a:gd name="connsiteY60" fmla="*/ 151748 h 204389"/>
              <a:gd name="connsiteX61" fmla="*/ 94151 w 204351"/>
              <a:gd name="connsiteY61" fmla="*/ 151748 h 204389"/>
              <a:gd name="connsiteX62" fmla="*/ 94151 w 204351"/>
              <a:gd name="connsiteY62" fmla="*/ 184301 h 204389"/>
              <a:gd name="connsiteX63" fmla="*/ 64347 w 204351"/>
              <a:gd name="connsiteY63" fmla="*/ 151796 h 204389"/>
              <a:gd name="connsiteX64" fmla="*/ 94151 w 204351"/>
              <a:gd name="connsiteY64" fmla="*/ 151796 h 204389"/>
              <a:gd name="connsiteX65" fmla="*/ 94151 w 204351"/>
              <a:gd name="connsiteY65" fmla="*/ 151748 h 204389"/>
              <a:gd name="connsiteX66" fmla="*/ 94151 w 204351"/>
              <a:gd name="connsiteY66" fmla="*/ 110221 h 204389"/>
              <a:gd name="connsiteX67" fmla="*/ 94151 w 204351"/>
              <a:gd name="connsiteY67" fmla="*/ 135696 h 204389"/>
              <a:gd name="connsiteX68" fmla="*/ 58914 w 204351"/>
              <a:gd name="connsiteY68" fmla="*/ 135696 h 204389"/>
              <a:gd name="connsiteX69" fmla="*/ 55027 w 204351"/>
              <a:gd name="connsiteY69" fmla="*/ 110221 h 204389"/>
              <a:gd name="connsiteX70" fmla="*/ 94151 w 204351"/>
              <a:gd name="connsiteY70" fmla="*/ 110221 h 204389"/>
              <a:gd name="connsiteX71" fmla="*/ 38978 w 204351"/>
              <a:gd name="connsiteY71" fmla="*/ 110221 h 204389"/>
              <a:gd name="connsiteX72" fmla="*/ 42364 w 204351"/>
              <a:gd name="connsiteY72" fmla="*/ 135696 h 204389"/>
              <a:gd name="connsiteX73" fmla="*/ 22826 w 204351"/>
              <a:gd name="connsiteY73" fmla="*/ 135696 h 204389"/>
              <a:gd name="connsiteX74" fmla="*/ 16447 w 204351"/>
              <a:gd name="connsiteY74" fmla="*/ 110221 h 204389"/>
              <a:gd name="connsiteX75" fmla="*/ 38978 w 204351"/>
              <a:gd name="connsiteY75" fmla="*/ 110221 h 204389"/>
              <a:gd name="connsiteX76" fmla="*/ 42364 w 204351"/>
              <a:gd name="connsiteY76" fmla="*/ 68697 h 204389"/>
              <a:gd name="connsiteX77" fmla="*/ 38978 w 204351"/>
              <a:gd name="connsiteY77" fmla="*/ 94169 h 204389"/>
              <a:gd name="connsiteX78" fmla="*/ 16447 w 204351"/>
              <a:gd name="connsiteY78" fmla="*/ 94169 h 204389"/>
              <a:gd name="connsiteX79" fmla="*/ 22826 w 204351"/>
              <a:gd name="connsiteY79" fmla="*/ 68697 h 204389"/>
              <a:gd name="connsiteX80" fmla="*/ 42364 w 204351"/>
              <a:gd name="connsiteY80" fmla="*/ 68697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204351" h="204389">
                <a:moveTo>
                  <a:pt x="102176" y="0"/>
                </a:moveTo>
                <a:cubicBezTo>
                  <a:pt x="45853" y="0"/>
                  <a:pt x="0" y="45864"/>
                  <a:pt x="0" y="102195"/>
                </a:cubicBezTo>
                <a:cubicBezTo>
                  <a:pt x="0" y="158526"/>
                  <a:pt x="45853" y="204390"/>
                  <a:pt x="102176" y="204390"/>
                </a:cubicBezTo>
                <a:cubicBezTo>
                  <a:pt x="158498" y="204390"/>
                  <a:pt x="204351" y="158526"/>
                  <a:pt x="204351" y="102195"/>
                </a:cubicBezTo>
                <a:cubicBezTo>
                  <a:pt x="204351" y="45864"/>
                  <a:pt x="158498" y="0"/>
                  <a:pt x="102176" y="0"/>
                </a:cubicBezTo>
                <a:close/>
                <a:moveTo>
                  <a:pt x="187904" y="110221"/>
                </a:moveTo>
                <a:cubicBezTo>
                  <a:pt x="187105" y="118995"/>
                  <a:pt x="184963" y="127568"/>
                  <a:pt x="181525" y="135696"/>
                </a:cubicBezTo>
                <a:lnTo>
                  <a:pt x="161987" y="135696"/>
                </a:lnTo>
                <a:cubicBezTo>
                  <a:pt x="163830" y="127568"/>
                  <a:pt x="164928" y="119046"/>
                  <a:pt x="165377" y="110221"/>
                </a:cubicBezTo>
                <a:lnTo>
                  <a:pt x="187904" y="110221"/>
                </a:lnTo>
                <a:close/>
                <a:moveTo>
                  <a:pt x="187904" y="94169"/>
                </a:moveTo>
                <a:lnTo>
                  <a:pt x="165377" y="94169"/>
                </a:lnTo>
                <a:cubicBezTo>
                  <a:pt x="164928" y="85344"/>
                  <a:pt x="163779" y="76821"/>
                  <a:pt x="161987" y="68697"/>
                </a:cubicBezTo>
                <a:lnTo>
                  <a:pt x="181525" y="68697"/>
                </a:lnTo>
                <a:cubicBezTo>
                  <a:pt x="184963" y="76821"/>
                  <a:pt x="187105" y="85344"/>
                  <a:pt x="187904" y="94169"/>
                </a:cubicBezTo>
                <a:close/>
                <a:moveTo>
                  <a:pt x="110200" y="135696"/>
                </a:moveTo>
                <a:lnTo>
                  <a:pt x="110200" y="110221"/>
                </a:lnTo>
                <a:lnTo>
                  <a:pt x="149328" y="110221"/>
                </a:lnTo>
                <a:cubicBezTo>
                  <a:pt x="148828" y="118995"/>
                  <a:pt x="147532" y="127521"/>
                  <a:pt x="145438" y="135696"/>
                </a:cubicBezTo>
                <a:lnTo>
                  <a:pt x="110200" y="135696"/>
                </a:lnTo>
                <a:close/>
                <a:moveTo>
                  <a:pt x="172654" y="151748"/>
                </a:moveTo>
                <a:cubicBezTo>
                  <a:pt x="165125" y="162417"/>
                  <a:pt x="155159" y="171337"/>
                  <a:pt x="143646" y="177618"/>
                </a:cubicBezTo>
                <a:cubicBezTo>
                  <a:pt x="149488" y="169767"/>
                  <a:pt x="153907" y="160928"/>
                  <a:pt x="157250" y="151748"/>
                </a:cubicBezTo>
                <a:lnTo>
                  <a:pt x="172654" y="151748"/>
                </a:lnTo>
                <a:close/>
                <a:moveTo>
                  <a:pt x="140008" y="151748"/>
                </a:moveTo>
                <a:cubicBezTo>
                  <a:pt x="134154" y="165176"/>
                  <a:pt x="124830" y="179589"/>
                  <a:pt x="110200" y="184250"/>
                </a:cubicBezTo>
                <a:lnTo>
                  <a:pt x="110200" y="151697"/>
                </a:lnTo>
                <a:lnTo>
                  <a:pt x="140008" y="151697"/>
                </a:lnTo>
                <a:lnTo>
                  <a:pt x="140008" y="151748"/>
                </a:lnTo>
                <a:close/>
                <a:moveTo>
                  <a:pt x="143744" y="26720"/>
                </a:moveTo>
                <a:cubicBezTo>
                  <a:pt x="155108" y="33002"/>
                  <a:pt x="165027" y="41874"/>
                  <a:pt x="172551" y="52594"/>
                </a:cubicBezTo>
                <a:lnTo>
                  <a:pt x="157250" y="52594"/>
                </a:lnTo>
                <a:cubicBezTo>
                  <a:pt x="153678" y="42637"/>
                  <a:pt x="149090" y="33965"/>
                  <a:pt x="143744" y="26720"/>
                </a:cubicBezTo>
                <a:close/>
                <a:moveTo>
                  <a:pt x="110200" y="52594"/>
                </a:moveTo>
                <a:lnTo>
                  <a:pt x="110200" y="20089"/>
                </a:lnTo>
                <a:cubicBezTo>
                  <a:pt x="124885" y="24611"/>
                  <a:pt x="134274" y="39053"/>
                  <a:pt x="140008" y="52543"/>
                </a:cubicBezTo>
                <a:lnTo>
                  <a:pt x="110200" y="52543"/>
                </a:lnTo>
                <a:lnTo>
                  <a:pt x="110200" y="52594"/>
                </a:lnTo>
                <a:close/>
                <a:moveTo>
                  <a:pt x="110200" y="94118"/>
                </a:moveTo>
                <a:lnTo>
                  <a:pt x="110200" y="68646"/>
                </a:lnTo>
                <a:lnTo>
                  <a:pt x="145438" y="68646"/>
                </a:lnTo>
                <a:cubicBezTo>
                  <a:pt x="147532" y="76821"/>
                  <a:pt x="148828" y="85344"/>
                  <a:pt x="149328" y="94118"/>
                </a:cubicBezTo>
                <a:lnTo>
                  <a:pt x="110200" y="94118"/>
                </a:lnTo>
                <a:close/>
                <a:moveTo>
                  <a:pt x="94151" y="68646"/>
                </a:moveTo>
                <a:lnTo>
                  <a:pt x="94151" y="94118"/>
                </a:lnTo>
                <a:lnTo>
                  <a:pt x="55027" y="94118"/>
                </a:lnTo>
                <a:cubicBezTo>
                  <a:pt x="55524" y="85344"/>
                  <a:pt x="56819" y="76821"/>
                  <a:pt x="58914" y="68646"/>
                </a:cubicBezTo>
                <a:lnTo>
                  <a:pt x="94151" y="68646"/>
                </a:lnTo>
                <a:close/>
                <a:moveTo>
                  <a:pt x="31800" y="52594"/>
                </a:moveTo>
                <a:cubicBezTo>
                  <a:pt x="39324" y="41925"/>
                  <a:pt x="49243" y="33002"/>
                  <a:pt x="60607" y="26720"/>
                </a:cubicBezTo>
                <a:cubicBezTo>
                  <a:pt x="54801" y="34586"/>
                  <a:pt x="50455" y="43429"/>
                  <a:pt x="47101" y="52594"/>
                </a:cubicBezTo>
                <a:lnTo>
                  <a:pt x="31800" y="52594"/>
                </a:lnTo>
                <a:close/>
                <a:moveTo>
                  <a:pt x="64347" y="52594"/>
                </a:moveTo>
                <a:cubicBezTo>
                  <a:pt x="70011" y="39097"/>
                  <a:pt x="79514" y="24644"/>
                  <a:pt x="94151" y="20140"/>
                </a:cubicBezTo>
                <a:lnTo>
                  <a:pt x="94151" y="52641"/>
                </a:lnTo>
                <a:lnTo>
                  <a:pt x="64347" y="52641"/>
                </a:lnTo>
                <a:lnTo>
                  <a:pt x="64347" y="52594"/>
                </a:lnTo>
                <a:close/>
                <a:moveTo>
                  <a:pt x="47101" y="151748"/>
                </a:moveTo>
                <a:cubicBezTo>
                  <a:pt x="50444" y="160928"/>
                  <a:pt x="54863" y="169767"/>
                  <a:pt x="60709" y="177618"/>
                </a:cubicBezTo>
                <a:cubicBezTo>
                  <a:pt x="49243" y="171289"/>
                  <a:pt x="39277" y="162417"/>
                  <a:pt x="31701" y="151748"/>
                </a:cubicBezTo>
                <a:lnTo>
                  <a:pt x="47101" y="151748"/>
                </a:lnTo>
                <a:close/>
                <a:moveTo>
                  <a:pt x="94151" y="151748"/>
                </a:moveTo>
                <a:lnTo>
                  <a:pt x="94151" y="184301"/>
                </a:lnTo>
                <a:cubicBezTo>
                  <a:pt x="79521" y="179640"/>
                  <a:pt x="70201" y="165227"/>
                  <a:pt x="64347" y="151796"/>
                </a:cubicBezTo>
                <a:lnTo>
                  <a:pt x="94151" y="151796"/>
                </a:lnTo>
                <a:lnTo>
                  <a:pt x="94151" y="151748"/>
                </a:lnTo>
                <a:close/>
                <a:moveTo>
                  <a:pt x="94151" y="110221"/>
                </a:moveTo>
                <a:lnTo>
                  <a:pt x="94151" y="135696"/>
                </a:lnTo>
                <a:lnTo>
                  <a:pt x="58914" y="135696"/>
                </a:lnTo>
                <a:cubicBezTo>
                  <a:pt x="56819" y="127521"/>
                  <a:pt x="55524" y="118995"/>
                  <a:pt x="55027" y="110221"/>
                </a:cubicBezTo>
                <a:lnTo>
                  <a:pt x="94151" y="110221"/>
                </a:lnTo>
                <a:close/>
                <a:moveTo>
                  <a:pt x="38978" y="110221"/>
                </a:moveTo>
                <a:cubicBezTo>
                  <a:pt x="39427" y="119046"/>
                  <a:pt x="40521" y="127568"/>
                  <a:pt x="42364" y="135696"/>
                </a:cubicBezTo>
                <a:lnTo>
                  <a:pt x="22826" y="135696"/>
                </a:lnTo>
                <a:cubicBezTo>
                  <a:pt x="19388" y="127568"/>
                  <a:pt x="17246" y="118995"/>
                  <a:pt x="16447" y="110221"/>
                </a:cubicBezTo>
                <a:lnTo>
                  <a:pt x="38978" y="110221"/>
                </a:lnTo>
                <a:close/>
                <a:moveTo>
                  <a:pt x="42364" y="68697"/>
                </a:moveTo>
                <a:cubicBezTo>
                  <a:pt x="40521" y="76821"/>
                  <a:pt x="39427" y="85344"/>
                  <a:pt x="38978" y="94169"/>
                </a:cubicBezTo>
                <a:lnTo>
                  <a:pt x="16447" y="94169"/>
                </a:lnTo>
                <a:cubicBezTo>
                  <a:pt x="17246" y="85344"/>
                  <a:pt x="19388" y="76770"/>
                  <a:pt x="22826" y="68697"/>
                </a:cubicBezTo>
                <a:lnTo>
                  <a:pt x="42364" y="68697"/>
                </a:lnTo>
                <a:close/>
              </a:path>
            </a:pathLst>
          </a:custGeom>
          <a:solidFill>
            <a:srgbClr val="007B85"/>
          </a:solidFill>
          <a:ln w="3646" cap="flat">
            <a:noFill/>
            <a:prstDash val="solid"/>
            <a:miter/>
          </a:ln>
        </p:spPr>
        <p:txBody>
          <a:bodyPr rtlCol="0" anchor="ctr"/>
          <a:lstStyle/>
          <a:p>
            <a:endParaRPr lang="en-GR"/>
          </a:p>
        </p:txBody>
      </p:sp>
      <p:sp>
        <p:nvSpPr>
          <p:cNvPr id="170" name="Freeform 140">
            <a:extLst>
              <a:ext uri="{FF2B5EF4-FFF2-40B4-BE49-F238E27FC236}">
                <a16:creationId xmlns:a16="http://schemas.microsoft.com/office/drawing/2014/main" id="{72B46829-3404-34D8-6D1B-0EAFE240836D}"/>
              </a:ext>
            </a:extLst>
          </p:cNvPr>
          <p:cNvSpPr/>
          <p:nvPr/>
        </p:nvSpPr>
        <p:spPr>
          <a:xfrm>
            <a:off x="7236549" y="1535536"/>
            <a:ext cx="200322" cy="168254"/>
          </a:xfrm>
          <a:custGeom>
            <a:avLst/>
            <a:gdLst>
              <a:gd name="connsiteX0" fmla="*/ 191743 w 226253"/>
              <a:gd name="connsiteY0" fmla="*/ 0 h 190034"/>
              <a:gd name="connsiteX1" fmla="*/ 34701 w 226253"/>
              <a:gd name="connsiteY1" fmla="*/ 0 h 190034"/>
              <a:gd name="connsiteX2" fmla="*/ 0 w 226253"/>
              <a:gd name="connsiteY2" fmla="*/ 20089 h 190034"/>
              <a:gd name="connsiteX3" fmla="*/ 0 w 226253"/>
              <a:gd name="connsiteY3" fmla="*/ 164760 h 190034"/>
              <a:gd name="connsiteX4" fmla="*/ 0 w 226253"/>
              <a:gd name="connsiteY4" fmla="*/ 164855 h 190034"/>
              <a:gd name="connsiteX5" fmla="*/ 0 w 226253"/>
              <a:gd name="connsiteY5" fmla="*/ 165136 h 190034"/>
              <a:gd name="connsiteX6" fmla="*/ 43375 w 226253"/>
              <a:gd name="connsiteY6" fmla="*/ 190035 h 190034"/>
              <a:gd name="connsiteX7" fmla="*/ 182974 w 226253"/>
              <a:gd name="connsiteY7" fmla="*/ 190035 h 190034"/>
              <a:gd name="connsiteX8" fmla="*/ 225265 w 226253"/>
              <a:gd name="connsiteY8" fmla="*/ 170275 h 190034"/>
              <a:gd name="connsiteX9" fmla="*/ 226254 w 226253"/>
              <a:gd name="connsiteY9" fmla="*/ 20041 h 190034"/>
              <a:gd name="connsiteX10" fmla="*/ 191743 w 226253"/>
              <a:gd name="connsiteY10" fmla="*/ 0 h 190034"/>
              <a:gd name="connsiteX11" fmla="*/ 37715 w 226253"/>
              <a:gd name="connsiteY11" fmla="*/ 168154 h 190034"/>
              <a:gd name="connsiteX12" fmla="*/ 18954 w 226253"/>
              <a:gd name="connsiteY12" fmla="*/ 157307 h 190034"/>
              <a:gd name="connsiteX13" fmla="*/ 37715 w 226253"/>
              <a:gd name="connsiteY13" fmla="*/ 146463 h 190034"/>
              <a:gd name="connsiteX14" fmla="*/ 56480 w 226253"/>
              <a:gd name="connsiteY14" fmla="*/ 157307 h 190034"/>
              <a:gd name="connsiteX15" fmla="*/ 37715 w 226253"/>
              <a:gd name="connsiteY15" fmla="*/ 168154 h 190034"/>
              <a:gd name="connsiteX16" fmla="*/ 37715 w 226253"/>
              <a:gd name="connsiteY16" fmla="*/ 105863 h 190034"/>
              <a:gd name="connsiteX17" fmla="*/ 18954 w 226253"/>
              <a:gd name="connsiteY17" fmla="*/ 95016 h 190034"/>
              <a:gd name="connsiteX18" fmla="*/ 37715 w 226253"/>
              <a:gd name="connsiteY18" fmla="*/ 84172 h 190034"/>
              <a:gd name="connsiteX19" fmla="*/ 56480 w 226253"/>
              <a:gd name="connsiteY19" fmla="*/ 95016 h 190034"/>
              <a:gd name="connsiteX20" fmla="*/ 37715 w 226253"/>
              <a:gd name="connsiteY20" fmla="*/ 105863 h 190034"/>
              <a:gd name="connsiteX21" fmla="*/ 37715 w 226253"/>
              <a:gd name="connsiteY21" fmla="*/ 43571 h 190034"/>
              <a:gd name="connsiteX22" fmla="*/ 18954 w 226253"/>
              <a:gd name="connsiteY22" fmla="*/ 32724 h 190034"/>
              <a:gd name="connsiteX23" fmla="*/ 37715 w 226253"/>
              <a:gd name="connsiteY23" fmla="*/ 21881 h 190034"/>
              <a:gd name="connsiteX24" fmla="*/ 56480 w 226253"/>
              <a:gd name="connsiteY24" fmla="*/ 32724 h 190034"/>
              <a:gd name="connsiteX25" fmla="*/ 37715 w 226253"/>
              <a:gd name="connsiteY25" fmla="*/ 43571 h 190034"/>
              <a:gd name="connsiteX26" fmla="*/ 83072 w 226253"/>
              <a:gd name="connsiteY26" fmla="*/ 131798 h 190034"/>
              <a:gd name="connsiteX27" fmla="*/ 83072 w 226253"/>
              <a:gd name="connsiteY27" fmla="*/ 58236 h 190034"/>
              <a:gd name="connsiteX28" fmla="*/ 151481 w 226253"/>
              <a:gd name="connsiteY28" fmla="*/ 95016 h 190034"/>
              <a:gd name="connsiteX29" fmla="*/ 83072 w 226253"/>
              <a:gd name="connsiteY29" fmla="*/ 131798 h 190034"/>
              <a:gd name="connsiteX30" fmla="*/ 188630 w 226253"/>
              <a:gd name="connsiteY30" fmla="*/ 168154 h 190034"/>
              <a:gd name="connsiteX31" fmla="*/ 169866 w 226253"/>
              <a:gd name="connsiteY31" fmla="*/ 157307 h 190034"/>
              <a:gd name="connsiteX32" fmla="*/ 188630 w 226253"/>
              <a:gd name="connsiteY32" fmla="*/ 146463 h 190034"/>
              <a:gd name="connsiteX33" fmla="*/ 207395 w 226253"/>
              <a:gd name="connsiteY33" fmla="*/ 157307 h 190034"/>
              <a:gd name="connsiteX34" fmla="*/ 188630 w 226253"/>
              <a:gd name="connsiteY34" fmla="*/ 168154 h 190034"/>
              <a:gd name="connsiteX35" fmla="*/ 188630 w 226253"/>
              <a:gd name="connsiteY35" fmla="*/ 105863 h 190034"/>
              <a:gd name="connsiteX36" fmla="*/ 169866 w 226253"/>
              <a:gd name="connsiteY36" fmla="*/ 95016 h 190034"/>
              <a:gd name="connsiteX37" fmla="*/ 188630 w 226253"/>
              <a:gd name="connsiteY37" fmla="*/ 84172 h 190034"/>
              <a:gd name="connsiteX38" fmla="*/ 207395 w 226253"/>
              <a:gd name="connsiteY38" fmla="*/ 95016 h 190034"/>
              <a:gd name="connsiteX39" fmla="*/ 188630 w 226253"/>
              <a:gd name="connsiteY39" fmla="*/ 105863 h 190034"/>
              <a:gd name="connsiteX40" fmla="*/ 188630 w 226253"/>
              <a:gd name="connsiteY40" fmla="*/ 43571 h 190034"/>
              <a:gd name="connsiteX41" fmla="*/ 169866 w 226253"/>
              <a:gd name="connsiteY41" fmla="*/ 32724 h 190034"/>
              <a:gd name="connsiteX42" fmla="*/ 188630 w 226253"/>
              <a:gd name="connsiteY42" fmla="*/ 21881 h 190034"/>
              <a:gd name="connsiteX43" fmla="*/ 207395 w 226253"/>
              <a:gd name="connsiteY43" fmla="*/ 32724 h 190034"/>
              <a:gd name="connsiteX44" fmla="*/ 188630 w 226253"/>
              <a:gd name="connsiteY44" fmla="*/ 43571 h 19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26253" h="190034">
                <a:moveTo>
                  <a:pt x="191743" y="0"/>
                </a:moveTo>
                <a:lnTo>
                  <a:pt x="34701" y="0"/>
                </a:lnTo>
                <a:cubicBezTo>
                  <a:pt x="15568" y="0"/>
                  <a:pt x="0" y="9052"/>
                  <a:pt x="0" y="20089"/>
                </a:cubicBezTo>
                <a:lnTo>
                  <a:pt x="0" y="164760"/>
                </a:lnTo>
                <a:cubicBezTo>
                  <a:pt x="0" y="164760"/>
                  <a:pt x="0" y="164807"/>
                  <a:pt x="0" y="164855"/>
                </a:cubicBezTo>
                <a:cubicBezTo>
                  <a:pt x="0" y="164946"/>
                  <a:pt x="0" y="165041"/>
                  <a:pt x="0" y="165136"/>
                </a:cubicBezTo>
                <a:cubicBezTo>
                  <a:pt x="190" y="178907"/>
                  <a:pt x="19520" y="190035"/>
                  <a:pt x="43375" y="190035"/>
                </a:cubicBezTo>
                <a:lnTo>
                  <a:pt x="182974" y="190035"/>
                </a:lnTo>
                <a:cubicBezTo>
                  <a:pt x="203764" y="190035"/>
                  <a:pt x="221068" y="181545"/>
                  <a:pt x="225265" y="170275"/>
                </a:cubicBezTo>
                <a:cubicBezTo>
                  <a:pt x="225878" y="168578"/>
                  <a:pt x="226254" y="21030"/>
                  <a:pt x="226254" y="20041"/>
                </a:cubicBezTo>
                <a:cubicBezTo>
                  <a:pt x="226254" y="5165"/>
                  <a:pt x="202815" y="0"/>
                  <a:pt x="191743" y="0"/>
                </a:cubicBezTo>
                <a:close/>
                <a:moveTo>
                  <a:pt x="37715" y="168154"/>
                </a:moveTo>
                <a:cubicBezTo>
                  <a:pt x="27344" y="168154"/>
                  <a:pt x="18954" y="163296"/>
                  <a:pt x="18954" y="157307"/>
                </a:cubicBezTo>
                <a:cubicBezTo>
                  <a:pt x="18954" y="151321"/>
                  <a:pt x="27344" y="146463"/>
                  <a:pt x="37715" y="146463"/>
                </a:cubicBezTo>
                <a:cubicBezTo>
                  <a:pt x="48090" y="146463"/>
                  <a:pt x="56480" y="151321"/>
                  <a:pt x="56480" y="157307"/>
                </a:cubicBezTo>
                <a:cubicBezTo>
                  <a:pt x="56480" y="163296"/>
                  <a:pt x="48090" y="168154"/>
                  <a:pt x="37715" y="168154"/>
                </a:cubicBezTo>
                <a:close/>
                <a:moveTo>
                  <a:pt x="37715" y="105863"/>
                </a:moveTo>
                <a:cubicBezTo>
                  <a:pt x="27344" y="105863"/>
                  <a:pt x="18954" y="101005"/>
                  <a:pt x="18954" y="95016"/>
                </a:cubicBezTo>
                <a:cubicBezTo>
                  <a:pt x="18954" y="89030"/>
                  <a:pt x="27344" y="84172"/>
                  <a:pt x="37715" y="84172"/>
                </a:cubicBezTo>
                <a:cubicBezTo>
                  <a:pt x="48090" y="84172"/>
                  <a:pt x="56480" y="89030"/>
                  <a:pt x="56480" y="95016"/>
                </a:cubicBezTo>
                <a:cubicBezTo>
                  <a:pt x="56480" y="101005"/>
                  <a:pt x="48090" y="105863"/>
                  <a:pt x="37715" y="105863"/>
                </a:cubicBezTo>
                <a:close/>
                <a:moveTo>
                  <a:pt x="37715" y="43571"/>
                </a:moveTo>
                <a:cubicBezTo>
                  <a:pt x="27344" y="43571"/>
                  <a:pt x="18954" y="38714"/>
                  <a:pt x="18954" y="32724"/>
                </a:cubicBezTo>
                <a:cubicBezTo>
                  <a:pt x="18954" y="26738"/>
                  <a:pt x="27344" y="21881"/>
                  <a:pt x="37715" y="21881"/>
                </a:cubicBezTo>
                <a:cubicBezTo>
                  <a:pt x="48090" y="21881"/>
                  <a:pt x="56480" y="26738"/>
                  <a:pt x="56480" y="32724"/>
                </a:cubicBezTo>
                <a:cubicBezTo>
                  <a:pt x="56480" y="38714"/>
                  <a:pt x="48090" y="43571"/>
                  <a:pt x="37715" y="43571"/>
                </a:cubicBezTo>
                <a:close/>
                <a:moveTo>
                  <a:pt x="83072" y="131798"/>
                </a:moveTo>
                <a:lnTo>
                  <a:pt x="83072" y="58236"/>
                </a:lnTo>
                <a:lnTo>
                  <a:pt x="151481" y="95016"/>
                </a:lnTo>
                <a:lnTo>
                  <a:pt x="83072" y="131798"/>
                </a:lnTo>
                <a:close/>
                <a:moveTo>
                  <a:pt x="188630" y="168154"/>
                </a:moveTo>
                <a:cubicBezTo>
                  <a:pt x="178259" y="168154"/>
                  <a:pt x="169866" y="163296"/>
                  <a:pt x="169866" y="157307"/>
                </a:cubicBezTo>
                <a:cubicBezTo>
                  <a:pt x="169866" y="151321"/>
                  <a:pt x="178259" y="146463"/>
                  <a:pt x="188630" y="146463"/>
                </a:cubicBezTo>
                <a:cubicBezTo>
                  <a:pt x="199005" y="146463"/>
                  <a:pt x="207395" y="151321"/>
                  <a:pt x="207395" y="157307"/>
                </a:cubicBezTo>
                <a:cubicBezTo>
                  <a:pt x="207395" y="163296"/>
                  <a:pt x="199005" y="168154"/>
                  <a:pt x="188630" y="168154"/>
                </a:cubicBezTo>
                <a:close/>
                <a:moveTo>
                  <a:pt x="188630" y="105863"/>
                </a:moveTo>
                <a:cubicBezTo>
                  <a:pt x="178259" y="105863"/>
                  <a:pt x="169866" y="101005"/>
                  <a:pt x="169866" y="95016"/>
                </a:cubicBezTo>
                <a:cubicBezTo>
                  <a:pt x="169866" y="89030"/>
                  <a:pt x="178259" y="84172"/>
                  <a:pt x="188630" y="84172"/>
                </a:cubicBezTo>
                <a:cubicBezTo>
                  <a:pt x="199005" y="84172"/>
                  <a:pt x="207395" y="89030"/>
                  <a:pt x="207395" y="95016"/>
                </a:cubicBezTo>
                <a:cubicBezTo>
                  <a:pt x="207395" y="101005"/>
                  <a:pt x="199005" y="105863"/>
                  <a:pt x="188630" y="105863"/>
                </a:cubicBezTo>
                <a:close/>
                <a:moveTo>
                  <a:pt x="188630" y="43571"/>
                </a:moveTo>
                <a:cubicBezTo>
                  <a:pt x="178259" y="43571"/>
                  <a:pt x="169866" y="38714"/>
                  <a:pt x="169866" y="32724"/>
                </a:cubicBezTo>
                <a:cubicBezTo>
                  <a:pt x="169866" y="26738"/>
                  <a:pt x="178259" y="21881"/>
                  <a:pt x="188630" y="21881"/>
                </a:cubicBezTo>
                <a:cubicBezTo>
                  <a:pt x="199005" y="21881"/>
                  <a:pt x="207395" y="26738"/>
                  <a:pt x="207395" y="32724"/>
                </a:cubicBezTo>
                <a:cubicBezTo>
                  <a:pt x="207395" y="38714"/>
                  <a:pt x="199005" y="43571"/>
                  <a:pt x="188630" y="43571"/>
                </a:cubicBezTo>
                <a:close/>
              </a:path>
            </a:pathLst>
          </a:custGeom>
          <a:solidFill>
            <a:srgbClr val="007B85"/>
          </a:solidFill>
          <a:ln w="3646" cap="flat">
            <a:noFill/>
            <a:prstDash val="solid"/>
            <a:miter/>
          </a:ln>
        </p:spPr>
        <p:txBody>
          <a:bodyPr rtlCol="0" anchor="ctr"/>
          <a:lstStyle/>
          <a:p>
            <a:endParaRPr lang="en-GR"/>
          </a:p>
        </p:txBody>
      </p:sp>
      <p:grpSp>
        <p:nvGrpSpPr>
          <p:cNvPr id="171" name="Group 170">
            <a:extLst>
              <a:ext uri="{FF2B5EF4-FFF2-40B4-BE49-F238E27FC236}">
                <a16:creationId xmlns:a16="http://schemas.microsoft.com/office/drawing/2014/main" id="{A07D9236-9750-2230-83AF-27A6CFF60F5F}"/>
              </a:ext>
            </a:extLst>
          </p:cNvPr>
          <p:cNvGrpSpPr/>
          <p:nvPr/>
        </p:nvGrpSpPr>
        <p:grpSpPr>
          <a:xfrm>
            <a:off x="7595193" y="1525841"/>
            <a:ext cx="146701" cy="187428"/>
            <a:chOff x="6443035" y="1525841"/>
            <a:chExt cx="146701" cy="187428"/>
          </a:xfrm>
        </p:grpSpPr>
        <p:sp>
          <p:nvSpPr>
            <p:cNvPr id="172" name="Freeform 141">
              <a:extLst>
                <a:ext uri="{FF2B5EF4-FFF2-40B4-BE49-F238E27FC236}">
                  <a16:creationId xmlns:a16="http://schemas.microsoft.com/office/drawing/2014/main" id="{14DD1E0E-E2D4-3C8A-218D-F3DCF318E9B9}"/>
                </a:ext>
              </a:extLst>
            </p:cNvPr>
            <p:cNvSpPr/>
            <p:nvPr/>
          </p:nvSpPr>
          <p:spPr>
            <a:xfrm>
              <a:off x="6465365" y="1525841"/>
              <a:ext cx="83179" cy="16697"/>
            </a:xfrm>
            <a:custGeom>
              <a:avLst/>
              <a:gdLst>
                <a:gd name="connsiteX0" fmla="*/ 93947 w 93946"/>
                <a:gd name="connsiteY0" fmla="*/ 0 h 18858"/>
                <a:gd name="connsiteX1" fmla="*/ 0 w 93946"/>
                <a:gd name="connsiteY1" fmla="*/ 0 h 18858"/>
                <a:gd name="connsiteX2" fmla="*/ 0 w 93946"/>
                <a:gd name="connsiteY2" fmla="*/ 18859 h 18858"/>
                <a:gd name="connsiteX3" fmla="*/ 93947 w 93946"/>
                <a:gd name="connsiteY3" fmla="*/ 18859 h 18858"/>
                <a:gd name="connsiteX4" fmla="*/ 93947 w 93946"/>
                <a:gd name="connsiteY4" fmla="*/ 0 h 18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946" h="18858">
                  <a:moveTo>
                    <a:pt x="93947" y="0"/>
                  </a:moveTo>
                  <a:lnTo>
                    <a:pt x="0" y="0"/>
                  </a:lnTo>
                  <a:lnTo>
                    <a:pt x="0" y="18859"/>
                  </a:lnTo>
                  <a:lnTo>
                    <a:pt x="93947" y="18859"/>
                  </a:lnTo>
                  <a:lnTo>
                    <a:pt x="93947" y="0"/>
                  </a:lnTo>
                  <a:close/>
                </a:path>
              </a:pathLst>
            </a:custGeom>
            <a:solidFill>
              <a:srgbClr val="007B85"/>
            </a:solidFill>
            <a:ln w="3646" cap="flat">
              <a:noFill/>
              <a:prstDash val="solid"/>
              <a:miter/>
            </a:ln>
          </p:spPr>
          <p:txBody>
            <a:bodyPr rtlCol="0" anchor="ctr"/>
            <a:lstStyle/>
            <a:p>
              <a:endParaRPr lang="en-GR"/>
            </a:p>
          </p:txBody>
        </p:sp>
        <p:sp>
          <p:nvSpPr>
            <p:cNvPr id="173" name="Freeform 142">
              <a:extLst>
                <a:ext uri="{FF2B5EF4-FFF2-40B4-BE49-F238E27FC236}">
                  <a16:creationId xmlns:a16="http://schemas.microsoft.com/office/drawing/2014/main" id="{7AFCBBA6-75FA-1240-D65E-2C71E0600140}"/>
                </a:ext>
              </a:extLst>
            </p:cNvPr>
            <p:cNvSpPr/>
            <p:nvPr/>
          </p:nvSpPr>
          <p:spPr>
            <a:xfrm>
              <a:off x="6491740" y="1581485"/>
              <a:ext cx="41738" cy="73119"/>
            </a:xfrm>
            <a:custGeom>
              <a:avLst/>
              <a:gdLst>
                <a:gd name="connsiteX0" fmla="*/ 34883 w 47141"/>
                <a:gd name="connsiteY0" fmla="*/ 82084 h 82584"/>
                <a:gd name="connsiteX1" fmla="*/ 1511 w 47141"/>
                <a:gd name="connsiteY1" fmla="*/ 59028 h 82584"/>
                <a:gd name="connsiteX2" fmla="*/ 1463 w 47141"/>
                <a:gd name="connsiteY2" fmla="*/ 59028 h 82584"/>
                <a:gd name="connsiteX3" fmla="*/ 0 w 47141"/>
                <a:gd name="connsiteY3" fmla="*/ 55915 h 82584"/>
                <a:gd name="connsiteX4" fmla="*/ 0 w 47141"/>
                <a:gd name="connsiteY4" fmla="*/ 4953 h 82584"/>
                <a:gd name="connsiteX5" fmla="*/ 8346 w 47141"/>
                <a:gd name="connsiteY5" fmla="*/ 0 h 82584"/>
                <a:gd name="connsiteX6" fmla="*/ 10795 w 47141"/>
                <a:gd name="connsiteY6" fmla="*/ 0 h 82584"/>
                <a:gd name="connsiteX7" fmla="*/ 19140 w 47141"/>
                <a:gd name="connsiteY7" fmla="*/ 4953 h 82584"/>
                <a:gd name="connsiteX8" fmla="*/ 19140 w 47141"/>
                <a:gd name="connsiteY8" fmla="*/ 48137 h 82584"/>
                <a:gd name="connsiteX9" fmla="*/ 45630 w 47141"/>
                <a:gd name="connsiteY9" fmla="*/ 66288 h 82584"/>
                <a:gd name="connsiteX10" fmla="*/ 45017 w 47141"/>
                <a:gd name="connsiteY10" fmla="*/ 76000 h 82584"/>
                <a:gd name="connsiteX11" fmla="*/ 43700 w 47141"/>
                <a:gd name="connsiteY11" fmla="*/ 77934 h 82584"/>
                <a:gd name="connsiteX12" fmla="*/ 34883 w 47141"/>
                <a:gd name="connsiteY12" fmla="*/ 82084 h 82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141" h="82584">
                  <a:moveTo>
                    <a:pt x="34883" y="82084"/>
                  </a:moveTo>
                  <a:lnTo>
                    <a:pt x="1511" y="59028"/>
                  </a:lnTo>
                  <a:lnTo>
                    <a:pt x="1463" y="59028"/>
                  </a:lnTo>
                  <a:cubicBezTo>
                    <a:pt x="566" y="58368"/>
                    <a:pt x="95" y="57236"/>
                    <a:pt x="0" y="55915"/>
                  </a:cubicBezTo>
                  <a:lnTo>
                    <a:pt x="0" y="4953"/>
                  </a:lnTo>
                  <a:cubicBezTo>
                    <a:pt x="95" y="2215"/>
                    <a:pt x="3773" y="0"/>
                    <a:pt x="8346" y="0"/>
                  </a:cubicBezTo>
                  <a:lnTo>
                    <a:pt x="10795" y="0"/>
                  </a:lnTo>
                  <a:cubicBezTo>
                    <a:pt x="15367" y="47"/>
                    <a:pt x="19046" y="2215"/>
                    <a:pt x="19140" y="4953"/>
                  </a:cubicBezTo>
                  <a:lnTo>
                    <a:pt x="19140" y="48137"/>
                  </a:lnTo>
                  <a:lnTo>
                    <a:pt x="45630" y="66288"/>
                  </a:lnTo>
                  <a:cubicBezTo>
                    <a:pt x="47846" y="67890"/>
                    <a:pt x="47612" y="72230"/>
                    <a:pt x="45017" y="76000"/>
                  </a:cubicBezTo>
                  <a:lnTo>
                    <a:pt x="43700" y="77934"/>
                  </a:lnTo>
                  <a:cubicBezTo>
                    <a:pt x="41105" y="81705"/>
                    <a:pt x="37193" y="83544"/>
                    <a:pt x="34883" y="82084"/>
                  </a:cubicBezTo>
                  <a:close/>
                </a:path>
              </a:pathLst>
            </a:custGeom>
            <a:solidFill>
              <a:srgbClr val="007B85"/>
            </a:solidFill>
            <a:ln w="3646" cap="flat">
              <a:noFill/>
              <a:prstDash val="solid"/>
              <a:miter/>
            </a:ln>
          </p:spPr>
          <p:txBody>
            <a:bodyPr rtlCol="0" anchor="ctr"/>
            <a:lstStyle/>
            <a:p>
              <a:endParaRPr lang="en-GR"/>
            </a:p>
          </p:txBody>
        </p:sp>
        <p:sp>
          <p:nvSpPr>
            <p:cNvPr id="174" name="Freeform 143">
              <a:extLst>
                <a:ext uri="{FF2B5EF4-FFF2-40B4-BE49-F238E27FC236}">
                  <a16:creationId xmlns:a16="http://schemas.microsoft.com/office/drawing/2014/main" id="{D88036F6-C250-142B-0B84-4793F8DEC454}"/>
                </a:ext>
              </a:extLst>
            </p:cNvPr>
            <p:cNvSpPr/>
            <p:nvPr/>
          </p:nvSpPr>
          <p:spPr>
            <a:xfrm>
              <a:off x="6443035" y="1550927"/>
              <a:ext cx="127918" cy="137255"/>
            </a:xfrm>
            <a:custGeom>
              <a:avLst/>
              <a:gdLst>
                <a:gd name="connsiteX0" fmla="*/ 103420 w 144477"/>
                <a:gd name="connsiteY0" fmla="*/ 0 h 155022"/>
                <a:gd name="connsiteX1" fmla="*/ 38981 w 144477"/>
                <a:gd name="connsiteY1" fmla="*/ 0 h 155022"/>
                <a:gd name="connsiteX2" fmla="*/ 0 w 144477"/>
                <a:gd name="connsiteY2" fmla="*/ 24990 h 155022"/>
                <a:gd name="connsiteX3" fmla="*/ 0 w 144477"/>
                <a:gd name="connsiteY3" fmla="*/ 130032 h 155022"/>
                <a:gd name="connsiteX4" fmla="*/ 41058 w 144477"/>
                <a:gd name="connsiteY4" fmla="*/ 155022 h 155022"/>
                <a:gd name="connsiteX5" fmla="*/ 105496 w 144477"/>
                <a:gd name="connsiteY5" fmla="*/ 155022 h 155022"/>
                <a:gd name="connsiteX6" fmla="*/ 144478 w 144477"/>
                <a:gd name="connsiteY6" fmla="*/ 130032 h 155022"/>
                <a:gd name="connsiteX7" fmla="*/ 144478 w 144477"/>
                <a:gd name="connsiteY7" fmla="*/ 24990 h 155022"/>
                <a:gd name="connsiteX8" fmla="*/ 103420 w 144477"/>
                <a:gd name="connsiteY8" fmla="*/ 0 h 155022"/>
                <a:gd name="connsiteX9" fmla="*/ 123502 w 144477"/>
                <a:gd name="connsiteY9" fmla="*/ 132674 h 155022"/>
                <a:gd name="connsiteX10" fmla="*/ 20928 w 144477"/>
                <a:gd name="connsiteY10" fmla="*/ 132766 h 155022"/>
                <a:gd name="connsiteX11" fmla="*/ 20928 w 144477"/>
                <a:gd name="connsiteY11" fmla="*/ 22348 h 155022"/>
                <a:gd name="connsiteX12" fmla="*/ 123502 w 144477"/>
                <a:gd name="connsiteY12" fmla="*/ 22257 h 155022"/>
                <a:gd name="connsiteX13" fmla="*/ 123502 w 144477"/>
                <a:gd name="connsiteY13" fmla="*/ 132674 h 15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4477" h="155022">
                  <a:moveTo>
                    <a:pt x="103420" y="0"/>
                  </a:moveTo>
                  <a:lnTo>
                    <a:pt x="38981" y="0"/>
                  </a:lnTo>
                  <a:cubicBezTo>
                    <a:pt x="16735" y="898"/>
                    <a:pt x="0" y="11599"/>
                    <a:pt x="0" y="24990"/>
                  </a:cubicBezTo>
                  <a:lnTo>
                    <a:pt x="0" y="130032"/>
                  </a:lnTo>
                  <a:cubicBezTo>
                    <a:pt x="0" y="143894"/>
                    <a:pt x="18006" y="154880"/>
                    <a:pt x="41058" y="155022"/>
                  </a:cubicBezTo>
                  <a:lnTo>
                    <a:pt x="105496" y="155022"/>
                  </a:lnTo>
                  <a:cubicBezTo>
                    <a:pt x="127742" y="154124"/>
                    <a:pt x="144478" y="143423"/>
                    <a:pt x="144478" y="130032"/>
                  </a:cubicBezTo>
                  <a:lnTo>
                    <a:pt x="144478" y="24990"/>
                  </a:lnTo>
                  <a:cubicBezTo>
                    <a:pt x="144478" y="11128"/>
                    <a:pt x="126472" y="142"/>
                    <a:pt x="103420" y="0"/>
                  </a:cubicBezTo>
                  <a:close/>
                  <a:moveTo>
                    <a:pt x="123502" y="132674"/>
                  </a:moveTo>
                  <a:lnTo>
                    <a:pt x="20928" y="132766"/>
                  </a:lnTo>
                  <a:lnTo>
                    <a:pt x="20928" y="22348"/>
                  </a:lnTo>
                  <a:lnTo>
                    <a:pt x="123502" y="22257"/>
                  </a:lnTo>
                  <a:lnTo>
                    <a:pt x="123502" y="132674"/>
                  </a:lnTo>
                  <a:close/>
                </a:path>
              </a:pathLst>
            </a:custGeom>
            <a:solidFill>
              <a:srgbClr val="007B85"/>
            </a:solidFill>
            <a:ln w="3646" cap="flat">
              <a:noFill/>
              <a:prstDash val="solid"/>
              <a:miter/>
            </a:ln>
          </p:spPr>
          <p:txBody>
            <a:bodyPr rtlCol="0" anchor="ctr"/>
            <a:lstStyle/>
            <a:p>
              <a:endParaRPr lang="en-GR"/>
            </a:p>
          </p:txBody>
        </p:sp>
        <p:sp>
          <p:nvSpPr>
            <p:cNvPr id="175" name="Freeform 144">
              <a:extLst>
                <a:ext uri="{FF2B5EF4-FFF2-40B4-BE49-F238E27FC236}">
                  <a16:creationId xmlns:a16="http://schemas.microsoft.com/office/drawing/2014/main" id="{4B29D679-4E44-990B-FD60-5782FF2F9641}"/>
                </a:ext>
              </a:extLst>
            </p:cNvPr>
            <p:cNvSpPr/>
            <p:nvPr/>
          </p:nvSpPr>
          <p:spPr>
            <a:xfrm>
              <a:off x="6465365" y="1696530"/>
              <a:ext cx="83179" cy="16739"/>
            </a:xfrm>
            <a:custGeom>
              <a:avLst/>
              <a:gdLst>
                <a:gd name="connsiteX0" fmla="*/ 0 w 93946"/>
                <a:gd name="connsiteY0" fmla="*/ 0 h 18906"/>
                <a:gd name="connsiteX1" fmla="*/ 93947 w 93946"/>
                <a:gd name="connsiteY1" fmla="*/ 0 h 18906"/>
                <a:gd name="connsiteX2" fmla="*/ 93947 w 93946"/>
                <a:gd name="connsiteY2" fmla="*/ 18906 h 18906"/>
                <a:gd name="connsiteX3" fmla="*/ 0 w 93946"/>
                <a:gd name="connsiteY3" fmla="*/ 18906 h 18906"/>
                <a:gd name="connsiteX4" fmla="*/ 0 w 93946"/>
                <a:gd name="connsiteY4" fmla="*/ 0 h 18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946" h="18906">
                  <a:moveTo>
                    <a:pt x="0" y="0"/>
                  </a:moveTo>
                  <a:lnTo>
                    <a:pt x="93947" y="0"/>
                  </a:lnTo>
                  <a:lnTo>
                    <a:pt x="93947" y="18906"/>
                  </a:lnTo>
                  <a:lnTo>
                    <a:pt x="0" y="18906"/>
                  </a:lnTo>
                  <a:lnTo>
                    <a:pt x="0" y="0"/>
                  </a:lnTo>
                  <a:close/>
                </a:path>
              </a:pathLst>
            </a:custGeom>
            <a:solidFill>
              <a:srgbClr val="007B85"/>
            </a:solidFill>
            <a:ln w="3646" cap="flat">
              <a:noFill/>
              <a:prstDash val="solid"/>
              <a:miter/>
            </a:ln>
          </p:spPr>
          <p:txBody>
            <a:bodyPr rtlCol="0" anchor="ctr"/>
            <a:lstStyle/>
            <a:p>
              <a:endParaRPr lang="en-GR"/>
            </a:p>
          </p:txBody>
        </p:sp>
        <p:sp>
          <p:nvSpPr>
            <p:cNvPr id="176" name="Freeform 145">
              <a:extLst>
                <a:ext uri="{FF2B5EF4-FFF2-40B4-BE49-F238E27FC236}">
                  <a16:creationId xmlns:a16="http://schemas.microsoft.com/office/drawing/2014/main" id="{0454031E-8BAE-9945-2BAE-39F98695AA2E}"/>
                </a:ext>
              </a:extLst>
            </p:cNvPr>
            <p:cNvSpPr/>
            <p:nvPr/>
          </p:nvSpPr>
          <p:spPr>
            <a:xfrm>
              <a:off x="6579384" y="1601604"/>
              <a:ext cx="10352" cy="35818"/>
            </a:xfrm>
            <a:custGeom>
              <a:avLst/>
              <a:gdLst>
                <a:gd name="connsiteX0" fmla="*/ 0 w 11692"/>
                <a:gd name="connsiteY0" fmla="*/ 0 h 40454"/>
                <a:gd name="connsiteX1" fmla="*/ 0 w 11692"/>
                <a:gd name="connsiteY1" fmla="*/ 40454 h 40454"/>
                <a:gd name="connsiteX2" fmla="*/ 11692 w 11692"/>
                <a:gd name="connsiteY2" fmla="*/ 20227 h 40454"/>
                <a:gd name="connsiteX3" fmla="*/ 0 w 11692"/>
                <a:gd name="connsiteY3" fmla="*/ 0 h 40454"/>
              </a:gdLst>
              <a:ahLst/>
              <a:cxnLst>
                <a:cxn ang="0">
                  <a:pos x="connsiteX0" y="connsiteY0"/>
                </a:cxn>
                <a:cxn ang="0">
                  <a:pos x="connsiteX1" y="connsiteY1"/>
                </a:cxn>
                <a:cxn ang="0">
                  <a:pos x="connsiteX2" y="connsiteY2"/>
                </a:cxn>
                <a:cxn ang="0">
                  <a:pos x="connsiteX3" y="connsiteY3"/>
                </a:cxn>
              </a:cxnLst>
              <a:rect l="l" t="t" r="r" b="b"/>
              <a:pathLst>
                <a:path w="11692" h="40454">
                  <a:moveTo>
                    <a:pt x="0" y="0"/>
                  </a:moveTo>
                  <a:lnTo>
                    <a:pt x="0" y="40454"/>
                  </a:lnTo>
                  <a:cubicBezTo>
                    <a:pt x="6459" y="40454"/>
                    <a:pt x="11692" y="31403"/>
                    <a:pt x="11692" y="20227"/>
                  </a:cubicBezTo>
                  <a:cubicBezTo>
                    <a:pt x="11692" y="9055"/>
                    <a:pt x="6459" y="0"/>
                    <a:pt x="0" y="0"/>
                  </a:cubicBezTo>
                  <a:close/>
                </a:path>
              </a:pathLst>
            </a:custGeom>
            <a:solidFill>
              <a:srgbClr val="007B85"/>
            </a:solidFill>
            <a:ln w="3646" cap="flat">
              <a:noFill/>
              <a:prstDash val="solid"/>
              <a:miter/>
            </a:ln>
          </p:spPr>
          <p:txBody>
            <a:bodyPr rtlCol="0" anchor="ctr"/>
            <a:lstStyle/>
            <a:p>
              <a:endParaRPr lang="en-GR"/>
            </a:p>
          </p:txBody>
        </p:sp>
      </p:grpSp>
      <p:grpSp>
        <p:nvGrpSpPr>
          <p:cNvPr id="177" name="Group 176">
            <a:extLst>
              <a:ext uri="{FF2B5EF4-FFF2-40B4-BE49-F238E27FC236}">
                <a16:creationId xmlns:a16="http://schemas.microsoft.com/office/drawing/2014/main" id="{77B11A5F-6163-E1E5-26ED-40408349D14A}"/>
              </a:ext>
            </a:extLst>
          </p:cNvPr>
          <p:cNvGrpSpPr/>
          <p:nvPr/>
        </p:nvGrpSpPr>
        <p:grpSpPr>
          <a:xfrm>
            <a:off x="7911831" y="1532306"/>
            <a:ext cx="178128" cy="174503"/>
            <a:chOff x="6759675" y="1532304"/>
            <a:chExt cx="178128" cy="174503"/>
          </a:xfrm>
        </p:grpSpPr>
        <p:sp>
          <p:nvSpPr>
            <p:cNvPr id="178" name="Freeform 146">
              <a:extLst>
                <a:ext uri="{FF2B5EF4-FFF2-40B4-BE49-F238E27FC236}">
                  <a16:creationId xmlns:a16="http://schemas.microsoft.com/office/drawing/2014/main" id="{B9331248-DCFA-373D-AAAF-F3F20C9691B5}"/>
                </a:ext>
              </a:extLst>
            </p:cNvPr>
            <p:cNvSpPr/>
            <p:nvPr/>
          </p:nvSpPr>
          <p:spPr>
            <a:xfrm>
              <a:off x="6888783" y="1532304"/>
              <a:ext cx="49020" cy="48925"/>
            </a:xfrm>
            <a:custGeom>
              <a:avLst/>
              <a:gdLst>
                <a:gd name="connsiteX0" fmla="*/ 0 w 55366"/>
                <a:gd name="connsiteY0" fmla="*/ 3219 h 55258"/>
                <a:gd name="connsiteX1" fmla="*/ 43915 w 55366"/>
                <a:gd name="connsiteY1" fmla="*/ 11187 h 55258"/>
                <a:gd name="connsiteX2" fmla="*/ 43864 w 55366"/>
                <a:gd name="connsiteY2" fmla="*/ 11187 h 55258"/>
                <a:gd name="connsiteX3" fmla="*/ 55367 w 55366"/>
                <a:gd name="connsiteY3" fmla="*/ 39075 h 55258"/>
                <a:gd name="connsiteX4" fmla="*/ 51933 w 55366"/>
                <a:gd name="connsiteY4" fmla="*/ 55258 h 55258"/>
                <a:gd name="connsiteX5" fmla="*/ 0 w 55366"/>
                <a:gd name="connsiteY5" fmla="*/ 3219 h 5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366" h="55258">
                  <a:moveTo>
                    <a:pt x="0" y="3219"/>
                  </a:moveTo>
                  <a:cubicBezTo>
                    <a:pt x="14539" y="-2905"/>
                    <a:pt x="32515" y="-314"/>
                    <a:pt x="43915" y="11187"/>
                  </a:cubicBezTo>
                  <a:lnTo>
                    <a:pt x="43864" y="11187"/>
                  </a:lnTo>
                  <a:cubicBezTo>
                    <a:pt x="51283" y="18607"/>
                    <a:pt x="55367" y="28516"/>
                    <a:pt x="55367" y="39075"/>
                  </a:cubicBezTo>
                  <a:cubicBezTo>
                    <a:pt x="55367" y="44802"/>
                    <a:pt x="54221" y="50229"/>
                    <a:pt x="51933" y="55258"/>
                  </a:cubicBezTo>
                  <a:cubicBezTo>
                    <a:pt x="41277" y="32403"/>
                    <a:pt x="22804" y="13877"/>
                    <a:pt x="0" y="3219"/>
                  </a:cubicBezTo>
                  <a:close/>
                </a:path>
              </a:pathLst>
            </a:custGeom>
            <a:solidFill>
              <a:srgbClr val="007B85"/>
            </a:solidFill>
            <a:ln w="3646" cap="flat">
              <a:noFill/>
              <a:prstDash val="solid"/>
              <a:miter/>
            </a:ln>
          </p:spPr>
          <p:txBody>
            <a:bodyPr rtlCol="0" anchor="ctr"/>
            <a:lstStyle/>
            <a:p>
              <a:endParaRPr lang="en-GR"/>
            </a:p>
          </p:txBody>
        </p:sp>
        <p:sp>
          <p:nvSpPr>
            <p:cNvPr id="179" name="Freeform 147">
              <a:extLst>
                <a:ext uri="{FF2B5EF4-FFF2-40B4-BE49-F238E27FC236}">
                  <a16:creationId xmlns:a16="http://schemas.microsoft.com/office/drawing/2014/main" id="{3F249A99-8DB8-0E9D-C58C-FB2C0336CAEB}"/>
                </a:ext>
              </a:extLst>
            </p:cNvPr>
            <p:cNvSpPr/>
            <p:nvPr/>
          </p:nvSpPr>
          <p:spPr>
            <a:xfrm>
              <a:off x="6763258" y="1678230"/>
              <a:ext cx="29030" cy="28577"/>
            </a:xfrm>
            <a:custGeom>
              <a:avLst/>
              <a:gdLst>
                <a:gd name="connsiteX0" fmla="*/ 12324 w 32788"/>
                <a:gd name="connsiteY0" fmla="*/ 0 h 32276"/>
                <a:gd name="connsiteX1" fmla="*/ 1372 w 32788"/>
                <a:gd name="connsiteY1" fmla="*/ 10957 h 32276"/>
                <a:gd name="connsiteX2" fmla="*/ 4956 w 32788"/>
                <a:gd name="connsiteY2" fmla="*/ 24852 h 32276"/>
                <a:gd name="connsiteX3" fmla="*/ 7397 w 32788"/>
                <a:gd name="connsiteY3" fmla="*/ 27341 h 32276"/>
                <a:gd name="connsiteX4" fmla="*/ 21286 w 32788"/>
                <a:gd name="connsiteY4" fmla="*/ 30925 h 32276"/>
                <a:gd name="connsiteX5" fmla="*/ 32789 w 32788"/>
                <a:gd name="connsiteY5" fmla="*/ 19421 h 32276"/>
                <a:gd name="connsiteX6" fmla="*/ 12324 w 32788"/>
                <a:gd name="connsiteY6" fmla="*/ 0 h 32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88" h="32276">
                  <a:moveTo>
                    <a:pt x="12324" y="0"/>
                  </a:moveTo>
                  <a:lnTo>
                    <a:pt x="1372" y="10957"/>
                  </a:lnTo>
                  <a:cubicBezTo>
                    <a:pt x="-1416" y="13895"/>
                    <a:pt x="175" y="20070"/>
                    <a:pt x="4956" y="24852"/>
                  </a:cubicBezTo>
                  <a:lnTo>
                    <a:pt x="7397" y="27341"/>
                  </a:lnTo>
                  <a:cubicBezTo>
                    <a:pt x="12174" y="32122"/>
                    <a:pt x="18349" y="33666"/>
                    <a:pt x="21286" y="30925"/>
                  </a:cubicBezTo>
                  <a:lnTo>
                    <a:pt x="32789" y="19421"/>
                  </a:lnTo>
                  <a:cubicBezTo>
                    <a:pt x="25308" y="13811"/>
                    <a:pt x="19071" y="6581"/>
                    <a:pt x="12324" y="0"/>
                  </a:cubicBezTo>
                  <a:close/>
                </a:path>
              </a:pathLst>
            </a:custGeom>
            <a:solidFill>
              <a:srgbClr val="007B85"/>
            </a:solidFill>
            <a:ln w="3646" cap="flat">
              <a:noFill/>
              <a:prstDash val="solid"/>
              <a:miter/>
            </a:ln>
          </p:spPr>
          <p:txBody>
            <a:bodyPr rtlCol="0" anchor="ctr"/>
            <a:lstStyle/>
            <a:p>
              <a:endParaRPr lang="en-GR"/>
            </a:p>
          </p:txBody>
        </p:sp>
        <p:sp>
          <p:nvSpPr>
            <p:cNvPr id="180" name="Freeform 148">
              <a:extLst>
                <a:ext uri="{FF2B5EF4-FFF2-40B4-BE49-F238E27FC236}">
                  <a16:creationId xmlns:a16="http://schemas.microsoft.com/office/drawing/2014/main" id="{367CC015-BBF3-7FCA-9CAA-31B0345DAD47}"/>
                </a:ext>
              </a:extLst>
            </p:cNvPr>
            <p:cNvSpPr/>
            <p:nvPr/>
          </p:nvSpPr>
          <p:spPr>
            <a:xfrm>
              <a:off x="6905139" y="1678230"/>
              <a:ext cx="29030" cy="28551"/>
            </a:xfrm>
            <a:custGeom>
              <a:avLst/>
              <a:gdLst>
                <a:gd name="connsiteX0" fmla="*/ 31467 w 32788"/>
                <a:gd name="connsiteY0" fmla="*/ 10957 h 32247"/>
                <a:gd name="connsiteX1" fmla="*/ 20513 w 32788"/>
                <a:gd name="connsiteY1" fmla="*/ 0 h 32247"/>
                <a:gd name="connsiteX2" fmla="*/ 0 w 32788"/>
                <a:gd name="connsiteY2" fmla="*/ 19373 h 32247"/>
                <a:gd name="connsiteX3" fmla="*/ 11502 w 32788"/>
                <a:gd name="connsiteY3" fmla="*/ 30874 h 32247"/>
                <a:gd name="connsiteX4" fmla="*/ 25392 w 32788"/>
                <a:gd name="connsiteY4" fmla="*/ 27290 h 32247"/>
                <a:gd name="connsiteX5" fmla="*/ 27833 w 32788"/>
                <a:gd name="connsiteY5" fmla="*/ 24852 h 32247"/>
                <a:gd name="connsiteX6" fmla="*/ 31416 w 32788"/>
                <a:gd name="connsiteY6" fmla="*/ 10957 h 32247"/>
                <a:gd name="connsiteX7" fmla="*/ 31467 w 32788"/>
                <a:gd name="connsiteY7" fmla="*/ 10957 h 32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788" h="32247">
                  <a:moveTo>
                    <a:pt x="31467" y="10957"/>
                  </a:moveTo>
                  <a:lnTo>
                    <a:pt x="20513" y="0"/>
                  </a:lnTo>
                  <a:cubicBezTo>
                    <a:pt x="13747" y="6599"/>
                    <a:pt x="7594" y="13676"/>
                    <a:pt x="0" y="19373"/>
                  </a:cubicBezTo>
                  <a:lnTo>
                    <a:pt x="11502" y="30874"/>
                  </a:lnTo>
                  <a:cubicBezTo>
                    <a:pt x="14440" y="33666"/>
                    <a:pt x="20611" y="32071"/>
                    <a:pt x="25392" y="27290"/>
                  </a:cubicBezTo>
                  <a:lnTo>
                    <a:pt x="27833" y="24852"/>
                  </a:lnTo>
                  <a:cubicBezTo>
                    <a:pt x="32613" y="20070"/>
                    <a:pt x="34204" y="13895"/>
                    <a:pt x="31416" y="10957"/>
                  </a:cubicBezTo>
                  <a:lnTo>
                    <a:pt x="31467" y="10957"/>
                  </a:lnTo>
                  <a:close/>
                </a:path>
              </a:pathLst>
            </a:custGeom>
            <a:solidFill>
              <a:srgbClr val="007B85"/>
            </a:solidFill>
            <a:ln w="3646" cap="flat">
              <a:noFill/>
              <a:prstDash val="solid"/>
              <a:miter/>
            </a:ln>
          </p:spPr>
          <p:txBody>
            <a:bodyPr rtlCol="0" anchor="ctr"/>
            <a:lstStyle/>
            <a:p>
              <a:endParaRPr lang="en-GR"/>
            </a:p>
          </p:txBody>
        </p:sp>
        <p:sp>
          <p:nvSpPr>
            <p:cNvPr id="181" name="Freeform 149">
              <a:extLst>
                <a:ext uri="{FF2B5EF4-FFF2-40B4-BE49-F238E27FC236}">
                  <a16:creationId xmlns:a16="http://schemas.microsoft.com/office/drawing/2014/main" id="{9F63C3B4-1B49-19D1-C47C-01305EA9DFA1}"/>
                </a:ext>
              </a:extLst>
            </p:cNvPr>
            <p:cNvSpPr/>
            <p:nvPr/>
          </p:nvSpPr>
          <p:spPr>
            <a:xfrm>
              <a:off x="6759675" y="1532365"/>
              <a:ext cx="48965" cy="48598"/>
            </a:xfrm>
            <a:custGeom>
              <a:avLst/>
              <a:gdLst>
                <a:gd name="connsiteX0" fmla="*/ 55304 w 55303"/>
                <a:gd name="connsiteY0" fmla="*/ 3150 h 54889"/>
                <a:gd name="connsiteX1" fmla="*/ 11392 w 55303"/>
                <a:gd name="connsiteY1" fmla="*/ 11117 h 54889"/>
                <a:gd name="connsiteX2" fmla="*/ 3575 w 55303"/>
                <a:gd name="connsiteY2" fmla="*/ 54890 h 54889"/>
                <a:gd name="connsiteX3" fmla="*/ 55304 w 55303"/>
                <a:gd name="connsiteY3" fmla="*/ 3150 h 54889"/>
              </a:gdLst>
              <a:ahLst/>
              <a:cxnLst>
                <a:cxn ang="0">
                  <a:pos x="connsiteX0" y="connsiteY0"/>
                </a:cxn>
                <a:cxn ang="0">
                  <a:pos x="connsiteX1" y="connsiteY1"/>
                </a:cxn>
                <a:cxn ang="0">
                  <a:pos x="connsiteX2" y="connsiteY2"/>
                </a:cxn>
                <a:cxn ang="0">
                  <a:pos x="connsiteX3" y="connsiteY3"/>
                </a:cxn>
              </a:cxnLst>
              <a:rect l="l" t="t" r="r" b="b"/>
              <a:pathLst>
                <a:path w="55303" h="54889">
                  <a:moveTo>
                    <a:pt x="55304" y="3150"/>
                  </a:moveTo>
                  <a:cubicBezTo>
                    <a:pt x="40769" y="-2923"/>
                    <a:pt x="22694" y="-186"/>
                    <a:pt x="11392" y="11117"/>
                  </a:cubicBezTo>
                  <a:cubicBezTo>
                    <a:pt x="-307" y="22822"/>
                    <a:pt x="-3146" y="40152"/>
                    <a:pt x="3575" y="54890"/>
                  </a:cubicBezTo>
                  <a:cubicBezTo>
                    <a:pt x="14228" y="32232"/>
                    <a:pt x="32653" y="13807"/>
                    <a:pt x="55304" y="3150"/>
                  </a:cubicBezTo>
                  <a:close/>
                </a:path>
              </a:pathLst>
            </a:custGeom>
            <a:solidFill>
              <a:srgbClr val="007B85"/>
            </a:solidFill>
            <a:ln w="3646" cap="flat">
              <a:noFill/>
              <a:prstDash val="solid"/>
              <a:miter/>
            </a:ln>
          </p:spPr>
          <p:txBody>
            <a:bodyPr rtlCol="0" anchor="ctr"/>
            <a:lstStyle/>
            <a:p>
              <a:endParaRPr lang="en-GR"/>
            </a:p>
          </p:txBody>
        </p:sp>
        <p:sp>
          <p:nvSpPr>
            <p:cNvPr id="182" name="Freeform 150">
              <a:extLst>
                <a:ext uri="{FF2B5EF4-FFF2-40B4-BE49-F238E27FC236}">
                  <a16:creationId xmlns:a16="http://schemas.microsoft.com/office/drawing/2014/main" id="{7F26D133-C9C9-A14B-A079-586CE9C59D1C}"/>
                </a:ext>
              </a:extLst>
            </p:cNvPr>
            <p:cNvSpPr/>
            <p:nvPr/>
          </p:nvSpPr>
          <p:spPr>
            <a:xfrm>
              <a:off x="6765222" y="1538858"/>
              <a:ext cx="167072" cy="167104"/>
            </a:xfrm>
            <a:custGeom>
              <a:avLst/>
              <a:gdLst>
                <a:gd name="connsiteX0" fmla="*/ 188700 w 188699"/>
                <a:gd name="connsiteY0" fmla="*/ 94370 h 188735"/>
                <a:gd name="connsiteX1" fmla="*/ 94348 w 188699"/>
                <a:gd name="connsiteY1" fmla="*/ 188736 h 188735"/>
                <a:gd name="connsiteX2" fmla="*/ 22403 w 188699"/>
                <a:gd name="connsiteY2" fmla="*/ 155471 h 188735"/>
                <a:gd name="connsiteX3" fmla="*/ 22505 w 188699"/>
                <a:gd name="connsiteY3" fmla="*/ 155372 h 188735"/>
                <a:gd name="connsiteX4" fmla="*/ 0 w 188699"/>
                <a:gd name="connsiteY4" fmla="*/ 94370 h 188735"/>
                <a:gd name="connsiteX5" fmla="*/ 94348 w 188699"/>
                <a:gd name="connsiteY5" fmla="*/ 0 h 188735"/>
                <a:gd name="connsiteX6" fmla="*/ 188700 w 188699"/>
                <a:gd name="connsiteY6" fmla="*/ 94370 h 188735"/>
                <a:gd name="connsiteX7" fmla="*/ 102216 w 188699"/>
                <a:gd name="connsiteY7" fmla="*/ 110403 h 188735"/>
                <a:gd name="connsiteX8" fmla="*/ 103760 w 188699"/>
                <a:gd name="connsiteY8" fmla="*/ 107118 h 188735"/>
                <a:gd name="connsiteX9" fmla="*/ 103858 w 188699"/>
                <a:gd name="connsiteY9" fmla="*/ 107118 h 188735"/>
                <a:gd name="connsiteX10" fmla="*/ 103858 w 188699"/>
                <a:gd name="connsiteY10" fmla="*/ 40538 h 188735"/>
                <a:gd name="connsiteX11" fmla="*/ 95045 w 188699"/>
                <a:gd name="connsiteY11" fmla="*/ 35308 h 188735"/>
                <a:gd name="connsiteX12" fmla="*/ 92458 w 188699"/>
                <a:gd name="connsiteY12" fmla="*/ 35308 h 188735"/>
                <a:gd name="connsiteX13" fmla="*/ 83645 w 188699"/>
                <a:gd name="connsiteY13" fmla="*/ 40538 h 188735"/>
                <a:gd name="connsiteX14" fmla="*/ 83645 w 188699"/>
                <a:gd name="connsiteY14" fmla="*/ 98899 h 188735"/>
                <a:gd name="connsiteX15" fmla="*/ 52028 w 188699"/>
                <a:gd name="connsiteY15" fmla="*/ 120115 h 188735"/>
                <a:gd name="connsiteX16" fmla="*/ 52677 w 188699"/>
                <a:gd name="connsiteY16" fmla="*/ 130371 h 188735"/>
                <a:gd name="connsiteX17" fmla="*/ 54071 w 188699"/>
                <a:gd name="connsiteY17" fmla="*/ 132415 h 188735"/>
                <a:gd name="connsiteX18" fmla="*/ 63380 w 188699"/>
                <a:gd name="connsiteY18" fmla="*/ 136799 h 188735"/>
                <a:gd name="connsiteX19" fmla="*/ 102216 w 188699"/>
                <a:gd name="connsiteY19" fmla="*/ 110403 h 188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8699" h="188735">
                  <a:moveTo>
                    <a:pt x="188700" y="94370"/>
                  </a:moveTo>
                  <a:cubicBezTo>
                    <a:pt x="188700" y="145252"/>
                    <a:pt x="144879" y="188736"/>
                    <a:pt x="94348" y="188736"/>
                  </a:cubicBezTo>
                  <a:cubicBezTo>
                    <a:pt x="65059" y="188736"/>
                    <a:pt x="42507" y="175081"/>
                    <a:pt x="22403" y="155471"/>
                  </a:cubicBezTo>
                  <a:lnTo>
                    <a:pt x="22505" y="155372"/>
                  </a:lnTo>
                  <a:cubicBezTo>
                    <a:pt x="8514" y="138937"/>
                    <a:pt x="0" y="117626"/>
                    <a:pt x="0" y="94370"/>
                  </a:cubicBezTo>
                  <a:cubicBezTo>
                    <a:pt x="0" y="42331"/>
                    <a:pt x="42321" y="0"/>
                    <a:pt x="94348" y="0"/>
                  </a:cubicBezTo>
                  <a:cubicBezTo>
                    <a:pt x="146379" y="0"/>
                    <a:pt x="188700" y="42331"/>
                    <a:pt x="188700" y="94370"/>
                  </a:cubicBezTo>
                  <a:close/>
                  <a:moveTo>
                    <a:pt x="102216" y="110403"/>
                  </a:moveTo>
                  <a:cubicBezTo>
                    <a:pt x="103161" y="109706"/>
                    <a:pt x="103661" y="108513"/>
                    <a:pt x="103760" y="107118"/>
                  </a:cubicBezTo>
                  <a:lnTo>
                    <a:pt x="103858" y="107118"/>
                  </a:lnTo>
                  <a:lnTo>
                    <a:pt x="103858" y="40538"/>
                  </a:lnTo>
                  <a:cubicBezTo>
                    <a:pt x="103760" y="37648"/>
                    <a:pt x="99877" y="35308"/>
                    <a:pt x="95045" y="35308"/>
                  </a:cubicBezTo>
                  <a:lnTo>
                    <a:pt x="92458" y="35308"/>
                  </a:lnTo>
                  <a:cubicBezTo>
                    <a:pt x="87626" y="35359"/>
                    <a:pt x="83743" y="37648"/>
                    <a:pt x="83645" y="40538"/>
                  </a:cubicBezTo>
                  <a:lnTo>
                    <a:pt x="83645" y="98899"/>
                  </a:lnTo>
                  <a:lnTo>
                    <a:pt x="52028" y="120115"/>
                  </a:lnTo>
                  <a:cubicBezTo>
                    <a:pt x="49688" y="121809"/>
                    <a:pt x="49937" y="126389"/>
                    <a:pt x="52677" y="130371"/>
                  </a:cubicBezTo>
                  <a:lnTo>
                    <a:pt x="54071" y="132415"/>
                  </a:lnTo>
                  <a:cubicBezTo>
                    <a:pt x="54071" y="132415"/>
                    <a:pt x="60939" y="138343"/>
                    <a:pt x="63380" y="136799"/>
                  </a:cubicBezTo>
                  <a:lnTo>
                    <a:pt x="102216" y="110403"/>
                  </a:lnTo>
                  <a:close/>
                </a:path>
              </a:pathLst>
            </a:custGeom>
            <a:solidFill>
              <a:srgbClr val="007B85"/>
            </a:solidFill>
            <a:ln w="3646" cap="flat">
              <a:noFill/>
              <a:prstDash val="solid"/>
              <a:miter/>
            </a:ln>
          </p:spPr>
          <p:txBody>
            <a:bodyPr rtlCol="0" anchor="ctr"/>
            <a:lstStyle/>
            <a:p>
              <a:endParaRPr lang="en-GR"/>
            </a:p>
          </p:txBody>
        </p:sp>
      </p:grpSp>
      <p:grpSp>
        <p:nvGrpSpPr>
          <p:cNvPr id="183" name="Group 182">
            <a:extLst>
              <a:ext uri="{FF2B5EF4-FFF2-40B4-BE49-F238E27FC236}">
                <a16:creationId xmlns:a16="http://schemas.microsoft.com/office/drawing/2014/main" id="{28A7BFB0-B40F-16BC-7535-4895B56C8C22}"/>
              </a:ext>
            </a:extLst>
          </p:cNvPr>
          <p:cNvGrpSpPr/>
          <p:nvPr/>
        </p:nvGrpSpPr>
        <p:grpSpPr>
          <a:xfrm>
            <a:off x="8234934" y="1532306"/>
            <a:ext cx="200969" cy="176989"/>
            <a:chOff x="7082776" y="1532304"/>
            <a:chExt cx="200969" cy="176989"/>
          </a:xfrm>
        </p:grpSpPr>
        <p:sp>
          <p:nvSpPr>
            <p:cNvPr id="184" name="Freeform 151">
              <a:extLst>
                <a:ext uri="{FF2B5EF4-FFF2-40B4-BE49-F238E27FC236}">
                  <a16:creationId xmlns:a16="http://schemas.microsoft.com/office/drawing/2014/main" id="{38AAB85F-561E-BB7E-991A-315F1CA3EED5}"/>
                </a:ext>
              </a:extLst>
            </p:cNvPr>
            <p:cNvSpPr/>
            <p:nvPr/>
          </p:nvSpPr>
          <p:spPr>
            <a:xfrm>
              <a:off x="7082776" y="1532304"/>
              <a:ext cx="192471" cy="175713"/>
            </a:xfrm>
            <a:custGeom>
              <a:avLst/>
              <a:gdLst>
                <a:gd name="connsiteX0" fmla="*/ 24523 w 217386"/>
                <a:gd name="connsiteY0" fmla="*/ 171895 h 198458"/>
                <a:gd name="connsiteX1" fmla="*/ 24523 w 217386"/>
                <a:gd name="connsiteY1" fmla="*/ 46473 h 198458"/>
                <a:gd name="connsiteX2" fmla="*/ 192827 w 217386"/>
                <a:gd name="connsiteY2" fmla="*/ 46327 h 198458"/>
                <a:gd name="connsiteX3" fmla="*/ 192827 w 217386"/>
                <a:gd name="connsiteY3" fmla="*/ 100049 h 198458"/>
                <a:gd name="connsiteX4" fmla="*/ 217386 w 217386"/>
                <a:gd name="connsiteY4" fmla="*/ 110476 h 198458"/>
                <a:gd name="connsiteX5" fmla="*/ 217386 w 217386"/>
                <a:gd name="connsiteY5" fmla="*/ 54021 h 198458"/>
                <a:gd name="connsiteX6" fmla="*/ 164362 w 217386"/>
                <a:gd name="connsiteY6" fmla="*/ 19961 h 198458"/>
                <a:gd name="connsiteX7" fmla="*/ 164362 w 217386"/>
                <a:gd name="connsiteY7" fmla="*/ 7201 h 198458"/>
                <a:gd name="connsiteX8" fmla="*/ 151955 w 217386"/>
                <a:gd name="connsiteY8" fmla="*/ 0 h 198458"/>
                <a:gd name="connsiteX9" fmla="*/ 139548 w 217386"/>
                <a:gd name="connsiteY9" fmla="*/ 7201 h 198458"/>
                <a:gd name="connsiteX10" fmla="*/ 139548 w 217386"/>
                <a:gd name="connsiteY10" fmla="*/ 19811 h 198458"/>
                <a:gd name="connsiteX11" fmla="*/ 77842 w 217386"/>
                <a:gd name="connsiteY11" fmla="*/ 19811 h 198458"/>
                <a:gd name="connsiteX12" fmla="*/ 77842 w 217386"/>
                <a:gd name="connsiteY12" fmla="*/ 7201 h 198458"/>
                <a:gd name="connsiteX13" fmla="*/ 65431 w 217386"/>
                <a:gd name="connsiteY13" fmla="*/ 0 h 198458"/>
                <a:gd name="connsiteX14" fmla="*/ 53020 w 217386"/>
                <a:gd name="connsiteY14" fmla="*/ 7201 h 198458"/>
                <a:gd name="connsiteX15" fmla="*/ 53020 w 217386"/>
                <a:gd name="connsiteY15" fmla="*/ 20008 h 198458"/>
                <a:gd name="connsiteX16" fmla="*/ 0 w 217386"/>
                <a:gd name="connsiteY16" fmla="*/ 54021 h 198458"/>
                <a:gd name="connsiteX17" fmla="*/ 0 w 217386"/>
                <a:gd name="connsiteY17" fmla="*/ 164202 h 198458"/>
                <a:gd name="connsiteX18" fmla="*/ 58578 w 217386"/>
                <a:gd name="connsiteY18" fmla="*/ 198459 h 198458"/>
                <a:gd name="connsiteX19" fmla="*/ 144948 w 217386"/>
                <a:gd name="connsiteY19" fmla="*/ 198360 h 198458"/>
                <a:gd name="connsiteX20" fmla="*/ 128527 w 217386"/>
                <a:gd name="connsiteY20" fmla="*/ 171797 h 198458"/>
                <a:gd name="connsiteX21" fmla="*/ 24523 w 217386"/>
                <a:gd name="connsiteY21" fmla="*/ 171895 h 19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7386" h="198458">
                  <a:moveTo>
                    <a:pt x="24523" y="171895"/>
                  </a:moveTo>
                  <a:lnTo>
                    <a:pt x="24523" y="46473"/>
                  </a:lnTo>
                  <a:lnTo>
                    <a:pt x="192827" y="46327"/>
                  </a:lnTo>
                  <a:lnTo>
                    <a:pt x="192827" y="100049"/>
                  </a:lnTo>
                  <a:cubicBezTo>
                    <a:pt x="201913" y="101538"/>
                    <a:pt x="210270" y="105213"/>
                    <a:pt x="217386" y="110476"/>
                  </a:cubicBezTo>
                  <a:lnTo>
                    <a:pt x="217386" y="54021"/>
                  </a:lnTo>
                  <a:cubicBezTo>
                    <a:pt x="217386" y="36297"/>
                    <a:pt x="194141" y="21749"/>
                    <a:pt x="164362" y="19961"/>
                  </a:cubicBezTo>
                  <a:lnTo>
                    <a:pt x="164362" y="7201"/>
                  </a:lnTo>
                  <a:cubicBezTo>
                    <a:pt x="164362" y="3226"/>
                    <a:pt x="158816" y="0"/>
                    <a:pt x="151955" y="0"/>
                  </a:cubicBezTo>
                  <a:cubicBezTo>
                    <a:pt x="145095" y="0"/>
                    <a:pt x="139548" y="3226"/>
                    <a:pt x="139548" y="7201"/>
                  </a:cubicBezTo>
                  <a:lnTo>
                    <a:pt x="139548" y="19811"/>
                  </a:lnTo>
                  <a:lnTo>
                    <a:pt x="77842" y="19811"/>
                  </a:lnTo>
                  <a:lnTo>
                    <a:pt x="77842" y="7201"/>
                  </a:lnTo>
                  <a:cubicBezTo>
                    <a:pt x="77842" y="3226"/>
                    <a:pt x="72281" y="0"/>
                    <a:pt x="65431" y="0"/>
                  </a:cubicBezTo>
                  <a:cubicBezTo>
                    <a:pt x="58578" y="0"/>
                    <a:pt x="53020" y="3226"/>
                    <a:pt x="53020" y="7201"/>
                  </a:cubicBezTo>
                  <a:lnTo>
                    <a:pt x="53020" y="20008"/>
                  </a:lnTo>
                  <a:cubicBezTo>
                    <a:pt x="23235" y="21797"/>
                    <a:pt x="0" y="36297"/>
                    <a:pt x="0" y="54021"/>
                  </a:cubicBezTo>
                  <a:lnTo>
                    <a:pt x="0" y="164202"/>
                  </a:lnTo>
                  <a:cubicBezTo>
                    <a:pt x="0" y="183020"/>
                    <a:pt x="26162" y="198262"/>
                    <a:pt x="58578" y="198459"/>
                  </a:cubicBezTo>
                  <a:cubicBezTo>
                    <a:pt x="58728" y="198459"/>
                    <a:pt x="115718" y="198459"/>
                    <a:pt x="144948" y="198360"/>
                  </a:cubicBezTo>
                  <a:cubicBezTo>
                    <a:pt x="137212" y="191309"/>
                    <a:pt x="131453" y="182173"/>
                    <a:pt x="128527" y="171797"/>
                  </a:cubicBezTo>
                  <a:lnTo>
                    <a:pt x="24523" y="171895"/>
                  </a:lnTo>
                  <a:close/>
                </a:path>
              </a:pathLst>
            </a:custGeom>
            <a:solidFill>
              <a:srgbClr val="007B85"/>
            </a:solidFill>
            <a:ln w="3646" cap="flat">
              <a:noFill/>
              <a:prstDash val="solid"/>
              <a:miter/>
            </a:ln>
          </p:spPr>
          <p:txBody>
            <a:bodyPr rtlCol="0" anchor="ctr"/>
            <a:lstStyle/>
            <a:p>
              <a:endParaRPr lang="en-GR"/>
            </a:p>
          </p:txBody>
        </p:sp>
        <p:sp>
          <p:nvSpPr>
            <p:cNvPr id="185" name="Freeform 152">
              <a:extLst>
                <a:ext uri="{FF2B5EF4-FFF2-40B4-BE49-F238E27FC236}">
                  <a16:creationId xmlns:a16="http://schemas.microsoft.com/office/drawing/2014/main" id="{307CF434-0191-8C11-A607-AE047B06CD54}"/>
                </a:ext>
              </a:extLst>
            </p:cNvPr>
            <p:cNvSpPr/>
            <p:nvPr/>
          </p:nvSpPr>
          <p:spPr>
            <a:xfrm>
              <a:off x="7122379" y="1590905"/>
              <a:ext cx="29537" cy="17059"/>
            </a:xfrm>
            <a:custGeom>
              <a:avLst/>
              <a:gdLst>
                <a:gd name="connsiteX0" fmla="*/ 16681 w 33361"/>
                <a:gd name="connsiteY0" fmla="*/ 0 h 19267"/>
                <a:gd name="connsiteX1" fmla="*/ 0 w 33361"/>
                <a:gd name="connsiteY1" fmla="*/ 9632 h 19267"/>
                <a:gd name="connsiteX2" fmla="*/ 16681 w 33361"/>
                <a:gd name="connsiteY2" fmla="*/ 19267 h 19267"/>
                <a:gd name="connsiteX3" fmla="*/ 33361 w 33361"/>
                <a:gd name="connsiteY3" fmla="*/ 9632 h 19267"/>
                <a:gd name="connsiteX4" fmla="*/ 16681 w 33361"/>
                <a:gd name="connsiteY4" fmla="*/ 0 h 19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61" h="19267">
                  <a:moveTo>
                    <a:pt x="16681" y="0"/>
                  </a:moveTo>
                  <a:cubicBezTo>
                    <a:pt x="7444" y="0"/>
                    <a:pt x="0" y="4321"/>
                    <a:pt x="0" y="9632"/>
                  </a:cubicBezTo>
                  <a:cubicBezTo>
                    <a:pt x="0" y="14946"/>
                    <a:pt x="7495" y="19267"/>
                    <a:pt x="16681" y="19267"/>
                  </a:cubicBezTo>
                  <a:cubicBezTo>
                    <a:pt x="25862" y="19267"/>
                    <a:pt x="33361" y="14946"/>
                    <a:pt x="33361" y="9632"/>
                  </a:cubicBezTo>
                  <a:cubicBezTo>
                    <a:pt x="33361" y="4321"/>
                    <a:pt x="25862" y="0"/>
                    <a:pt x="16681" y="0"/>
                  </a:cubicBezTo>
                  <a:close/>
                </a:path>
              </a:pathLst>
            </a:custGeom>
            <a:solidFill>
              <a:srgbClr val="007B85"/>
            </a:solidFill>
            <a:ln w="3646" cap="flat">
              <a:noFill/>
              <a:prstDash val="solid"/>
              <a:miter/>
            </a:ln>
          </p:spPr>
          <p:txBody>
            <a:bodyPr rtlCol="0" anchor="ctr"/>
            <a:lstStyle/>
            <a:p>
              <a:endParaRPr lang="en-GR"/>
            </a:p>
          </p:txBody>
        </p:sp>
        <p:sp>
          <p:nvSpPr>
            <p:cNvPr id="186" name="Freeform 153">
              <a:extLst>
                <a:ext uri="{FF2B5EF4-FFF2-40B4-BE49-F238E27FC236}">
                  <a16:creationId xmlns:a16="http://schemas.microsoft.com/office/drawing/2014/main" id="{1F85F5E8-FFBA-2F55-79C0-16CEF3872542}"/>
                </a:ext>
              </a:extLst>
            </p:cNvPr>
            <p:cNvSpPr/>
            <p:nvPr/>
          </p:nvSpPr>
          <p:spPr>
            <a:xfrm>
              <a:off x="7164220" y="1590905"/>
              <a:ext cx="29537" cy="17059"/>
            </a:xfrm>
            <a:custGeom>
              <a:avLst/>
              <a:gdLst>
                <a:gd name="connsiteX0" fmla="*/ 0 w 33361"/>
                <a:gd name="connsiteY0" fmla="*/ 9632 h 19267"/>
                <a:gd name="connsiteX1" fmla="*/ 16681 w 33361"/>
                <a:gd name="connsiteY1" fmla="*/ 0 h 19267"/>
                <a:gd name="connsiteX2" fmla="*/ 33362 w 33361"/>
                <a:gd name="connsiteY2" fmla="*/ 9632 h 19267"/>
                <a:gd name="connsiteX3" fmla="*/ 16681 w 33361"/>
                <a:gd name="connsiteY3" fmla="*/ 19267 h 19267"/>
                <a:gd name="connsiteX4" fmla="*/ 0 w 33361"/>
                <a:gd name="connsiteY4" fmla="*/ 9632 h 19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61" h="19267">
                  <a:moveTo>
                    <a:pt x="0" y="9632"/>
                  </a:moveTo>
                  <a:cubicBezTo>
                    <a:pt x="0" y="4321"/>
                    <a:pt x="7448" y="0"/>
                    <a:pt x="16681" y="0"/>
                  </a:cubicBezTo>
                  <a:cubicBezTo>
                    <a:pt x="25866" y="0"/>
                    <a:pt x="33362" y="4321"/>
                    <a:pt x="33362" y="9632"/>
                  </a:cubicBezTo>
                  <a:cubicBezTo>
                    <a:pt x="33362" y="14946"/>
                    <a:pt x="25866" y="19267"/>
                    <a:pt x="16681" y="19267"/>
                  </a:cubicBezTo>
                  <a:cubicBezTo>
                    <a:pt x="7496" y="19267"/>
                    <a:pt x="0" y="14946"/>
                    <a:pt x="0" y="9632"/>
                  </a:cubicBezTo>
                  <a:close/>
                </a:path>
              </a:pathLst>
            </a:custGeom>
            <a:solidFill>
              <a:srgbClr val="007B85"/>
            </a:solidFill>
            <a:ln w="3646" cap="flat">
              <a:noFill/>
              <a:prstDash val="solid"/>
              <a:miter/>
            </a:ln>
          </p:spPr>
          <p:txBody>
            <a:bodyPr rtlCol="0" anchor="ctr"/>
            <a:lstStyle/>
            <a:p>
              <a:endParaRPr lang="en-GR"/>
            </a:p>
          </p:txBody>
        </p:sp>
        <p:sp>
          <p:nvSpPr>
            <p:cNvPr id="187" name="Freeform 154">
              <a:extLst>
                <a:ext uri="{FF2B5EF4-FFF2-40B4-BE49-F238E27FC236}">
                  <a16:creationId xmlns:a16="http://schemas.microsoft.com/office/drawing/2014/main" id="{6B4AEA5B-D524-4750-0F72-C106A167842C}"/>
                </a:ext>
              </a:extLst>
            </p:cNvPr>
            <p:cNvSpPr/>
            <p:nvPr/>
          </p:nvSpPr>
          <p:spPr>
            <a:xfrm>
              <a:off x="7206066" y="1590950"/>
              <a:ext cx="29537" cy="17055"/>
            </a:xfrm>
            <a:custGeom>
              <a:avLst/>
              <a:gdLst>
                <a:gd name="connsiteX0" fmla="*/ 0 w 33361"/>
                <a:gd name="connsiteY0" fmla="*/ 9632 h 19263"/>
                <a:gd name="connsiteX1" fmla="*/ 16684 w 33361"/>
                <a:gd name="connsiteY1" fmla="*/ 19264 h 19263"/>
                <a:gd name="connsiteX2" fmla="*/ 33361 w 33361"/>
                <a:gd name="connsiteY2" fmla="*/ 9632 h 19263"/>
                <a:gd name="connsiteX3" fmla="*/ 16684 w 33361"/>
                <a:gd name="connsiteY3" fmla="*/ 0 h 19263"/>
                <a:gd name="connsiteX4" fmla="*/ 0 w 33361"/>
                <a:gd name="connsiteY4" fmla="*/ 9632 h 192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61" h="19263">
                  <a:moveTo>
                    <a:pt x="0" y="9632"/>
                  </a:moveTo>
                  <a:cubicBezTo>
                    <a:pt x="0" y="14946"/>
                    <a:pt x="7488" y="19264"/>
                    <a:pt x="16684" y="19264"/>
                  </a:cubicBezTo>
                  <a:cubicBezTo>
                    <a:pt x="25880" y="19264"/>
                    <a:pt x="33361" y="14946"/>
                    <a:pt x="33361" y="9632"/>
                  </a:cubicBezTo>
                  <a:cubicBezTo>
                    <a:pt x="33361" y="4318"/>
                    <a:pt x="25880" y="0"/>
                    <a:pt x="16684" y="0"/>
                  </a:cubicBezTo>
                  <a:cubicBezTo>
                    <a:pt x="7488" y="0"/>
                    <a:pt x="0" y="4318"/>
                    <a:pt x="0" y="9632"/>
                  </a:cubicBezTo>
                  <a:close/>
                </a:path>
              </a:pathLst>
            </a:custGeom>
            <a:solidFill>
              <a:srgbClr val="007B85"/>
            </a:solidFill>
            <a:ln w="3646" cap="flat">
              <a:noFill/>
              <a:prstDash val="solid"/>
              <a:miter/>
            </a:ln>
          </p:spPr>
          <p:txBody>
            <a:bodyPr rtlCol="0" anchor="ctr"/>
            <a:lstStyle/>
            <a:p>
              <a:endParaRPr lang="en-GR"/>
            </a:p>
          </p:txBody>
        </p:sp>
        <p:sp>
          <p:nvSpPr>
            <p:cNvPr id="188" name="Freeform 155">
              <a:extLst>
                <a:ext uri="{FF2B5EF4-FFF2-40B4-BE49-F238E27FC236}">
                  <a16:creationId xmlns:a16="http://schemas.microsoft.com/office/drawing/2014/main" id="{9BA36F87-7D87-4E33-B35C-6682867441C0}"/>
                </a:ext>
              </a:extLst>
            </p:cNvPr>
            <p:cNvSpPr/>
            <p:nvPr/>
          </p:nvSpPr>
          <p:spPr>
            <a:xfrm>
              <a:off x="7122379" y="1619874"/>
              <a:ext cx="29537" cy="17059"/>
            </a:xfrm>
            <a:custGeom>
              <a:avLst/>
              <a:gdLst>
                <a:gd name="connsiteX0" fmla="*/ 0 w 33361"/>
                <a:gd name="connsiteY0" fmla="*/ 9636 h 19267"/>
                <a:gd name="connsiteX1" fmla="*/ 16681 w 33361"/>
                <a:gd name="connsiteY1" fmla="*/ 0 h 19267"/>
                <a:gd name="connsiteX2" fmla="*/ 33361 w 33361"/>
                <a:gd name="connsiteY2" fmla="*/ 9636 h 19267"/>
                <a:gd name="connsiteX3" fmla="*/ 16681 w 33361"/>
                <a:gd name="connsiteY3" fmla="*/ 19267 h 19267"/>
                <a:gd name="connsiteX4" fmla="*/ 0 w 33361"/>
                <a:gd name="connsiteY4" fmla="*/ 9636 h 19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61" h="19267">
                  <a:moveTo>
                    <a:pt x="0" y="9636"/>
                  </a:moveTo>
                  <a:cubicBezTo>
                    <a:pt x="0" y="4321"/>
                    <a:pt x="7444" y="0"/>
                    <a:pt x="16681" y="0"/>
                  </a:cubicBezTo>
                  <a:cubicBezTo>
                    <a:pt x="25862" y="0"/>
                    <a:pt x="33361" y="4321"/>
                    <a:pt x="33361" y="9636"/>
                  </a:cubicBezTo>
                  <a:cubicBezTo>
                    <a:pt x="33361" y="14946"/>
                    <a:pt x="25862" y="19267"/>
                    <a:pt x="16681" y="19267"/>
                  </a:cubicBezTo>
                  <a:cubicBezTo>
                    <a:pt x="7495" y="19267"/>
                    <a:pt x="0" y="14946"/>
                    <a:pt x="0" y="9636"/>
                  </a:cubicBezTo>
                  <a:close/>
                </a:path>
              </a:pathLst>
            </a:custGeom>
            <a:solidFill>
              <a:srgbClr val="007B85"/>
            </a:solidFill>
            <a:ln w="3646" cap="flat">
              <a:noFill/>
              <a:prstDash val="solid"/>
              <a:miter/>
            </a:ln>
          </p:spPr>
          <p:txBody>
            <a:bodyPr rtlCol="0" anchor="ctr"/>
            <a:lstStyle/>
            <a:p>
              <a:endParaRPr lang="en-GR"/>
            </a:p>
          </p:txBody>
        </p:sp>
        <p:sp>
          <p:nvSpPr>
            <p:cNvPr id="189" name="Freeform 156">
              <a:extLst>
                <a:ext uri="{FF2B5EF4-FFF2-40B4-BE49-F238E27FC236}">
                  <a16:creationId xmlns:a16="http://schemas.microsoft.com/office/drawing/2014/main" id="{48C2D00E-4D1F-1E65-A55C-75DDAB077CCA}"/>
                </a:ext>
              </a:extLst>
            </p:cNvPr>
            <p:cNvSpPr/>
            <p:nvPr/>
          </p:nvSpPr>
          <p:spPr>
            <a:xfrm>
              <a:off x="7164220" y="1619874"/>
              <a:ext cx="29537" cy="17059"/>
            </a:xfrm>
            <a:custGeom>
              <a:avLst/>
              <a:gdLst>
                <a:gd name="connsiteX0" fmla="*/ 16681 w 33361"/>
                <a:gd name="connsiteY0" fmla="*/ 0 h 19267"/>
                <a:gd name="connsiteX1" fmla="*/ 0 w 33361"/>
                <a:gd name="connsiteY1" fmla="*/ 9636 h 19267"/>
                <a:gd name="connsiteX2" fmla="*/ 16681 w 33361"/>
                <a:gd name="connsiteY2" fmla="*/ 19267 h 19267"/>
                <a:gd name="connsiteX3" fmla="*/ 33362 w 33361"/>
                <a:gd name="connsiteY3" fmla="*/ 9636 h 19267"/>
                <a:gd name="connsiteX4" fmla="*/ 16681 w 33361"/>
                <a:gd name="connsiteY4" fmla="*/ 0 h 19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61" h="19267">
                  <a:moveTo>
                    <a:pt x="16681" y="0"/>
                  </a:moveTo>
                  <a:cubicBezTo>
                    <a:pt x="7448" y="0"/>
                    <a:pt x="0" y="4321"/>
                    <a:pt x="0" y="9636"/>
                  </a:cubicBezTo>
                  <a:cubicBezTo>
                    <a:pt x="0" y="14946"/>
                    <a:pt x="7496" y="19267"/>
                    <a:pt x="16681" y="19267"/>
                  </a:cubicBezTo>
                  <a:cubicBezTo>
                    <a:pt x="25866" y="19267"/>
                    <a:pt x="33362" y="14946"/>
                    <a:pt x="33362" y="9636"/>
                  </a:cubicBezTo>
                  <a:cubicBezTo>
                    <a:pt x="33362" y="4321"/>
                    <a:pt x="25866" y="0"/>
                    <a:pt x="16681" y="0"/>
                  </a:cubicBezTo>
                  <a:close/>
                </a:path>
              </a:pathLst>
            </a:custGeom>
            <a:solidFill>
              <a:srgbClr val="007B85"/>
            </a:solidFill>
            <a:ln w="3646" cap="flat">
              <a:noFill/>
              <a:prstDash val="solid"/>
              <a:miter/>
            </a:ln>
          </p:spPr>
          <p:txBody>
            <a:bodyPr rtlCol="0" anchor="ctr"/>
            <a:lstStyle/>
            <a:p>
              <a:endParaRPr lang="en-GR"/>
            </a:p>
          </p:txBody>
        </p:sp>
        <p:sp>
          <p:nvSpPr>
            <p:cNvPr id="190" name="Freeform 157">
              <a:extLst>
                <a:ext uri="{FF2B5EF4-FFF2-40B4-BE49-F238E27FC236}">
                  <a16:creationId xmlns:a16="http://schemas.microsoft.com/office/drawing/2014/main" id="{549035D6-C18E-6C39-3DB6-410ACE7A8875}"/>
                </a:ext>
              </a:extLst>
            </p:cNvPr>
            <p:cNvSpPr/>
            <p:nvPr/>
          </p:nvSpPr>
          <p:spPr>
            <a:xfrm>
              <a:off x="7206550" y="1632096"/>
              <a:ext cx="77195" cy="77197"/>
            </a:xfrm>
            <a:custGeom>
              <a:avLst/>
              <a:gdLst>
                <a:gd name="connsiteX0" fmla="*/ 0 w 87188"/>
                <a:gd name="connsiteY0" fmla="*/ 43597 h 87190"/>
                <a:gd name="connsiteX1" fmla="*/ 43579 w 87188"/>
                <a:gd name="connsiteY1" fmla="*/ 0 h 87190"/>
                <a:gd name="connsiteX2" fmla="*/ 87188 w 87188"/>
                <a:gd name="connsiteY2" fmla="*/ 43597 h 87190"/>
                <a:gd name="connsiteX3" fmla="*/ 43579 w 87188"/>
                <a:gd name="connsiteY3" fmla="*/ 87190 h 87190"/>
                <a:gd name="connsiteX4" fmla="*/ 0 w 87188"/>
                <a:gd name="connsiteY4" fmla="*/ 43597 h 87190"/>
                <a:gd name="connsiteX5" fmla="*/ 48542 w 87188"/>
                <a:gd name="connsiteY5" fmla="*/ 48561 h 87190"/>
                <a:gd name="connsiteX6" fmla="*/ 70146 w 87188"/>
                <a:gd name="connsiteY6" fmla="*/ 48561 h 87190"/>
                <a:gd name="connsiteX7" fmla="*/ 70146 w 87188"/>
                <a:gd name="connsiteY7" fmla="*/ 38630 h 87190"/>
                <a:gd name="connsiteX8" fmla="*/ 48542 w 87188"/>
                <a:gd name="connsiteY8" fmla="*/ 38630 h 87190"/>
                <a:gd name="connsiteX9" fmla="*/ 48542 w 87188"/>
                <a:gd name="connsiteY9" fmla="*/ 17030 h 87190"/>
                <a:gd name="connsiteX10" fmla="*/ 38617 w 87188"/>
                <a:gd name="connsiteY10" fmla="*/ 17030 h 87190"/>
                <a:gd name="connsiteX11" fmla="*/ 38617 w 87188"/>
                <a:gd name="connsiteY11" fmla="*/ 38630 h 87190"/>
                <a:gd name="connsiteX12" fmla="*/ 17013 w 87188"/>
                <a:gd name="connsiteY12" fmla="*/ 38630 h 87190"/>
                <a:gd name="connsiteX13" fmla="*/ 17013 w 87188"/>
                <a:gd name="connsiteY13" fmla="*/ 48561 h 87190"/>
                <a:gd name="connsiteX14" fmla="*/ 38617 w 87188"/>
                <a:gd name="connsiteY14" fmla="*/ 48561 h 87190"/>
                <a:gd name="connsiteX15" fmla="*/ 38617 w 87188"/>
                <a:gd name="connsiteY15" fmla="*/ 70160 h 87190"/>
                <a:gd name="connsiteX16" fmla="*/ 48542 w 87188"/>
                <a:gd name="connsiteY16" fmla="*/ 70160 h 87190"/>
                <a:gd name="connsiteX17" fmla="*/ 48542 w 87188"/>
                <a:gd name="connsiteY17" fmla="*/ 48561 h 87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188" h="87190">
                  <a:moveTo>
                    <a:pt x="0" y="43597"/>
                  </a:moveTo>
                  <a:cubicBezTo>
                    <a:pt x="0" y="19515"/>
                    <a:pt x="19494" y="0"/>
                    <a:pt x="43579" y="0"/>
                  </a:cubicBezTo>
                  <a:cubicBezTo>
                    <a:pt x="67665" y="0"/>
                    <a:pt x="87188" y="19515"/>
                    <a:pt x="87188" y="43597"/>
                  </a:cubicBezTo>
                  <a:cubicBezTo>
                    <a:pt x="87188" y="67678"/>
                    <a:pt x="67665" y="87190"/>
                    <a:pt x="43579" y="87190"/>
                  </a:cubicBezTo>
                  <a:cubicBezTo>
                    <a:pt x="19494" y="87190"/>
                    <a:pt x="0" y="67678"/>
                    <a:pt x="0" y="43597"/>
                  </a:cubicBezTo>
                  <a:close/>
                  <a:moveTo>
                    <a:pt x="48542" y="48561"/>
                  </a:moveTo>
                  <a:lnTo>
                    <a:pt x="70146" y="48561"/>
                  </a:lnTo>
                  <a:lnTo>
                    <a:pt x="70146" y="38630"/>
                  </a:lnTo>
                  <a:lnTo>
                    <a:pt x="48542" y="38630"/>
                  </a:lnTo>
                  <a:lnTo>
                    <a:pt x="48542" y="17030"/>
                  </a:lnTo>
                  <a:lnTo>
                    <a:pt x="38617" y="17030"/>
                  </a:lnTo>
                  <a:lnTo>
                    <a:pt x="38617" y="38630"/>
                  </a:lnTo>
                  <a:lnTo>
                    <a:pt x="17013" y="38630"/>
                  </a:lnTo>
                  <a:lnTo>
                    <a:pt x="17013" y="48561"/>
                  </a:lnTo>
                  <a:lnTo>
                    <a:pt x="38617" y="48561"/>
                  </a:lnTo>
                  <a:lnTo>
                    <a:pt x="38617" y="70160"/>
                  </a:lnTo>
                  <a:lnTo>
                    <a:pt x="48542" y="70160"/>
                  </a:lnTo>
                  <a:lnTo>
                    <a:pt x="48542" y="48561"/>
                  </a:lnTo>
                  <a:close/>
                </a:path>
              </a:pathLst>
            </a:custGeom>
            <a:solidFill>
              <a:srgbClr val="007B85"/>
            </a:solidFill>
            <a:ln w="3646" cap="flat">
              <a:noFill/>
              <a:prstDash val="solid"/>
              <a:miter/>
            </a:ln>
          </p:spPr>
          <p:txBody>
            <a:bodyPr rtlCol="0" anchor="ctr"/>
            <a:lstStyle/>
            <a:p>
              <a:endParaRPr lang="en-GR"/>
            </a:p>
          </p:txBody>
        </p:sp>
      </p:grpSp>
      <p:grpSp>
        <p:nvGrpSpPr>
          <p:cNvPr id="191" name="Group 190">
            <a:extLst>
              <a:ext uri="{FF2B5EF4-FFF2-40B4-BE49-F238E27FC236}">
                <a16:creationId xmlns:a16="http://schemas.microsoft.com/office/drawing/2014/main" id="{1688677C-F603-C7DD-A277-EDD2A5EE2E56}"/>
              </a:ext>
            </a:extLst>
          </p:cNvPr>
          <p:cNvGrpSpPr/>
          <p:nvPr/>
        </p:nvGrpSpPr>
        <p:grpSpPr>
          <a:xfrm>
            <a:off x="8587113" y="1519378"/>
            <a:ext cx="163910" cy="201190"/>
            <a:chOff x="7434957" y="1519378"/>
            <a:chExt cx="163910" cy="201190"/>
          </a:xfrm>
        </p:grpSpPr>
        <p:sp>
          <p:nvSpPr>
            <p:cNvPr id="192" name="Freeform 158">
              <a:extLst>
                <a:ext uri="{FF2B5EF4-FFF2-40B4-BE49-F238E27FC236}">
                  <a16:creationId xmlns:a16="http://schemas.microsoft.com/office/drawing/2014/main" id="{84251B0E-7A02-1127-6C56-28A162222222}"/>
                </a:ext>
              </a:extLst>
            </p:cNvPr>
            <p:cNvSpPr/>
            <p:nvPr/>
          </p:nvSpPr>
          <p:spPr>
            <a:xfrm>
              <a:off x="7534311" y="1519378"/>
              <a:ext cx="64556" cy="167447"/>
            </a:xfrm>
            <a:custGeom>
              <a:avLst/>
              <a:gdLst>
                <a:gd name="connsiteX0" fmla="*/ 54629 w 72912"/>
                <a:gd name="connsiteY0" fmla="*/ 0 h 189122"/>
                <a:gd name="connsiteX1" fmla="*/ 0 w 72912"/>
                <a:gd name="connsiteY1" fmla="*/ 0 h 189122"/>
                <a:gd name="connsiteX2" fmla="*/ 0 w 72912"/>
                <a:gd name="connsiteY2" fmla="*/ 124006 h 189122"/>
                <a:gd name="connsiteX3" fmla="*/ 21093 w 72912"/>
                <a:gd name="connsiteY3" fmla="*/ 145887 h 189122"/>
                <a:gd name="connsiteX4" fmla="*/ 12335 w 72912"/>
                <a:gd name="connsiteY4" fmla="*/ 176454 h 189122"/>
                <a:gd name="connsiteX5" fmla="*/ 1605 w 72912"/>
                <a:gd name="connsiteY5" fmla="*/ 189122 h 189122"/>
                <a:gd name="connsiteX6" fmla="*/ 54666 w 72912"/>
                <a:gd name="connsiteY6" fmla="*/ 189122 h 189122"/>
                <a:gd name="connsiteX7" fmla="*/ 72912 w 72912"/>
                <a:gd name="connsiteY7" fmla="*/ 157665 h 189122"/>
                <a:gd name="connsiteX8" fmla="*/ 72912 w 72912"/>
                <a:gd name="connsiteY8" fmla="*/ 31513 h 189122"/>
                <a:gd name="connsiteX9" fmla="*/ 54629 w 72912"/>
                <a:gd name="connsiteY9" fmla="*/ 0 h 189122"/>
                <a:gd name="connsiteX10" fmla="*/ 51710 w 72912"/>
                <a:gd name="connsiteY10" fmla="*/ 164574 h 189122"/>
                <a:gd name="connsiteX11" fmla="*/ 43791 w 72912"/>
                <a:gd name="connsiteY11" fmla="*/ 168238 h 189122"/>
                <a:gd name="connsiteX12" fmla="*/ 37624 w 72912"/>
                <a:gd name="connsiteY12" fmla="*/ 164574 h 189122"/>
                <a:gd name="connsiteX13" fmla="*/ 37624 w 72912"/>
                <a:gd name="connsiteY13" fmla="*/ 143113 h 189122"/>
                <a:gd name="connsiteX14" fmla="*/ 43791 w 72912"/>
                <a:gd name="connsiteY14" fmla="*/ 139448 h 189122"/>
                <a:gd name="connsiteX15" fmla="*/ 51747 w 72912"/>
                <a:gd name="connsiteY15" fmla="*/ 143113 h 189122"/>
                <a:gd name="connsiteX16" fmla="*/ 51747 w 72912"/>
                <a:gd name="connsiteY16" fmla="*/ 164574 h 189122"/>
                <a:gd name="connsiteX17" fmla="*/ 51710 w 72912"/>
                <a:gd name="connsiteY17" fmla="*/ 164574 h 189122"/>
                <a:gd name="connsiteX18" fmla="*/ 51710 w 72912"/>
                <a:gd name="connsiteY18" fmla="*/ 125889 h 189122"/>
                <a:gd name="connsiteX19" fmla="*/ 43791 w 72912"/>
                <a:gd name="connsiteY19" fmla="*/ 129554 h 189122"/>
                <a:gd name="connsiteX20" fmla="*/ 37624 w 72912"/>
                <a:gd name="connsiteY20" fmla="*/ 125889 h 189122"/>
                <a:gd name="connsiteX21" fmla="*/ 37624 w 72912"/>
                <a:gd name="connsiteY21" fmla="*/ 83646 h 189122"/>
                <a:gd name="connsiteX22" fmla="*/ 43791 w 72912"/>
                <a:gd name="connsiteY22" fmla="*/ 79982 h 189122"/>
                <a:gd name="connsiteX23" fmla="*/ 51747 w 72912"/>
                <a:gd name="connsiteY23" fmla="*/ 83646 h 189122"/>
                <a:gd name="connsiteX24" fmla="*/ 51747 w 72912"/>
                <a:gd name="connsiteY24" fmla="*/ 125889 h 189122"/>
                <a:gd name="connsiteX25" fmla="*/ 51710 w 72912"/>
                <a:gd name="connsiteY25" fmla="*/ 125889 h 189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2912" h="189122">
                  <a:moveTo>
                    <a:pt x="54629" y="0"/>
                  </a:moveTo>
                  <a:lnTo>
                    <a:pt x="0" y="0"/>
                  </a:lnTo>
                  <a:lnTo>
                    <a:pt x="0" y="124006"/>
                  </a:lnTo>
                  <a:cubicBezTo>
                    <a:pt x="9451" y="126674"/>
                    <a:pt x="17115" y="134372"/>
                    <a:pt x="21093" y="145887"/>
                  </a:cubicBezTo>
                  <a:cubicBezTo>
                    <a:pt x="25837" y="159705"/>
                    <a:pt x="16385" y="171483"/>
                    <a:pt x="12335" y="176454"/>
                  </a:cubicBezTo>
                  <a:cubicBezTo>
                    <a:pt x="8868" y="180742"/>
                    <a:pt x="5255" y="184965"/>
                    <a:pt x="1605" y="189122"/>
                  </a:cubicBezTo>
                  <a:lnTo>
                    <a:pt x="54666" y="189122"/>
                  </a:lnTo>
                  <a:cubicBezTo>
                    <a:pt x="68788" y="189122"/>
                    <a:pt x="72912" y="168158"/>
                    <a:pt x="72912" y="157665"/>
                  </a:cubicBezTo>
                  <a:lnTo>
                    <a:pt x="72912" y="31513"/>
                  </a:lnTo>
                  <a:cubicBezTo>
                    <a:pt x="72912" y="21220"/>
                    <a:pt x="69519" y="0"/>
                    <a:pt x="54629" y="0"/>
                  </a:cubicBezTo>
                  <a:close/>
                  <a:moveTo>
                    <a:pt x="51710" y="164574"/>
                  </a:moveTo>
                  <a:cubicBezTo>
                    <a:pt x="51601" y="168147"/>
                    <a:pt x="46382" y="168238"/>
                    <a:pt x="43791" y="168238"/>
                  </a:cubicBezTo>
                  <a:cubicBezTo>
                    <a:pt x="40397" y="168238"/>
                    <a:pt x="37660" y="166614"/>
                    <a:pt x="37624" y="164574"/>
                  </a:cubicBezTo>
                  <a:lnTo>
                    <a:pt x="37624" y="143113"/>
                  </a:lnTo>
                  <a:cubicBezTo>
                    <a:pt x="37660" y="141069"/>
                    <a:pt x="40397" y="139448"/>
                    <a:pt x="43791" y="139448"/>
                  </a:cubicBezTo>
                  <a:cubicBezTo>
                    <a:pt x="46418" y="139448"/>
                    <a:pt x="51674" y="139518"/>
                    <a:pt x="51747" y="143113"/>
                  </a:cubicBezTo>
                  <a:lnTo>
                    <a:pt x="51747" y="164574"/>
                  </a:lnTo>
                  <a:lnTo>
                    <a:pt x="51710" y="164574"/>
                  </a:lnTo>
                  <a:close/>
                  <a:moveTo>
                    <a:pt x="51710" y="125889"/>
                  </a:moveTo>
                  <a:cubicBezTo>
                    <a:pt x="51601" y="129466"/>
                    <a:pt x="46382" y="129554"/>
                    <a:pt x="43791" y="129554"/>
                  </a:cubicBezTo>
                  <a:cubicBezTo>
                    <a:pt x="40397" y="129554"/>
                    <a:pt x="37660" y="127933"/>
                    <a:pt x="37624" y="125889"/>
                  </a:cubicBezTo>
                  <a:lnTo>
                    <a:pt x="37624" y="83646"/>
                  </a:lnTo>
                  <a:cubicBezTo>
                    <a:pt x="37660" y="81606"/>
                    <a:pt x="40397" y="79982"/>
                    <a:pt x="43791" y="79982"/>
                  </a:cubicBezTo>
                  <a:cubicBezTo>
                    <a:pt x="46418" y="79982"/>
                    <a:pt x="51674" y="80051"/>
                    <a:pt x="51747" y="83646"/>
                  </a:cubicBezTo>
                  <a:lnTo>
                    <a:pt x="51747" y="125889"/>
                  </a:lnTo>
                  <a:lnTo>
                    <a:pt x="51710" y="125889"/>
                  </a:lnTo>
                  <a:close/>
                </a:path>
              </a:pathLst>
            </a:custGeom>
            <a:solidFill>
              <a:srgbClr val="007B85"/>
            </a:solidFill>
            <a:ln w="3646" cap="flat">
              <a:noFill/>
              <a:prstDash val="solid"/>
              <a:miter/>
            </a:ln>
          </p:spPr>
          <p:txBody>
            <a:bodyPr rtlCol="0" anchor="ctr"/>
            <a:lstStyle/>
            <a:p>
              <a:endParaRPr lang="en-GR"/>
            </a:p>
          </p:txBody>
        </p:sp>
        <p:sp>
          <p:nvSpPr>
            <p:cNvPr id="193" name="Freeform 159">
              <a:extLst>
                <a:ext uri="{FF2B5EF4-FFF2-40B4-BE49-F238E27FC236}">
                  <a16:creationId xmlns:a16="http://schemas.microsoft.com/office/drawing/2014/main" id="{E3E8BA21-BD27-0DB8-A296-CF1CC18417FD}"/>
                </a:ext>
              </a:extLst>
            </p:cNvPr>
            <p:cNvSpPr/>
            <p:nvPr/>
          </p:nvSpPr>
          <p:spPr>
            <a:xfrm>
              <a:off x="7434957" y="1572026"/>
              <a:ext cx="105351" cy="148542"/>
            </a:xfrm>
            <a:custGeom>
              <a:avLst/>
              <a:gdLst>
                <a:gd name="connsiteX0" fmla="*/ 95319 w 118988"/>
                <a:gd name="connsiteY0" fmla="*/ 80719 h 167770"/>
                <a:gd name="connsiteX1" fmla="*/ 60395 w 118988"/>
                <a:gd name="connsiteY1" fmla="*/ 101498 h 167770"/>
                <a:gd name="connsiteX2" fmla="*/ 45178 w 118988"/>
                <a:gd name="connsiteY2" fmla="*/ 90034 h 167770"/>
                <a:gd name="connsiteX3" fmla="*/ 45178 w 118988"/>
                <a:gd name="connsiteY3" fmla="*/ 0 h 167770"/>
                <a:gd name="connsiteX4" fmla="*/ 16896 w 118988"/>
                <a:gd name="connsiteY4" fmla="*/ 27264 h 167770"/>
                <a:gd name="connsiteX5" fmla="*/ 0 w 118988"/>
                <a:gd name="connsiteY5" fmla="*/ 58941 h 167770"/>
                <a:gd name="connsiteX6" fmla="*/ 0 w 118988"/>
                <a:gd name="connsiteY6" fmla="*/ 130813 h 167770"/>
                <a:gd name="connsiteX7" fmla="*/ 21567 w 118988"/>
                <a:gd name="connsiteY7" fmla="*/ 166826 h 167770"/>
                <a:gd name="connsiteX8" fmla="*/ 58425 w 118988"/>
                <a:gd name="connsiteY8" fmla="*/ 164260 h 167770"/>
                <a:gd name="connsiteX9" fmla="*/ 113528 w 118988"/>
                <a:gd name="connsiteY9" fmla="*/ 108199 h 167770"/>
                <a:gd name="connsiteX10" fmla="*/ 95319 w 118988"/>
                <a:gd name="connsiteY10" fmla="*/ 80719 h 167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988" h="167770">
                  <a:moveTo>
                    <a:pt x="95319" y="80719"/>
                  </a:moveTo>
                  <a:cubicBezTo>
                    <a:pt x="84553" y="87731"/>
                    <a:pt x="72620" y="97348"/>
                    <a:pt x="60395" y="101498"/>
                  </a:cubicBezTo>
                  <a:cubicBezTo>
                    <a:pt x="51929" y="104283"/>
                    <a:pt x="45178" y="98786"/>
                    <a:pt x="45178" y="90034"/>
                  </a:cubicBezTo>
                  <a:lnTo>
                    <a:pt x="45178" y="0"/>
                  </a:lnTo>
                  <a:cubicBezTo>
                    <a:pt x="35544" y="8880"/>
                    <a:pt x="26640" y="18515"/>
                    <a:pt x="16896" y="27264"/>
                  </a:cubicBezTo>
                  <a:cubicBezTo>
                    <a:pt x="9014" y="34352"/>
                    <a:pt x="0" y="42462"/>
                    <a:pt x="0" y="58941"/>
                  </a:cubicBezTo>
                  <a:lnTo>
                    <a:pt x="0" y="130813"/>
                  </a:lnTo>
                  <a:cubicBezTo>
                    <a:pt x="0" y="150705"/>
                    <a:pt x="9671" y="166826"/>
                    <a:pt x="21567" y="166826"/>
                  </a:cubicBezTo>
                  <a:cubicBezTo>
                    <a:pt x="32880" y="166826"/>
                    <a:pt x="48170" y="170176"/>
                    <a:pt x="58425" y="164260"/>
                  </a:cubicBezTo>
                  <a:cubicBezTo>
                    <a:pt x="80320" y="151259"/>
                    <a:pt x="97545" y="128014"/>
                    <a:pt x="113528" y="108199"/>
                  </a:cubicBezTo>
                  <a:cubicBezTo>
                    <a:pt x="127724" y="90588"/>
                    <a:pt x="111594" y="70091"/>
                    <a:pt x="95319" y="80719"/>
                  </a:cubicBezTo>
                  <a:close/>
                </a:path>
              </a:pathLst>
            </a:custGeom>
            <a:solidFill>
              <a:srgbClr val="007B85"/>
            </a:solidFill>
            <a:ln w="3646" cap="flat">
              <a:noFill/>
              <a:prstDash val="solid"/>
              <a:miter/>
            </a:ln>
          </p:spPr>
          <p:txBody>
            <a:bodyPr rtlCol="0" anchor="ctr"/>
            <a:lstStyle/>
            <a:p>
              <a:endParaRPr lang="en-GR"/>
            </a:p>
          </p:txBody>
        </p:sp>
        <p:sp>
          <p:nvSpPr>
            <p:cNvPr id="194" name="Freeform 160">
              <a:extLst>
                <a:ext uri="{FF2B5EF4-FFF2-40B4-BE49-F238E27FC236}">
                  <a16:creationId xmlns:a16="http://schemas.microsoft.com/office/drawing/2014/main" id="{68F3F765-C2CD-8DEF-9C31-F50B7A095B9D}"/>
                </a:ext>
              </a:extLst>
            </p:cNvPr>
            <p:cNvSpPr/>
            <p:nvPr/>
          </p:nvSpPr>
          <p:spPr>
            <a:xfrm>
              <a:off x="7487590" y="1519378"/>
              <a:ext cx="27947" cy="128888"/>
            </a:xfrm>
            <a:custGeom>
              <a:avLst/>
              <a:gdLst>
                <a:gd name="connsiteX0" fmla="*/ 0 w 31565"/>
                <a:gd name="connsiteY0" fmla="*/ 145573 h 145572"/>
                <a:gd name="connsiteX1" fmla="*/ 0 w 31565"/>
                <a:gd name="connsiteY1" fmla="*/ 39469 h 145572"/>
                <a:gd name="connsiteX2" fmla="*/ 22662 w 31565"/>
                <a:gd name="connsiteY2" fmla="*/ 0 h 145572"/>
                <a:gd name="connsiteX3" fmla="*/ 31566 w 31565"/>
                <a:gd name="connsiteY3" fmla="*/ 0 h 145572"/>
                <a:gd name="connsiteX4" fmla="*/ 31566 w 31565"/>
                <a:gd name="connsiteY4" fmla="*/ 126415 h 145572"/>
                <a:gd name="connsiteX5" fmla="*/ 0 w 31565"/>
                <a:gd name="connsiteY5" fmla="*/ 145573 h 14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565" h="145572">
                  <a:moveTo>
                    <a:pt x="0" y="145573"/>
                  </a:moveTo>
                  <a:lnTo>
                    <a:pt x="0" y="39469"/>
                  </a:lnTo>
                  <a:cubicBezTo>
                    <a:pt x="0" y="17797"/>
                    <a:pt x="10145" y="157"/>
                    <a:pt x="22662" y="0"/>
                  </a:cubicBezTo>
                  <a:lnTo>
                    <a:pt x="31566" y="0"/>
                  </a:lnTo>
                  <a:lnTo>
                    <a:pt x="31566" y="126415"/>
                  </a:lnTo>
                  <a:cubicBezTo>
                    <a:pt x="20728" y="132317"/>
                    <a:pt x="10582" y="139284"/>
                    <a:pt x="0" y="145573"/>
                  </a:cubicBezTo>
                  <a:close/>
                </a:path>
              </a:pathLst>
            </a:custGeom>
            <a:solidFill>
              <a:srgbClr val="007B85"/>
            </a:solidFill>
            <a:ln w="3646" cap="flat">
              <a:noFill/>
              <a:prstDash val="solid"/>
              <a:miter/>
            </a:ln>
          </p:spPr>
          <p:txBody>
            <a:bodyPr rtlCol="0" anchor="ctr"/>
            <a:lstStyle/>
            <a:p>
              <a:endParaRPr lang="en-GR"/>
            </a:p>
          </p:txBody>
        </p:sp>
      </p:grpSp>
      <p:grpSp>
        <p:nvGrpSpPr>
          <p:cNvPr id="195" name="Group 194">
            <a:extLst>
              <a:ext uri="{FF2B5EF4-FFF2-40B4-BE49-F238E27FC236}">
                <a16:creationId xmlns:a16="http://schemas.microsoft.com/office/drawing/2014/main" id="{3CF25C0E-58C3-2BCA-0A45-7382B6BF46A0}"/>
              </a:ext>
            </a:extLst>
          </p:cNvPr>
          <p:cNvGrpSpPr/>
          <p:nvPr/>
        </p:nvGrpSpPr>
        <p:grpSpPr>
          <a:xfrm>
            <a:off x="8897295" y="1545232"/>
            <a:ext cx="206748" cy="151845"/>
            <a:chOff x="7745139" y="1545230"/>
            <a:chExt cx="206748" cy="151845"/>
          </a:xfrm>
        </p:grpSpPr>
        <p:sp>
          <p:nvSpPr>
            <p:cNvPr id="196" name="Freeform 161">
              <a:extLst>
                <a:ext uri="{FF2B5EF4-FFF2-40B4-BE49-F238E27FC236}">
                  <a16:creationId xmlns:a16="http://schemas.microsoft.com/office/drawing/2014/main" id="{B1BEEF9B-C978-826D-3A77-3C7EF9ED619F}"/>
                </a:ext>
              </a:extLst>
            </p:cNvPr>
            <p:cNvSpPr/>
            <p:nvPr/>
          </p:nvSpPr>
          <p:spPr>
            <a:xfrm>
              <a:off x="7760223" y="1545230"/>
              <a:ext cx="176962" cy="114799"/>
            </a:xfrm>
            <a:custGeom>
              <a:avLst/>
              <a:gdLst>
                <a:gd name="connsiteX0" fmla="*/ 24413 w 199869"/>
                <a:gd name="connsiteY0" fmla="*/ 25271 h 129659"/>
                <a:gd name="connsiteX1" fmla="*/ 175420 w 199869"/>
                <a:gd name="connsiteY1" fmla="*/ 25147 h 129659"/>
                <a:gd name="connsiteX2" fmla="*/ 175420 w 199869"/>
                <a:gd name="connsiteY2" fmla="*/ 129660 h 129659"/>
                <a:gd name="connsiteX3" fmla="*/ 199869 w 199869"/>
                <a:gd name="connsiteY3" fmla="*/ 129660 h 129659"/>
                <a:gd name="connsiteX4" fmla="*/ 199869 w 199869"/>
                <a:gd name="connsiteY4" fmla="*/ 28870 h 129659"/>
                <a:gd name="connsiteX5" fmla="*/ 150568 w 199869"/>
                <a:gd name="connsiteY5" fmla="*/ 0 h 129659"/>
                <a:gd name="connsiteX6" fmla="*/ 51454 w 199869"/>
                <a:gd name="connsiteY6" fmla="*/ 84 h 129659"/>
                <a:gd name="connsiteX7" fmla="*/ 52914 w 199869"/>
                <a:gd name="connsiteY7" fmla="*/ 84 h 129659"/>
                <a:gd name="connsiteX8" fmla="*/ 49849 w 199869"/>
                <a:gd name="connsiteY8" fmla="*/ 0 h 129659"/>
                <a:gd name="connsiteX9" fmla="*/ 46674 w 199869"/>
                <a:gd name="connsiteY9" fmla="*/ 84 h 129659"/>
                <a:gd name="connsiteX10" fmla="*/ 0 w 199869"/>
                <a:gd name="connsiteY10" fmla="*/ 28870 h 129659"/>
                <a:gd name="connsiteX11" fmla="*/ 0 w 199869"/>
                <a:gd name="connsiteY11" fmla="*/ 129660 h 129659"/>
                <a:gd name="connsiteX12" fmla="*/ 24450 w 199869"/>
                <a:gd name="connsiteY12" fmla="*/ 129660 h 129659"/>
                <a:gd name="connsiteX13" fmla="*/ 24450 w 199869"/>
                <a:gd name="connsiteY13" fmla="*/ 25271 h 129659"/>
                <a:gd name="connsiteX14" fmla="*/ 24413 w 199869"/>
                <a:gd name="connsiteY14" fmla="*/ 25271 h 129659"/>
                <a:gd name="connsiteX15" fmla="*/ 50359 w 199869"/>
                <a:gd name="connsiteY15" fmla="*/ 84 h 129659"/>
                <a:gd name="connsiteX16" fmla="*/ 47002 w 199869"/>
                <a:gd name="connsiteY16" fmla="*/ 84 h 129659"/>
                <a:gd name="connsiteX17" fmla="*/ 50359 w 199869"/>
                <a:gd name="connsiteY17" fmla="*/ 84 h 129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869" h="129659">
                  <a:moveTo>
                    <a:pt x="24413" y="25271"/>
                  </a:moveTo>
                  <a:lnTo>
                    <a:pt x="175420" y="25147"/>
                  </a:lnTo>
                  <a:lnTo>
                    <a:pt x="175420" y="129660"/>
                  </a:lnTo>
                  <a:lnTo>
                    <a:pt x="199869" y="129660"/>
                  </a:lnTo>
                  <a:lnTo>
                    <a:pt x="199869" y="28870"/>
                  </a:lnTo>
                  <a:cubicBezTo>
                    <a:pt x="199869" y="13055"/>
                    <a:pt x="177865" y="208"/>
                    <a:pt x="150568" y="0"/>
                  </a:cubicBezTo>
                  <a:cubicBezTo>
                    <a:pt x="150422" y="0"/>
                    <a:pt x="71708" y="40"/>
                    <a:pt x="51454" y="84"/>
                  </a:cubicBezTo>
                  <a:lnTo>
                    <a:pt x="52914" y="84"/>
                  </a:lnTo>
                  <a:cubicBezTo>
                    <a:pt x="51892" y="84"/>
                    <a:pt x="50907" y="0"/>
                    <a:pt x="49849" y="0"/>
                  </a:cubicBezTo>
                  <a:cubicBezTo>
                    <a:pt x="48754" y="0"/>
                    <a:pt x="47732" y="40"/>
                    <a:pt x="46674" y="84"/>
                  </a:cubicBezTo>
                  <a:cubicBezTo>
                    <a:pt x="20618" y="1047"/>
                    <a:pt x="0" y="13555"/>
                    <a:pt x="0" y="28870"/>
                  </a:cubicBezTo>
                  <a:lnTo>
                    <a:pt x="0" y="129660"/>
                  </a:lnTo>
                  <a:lnTo>
                    <a:pt x="24450" y="129660"/>
                  </a:lnTo>
                  <a:lnTo>
                    <a:pt x="24450" y="25271"/>
                  </a:lnTo>
                  <a:lnTo>
                    <a:pt x="24413" y="25271"/>
                  </a:lnTo>
                  <a:close/>
                  <a:moveTo>
                    <a:pt x="50359" y="84"/>
                  </a:moveTo>
                  <a:cubicBezTo>
                    <a:pt x="48718" y="84"/>
                    <a:pt x="47549" y="84"/>
                    <a:pt x="47002" y="84"/>
                  </a:cubicBezTo>
                  <a:lnTo>
                    <a:pt x="50359" y="84"/>
                  </a:lnTo>
                  <a:close/>
                </a:path>
              </a:pathLst>
            </a:custGeom>
            <a:solidFill>
              <a:srgbClr val="007B85"/>
            </a:solidFill>
            <a:ln w="3646" cap="flat">
              <a:noFill/>
              <a:prstDash val="solid"/>
              <a:miter/>
            </a:ln>
          </p:spPr>
          <p:txBody>
            <a:bodyPr rtlCol="0" anchor="ctr"/>
            <a:lstStyle/>
            <a:p>
              <a:endParaRPr lang="en-GR"/>
            </a:p>
          </p:txBody>
        </p:sp>
        <p:sp>
          <p:nvSpPr>
            <p:cNvPr id="197" name="Freeform 162">
              <a:extLst>
                <a:ext uri="{FF2B5EF4-FFF2-40B4-BE49-F238E27FC236}">
                  <a16:creationId xmlns:a16="http://schemas.microsoft.com/office/drawing/2014/main" id="{FCCF5A6B-B51C-7E5D-65FF-DE48FEA60559}"/>
                </a:ext>
              </a:extLst>
            </p:cNvPr>
            <p:cNvSpPr/>
            <p:nvPr/>
          </p:nvSpPr>
          <p:spPr>
            <a:xfrm>
              <a:off x="7745139" y="1667469"/>
              <a:ext cx="206748" cy="29606"/>
            </a:xfrm>
            <a:custGeom>
              <a:avLst/>
              <a:gdLst>
                <a:gd name="connsiteX0" fmla="*/ 231284 w 233511"/>
                <a:gd name="connsiteY0" fmla="*/ 2266 h 33438"/>
                <a:gd name="connsiteX1" fmla="*/ 225554 w 233511"/>
                <a:gd name="connsiteY1" fmla="*/ 7 h 33438"/>
                <a:gd name="connsiteX2" fmla="*/ 133447 w 233511"/>
                <a:gd name="connsiteY2" fmla="*/ 7 h 33438"/>
                <a:gd name="connsiteX3" fmla="*/ 116733 w 233511"/>
                <a:gd name="connsiteY3" fmla="*/ 9671 h 33438"/>
                <a:gd name="connsiteX4" fmla="*/ 100020 w 233511"/>
                <a:gd name="connsiteY4" fmla="*/ 7 h 33438"/>
                <a:gd name="connsiteX5" fmla="*/ 8788 w 233511"/>
                <a:gd name="connsiteY5" fmla="*/ 7 h 33438"/>
                <a:gd name="connsiteX6" fmla="*/ 2256 w 233511"/>
                <a:gd name="connsiteY6" fmla="*/ 2266 h 33438"/>
                <a:gd name="connsiteX7" fmla="*/ 8350 w 233511"/>
                <a:gd name="connsiteY7" fmla="*/ 25110 h 33438"/>
                <a:gd name="connsiteX8" fmla="*/ 24516 w 233511"/>
                <a:gd name="connsiteY8" fmla="*/ 33439 h 33438"/>
                <a:gd name="connsiteX9" fmla="*/ 209388 w 233511"/>
                <a:gd name="connsiteY9" fmla="*/ 33439 h 33438"/>
                <a:gd name="connsiteX10" fmla="*/ 225153 w 233511"/>
                <a:gd name="connsiteY10" fmla="*/ 25070 h 33438"/>
                <a:gd name="connsiteX11" fmla="*/ 231247 w 233511"/>
                <a:gd name="connsiteY11" fmla="*/ 2226 h 33438"/>
                <a:gd name="connsiteX12" fmla="*/ 231284 w 233511"/>
                <a:gd name="connsiteY12" fmla="*/ 2266 h 33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511" h="33438">
                  <a:moveTo>
                    <a:pt x="231284" y="2266"/>
                  </a:moveTo>
                  <a:cubicBezTo>
                    <a:pt x="229824" y="802"/>
                    <a:pt x="227889" y="91"/>
                    <a:pt x="225554" y="7"/>
                  </a:cubicBezTo>
                  <a:lnTo>
                    <a:pt x="133447" y="7"/>
                  </a:lnTo>
                  <a:cubicBezTo>
                    <a:pt x="133447" y="5365"/>
                    <a:pt x="126003" y="9671"/>
                    <a:pt x="116733" y="9671"/>
                  </a:cubicBezTo>
                  <a:cubicBezTo>
                    <a:pt x="107464" y="9671"/>
                    <a:pt x="100020" y="5321"/>
                    <a:pt x="100020" y="7"/>
                  </a:cubicBezTo>
                  <a:lnTo>
                    <a:pt x="8788" y="7"/>
                  </a:lnTo>
                  <a:cubicBezTo>
                    <a:pt x="6161" y="-77"/>
                    <a:pt x="3825" y="634"/>
                    <a:pt x="2256" y="2266"/>
                  </a:cubicBezTo>
                  <a:cubicBezTo>
                    <a:pt x="-2379" y="6912"/>
                    <a:pt x="358" y="17121"/>
                    <a:pt x="8350" y="25110"/>
                  </a:cubicBezTo>
                  <a:cubicBezTo>
                    <a:pt x="13496" y="30300"/>
                    <a:pt x="19590" y="33227"/>
                    <a:pt x="24516" y="33439"/>
                  </a:cubicBezTo>
                  <a:lnTo>
                    <a:pt x="209388" y="33439"/>
                  </a:lnTo>
                  <a:cubicBezTo>
                    <a:pt x="214241" y="33059"/>
                    <a:pt x="220153" y="30132"/>
                    <a:pt x="225153" y="25070"/>
                  </a:cubicBezTo>
                  <a:cubicBezTo>
                    <a:pt x="233181" y="17077"/>
                    <a:pt x="235882" y="6828"/>
                    <a:pt x="231247" y="2226"/>
                  </a:cubicBezTo>
                  <a:lnTo>
                    <a:pt x="231284" y="2266"/>
                  </a:lnTo>
                  <a:close/>
                </a:path>
              </a:pathLst>
            </a:custGeom>
            <a:solidFill>
              <a:srgbClr val="007B85"/>
            </a:solidFill>
            <a:ln w="3646" cap="flat">
              <a:noFill/>
              <a:prstDash val="solid"/>
              <a:miter/>
            </a:ln>
          </p:spPr>
          <p:txBody>
            <a:bodyPr rtlCol="0" anchor="ctr"/>
            <a:lstStyle/>
            <a:p>
              <a:endParaRPr lang="en-GR"/>
            </a:p>
          </p:txBody>
        </p:sp>
      </p:grpSp>
      <p:grpSp>
        <p:nvGrpSpPr>
          <p:cNvPr id="198" name="Group 197">
            <a:extLst>
              <a:ext uri="{FF2B5EF4-FFF2-40B4-BE49-F238E27FC236}">
                <a16:creationId xmlns:a16="http://schemas.microsoft.com/office/drawing/2014/main" id="{A9A32551-0B35-FB61-D977-353EB5AC0639}"/>
              </a:ext>
            </a:extLst>
          </p:cNvPr>
          <p:cNvGrpSpPr/>
          <p:nvPr/>
        </p:nvGrpSpPr>
        <p:grpSpPr>
          <a:xfrm>
            <a:off x="9230084" y="1516147"/>
            <a:ext cx="206784" cy="205684"/>
            <a:chOff x="8077928" y="1516147"/>
            <a:chExt cx="206784" cy="205684"/>
          </a:xfrm>
        </p:grpSpPr>
        <p:sp>
          <p:nvSpPr>
            <p:cNvPr id="199" name="Freeform 164">
              <a:extLst>
                <a:ext uri="{FF2B5EF4-FFF2-40B4-BE49-F238E27FC236}">
                  <a16:creationId xmlns:a16="http://schemas.microsoft.com/office/drawing/2014/main" id="{68B41323-E0ED-8D68-7E4C-D625C09F79D2}"/>
                </a:ext>
              </a:extLst>
            </p:cNvPr>
            <p:cNvSpPr/>
            <p:nvPr/>
          </p:nvSpPr>
          <p:spPr>
            <a:xfrm>
              <a:off x="8077928" y="1516147"/>
              <a:ext cx="126946" cy="121019"/>
            </a:xfrm>
            <a:custGeom>
              <a:avLst/>
              <a:gdLst>
                <a:gd name="connsiteX0" fmla="*/ 143379 w 143379"/>
                <a:gd name="connsiteY0" fmla="*/ 82449 h 136685"/>
                <a:gd name="connsiteX1" fmla="*/ 143379 w 143379"/>
                <a:gd name="connsiteY1" fmla="*/ 21716 h 136685"/>
                <a:gd name="connsiteX2" fmla="*/ 125498 w 143379"/>
                <a:gd name="connsiteY2" fmla="*/ 0 h 136685"/>
                <a:gd name="connsiteX3" fmla="*/ 17918 w 143379"/>
                <a:gd name="connsiteY3" fmla="*/ 0 h 136685"/>
                <a:gd name="connsiteX4" fmla="*/ 0 w 143379"/>
                <a:gd name="connsiteY4" fmla="*/ 10365 h 136685"/>
                <a:gd name="connsiteX5" fmla="*/ 0 w 143379"/>
                <a:gd name="connsiteY5" fmla="*/ 97231 h 136685"/>
                <a:gd name="connsiteX6" fmla="*/ 17918 w 143379"/>
                <a:gd name="connsiteY6" fmla="*/ 107597 h 136685"/>
                <a:gd name="connsiteX7" fmla="*/ 34595 w 143379"/>
                <a:gd name="connsiteY7" fmla="*/ 107597 h 136685"/>
                <a:gd name="connsiteX8" fmla="*/ 34595 w 143379"/>
                <a:gd name="connsiteY8" fmla="*/ 136686 h 136685"/>
                <a:gd name="connsiteX9" fmla="*/ 76963 w 143379"/>
                <a:gd name="connsiteY9" fmla="*/ 107597 h 136685"/>
                <a:gd name="connsiteX10" fmla="*/ 108018 w 143379"/>
                <a:gd name="connsiteY10" fmla="*/ 82449 h 136685"/>
                <a:gd name="connsiteX11" fmla="*/ 143379 w 143379"/>
                <a:gd name="connsiteY11" fmla="*/ 82449 h 136685"/>
                <a:gd name="connsiteX12" fmla="*/ 71197 w 143379"/>
                <a:gd name="connsiteY12" fmla="*/ 88435 h 136685"/>
                <a:gd name="connsiteX13" fmla="*/ 63096 w 143379"/>
                <a:gd name="connsiteY13" fmla="*/ 80551 h 136685"/>
                <a:gd name="connsiteX14" fmla="*/ 71197 w 143379"/>
                <a:gd name="connsiteY14" fmla="*/ 72777 h 136685"/>
                <a:gd name="connsiteX15" fmla="*/ 79262 w 143379"/>
                <a:gd name="connsiteY15" fmla="*/ 80551 h 136685"/>
                <a:gd name="connsiteX16" fmla="*/ 71197 w 143379"/>
                <a:gd name="connsiteY16" fmla="*/ 88435 h 136685"/>
                <a:gd name="connsiteX17" fmla="*/ 85210 w 143379"/>
                <a:gd name="connsiteY17" fmla="*/ 54565 h 136685"/>
                <a:gd name="connsiteX18" fmla="*/ 77218 w 143379"/>
                <a:gd name="connsiteY18" fmla="*/ 65952 h 136685"/>
                <a:gd name="connsiteX19" fmla="*/ 64373 w 143379"/>
                <a:gd name="connsiteY19" fmla="*/ 65952 h 136685"/>
                <a:gd name="connsiteX20" fmla="*/ 74700 w 143379"/>
                <a:gd name="connsiteY20" fmla="*/ 48324 h 136685"/>
                <a:gd name="connsiteX21" fmla="*/ 81196 w 143379"/>
                <a:gd name="connsiteY21" fmla="*/ 38798 h 136685"/>
                <a:gd name="connsiteX22" fmla="*/ 72255 w 143379"/>
                <a:gd name="connsiteY22" fmla="*/ 30914 h 136685"/>
                <a:gd name="connsiteX23" fmla="*/ 61928 w 143379"/>
                <a:gd name="connsiteY23" fmla="*/ 42776 h 136685"/>
                <a:gd name="connsiteX24" fmla="*/ 48024 w 143379"/>
                <a:gd name="connsiteY24" fmla="*/ 42776 h 136685"/>
                <a:gd name="connsiteX25" fmla="*/ 72146 w 143379"/>
                <a:gd name="connsiteY25" fmla="*/ 19125 h 136685"/>
                <a:gd name="connsiteX26" fmla="*/ 95319 w 143379"/>
                <a:gd name="connsiteY26" fmla="*/ 37520 h 136685"/>
                <a:gd name="connsiteX27" fmla="*/ 85210 w 143379"/>
                <a:gd name="connsiteY27" fmla="*/ 54565 h 13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3379" h="136685">
                  <a:moveTo>
                    <a:pt x="143379" y="82449"/>
                  </a:moveTo>
                  <a:lnTo>
                    <a:pt x="143379" y="21716"/>
                  </a:lnTo>
                  <a:cubicBezTo>
                    <a:pt x="143379" y="9855"/>
                    <a:pt x="138672" y="0"/>
                    <a:pt x="125498" y="0"/>
                  </a:cubicBezTo>
                  <a:lnTo>
                    <a:pt x="17918" y="0"/>
                  </a:lnTo>
                  <a:cubicBezTo>
                    <a:pt x="12043" y="0"/>
                    <a:pt x="0" y="2409"/>
                    <a:pt x="0" y="10365"/>
                  </a:cubicBezTo>
                  <a:lnTo>
                    <a:pt x="0" y="97231"/>
                  </a:lnTo>
                  <a:cubicBezTo>
                    <a:pt x="0" y="102961"/>
                    <a:pt x="8028" y="107597"/>
                    <a:pt x="17918" y="107597"/>
                  </a:cubicBezTo>
                  <a:lnTo>
                    <a:pt x="34595" y="107597"/>
                  </a:lnTo>
                  <a:lnTo>
                    <a:pt x="34595" y="136686"/>
                  </a:lnTo>
                  <a:cubicBezTo>
                    <a:pt x="53900" y="136686"/>
                    <a:pt x="70394" y="124605"/>
                    <a:pt x="76963" y="107597"/>
                  </a:cubicBezTo>
                  <a:cubicBezTo>
                    <a:pt x="76963" y="90844"/>
                    <a:pt x="92983" y="82449"/>
                    <a:pt x="108018" y="82449"/>
                  </a:cubicBezTo>
                  <a:lnTo>
                    <a:pt x="143379" y="82449"/>
                  </a:lnTo>
                  <a:close/>
                  <a:moveTo>
                    <a:pt x="71197" y="88435"/>
                  </a:moveTo>
                  <a:cubicBezTo>
                    <a:pt x="66599" y="88435"/>
                    <a:pt x="63096" y="85114"/>
                    <a:pt x="63096" y="80551"/>
                  </a:cubicBezTo>
                  <a:cubicBezTo>
                    <a:pt x="63096" y="75989"/>
                    <a:pt x="66599" y="72777"/>
                    <a:pt x="71197" y="72777"/>
                  </a:cubicBezTo>
                  <a:cubicBezTo>
                    <a:pt x="75795" y="72777"/>
                    <a:pt x="79262" y="75989"/>
                    <a:pt x="79262" y="80551"/>
                  </a:cubicBezTo>
                  <a:cubicBezTo>
                    <a:pt x="79262" y="85114"/>
                    <a:pt x="75759" y="88435"/>
                    <a:pt x="71197" y="88435"/>
                  </a:cubicBezTo>
                  <a:close/>
                  <a:moveTo>
                    <a:pt x="85210" y="54565"/>
                  </a:moveTo>
                  <a:cubicBezTo>
                    <a:pt x="80758" y="57558"/>
                    <a:pt x="77218" y="60331"/>
                    <a:pt x="77218" y="65952"/>
                  </a:cubicBezTo>
                  <a:lnTo>
                    <a:pt x="64373" y="65952"/>
                  </a:lnTo>
                  <a:cubicBezTo>
                    <a:pt x="64373" y="57558"/>
                    <a:pt x="67292" y="52667"/>
                    <a:pt x="74700" y="48324"/>
                  </a:cubicBezTo>
                  <a:cubicBezTo>
                    <a:pt x="79152" y="45513"/>
                    <a:pt x="81196" y="42666"/>
                    <a:pt x="81196" y="38798"/>
                  </a:cubicBezTo>
                  <a:cubicBezTo>
                    <a:pt x="81196" y="34126"/>
                    <a:pt x="77693" y="30914"/>
                    <a:pt x="72255" y="30914"/>
                  </a:cubicBezTo>
                  <a:cubicBezTo>
                    <a:pt x="66015" y="30914"/>
                    <a:pt x="61928" y="35695"/>
                    <a:pt x="61928" y="42776"/>
                  </a:cubicBezTo>
                  <a:lnTo>
                    <a:pt x="48024" y="42776"/>
                  </a:lnTo>
                  <a:cubicBezTo>
                    <a:pt x="48024" y="29929"/>
                    <a:pt x="56783" y="19125"/>
                    <a:pt x="72146" y="19125"/>
                  </a:cubicBezTo>
                  <a:cubicBezTo>
                    <a:pt x="86560" y="19125"/>
                    <a:pt x="95319" y="26826"/>
                    <a:pt x="95319" y="37520"/>
                  </a:cubicBezTo>
                  <a:cubicBezTo>
                    <a:pt x="95319" y="46864"/>
                    <a:pt x="90538" y="50842"/>
                    <a:pt x="85210" y="54565"/>
                  </a:cubicBezTo>
                  <a:close/>
                </a:path>
              </a:pathLst>
            </a:custGeom>
            <a:solidFill>
              <a:srgbClr val="007B85"/>
            </a:solidFill>
            <a:ln w="3646" cap="flat">
              <a:noFill/>
              <a:prstDash val="solid"/>
              <a:miter/>
            </a:ln>
          </p:spPr>
          <p:txBody>
            <a:bodyPr rtlCol="0" anchor="ctr"/>
            <a:lstStyle/>
            <a:p>
              <a:endParaRPr lang="en-GR"/>
            </a:p>
          </p:txBody>
        </p:sp>
        <p:sp>
          <p:nvSpPr>
            <p:cNvPr id="200" name="Freeform 165">
              <a:extLst>
                <a:ext uri="{FF2B5EF4-FFF2-40B4-BE49-F238E27FC236}">
                  <a16:creationId xmlns:a16="http://schemas.microsoft.com/office/drawing/2014/main" id="{2710121F-0A83-B5CF-5350-7304A4E6E690}"/>
                </a:ext>
              </a:extLst>
            </p:cNvPr>
            <p:cNvSpPr/>
            <p:nvPr/>
          </p:nvSpPr>
          <p:spPr>
            <a:xfrm>
              <a:off x="8157799" y="1600812"/>
              <a:ext cx="126913" cy="121019"/>
            </a:xfrm>
            <a:custGeom>
              <a:avLst/>
              <a:gdLst>
                <a:gd name="connsiteX0" fmla="*/ 125425 w 143342"/>
                <a:gd name="connsiteY0" fmla="*/ 0 h 136685"/>
                <a:gd name="connsiteX1" fmla="*/ 17918 w 143342"/>
                <a:gd name="connsiteY1" fmla="*/ 0 h 136685"/>
                <a:gd name="connsiteX2" fmla="*/ 0 w 143342"/>
                <a:gd name="connsiteY2" fmla="*/ 10365 h 136685"/>
                <a:gd name="connsiteX3" fmla="*/ 0 w 143342"/>
                <a:gd name="connsiteY3" fmla="*/ 97231 h 136685"/>
                <a:gd name="connsiteX4" fmla="*/ 17918 w 143342"/>
                <a:gd name="connsiteY4" fmla="*/ 107596 h 136685"/>
                <a:gd name="connsiteX5" fmla="*/ 72109 w 143342"/>
                <a:gd name="connsiteY5" fmla="*/ 107596 h 136685"/>
                <a:gd name="connsiteX6" fmla="*/ 114477 w 143342"/>
                <a:gd name="connsiteY6" fmla="*/ 136685 h 136685"/>
                <a:gd name="connsiteX7" fmla="*/ 114477 w 143342"/>
                <a:gd name="connsiteY7" fmla="*/ 107596 h 136685"/>
                <a:gd name="connsiteX8" fmla="*/ 125425 w 143342"/>
                <a:gd name="connsiteY8" fmla="*/ 107596 h 136685"/>
                <a:gd name="connsiteX9" fmla="*/ 143343 w 143342"/>
                <a:gd name="connsiteY9" fmla="*/ 97231 h 136685"/>
                <a:gd name="connsiteX10" fmla="*/ 143343 w 143342"/>
                <a:gd name="connsiteY10" fmla="*/ 10365 h 136685"/>
                <a:gd name="connsiteX11" fmla="*/ 125425 w 143342"/>
                <a:gd name="connsiteY11" fmla="*/ 0 h 136685"/>
                <a:gd name="connsiteX12" fmla="*/ 93457 w 143342"/>
                <a:gd name="connsiteY12" fmla="*/ 79675 h 136685"/>
                <a:gd name="connsiteX13" fmla="*/ 24961 w 143342"/>
                <a:gd name="connsiteY13" fmla="*/ 79675 h 136685"/>
                <a:gd name="connsiteX14" fmla="*/ 19414 w 143342"/>
                <a:gd name="connsiteY14" fmla="*/ 70040 h 136685"/>
                <a:gd name="connsiteX15" fmla="*/ 24961 w 143342"/>
                <a:gd name="connsiteY15" fmla="*/ 60404 h 136685"/>
                <a:gd name="connsiteX16" fmla="*/ 93457 w 143342"/>
                <a:gd name="connsiteY16" fmla="*/ 60404 h 136685"/>
                <a:gd name="connsiteX17" fmla="*/ 99004 w 143342"/>
                <a:gd name="connsiteY17" fmla="*/ 70040 h 136685"/>
                <a:gd name="connsiteX18" fmla="*/ 93457 w 143342"/>
                <a:gd name="connsiteY18" fmla="*/ 79675 h 136685"/>
                <a:gd name="connsiteX19" fmla="*/ 118273 w 143342"/>
                <a:gd name="connsiteY19" fmla="*/ 47156 h 136685"/>
                <a:gd name="connsiteX20" fmla="*/ 24925 w 143342"/>
                <a:gd name="connsiteY20" fmla="*/ 47156 h 136685"/>
                <a:gd name="connsiteX21" fmla="*/ 19378 w 143342"/>
                <a:gd name="connsiteY21" fmla="*/ 37520 h 136685"/>
                <a:gd name="connsiteX22" fmla="*/ 24925 w 143342"/>
                <a:gd name="connsiteY22" fmla="*/ 27885 h 136685"/>
                <a:gd name="connsiteX23" fmla="*/ 118273 w 143342"/>
                <a:gd name="connsiteY23" fmla="*/ 27885 h 136685"/>
                <a:gd name="connsiteX24" fmla="*/ 123820 w 143342"/>
                <a:gd name="connsiteY24" fmla="*/ 37520 h 136685"/>
                <a:gd name="connsiteX25" fmla="*/ 118273 w 143342"/>
                <a:gd name="connsiteY25" fmla="*/ 47156 h 13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3342" h="136685">
                  <a:moveTo>
                    <a:pt x="125425" y="0"/>
                  </a:moveTo>
                  <a:lnTo>
                    <a:pt x="17918" y="0"/>
                  </a:lnTo>
                  <a:cubicBezTo>
                    <a:pt x="12043" y="0"/>
                    <a:pt x="0" y="2409"/>
                    <a:pt x="0" y="10365"/>
                  </a:cubicBezTo>
                  <a:lnTo>
                    <a:pt x="0" y="97231"/>
                  </a:lnTo>
                  <a:cubicBezTo>
                    <a:pt x="0" y="102961"/>
                    <a:pt x="8029" y="107596"/>
                    <a:pt x="17918" y="107596"/>
                  </a:cubicBezTo>
                  <a:lnTo>
                    <a:pt x="72109" y="107596"/>
                  </a:lnTo>
                  <a:cubicBezTo>
                    <a:pt x="78678" y="124641"/>
                    <a:pt x="95173" y="136685"/>
                    <a:pt x="114477" y="136685"/>
                  </a:cubicBezTo>
                  <a:lnTo>
                    <a:pt x="114477" y="107596"/>
                  </a:lnTo>
                  <a:lnTo>
                    <a:pt x="125425" y="107596"/>
                  </a:lnTo>
                  <a:cubicBezTo>
                    <a:pt x="135315" y="107596"/>
                    <a:pt x="143343" y="102961"/>
                    <a:pt x="143343" y="97231"/>
                  </a:cubicBezTo>
                  <a:lnTo>
                    <a:pt x="143343" y="10365"/>
                  </a:lnTo>
                  <a:cubicBezTo>
                    <a:pt x="143343" y="2409"/>
                    <a:pt x="131300" y="0"/>
                    <a:pt x="125425" y="0"/>
                  </a:cubicBezTo>
                  <a:close/>
                  <a:moveTo>
                    <a:pt x="93457" y="79675"/>
                  </a:moveTo>
                  <a:lnTo>
                    <a:pt x="24961" y="79675"/>
                  </a:lnTo>
                  <a:cubicBezTo>
                    <a:pt x="21896" y="79675"/>
                    <a:pt x="19414" y="75332"/>
                    <a:pt x="19414" y="70040"/>
                  </a:cubicBezTo>
                  <a:cubicBezTo>
                    <a:pt x="19414" y="64748"/>
                    <a:pt x="21896" y="60404"/>
                    <a:pt x="24961" y="60404"/>
                  </a:cubicBezTo>
                  <a:lnTo>
                    <a:pt x="93457" y="60404"/>
                  </a:lnTo>
                  <a:cubicBezTo>
                    <a:pt x="96523" y="60404"/>
                    <a:pt x="99004" y="64748"/>
                    <a:pt x="99004" y="70040"/>
                  </a:cubicBezTo>
                  <a:cubicBezTo>
                    <a:pt x="99004" y="75332"/>
                    <a:pt x="96523" y="79675"/>
                    <a:pt x="93457" y="79675"/>
                  </a:cubicBezTo>
                  <a:close/>
                  <a:moveTo>
                    <a:pt x="118273" y="47156"/>
                  </a:moveTo>
                  <a:lnTo>
                    <a:pt x="24925" y="47156"/>
                  </a:lnTo>
                  <a:cubicBezTo>
                    <a:pt x="21859" y="47156"/>
                    <a:pt x="19378" y="42812"/>
                    <a:pt x="19378" y="37520"/>
                  </a:cubicBezTo>
                  <a:cubicBezTo>
                    <a:pt x="19378" y="32228"/>
                    <a:pt x="21859" y="27885"/>
                    <a:pt x="24925" y="27885"/>
                  </a:cubicBezTo>
                  <a:lnTo>
                    <a:pt x="118273" y="27885"/>
                  </a:lnTo>
                  <a:cubicBezTo>
                    <a:pt x="121338" y="27885"/>
                    <a:pt x="123820" y="32228"/>
                    <a:pt x="123820" y="37520"/>
                  </a:cubicBezTo>
                  <a:cubicBezTo>
                    <a:pt x="123820" y="42812"/>
                    <a:pt x="121338" y="47156"/>
                    <a:pt x="118273" y="47156"/>
                  </a:cubicBezTo>
                  <a:close/>
                </a:path>
              </a:pathLst>
            </a:custGeom>
            <a:solidFill>
              <a:srgbClr val="007B85"/>
            </a:solidFill>
            <a:ln w="3646" cap="flat">
              <a:noFill/>
              <a:prstDash val="solid"/>
              <a:miter/>
            </a:ln>
          </p:spPr>
          <p:txBody>
            <a:bodyPr rtlCol="0" anchor="ctr"/>
            <a:lstStyle/>
            <a:p>
              <a:endParaRPr lang="en-GR"/>
            </a:p>
          </p:txBody>
        </p:sp>
      </p:grpSp>
      <p:grpSp>
        <p:nvGrpSpPr>
          <p:cNvPr id="201" name="Group 200">
            <a:extLst>
              <a:ext uri="{FF2B5EF4-FFF2-40B4-BE49-F238E27FC236}">
                <a16:creationId xmlns:a16="http://schemas.microsoft.com/office/drawing/2014/main" id="{AC061544-2839-8A23-5FC7-1699044B9D96}"/>
              </a:ext>
            </a:extLst>
          </p:cNvPr>
          <p:cNvGrpSpPr/>
          <p:nvPr/>
        </p:nvGrpSpPr>
        <p:grpSpPr>
          <a:xfrm>
            <a:off x="9562879" y="1532306"/>
            <a:ext cx="206098" cy="171269"/>
            <a:chOff x="8410723" y="1532304"/>
            <a:chExt cx="206098" cy="171269"/>
          </a:xfrm>
        </p:grpSpPr>
        <p:sp>
          <p:nvSpPr>
            <p:cNvPr id="202" name="Freeform 166">
              <a:extLst>
                <a:ext uri="{FF2B5EF4-FFF2-40B4-BE49-F238E27FC236}">
                  <a16:creationId xmlns:a16="http://schemas.microsoft.com/office/drawing/2014/main" id="{1B4BB923-A7FE-86CD-355F-FB5D0F81335D}"/>
                </a:ext>
              </a:extLst>
            </p:cNvPr>
            <p:cNvSpPr/>
            <p:nvPr/>
          </p:nvSpPr>
          <p:spPr>
            <a:xfrm>
              <a:off x="8410723" y="1532304"/>
              <a:ext cx="187560" cy="171227"/>
            </a:xfrm>
            <a:custGeom>
              <a:avLst/>
              <a:gdLst>
                <a:gd name="connsiteX0" fmla="*/ 119477 w 211839"/>
                <a:gd name="connsiteY0" fmla="*/ 167410 h 193392"/>
                <a:gd name="connsiteX1" fmla="*/ 23903 w 211839"/>
                <a:gd name="connsiteY1" fmla="*/ 167505 h 193392"/>
                <a:gd name="connsiteX2" fmla="*/ 23903 w 211839"/>
                <a:gd name="connsiteY2" fmla="*/ 45239 h 193392"/>
                <a:gd name="connsiteX3" fmla="*/ 187900 w 211839"/>
                <a:gd name="connsiteY3" fmla="*/ 45093 h 193392"/>
                <a:gd name="connsiteX4" fmla="*/ 187900 w 211839"/>
                <a:gd name="connsiteY4" fmla="*/ 106155 h 193392"/>
                <a:gd name="connsiteX5" fmla="*/ 202607 w 211839"/>
                <a:gd name="connsiteY5" fmla="*/ 103542 h 193392"/>
                <a:gd name="connsiteX6" fmla="*/ 211840 w 211839"/>
                <a:gd name="connsiteY6" fmla="*/ 104655 h 193392"/>
                <a:gd name="connsiteX7" fmla="*/ 211840 w 211839"/>
                <a:gd name="connsiteY7" fmla="*/ 52641 h 193392"/>
                <a:gd name="connsiteX8" fmla="*/ 160166 w 211839"/>
                <a:gd name="connsiteY8" fmla="*/ 19450 h 193392"/>
                <a:gd name="connsiteX9" fmla="*/ 160166 w 211839"/>
                <a:gd name="connsiteY9" fmla="*/ 7015 h 193392"/>
                <a:gd name="connsiteX10" fmla="*/ 148087 w 211839"/>
                <a:gd name="connsiteY10" fmla="*/ 0 h 193392"/>
                <a:gd name="connsiteX11" fmla="*/ 135971 w 211839"/>
                <a:gd name="connsiteY11" fmla="*/ 7015 h 193392"/>
                <a:gd name="connsiteX12" fmla="*/ 135971 w 211839"/>
                <a:gd name="connsiteY12" fmla="*/ 19304 h 193392"/>
                <a:gd name="connsiteX13" fmla="*/ 75868 w 211839"/>
                <a:gd name="connsiteY13" fmla="*/ 19304 h 193392"/>
                <a:gd name="connsiteX14" fmla="*/ 75868 w 211839"/>
                <a:gd name="connsiteY14" fmla="*/ 7015 h 193392"/>
                <a:gd name="connsiteX15" fmla="*/ 63752 w 211839"/>
                <a:gd name="connsiteY15" fmla="*/ 0 h 193392"/>
                <a:gd name="connsiteX16" fmla="*/ 51674 w 211839"/>
                <a:gd name="connsiteY16" fmla="*/ 7015 h 193392"/>
                <a:gd name="connsiteX17" fmla="*/ 51674 w 211839"/>
                <a:gd name="connsiteY17" fmla="*/ 19497 h 193392"/>
                <a:gd name="connsiteX18" fmla="*/ 0 w 211839"/>
                <a:gd name="connsiteY18" fmla="*/ 52641 h 193392"/>
                <a:gd name="connsiteX19" fmla="*/ 0 w 211839"/>
                <a:gd name="connsiteY19" fmla="*/ 160008 h 193392"/>
                <a:gd name="connsiteX20" fmla="*/ 57074 w 211839"/>
                <a:gd name="connsiteY20" fmla="*/ 193393 h 193392"/>
                <a:gd name="connsiteX21" fmla="*/ 146663 w 211839"/>
                <a:gd name="connsiteY21" fmla="*/ 193294 h 193392"/>
                <a:gd name="connsiteX22" fmla="*/ 119550 w 211839"/>
                <a:gd name="connsiteY22" fmla="*/ 167457 h 193392"/>
                <a:gd name="connsiteX23" fmla="*/ 119477 w 211839"/>
                <a:gd name="connsiteY23" fmla="*/ 167410 h 19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1839" h="193392">
                  <a:moveTo>
                    <a:pt x="119477" y="167410"/>
                  </a:moveTo>
                  <a:lnTo>
                    <a:pt x="23903" y="167505"/>
                  </a:lnTo>
                  <a:lnTo>
                    <a:pt x="23903" y="45239"/>
                  </a:lnTo>
                  <a:lnTo>
                    <a:pt x="187900" y="45093"/>
                  </a:lnTo>
                  <a:lnTo>
                    <a:pt x="187900" y="106155"/>
                  </a:lnTo>
                  <a:cubicBezTo>
                    <a:pt x="192718" y="104461"/>
                    <a:pt x="197644" y="103542"/>
                    <a:pt x="202607" y="103542"/>
                  </a:cubicBezTo>
                  <a:cubicBezTo>
                    <a:pt x="205745" y="103542"/>
                    <a:pt x="208847" y="103976"/>
                    <a:pt x="211840" y="104655"/>
                  </a:cubicBezTo>
                  <a:lnTo>
                    <a:pt x="211840" y="52641"/>
                  </a:lnTo>
                  <a:cubicBezTo>
                    <a:pt x="211840" y="35370"/>
                    <a:pt x="189177" y="21191"/>
                    <a:pt x="160166" y="19450"/>
                  </a:cubicBezTo>
                  <a:lnTo>
                    <a:pt x="160166" y="7015"/>
                  </a:lnTo>
                  <a:cubicBezTo>
                    <a:pt x="160166" y="3146"/>
                    <a:pt x="154765" y="0"/>
                    <a:pt x="148087" y="0"/>
                  </a:cubicBezTo>
                  <a:cubicBezTo>
                    <a:pt x="141409" y="0"/>
                    <a:pt x="135971" y="3146"/>
                    <a:pt x="135971" y="7015"/>
                  </a:cubicBezTo>
                  <a:lnTo>
                    <a:pt x="135971" y="19304"/>
                  </a:lnTo>
                  <a:lnTo>
                    <a:pt x="75868" y="19304"/>
                  </a:lnTo>
                  <a:lnTo>
                    <a:pt x="75868" y="7015"/>
                  </a:lnTo>
                  <a:cubicBezTo>
                    <a:pt x="75868" y="3146"/>
                    <a:pt x="70431" y="0"/>
                    <a:pt x="63752" y="0"/>
                  </a:cubicBezTo>
                  <a:cubicBezTo>
                    <a:pt x="57074" y="0"/>
                    <a:pt x="51674" y="3146"/>
                    <a:pt x="51674" y="7015"/>
                  </a:cubicBezTo>
                  <a:lnTo>
                    <a:pt x="51674" y="19497"/>
                  </a:lnTo>
                  <a:cubicBezTo>
                    <a:pt x="22625" y="21242"/>
                    <a:pt x="0" y="35370"/>
                    <a:pt x="0" y="52641"/>
                  </a:cubicBezTo>
                  <a:lnTo>
                    <a:pt x="0" y="160008"/>
                  </a:lnTo>
                  <a:cubicBezTo>
                    <a:pt x="0" y="178345"/>
                    <a:pt x="25508" y="193199"/>
                    <a:pt x="57074" y="193393"/>
                  </a:cubicBezTo>
                  <a:cubicBezTo>
                    <a:pt x="57293" y="193393"/>
                    <a:pt x="120499" y="193342"/>
                    <a:pt x="146663" y="193294"/>
                  </a:cubicBezTo>
                  <a:cubicBezTo>
                    <a:pt x="136081" y="186859"/>
                    <a:pt x="125972" y="178151"/>
                    <a:pt x="119550" y="167457"/>
                  </a:cubicBezTo>
                  <a:lnTo>
                    <a:pt x="119477" y="167410"/>
                  </a:lnTo>
                  <a:close/>
                </a:path>
              </a:pathLst>
            </a:custGeom>
            <a:solidFill>
              <a:srgbClr val="007B85"/>
            </a:solidFill>
            <a:ln w="3646" cap="flat">
              <a:noFill/>
              <a:prstDash val="solid"/>
              <a:miter/>
            </a:ln>
          </p:spPr>
          <p:txBody>
            <a:bodyPr rtlCol="0" anchor="ctr"/>
            <a:lstStyle/>
            <a:p>
              <a:endParaRPr lang="en-GR"/>
            </a:p>
          </p:txBody>
        </p:sp>
        <p:sp>
          <p:nvSpPr>
            <p:cNvPr id="203" name="Freeform 167">
              <a:extLst>
                <a:ext uri="{FF2B5EF4-FFF2-40B4-BE49-F238E27FC236}">
                  <a16:creationId xmlns:a16="http://schemas.microsoft.com/office/drawing/2014/main" id="{D0670B8A-D253-42D2-41D8-D21E892EA421}"/>
                </a:ext>
              </a:extLst>
            </p:cNvPr>
            <p:cNvSpPr/>
            <p:nvPr/>
          </p:nvSpPr>
          <p:spPr>
            <a:xfrm>
              <a:off x="8449301" y="1589324"/>
              <a:ext cx="28788" cy="16620"/>
            </a:xfrm>
            <a:custGeom>
              <a:avLst/>
              <a:gdLst>
                <a:gd name="connsiteX0" fmla="*/ 16276 w 32515"/>
                <a:gd name="connsiteY0" fmla="*/ 0 h 18771"/>
                <a:gd name="connsiteX1" fmla="*/ 0 w 32515"/>
                <a:gd name="connsiteY1" fmla="*/ 9384 h 18771"/>
                <a:gd name="connsiteX2" fmla="*/ 16276 w 32515"/>
                <a:gd name="connsiteY2" fmla="*/ 18771 h 18771"/>
                <a:gd name="connsiteX3" fmla="*/ 32515 w 32515"/>
                <a:gd name="connsiteY3" fmla="*/ 9384 h 18771"/>
                <a:gd name="connsiteX4" fmla="*/ 16276 w 32515"/>
                <a:gd name="connsiteY4" fmla="*/ 0 h 18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15" h="18771">
                  <a:moveTo>
                    <a:pt x="16276" y="0"/>
                  </a:moveTo>
                  <a:cubicBezTo>
                    <a:pt x="7262" y="0"/>
                    <a:pt x="0" y="4208"/>
                    <a:pt x="0" y="9384"/>
                  </a:cubicBezTo>
                  <a:cubicBezTo>
                    <a:pt x="0" y="14563"/>
                    <a:pt x="7335" y="18771"/>
                    <a:pt x="16276" y="18771"/>
                  </a:cubicBezTo>
                  <a:cubicBezTo>
                    <a:pt x="25216" y="18771"/>
                    <a:pt x="32515" y="14563"/>
                    <a:pt x="32515" y="9384"/>
                  </a:cubicBezTo>
                  <a:cubicBezTo>
                    <a:pt x="32515" y="4208"/>
                    <a:pt x="25216" y="0"/>
                    <a:pt x="16276" y="0"/>
                  </a:cubicBezTo>
                  <a:close/>
                </a:path>
              </a:pathLst>
            </a:custGeom>
            <a:solidFill>
              <a:srgbClr val="007B85"/>
            </a:solidFill>
            <a:ln w="3646" cap="flat">
              <a:noFill/>
              <a:prstDash val="solid"/>
              <a:miter/>
            </a:ln>
          </p:spPr>
          <p:txBody>
            <a:bodyPr rtlCol="0" anchor="ctr"/>
            <a:lstStyle/>
            <a:p>
              <a:endParaRPr lang="en-GR"/>
            </a:p>
          </p:txBody>
        </p:sp>
        <p:sp>
          <p:nvSpPr>
            <p:cNvPr id="204" name="Freeform 168">
              <a:extLst>
                <a:ext uri="{FF2B5EF4-FFF2-40B4-BE49-F238E27FC236}">
                  <a16:creationId xmlns:a16="http://schemas.microsoft.com/office/drawing/2014/main" id="{DC6AE69D-21C6-AF4F-93C6-B41BE2592441}"/>
                </a:ext>
              </a:extLst>
            </p:cNvPr>
            <p:cNvSpPr/>
            <p:nvPr/>
          </p:nvSpPr>
          <p:spPr>
            <a:xfrm>
              <a:off x="8490077" y="1589324"/>
              <a:ext cx="28788" cy="16620"/>
            </a:xfrm>
            <a:custGeom>
              <a:avLst/>
              <a:gdLst>
                <a:gd name="connsiteX0" fmla="*/ 16276 w 32514"/>
                <a:gd name="connsiteY0" fmla="*/ 0 h 18771"/>
                <a:gd name="connsiteX1" fmla="*/ 0 w 32514"/>
                <a:gd name="connsiteY1" fmla="*/ 9384 h 18771"/>
                <a:gd name="connsiteX2" fmla="*/ 16276 w 32514"/>
                <a:gd name="connsiteY2" fmla="*/ 18771 h 18771"/>
                <a:gd name="connsiteX3" fmla="*/ 32515 w 32514"/>
                <a:gd name="connsiteY3" fmla="*/ 9384 h 18771"/>
                <a:gd name="connsiteX4" fmla="*/ 16276 w 32514"/>
                <a:gd name="connsiteY4" fmla="*/ 0 h 18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14" h="18771">
                  <a:moveTo>
                    <a:pt x="16276" y="0"/>
                  </a:moveTo>
                  <a:cubicBezTo>
                    <a:pt x="7262" y="0"/>
                    <a:pt x="0" y="4208"/>
                    <a:pt x="0" y="9384"/>
                  </a:cubicBezTo>
                  <a:cubicBezTo>
                    <a:pt x="0" y="14563"/>
                    <a:pt x="7335" y="18771"/>
                    <a:pt x="16276" y="18771"/>
                  </a:cubicBezTo>
                  <a:cubicBezTo>
                    <a:pt x="25216" y="18771"/>
                    <a:pt x="32515" y="14563"/>
                    <a:pt x="32515" y="9384"/>
                  </a:cubicBezTo>
                  <a:cubicBezTo>
                    <a:pt x="32515" y="4208"/>
                    <a:pt x="25216" y="0"/>
                    <a:pt x="16276" y="0"/>
                  </a:cubicBezTo>
                  <a:close/>
                </a:path>
              </a:pathLst>
            </a:custGeom>
            <a:solidFill>
              <a:srgbClr val="007B85"/>
            </a:solidFill>
            <a:ln w="3646" cap="flat">
              <a:noFill/>
              <a:prstDash val="solid"/>
              <a:miter/>
            </a:ln>
          </p:spPr>
          <p:txBody>
            <a:bodyPr rtlCol="0" anchor="ctr"/>
            <a:lstStyle/>
            <a:p>
              <a:endParaRPr lang="en-GR"/>
            </a:p>
          </p:txBody>
        </p:sp>
        <p:sp>
          <p:nvSpPr>
            <p:cNvPr id="205" name="Freeform 169">
              <a:extLst>
                <a:ext uri="{FF2B5EF4-FFF2-40B4-BE49-F238E27FC236}">
                  <a16:creationId xmlns:a16="http://schemas.microsoft.com/office/drawing/2014/main" id="{D25C6E15-A384-8447-F84F-78AE528AC9D5}"/>
                </a:ext>
              </a:extLst>
            </p:cNvPr>
            <p:cNvSpPr/>
            <p:nvPr/>
          </p:nvSpPr>
          <p:spPr>
            <a:xfrm>
              <a:off x="8530853" y="1589366"/>
              <a:ext cx="28788" cy="16620"/>
            </a:xfrm>
            <a:custGeom>
              <a:avLst/>
              <a:gdLst>
                <a:gd name="connsiteX0" fmla="*/ 16276 w 32514"/>
                <a:gd name="connsiteY0" fmla="*/ 18771 h 18771"/>
                <a:gd name="connsiteX1" fmla="*/ 0 w 32514"/>
                <a:gd name="connsiteY1" fmla="*/ 9387 h 18771"/>
                <a:gd name="connsiteX2" fmla="*/ 16276 w 32514"/>
                <a:gd name="connsiteY2" fmla="*/ 0 h 18771"/>
                <a:gd name="connsiteX3" fmla="*/ 32515 w 32514"/>
                <a:gd name="connsiteY3" fmla="*/ 9387 h 18771"/>
                <a:gd name="connsiteX4" fmla="*/ 16276 w 32514"/>
                <a:gd name="connsiteY4" fmla="*/ 18771 h 18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14" h="18771">
                  <a:moveTo>
                    <a:pt x="16276" y="18771"/>
                  </a:moveTo>
                  <a:cubicBezTo>
                    <a:pt x="7335" y="18771"/>
                    <a:pt x="0" y="14563"/>
                    <a:pt x="0" y="9387"/>
                  </a:cubicBezTo>
                  <a:cubicBezTo>
                    <a:pt x="0" y="4208"/>
                    <a:pt x="7335" y="0"/>
                    <a:pt x="16276" y="0"/>
                  </a:cubicBezTo>
                  <a:cubicBezTo>
                    <a:pt x="25216" y="0"/>
                    <a:pt x="32515" y="4208"/>
                    <a:pt x="32515" y="9387"/>
                  </a:cubicBezTo>
                  <a:cubicBezTo>
                    <a:pt x="32515" y="14563"/>
                    <a:pt x="25216" y="18771"/>
                    <a:pt x="16276" y="18771"/>
                  </a:cubicBezTo>
                  <a:close/>
                </a:path>
              </a:pathLst>
            </a:custGeom>
            <a:solidFill>
              <a:srgbClr val="007B85"/>
            </a:solidFill>
            <a:ln w="3646" cap="flat">
              <a:noFill/>
              <a:prstDash val="solid"/>
              <a:miter/>
            </a:ln>
          </p:spPr>
          <p:txBody>
            <a:bodyPr rtlCol="0" anchor="ctr"/>
            <a:lstStyle/>
            <a:p>
              <a:endParaRPr lang="en-GR"/>
            </a:p>
          </p:txBody>
        </p:sp>
        <p:sp>
          <p:nvSpPr>
            <p:cNvPr id="206" name="Freeform 170">
              <a:extLst>
                <a:ext uri="{FF2B5EF4-FFF2-40B4-BE49-F238E27FC236}">
                  <a16:creationId xmlns:a16="http://schemas.microsoft.com/office/drawing/2014/main" id="{2E37165C-F8A7-0717-D4DC-20273CD873DC}"/>
                </a:ext>
              </a:extLst>
            </p:cNvPr>
            <p:cNvSpPr/>
            <p:nvPr/>
          </p:nvSpPr>
          <p:spPr>
            <a:xfrm>
              <a:off x="8449301" y="1617596"/>
              <a:ext cx="28788" cy="16622"/>
            </a:xfrm>
            <a:custGeom>
              <a:avLst/>
              <a:gdLst>
                <a:gd name="connsiteX0" fmla="*/ 16276 w 32515"/>
                <a:gd name="connsiteY0" fmla="*/ 18775 h 18774"/>
                <a:gd name="connsiteX1" fmla="*/ 32515 w 32515"/>
                <a:gd name="connsiteY1" fmla="*/ 9387 h 18774"/>
                <a:gd name="connsiteX2" fmla="*/ 16276 w 32515"/>
                <a:gd name="connsiteY2" fmla="*/ 0 h 18774"/>
                <a:gd name="connsiteX3" fmla="*/ 0 w 32515"/>
                <a:gd name="connsiteY3" fmla="*/ 9387 h 18774"/>
                <a:gd name="connsiteX4" fmla="*/ 16276 w 32515"/>
                <a:gd name="connsiteY4" fmla="*/ 18775 h 18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15" h="18774">
                  <a:moveTo>
                    <a:pt x="16276" y="18775"/>
                  </a:moveTo>
                  <a:cubicBezTo>
                    <a:pt x="25253" y="18775"/>
                    <a:pt x="32515" y="14570"/>
                    <a:pt x="32515" y="9387"/>
                  </a:cubicBezTo>
                  <a:cubicBezTo>
                    <a:pt x="32515" y="4201"/>
                    <a:pt x="25253" y="0"/>
                    <a:pt x="16276" y="0"/>
                  </a:cubicBezTo>
                  <a:cubicBezTo>
                    <a:pt x="7299" y="0"/>
                    <a:pt x="0" y="4201"/>
                    <a:pt x="0" y="9387"/>
                  </a:cubicBezTo>
                  <a:cubicBezTo>
                    <a:pt x="0" y="14570"/>
                    <a:pt x="7299" y="18775"/>
                    <a:pt x="16276" y="18775"/>
                  </a:cubicBezTo>
                  <a:close/>
                </a:path>
              </a:pathLst>
            </a:custGeom>
            <a:solidFill>
              <a:srgbClr val="007B85"/>
            </a:solidFill>
            <a:ln w="3646" cap="flat">
              <a:noFill/>
              <a:prstDash val="solid"/>
              <a:miter/>
            </a:ln>
          </p:spPr>
          <p:txBody>
            <a:bodyPr rtlCol="0" anchor="ctr"/>
            <a:lstStyle/>
            <a:p>
              <a:endParaRPr lang="en-GR"/>
            </a:p>
          </p:txBody>
        </p:sp>
        <p:sp>
          <p:nvSpPr>
            <p:cNvPr id="207" name="Freeform 171">
              <a:extLst>
                <a:ext uri="{FF2B5EF4-FFF2-40B4-BE49-F238E27FC236}">
                  <a16:creationId xmlns:a16="http://schemas.microsoft.com/office/drawing/2014/main" id="{8F8808D1-9CA1-54F7-5BEC-5FBD8F980CD8}"/>
                </a:ext>
              </a:extLst>
            </p:cNvPr>
            <p:cNvSpPr/>
            <p:nvPr/>
          </p:nvSpPr>
          <p:spPr>
            <a:xfrm>
              <a:off x="8490077" y="1617596"/>
              <a:ext cx="28788" cy="16622"/>
            </a:xfrm>
            <a:custGeom>
              <a:avLst/>
              <a:gdLst>
                <a:gd name="connsiteX0" fmla="*/ 32515 w 32514"/>
                <a:gd name="connsiteY0" fmla="*/ 9387 h 18774"/>
                <a:gd name="connsiteX1" fmla="*/ 16276 w 32514"/>
                <a:gd name="connsiteY1" fmla="*/ 18775 h 18774"/>
                <a:gd name="connsiteX2" fmla="*/ 0 w 32514"/>
                <a:gd name="connsiteY2" fmla="*/ 9387 h 18774"/>
                <a:gd name="connsiteX3" fmla="*/ 16276 w 32514"/>
                <a:gd name="connsiteY3" fmla="*/ 0 h 18774"/>
                <a:gd name="connsiteX4" fmla="*/ 32515 w 32514"/>
                <a:gd name="connsiteY4" fmla="*/ 9387 h 18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14" h="18774">
                  <a:moveTo>
                    <a:pt x="32515" y="9387"/>
                  </a:moveTo>
                  <a:cubicBezTo>
                    <a:pt x="32515" y="14570"/>
                    <a:pt x="25253" y="18775"/>
                    <a:pt x="16276" y="18775"/>
                  </a:cubicBezTo>
                  <a:cubicBezTo>
                    <a:pt x="7299" y="18775"/>
                    <a:pt x="0" y="14570"/>
                    <a:pt x="0" y="9387"/>
                  </a:cubicBezTo>
                  <a:cubicBezTo>
                    <a:pt x="0" y="4201"/>
                    <a:pt x="7299" y="0"/>
                    <a:pt x="16276" y="0"/>
                  </a:cubicBezTo>
                  <a:cubicBezTo>
                    <a:pt x="25253" y="0"/>
                    <a:pt x="32515" y="4201"/>
                    <a:pt x="32515" y="9387"/>
                  </a:cubicBezTo>
                  <a:close/>
                </a:path>
              </a:pathLst>
            </a:custGeom>
            <a:solidFill>
              <a:srgbClr val="007B85"/>
            </a:solidFill>
            <a:ln w="3646" cap="flat">
              <a:noFill/>
              <a:prstDash val="solid"/>
              <a:miter/>
            </a:ln>
          </p:spPr>
          <p:txBody>
            <a:bodyPr rtlCol="0" anchor="ctr"/>
            <a:lstStyle/>
            <a:p>
              <a:endParaRPr lang="en-GR"/>
            </a:p>
          </p:txBody>
        </p:sp>
        <p:sp>
          <p:nvSpPr>
            <p:cNvPr id="208" name="Freeform 172">
              <a:extLst>
                <a:ext uri="{FF2B5EF4-FFF2-40B4-BE49-F238E27FC236}">
                  <a16:creationId xmlns:a16="http://schemas.microsoft.com/office/drawing/2014/main" id="{DC324057-EF81-A901-A5C3-6CF3DBEBB4B6}"/>
                </a:ext>
              </a:extLst>
            </p:cNvPr>
            <p:cNvSpPr/>
            <p:nvPr/>
          </p:nvSpPr>
          <p:spPr>
            <a:xfrm>
              <a:off x="8521147" y="1634917"/>
              <a:ext cx="95674" cy="68656"/>
            </a:xfrm>
            <a:custGeom>
              <a:avLst/>
              <a:gdLst>
                <a:gd name="connsiteX0" fmla="*/ 54022 w 108059"/>
                <a:gd name="connsiteY0" fmla="*/ 10241 h 77543"/>
                <a:gd name="connsiteX1" fmla="*/ 104419 w 108059"/>
                <a:gd name="connsiteY1" fmla="*/ 14935 h 77543"/>
                <a:gd name="connsiteX2" fmla="*/ 54132 w 108059"/>
                <a:gd name="connsiteY2" fmla="*/ 77544 h 77543"/>
                <a:gd name="connsiteX3" fmla="*/ 53949 w 108059"/>
                <a:gd name="connsiteY3" fmla="*/ 77544 h 77543"/>
                <a:gd name="connsiteX4" fmla="*/ 3626 w 108059"/>
                <a:gd name="connsiteY4" fmla="*/ 14935 h 77543"/>
                <a:gd name="connsiteX5" fmla="*/ 54022 w 108059"/>
                <a:gd name="connsiteY5" fmla="*/ 10241 h 7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059" h="77543">
                  <a:moveTo>
                    <a:pt x="54022" y="10241"/>
                  </a:moveTo>
                  <a:cubicBezTo>
                    <a:pt x="75699" y="-8194"/>
                    <a:pt x="96974" y="1340"/>
                    <a:pt x="104419" y="14935"/>
                  </a:cubicBezTo>
                  <a:cubicBezTo>
                    <a:pt x="120511" y="44207"/>
                    <a:pt x="79530" y="71449"/>
                    <a:pt x="54132" y="77544"/>
                  </a:cubicBezTo>
                  <a:lnTo>
                    <a:pt x="53949" y="77544"/>
                  </a:lnTo>
                  <a:cubicBezTo>
                    <a:pt x="28550" y="71449"/>
                    <a:pt x="-12431" y="44254"/>
                    <a:pt x="3626" y="14935"/>
                  </a:cubicBezTo>
                  <a:cubicBezTo>
                    <a:pt x="11070" y="1292"/>
                    <a:pt x="32346" y="-8194"/>
                    <a:pt x="54022" y="10241"/>
                  </a:cubicBezTo>
                  <a:close/>
                </a:path>
              </a:pathLst>
            </a:custGeom>
            <a:solidFill>
              <a:srgbClr val="007B85"/>
            </a:solidFill>
            <a:ln w="3646" cap="flat">
              <a:noFill/>
              <a:prstDash val="solid"/>
              <a:miter/>
            </a:ln>
          </p:spPr>
          <p:txBody>
            <a:bodyPr rtlCol="0" anchor="ctr"/>
            <a:lstStyle/>
            <a:p>
              <a:endParaRPr lang="en-GR"/>
            </a:p>
          </p:txBody>
        </p:sp>
      </p:grpSp>
      <p:sp>
        <p:nvSpPr>
          <p:cNvPr id="209" name="Freeform 173">
            <a:extLst>
              <a:ext uri="{FF2B5EF4-FFF2-40B4-BE49-F238E27FC236}">
                <a16:creationId xmlns:a16="http://schemas.microsoft.com/office/drawing/2014/main" id="{4E1CEBC3-D838-B1B8-BAE7-14ADD7DF78D8}"/>
              </a:ext>
            </a:extLst>
          </p:cNvPr>
          <p:cNvSpPr/>
          <p:nvPr/>
        </p:nvSpPr>
        <p:spPr>
          <a:xfrm>
            <a:off x="9895674" y="1532304"/>
            <a:ext cx="206784" cy="172876"/>
          </a:xfrm>
          <a:custGeom>
            <a:avLst/>
            <a:gdLst>
              <a:gd name="connsiteX0" fmla="*/ 201695 w 233552"/>
              <a:gd name="connsiteY0" fmla="*/ 72058 h 195254"/>
              <a:gd name="connsiteX1" fmla="*/ 115536 w 233552"/>
              <a:gd name="connsiteY1" fmla="*/ 0 h 195254"/>
              <a:gd name="connsiteX2" fmla="*/ 29377 w 233552"/>
              <a:gd name="connsiteY2" fmla="*/ 72058 h 195254"/>
              <a:gd name="connsiteX3" fmla="*/ 21129 w 233552"/>
              <a:gd name="connsiteY3" fmla="*/ 72058 h 195254"/>
              <a:gd name="connsiteX4" fmla="*/ 0 w 233552"/>
              <a:gd name="connsiteY4" fmla="*/ 107239 h 195254"/>
              <a:gd name="connsiteX5" fmla="*/ 21129 w 233552"/>
              <a:gd name="connsiteY5" fmla="*/ 142416 h 195254"/>
              <a:gd name="connsiteX6" fmla="*/ 41164 w 233552"/>
              <a:gd name="connsiteY6" fmla="*/ 142416 h 195254"/>
              <a:gd name="connsiteX7" fmla="*/ 115536 w 233552"/>
              <a:gd name="connsiteY7" fmla="*/ 195254 h 195254"/>
              <a:gd name="connsiteX8" fmla="*/ 177135 w 233552"/>
              <a:gd name="connsiteY8" fmla="*/ 165574 h 195254"/>
              <a:gd name="connsiteX9" fmla="*/ 149547 w 233552"/>
              <a:gd name="connsiteY9" fmla="*/ 165574 h 195254"/>
              <a:gd name="connsiteX10" fmla="*/ 120535 w 233552"/>
              <a:gd name="connsiteY10" fmla="*/ 177060 h 195254"/>
              <a:gd name="connsiteX11" fmla="*/ 89370 w 233552"/>
              <a:gd name="connsiteY11" fmla="*/ 159008 h 195254"/>
              <a:gd name="connsiteX12" fmla="*/ 120535 w 233552"/>
              <a:gd name="connsiteY12" fmla="*/ 140956 h 195254"/>
              <a:gd name="connsiteX13" fmla="*/ 149547 w 233552"/>
              <a:gd name="connsiteY13" fmla="*/ 152438 h 195254"/>
              <a:gd name="connsiteX14" fmla="*/ 185638 w 233552"/>
              <a:gd name="connsiteY14" fmla="*/ 152438 h 195254"/>
              <a:gd name="connsiteX15" fmla="*/ 190163 w 233552"/>
              <a:gd name="connsiteY15" fmla="*/ 141784 h 195254"/>
              <a:gd name="connsiteX16" fmla="*/ 192097 w 233552"/>
              <a:gd name="connsiteY16" fmla="*/ 142416 h 195254"/>
              <a:gd name="connsiteX17" fmla="*/ 212423 w 233552"/>
              <a:gd name="connsiteY17" fmla="*/ 142416 h 195254"/>
              <a:gd name="connsiteX18" fmla="*/ 233552 w 233552"/>
              <a:gd name="connsiteY18" fmla="*/ 107239 h 195254"/>
              <a:gd name="connsiteX19" fmla="*/ 212423 w 233552"/>
              <a:gd name="connsiteY19" fmla="*/ 72058 h 195254"/>
              <a:gd name="connsiteX20" fmla="*/ 201695 w 233552"/>
              <a:gd name="connsiteY20" fmla="*/ 72058 h 195254"/>
              <a:gd name="connsiteX21" fmla="*/ 86853 w 233552"/>
              <a:gd name="connsiteY21" fmla="*/ 114049 h 195254"/>
              <a:gd name="connsiteX22" fmla="*/ 71452 w 233552"/>
              <a:gd name="connsiteY22" fmla="*/ 99209 h 195254"/>
              <a:gd name="connsiteX23" fmla="*/ 86853 w 233552"/>
              <a:gd name="connsiteY23" fmla="*/ 84223 h 195254"/>
              <a:gd name="connsiteX24" fmla="*/ 102216 w 233552"/>
              <a:gd name="connsiteY24" fmla="*/ 99209 h 195254"/>
              <a:gd name="connsiteX25" fmla="*/ 86853 w 233552"/>
              <a:gd name="connsiteY25" fmla="*/ 114049 h 195254"/>
              <a:gd name="connsiteX26" fmla="*/ 143160 w 233552"/>
              <a:gd name="connsiteY26" fmla="*/ 114049 h 195254"/>
              <a:gd name="connsiteX27" fmla="*/ 127797 w 233552"/>
              <a:gd name="connsiteY27" fmla="*/ 99209 h 195254"/>
              <a:gd name="connsiteX28" fmla="*/ 143160 w 233552"/>
              <a:gd name="connsiteY28" fmla="*/ 84223 h 195254"/>
              <a:gd name="connsiteX29" fmla="*/ 158524 w 233552"/>
              <a:gd name="connsiteY29" fmla="*/ 99209 h 195254"/>
              <a:gd name="connsiteX30" fmla="*/ 143160 w 233552"/>
              <a:gd name="connsiteY30" fmla="*/ 114049 h 195254"/>
              <a:gd name="connsiteX31" fmla="*/ 115536 w 233552"/>
              <a:gd name="connsiteY31" fmla="*/ 37513 h 195254"/>
              <a:gd name="connsiteX32" fmla="*/ 48681 w 233552"/>
              <a:gd name="connsiteY32" fmla="*/ 74639 h 195254"/>
              <a:gd name="connsiteX33" fmla="*/ 115536 w 233552"/>
              <a:gd name="connsiteY33" fmla="*/ 19461 h 195254"/>
              <a:gd name="connsiteX34" fmla="*/ 182390 w 233552"/>
              <a:gd name="connsiteY34" fmla="*/ 74639 h 195254"/>
              <a:gd name="connsiteX35" fmla="*/ 115536 w 233552"/>
              <a:gd name="connsiteY35" fmla="*/ 37513 h 195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33552" h="195254">
                <a:moveTo>
                  <a:pt x="201695" y="72058"/>
                </a:moveTo>
                <a:cubicBezTo>
                  <a:pt x="198191" y="27392"/>
                  <a:pt x="165895" y="0"/>
                  <a:pt x="115536" y="0"/>
                </a:cubicBezTo>
                <a:cubicBezTo>
                  <a:pt x="65176" y="0"/>
                  <a:pt x="32880" y="27392"/>
                  <a:pt x="29377" y="72058"/>
                </a:cubicBezTo>
                <a:lnTo>
                  <a:pt x="21129" y="72058"/>
                </a:lnTo>
                <a:cubicBezTo>
                  <a:pt x="9451" y="72058"/>
                  <a:pt x="0" y="87825"/>
                  <a:pt x="0" y="107239"/>
                </a:cubicBezTo>
                <a:cubicBezTo>
                  <a:pt x="0" y="126652"/>
                  <a:pt x="9451" y="142416"/>
                  <a:pt x="21129" y="142416"/>
                </a:cubicBezTo>
                <a:lnTo>
                  <a:pt x="41164" y="142416"/>
                </a:lnTo>
                <a:cubicBezTo>
                  <a:pt x="51892" y="173165"/>
                  <a:pt x="81159" y="195254"/>
                  <a:pt x="115536" y="195254"/>
                </a:cubicBezTo>
                <a:cubicBezTo>
                  <a:pt x="140496" y="195254"/>
                  <a:pt x="162684" y="183626"/>
                  <a:pt x="177135" y="165574"/>
                </a:cubicBezTo>
                <a:lnTo>
                  <a:pt x="149547" y="165574"/>
                </a:lnTo>
                <a:cubicBezTo>
                  <a:pt x="145021" y="172289"/>
                  <a:pt x="133745" y="177060"/>
                  <a:pt x="120535" y="177060"/>
                </a:cubicBezTo>
                <a:cubicBezTo>
                  <a:pt x="103311" y="177060"/>
                  <a:pt x="89370" y="168983"/>
                  <a:pt x="89370" y="159008"/>
                </a:cubicBezTo>
                <a:cubicBezTo>
                  <a:pt x="89370" y="149033"/>
                  <a:pt x="103311" y="140956"/>
                  <a:pt x="120535" y="140956"/>
                </a:cubicBezTo>
                <a:cubicBezTo>
                  <a:pt x="133745" y="140956"/>
                  <a:pt x="145021" y="145722"/>
                  <a:pt x="149547" y="152438"/>
                </a:cubicBezTo>
                <a:lnTo>
                  <a:pt x="185638" y="152438"/>
                </a:lnTo>
                <a:cubicBezTo>
                  <a:pt x="187389" y="149033"/>
                  <a:pt x="188886" y="145482"/>
                  <a:pt x="190163" y="141784"/>
                </a:cubicBezTo>
                <a:cubicBezTo>
                  <a:pt x="190783" y="142124"/>
                  <a:pt x="191440" y="142368"/>
                  <a:pt x="192097" y="142416"/>
                </a:cubicBezTo>
                <a:lnTo>
                  <a:pt x="212423" y="142416"/>
                </a:lnTo>
                <a:cubicBezTo>
                  <a:pt x="224101" y="142416"/>
                  <a:pt x="233552" y="126652"/>
                  <a:pt x="233552" y="107239"/>
                </a:cubicBezTo>
                <a:cubicBezTo>
                  <a:pt x="233552" y="87825"/>
                  <a:pt x="224101" y="72058"/>
                  <a:pt x="212423" y="72058"/>
                </a:cubicBezTo>
                <a:lnTo>
                  <a:pt x="201695" y="72058"/>
                </a:lnTo>
                <a:close/>
                <a:moveTo>
                  <a:pt x="86853" y="114049"/>
                </a:moveTo>
                <a:cubicBezTo>
                  <a:pt x="78240" y="114049"/>
                  <a:pt x="71452" y="107677"/>
                  <a:pt x="71452" y="99209"/>
                </a:cubicBezTo>
                <a:cubicBezTo>
                  <a:pt x="71452" y="90742"/>
                  <a:pt x="78240" y="84223"/>
                  <a:pt x="86853" y="84223"/>
                </a:cubicBezTo>
                <a:cubicBezTo>
                  <a:pt x="95428" y="84223"/>
                  <a:pt x="102216" y="90596"/>
                  <a:pt x="102216" y="99209"/>
                </a:cubicBezTo>
                <a:cubicBezTo>
                  <a:pt x="102216" y="107823"/>
                  <a:pt x="95428" y="114049"/>
                  <a:pt x="86853" y="114049"/>
                </a:cubicBezTo>
                <a:close/>
                <a:moveTo>
                  <a:pt x="143160" y="114049"/>
                </a:moveTo>
                <a:cubicBezTo>
                  <a:pt x="134548" y="114049"/>
                  <a:pt x="127797" y="107677"/>
                  <a:pt x="127797" y="99209"/>
                </a:cubicBezTo>
                <a:cubicBezTo>
                  <a:pt x="127797" y="90742"/>
                  <a:pt x="134548" y="84223"/>
                  <a:pt x="143160" y="84223"/>
                </a:cubicBezTo>
                <a:cubicBezTo>
                  <a:pt x="151773" y="84223"/>
                  <a:pt x="158524" y="90596"/>
                  <a:pt x="158524" y="99209"/>
                </a:cubicBezTo>
                <a:cubicBezTo>
                  <a:pt x="158524" y="107823"/>
                  <a:pt x="151773" y="114049"/>
                  <a:pt x="143160" y="114049"/>
                </a:cubicBezTo>
                <a:close/>
                <a:moveTo>
                  <a:pt x="115536" y="37513"/>
                </a:moveTo>
                <a:cubicBezTo>
                  <a:pt x="87327" y="37513"/>
                  <a:pt x="62621" y="52404"/>
                  <a:pt x="48681" y="74639"/>
                </a:cubicBezTo>
                <a:cubicBezTo>
                  <a:pt x="50141" y="54495"/>
                  <a:pt x="60578" y="19461"/>
                  <a:pt x="115536" y="19461"/>
                </a:cubicBezTo>
                <a:cubicBezTo>
                  <a:pt x="170493" y="19461"/>
                  <a:pt x="180930" y="54543"/>
                  <a:pt x="182390" y="74639"/>
                </a:cubicBezTo>
                <a:cubicBezTo>
                  <a:pt x="168413" y="52353"/>
                  <a:pt x="143744" y="37513"/>
                  <a:pt x="115536" y="37513"/>
                </a:cubicBezTo>
                <a:close/>
              </a:path>
            </a:pathLst>
          </a:custGeom>
          <a:solidFill>
            <a:srgbClr val="007B85"/>
          </a:solidFill>
          <a:ln w="3646" cap="flat">
            <a:noFill/>
            <a:prstDash val="solid"/>
            <a:miter/>
          </a:ln>
        </p:spPr>
        <p:txBody>
          <a:bodyPr rtlCol="0" anchor="ctr"/>
          <a:lstStyle/>
          <a:p>
            <a:endParaRPr lang="en-GR"/>
          </a:p>
        </p:txBody>
      </p:sp>
      <p:grpSp>
        <p:nvGrpSpPr>
          <p:cNvPr id="210" name="Group 209">
            <a:extLst>
              <a:ext uri="{FF2B5EF4-FFF2-40B4-BE49-F238E27FC236}">
                <a16:creationId xmlns:a16="http://schemas.microsoft.com/office/drawing/2014/main" id="{B5E6047A-1533-7F82-AFD8-7896272A4C93}"/>
              </a:ext>
            </a:extLst>
          </p:cNvPr>
          <p:cNvGrpSpPr/>
          <p:nvPr/>
        </p:nvGrpSpPr>
        <p:grpSpPr>
          <a:xfrm>
            <a:off x="10238161" y="1525843"/>
            <a:ext cx="189194" cy="187427"/>
            <a:chOff x="9086005" y="1525841"/>
            <a:chExt cx="189194" cy="187427"/>
          </a:xfrm>
        </p:grpSpPr>
        <p:sp>
          <p:nvSpPr>
            <p:cNvPr id="211" name="Freeform 174">
              <a:extLst>
                <a:ext uri="{FF2B5EF4-FFF2-40B4-BE49-F238E27FC236}">
                  <a16:creationId xmlns:a16="http://schemas.microsoft.com/office/drawing/2014/main" id="{C1ED5FF7-D781-B1F8-8DD8-41B25898C775}"/>
                </a:ext>
              </a:extLst>
            </p:cNvPr>
            <p:cNvSpPr/>
            <p:nvPr/>
          </p:nvSpPr>
          <p:spPr>
            <a:xfrm>
              <a:off x="9125261" y="1638840"/>
              <a:ext cx="69693" cy="37756"/>
            </a:xfrm>
            <a:custGeom>
              <a:avLst/>
              <a:gdLst>
                <a:gd name="connsiteX0" fmla="*/ 62731 w 78714"/>
                <a:gd name="connsiteY0" fmla="*/ 13023 h 42643"/>
                <a:gd name="connsiteX1" fmla="*/ 52075 w 78714"/>
                <a:gd name="connsiteY1" fmla="*/ 14399 h 42643"/>
                <a:gd name="connsiteX2" fmla="*/ 47915 w 78714"/>
                <a:gd name="connsiteY2" fmla="*/ 4394 h 42643"/>
                <a:gd name="connsiteX3" fmla="*/ 38171 w 78714"/>
                <a:gd name="connsiteY3" fmla="*/ 0 h 42643"/>
                <a:gd name="connsiteX4" fmla="*/ 29158 w 78714"/>
                <a:gd name="connsiteY4" fmla="*/ 4289 h 42643"/>
                <a:gd name="connsiteX5" fmla="*/ 5255 w 78714"/>
                <a:gd name="connsiteY5" fmla="*/ 24034 h 42643"/>
                <a:gd name="connsiteX6" fmla="*/ 0 w 78714"/>
                <a:gd name="connsiteY6" fmla="*/ 32713 h 42643"/>
                <a:gd name="connsiteX7" fmla="*/ 4087 w 78714"/>
                <a:gd name="connsiteY7" fmla="*/ 40973 h 42643"/>
                <a:gd name="connsiteX8" fmla="*/ 11824 w 78714"/>
                <a:gd name="connsiteY8" fmla="*/ 42243 h 42643"/>
                <a:gd name="connsiteX9" fmla="*/ 24888 w 78714"/>
                <a:gd name="connsiteY9" fmla="*/ 34356 h 42643"/>
                <a:gd name="connsiteX10" fmla="*/ 35325 w 78714"/>
                <a:gd name="connsiteY10" fmla="*/ 26998 h 42643"/>
                <a:gd name="connsiteX11" fmla="*/ 37916 w 78714"/>
                <a:gd name="connsiteY11" fmla="*/ 35575 h 42643"/>
                <a:gd name="connsiteX12" fmla="*/ 46492 w 78714"/>
                <a:gd name="connsiteY12" fmla="*/ 42561 h 42643"/>
                <a:gd name="connsiteX13" fmla="*/ 54958 w 78714"/>
                <a:gd name="connsiteY13" fmla="*/ 39279 h 42643"/>
                <a:gd name="connsiteX14" fmla="*/ 62475 w 78714"/>
                <a:gd name="connsiteY14" fmla="*/ 34305 h 42643"/>
                <a:gd name="connsiteX15" fmla="*/ 71890 w 78714"/>
                <a:gd name="connsiteY15" fmla="*/ 42615 h 42643"/>
                <a:gd name="connsiteX16" fmla="*/ 78714 w 78714"/>
                <a:gd name="connsiteY16" fmla="*/ 42615 h 42643"/>
                <a:gd name="connsiteX17" fmla="*/ 69336 w 78714"/>
                <a:gd name="connsiteY17" fmla="*/ 25249 h 42643"/>
                <a:gd name="connsiteX18" fmla="*/ 69445 w 78714"/>
                <a:gd name="connsiteY18" fmla="*/ 15139 h 42643"/>
                <a:gd name="connsiteX19" fmla="*/ 62767 w 78714"/>
                <a:gd name="connsiteY19" fmla="*/ 13023 h 42643"/>
                <a:gd name="connsiteX20" fmla="*/ 62731 w 78714"/>
                <a:gd name="connsiteY20" fmla="*/ 13023 h 42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714" h="42643">
                  <a:moveTo>
                    <a:pt x="62731" y="13023"/>
                  </a:moveTo>
                  <a:cubicBezTo>
                    <a:pt x="59702" y="12548"/>
                    <a:pt x="55651" y="13234"/>
                    <a:pt x="52075" y="14399"/>
                  </a:cubicBezTo>
                  <a:cubicBezTo>
                    <a:pt x="51017" y="10906"/>
                    <a:pt x="50359" y="7252"/>
                    <a:pt x="47915" y="4394"/>
                  </a:cubicBezTo>
                  <a:cubicBezTo>
                    <a:pt x="45470" y="1537"/>
                    <a:pt x="41893" y="0"/>
                    <a:pt x="38171" y="0"/>
                  </a:cubicBezTo>
                  <a:cubicBezTo>
                    <a:pt x="34850" y="0"/>
                    <a:pt x="31712" y="2383"/>
                    <a:pt x="29158" y="4289"/>
                  </a:cubicBezTo>
                  <a:cubicBezTo>
                    <a:pt x="24742" y="7570"/>
                    <a:pt x="8685" y="20647"/>
                    <a:pt x="5255" y="24034"/>
                  </a:cubicBezTo>
                  <a:cubicBezTo>
                    <a:pt x="2919" y="26312"/>
                    <a:pt x="0" y="29169"/>
                    <a:pt x="0" y="32713"/>
                  </a:cubicBezTo>
                  <a:cubicBezTo>
                    <a:pt x="0" y="35892"/>
                    <a:pt x="1532" y="39068"/>
                    <a:pt x="4087" y="40973"/>
                  </a:cubicBezTo>
                  <a:cubicBezTo>
                    <a:pt x="6313" y="42666"/>
                    <a:pt x="9160" y="43039"/>
                    <a:pt x="11824" y="42243"/>
                  </a:cubicBezTo>
                  <a:cubicBezTo>
                    <a:pt x="16567" y="40816"/>
                    <a:pt x="20910" y="37268"/>
                    <a:pt x="24888" y="34356"/>
                  </a:cubicBezTo>
                  <a:cubicBezTo>
                    <a:pt x="26165" y="33403"/>
                    <a:pt x="33099" y="28640"/>
                    <a:pt x="35325" y="26998"/>
                  </a:cubicBezTo>
                  <a:lnTo>
                    <a:pt x="37916" y="35575"/>
                  </a:lnTo>
                  <a:cubicBezTo>
                    <a:pt x="39010" y="39385"/>
                    <a:pt x="42477" y="42243"/>
                    <a:pt x="46492" y="42561"/>
                  </a:cubicBezTo>
                  <a:cubicBezTo>
                    <a:pt x="49666" y="42878"/>
                    <a:pt x="52476" y="41028"/>
                    <a:pt x="54958" y="39279"/>
                  </a:cubicBezTo>
                  <a:cubicBezTo>
                    <a:pt x="55651" y="38801"/>
                    <a:pt x="62293" y="34093"/>
                    <a:pt x="62475" y="34305"/>
                  </a:cubicBezTo>
                  <a:cubicBezTo>
                    <a:pt x="64811" y="37480"/>
                    <a:pt x="67329" y="42615"/>
                    <a:pt x="71890" y="42615"/>
                  </a:cubicBezTo>
                  <a:lnTo>
                    <a:pt x="78714" y="42615"/>
                  </a:lnTo>
                  <a:cubicBezTo>
                    <a:pt x="72949" y="39279"/>
                    <a:pt x="69445" y="32929"/>
                    <a:pt x="69336" y="25249"/>
                  </a:cubicBezTo>
                  <a:lnTo>
                    <a:pt x="69445" y="15139"/>
                  </a:lnTo>
                  <a:cubicBezTo>
                    <a:pt x="67183" y="14030"/>
                    <a:pt x="64811" y="13340"/>
                    <a:pt x="62767" y="13023"/>
                  </a:cubicBezTo>
                  <a:lnTo>
                    <a:pt x="62731" y="13023"/>
                  </a:lnTo>
                  <a:close/>
                </a:path>
              </a:pathLst>
            </a:custGeom>
            <a:solidFill>
              <a:srgbClr val="007B85"/>
            </a:solidFill>
            <a:ln w="3646" cap="flat">
              <a:noFill/>
              <a:prstDash val="solid"/>
              <a:miter/>
            </a:ln>
          </p:spPr>
          <p:txBody>
            <a:bodyPr rtlCol="0" anchor="ctr"/>
            <a:lstStyle/>
            <a:p>
              <a:endParaRPr lang="en-GR"/>
            </a:p>
          </p:txBody>
        </p:sp>
        <p:sp>
          <p:nvSpPr>
            <p:cNvPr id="212" name="Freeform 175">
              <a:extLst>
                <a:ext uri="{FF2B5EF4-FFF2-40B4-BE49-F238E27FC236}">
                  <a16:creationId xmlns:a16="http://schemas.microsoft.com/office/drawing/2014/main" id="{B5706F83-F954-69A2-ED2D-AF0216FAA560}"/>
                </a:ext>
              </a:extLst>
            </p:cNvPr>
            <p:cNvSpPr/>
            <p:nvPr/>
          </p:nvSpPr>
          <p:spPr>
            <a:xfrm>
              <a:off x="9086005" y="1525841"/>
              <a:ext cx="149660" cy="187427"/>
            </a:xfrm>
            <a:custGeom>
              <a:avLst/>
              <a:gdLst>
                <a:gd name="connsiteX0" fmla="*/ 142576 w 169033"/>
                <a:gd name="connsiteY0" fmla="*/ 169183 h 211689"/>
                <a:gd name="connsiteX1" fmla="*/ 142576 w 169033"/>
                <a:gd name="connsiteY1" fmla="*/ 185221 h 211689"/>
                <a:gd name="connsiteX2" fmla="*/ 26348 w 169033"/>
                <a:gd name="connsiteY2" fmla="*/ 185221 h 211689"/>
                <a:gd name="connsiteX3" fmla="*/ 26348 w 169033"/>
                <a:gd name="connsiteY3" fmla="*/ 26414 h 211689"/>
                <a:gd name="connsiteX4" fmla="*/ 109186 w 169033"/>
                <a:gd name="connsiteY4" fmla="*/ 26414 h 211689"/>
                <a:gd name="connsiteX5" fmla="*/ 141044 w 169033"/>
                <a:gd name="connsiteY5" fmla="*/ 58174 h 211689"/>
                <a:gd name="connsiteX6" fmla="*/ 152758 w 169033"/>
                <a:gd name="connsiteY6" fmla="*/ 32502 h 211689"/>
                <a:gd name="connsiteX7" fmla="*/ 124148 w 169033"/>
                <a:gd name="connsiteY7" fmla="*/ 3865 h 211689"/>
                <a:gd name="connsiteX8" fmla="*/ 114842 w 169033"/>
                <a:gd name="connsiteY8" fmla="*/ 0 h 211689"/>
                <a:gd name="connsiteX9" fmla="*/ 42514 w 169033"/>
                <a:gd name="connsiteY9" fmla="*/ 0 h 211689"/>
                <a:gd name="connsiteX10" fmla="*/ 0 w 169033"/>
                <a:gd name="connsiteY10" fmla="*/ 24614 h 211689"/>
                <a:gd name="connsiteX11" fmla="*/ 0 w 169033"/>
                <a:gd name="connsiteY11" fmla="*/ 187075 h 211689"/>
                <a:gd name="connsiteX12" fmla="*/ 42514 w 169033"/>
                <a:gd name="connsiteY12" fmla="*/ 211689 h 211689"/>
                <a:gd name="connsiteX13" fmla="*/ 126556 w 169033"/>
                <a:gd name="connsiteY13" fmla="*/ 211689 h 211689"/>
                <a:gd name="connsiteX14" fmla="*/ 169033 w 169033"/>
                <a:gd name="connsiteY14" fmla="*/ 187075 h 211689"/>
                <a:gd name="connsiteX15" fmla="*/ 169033 w 169033"/>
                <a:gd name="connsiteY15" fmla="*/ 146208 h 211689"/>
                <a:gd name="connsiteX16" fmla="*/ 168450 w 169033"/>
                <a:gd name="connsiteY16" fmla="*/ 146737 h 211689"/>
                <a:gd name="connsiteX17" fmla="*/ 142576 w 169033"/>
                <a:gd name="connsiteY17" fmla="*/ 169183 h 211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033" h="211689">
                  <a:moveTo>
                    <a:pt x="142576" y="169183"/>
                  </a:moveTo>
                  <a:lnTo>
                    <a:pt x="142576" y="185221"/>
                  </a:lnTo>
                  <a:lnTo>
                    <a:pt x="26348" y="185221"/>
                  </a:lnTo>
                  <a:lnTo>
                    <a:pt x="26348" y="26414"/>
                  </a:lnTo>
                  <a:lnTo>
                    <a:pt x="109186" y="26414"/>
                  </a:lnTo>
                  <a:cubicBezTo>
                    <a:pt x="114696" y="31866"/>
                    <a:pt x="137249" y="54364"/>
                    <a:pt x="141044" y="58174"/>
                  </a:cubicBezTo>
                  <a:lnTo>
                    <a:pt x="152758" y="32502"/>
                  </a:lnTo>
                  <a:cubicBezTo>
                    <a:pt x="144803" y="24563"/>
                    <a:pt x="126191" y="5927"/>
                    <a:pt x="124148" y="3865"/>
                  </a:cubicBezTo>
                  <a:cubicBezTo>
                    <a:pt x="121666" y="1376"/>
                    <a:pt x="118346" y="0"/>
                    <a:pt x="114842" y="0"/>
                  </a:cubicBezTo>
                  <a:lnTo>
                    <a:pt x="42514" y="0"/>
                  </a:lnTo>
                  <a:cubicBezTo>
                    <a:pt x="28464" y="0"/>
                    <a:pt x="0" y="5595"/>
                    <a:pt x="0" y="24614"/>
                  </a:cubicBezTo>
                  <a:lnTo>
                    <a:pt x="0" y="187075"/>
                  </a:lnTo>
                  <a:cubicBezTo>
                    <a:pt x="0" y="200568"/>
                    <a:pt x="19012" y="211689"/>
                    <a:pt x="42514" y="211689"/>
                  </a:cubicBezTo>
                  <a:lnTo>
                    <a:pt x="126556" y="211689"/>
                  </a:lnTo>
                  <a:cubicBezTo>
                    <a:pt x="140569" y="211689"/>
                    <a:pt x="169033" y="206094"/>
                    <a:pt x="169033" y="187075"/>
                  </a:cubicBezTo>
                  <a:lnTo>
                    <a:pt x="169033" y="146208"/>
                  </a:lnTo>
                  <a:lnTo>
                    <a:pt x="168450" y="146737"/>
                  </a:lnTo>
                  <a:cubicBezTo>
                    <a:pt x="168450" y="146737"/>
                    <a:pt x="143525" y="168600"/>
                    <a:pt x="142576" y="169183"/>
                  </a:cubicBezTo>
                  <a:close/>
                </a:path>
              </a:pathLst>
            </a:custGeom>
            <a:solidFill>
              <a:srgbClr val="007B85"/>
            </a:solidFill>
            <a:ln w="3646" cap="flat">
              <a:noFill/>
              <a:prstDash val="solid"/>
              <a:miter/>
            </a:ln>
          </p:spPr>
          <p:txBody>
            <a:bodyPr rtlCol="0" anchor="ctr"/>
            <a:lstStyle/>
            <a:p>
              <a:endParaRPr lang="en-GR"/>
            </a:p>
          </p:txBody>
        </p:sp>
        <p:sp>
          <p:nvSpPr>
            <p:cNvPr id="213" name="Freeform 176">
              <a:extLst>
                <a:ext uri="{FF2B5EF4-FFF2-40B4-BE49-F238E27FC236}">
                  <a16:creationId xmlns:a16="http://schemas.microsoft.com/office/drawing/2014/main" id="{37D7F05D-04CC-FDEE-6429-FD2757E96617}"/>
                </a:ext>
              </a:extLst>
            </p:cNvPr>
            <p:cNvSpPr/>
            <p:nvPr/>
          </p:nvSpPr>
          <p:spPr>
            <a:xfrm>
              <a:off x="9198605" y="1560289"/>
              <a:ext cx="62423" cy="106419"/>
            </a:xfrm>
            <a:custGeom>
              <a:avLst/>
              <a:gdLst>
                <a:gd name="connsiteX0" fmla="*/ 839 w 70503"/>
                <a:gd name="connsiteY0" fmla="*/ 80570 h 120195"/>
                <a:gd name="connsiteX1" fmla="*/ 0 w 70503"/>
                <a:gd name="connsiteY1" fmla="*/ 113812 h 120195"/>
                <a:gd name="connsiteX2" fmla="*/ 2920 w 70503"/>
                <a:gd name="connsiteY2" fmla="*/ 119845 h 120195"/>
                <a:gd name="connsiteX3" fmla="*/ 9196 w 70503"/>
                <a:gd name="connsiteY3" fmla="*/ 118206 h 120195"/>
                <a:gd name="connsiteX4" fmla="*/ 33829 w 70503"/>
                <a:gd name="connsiteY4" fmla="*/ 95603 h 120195"/>
                <a:gd name="connsiteX5" fmla="*/ 70504 w 70503"/>
                <a:gd name="connsiteY5" fmla="*/ 14983 h 120195"/>
                <a:gd name="connsiteX6" fmla="*/ 37588 w 70503"/>
                <a:gd name="connsiteY6" fmla="*/ 0 h 120195"/>
                <a:gd name="connsiteX7" fmla="*/ 912 w 70503"/>
                <a:gd name="connsiteY7" fmla="*/ 80621 h 120195"/>
                <a:gd name="connsiteX8" fmla="*/ 839 w 70503"/>
                <a:gd name="connsiteY8" fmla="*/ 80570 h 12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503" h="120195">
                  <a:moveTo>
                    <a:pt x="839" y="80570"/>
                  </a:moveTo>
                  <a:cubicBezTo>
                    <a:pt x="694" y="80938"/>
                    <a:pt x="0" y="113812"/>
                    <a:pt x="0" y="113812"/>
                  </a:cubicBezTo>
                  <a:cubicBezTo>
                    <a:pt x="0" y="116670"/>
                    <a:pt x="1022" y="118947"/>
                    <a:pt x="2920" y="119845"/>
                  </a:cubicBezTo>
                  <a:cubicBezTo>
                    <a:pt x="4781" y="120692"/>
                    <a:pt x="7043" y="119951"/>
                    <a:pt x="9196" y="118206"/>
                  </a:cubicBezTo>
                  <a:cubicBezTo>
                    <a:pt x="9196" y="118206"/>
                    <a:pt x="33646" y="95972"/>
                    <a:pt x="33829" y="95603"/>
                  </a:cubicBezTo>
                  <a:lnTo>
                    <a:pt x="70504" y="14983"/>
                  </a:lnTo>
                  <a:lnTo>
                    <a:pt x="37588" y="0"/>
                  </a:lnTo>
                  <a:lnTo>
                    <a:pt x="912" y="80621"/>
                  </a:lnTo>
                  <a:lnTo>
                    <a:pt x="839" y="80570"/>
                  </a:lnTo>
                  <a:close/>
                </a:path>
              </a:pathLst>
            </a:custGeom>
            <a:solidFill>
              <a:srgbClr val="007B85"/>
            </a:solidFill>
            <a:ln w="3646" cap="flat">
              <a:noFill/>
              <a:prstDash val="solid"/>
              <a:miter/>
            </a:ln>
          </p:spPr>
          <p:txBody>
            <a:bodyPr rtlCol="0" anchor="ctr"/>
            <a:lstStyle/>
            <a:p>
              <a:endParaRPr lang="en-GR"/>
            </a:p>
          </p:txBody>
        </p:sp>
        <p:sp>
          <p:nvSpPr>
            <p:cNvPr id="214" name="Freeform 177">
              <a:extLst>
                <a:ext uri="{FF2B5EF4-FFF2-40B4-BE49-F238E27FC236}">
                  <a16:creationId xmlns:a16="http://schemas.microsoft.com/office/drawing/2014/main" id="{53F7A8A8-F0C9-8B3C-3B1F-8F1ED651D161}"/>
                </a:ext>
              </a:extLst>
            </p:cNvPr>
            <p:cNvSpPr/>
            <p:nvPr/>
          </p:nvSpPr>
          <p:spPr>
            <a:xfrm>
              <a:off x="9236764" y="1526489"/>
              <a:ext cx="38435" cy="36379"/>
            </a:xfrm>
            <a:custGeom>
              <a:avLst/>
              <a:gdLst>
                <a:gd name="connsiteX0" fmla="*/ 41054 w 43410"/>
                <a:gd name="connsiteY0" fmla="*/ 10386 h 41088"/>
                <a:gd name="connsiteX1" fmla="*/ 18939 w 43410"/>
                <a:gd name="connsiteY1" fmla="*/ 327 h 41088"/>
                <a:gd name="connsiteX2" fmla="*/ 18866 w 43410"/>
                <a:gd name="connsiteY2" fmla="*/ 327 h 41088"/>
                <a:gd name="connsiteX3" fmla="*/ 8247 w 43410"/>
                <a:gd name="connsiteY3" fmla="*/ 7952 h 41088"/>
                <a:gd name="connsiteX4" fmla="*/ 0 w 43410"/>
                <a:gd name="connsiteY4" fmla="*/ 26106 h 41088"/>
                <a:gd name="connsiteX5" fmla="*/ 32916 w 43410"/>
                <a:gd name="connsiteY5" fmla="*/ 41088 h 41088"/>
                <a:gd name="connsiteX6" fmla="*/ 42112 w 43410"/>
                <a:gd name="connsiteY6" fmla="*/ 20865 h 41088"/>
                <a:gd name="connsiteX7" fmla="*/ 43280 w 43410"/>
                <a:gd name="connsiteY7" fmla="*/ 13879 h 41088"/>
                <a:gd name="connsiteX8" fmla="*/ 41054 w 43410"/>
                <a:gd name="connsiteY8" fmla="*/ 10437 h 41088"/>
                <a:gd name="connsiteX9" fmla="*/ 41054 w 43410"/>
                <a:gd name="connsiteY9" fmla="*/ 10386 h 41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410" h="41088">
                  <a:moveTo>
                    <a:pt x="41054" y="10386"/>
                  </a:moveTo>
                  <a:lnTo>
                    <a:pt x="18939" y="327"/>
                  </a:lnTo>
                  <a:cubicBezTo>
                    <a:pt x="18939" y="327"/>
                    <a:pt x="18939" y="327"/>
                    <a:pt x="18866" y="327"/>
                  </a:cubicBezTo>
                  <a:cubicBezTo>
                    <a:pt x="15582" y="-1103"/>
                    <a:pt x="10838" y="2287"/>
                    <a:pt x="8247" y="7952"/>
                  </a:cubicBezTo>
                  <a:lnTo>
                    <a:pt x="0" y="26106"/>
                  </a:lnTo>
                  <a:lnTo>
                    <a:pt x="32916" y="41088"/>
                  </a:lnTo>
                  <a:lnTo>
                    <a:pt x="42112" y="20865"/>
                  </a:lnTo>
                  <a:cubicBezTo>
                    <a:pt x="43244" y="18379"/>
                    <a:pt x="43645" y="15839"/>
                    <a:pt x="43280" y="13879"/>
                  </a:cubicBezTo>
                  <a:cubicBezTo>
                    <a:pt x="43024" y="12237"/>
                    <a:pt x="42258" y="10966"/>
                    <a:pt x="41054" y="10437"/>
                  </a:cubicBezTo>
                  <a:lnTo>
                    <a:pt x="41054" y="10386"/>
                  </a:lnTo>
                  <a:close/>
                </a:path>
              </a:pathLst>
            </a:custGeom>
            <a:solidFill>
              <a:srgbClr val="007B85"/>
            </a:solidFill>
            <a:ln w="3646" cap="flat">
              <a:noFill/>
              <a:prstDash val="solid"/>
              <a:miter/>
            </a:ln>
          </p:spPr>
          <p:txBody>
            <a:bodyPr rtlCol="0" anchor="ctr"/>
            <a:lstStyle/>
            <a:p>
              <a:endParaRPr lang="en-GR"/>
            </a:p>
          </p:txBody>
        </p:sp>
      </p:grpSp>
      <p:grpSp>
        <p:nvGrpSpPr>
          <p:cNvPr id="215" name="Group 214">
            <a:extLst>
              <a:ext uri="{FF2B5EF4-FFF2-40B4-BE49-F238E27FC236}">
                <a16:creationId xmlns:a16="http://schemas.microsoft.com/office/drawing/2014/main" id="{2A292BFC-A38F-27E3-03EF-E6412798090C}"/>
              </a:ext>
            </a:extLst>
          </p:cNvPr>
          <p:cNvGrpSpPr/>
          <p:nvPr/>
        </p:nvGrpSpPr>
        <p:grpSpPr>
          <a:xfrm>
            <a:off x="10587111" y="1522610"/>
            <a:ext cx="152762" cy="193890"/>
            <a:chOff x="9434955" y="1522610"/>
            <a:chExt cx="152762" cy="193890"/>
          </a:xfrm>
        </p:grpSpPr>
        <p:sp>
          <p:nvSpPr>
            <p:cNvPr id="216" name="Freeform 178">
              <a:extLst>
                <a:ext uri="{FF2B5EF4-FFF2-40B4-BE49-F238E27FC236}">
                  <a16:creationId xmlns:a16="http://schemas.microsoft.com/office/drawing/2014/main" id="{E858AA2A-1922-29F9-7478-034BEF553A5B}"/>
                </a:ext>
              </a:extLst>
            </p:cNvPr>
            <p:cNvSpPr/>
            <p:nvPr/>
          </p:nvSpPr>
          <p:spPr>
            <a:xfrm>
              <a:off x="9452111" y="1522610"/>
              <a:ext cx="118351" cy="157329"/>
            </a:xfrm>
            <a:custGeom>
              <a:avLst/>
              <a:gdLst>
                <a:gd name="connsiteX0" fmla="*/ 133672 w 133671"/>
                <a:gd name="connsiteY0" fmla="*/ 66792 h 177695"/>
                <a:gd name="connsiteX1" fmla="*/ 75102 w 133671"/>
                <a:gd name="connsiteY1" fmla="*/ 173713 h 177695"/>
                <a:gd name="connsiteX2" fmla="*/ 75029 w 133671"/>
                <a:gd name="connsiteY2" fmla="*/ 173713 h 177695"/>
                <a:gd name="connsiteX3" fmla="*/ 58570 w 133671"/>
                <a:gd name="connsiteY3" fmla="*/ 173713 h 177695"/>
                <a:gd name="connsiteX4" fmla="*/ 0 w 133671"/>
                <a:gd name="connsiteY4" fmla="*/ 66792 h 177695"/>
                <a:gd name="connsiteX5" fmla="*/ 66818 w 133671"/>
                <a:gd name="connsiteY5" fmla="*/ 0 h 177695"/>
                <a:gd name="connsiteX6" fmla="*/ 133672 w 133671"/>
                <a:gd name="connsiteY6" fmla="*/ 66792 h 177695"/>
                <a:gd name="connsiteX7" fmla="*/ 66818 w 133671"/>
                <a:gd name="connsiteY7" fmla="*/ 46973 h 177695"/>
                <a:gd name="connsiteX8" fmla="*/ 34923 w 133671"/>
                <a:gd name="connsiteY8" fmla="*/ 65423 h 177695"/>
                <a:gd name="connsiteX9" fmla="*/ 66818 w 133671"/>
                <a:gd name="connsiteY9" fmla="*/ 83873 h 177695"/>
                <a:gd name="connsiteX10" fmla="*/ 98749 w 133671"/>
                <a:gd name="connsiteY10" fmla="*/ 65423 h 177695"/>
                <a:gd name="connsiteX11" fmla="*/ 66818 w 133671"/>
                <a:gd name="connsiteY11" fmla="*/ 46973 h 17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3671" h="177695">
                  <a:moveTo>
                    <a:pt x="133672" y="66792"/>
                  </a:moveTo>
                  <a:cubicBezTo>
                    <a:pt x="133672" y="97231"/>
                    <a:pt x="92946" y="151376"/>
                    <a:pt x="75102" y="173713"/>
                  </a:cubicBezTo>
                  <a:lnTo>
                    <a:pt x="75029" y="173713"/>
                  </a:lnTo>
                  <a:cubicBezTo>
                    <a:pt x="70759" y="179023"/>
                    <a:pt x="62840" y="179023"/>
                    <a:pt x="58570" y="173713"/>
                  </a:cubicBezTo>
                  <a:cubicBezTo>
                    <a:pt x="40725" y="151376"/>
                    <a:pt x="0" y="97231"/>
                    <a:pt x="0" y="66792"/>
                  </a:cubicBezTo>
                  <a:cubicBezTo>
                    <a:pt x="0" y="29947"/>
                    <a:pt x="29960" y="0"/>
                    <a:pt x="66818" y="0"/>
                  </a:cubicBezTo>
                  <a:cubicBezTo>
                    <a:pt x="103712" y="0"/>
                    <a:pt x="133672" y="29892"/>
                    <a:pt x="133672" y="66792"/>
                  </a:cubicBezTo>
                  <a:close/>
                  <a:moveTo>
                    <a:pt x="66818" y="46973"/>
                  </a:moveTo>
                  <a:cubicBezTo>
                    <a:pt x="49192" y="46973"/>
                    <a:pt x="34923" y="55240"/>
                    <a:pt x="34923" y="65423"/>
                  </a:cubicBezTo>
                  <a:cubicBezTo>
                    <a:pt x="34923" y="75606"/>
                    <a:pt x="49192" y="83873"/>
                    <a:pt x="66818" y="83873"/>
                  </a:cubicBezTo>
                  <a:cubicBezTo>
                    <a:pt x="84443" y="83873"/>
                    <a:pt x="98749" y="75606"/>
                    <a:pt x="98749" y="65423"/>
                  </a:cubicBezTo>
                  <a:cubicBezTo>
                    <a:pt x="98749" y="55240"/>
                    <a:pt x="84443" y="46973"/>
                    <a:pt x="66818" y="46973"/>
                  </a:cubicBezTo>
                  <a:close/>
                </a:path>
              </a:pathLst>
            </a:custGeom>
            <a:solidFill>
              <a:srgbClr val="007B85"/>
            </a:solidFill>
            <a:ln w="3646" cap="flat">
              <a:noFill/>
              <a:prstDash val="solid"/>
              <a:miter/>
            </a:ln>
          </p:spPr>
          <p:txBody>
            <a:bodyPr rtlCol="0" anchor="ctr"/>
            <a:lstStyle/>
            <a:p>
              <a:endParaRPr lang="en-GR"/>
            </a:p>
          </p:txBody>
        </p:sp>
        <p:sp>
          <p:nvSpPr>
            <p:cNvPr id="217" name="Freeform 179">
              <a:extLst>
                <a:ext uri="{FF2B5EF4-FFF2-40B4-BE49-F238E27FC236}">
                  <a16:creationId xmlns:a16="http://schemas.microsoft.com/office/drawing/2014/main" id="{EF9FF308-EC0C-02DA-D0B4-150C57322E92}"/>
                </a:ext>
              </a:extLst>
            </p:cNvPr>
            <p:cNvSpPr/>
            <p:nvPr/>
          </p:nvSpPr>
          <p:spPr>
            <a:xfrm>
              <a:off x="9434955" y="1638993"/>
              <a:ext cx="152762" cy="77507"/>
            </a:xfrm>
            <a:custGeom>
              <a:avLst/>
              <a:gdLst>
                <a:gd name="connsiteX0" fmla="*/ 130753 w 172537"/>
                <a:gd name="connsiteY0" fmla="*/ 18450 h 87540"/>
                <a:gd name="connsiteX1" fmla="*/ 142869 w 172537"/>
                <a:gd name="connsiteY1" fmla="*/ 0 h 87540"/>
                <a:gd name="connsiteX2" fmla="*/ 172537 w 172537"/>
                <a:gd name="connsiteY2" fmla="*/ 37611 h 87540"/>
                <a:gd name="connsiteX3" fmla="*/ 86269 w 172537"/>
                <a:gd name="connsiteY3" fmla="*/ 87541 h 87540"/>
                <a:gd name="connsiteX4" fmla="*/ 0 w 172537"/>
                <a:gd name="connsiteY4" fmla="*/ 37611 h 87540"/>
                <a:gd name="connsiteX5" fmla="*/ 29668 w 172537"/>
                <a:gd name="connsiteY5" fmla="*/ 0 h 87540"/>
                <a:gd name="connsiteX6" fmla="*/ 41747 w 172537"/>
                <a:gd name="connsiteY6" fmla="*/ 18450 h 87540"/>
                <a:gd name="connsiteX7" fmla="*/ 21896 w 172537"/>
                <a:gd name="connsiteY7" fmla="*/ 37611 h 87540"/>
                <a:gd name="connsiteX8" fmla="*/ 86269 w 172537"/>
                <a:gd name="connsiteY8" fmla="*/ 65587 h 87540"/>
                <a:gd name="connsiteX9" fmla="*/ 150641 w 172537"/>
                <a:gd name="connsiteY9" fmla="*/ 37611 h 87540"/>
                <a:gd name="connsiteX10" fmla="*/ 130753 w 172537"/>
                <a:gd name="connsiteY10" fmla="*/ 18450 h 8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2537" h="87540">
                  <a:moveTo>
                    <a:pt x="130753" y="18450"/>
                  </a:moveTo>
                  <a:cubicBezTo>
                    <a:pt x="134986" y="12373"/>
                    <a:pt x="139037" y="6186"/>
                    <a:pt x="142869" y="0"/>
                  </a:cubicBezTo>
                  <a:cubicBezTo>
                    <a:pt x="161042" y="9143"/>
                    <a:pt x="172537" y="22611"/>
                    <a:pt x="172537" y="37611"/>
                  </a:cubicBezTo>
                  <a:cubicBezTo>
                    <a:pt x="172537" y="65204"/>
                    <a:pt x="133891" y="87541"/>
                    <a:pt x="86269" y="87541"/>
                  </a:cubicBezTo>
                  <a:cubicBezTo>
                    <a:pt x="38646" y="87541"/>
                    <a:pt x="0" y="65204"/>
                    <a:pt x="0" y="37611"/>
                  </a:cubicBezTo>
                  <a:cubicBezTo>
                    <a:pt x="0" y="22611"/>
                    <a:pt x="11532" y="9143"/>
                    <a:pt x="29668" y="0"/>
                  </a:cubicBezTo>
                  <a:cubicBezTo>
                    <a:pt x="33427" y="6186"/>
                    <a:pt x="37551" y="12373"/>
                    <a:pt x="41747" y="18450"/>
                  </a:cubicBezTo>
                  <a:cubicBezTo>
                    <a:pt x="34303" y="21862"/>
                    <a:pt x="21896" y="28301"/>
                    <a:pt x="21896" y="37611"/>
                  </a:cubicBezTo>
                  <a:cubicBezTo>
                    <a:pt x="21896" y="60696"/>
                    <a:pt x="71854" y="65587"/>
                    <a:pt x="86269" y="65587"/>
                  </a:cubicBezTo>
                  <a:cubicBezTo>
                    <a:pt x="100683" y="65587"/>
                    <a:pt x="150641" y="60718"/>
                    <a:pt x="150641" y="37611"/>
                  </a:cubicBezTo>
                  <a:cubicBezTo>
                    <a:pt x="150641" y="28293"/>
                    <a:pt x="138234" y="21862"/>
                    <a:pt x="130753" y="18450"/>
                  </a:cubicBezTo>
                  <a:close/>
                </a:path>
              </a:pathLst>
            </a:custGeom>
            <a:solidFill>
              <a:srgbClr val="007B85"/>
            </a:solidFill>
            <a:ln w="3646" cap="flat">
              <a:noFill/>
              <a:prstDash val="solid"/>
              <a:miter/>
            </a:ln>
          </p:spPr>
          <p:txBody>
            <a:bodyPr rtlCol="0" anchor="ctr"/>
            <a:lstStyle/>
            <a:p>
              <a:endParaRPr lang="en-GR"/>
            </a:p>
          </p:txBody>
        </p:sp>
      </p:grpSp>
      <p:grpSp>
        <p:nvGrpSpPr>
          <p:cNvPr id="218" name="Group 217">
            <a:extLst>
              <a:ext uri="{FF2B5EF4-FFF2-40B4-BE49-F238E27FC236}">
                <a16:creationId xmlns:a16="http://schemas.microsoft.com/office/drawing/2014/main" id="{BAD98177-0C20-10BA-8AD2-8B4BEF92CF04}"/>
              </a:ext>
            </a:extLst>
          </p:cNvPr>
          <p:cNvGrpSpPr/>
          <p:nvPr/>
        </p:nvGrpSpPr>
        <p:grpSpPr>
          <a:xfrm>
            <a:off x="10906981" y="1529072"/>
            <a:ext cx="180936" cy="180970"/>
            <a:chOff x="9754825" y="1529072"/>
            <a:chExt cx="180936" cy="180970"/>
          </a:xfrm>
        </p:grpSpPr>
        <p:sp>
          <p:nvSpPr>
            <p:cNvPr id="219" name="Freeform 180">
              <a:extLst>
                <a:ext uri="{FF2B5EF4-FFF2-40B4-BE49-F238E27FC236}">
                  <a16:creationId xmlns:a16="http://schemas.microsoft.com/office/drawing/2014/main" id="{FFEE1728-5F5D-533E-4E85-7CF24AAD8FFB}"/>
                </a:ext>
              </a:extLst>
            </p:cNvPr>
            <p:cNvSpPr/>
            <p:nvPr/>
          </p:nvSpPr>
          <p:spPr>
            <a:xfrm>
              <a:off x="9832369" y="1564086"/>
              <a:ext cx="48692" cy="93149"/>
            </a:xfrm>
            <a:custGeom>
              <a:avLst/>
              <a:gdLst>
                <a:gd name="connsiteX0" fmla="*/ 20874 w 54995"/>
                <a:gd name="connsiteY0" fmla="*/ 5391 h 105207"/>
                <a:gd name="connsiteX1" fmla="*/ 20874 w 54995"/>
                <a:gd name="connsiteY1" fmla="*/ 65529 h 105207"/>
                <a:gd name="connsiteX2" fmla="*/ 20764 w 54995"/>
                <a:gd name="connsiteY2" fmla="*/ 65580 h 105207"/>
                <a:gd name="connsiteX3" fmla="*/ 53352 w 54995"/>
                <a:gd name="connsiteY3" fmla="*/ 87457 h 105207"/>
                <a:gd name="connsiteX4" fmla="*/ 52695 w 54995"/>
                <a:gd name="connsiteY4" fmla="*/ 98038 h 105207"/>
                <a:gd name="connsiteX5" fmla="*/ 51272 w 54995"/>
                <a:gd name="connsiteY5" fmla="*/ 100144 h 105207"/>
                <a:gd name="connsiteX6" fmla="*/ 41675 w 54995"/>
                <a:gd name="connsiteY6" fmla="*/ 104662 h 105207"/>
                <a:gd name="connsiteX7" fmla="*/ 1605 w 54995"/>
                <a:gd name="connsiteY7" fmla="*/ 77442 h 105207"/>
                <a:gd name="connsiteX8" fmla="*/ 0 w 54995"/>
                <a:gd name="connsiteY8" fmla="*/ 74055 h 105207"/>
                <a:gd name="connsiteX9" fmla="*/ 0 w 54995"/>
                <a:gd name="connsiteY9" fmla="*/ 5391 h 105207"/>
                <a:gd name="connsiteX10" fmla="*/ 9087 w 54995"/>
                <a:gd name="connsiteY10" fmla="*/ 0 h 105207"/>
                <a:gd name="connsiteX11" fmla="*/ 11787 w 54995"/>
                <a:gd name="connsiteY11" fmla="*/ 0 h 105207"/>
                <a:gd name="connsiteX12" fmla="*/ 20874 w 54995"/>
                <a:gd name="connsiteY12" fmla="*/ 5391 h 10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995" h="105207">
                  <a:moveTo>
                    <a:pt x="20874" y="5391"/>
                  </a:moveTo>
                  <a:lnTo>
                    <a:pt x="20874" y="65529"/>
                  </a:lnTo>
                  <a:lnTo>
                    <a:pt x="20764" y="65580"/>
                  </a:lnTo>
                  <a:lnTo>
                    <a:pt x="53352" y="87457"/>
                  </a:lnTo>
                  <a:cubicBezTo>
                    <a:pt x="55761" y="89205"/>
                    <a:pt x="55505" y="93928"/>
                    <a:pt x="52695" y="98038"/>
                  </a:cubicBezTo>
                  <a:lnTo>
                    <a:pt x="51272" y="100144"/>
                  </a:lnTo>
                  <a:cubicBezTo>
                    <a:pt x="48426" y="104250"/>
                    <a:pt x="44156" y="106253"/>
                    <a:pt x="41675" y="104662"/>
                  </a:cubicBezTo>
                  <a:lnTo>
                    <a:pt x="1605" y="77442"/>
                  </a:lnTo>
                  <a:cubicBezTo>
                    <a:pt x="621" y="76723"/>
                    <a:pt x="110" y="75493"/>
                    <a:pt x="0" y="74055"/>
                  </a:cubicBezTo>
                  <a:lnTo>
                    <a:pt x="0" y="5391"/>
                  </a:lnTo>
                  <a:cubicBezTo>
                    <a:pt x="110" y="2413"/>
                    <a:pt x="4124" y="0"/>
                    <a:pt x="9087" y="0"/>
                  </a:cubicBezTo>
                  <a:lnTo>
                    <a:pt x="11787" y="0"/>
                  </a:lnTo>
                  <a:cubicBezTo>
                    <a:pt x="16750" y="51"/>
                    <a:pt x="20764" y="2413"/>
                    <a:pt x="20874" y="5391"/>
                  </a:cubicBezTo>
                  <a:close/>
                </a:path>
              </a:pathLst>
            </a:custGeom>
            <a:solidFill>
              <a:srgbClr val="007B85"/>
            </a:solidFill>
            <a:ln w="3646" cap="flat">
              <a:noFill/>
              <a:prstDash val="solid"/>
              <a:miter/>
            </a:ln>
          </p:spPr>
          <p:txBody>
            <a:bodyPr rtlCol="0" anchor="ctr"/>
            <a:lstStyle/>
            <a:p>
              <a:endParaRPr lang="en-GR"/>
            </a:p>
          </p:txBody>
        </p:sp>
        <p:sp>
          <p:nvSpPr>
            <p:cNvPr id="220" name="Freeform 181">
              <a:extLst>
                <a:ext uri="{FF2B5EF4-FFF2-40B4-BE49-F238E27FC236}">
                  <a16:creationId xmlns:a16="http://schemas.microsoft.com/office/drawing/2014/main" id="{F4230FE1-F38A-F4AB-9591-48259E8AA6B6}"/>
                </a:ext>
              </a:extLst>
            </p:cNvPr>
            <p:cNvSpPr/>
            <p:nvPr/>
          </p:nvSpPr>
          <p:spPr>
            <a:xfrm>
              <a:off x="9754825" y="1529072"/>
              <a:ext cx="180936" cy="180970"/>
            </a:xfrm>
            <a:custGeom>
              <a:avLst/>
              <a:gdLst>
                <a:gd name="connsiteX0" fmla="*/ 0 w 204358"/>
                <a:gd name="connsiteY0" fmla="*/ 102198 h 204396"/>
                <a:gd name="connsiteX1" fmla="*/ 102179 w 204358"/>
                <a:gd name="connsiteY1" fmla="*/ 0 h 204396"/>
                <a:gd name="connsiteX2" fmla="*/ 204358 w 204358"/>
                <a:gd name="connsiteY2" fmla="*/ 102198 h 204396"/>
                <a:gd name="connsiteX3" fmla="*/ 102179 w 204358"/>
                <a:gd name="connsiteY3" fmla="*/ 204397 h 204396"/>
                <a:gd name="connsiteX4" fmla="*/ 0 w 204358"/>
                <a:gd name="connsiteY4" fmla="*/ 102198 h 204396"/>
                <a:gd name="connsiteX5" fmla="*/ 25691 w 204358"/>
                <a:gd name="connsiteY5" fmla="*/ 102198 h 204396"/>
                <a:gd name="connsiteX6" fmla="*/ 102179 w 204358"/>
                <a:gd name="connsiteY6" fmla="*/ 178717 h 204396"/>
                <a:gd name="connsiteX7" fmla="*/ 178668 w 204358"/>
                <a:gd name="connsiteY7" fmla="*/ 102198 h 204396"/>
                <a:gd name="connsiteX8" fmla="*/ 102179 w 204358"/>
                <a:gd name="connsiteY8" fmla="*/ 25676 h 204396"/>
                <a:gd name="connsiteX9" fmla="*/ 25691 w 204358"/>
                <a:gd name="connsiteY9" fmla="*/ 102198 h 204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4358" h="204396">
                  <a:moveTo>
                    <a:pt x="0" y="102198"/>
                  </a:moveTo>
                  <a:cubicBezTo>
                    <a:pt x="0" y="45758"/>
                    <a:pt x="45762" y="0"/>
                    <a:pt x="102179" y="0"/>
                  </a:cubicBezTo>
                  <a:cubicBezTo>
                    <a:pt x="158597" y="0"/>
                    <a:pt x="204358" y="45758"/>
                    <a:pt x="204358" y="102198"/>
                  </a:cubicBezTo>
                  <a:cubicBezTo>
                    <a:pt x="204358" y="158639"/>
                    <a:pt x="158597" y="204397"/>
                    <a:pt x="102179" y="204397"/>
                  </a:cubicBezTo>
                  <a:cubicBezTo>
                    <a:pt x="45762" y="204397"/>
                    <a:pt x="0" y="158639"/>
                    <a:pt x="0" y="102198"/>
                  </a:cubicBezTo>
                  <a:close/>
                  <a:moveTo>
                    <a:pt x="25691" y="102198"/>
                  </a:moveTo>
                  <a:cubicBezTo>
                    <a:pt x="25691" y="144412"/>
                    <a:pt x="59958" y="178717"/>
                    <a:pt x="102179" y="178717"/>
                  </a:cubicBezTo>
                  <a:cubicBezTo>
                    <a:pt x="144401" y="178717"/>
                    <a:pt x="178668" y="144412"/>
                    <a:pt x="178668" y="102198"/>
                  </a:cubicBezTo>
                  <a:cubicBezTo>
                    <a:pt x="178668" y="59985"/>
                    <a:pt x="144401" y="25676"/>
                    <a:pt x="102179" y="25676"/>
                  </a:cubicBezTo>
                  <a:cubicBezTo>
                    <a:pt x="59958" y="25676"/>
                    <a:pt x="25691" y="59985"/>
                    <a:pt x="25691" y="102198"/>
                  </a:cubicBezTo>
                  <a:close/>
                </a:path>
              </a:pathLst>
            </a:custGeom>
            <a:solidFill>
              <a:srgbClr val="007B85"/>
            </a:solidFill>
            <a:ln w="3646" cap="flat">
              <a:noFill/>
              <a:prstDash val="solid"/>
              <a:miter/>
            </a:ln>
          </p:spPr>
          <p:txBody>
            <a:bodyPr rtlCol="0" anchor="ctr"/>
            <a:lstStyle/>
            <a:p>
              <a:endParaRPr lang="en-GR"/>
            </a:p>
          </p:txBody>
        </p:sp>
      </p:grpSp>
      <p:grpSp>
        <p:nvGrpSpPr>
          <p:cNvPr id="221" name="Group 220">
            <a:extLst>
              <a:ext uri="{FF2B5EF4-FFF2-40B4-BE49-F238E27FC236}">
                <a16:creationId xmlns:a16="http://schemas.microsoft.com/office/drawing/2014/main" id="{BE8A0C3C-A5C0-E5DA-4BCF-7BCC99465A8F}"/>
              </a:ext>
            </a:extLst>
          </p:cNvPr>
          <p:cNvGrpSpPr/>
          <p:nvPr/>
        </p:nvGrpSpPr>
        <p:grpSpPr>
          <a:xfrm>
            <a:off x="5582272" y="1861918"/>
            <a:ext cx="180529" cy="180964"/>
            <a:chOff x="4430114" y="1861918"/>
            <a:chExt cx="180529" cy="180964"/>
          </a:xfrm>
        </p:grpSpPr>
        <p:sp>
          <p:nvSpPr>
            <p:cNvPr id="222" name="Freeform 182">
              <a:extLst>
                <a:ext uri="{FF2B5EF4-FFF2-40B4-BE49-F238E27FC236}">
                  <a16:creationId xmlns:a16="http://schemas.microsoft.com/office/drawing/2014/main" id="{AB1D0737-1601-56CB-7F44-BD911786C44D}"/>
                </a:ext>
              </a:extLst>
            </p:cNvPr>
            <p:cNvSpPr/>
            <p:nvPr/>
          </p:nvSpPr>
          <p:spPr>
            <a:xfrm>
              <a:off x="4448166" y="1861918"/>
              <a:ext cx="144471" cy="71771"/>
            </a:xfrm>
            <a:custGeom>
              <a:avLst/>
              <a:gdLst>
                <a:gd name="connsiteX0" fmla="*/ 25450 w 163172"/>
                <a:gd name="connsiteY0" fmla="*/ 25505 h 81062"/>
                <a:gd name="connsiteX1" fmla="*/ 105427 w 163172"/>
                <a:gd name="connsiteY1" fmla="*/ 25505 h 81062"/>
                <a:gd name="connsiteX2" fmla="*/ 137672 w 163172"/>
                <a:gd name="connsiteY2" fmla="*/ 57601 h 81062"/>
                <a:gd name="connsiteX3" fmla="*/ 137672 w 163172"/>
                <a:gd name="connsiteY3" fmla="*/ 80858 h 81062"/>
                <a:gd name="connsiteX4" fmla="*/ 163173 w 163172"/>
                <a:gd name="connsiteY4" fmla="*/ 80858 h 81062"/>
                <a:gd name="connsiteX5" fmla="*/ 163173 w 163172"/>
                <a:gd name="connsiteY5" fmla="*/ 52287 h 81062"/>
                <a:gd name="connsiteX6" fmla="*/ 159440 w 163172"/>
                <a:gd name="connsiteY6" fmla="*/ 43290 h 81062"/>
                <a:gd name="connsiteX7" fmla="*/ 119889 w 163172"/>
                <a:gd name="connsiteY7" fmla="*/ 3730 h 81062"/>
                <a:gd name="connsiteX8" fmla="*/ 110894 w 163172"/>
                <a:gd name="connsiteY8" fmla="*/ 0 h 81062"/>
                <a:gd name="connsiteX9" fmla="*/ 41036 w 163172"/>
                <a:gd name="connsiteY9" fmla="*/ 0 h 81062"/>
                <a:gd name="connsiteX10" fmla="*/ 5930 w 163172"/>
                <a:gd name="connsiteY10" fmla="*/ 11501 h 81062"/>
                <a:gd name="connsiteX11" fmla="*/ 0 w 163172"/>
                <a:gd name="connsiteY11" fmla="*/ 23768 h 81062"/>
                <a:gd name="connsiteX12" fmla="*/ 0 w 163172"/>
                <a:gd name="connsiteY12" fmla="*/ 81062 h 81062"/>
                <a:gd name="connsiteX13" fmla="*/ 25501 w 163172"/>
                <a:gd name="connsiteY13" fmla="*/ 81062 h 81062"/>
                <a:gd name="connsiteX14" fmla="*/ 25501 w 163172"/>
                <a:gd name="connsiteY14" fmla="*/ 25505 h 81062"/>
                <a:gd name="connsiteX15" fmla="*/ 25450 w 163172"/>
                <a:gd name="connsiteY15" fmla="*/ 25505 h 81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3172" h="81062">
                  <a:moveTo>
                    <a:pt x="25450" y="25505"/>
                  </a:moveTo>
                  <a:lnTo>
                    <a:pt x="105427" y="25505"/>
                  </a:lnTo>
                  <a:cubicBezTo>
                    <a:pt x="110740" y="30768"/>
                    <a:pt x="133687" y="53718"/>
                    <a:pt x="137672" y="57601"/>
                  </a:cubicBezTo>
                  <a:lnTo>
                    <a:pt x="137672" y="80858"/>
                  </a:lnTo>
                  <a:lnTo>
                    <a:pt x="163173" y="80858"/>
                  </a:lnTo>
                  <a:lnTo>
                    <a:pt x="163173" y="52287"/>
                  </a:lnTo>
                  <a:cubicBezTo>
                    <a:pt x="163173" y="48911"/>
                    <a:pt x="161841" y="45641"/>
                    <a:pt x="159440" y="43290"/>
                  </a:cubicBezTo>
                  <a:cubicBezTo>
                    <a:pt x="148507" y="32352"/>
                    <a:pt x="121830" y="5672"/>
                    <a:pt x="119889" y="3730"/>
                  </a:cubicBezTo>
                  <a:cubicBezTo>
                    <a:pt x="117484" y="1329"/>
                    <a:pt x="114266" y="0"/>
                    <a:pt x="110894" y="0"/>
                  </a:cubicBezTo>
                  <a:lnTo>
                    <a:pt x="41036" y="0"/>
                  </a:lnTo>
                  <a:cubicBezTo>
                    <a:pt x="26114" y="0"/>
                    <a:pt x="13083" y="4599"/>
                    <a:pt x="5930" y="11501"/>
                  </a:cubicBezTo>
                  <a:cubicBezTo>
                    <a:pt x="2200" y="15077"/>
                    <a:pt x="0" y="19267"/>
                    <a:pt x="0" y="23768"/>
                  </a:cubicBezTo>
                  <a:lnTo>
                    <a:pt x="0" y="81062"/>
                  </a:lnTo>
                  <a:lnTo>
                    <a:pt x="25501" y="81062"/>
                  </a:lnTo>
                  <a:lnTo>
                    <a:pt x="25501" y="25505"/>
                  </a:lnTo>
                  <a:lnTo>
                    <a:pt x="25450" y="25505"/>
                  </a:lnTo>
                  <a:close/>
                </a:path>
              </a:pathLst>
            </a:custGeom>
            <a:solidFill>
              <a:srgbClr val="007B85"/>
            </a:solidFill>
            <a:ln w="3646" cap="flat">
              <a:noFill/>
              <a:prstDash val="solid"/>
              <a:miter/>
            </a:ln>
          </p:spPr>
          <p:txBody>
            <a:bodyPr rtlCol="0" anchor="ctr"/>
            <a:lstStyle/>
            <a:p>
              <a:endParaRPr lang="en-GR"/>
            </a:p>
          </p:txBody>
        </p:sp>
        <p:sp>
          <p:nvSpPr>
            <p:cNvPr id="223" name="Freeform 183">
              <a:extLst>
                <a:ext uri="{FF2B5EF4-FFF2-40B4-BE49-F238E27FC236}">
                  <a16:creationId xmlns:a16="http://schemas.microsoft.com/office/drawing/2014/main" id="{ADC5B2CC-DB07-FA3F-4F84-8D11A5824D90}"/>
                </a:ext>
              </a:extLst>
            </p:cNvPr>
            <p:cNvSpPr/>
            <p:nvPr/>
          </p:nvSpPr>
          <p:spPr>
            <a:xfrm>
              <a:off x="4448120" y="1969708"/>
              <a:ext cx="144516" cy="73174"/>
            </a:xfrm>
            <a:custGeom>
              <a:avLst/>
              <a:gdLst>
                <a:gd name="connsiteX0" fmla="*/ 0 w 163223"/>
                <a:gd name="connsiteY0" fmla="*/ 58879 h 82646"/>
                <a:gd name="connsiteX1" fmla="*/ 6237 w 163223"/>
                <a:gd name="connsiteY1" fmla="*/ 71453 h 82646"/>
                <a:gd name="connsiteX2" fmla="*/ 41036 w 163223"/>
                <a:gd name="connsiteY2" fmla="*/ 82646 h 82646"/>
                <a:gd name="connsiteX3" fmla="*/ 122188 w 163223"/>
                <a:gd name="connsiteY3" fmla="*/ 82646 h 82646"/>
                <a:gd name="connsiteX4" fmla="*/ 157294 w 163223"/>
                <a:gd name="connsiteY4" fmla="*/ 71146 h 82646"/>
                <a:gd name="connsiteX5" fmla="*/ 163224 w 163223"/>
                <a:gd name="connsiteY5" fmla="*/ 58879 h 82646"/>
                <a:gd name="connsiteX6" fmla="*/ 163224 w 163223"/>
                <a:gd name="connsiteY6" fmla="*/ 0 h 82646"/>
                <a:gd name="connsiteX7" fmla="*/ 0 w 163223"/>
                <a:gd name="connsiteY7" fmla="*/ 0 h 82646"/>
                <a:gd name="connsiteX8" fmla="*/ 0 w 163223"/>
                <a:gd name="connsiteY8" fmla="*/ 58879 h 82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223" h="82646">
                  <a:moveTo>
                    <a:pt x="0" y="58879"/>
                  </a:moveTo>
                  <a:cubicBezTo>
                    <a:pt x="0" y="63481"/>
                    <a:pt x="2303" y="67773"/>
                    <a:pt x="6237" y="71453"/>
                  </a:cubicBezTo>
                  <a:cubicBezTo>
                    <a:pt x="13491" y="78150"/>
                    <a:pt x="26370" y="82646"/>
                    <a:pt x="41036" y="82646"/>
                  </a:cubicBezTo>
                  <a:lnTo>
                    <a:pt x="122188" y="82646"/>
                  </a:lnTo>
                  <a:cubicBezTo>
                    <a:pt x="137110" y="82646"/>
                    <a:pt x="150141" y="78048"/>
                    <a:pt x="157294" y="71146"/>
                  </a:cubicBezTo>
                  <a:cubicBezTo>
                    <a:pt x="161024" y="67569"/>
                    <a:pt x="163224" y="63379"/>
                    <a:pt x="163224" y="58879"/>
                  </a:cubicBezTo>
                  <a:lnTo>
                    <a:pt x="163224" y="0"/>
                  </a:lnTo>
                  <a:lnTo>
                    <a:pt x="0" y="0"/>
                  </a:lnTo>
                  <a:lnTo>
                    <a:pt x="0" y="58879"/>
                  </a:lnTo>
                  <a:close/>
                </a:path>
              </a:pathLst>
            </a:custGeom>
            <a:solidFill>
              <a:srgbClr val="007B85"/>
            </a:solidFill>
            <a:ln w="3646" cap="flat">
              <a:noFill/>
              <a:prstDash val="solid"/>
              <a:miter/>
            </a:ln>
          </p:spPr>
          <p:txBody>
            <a:bodyPr rtlCol="0" anchor="ctr"/>
            <a:lstStyle/>
            <a:p>
              <a:endParaRPr lang="en-GR"/>
            </a:p>
          </p:txBody>
        </p:sp>
        <p:sp>
          <p:nvSpPr>
            <p:cNvPr id="224" name="Freeform 184">
              <a:extLst>
                <a:ext uri="{FF2B5EF4-FFF2-40B4-BE49-F238E27FC236}">
                  <a16:creationId xmlns:a16="http://schemas.microsoft.com/office/drawing/2014/main" id="{52408B53-A76E-228C-77C4-5A1488D0684C}"/>
                </a:ext>
              </a:extLst>
            </p:cNvPr>
            <p:cNvSpPr/>
            <p:nvPr/>
          </p:nvSpPr>
          <p:spPr>
            <a:xfrm>
              <a:off x="4430114" y="1942557"/>
              <a:ext cx="180529" cy="18058"/>
            </a:xfrm>
            <a:custGeom>
              <a:avLst/>
              <a:gdLst>
                <a:gd name="connsiteX0" fmla="*/ 198228 w 203898"/>
                <a:gd name="connsiteY0" fmla="*/ 0 h 20395"/>
                <a:gd name="connsiteX1" fmla="*/ 5518 w 203898"/>
                <a:gd name="connsiteY1" fmla="*/ 204 h 20395"/>
                <a:gd name="connsiteX2" fmla="*/ 0 w 203898"/>
                <a:gd name="connsiteY2" fmla="*/ 10376 h 20395"/>
                <a:gd name="connsiteX3" fmla="*/ 5671 w 203898"/>
                <a:gd name="connsiteY3" fmla="*/ 20395 h 20395"/>
                <a:gd name="connsiteX4" fmla="*/ 198381 w 203898"/>
                <a:gd name="connsiteY4" fmla="*/ 20191 h 20395"/>
                <a:gd name="connsiteX5" fmla="*/ 203899 w 203898"/>
                <a:gd name="connsiteY5" fmla="*/ 10019 h 20395"/>
                <a:gd name="connsiteX6" fmla="*/ 198228 w 203898"/>
                <a:gd name="connsiteY6" fmla="*/ 0 h 20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898" h="20395">
                  <a:moveTo>
                    <a:pt x="198228" y="0"/>
                  </a:moveTo>
                  <a:lnTo>
                    <a:pt x="5518" y="204"/>
                  </a:lnTo>
                  <a:cubicBezTo>
                    <a:pt x="2197" y="204"/>
                    <a:pt x="0" y="4551"/>
                    <a:pt x="0" y="10376"/>
                  </a:cubicBezTo>
                  <a:cubicBezTo>
                    <a:pt x="0" y="15844"/>
                    <a:pt x="2146" y="20395"/>
                    <a:pt x="5671" y="20395"/>
                  </a:cubicBezTo>
                  <a:lnTo>
                    <a:pt x="198381" y="20191"/>
                  </a:lnTo>
                  <a:cubicBezTo>
                    <a:pt x="201702" y="20191"/>
                    <a:pt x="203899" y="15844"/>
                    <a:pt x="203899" y="10019"/>
                  </a:cubicBezTo>
                  <a:cubicBezTo>
                    <a:pt x="203899" y="4551"/>
                    <a:pt x="201753" y="0"/>
                    <a:pt x="198228" y="0"/>
                  </a:cubicBezTo>
                  <a:close/>
                </a:path>
              </a:pathLst>
            </a:custGeom>
            <a:solidFill>
              <a:srgbClr val="007B85"/>
            </a:solidFill>
            <a:ln w="3646" cap="flat">
              <a:noFill/>
              <a:prstDash val="solid"/>
              <a:miter/>
            </a:ln>
          </p:spPr>
          <p:txBody>
            <a:bodyPr rtlCol="0" anchor="ctr"/>
            <a:lstStyle/>
            <a:p>
              <a:endParaRPr lang="en-GR"/>
            </a:p>
          </p:txBody>
        </p:sp>
      </p:grpSp>
      <p:grpSp>
        <p:nvGrpSpPr>
          <p:cNvPr id="225" name="Group 224">
            <a:extLst>
              <a:ext uri="{FF2B5EF4-FFF2-40B4-BE49-F238E27FC236}">
                <a16:creationId xmlns:a16="http://schemas.microsoft.com/office/drawing/2014/main" id="{3B3339F3-4DAA-D2BF-C0DC-86C7BF6C172F}"/>
              </a:ext>
            </a:extLst>
          </p:cNvPr>
          <p:cNvGrpSpPr/>
          <p:nvPr/>
        </p:nvGrpSpPr>
        <p:grpSpPr>
          <a:xfrm>
            <a:off x="5915063" y="1861918"/>
            <a:ext cx="180782" cy="180964"/>
            <a:chOff x="4762907" y="1861918"/>
            <a:chExt cx="180782" cy="180964"/>
          </a:xfrm>
        </p:grpSpPr>
        <p:sp>
          <p:nvSpPr>
            <p:cNvPr id="226" name="Freeform 185">
              <a:extLst>
                <a:ext uri="{FF2B5EF4-FFF2-40B4-BE49-F238E27FC236}">
                  <a16:creationId xmlns:a16="http://schemas.microsoft.com/office/drawing/2014/main" id="{0958C9F2-06EA-B19E-D6AA-E124E79FB650}"/>
                </a:ext>
              </a:extLst>
            </p:cNvPr>
            <p:cNvSpPr/>
            <p:nvPr/>
          </p:nvSpPr>
          <p:spPr>
            <a:xfrm>
              <a:off x="4762907" y="1861918"/>
              <a:ext cx="180782" cy="180964"/>
            </a:xfrm>
            <a:custGeom>
              <a:avLst/>
              <a:gdLst>
                <a:gd name="connsiteX0" fmla="*/ 121182 w 204184"/>
                <a:gd name="connsiteY0" fmla="*/ 1778 h 204389"/>
                <a:gd name="connsiteX1" fmla="*/ 170436 w 204184"/>
                <a:gd name="connsiteY1" fmla="*/ 26513 h 204389"/>
                <a:gd name="connsiteX2" fmla="*/ 170487 w 204184"/>
                <a:gd name="connsiteY2" fmla="*/ 26513 h 204389"/>
                <a:gd name="connsiteX3" fmla="*/ 204079 w 204184"/>
                <a:gd name="connsiteY3" fmla="*/ 107108 h 204389"/>
                <a:gd name="connsiteX4" fmla="*/ 185687 w 204184"/>
                <a:gd name="connsiteY4" fmla="*/ 161059 h 204389"/>
                <a:gd name="connsiteX5" fmla="*/ 164357 w 204184"/>
                <a:gd name="connsiteY5" fmla="*/ 183371 h 204389"/>
                <a:gd name="connsiteX6" fmla="*/ 147253 w 204184"/>
                <a:gd name="connsiteY6" fmla="*/ 193937 h 204389"/>
                <a:gd name="connsiteX7" fmla="*/ 108198 w 204184"/>
                <a:gd name="connsiteY7" fmla="*/ 204189 h 204389"/>
                <a:gd name="connsiteX8" fmla="*/ 56474 w 204184"/>
                <a:gd name="connsiteY8" fmla="*/ 194039 h 204389"/>
                <a:gd name="connsiteX9" fmla="*/ 38133 w 204184"/>
                <a:gd name="connsiteY9" fmla="*/ 182444 h 204389"/>
                <a:gd name="connsiteX10" fmla="*/ 33443 w 204184"/>
                <a:gd name="connsiteY10" fmla="*/ 178166 h 204389"/>
                <a:gd name="connsiteX11" fmla="*/ 17627 w 204184"/>
                <a:gd name="connsiteY11" fmla="*/ 193988 h 204389"/>
                <a:gd name="connsiteX12" fmla="*/ 8198 w 204184"/>
                <a:gd name="connsiteY12" fmla="*/ 190842 h 204389"/>
                <a:gd name="connsiteX13" fmla="*/ 56 w 204184"/>
                <a:gd name="connsiteY13" fmla="*/ 132668 h 204389"/>
                <a:gd name="connsiteX14" fmla="*/ 6293 w 204184"/>
                <a:gd name="connsiteY14" fmla="*/ 126430 h 204389"/>
                <a:gd name="connsiteX15" fmla="*/ 64407 w 204184"/>
                <a:gd name="connsiteY15" fmla="*/ 134573 h 204389"/>
                <a:gd name="connsiteX16" fmla="*/ 67549 w 204184"/>
                <a:gd name="connsiteY16" fmla="*/ 144004 h 204389"/>
                <a:gd name="connsiteX17" fmla="*/ 50806 w 204184"/>
                <a:gd name="connsiteY17" fmla="*/ 160749 h 204389"/>
                <a:gd name="connsiteX18" fmla="*/ 79913 w 204184"/>
                <a:gd name="connsiteY18" fmla="*/ 176673 h 204389"/>
                <a:gd name="connsiteX19" fmla="*/ 138801 w 204184"/>
                <a:gd name="connsiteY19" fmla="*/ 170385 h 204389"/>
                <a:gd name="connsiteX20" fmla="*/ 175024 w 204184"/>
                <a:gd name="connsiteY20" fmla="*/ 127667 h 204389"/>
                <a:gd name="connsiteX21" fmla="*/ 175538 w 204184"/>
                <a:gd name="connsiteY21" fmla="*/ 78661 h 204389"/>
                <a:gd name="connsiteX22" fmla="*/ 117781 w 204184"/>
                <a:gd name="connsiteY22" fmla="*/ 26462 h 204389"/>
                <a:gd name="connsiteX23" fmla="*/ 90682 w 204184"/>
                <a:gd name="connsiteY23" fmla="*/ 25743 h 204389"/>
                <a:gd name="connsiteX24" fmla="*/ 27929 w 204184"/>
                <a:gd name="connsiteY24" fmla="*/ 78716 h 204389"/>
                <a:gd name="connsiteX25" fmla="*/ 21799 w 204184"/>
                <a:gd name="connsiteY25" fmla="*/ 85979 h 204389"/>
                <a:gd name="connsiteX26" fmla="*/ 12321 w 204184"/>
                <a:gd name="connsiteY26" fmla="*/ 86753 h 204389"/>
                <a:gd name="connsiteX27" fmla="*/ 4282 w 204184"/>
                <a:gd name="connsiteY27" fmla="*/ 71139 h 204389"/>
                <a:gd name="connsiteX28" fmla="*/ 38133 w 204184"/>
                <a:gd name="connsiteY28" fmla="*/ 22184 h 204389"/>
                <a:gd name="connsiteX29" fmla="*/ 121182 w 204184"/>
                <a:gd name="connsiteY29" fmla="*/ 1778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4184" h="204389">
                  <a:moveTo>
                    <a:pt x="121182" y="1778"/>
                  </a:moveTo>
                  <a:cubicBezTo>
                    <a:pt x="139421" y="5285"/>
                    <a:pt x="156628" y="14045"/>
                    <a:pt x="170436" y="26513"/>
                  </a:cubicBezTo>
                  <a:lnTo>
                    <a:pt x="170487" y="26513"/>
                  </a:lnTo>
                  <a:cubicBezTo>
                    <a:pt x="193003" y="46817"/>
                    <a:pt x="205469" y="76807"/>
                    <a:pt x="204079" y="107108"/>
                  </a:cubicBezTo>
                  <a:cubicBezTo>
                    <a:pt x="203152" y="126328"/>
                    <a:pt x="196711" y="145292"/>
                    <a:pt x="185687" y="161059"/>
                  </a:cubicBezTo>
                  <a:cubicBezTo>
                    <a:pt x="179815" y="169458"/>
                    <a:pt x="172703" y="176929"/>
                    <a:pt x="164357" y="183371"/>
                  </a:cubicBezTo>
                  <a:cubicBezTo>
                    <a:pt x="159051" y="187444"/>
                    <a:pt x="153281" y="190999"/>
                    <a:pt x="147253" y="193937"/>
                  </a:cubicBezTo>
                  <a:cubicBezTo>
                    <a:pt x="134991" y="199912"/>
                    <a:pt x="121697" y="203313"/>
                    <a:pt x="108198" y="204189"/>
                  </a:cubicBezTo>
                  <a:cubicBezTo>
                    <a:pt x="90529" y="205273"/>
                    <a:pt x="72549" y="201974"/>
                    <a:pt x="56474" y="194039"/>
                  </a:cubicBezTo>
                  <a:cubicBezTo>
                    <a:pt x="49982" y="190842"/>
                    <a:pt x="43800" y="186981"/>
                    <a:pt x="38133" y="182444"/>
                  </a:cubicBezTo>
                  <a:cubicBezTo>
                    <a:pt x="37669" y="182082"/>
                    <a:pt x="35761" y="180330"/>
                    <a:pt x="33443" y="178166"/>
                  </a:cubicBezTo>
                  <a:lnTo>
                    <a:pt x="17627" y="193988"/>
                  </a:lnTo>
                  <a:cubicBezTo>
                    <a:pt x="14380" y="197233"/>
                    <a:pt x="8818" y="195379"/>
                    <a:pt x="8198" y="190842"/>
                  </a:cubicBezTo>
                  <a:lnTo>
                    <a:pt x="56" y="132668"/>
                  </a:lnTo>
                  <a:cubicBezTo>
                    <a:pt x="-458" y="129058"/>
                    <a:pt x="2633" y="125915"/>
                    <a:pt x="6293" y="126430"/>
                  </a:cubicBezTo>
                  <a:lnTo>
                    <a:pt x="64407" y="134573"/>
                  </a:lnTo>
                  <a:cubicBezTo>
                    <a:pt x="68940" y="135244"/>
                    <a:pt x="70797" y="140756"/>
                    <a:pt x="67549" y="144004"/>
                  </a:cubicBezTo>
                  <a:lnTo>
                    <a:pt x="50806" y="160749"/>
                  </a:lnTo>
                  <a:cubicBezTo>
                    <a:pt x="59152" y="168067"/>
                    <a:pt x="69046" y="173480"/>
                    <a:pt x="79913" y="176673"/>
                  </a:cubicBezTo>
                  <a:cubicBezTo>
                    <a:pt x="99440" y="182342"/>
                    <a:pt x="120978" y="180075"/>
                    <a:pt x="138801" y="170385"/>
                  </a:cubicBezTo>
                  <a:cubicBezTo>
                    <a:pt x="155599" y="161264"/>
                    <a:pt x="168787" y="145705"/>
                    <a:pt x="175024" y="127667"/>
                  </a:cubicBezTo>
                  <a:cubicBezTo>
                    <a:pt x="180483" y="111951"/>
                    <a:pt x="180534" y="94534"/>
                    <a:pt x="175538" y="78661"/>
                  </a:cubicBezTo>
                  <a:cubicBezTo>
                    <a:pt x="167294" y="52587"/>
                    <a:pt x="144574" y="32130"/>
                    <a:pt x="117781" y="26462"/>
                  </a:cubicBezTo>
                  <a:cubicBezTo>
                    <a:pt x="108870" y="24608"/>
                    <a:pt x="99648" y="24403"/>
                    <a:pt x="90682" y="25743"/>
                  </a:cubicBezTo>
                  <a:cubicBezTo>
                    <a:pt x="61626" y="30122"/>
                    <a:pt x="36895" y="50631"/>
                    <a:pt x="27929" y="78716"/>
                  </a:cubicBezTo>
                  <a:cubicBezTo>
                    <a:pt x="26951" y="81859"/>
                    <a:pt x="24736" y="84435"/>
                    <a:pt x="21799" y="85979"/>
                  </a:cubicBezTo>
                  <a:cubicBezTo>
                    <a:pt x="18865" y="87476"/>
                    <a:pt x="15463" y="87782"/>
                    <a:pt x="12321" y="86753"/>
                  </a:cubicBezTo>
                  <a:cubicBezTo>
                    <a:pt x="5829" y="84691"/>
                    <a:pt x="2169" y="77683"/>
                    <a:pt x="4282" y="71139"/>
                  </a:cubicBezTo>
                  <a:cubicBezTo>
                    <a:pt x="10464" y="51970"/>
                    <a:pt x="22313" y="34707"/>
                    <a:pt x="38133" y="22184"/>
                  </a:cubicBezTo>
                  <a:cubicBezTo>
                    <a:pt x="61214" y="3891"/>
                    <a:pt x="92229" y="-3784"/>
                    <a:pt x="121182" y="1778"/>
                  </a:cubicBezTo>
                  <a:close/>
                </a:path>
              </a:pathLst>
            </a:custGeom>
            <a:solidFill>
              <a:srgbClr val="007B85"/>
            </a:solidFill>
            <a:ln w="3646" cap="flat">
              <a:noFill/>
              <a:prstDash val="solid"/>
              <a:miter/>
            </a:ln>
          </p:spPr>
          <p:txBody>
            <a:bodyPr rtlCol="0" anchor="ctr"/>
            <a:lstStyle/>
            <a:p>
              <a:endParaRPr lang="en-GR"/>
            </a:p>
          </p:txBody>
        </p:sp>
        <p:sp>
          <p:nvSpPr>
            <p:cNvPr id="227" name="Freeform 186">
              <a:extLst>
                <a:ext uri="{FF2B5EF4-FFF2-40B4-BE49-F238E27FC236}">
                  <a16:creationId xmlns:a16="http://schemas.microsoft.com/office/drawing/2014/main" id="{900AD874-6B72-0749-6918-1C4C2BA2BE4D}"/>
                </a:ext>
              </a:extLst>
            </p:cNvPr>
            <p:cNvSpPr/>
            <p:nvPr/>
          </p:nvSpPr>
          <p:spPr>
            <a:xfrm>
              <a:off x="4839594" y="1896569"/>
              <a:ext cx="48902" cy="93469"/>
            </a:xfrm>
            <a:custGeom>
              <a:avLst/>
              <a:gdLst>
                <a:gd name="connsiteX0" fmla="*/ 9119 w 55232"/>
                <a:gd name="connsiteY0" fmla="*/ 0 h 105568"/>
                <a:gd name="connsiteX1" fmla="*/ 11798 w 55232"/>
                <a:gd name="connsiteY1" fmla="*/ 0 h 105568"/>
                <a:gd name="connsiteX2" fmla="*/ 11747 w 55232"/>
                <a:gd name="connsiteY2" fmla="*/ 55 h 105568"/>
                <a:gd name="connsiteX3" fmla="*/ 20866 w 55232"/>
                <a:gd name="connsiteY3" fmla="*/ 5464 h 105568"/>
                <a:gd name="connsiteX4" fmla="*/ 20866 w 55232"/>
                <a:gd name="connsiteY4" fmla="*/ 65806 h 105568"/>
                <a:gd name="connsiteX5" fmla="*/ 53582 w 55232"/>
                <a:gd name="connsiteY5" fmla="*/ 87756 h 105568"/>
                <a:gd name="connsiteX6" fmla="*/ 52911 w 55232"/>
                <a:gd name="connsiteY6" fmla="*/ 98373 h 105568"/>
                <a:gd name="connsiteX7" fmla="*/ 51469 w 55232"/>
                <a:gd name="connsiteY7" fmla="*/ 100487 h 105568"/>
                <a:gd name="connsiteX8" fmla="*/ 41835 w 55232"/>
                <a:gd name="connsiteY8" fmla="*/ 105020 h 105568"/>
                <a:gd name="connsiteX9" fmla="*/ 1649 w 55232"/>
                <a:gd name="connsiteY9" fmla="*/ 77708 h 105568"/>
                <a:gd name="connsiteX10" fmla="*/ 0 w 55232"/>
                <a:gd name="connsiteY10" fmla="*/ 74102 h 105568"/>
                <a:gd name="connsiteX11" fmla="*/ 0 w 55232"/>
                <a:gd name="connsiteY11" fmla="*/ 5413 h 105568"/>
                <a:gd name="connsiteX12" fmla="*/ 9119 w 55232"/>
                <a:gd name="connsiteY12" fmla="*/ 0 h 105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232" h="105568">
                  <a:moveTo>
                    <a:pt x="9119" y="0"/>
                  </a:moveTo>
                  <a:lnTo>
                    <a:pt x="11798" y="0"/>
                  </a:lnTo>
                  <a:lnTo>
                    <a:pt x="11747" y="55"/>
                  </a:lnTo>
                  <a:cubicBezTo>
                    <a:pt x="16743" y="106"/>
                    <a:pt x="20764" y="2475"/>
                    <a:pt x="20866" y="5464"/>
                  </a:cubicBezTo>
                  <a:lnTo>
                    <a:pt x="20866" y="65806"/>
                  </a:lnTo>
                  <a:lnTo>
                    <a:pt x="53582" y="87756"/>
                  </a:lnTo>
                  <a:cubicBezTo>
                    <a:pt x="56001" y="89508"/>
                    <a:pt x="55746" y="94249"/>
                    <a:pt x="52911" y="98373"/>
                  </a:cubicBezTo>
                  <a:lnTo>
                    <a:pt x="51469" y="100487"/>
                  </a:lnTo>
                  <a:cubicBezTo>
                    <a:pt x="48634" y="104607"/>
                    <a:pt x="44360" y="106618"/>
                    <a:pt x="41835" y="105020"/>
                  </a:cubicBezTo>
                  <a:lnTo>
                    <a:pt x="1649" y="77708"/>
                  </a:lnTo>
                  <a:cubicBezTo>
                    <a:pt x="668" y="76989"/>
                    <a:pt x="0" y="74102"/>
                    <a:pt x="0" y="74102"/>
                  </a:cubicBezTo>
                  <a:lnTo>
                    <a:pt x="0" y="5413"/>
                  </a:lnTo>
                  <a:cubicBezTo>
                    <a:pt x="102" y="2423"/>
                    <a:pt x="4120" y="0"/>
                    <a:pt x="9119" y="0"/>
                  </a:cubicBezTo>
                  <a:close/>
                </a:path>
              </a:pathLst>
            </a:custGeom>
            <a:solidFill>
              <a:srgbClr val="007B85"/>
            </a:solidFill>
            <a:ln w="3646" cap="flat">
              <a:noFill/>
              <a:prstDash val="solid"/>
              <a:miter/>
            </a:ln>
          </p:spPr>
          <p:txBody>
            <a:bodyPr rtlCol="0" anchor="ctr"/>
            <a:lstStyle/>
            <a:p>
              <a:endParaRPr lang="en-GR"/>
            </a:p>
          </p:txBody>
        </p:sp>
      </p:grpSp>
      <p:sp>
        <p:nvSpPr>
          <p:cNvPr id="228" name="Freeform 187">
            <a:extLst>
              <a:ext uri="{FF2B5EF4-FFF2-40B4-BE49-F238E27FC236}">
                <a16:creationId xmlns:a16="http://schemas.microsoft.com/office/drawing/2014/main" id="{83C6F0B2-1243-FACE-D8D3-58DE6ED8347F}"/>
              </a:ext>
            </a:extLst>
          </p:cNvPr>
          <p:cNvSpPr/>
          <p:nvPr/>
        </p:nvSpPr>
        <p:spPr>
          <a:xfrm>
            <a:off x="6234935" y="1868383"/>
            <a:ext cx="206784" cy="166293"/>
          </a:xfrm>
          <a:custGeom>
            <a:avLst/>
            <a:gdLst>
              <a:gd name="connsiteX0" fmla="*/ 204358 w 233552"/>
              <a:gd name="connsiteY0" fmla="*/ 0 h 187819"/>
              <a:gd name="connsiteX1" fmla="*/ 29194 w 233552"/>
              <a:gd name="connsiteY1" fmla="*/ 0 h 187819"/>
              <a:gd name="connsiteX2" fmla="*/ 0 w 233552"/>
              <a:gd name="connsiteY2" fmla="*/ 16928 h 187819"/>
              <a:gd name="connsiteX3" fmla="*/ 0 w 233552"/>
              <a:gd name="connsiteY3" fmla="*/ 123546 h 187819"/>
              <a:gd name="connsiteX4" fmla="*/ 29194 w 233552"/>
              <a:gd name="connsiteY4" fmla="*/ 140412 h 187819"/>
              <a:gd name="connsiteX5" fmla="*/ 46992 w 233552"/>
              <a:gd name="connsiteY5" fmla="*/ 140412 h 187819"/>
              <a:gd name="connsiteX6" fmla="*/ 46992 w 233552"/>
              <a:gd name="connsiteY6" fmla="*/ 187819 h 187819"/>
              <a:gd name="connsiteX7" fmla="*/ 116021 w 233552"/>
              <a:gd name="connsiteY7" fmla="*/ 140412 h 187819"/>
              <a:gd name="connsiteX8" fmla="*/ 204358 w 233552"/>
              <a:gd name="connsiteY8" fmla="*/ 140412 h 187819"/>
              <a:gd name="connsiteX9" fmla="*/ 233552 w 233552"/>
              <a:gd name="connsiteY9" fmla="*/ 123546 h 187819"/>
              <a:gd name="connsiteX10" fmla="*/ 233552 w 233552"/>
              <a:gd name="connsiteY10" fmla="*/ 16928 h 187819"/>
              <a:gd name="connsiteX11" fmla="*/ 204358 w 233552"/>
              <a:gd name="connsiteY11" fmla="*/ 0 h 187819"/>
              <a:gd name="connsiteX12" fmla="*/ 146901 w 233552"/>
              <a:gd name="connsiteY12" fmla="*/ 99582 h 187819"/>
              <a:gd name="connsiteX13" fmla="*/ 42105 w 233552"/>
              <a:gd name="connsiteY13" fmla="*/ 99582 h 187819"/>
              <a:gd name="connsiteX14" fmla="*/ 35474 w 233552"/>
              <a:gd name="connsiteY14" fmla="*/ 88063 h 187819"/>
              <a:gd name="connsiteX15" fmla="*/ 42105 w 233552"/>
              <a:gd name="connsiteY15" fmla="*/ 76548 h 187819"/>
              <a:gd name="connsiteX16" fmla="*/ 146901 w 233552"/>
              <a:gd name="connsiteY16" fmla="*/ 76548 h 187819"/>
              <a:gd name="connsiteX17" fmla="*/ 153532 w 233552"/>
              <a:gd name="connsiteY17" fmla="*/ 88063 h 187819"/>
              <a:gd name="connsiteX18" fmla="*/ 146901 w 233552"/>
              <a:gd name="connsiteY18" fmla="*/ 99582 h 187819"/>
              <a:gd name="connsiteX19" fmla="*/ 191856 w 233552"/>
              <a:gd name="connsiteY19" fmla="*/ 60784 h 187819"/>
              <a:gd name="connsiteX20" fmla="*/ 42105 w 233552"/>
              <a:gd name="connsiteY20" fmla="*/ 60784 h 187819"/>
              <a:gd name="connsiteX21" fmla="*/ 35474 w 233552"/>
              <a:gd name="connsiteY21" fmla="*/ 49265 h 187819"/>
              <a:gd name="connsiteX22" fmla="*/ 42105 w 233552"/>
              <a:gd name="connsiteY22" fmla="*/ 37750 h 187819"/>
              <a:gd name="connsiteX23" fmla="*/ 191856 w 233552"/>
              <a:gd name="connsiteY23" fmla="*/ 37750 h 187819"/>
              <a:gd name="connsiteX24" fmla="*/ 198483 w 233552"/>
              <a:gd name="connsiteY24" fmla="*/ 49265 h 187819"/>
              <a:gd name="connsiteX25" fmla="*/ 191856 w 233552"/>
              <a:gd name="connsiteY25" fmla="*/ 60784 h 18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33552" h="187819">
                <a:moveTo>
                  <a:pt x="204358" y="0"/>
                </a:moveTo>
                <a:lnTo>
                  <a:pt x="29194" y="0"/>
                </a:lnTo>
                <a:cubicBezTo>
                  <a:pt x="19680" y="0"/>
                  <a:pt x="0" y="3993"/>
                  <a:pt x="0" y="16928"/>
                </a:cubicBezTo>
                <a:lnTo>
                  <a:pt x="0" y="123546"/>
                </a:lnTo>
                <a:cubicBezTo>
                  <a:pt x="0" y="132853"/>
                  <a:pt x="13086" y="140412"/>
                  <a:pt x="29194" y="140412"/>
                </a:cubicBezTo>
                <a:lnTo>
                  <a:pt x="46992" y="140412"/>
                </a:lnTo>
                <a:lnTo>
                  <a:pt x="46992" y="187819"/>
                </a:lnTo>
                <a:cubicBezTo>
                  <a:pt x="78510" y="187819"/>
                  <a:pt x="105321" y="168158"/>
                  <a:pt x="116021" y="140412"/>
                </a:cubicBezTo>
                <a:cubicBezTo>
                  <a:pt x="116021" y="140412"/>
                  <a:pt x="203253" y="140412"/>
                  <a:pt x="204358" y="140412"/>
                </a:cubicBezTo>
                <a:cubicBezTo>
                  <a:pt x="220466" y="140412"/>
                  <a:pt x="233552" y="132853"/>
                  <a:pt x="233552" y="123546"/>
                </a:cubicBezTo>
                <a:lnTo>
                  <a:pt x="233552" y="16928"/>
                </a:lnTo>
                <a:cubicBezTo>
                  <a:pt x="233552" y="3986"/>
                  <a:pt x="213890" y="0"/>
                  <a:pt x="204358" y="0"/>
                </a:cubicBezTo>
                <a:close/>
                <a:moveTo>
                  <a:pt x="146901" y="99582"/>
                </a:moveTo>
                <a:lnTo>
                  <a:pt x="42105" y="99582"/>
                </a:lnTo>
                <a:cubicBezTo>
                  <a:pt x="38441" y="99582"/>
                  <a:pt x="35474" y="94402"/>
                  <a:pt x="35474" y="88063"/>
                </a:cubicBezTo>
                <a:cubicBezTo>
                  <a:pt x="35474" y="81723"/>
                  <a:pt x="38441" y="76548"/>
                  <a:pt x="42105" y="76548"/>
                </a:cubicBezTo>
                <a:lnTo>
                  <a:pt x="146901" y="76548"/>
                </a:lnTo>
                <a:cubicBezTo>
                  <a:pt x="150565" y="76548"/>
                  <a:pt x="153532" y="81723"/>
                  <a:pt x="153532" y="88063"/>
                </a:cubicBezTo>
                <a:cubicBezTo>
                  <a:pt x="153532" y="94402"/>
                  <a:pt x="150565" y="99582"/>
                  <a:pt x="146901" y="99582"/>
                </a:cubicBezTo>
                <a:close/>
                <a:moveTo>
                  <a:pt x="191856" y="60784"/>
                </a:moveTo>
                <a:lnTo>
                  <a:pt x="42105" y="60784"/>
                </a:lnTo>
                <a:cubicBezTo>
                  <a:pt x="38441" y="60784"/>
                  <a:pt x="35474" y="55609"/>
                  <a:pt x="35474" y="49265"/>
                </a:cubicBezTo>
                <a:cubicBezTo>
                  <a:pt x="35474" y="42925"/>
                  <a:pt x="38441" y="37750"/>
                  <a:pt x="42105" y="37750"/>
                </a:cubicBezTo>
                <a:lnTo>
                  <a:pt x="191856" y="37750"/>
                </a:lnTo>
                <a:cubicBezTo>
                  <a:pt x="195520" y="37750"/>
                  <a:pt x="198483" y="42925"/>
                  <a:pt x="198483" y="49265"/>
                </a:cubicBezTo>
                <a:cubicBezTo>
                  <a:pt x="198483" y="55609"/>
                  <a:pt x="195520" y="60784"/>
                  <a:pt x="191856" y="60784"/>
                </a:cubicBezTo>
                <a:close/>
              </a:path>
            </a:pathLst>
          </a:custGeom>
          <a:solidFill>
            <a:srgbClr val="007B85"/>
          </a:solidFill>
          <a:ln w="3646" cap="flat">
            <a:noFill/>
            <a:prstDash val="solid"/>
            <a:miter/>
          </a:ln>
        </p:spPr>
        <p:txBody>
          <a:bodyPr rtlCol="0" anchor="ctr"/>
          <a:lstStyle/>
          <a:p>
            <a:endParaRPr lang="en-GR"/>
          </a:p>
        </p:txBody>
      </p:sp>
      <p:grpSp>
        <p:nvGrpSpPr>
          <p:cNvPr id="229" name="Group 228">
            <a:extLst>
              <a:ext uri="{FF2B5EF4-FFF2-40B4-BE49-F238E27FC236}">
                <a16:creationId xmlns:a16="http://schemas.microsoft.com/office/drawing/2014/main" id="{F9C0ACAF-BD73-90FE-A81A-EEBEB1B9F100}"/>
              </a:ext>
            </a:extLst>
          </p:cNvPr>
          <p:cNvGrpSpPr/>
          <p:nvPr/>
        </p:nvGrpSpPr>
        <p:grpSpPr>
          <a:xfrm>
            <a:off x="6580653" y="1861920"/>
            <a:ext cx="179802" cy="180963"/>
            <a:chOff x="5428497" y="1861918"/>
            <a:chExt cx="179802" cy="180963"/>
          </a:xfrm>
        </p:grpSpPr>
        <p:sp>
          <p:nvSpPr>
            <p:cNvPr id="230" name="Freeform 188">
              <a:extLst>
                <a:ext uri="{FF2B5EF4-FFF2-40B4-BE49-F238E27FC236}">
                  <a16:creationId xmlns:a16="http://schemas.microsoft.com/office/drawing/2014/main" id="{216C682D-AAB8-377D-C156-9BFC84FBF3F4}"/>
                </a:ext>
              </a:extLst>
            </p:cNvPr>
            <p:cNvSpPr/>
            <p:nvPr/>
          </p:nvSpPr>
          <p:spPr>
            <a:xfrm>
              <a:off x="5428497" y="1861918"/>
              <a:ext cx="179802" cy="179833"/>
            </a:xfrm>
            <a:custGeom>
              <a:avLst/>
              <a:gdLst>
                <a:gd name="connsiteX0" fmla="*/ 101537 w 203077"/>
                <a:gd name="connsiteY0" fmla="*/ 177596 h 203112"/>
                <a:gd name="connsiteX1" fmla="*/ 25512 w 203077"/>
                <a:gd name="connsiteY1" fmla="*/ 101556 h 203112"/>
                <a:gd name="connsiteX2" fmla="*/ 101537 w 203077"/>
                <a:gd name="connsiteY2" fmla="*/ 25516 h 203112"/>
                <a:gd name="connsiteX3" fmla="*/ 177566 w 203077"/>
                <a:gd name="connsiteY3" fmla="*/ 101556 h 203112"/>
                <a:gd name="connsiteX4" fmla="*/ 177478 w 203077"/>
                <a:gd name="connsiteY4" fmla="*/ 103275 h 203112"/>
                <a:gd name="connsiteX5" fmla="*/ 177412 w 203077"/>
                <a:gd name="connsiteY5" fmla="*/ 104209 h 203112"/>
                <a:gd name="connsiteX6" fmla="*/ 201341 w 203077"/>
                <a:gd name="connsiteY6" fmla="*/ 119929 h 203112"/>
                <a:gd name="connsiteX7" fmla="*/ 203077 w 203077"/>
                <a:gd name="connsiteY7" fmla="*/ 101556 h 203112"/>
                <a:gd name="connsiteX8" fmla="*/ 101537 w 203077"/>
                <a:gd name="connsiteY8" fmla="*/ 0 h 203112"/>
                <a:gd name="connsiteX9" fmla="*/ 0 w 203077"/>
                <a:gd name="connsiteY9" fmla="*/ 101556 h 203112"/>
                <a:gd name="connsiteX10" fmla="*/ 101537 w 203077"/>
                <a:gd name="connsiteY10" fmla="*/ 203112 h 203112"/>
                <a:gd name="connsiteX11" fmla="*/ 117408 w 203077"/>
                <a:gd name="connsiteY11" fmla="*/ 201736 h 203112"/>
                <a:gd name="connsiteX12" fmla="*/ 102354 w 203077"/>
                <a:gd name="connsiteY12" fmla="*/ 177545 h 203112"/>
                <a:gd name="connsiteX13" fmla="*/ 101537 w 203077"/>
                <a:gd name="connsiteY13" fmla="*/ 177545 h 203112"/>
                <a:gd name="connsiteX14" fmla="*/ 101537 w 203077"/>
                <a:gd name="connsiteY14" fmla="*/ 177596 h 203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3077" h="203112">
                  <a:moveTo>
                    <a:pt x="101537" y="177596"/>
                  </a:moveTo>
                  <a:cubicBezTo>
                    <a:pt x="59596" y="177596"/>
                    <a:pt x="25512" y="143507"/>
                    <a:pt x="25512" y="101556"/>
                  </a:cubicBezTo>
                  <a:cubicBezTo>
                    <a:pt x="25512" y="59609"/>
                    <a:pt x="59596" y="25516"/>
                    <a:pt x="101537" y="25516"/>
                  </a:cubicBezTo>
                  <a:cubicBezTo>
                    <a:pt x="143478" y="25516"/>
                    <a:pt x="177566" y="59609"/>
                    <a:pt x="177566" y="101556"/>
                  </a:cubicBezTo>
                  <a:cubicBezTo>
                    <a:pt x="177566" y="102155"/>
                    <a:pt x="177522" y="102709"/>
                    <a:pt x="177478" y="103275"/>
                  </a:cubicBezTo>
                  <a:cubicBezTo>
                    <a:pt x="177453" y="103582"/>
                    <a:pt x="177427" y="103888"/>
                    <a:pt x="177412" y="104209"/>
                  </a:cubicBezTo>
                  <a:cubicBezTo>
                    <a:pt x="186645" y="107425"/>
                    <a:pt x="194808" y="112885"/>
                    <a:pt x="201341" y="119929"/>
                  </a:cubicBezTo>
                  <a:cubicBezTo>
                    <a:pt x="202413" y="113958"/>
                    <a:pt x="203077" y="107834"/>
                    <a:pt x="203077" y="101556"/>
                  </a:cubicBezTo>
                  <a:cubicBezTo>
                    <a:pt x="203077" y="45469"/>
                    <a:pt x="157615" y="0"/>
                    <a:pt x="101537" y="0"/>
                  </a:cubicBezTo>
                  <a:cubicBezTo>
                    <a:pt x="45462" y="0"/>
                    <a:pt x="0" y="45469"/>
                    <a:pt x="0" y="101556"/>
                  </a:cubicBezTo>
                  <a:cubicBezTo>
                    <a:pt x="0" y="157643"/>
                    <a:pt x="45462" y="203112"/>
                    <a:pt x="101537" y="203112"/>
                  </a:cubicBezTo>
                  <a:cubicBezTo>
                    <a:pt x="106945" y="203112"/>
                    <a:pt x="112251" y="202554"/>
                    <a:pt x="117408" y="201736"/>
                  </a:cubicBezTo>
                  <a:cubicBezTo>
                    <a:pt x="110569" y="195101"/>
                    <a:pt x="105314" y="186834"/>
                    <a:pt x="102354" y="177545"/>
                  </a:cubicBezTo>
                  <a:lnTo>
                    <a:pt x="101537" y="177545"/>
                  </a:lnTo>
                  <a:lnTo>
                    <a:pt x="101537" y="177596"/>
                  </a:lnTo>
                  <a:close/>
                </a:path>
              </a:pathLst>
            </a:custGeom>
            <a:solidFill>
              <a:srgbClr val="007B85"/>
            </a:solidFill>
            <a:ln w="3646" cap="flat">
              <a:noFill/>
              <a:prstDash val="solid"/>
              <a:miter/>
            </a:ln>
          </p:spPr>
          <p:txBody>
            <a:bodyPr rtlCol="0" anchor="ctr"/>
            <a:lstStyle/>
            <a:p>
              <a:endParaRPr lang="en-GR"/>
            </a:p>
          </p:txBody>
        </p:sp>
        <p:sp>
          <p:nvSpPr>
            <p:cNvPr id="231" name="Freeform 189">
              <a:extLst>
                <a:ext uri="{FF2B5EF4-FFF2-40B4-BE49-F238E27FC236}">
                  <a16:creationId xmlns:a16="http://schemas.microsoft.com/office/drawing/2014/main" id="{EF3FB685-FA97-5BE3-2D25-AC2E5DACBB33}"/>
                </a:ext>
              </a:extLst>
            </p:cNvPr>
            <p:cNvSpPr/>
            <p:nvPr/>
          </p:nvSpPr>
          <p:spPr>
            <a:xfrm>
              <a:off x="5482708" y="1896666"/>
              <a:ext cx="48384" cy="92565"/>
            </a:xfrm>
            <a:custGeom>
              <a:avLst/>
              <a:gdLst>
                <a:gd name="connsiteX0" fmla="*/ 43065 w 54647"/>
                <a:gd name="connsiteY0" fmla="*/ 51 h 104547"/>
                <a:gd name="connsiteX1" fmla="*/ 34036 w 54647"/>
                <a:gd name="connsiteY1" fmla="*/ 5409 h 104547"/>
                <a:gd name="connsiteX2" fmla="*/ 34036 w 54647"/>
                <a:gd name="connsiteY2" fmla="*/ 65167 h 104547"/>
                <a:gd name="connsiteX3" fmla="*/ 1635 w 54647"/>
                <a:gd name="connsiteY3" fmla="*/ 86909 h 104547"/>
                <a:gd name="connsiteX4" fmla="*/ 2299 w 54647"/>
                <a:gd name="connsiteY4" fmla="*/ 97421 h 104547"/>
                <a:gd name="connsiteX5" fmla="*/ 3726 w 54647"/>
                <a:gd name="connsiteY5" fmla="*/ 99516 h 104547"/>
                <a:gd name="connsiteX6" fmla="*/ 13268 w 54647"/>
                <a:gd name="connsiteY6" fmla="*/ 104005 h 104547"/>
                <a:gd name="connsiteX7" fmla="*/ 53067 w 54647"/>
                <a:gd name="connsiteY7" fmla="*/ 76956 h 104547"/>
                <a:gd name="connsiteX8" fmla="*/ 54647 w 54647"/>
                <a:gd name="connsiteY8" fmla="*/ 73588 h 104547"/>
                <a:gd name="connsiteX9" fmla="*/ 54647 w 54647"/>
                <a:gd name="connsiteY9" fmla="*/ 5358 h 104547"/>
                <a:gd name="connsiteX10" fmla="*/ 45619 w 54647"/>
                <a:gd name="connsiteY10" fmla="*/ 0 h 104547"/>
                <a:gd name="connsiteX11" fmla="*/ 42962 w 54647"/>
                <a:gd name="connsiteY11" fmla="*/ 0 h 104547"/>
                <a:gd name="connsiteX12" fmla="*/ 43065 w 54647"/>
                <a:gd name="connsiteY12" fmla="*/ 51 h 104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647" h="104547">
                  <a:moveTo>
                    <a:pt x="43065" y="51"/>
                  </a:moveTo>
                  <a:cubicBezTo>
                    <a:pt x="38116" y="51"/>
                    <a:pt x="34138" y="2449"/>
                    <a:pt x="34036" y="5409"/>
                  </a:cubicBezTo>
                  <a:lnTo>
                    <a:pt x="34036" y="65167"/>
                  </a:lnTo>
                  <a:lnTo>
                    <a:pt x="1635" y="86909"/>
                  </a:lnTo>
                  <a:cubicBezTo>
                    <a:pt x="-763" y="88643"/>
                    <a:pt x="-508" y="93340"/>
                    <a:pt x="2299" y="97421"/>
                  </a:cubicBezTo>
                  <a:lnTo>
                    <a:pt x="3726" y="99516"/>
                  </a:lnTo>
                  <a:cubicBezTo>
                    <a:pt x="6532" y="103596"/>
                    <a:pt x="10769" y="105586"/>
                    <a:pt x="13268" y="104005"/>
                  </a:cubicBezTo>
                  <a:lnTo>
                    <a:pt x="53067" y="76956"/>
                  </a:lnTo>
                  <a:cubicBezTo>
                    <a:pt x="54038" y="76241"/>
                    <a:pt x="54545" y="75018"/>
                    <a:pt x="54647" y="73588"/>
                  </a:cubicBezTo>
                  <a:lnTo>
                    <a:pt x="54647" y="5358"/>
                  </a:lnTo>
                  <a:cubicBezTo>
                    <a:pt x="54545" y="2398"/>
                    <a:pt x="50568" y="51"/>
                    <a:pt x="45619" y="0"/>
                  </a:cubicBezTo>
                  <a:lnTo>
                    <a:pt x="42962" y="0"/>
                  </a:lnTo>
                  <a:lnTo>
                    <a:pt x="43065" y="51"/>
                  </a:lnTo>
                  <a:close/>
                </a:path>
              </a:pathLst>
            </a:custGeom>
            <a:solidFill>
              <a:srgbClr val="007B85"/>
            </a:solidFill>
            <a:ln w="3646" cap="flat">
              <a:noFill/>
              <a:prstDash val="solid"/>
              <a:miter/>
            </a:ln>
          </p:spPr>
          <p:txBody>
            <a:bodyPr rtlCol="0" anchor="ctr"/>
            <a:lstStyle/>
            <a:p>
              <a:endParaRPr lang="en-GR"/>
            </a:p>
          </p:txBody>
        </p:sp>
        <p:sp>
          <p:nvSpPr>
            <p:cNvPr id="232" name="Freeform 190">
              <a:extLst>
                <a:ext uri="{FF2B5EF4-FFF2-40B4-BE49-F238E27FC236}">
                  <a16:creationId xmlns:a16="http://schemas.microsoft.com/office/drawing/2014/main" id="{2E9532EC-1332-1145-2530-45751073316A}"/>
                </a:ext>
              </a:extLst>
            </p:cNvPr>
            <p:cNvSpPr/>
            <p:nvPr/>
          </p:nvSpPr>
          <p:spPr>
            <a:xfrm>
              <a:off x="5528878" y="1963539"/>
              <a:ext cx="79331" cy="79342"/>
            </a:xfrm>
            <a:custGeom>
              <a:avLst/>
              <a:gdLst>
                <a:gd name="connsiteX0" fmla="*/ 0 w 89600"/>
                <a:gd name="connsiteY0" fmla="*/ 44805 h 89613"/>
                <a:gd name="connsiteX1" fmla="*/ 44798 w 89600"/>
                <a:gd name="connsiteY1" fmla="*/ 0 h 89613"/>
                <a:gd name="connsiteX2" fmla="*/ 89600 w 89600"/>
                <a:gd name="connsiteY2" fmla="*/ 44805 h 89613"/>
                <a:gd name="connsiteX3" fmla="*/ 44798 w 89600"/>
                <a:gd name="connsiteY3" fmla="*/ 89614 h 89613"/>
                <a:gd name="connsiteX4" fmla="*/ 0 w 89600"/>
                <a:gd name="connsiteY4" fmla="*/ 44805 h 89613"/>
                <a:gd name="connsiteX5" fmla="*/ 48473 w 89600"/>
                <a:gd name="connsiteY5" fmla="*/ 49911 h 89613"/>
                <a:gd name="connsiteX6" fmla="*/ 48473 w 89600"/>
                <a:gd name="connsiteY6" fmla="*/ 39703 h 89613"/>
                <a:gd name="connsiteX7" fmla="*/ 32300 w 89600"/>
                <a:gd name="connsiteY7" fmla="*/ 39703 h 89613"/>
                <a:gd name="connsiteX8" fmla="*/ 45769 w 89600"/>
                <a:gd name="connsiteY8" fmla="*/ 27198 h 89613"/>
                <a:gd name="connsiteX9" fmla="*/ 57045 w 89600"/>
                <a:gd name="connsiteY9" fmla="*/ 34702 h 89613"/>
                <a:gd name="connsiteX10" fmla="*/ 68986 w 89600"/>
                <a:gd name="connsiteY10" fmla="*/ 34702 h 89613"/>
                <a:gd name="connsiteX11" fmla="*/ 46382 w 89600"/>
                <a:gd name="connsiteY11" fmla="*/ 17453 h 89613"/>
                <a:gd name="connsiteX12" fmla="*/ 20461 w 89600"/>
                <a:gd name="connsiteY12" fmla="*/ 39703 h 89613"/>
                <a:gd name="connsiteX13" fmla="*/ 12451 w 89600"/>
                <a:gd name="connsiteY13" fmla="*/ 39703 h 89613"/>
                <a:gd name="connsiteX14" fmla="*/ 12451 w 89600"/>
                <a:gd name="connsiteY14" fmla="*/ 49911 h 89613"/>
                <a:gd name="connsiteX15" fmla="*/ 20461 w 89600"/>
                <a:gd name="connsiteY15" fmla="*/ 49911 h 89613"/>
                <a:gd name="connsiteX16" fmla="*/ 45718 w 89600"/>
                <a:gd name="connsiteY16" fmla="*/ 72160 h 89613"/>
                <a:gd name="connsiteX17" fmla="*/ 68935 w 89600"/>
                <a:gd name="connsiteY17" fmla="*/ 55167 h 89613"/>
                <a:gd name="connsiteX18" fmla="*/ 56994 w 89600"/>
                <a:gd name="connsiteY18" fmla="*/ 55167 h 89613"/>
                <a:gd name="connsiteX19" fmla="*/ 45667 w 89600"/>
                <a:gd name="connsiteY19" fmla="*/ 62412 h 89613"/>
                <a:gd name="connsiteX20" fmla="*/ 32351 w 89600"/>
                <a:gd name="connsiteY20" fmla="*/ 49911 h 89613"/>
                <a:gd name="connsiteX21" fmla="*/ 48473 w 89600"/>
                <a:gd name="connsiteY21" fmla="*/ 49911 h 89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9600" h="89613">
                  <a:moveTo>
                    <a:pt x="0" y="44805"/>
                  </a:moveTo>
                  <a:cubicBezTo>
                    <a:pt x="0" y="20056"/>
                    <a:pt x="20053" y="0"/>
                    <a:pt x="44798" y="0"/>
                  </a:cubicBezTo>
                  <a:cubicBezTo>
                    <a:pt x="69548" y="0"/>
                    <a:pt x="89600" y="20056"/>
                    <a:pt x="89600" y="44805"/>
                  </a:cubicBezTo>
                  <a:cubicBezTo>
                    <a:pt x="89600" y="69558"/>
                    <a:pt x="69548" y="89614"/>
                    <a:pt x="44798" y="89614"/>
                  </a:cubicBezTo>
                  <a:cubicBezTo>
                    <a:pt x="20053" y="89614"/>
                    <a:pt x="0" y="69558"/>
                    <a:pt x="0" y="44805"/>
                  </a:cubicBezTo>
                  <a:close/>
                  <a:moveTo>
                    <a:pt x="48473" y="49911"/>
                  </a:moveTo>
                  <a:lnTo>
                    <a:pt x="48473" y="39703"/>
                  </a:lnTo>
                  <a:lnTo>
                    <a:pt x="32300" y="39703"/>
                  </a:lnTo>
                  <a:cubicBezTo>
                    <a:pt x="33778" y="32151"/>
                    <a:pt x="38576" y="27198"/>
                    <a:pt x="45769" y="27198"/>
                  </a:cubicBezTo>
                  <a:cubicBezTo>
                    <a:pt x="51228" y="27198"/>
                    <a:pt x="55159" y="30107"/>
                    <a:pt x="57045" y="34702"/>
                  </a:cubicBezTo>
                  <a:lnTo>
                    <a:pt x="68986" y="34702"/>
                  </a:lnTo>
                  <a:cubicBezTo>
                    <a:pt x="66741" y="24392"/>
                    <a:pt x="58220" y="17453"/>
                    <a:pt x="46382" y="17453"/>
                  </a:cubicBezTo>
                  <a:cubicBezTo>
                    <a:pt x="31891" y="17453"/>
                    <a:pt x="22348" y="26129"/>
                    <a:pt x="20461" y="39703"/>
                  </a:cubicBezTo>
                  <a:lnTo>
                    <a:pt x="12451" y="39703"/>
                  </a:lnTo>
                  <a:lnTo>
                    <a:pt x="12451" y="49911"/>
                  </a:lnTo>
                  <a:lnTo>
                    <a:pt x="20461" y="49911"/>
                  </a:lnTo>
                  <a:cubicBezTo>
                    <a:pt x="22297" y="63485"/>
                    <a:pt x="31482" y="72160"/>
                    <a:pt x="45718" y="72160"/>
                  </a:cubicBezTo>
                  <a:cubicBezTo>
                    <a:pt x="57863" y="72160"/>
                    <a:pt x="66588" y="65372"/>
                    <a:pt x="68935" y="55167"/>
                  </a:cubicBezTo>
                  <a:lnTo>
                    <a:pt x="56994" y="55167"/>
                  </a:lnTo>
                  <a:cubicBezTo>
                    <a:pt x="55056" y="59605"/>
                    <a:pt x="51177" y="62412"/>
                    <a:pt x="45667" y="62412"/>
                  </a:cubicBezTo>
                  <a:cubicBezTo>
                    <a:pt x="38525" y="62412"/>
                    <a:pt x="33778" y="57412"/>
                    <a:pt x="32351" y="49911"/>
                  </a:cubicBezTo>
                  <a:lnTo>
                    <a:pt x="48473" y="49911"/>
                  </a:lnTo>
                  <a:close/>
                </a:path>
              </a:pathLst>
            </a:custGeom>
            <a:solidFill>
              <a:srgbClr val="007B85"/>
            </a:solidFill>
            <a:ln w="3646" cap="flat">
              <a:noFill/>
              <a:prstDash val="solid"/>
              <a:miter/>
            </a:ln>
          </p:spPr>
          <p:txBody>
            <a:bodyPr rtlCol="0" anchor="ctr"/>
            <a:lstStyle/>
            <a:p>
              <a:endParaRPr lang="en-GR"/>
            </a:p>
          </p:txBody>
        </p:sp>
      </p:grpSp>
      <p:grpSp>
        <p:nvGrpSpPr>
          <p:cNvPr id="233" name="Group 232">
            <a:extLst>
              <a:ext uri="{FF2B5EF4-FFF2-40B4-BE49-F238E27FC236}">
                <a16:creationId xmlns:a16="http://schemas.microsoft.com/office/drawing/2014/main" id="{F40FBC0B-7D14-592B-F885-B45B73A4C83E}"/>
              </a:ext>
            </a:extLst>
          </p:cNvPr>
          <p:cNvGrpSpPr/>
          <p:nvPr/>
        </p:nvGrpSpPr>
        <p:grpSpPr>
          <a:xfrm>
            <a:off x="6926374" y="1861918"/>
            <a:ext cx="155661" cy="180964"/>
            <a:chOff x="5774216" y="1861918"/>
            <a:chExt cx="155661" cy="180964"/>
          </a:xfrm>
        </p:grpSpPr>
        <p:sp>
          <p:nvSpPr>
            <p:cNvPr id="234" name="Freeform 191">
              <a:extLst>
                <a:ext uri="{FF2B5EF4-FFF2-40B4-BE49-F238E27FC236}">
                  <a16:creationId xmlns:a16="http://schemas.microsoft.com/office/drawing/2014/main" id="{F420C6A7-E745-52C3-98A8-E0FDB4BF9F6A}"/>
                </a:ext>
              </a:extLst>
            </p:cNvPr>
            <p:cNvSpPr/>
            <p:nvPr/>
          </p:nvSpPr>
          <p:spPr>
            <a:xfrm>
              <a:off x="5823269" y="1861918"/>
              <a:ext cx="57431" cy="27532"/>
            </a:xfrm>
            <a:custGeom>
              <a:avLst/>
              <a:gdLst>
                <a:gd name="connsiteX0" fmla="*/ 55877 w 64865"/>
                <a:gd name="connsiteY0" fmla="*/ 31096 h 31096"/>
                <a:gd name="connsiteX1" fmla="*/ 8988 w 64865"/>
                <a:gd name="connsiteY1" fmla="*/ 31096 h 31096"/>
                <a:gd name="connsiteX2" fmla="*/ 0 w 64865"/>
                <a:gd name="connsiteY2" fmla="*/ 15548 h 31096"/>
                <a:gd name="connsiteX3" fmla="*/ 8988 w 64865"/>
                <a:gd name="connsiteY3" fmla="*/ 0 h 31096"/>
                <a:gd name="connsiteX4" fmla="*/ 55877 w 64865"/>
                <a:gd name="connsiteY4" fmla="*/ 0 h 31096"/>
                <a:gd name="connsiteX5" fmla="*/ 64865 w 64865"/>
                <a:gd name="connsiteY5" fmla="*/ 15548 h 31096"/>
                <a:gd name="connsiteX6" fmla="*/ 55877 w 64865"/>
                <a:gd name="connsiteY6" fmla="*/ 31096 h 3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865" h="31096">
                  <a:moveTo>
                    <a:pt x="55877" y="31096"/>
                  </a:moveTo>
                  <a:lnTo>
                    <a:pt x="8988" y="31096"/>
                  </a:lnTo>
                  <a:cubicBezTo>
                    <a:pt x="4029" y="31096"/>
                    <a:pt x="0" y="24122"/>
                    <a:pt x="0" y="15548"/>
                  </a:cubicBezTo>
                  <a:cubicBezTo>
                    <a:pt x="0" y="6975"/>
                    <a:pt x="4029" y="0"/>
                    <a:pt x="8988" y="0"/>
                  </a:cubicBezTo>
                  <a:lnTo>
                    <a:pt x="55877" y="0"/>
                  </a:lnTo>
                  <a:cubicBezTo>
                    <a:pt x="60837" y="0"/>
                    <a:pt x="64865" y="6975"/>
                    <a:pt x="64865" y="15548"/>
                  </a:cubicBezTo>
                  <a:cubicBezTo>
                    <a:pt x="64865" y="24122"/>
                    <a:pt x="60837" y="31096"/>
                    <a:pt x="55877" y="31096"/>
                  </a:cubicBezTo>
                  <a:close/>
                </a:path>
              </a:pathLst>
            </a:custGeom>
            <a:solidFill>
              <a:srgbClr val="007B85"/>
            </a:solidFill>
            <a:ln w="3646" cap="flat">
              <a:noFill/>
              <a:prstDash val="solid"/>
              <a:miter/>
            </a:ln>
          </p:spPr>
          <p:txBody>
            <a:bodyPr rtlCol="0" anchor="ctr"/>
            <a:lstStyle/>
            <a:p>
              <a:endParaRPr lang="en-GR"/>
            </a:p>
          </p:txBody>
        </p:sp>
        <p:sp>
          <p:nvSpPr>
            <p:cNvPr id="235" name="Freeform 192">
              <a:extLst>
                <a:ext uri="{FF2B5EF4-FFF2-40B4-BE49-F238E27FC236}">
                  <a16:creationId xmlns:a16="http://schemas.microsoft.com/office/drawing/2014/main" id="{C810544D-7769-8522-51FB-F1697B67C61A}"/>
                </a:ext>
              </a:extLst>
            </p:cNvPr>
            <p:cNvSpPr/>
            <p:nvPr/>
          </p:nvSpPr>
          <p:spPr>
            <a:xfrm>
              <a:off x="5774216" y="1891256"/>
              <a:ext cx="29566" cy="29634"/>
            </a:xfrm>
            <a:custGeom>
              <a:avLst/>
              <a:gdLst>
                <a:gd name="connsiteX0" fmla="*/ 32266 w 33393"/>
                <a:gd name="connsiteY0" fmla="*/ 15728 h 33470"/>
                <a:gd name="connsiteX1" fmla="*/ 15691 w 33393"/>
                <a:gd name="connsiteY1" fmla="*/ 32309 h 33470"/>
                <a:gd name="connsiteX2" fmla="*/ 4174 w 33393"/>
                <a:gd name="connsiteY2" fmla="*/ 29261 h 33470"/>
                <a:gd name="connsiteX3" fmla="*/ 1127 w 33393"/>
                <a:gd name="connsiteY3" fmla="*/ 17742 h 33470"/>
                <a:gd name="connsiteX4" fmla="*/ 17702 w 33393"/>
                <a:gd name="connsiteY4" fmla="*/ 1161 h 33470"/>
                <a:gd name="connsiteX5" fmla="*/ 29219 w 33393"/>
                <a:gd name="connsiteY5" fmla="*/ 4209 h 33470"/>
                <a:gd name="connsiteX6" fmla="*/ 32266 w 33393"/>
                <a:gd name="connsiteY6" fmla="*/ 15728 h 3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393" h="33470">
                  <a:moveTo>
                    <a:pt x="32266" y="15728"/>
                  </a:moveTo>
                  <a:lnTo>
                    <a:pt x="15691" y="32309"/>
                  </a:lnTo>
                  <a:cubicBezTo>
                    <a:pt x="13367" y="34685"/>
                    <a:pt x="8203" y="33291"/>
                    <a:pt x="4174" y="29261"/>
                  </a:cubicBezTo>
                  <a:cubicBezTo>
                    <a:pt x="197" y="25232"/>
                    <a:pt x="-1197" y="20067"/>
                    <a:pt x="1127" y="17742"/>
                  </a:cubicBezTo>
                  <a:lnTo>
                    <a:pt x="17702" y="1161"/>
                  </a:lnTo>
                  <a:cubicBezTo>
                    <a:pt x="20027" y="-1215"/>
                    <a:pt x="25190" y="180"/>
                    <a:pt x="29219" y="4209"/>
                  </a:cubicBezTo>
                  <a:cubicBezTo>
                    <a:pt x="33197" y="8238"/>
                    <a:pt x="34591" y="13403"/>
                    <a:pt x="32266" y="15728"/>
                  </a:cubicBezTo>
                  <a:close/>
                </a:path>
              </a:pathLst>
            </a:custGeom>
            <a:solidFill>
              <a:srgbClr val="007B85"/>
            </a:solidFill>
            <a:ln w="3646" cap="flat">
              <a:noFill/>
              <a:prstDash val="solid"/>
              <a:miter/>
            </a:ln>
          </p:spPr>
          <p:txBody>
            <a:bodyPr rtlCol="0" anchor="ctr"/>
            <a:lstStyle/>
            <a:p>
              <a:endParaRPr lang="en-GR"/>
            </a:p>
          </p:txBody>
        </p:sp>
        <p:sp>
          <p:nvSpPr>
            <p:cNvPr id="236" name="Freeform 193">
              <a:extLst>
                <a:ext uri="{FF2B5EF4-FFF2-40B4-BE49-F238E27FC236}">
                  <a16:creationId xmlns:a16="http://schemas.microsoft.com/office/drawing/2014/main" id="{2EF3EBF7-80B3-EC88-7965-D4CA52A32FC7}"/>
                </a:ext>
              </a:extLst>
            </p:cNvPr>
            <p:cNvSpPr/>
            <p:nvPr/>
          </p:nvSpPr>
          <p:spPr>
            <a:xfrm>
              <a:off x="5779876" y="1898641"/>
              <a:ext cx="144212" cy="144241"/>
            </a:xfrm>
            <a:custGeom>
              <a:avLst/>
              <a:gdLst>
                <a:gd name="connsiteX0" fmla="*/ 0 w 162880"/>
                <a:gd name="connsiteY0" fmla="*/ 81457 h 162913"/>
                <a:gd name="connsiteX1" fmla="*/ 81440 w 162880"/>
                <a:gd name="connsiteY1" fmla="*/ 0 h 162913"/>
                <a:gd name="connsiteX2" fmla="*/ 162881 w 162880"/>
                <a:gd name="connsiteY2" fmla="*/ 81457 h 162913"/>
                <a:gd name="connsiteX3" fmla="*/ 81440 w 162880"/>
                <a:gd name="connsiteY3" fmla="*/ 162913 h 162913"/>
                <a:gd name="connsiteX4" fmla="*/ 0 w 162880"/>
                <a:gd name="connsiteY4" fmla="*/ 81457 h 162913"/>
                <a:gd name="connsiteX5" fmla="*/ 81440 w 162880"/>
                <a:gd name="connsiteY5" fmla="*/ 88687 h 162913"/>
                <a:gd name="connsiteX6" fmla="*/ 91823 w 162880"/>
                <a:gd name="connsiteY6" fmla="*/ 81613 h 162913"/>
                <a:gd name="connsiteX7" fmla="*/ 91823 w 162880"/>
                <a:gd name="connsiteY7" fmla="*/ 31768 h 162913"/>
                <a:gd name="connsiteX8" fmla="*/ 81440 w 162880"/>
                <a:gd name="connsiteY8" fmla="*/ 24691 h 162913"/>
                <a:gd name="connsiteX9" fmla="*/ 71062 w 162880"/>
                <a:gd name="connsiteY9" fmla="*/ 31768 h 162913"/>
                <a:gd name="connsiteX10" fmla="*/ 71062 w 162880"/>
                <a:gd name="connsiteY10" fmla="*/ 81613 h 162913"/>
                <a:gd name="connsiteX11" fmla="*/ 81440 w 162880"/>
                <a:gd name="connsiteY11" fmla="*/ 88687 h 162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2880" h="162913">
                  <a:moveTo>
                    <a:pt x="0" y="81457"/>
                  </a:moveTo>
                  <a:cubicBezTo>
                    <a:pt x="0" y="36469"/>
                    <a:pt x="36460" y="0"/>
                    <a:pt x="81440" y="0"/>
                  </a:cubicBezTo>
                  <a:cubicBezTo>
                    <a:pt x="126421" y="0"/>
                    <a:pt x="162881" y="36469"/>
                    <a:pt x="162881" y="81457"/>
                  </a:cubicBezTo>
                  <a:cubicBezTo>
                    <a:pt x="162881" y="126448"/>
                    <a:pt x="126421" y="162913"/>
                    <a:pt x="81440" y="162913"/>
                  </a:cubicBezTo>
                  <a:cubicBezTo>
                    <a:pt x="36460" y="162913"/>
                    <a:pt x="0" y="126448"/>
                    <a:pt x="0" y="81457"/>
                  </a:cubicBezTo>
                  <a:close/>
                  <a:moveTo>
                    <a:pt x="81440" y="88687"/>
                  </a:moveTo>
                  <a:cubicBezTo>
                    <a:pt x="87382" y="88687"/>
                    <a:pt x="91823" y="85639"/>
                    <a:pt x="91823" y="81613"/>
                  </a:cubicBezTo>
                  <a:lnTo>
                    <a:pt x="91823" y="31768"/>
                  </a:lnTo>
                  <a:cubicBezTo>
                    <a:pt x="91823" y="27738"/>
                    <a:pt x="87382" y="24691"/>
                    <a:pt x="81440" y="24691"/>
                  </a:cubicBezTo>
                  <a:cubicBezTo>
                    <a:pt x="75503" y="24691"/>
                    <a:pt x="71062" y="27738"/>
                    <a:pt x="71062" y="31768"/>
                  </a:cubicBezTo>
                  <a:lnTo>
                    <a:pt x="71062" y="81613"/>
                  </a:lnTo>
                  <a:cubicBezTo>
                    <a:pt x="71062" y="85639"/>
                    <a:pt x="75503" y="88687"/>
                    <a:pt x="81440" y="88687"/>
                  </a:cubicBezTo>
                  <a:close/>
                </a:path>
              </a:pathLst>
            </a:custGeom>
            <a:solidFill>
              <a:srgbClr val="007B85"/>
            </a:solidFill>
            <a:ln w="3646" cap="flat">
              <a:noFill/>
              <a:prstDash val="solid"/>
              <a:miter/>
            </a:ln>
          </p:spPr>
          <p:txBody>
            <a:bodyPr rtlCol="0" anchor="ctr"/>
            <a:lstStyle/>
            <a:p>
              <a:endParaRPr lang="en-GR"/>
            </a:p>
          </p:txBody>
        </p:sp>
        <p:sp>
          <p:nvSpPr>
            <p:cNvPr id="237" name="Freeform 194">
              <a:extLst>
                <a:ext uri="{FF2B5EF4-FFF2-40B4-BE49-F238E27FC236}">
                  <a16:creationId xmlns:a16="http://schemas.microsoft.com/office/drawing/2014/main" id="{1328FF88-618A-D630-4ACA-C64B06E4ADCF}"/>
                </a:ext>
              </a:extLst>
            </p:cNvPr>
            <p:cNvSpPr/>
            <p:nvPr/>
          </p:nvSpPr>
          <p:spPr>
            <a:xfrm>
              <a:off x="5900247" y="1891286"/>
              <a:ext cx="29630" cy="29573"/>
            </a:xfrm>
            <a:custGeom>
              <a:avLst/>
              <a:gdLst>
                <a:gd name="connsiteX0" fmla="*/ 32304 w 33465"/>
                <a:gd name="connsiteY0" fmla="*/ 17709 h 33401"/>
                <a:gd name="connsiteX1" fmla="*/ 15725 w 33465"/>
                <a:gd name="connsiteY1" fmla="*/ 1127 h 33401"/>
                <a:gd name="connsiteX2" fmla="*/ 4208 w 33465"/>
                <a:gd name="connsiteY2" fmla="*/ 4175 h 33401"/>
                <a:gd name="connsiteX3" fmla="*/ 1161 w 33465"/>
                <a:gd name="connsiteY3" fmla="*/ 15694 h 33401"/>
                <a:gd name="connsiteX4" fmla="*/ 17740 w 33465"/>
                <a:gd name="connsiteY4" fmla="*/ 32275 h 33401"/>
                <a:gd name="connsiteX5" fmla="*/ 29257 w 33465"/>
                <a:gd name="connsiteY5" fmla="*/ 29227 h 33401"/>
                <a:gd name="connsiteX6" fmla="*/ 32304 w 33465"/>
                <a:gd name="connsiteY6" fmla="*/ 17709 h 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465" h="33401">
                  <a:moveTo>
                    <a:pt x="32304" y="17709"/>
                  </a:moveTo>
                  <a:lnTo>
                    <a:pt x="15725" y="1127"/>
                  </a:lnTo>
                  <a:cubicBezTo>
                    <a:pt x="13401" y="-1197"/>
                    <a:pt x="8237" y="197"/>
                    <a:pt x="4208" y="4175"/>
                  </a:cubicBezTo>
                  <a:cubicBezTo>
                    <a:pt x="180" y="8204"/>
                    <a:pt x="-1215" y="13369"/>
                    <a:pt x="1161" y="15694"/>
                  </a:cubicBezTo>
                  <a:lnTo>
                    <a:pt x="17740" y="32275"/>
                  </a:lnTo>
                  <a:cubicBezTo>
                    <a:pt x="20064" y="34600"/>
                    <a:pt x="25228" y="33202"/>
                    <a:pt x="29257" y="29227"/>
                  </a:cubicBezTo>
                  <a:cubicBezTo>
                    <a:pt x="33285" y="25198"/>
                    <a:pt x="34680" y="20033"/>
                    <a:pt x="32304" y="17709"/>
                  </a:cubicBezTo>
                  <a:close/>
                </a:path>
              </a:pathLst>
            </a:custGeom>
            <a:solidFill>
              <a:srgbClr val="007B85"/>
            </a:solidFill>
            <a:ln w="3646" cap="flat">
              <a:noFill/>
              <a:prstDash val="solid"/>
              <a:miter/>
            </a:ln>
          </p:spPr>
          <p:txBody>
            <a:bodyPr rtlCol="0" anchor="ctr"/>
            <a:lstStyle/>
            <a:p>
              <a:endParaRPr lang="en-GR"/>
            </a:p>
          </p:txBody>
        </p:sp>
      </p:grpSp>
      <p:grpSp>
        <p:nvGrpSpPr>
          <p:cNvPr id="238" name="Group 237">
            <a:extLst>
              <a:ext uri="{FF2B5EF4-FFF2-40B4-BE49-F238E27FC236}">
                <a16:creationId xmlns:a16="http://schemas.microsoft.com/office/drawing/2014/main" id="{6BFCD220-1AD9-4BF4-4E26-CEF4DDC18831}"/>
              </a:ext>
            </a:extLst>
          </p:cNvPr>
          <p:cNvGrpSpPr/>
          <p:nvPr/>
        </p:nvGrpSpPr>
        <p:grpSpPr>
          <a:xfrm>
            <a:off x="7239780" y="1865151"/>
            <a:ext cx="193860" cy="176983"/>
            <a:chOff x="6087624" y="1865149"/>
            <a:chExt cx="193860" cy="176983"/>
          </a:xfrm>
        </p:grpSpPr>
        <p:sp>
          <p:nvSpPr>
            <p:cNvPr id="239" name="Freeform 195">
              <a:extLst>
                <a:ext uri="{FF2B5EF4-FFF2-40B4-BE49-F238E27FC236}">
                  <a16:creationId xmlns:a16="http://schemas.microsoft.com/office/drawing/2014/main" id="{ED09F278-3A78-4758-83DD-1250E766D88B}"/>
                </a:ext>
              </a:extLst>
            </p:cNvPr>
            <p:cNvSpPr/>
            <p:nvPr/>
          </p:nvSpPr>
          <p:spPr>
            <a:xfrm>
              <a:off x="6127204" y="1924438"/>
              <a:ext cx="29925" cy="17269"/>
            </a:xfrm>
            <a:custGeom>
              <a:avLst/>
              <a:gdLst>
                <a:gd name="connsiteX0" fmla="*/ 16900 w 33799"/>
                <a:gd name="connsiteY0" fmla="*/ 0 h 19504"/>
                <a:gd name="connsiteX1" fmla="*/ 0 w 33799"/>
                <a:gd name="connsiteY1" fmla="*/ 9752 h 19504"/>
                <a:gd name="connsiteX2" fmla="*/ 16900 w 33799"/>
                <a:gd name="connsiteY2" fmla="*/ 19505 h 19504"/>
                <a:gd name="connsiteX3" fmla="*/ 33800 w 33799"/>
                <a:gd name="connsiteY3" fmla="*/ 9752 h 19504"/>
                <a:gd name="connsiteX4" fmla="*/ 16900 w 33799"/>
                <a:gd name="connsiteY4" fmla="*/ 0 h 19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99" h="19504">
                  <a:moveTo>
                    <a:pt x="16900" y="0"/>
                  </a:moveTo>
                  <a:cubicBezTo>
                    <a:pt x="7547" y="0"/>
                    <a:pt x="0" y="4402"/>
                    <a:pt x="0" y="9752"/>
                  </a:cubicBezTo>
                  <a:cubicBezTo>
                    <a:pt x="0" y="15103"/>
                    <a:pt x="7547" y="19505"/>
                    <a:pt x="16900" y="19505"/>
                  </a:cubicBezTo>
                  <a:cubicBezTo>
                    <a:pt x="26249" y="19505"/>
                    <a:pt x="33800" y="15103"/>
                    <a:pt x="33800" y="9752"/>
                  </a:cubicBezTo>
                  <a:cubicBezTo>
                    <a:pt x="33800" y="4402"/>
                    <a:pt x="26249" y="0"/>
                    <a:pt x="16900" y="0"/>
                  </a:cubicBezTo>
                  <a:close/>
                </a:path>
              </a:pathLst>
            </a:custGeom>
            <a:solidFill>
              <a:srgbClr val="007B85"/>
            </a:solidFill>
            <a:ln w="3646" cap="flat">
              <a:noFill/>
              <a:prstDash val="solid"/>
              <a:miter/>
            </a:ln>
          </p:spPr>
          <p:txBody>
            <a:bodyPr rtlCol="0" anchor="ctr"/>
            <a:lstStyle/>
            <a:p>
              <a:endParaRPr lang="en-GR"/>
            </a:p>
          </p:txBody>
        </p:sp>
        <p:sp>
          <p:nvSpPr>
            <p:cNvPr id="240" name="Freeform 196">
              <a:extLst>
                <a:ext uri="{FF2B5EF4-FFF2-40B4-BE49-F238E27FC236}">
                  <a16:creationId xmlns:a16="http://schemas.microsoft.com/office/drawing/2014/main" id="{F6C2BE5C-FEFF-2DBE-FE28-98E4491E38F5}"/>
                </a:ext>
              </a:extLst>
            </p:cNvPr>
            <p:cNvSpPr/>
            <p:nvPr/>
          </p:nvSpPr>
          <p:spPr>
            <a:xfrm>
              <a:off x="6169569" y="1924483"/>
              <a:ext cx="29925" cy="17269"/>
            </a:xfrm>
            <a:custGeom>
              <a:avLst/>
              <a:gdLst>
                <a:gd name="connsiteX0" fmla="*/ 33800 w 33799"/>
                <a:gd name="connsiteY0" fmla="*/ 9752 h 19504"/>
                <a:gd name="connsiteX1" fmla="*/ 16900 w 33799"/>
                <a:gd name="connsiteY1" fmla="*/ 19505 h 19504"/>
                <a:gd name="connsiteX2" fmla="*/ 0 w 33799"/>
                <a:gd name="connsiteY2" fmla="*/ 9752 h 19504"/>
                <a:gd name="connsiteX3" fmla="*/ 16900 w 33799"/>
                <a:gd name="connsiteY3" fmla="*/ 0 h 19504"/>
                <a:gd name="connsiteX4" fmla="*/ 33800 w 33799"/>
                <a:gd name="connsiteY4" fmla="*/ 9752 h 19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99" h="19504">
                  <a:moveTo>
                    <a:pt x="33800" y="9752"/>
                  </a:moveTo>
                  <a:cubicBezTo>
                    <a:pt x="33800" y="15103"/>
                    <a:pt x="26249" y="19505"/>
                    <a:pt x="16900" y="19505"/>
                  </a:cubicBezTo>
                  <a:cubicBezTo>
                    <a:pt x="7550" y="19505"/>
                    <a:pt x="0" y="15103"/>
                    <a:pt x="0" y="9752"/>
                  </a:cubicBezTo>
                  <a:cubicBezTo>
                    <a:pt x="0" y="4402"/>
                    <a:pt x="7550" y="0"/>
                    <a:pt x="16900" y="0"/>
                  </a:cubicBezTo>
                  <a:cubicBezTo>
                    <a:pt x="26249" y="0"/>
                    <a:pt x="33800" y="4402"/>
                    <a:pt x="33800" y="9752"/>
                  </a:cubicBezTo>
                  <a:close/>
                </a:path>
              </a:pathLst>
            </a:custGeom>
            <a:solidFill>
              <a:srgbClr val="007B85"/>
            </a:solidFill>
            <a:ln w="3646" cap="flat">
              <a:noFill/>
              <a:prstDash val="solid"/>
              <a:miter/>
            </a:ln>
          </p:spPr>
          <p:txBody>
            <a:bodyPr rtlCol="0" anchor="ctr"/>
            <a:lstStyle/>
            <a:p>
              <a:endParaRPr lang="en-GR"/>
            </a:p>
          </p:txBody>
        </p:sp>
        <p:sp>
          <p:nvSpPr>
            <p:cNvPr id="241" name="Freeform 197">
              <a:extLst>
                <a:ext uri="{FF2B5EF4-FFF2-40B4-BE49-F238E27FC236}">
                  <a16:creationId xmlns:a16="http://schemas.microsoft.com/office/drawing/2014/main" id="{BA6B24FD-3920-2910-BCD8-324C5D212999}"/>
                </a:ext>
              </a:extLst>
            </p:cNvPr>
            <p:cNvSpPr/>
            <p:nvPr/>
          </p:nvSpPr>
          <p:spPr>
            <a:xfrm>
              <a:off x="6211937" y="1924483"/>
              <a:ext cx="29925" cy="17269"/>
            </a:xfrm>
            <a:custGeom>
              <a:avLst/>
              <a:gdLst>
                <a:gd name="connsiteX0" fmla="*/ 16900 w 33799"/>
                <a:gd name="connsiteY0" fmla="*/ 19505 h 19504"/>
                <a:gd name="connsiteX1" fmla="*/ 33800 w 33799"/>
                <a:gd name="connsiteY1" fmla="*/ 9752 h 19504"/>
                <a:gd name="connsiteX2" fmla="*/ 16900 w 33799"/>
                <a:gd name="connsiteY2" fmla="*/ 0 h 19504"/>
                <a:gd name="connsiteX3" fmla="*/ 0 w 33799"/>
                <a:gd name="connsiteY3" fmla="*/ 9752 h 19504"/>
                <a:gd name="connsiteX4" fmla="*/ 16900 w 33799"/>
                <a:gd name="connsiteY4" fmla="*/ 19505 h 19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99" h="19504">
                  <a:moveTo>
                    <a:pt x="16900" y="19505"/>
                  </a:moveTo>
                  <a:cubicBezTo>
                    <a:pt x="26249" y="19505"/>
                    <a:pt x="33800" y="15103"/>
                    <a:pt x="33800" y="9752"/>
                  </a:cubicBezTo>
                  <a:cubicBezTo>
                    <a:pt x="33800" y="4402"/>
                    <a:pt x="26249" y="0"/>
                    <a:pt x="16900" y="0"/>
                  </a:cubicBezTo>
                  <a:cubicBezTo>
                    <a:pt x="7550" y="0"/>
                    <a:pt x="0" y="4402"/>
                    <a:pt x="0" y="9752"/>
                  </a:cubicBezTo>
                  <a:cubicBezTo>
                    <a:pt x="0" y="15103"/>
                    <a:pt x="7550" y="19505"/>
                    <a:pt x="16900" y="19505"/>
                  </a:cubicBezTo>
                  <a:close/>
                </a:path>
              </a:pathLst>
            </a:custGeom>
            <a:solidFill>
              <a:srgbClr val="007B85"/>
            </a:solidFill>
            <a:ln w="3646" cap="flat">
              <a:noFill/>
              <a:prstDash val="solid"/>
              <a:miter/>
            </a:ln>
          </p:spPr>
          <p:txBody>
            <a:bodyPr rtlCol="0" anchor="ctr"/>
            <a:lstStyle/>
            <a:p>
              <a:endParaRPr lang="en-GR"/>
            </a:p>
          </p:txBody>
        </p:sp>
        <p:sp>
          <p:nvSpPr>
            <p:cNvPr id="242" name="Freeform 198">
              <a:extLst>
                <a:ext uri="{FF2B5EF4-FFF2-40B4-BE49-F238E27FC236}">
                  <a16:creationId xmlns:a16="http://schemas.microsoft.com/office/drawing/2014/main" id="{9829798D-D527-B53C-2518-614E1B124690}"/>
                </a:ext>
              </a:extLst>
            </p:cNvPr>
            <p:cNvSpPr/>
            <p:nvPr/>
          </p:nvSpPr>
          <p:spPr>
            <a:xfrm>
              <a:off x="6127204" y="1953796"/>
              <a:ext cx="29925" cy="17269"/>
            </a:xfrm>
            <a:custGeom>
              <a:avLst/>
              <a:gdLst>
                <a:gd name="connsiteX0" fmla="*/ 0 w 33799"/>
                <a:gd name="connsiteY0" fmla="*/ 9752 h 19504"/>
                <a:gd name="connsiteX1" fmla="*/ 16900 w 33799"/>
                <a:gd name="connsiteY1" fmla="*/ 0 h 19504"/>
                <a:gd name="connsiteX2" fmla="*/ 33800 w 33799"/>
                <a:gd name="connsiteY2" fmla="*/ 9752 h 19504"/>
                <a:gd name="connsiteX3" fmla="*/ 16900 w 33799"/>
                <a:gd name="connsiteY3" fmla="*/ 19505 h 19504"/>
                <a:gd name="connsiteX4" fmla="*/ 0 w 33799"/>
                <a:gd name="connsiteY4" fmla="*/ 9752 h 19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99" h="19504">
                  <a:moveTo>
                    <a:pt x="0" y="9752"/>
                  </a:moveTo>
                  <a:cubicBezTo>
                    <a:pt x="0" y="4402"/>
                    <a:pt x="7547" y="0"/>
                    <a:pt x="16900" y="0"/>
                  </a:cubicBezTo>
                  <a:cubicBezTo>
                    <a:pt x="26249" y="0"/>
                    <a:pt x="33800" y="4402"/>
                    <a:pt x="33800" y="9752"/>
                  </a:cubicBezTo>
                  <a:cubicBezTo>
                    <a:pt x="33800" y="15103"/>
                    <a:pt x="26249" y="19505"/>
                    <a:pt x="16900" y="19505"/>
                  </a:cubicBezTo>
                  <a:cubicBezTo>
                    <a:pt x="7547" y="19505"/>
                    <a:pt x="0" y="15103"/>
                    <a:pt x="0" y="9752"/>
                  </a:cubicBezTo>
                  <a:close/>
                </a:path>
              </a:pathLst>
            </a:custGeom>
            <a:solidFill>
              <a:srgbClr val="007B85"/>
            </a:solidFill>
            <a:ln w="3646" cap="flat">
              <a:noFill/>
              <a:prstDash val="solid"/>
              <a:miter/>
            </a:ln>
          </p:spPr>
          <p:txBody>
            <a:bodyPr rtlCol="0" anchor="ctr"/>
            <a:lstStyle/>
            <a:p>
              <a:endParaRPr lang="en-GR"/>
            </a:p>
          </p:txBody>
        </p:sp>
        <p:sp>
          <p:nvSpPr>
            <p:cNvPr id="243" name="Freeform 199">
              <a:extLst>
                <a:ext uri="{FF2B5EF4-FFF2-40B4-BE49-F238E27FC236}">
                  <a16:creationId xmlns:a16="http://schemas.microsoft.com/office/drawing/2014/main" id="{806A82E2-53C4-7D81-9AF9-1CA843B64C8E}"/>
                </a:ext>
              </a:extLst>
            </p:cNvPr>
            <p:cNvSpPr/>
            <p:nvPr/>
          </p:nvSpPr>
          <p:spPr>
            <a:xfrm>
              <a:off x="6211937" y="1953842"/>
              <a:ext cx="29925" cy="17265"/>
            </a:xfrm>
            <a:custGeom>
              <a:avLst/>
              <a:gdLst>
                <a:gd name="connsiteX0" fmla="*/ 16900 w 33799"/>
                <a:gd name="connsiteY0" fmla="*/ 19501 h 19500"/>
                <a:gd name="connsiteX1" fmla="*/ 33800 w 33799"/>
                <a:gd name="connsiteY1" fmla="*/ 9749 h 19500"/>
                <a:gd name="connsiteX2" fmla="*/ 16900 w 33799"/>
                <a:gd name="connsiteY2" fmla="*/ 0 h 19500"/>
                <a:gd name="connsiteX3" fmla="*/ 0 w 33799"/>
                <a:gd name="connsiteY3" fmla="*/ 9749 h 19500"/>
                <a:gd name="connsiteX4" fmla="*/ 16900 w 33799"/>
                <a:gd name="connsiteY4" fmla="*/ 19501 h 19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99" h="19500">
                  <a:moveTo>
                    <a:pt x="16900" y="19501"/>
                  </a:moveTo>
                  <a:cubicBezTo>
                    <a:pt x="26249" y="19501"/>
                    <a:pt x="33800" y="15103"/>
                    <a:pt x="33800" y="9749"/>
                  </a:cubicBezTo>
                  <a:cubicBezTo>
                    <a:pt x="33800" y="4398"/>
                    <a:pt x="26249" y="0"/>
                    <a:pt x="16900" y="0"/>
                  </a:cubicBezTo>
                  <a:cubicBezTo>
                    <a:pt x="7550" y="0"/>
                    <a:pt x="0" y="4398"/>
                    <a:pt x="0" y="9749"/>
                  </a:cubicBezTo>
                  <a:cubicBezTo>
                    <a:pt x="0" y="15103"/>
                    <a:pt x="7550" y="19501"/>
                    <a:pt x="16900" y="19501"/>
                  </a:cubicBezTo>
                  <a:close/>
                </a:path>
              </a:pathLst>
            </a:custGeom>
            <a:solidFill>
              <a:srgbClr val="007B85"/>
            </a:solidFill>
            <a:ln w="3646" cap="flat">
              <a:noFill/>
              <a:prstDash val="solid"/>
              <a:miter/>
            </a:ln>
          </p:spPr>
          <p:txBody>
            <a:bodyPr rtlCol="0" anchor="ctr"/>
            <a:lstStyle/>
            <a:p>
              <a:endParaRPr lang="en-GR"/>
            </a:p>
          </p:txBody>
        </p:sp>
        <p:sp>
          <p:nvSpPr>
            <p:cNvPr id="244" name="Freeform 200">
              <a:extLst>
                <a:ext uri="{FF2B5EF4-FFF2-40B4-BE49-F238E27FC236}">
                  <a16:creationId xmlns:a16="http://schemas.microsoft.com/office/drawing/2014/main" id="{843FA660-1D22-4C04-9C40-1E1DE1CFAC02}"/>
                </a:ext>
              </a:extLst>
            </p:cNvPr>
            <p:cNvSpPr/>
            <p:nvPr/>
          </p:nvSpPr>
          <p:spPr>
            <a:xfrm>
              <a:off x="6127204" y="1983109"/>
              <a:ext cx="29925" cy="17269"/>
            </a:xfrm>
            <a:custGeom>
              <a:avLst/>
              <a:gdLst>
                <a:gd name="connsiteX0" fmla="*/ 0 w 33799"/>
                <a:gd name="connsiteY0" fmla="*/ 9752 h 19504"/>
                <a:gd name="connsiteX1" fmla="*/ 16900 w 33799"/>
                <a:gd name="connsiteY1" fmla="*/ 0 h 19504"/>
                <a:gd name="connsiteX2" fmla="*/ 33800 w 33799"/>
                <a:gd name="connsiteY2" fmla="*/ 9752 h 19504"/>
                <a:gd name="connsiteX3" fmla="*/ 16900 w 33799"/>
                <a:gd name="connsiteY3" fmla="*/ 19505 h 19504"/>
                <a:gd name="connsiteX4" fmla="*/ 0 w 33799"/>
                <a:gd name="connsiteY4" fmla="*/ 9752 h 19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99" h="19504">
                  <a:moveTo>
                    <a:pt x="0" y="9752"/>
                  </a:moveTo>
                  <a:cubicBezTo>
                    <a:pt x="0" y="4402"/>
                    <a:pt x="7547" y="0"/>
                    <a:pt x="16900" y="0"/>
                  </a:cubicBezTo>
                  <a:cubicBezTo>
                    <a:pt x="26249" y="0"/>
                    <a:pt x="33800" y="4402"/>
                    <a:pt x="33800" y="9752"/>
                  </a:cubicBezTo>
                  <a:cubicBezTo>
                    <a:pt x="33800" y="15103"/>
                    <a:pt x="26249" y="19505"/>
                    <a:pt x="16900" y="19505"/>
                  </a:cubicBezTo>
                  <a:cubicBezTo>
                    <a:pt x="7547" y="19505"/>
                    <a:pt x="0" y="15103"/>
                    <a:pt x="0" y="9752"/>
                  </a:cubicBezTo>
                  <a:close/>
                </a:path>
              </a:pathLst>
            </a:custGeom>
            <a:solidFill>
              <a:srgbClr val="007B85"/>
            </a:solidFill>
            <a:ln w="3646" cap="flat">
              <a:noFill/>
              <a:prstDash val="solid"/>
              <a:miter/>
            </a:ln>
          </p:spPr>
          <p:txBody>
            <a:bodyPr rtlCol="0" anchor="ctr"/>
            <a:lstStyle/>
            <a:p>
              <a:endParaRPr lang="en-GR"/>
            </a:p>
          </p:txBody>
        </p:sp>
        <p:sp>
          <p:nvSpPr>
            <p:cNvPr id="245" name="Freeform 201">
              <a:extLst>
                <a:ext uri="{FF2B5EF4-FFF2-40B4-BE49-F238E27FC236}">
                  <a16:creationId xmlns:a16="http://schemas.microsoft.com/office/drawing/2014/main" id="{DE6C3EF9-F6C8-F78F-C183-194F908CB765}"/>
                </a:ext>
              </a:extLst>
            </p:cNvPr>
            <p:cNvSpPr/>
            <p:nvPr/>
          </p:nvSpPr>
          <p:spPr>
            <a:xfrm>
              <a:off x="6169569" y="1983109"/>
              <a:ext cx="29925" cy="17269"/>
            </a:xfrm>
            <a:custGeom>
              <a:avLst/>
              <a:gdLst>
                <a:gd name="connsiteX0" fmla="*/ 16900 w 33799"/>
                <a:gd name="connsiteY0" fmla="*/ 0 h 19504"/>
                <a:gd name="connsiteX1" fmla="*/ 0 w 33799"/>
                <a:gd name="connsiteY1" fmla="*/ 9752 h 19504"/>
                <a:gd name="connsiteX2" fmla="*/ 16900 w 33799"/>
                <a:gd name="connsiteY2" fmla="*/ 19505 h 19504"/>
                <a:gd name="connsiteX3" fmla="*/ 33800 w 33799"/>
                <a:gd name="connsiteY3" fmla="*/ 9752 h 19504"/>
                <a:gd name="connsiteX4" fmla="*/ 16900 w 33799"/>
                <a:gd name="connsiteY4" fmla="*/ 0 h 19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99" h="19504">
                  <a:moveTo>
                    <a:pt x="16900" y="0"/>
                  </a:moveTo>
                  <a:cubicBezTo>
                    <a:pt x="7550" y="0"/>
                    <a:pt x="0" y="4402"/>
                    <a:pt x="0" y="9752"/>
                  </a:cubicBezTo>
                  <a:cubicBezTo>
                    <a:pt x="0" y="15103"/>
                    <a:pt x="7550" y="19505"/>
                    <a:pt x="16900" y="19505"/>
                  </a:cubicBezTo>
                  <a:cubicBezTo>
                    <a:pt x="26249" y="19505"/>
                    <a:pt x="33800" y="15103"/>
                    <a:pt x="33800" y="9752"/>
                  </a:cubicBezTo>
                  <a:cubicBezTo>
                    <a:pt x="33800" y="4402"/>
                    <a:pt x="26249" y="0"/>
                    <a:pt x="16900" y="0"/>
                  </a:cubicBezTo>
                  <a:close/>
                </a:path>
              </a:pathLst>
            </a:custGeom>
            <a:solidFill>
              <a:srgbClr val="007B85"/>
            </a:solidFill>
            <a:ln w="3646" cap="flat">
              <a:noFill/>
              <a:prstDash val="solid"/>
              <a:miter/>
            </a:ln>
          </p:spPr>
          <p:txBody>
            <a:bodyPr rtlCol="0" anchor="ctr"/>
            <a:lstStyle/>
            <a:p>
              <a:endParaRPr lang="en-GR"/>
            </a:p>
          </p:txBody>
        </p:sp>
        <p:sp>
          <p:nvSpPr>
            <p:cNvPr id="246" name="Freeform 202">
              <a:extLst>
                <a:ext uri="{FF2B5EF4-FFF2-40B4-BE49-F238E27FC236}">
                  <a16:creationId xmlns:a16="http://schemas.microsoft.com/office/drawing/2014/main" id="{FB9BF757-0C23-7F4E-27B5-647680FE2B2E}"/>
                </a:ext>
              </a:extLst>
            </p:cNvPr>
            <p:cNvSpPr/>
            <p:nvPr/>
          </p:nvSpPr>
          <p:spPr>
            <a:xfrm>
              <a:off x="6165983" y="1950652"/>
              <a:ext cx="37185" cy="23558"/>
            </a:xfrm>
            <a:custGeom>
              <a:avLst/>
              <a:gdLst>
                <a:gd name="connsiteX0" fmla="*/ 34000 w 41999"/>
                <a:gd name="connsiteY0" fmla="*/ 26607 h 26607"/>
                <a:gd name="connsiteX1" fmla="*/ 8452 w 41999"/>
                <a:gd name="connsiteY1" fmla="*/ 26607 h 26607"/>
                <a:gd name="connsiteX2" fmla="*/ 0 w 41999"/>
                <a:gd name="connsiteY2" fmla="*/ 21654 h 26607"/>
                <a:gd name="connsiteX3" fmla="*/ 0 w 41999"/>
                <a:gd name="connsiteY3" fmla="*/ 4949 h 26607"/>
                <a:gd name="connsiteX4" fmla="*/ 7999 w 41999"/>
                <a:gd name="connsiteY4" fmla="*/ 0 h 26607"/>
                <a:gd name="connsiteX5" fmla="*/ 33551 w 41999"/>
                <a:gd name="connsiteY5" fmla="*/ 0 h 26607"/>
                <a:gd name="connsiteX6" fmla="*/ 41999 w 41999"/>
                <a:gd name="connsiteY6" fmla="*/ 4949 h 26607"/>
                <a:gd name="connsiteX7" fmla="*/ 41999 w 41999"/>
                <a:gd name="connsiteY7" fmla="*/ 21654 h 26607"/>
                <a:gd name="connsiteX8" fmla="*/ 34000 w 41999"/>
                <a:gd name="connsiteY8" fmla="*/ 26607 h 26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999" h="26607">
                  <a:moveTo>
                    <a:pt x="34000" y="26607"/>
                  </a:moveTo>
                  <a:lnTo>
                    <a:pt x="8452" y="26607"/>
                  </a:lnTo>
                  <a:cubicBezTo>
                    <a:pt x="3799" y="26556"/>
                    <a:pt x="0" y="24355"/>
                    <a:pt x="0" y="21654"/>
                  </a:cubicBezTo>
                  <a:lnTo>
                    <a:pt x="0" y="4949"/>
                  </a:lnTo>
                  <a:cubicBezTo>
                    <a:pt x="0" y="2299"/>
                    <a:pt x="3551" y="150"/>
                    <a:pt x="7999" y="0"/>
                  </a:cubicBezTo>
                  <a:lnTo>
                    <a:pt x="33551" y="0"/>
                  </a:lnTo>
                  <a:cubicBezTo>
                    <a:pt x="38200" y="51"/>
                    <a:pt x="41999" y="2252"/>
                    <a:pt x="41999" y="4949"/>
                  </a:cubicBezTo>
                  <a:lnTo>
                    <a:pt x="41999" y="21654"/>
                  </a:lnTo>
                  <a:cubicBezTo>
                    <a:pt x="41999" y="24304"/>
                    <a:pt x="38452" y="26454"/>
                    <a:pt x="34000" y="26607"/>
                  </a:cubicBezTo>
                  <a:close/>
                </a:path>
              </a:pathLst>
            </a:custGeom>
            <a:solidFill>
              <a:srgbClr val="007B85"/>
            </a:solidFill>
            <a:ln w="3646" cap="flat">
              <a:noFill/>
              <a:prstDash val="solid"/>
              <a:miter/>
            </a:ln>
          </p:spPr>
          <p:txBody>
            <a:bodyPr rtlCol="0" anchor="ctr"/>
            <a:lstStyle/>
            <a:p>
              <a:endParaRPr lang="en-GR"/>
            </a:p>
          </p:txBody>
        </p:sp>
        <p:sp>
          <p:nvSpPr>
            <p:cNvPr id="247" name="Freeform 203">
              <a:extLst>
                <a:ext uri="{FF2B5EF4-FFF2-40B4-BE49-F238E27FC236}">
                  <a16:creationId xmlns:a16="http://schemas.microsoft.com/office/drawing/2014/main" id="{B0B224E5-4C0D-EC0E-F2F9-18EC21923690}"/>
                </a:ext>
              </a:extLst>
            </p:cNvPr>
            <p:cNvSpPr/>
            <p:nvPr/>
          </p:nvSpPr>
          <p:spPr>
            <a:xfrm>
              <a:off x="6087624" y="1865149"/>
              <a:ext cx="193860" cy="176983"/>
            </a:xfrm>
            <a:custGeom>
              <a:avLst/>
              <a:gdLst>
                <a:gd name="connsiteX0" fmla="*/ 165556 w 218955"/>
                <a:gd name="connsiteY0" fmla="*/ 20103 h 199893"/>
                <a:gd name="connsiteX1" fmla="*/ 165556 w 218955"/>
                <a:gd name="connsiteY1" fmla="*/ 7252 h 199893"/>
                <a:gd name="connsiteX2" fmla="*/ 153053 w 218955"/>
                <a:gd name="connsiteY2" fmla="*/ 0 h 199893"/>
                <a:gd name="connsiteX3" fmla="*/ 140555 w 218955"/>
                <a:gd name="connsiteY3" fmla="*/ 7252 h 199893"/>
                <a:gd name="connsiteX4" fmla="*/ 140555 w 218955"/>
                <a:gd name="connsiteY4" fmla="*/ 19954 h 199893"/>
                <a:gd name="connsiteX5" fmla="*/ 140526 w 218955"/>
                <a:gd name="connsiteY5" fmla="*/ 19954 h 199893"/>
                <a:gd name="connsiteX6" fmla="*/ 78401 w 218955"/>
                <a:gd name="connsiteY6" fmla="*/ 20005 h 199893"/>
                <a:gd name="connsiteX7" fmla="*/ 78401 w 218955"/>
                <a:gd name="connsiteY7" fmla="*/ 7252 h 199893"/>
                <a:gd name="connsiteX8" fmla="*/ 65902 w 218955"/>
                <a:gd name="connsiteY8" fmla="*/ 0 h 199893"/>
                <a:gd name="connsiteX9" fmla="*/ 53403 w 218955"/>
                <a:gd name="connsiteY9" fmla="*/ 7252 h 199893"/>
                <a:gd name="connsiteX10" fmla="*/ 53403 w 218955"/>
                <a:gd name="connsiteY10" fmla="*/ 20154 h 199893"/>
                <a:gd name="connsiteX11" fmla="*/ 0 w 218955"/>
                <a:gd name="connsiteY11" fmla="*/ 54411 h 199893"/>
                <a:gd name="connsiteX12" fmla="*/ 0 w 218955"/>
                <a:gd name="connsiteY12" fmla="*/ 165384 h 199893"/>
                <a:gd name="connsiteX13" fmla="*/ 59001 w 218955"/>
                <a:gd name="connsiteY13" fmla="*/ 199893 h 199893"/>
                <a:gd name="connsiteX14" fmla="*/ 163104 w 218955"/>
                <a:gd name="connsiteY14" fmla="*/ 199791 h 199893"/>
                <a:gd name="connsiteX15" fmla="*/ 218955 w 218955"/>
                <a:gd name="connsiteY15" fmla="*/ 165384 h 199893"/>
                <a:gd name="connsiteX16" fmla="*/ 218955 w 218955"/>
                <a:gd name="connsiteY16" fmla="*/ 54411 h 199893"/>
                <a:gd name="connsiteX17" fmla="*/ 165556 w 218955"/>
                <a:gd name="connsiteY17" fmla="*/ 20103 h 199893"/>
                <a:gd name="connsiteX18" fmla="*/ 194206 w 218955"/>
                <a:gd name="connsiteY18" fmla="*/ 173038 h 199893"/>
                <a:gd name="connsiteX19" fmla="*/ 24702 w 218955"/>
                <a:gd name="connsiteY19" fmla="*/ 173187 h 199893"/>
                <a:gd name="connsiteX20" fmla="*/ 24702 w 218955"/>
                <a:gd name="connsiteY20" fmla="*/ 46809 h 199893"/>
                <a:gd name="connsiteX21" fmla="*/ 194206 w 218955"/>
                <a:gd name="connsiteY21" fmla="*/ 46659 h 199893"/>
                <a:gd name="connsiteX22" fmla="*/ 194206 w 218955"/>
                <a:gd name="connsiteY22" fmla="*/ 173038 h 199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18955" h="199893">
                  <a:moveTo>
                    <a:pt x="165556" y="20103"/>
                  </a:moveTo>
                  <a:lnTo>
                    <a:pt x="165556" y="7252"/>
                  </a:lnTo>
                  <a:cubicBezTo>
                    <a:pt x="165556" y="3252"/>
                    <a:pt x="159954" y="0"/>
                    <a:pt x="153053" y="0"/>
                  </a:cubicBezTo>
                  <a:cubicBezTo>
                    <a:pt x="146153" y="0"/>
                    <a:pt x="140555" y="3252"/>
                    <a:pt x="140555" y="7252"/>
                  </a:cubicBezTo>
                  <a:lnTo>
                    <a:pt x="140555" y="19954"/>
                  </a:lnTo>
                  <a:lnTo>
                    <a:pt x="140526" y="19954"/>
                  </a:lnTo>
                  <a:cubicBezTo>
                    <a:pt x="122874" y="19954"/>
                    <a:pt x="96943" y="19954"/>
                    <a:pt x="78401" y="20005"/>
                  </a:cubicBezTo>
                  <a:lnTo>
                    <a:pt x="78401" y="7252"/>
                  </a:lnTo>
                  <a:cubicBezTo>
                    <a:pt x="78401" y="3252"/>
                    <a:pt x="72803" y="0"/>
                    <a:pt x="65902" y="0"/>
                  </a:cubicBezTo>
                  <a:cubicBezTo>
                    <a:pt x="59001" y="0"/>
                    <a:pt x="53403" y="3252"/>
                    <a:pt x="53403" y="7252"/>
                  </a:cubicBezTo>
                  <a:lnTo>
                    <a:pt x="53403" y="20154"/>
                  </a:lnTo>
                  <a:cubicBezTo>
                    <a:pt x="23399" y="21954"/>
                    <a:pt x="0" y="36557"/>
                    <a:pt x="0" y="54411"/>
                  </a:cubicBezTo>
                  <a:lnTo>
                    <a:pt x="0" y="165384"/>
                  </a:lnTo>
                  <a:cubicBezTo>
                    <a:pt x="0" y="184338"/>
                    <a:pt x="26351" y="199692"/>
                    <a:pt x="59001" y="199893"/>
                  </a:cubicBezTo>
                  <a:lnTo>
                    <a:pt x="163104" y="199791"/>
                  </a:lnTo>
                  <a:cubicBezTo>
                    <a:pt x="194254" y="198641"/>
                    <a:pt x="218955" y="183688"/>
                    <a:pt x="218955" y="165384"/>
                  </a:cubicBezTo>
                  <a:lnTo>
                    <a:pt x="218955" y="54411"/>
                  </a:lnTo>
                  <a:cubicBezTo>
                    <a:pt x="218955" y="36557"/>
                    <a:pt x="195556" y="21906"/>
                    <a:pt x="165556" y="20103"/>
                  </a:cubicBezTo>
                  <a:close/>
                  <a:moveTo>
                    <a:pt x="194206" y="173038"/>
                  </a:moveTo>
                  <a:lnTo>
                    <a:pt x="24702" y="173187"/>
                  </a:lnTo>
                  <a:lnTo>
                    <a:pt x="24702" y="46809"/>
                  </a:lnTo>
                  <a:lnTo>
                    <a:pt x="194206" y="46659"/>
                  </a:lnTo>
                  <a:lnTo>
                    <a:pt x="194206" y="173038"/>
                  </a:lnTo>
                  <a:close/>
                </a:path>
              </a:pathLst>
            </a:custGeom>
            <a:solidFill>
              <a:srgbClr val="007B85"/>
            </a:solidFill>
            <a:ln w="3646" cap="flat">
              <a:noFill/>
              <a:prstDash val="solid"/>
              <a:miter/>
            </a:ln>
          </p:spPr>
          <p:txBody>
            <a:bodyPr rtlCol="0" anchor="ctr"/>
            <a:lstStyle/>
            <a:p>
              <a:endParaRPr lang="en-GR"/>
            </a:p>
          </p:txBody>
        </p:sp>
      </p:grpSp>
      <p:sp>
        <p:nvSpPr>
          <p:cNvPr id="248" name="Freeform 204">
            <a:extLst>
              <a:ext uri="{FF2B5EF4-FFF2-40B4-BE49-F238E27FC236}">
                <a16:creationId xmlns:a16="http://schemas.microsoft.com/office/drawing/2014/main" id="{7A5C791D-84FC-9576-0B85-CAADCDAF5C3A}"/>
              </a:ext>
            </a:extLst>
          </p:cNvPr>
          <p:cNvSpPr/>
          <p:nvPr/>
        </p:nvSpPr>
        <p:spPr>
          <a:xfrm>
            <a:off x="7575808" y="1868323"/>
            <a:ext cx="187639" cy="168726"/>
          </a:xfrm>
          <a:custGeom>
            <a:avLst/>
            <a:gdLst>
              <a:gd name="connsiteX0" fmla="*/ 205574 w 211928"/>
              <a:gd name="connsiteY0" fmla="*/ 73076 h 190567"/>
              <a:gd name="connsiteX1" fmla="*/ 173504 w 211928"/>
              <a:gd name="connsiteY1" fmla="*/ 73076 h 190567"/>
              <a:gd name="connsiteX2" fmla="*/ 132654 w 211928"/>
              <a:gd name="connsiteY2" fmla="*/ 2055 h 190567"/>
              <a:gd name="connsiteX3" fmla="*/ 114295 w 211928"/>
              <a:gd name="connsiteY3" fmla="*/ 12584 h 190567"/>
              <a:gd name="connsiteX4" fmla="*/ 148583 w 211928"/>
              <a:gd name="connsiteY4" fmla="*/ 73025 h 190567"/>
              <a:gd name="connsiteX5" fmla="*/ 63340 w 211928"/>
              <a:gd name="connsiteY5" fmla="*/ 73025 h 190567"/>
              <a:gd name="connsiteX6" fmla="*/ 97786 w 211928"/>
              <a:gd name="connsiteY6" fmla="*/ 12584 h 190567"/>
              <a:gd name="connsiteX7" fmla="*/ 79422 w 211928"/>
              <a:gd name="connsiteY7" fmla="*/ 2055 h 190567"/>
              <a:gd name="connsiteX8" fmla="*/ 38573 w 211928"/>
              <a:gd name="connsiteY8" fmla="*/ 73076 h 190567"/>
              <a:gd name="connsiteX9" fmla="*/ 6138 w 211928"/>
              <a:gd name="connsiteY9" fmla="*/ 73076 h 190567"/>
              <a:gd name="connsiteX10" fmla="*/ 0 w 211928"/>
              <a:gd name="connsiteY10" fmla="*/ 86413 h 190567"/>
              <a:gd name="connsiteX11" fmla="*/ 6138 w 211928"/>
              <a:gd name="connsiteY11" fmla="*/ 96840 h 190567"/>
              <a:gd name="connsiteX12" fmla="*/ 12065 w 211928"/>
              <a:gd name="connsiteY12" fmla="*/ 96840 h 190567"/>
              <a:gd name="connsiteX13" fmla="*/ 31059 w 211928"/>
              <a:gd name="connsiteY13" fmla="*/ 172786 h 190567"/>
              <a:gd name="connsiteX14" fmla="*/ 53867 w 211928"/>
              <a:gd name="connsiteY14" fmla="*/ 190567 h 190567"/>
              <a:gd name="connsiteX15" fmla="*/ 158053 w 211928"/>
              <a:gd name="connsiteY15" fmla="*/ 190567 h 190567"/>
              <a:gd name="connsiteX16" fmla="*/ 180861 w 211928"/>
              <a:gd name="connsiteY16" fmla="*/ 172786 h 190567"/>
              <a:gd name="connsiteX17" fmla="*/ 199855 w 211928"/>
              <a:gd name="connsiteY17" fmla="*/ 96840 h 190567"/>
              <a:gd name="connsiteX18" fmla="*/ 205519 w 211928"/>
              <a:gd name="connsiteY18" fmla="*/ 96840 h 190567"/>
              <a:gd name="connsiteX19" fmla="*/ 205519 w 211928"/>
              <a:gd name="connsiteY19" fmla="*/ 73076 h 190567"/>
              <a:gd name="connsiteX20" fmla="*/ 205574 w 211928"/>
              <a:gd name="connsiteY20" fmla="*/ 73076 h 190567"/>
              <a:gd name="connsiteX21" fmla="*/ 72069 w 211928"/>
              <a:gd name="connsiteY21" fmla="*/ 151722 h 190567"/>
              <a:gd name="connsiteX22" fmla="*/ 57782 w 211928"/>
              <a:gd name="connsiteY22" fmla="*/ 151722 h 190567"/>
              <a:gd name="connsiteX23" fmla="*/ 57782 w 211928"/>
              <a:gd name="connsiteY23" fmla="*/ 112133 h 190567"/>
              <a:gd name="connsiteX24" fmla="*/ 72014 w 211928"/>
              <a:gd name="connsiteY24" fmla="*/ 112133 h 190567"/>
              <a:gd name="connsiteX25" fmla="*/ 72014 w 211928"/>
              <a:gd name="connsiteY25" fmla="*/ 151722 h 190567"/>
              <a:gd name="connsiteX26" fmla="*/ 72069 w 211928"/>
              <a:gd name="connsiteY26" fmla="*/ 151722 h 190567"/>
              <a:gd name="connsiteX27" fmla="*/ 113025 w 211928"/>
              <a:gd name="connsiteY27" fmla="*/ 151722 h 190567"/>
              <a:gd name="connsiteX28" fmla="*/ 98738 w 211928"/>
              <a:gd name="connsiteY28" fmla="*/ 151722 h 190567"/>
              <a:gd name="connsiteX29" fmla="*/ 98738 w 211928"/>
              <a:gd name="connsiteY29" fmla="*/ 112133 h 190567"/>
              <a:gd name="connsiteX30" fmla="*/ 112974 w 211928"/>
              <a:gd name="connsiteY30" fmla="*/ 112133 h 190567"/>
              <a:gd name="connsiteX31" fmla="*/ 112974 w 211928"/>
              <a:gd name="connsiteY31" fmla="*/ 151722 h 190567"/>
              <a:gd name="connsiteX32" fmla="*/ 113025 w 211928"/>
              <a:gd name="connsiteY32" fmla="*/ 151722 h 190567"/>
              <a:gd name="connsiteX33" fmla="*/ 155356 w 211928"/>
              <a:gd name="connsiteY33" fmla="*/ 151722 h 190567"/>
              <a:gd name="connsiteX34" fmla="*/ 141069 w 211928"/>
              <a:gd name="connsiteY34" fmla="*/ 151722 h 190567"/>
              <a:gd name="connsiteX35" fmla="*/ 141069 w 211928"/>
              <a:gd name="connsiteY35" fmla="*/ 112133 h 190567"/>
              <a:gd name="connsiteX36" fmla="*/ 155305 w 211928"/>
              <a:gd name="connsiteY36" fmla="*/ 112133 h 190567"/>
              <a:gd name="connsiteX37" fmla="*/ 155305 w 211928"/>
              <a:gd name="connsiteY37" fmla="*/ 151722 h 190567"/>
              <a:gd name="connsiteX38" fmla="*/ 155356 w 211928"/>
              <a:gd name="connsiteY38" fmla="*/ 151722 h 190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11928" h="190567">
                <a:moveTo>
                  <a:pt x="205574" y="73076"/>
                </a:moveTo>
                <a:lnTo>
                  <a:pt x="173504" y="73076"/>
                </a:lnTo>
                <a:lnTo>
                  <a:pt x="132654" y="2055"/>
                </a:lnTo>
                <a:cubicBezTo>
                  <a:pt x="128698" y="-4413"/>
                  <a:pt x="110671" y="5872"/>
                  <a:pt x="114295" y="12584"/>
                </a:cubicBezTo>
                <a:lnTo>
                  <a:pt x="148583" y="73025"/>
                </a:lnTo>
                <a:lnTo>
                  <a:pt x="63340" y="73025"/>
                </a:lnTo>
                <a:lnTo>
                  <a:pt x="97786" y="12584"/>
                </a:lnTo>
                <a:cubicBezTo>
                  <a:pt x="101354" y="5858"/>
                  <a:pt x="83462" y="-4413"/>
                  <a:pt x="79422" y="2055"/>
                </a:cubicBezTo>
                <a:lnTo>
                  <a:pt x="38573" y="73076"/>
                </a:lnTo>
                <a:lnTo>
                  <a:pt x="6138" y="73076"/>
                </a:lnTo>
                <a:cubicBezTo>
                  <a:pt x="131" y="73262"/>
                  <a:pt x="0" y="82029"/>
                  <a:pt x="0" y="86413"/>
                </a:cubicBezTo>
                <a:cubicBezTo>
                  <a:pt x="0" y="92128"/>
                  <a:pt x="2752" y="96734"/>
                  <a:pt x="6138" y="96840"/>
                </a:cubicBezTo>
                <a:lnTo>
                  <a:pt x="12065" y="96840"/>
                </a:lnTo>
                <a:lnTo>
                  <a:pt x="31059" y="172786"/>
                </a:lnTo>
                <a:cubicBezTo>
                  <a:pt x="33653" y="183264"/>
                  <a:pt x="43072" y="190567"/>
                  <a:pt x="53867" y="190567"/>
                </a:cubicBezTo>
                <a:lnTo>
                  <a:pt x="158053" y="190567"/>
                </a:lnTo>
                <a:cubicBezTo>
                  <a:pt x="168847" y="190567"/>
                  <a:pt x="178215" y="183213"/>
                  <a:pt x="180861" y="172786"/>
                </a:cubicBezTo>
                <a:lnTo>
                  <a:pt x="199855" y="96840"/>
                </a:lnTo>
                <a:lnTo>
                  <a:pt x="205519" y="96840"/>
                </a:lnTo>
                <a:cubicBezTo>
                  <a:pt x="214051" y="96563"/>
                  <a:pt x="214080" y="73350"/>
                  <a:pt x="205519" y="73076"/>
                </a:cubicBezTo>
                <a:lnTo>
                  <a:pt x="205574" y="73076"/>
                </a:lnTo>
                <a:close/>
                <a:moveTo>
                  <a:pt x="72069" y="151722"/>
                </a:moveTo>
                <a:cubicBezTo>
                  <a:pt x="71934" y="156880"/>
                  <a:pt x="57917" y="156880"/>
                  <a:pt x="57782" y="151722"/>
                </a:cubicBezTo>
                <a:lnTo>
                  <a:pt x="57782" y="112133"/>
                </a:lnTo>
                <a:cubicBezTo>
                  <a:pt x="57914" y="107001"/>
                  <a:pt x="71883" y="106987"/>
                  <a:pt x="72014" y="112133"/>
                </a:cubicBezTo>
                <a:lnTo>
                  <a:pt x="72014" y="151722"/>
                </a:lnTo>
                <a:lnTo>
                  <a:pt x="72069" y="151722"/>
                </a:lnTo>
                <a:close/>
                <a:moveTo>
                  <a:pt x="113025" y="151722"/>
                </a:moveTo>
                <a:cubicBezTo>
                  <a:pt x="112890" y="156876"/>
                  <a:pt x="98873" y="156880"/>
                  <a:pt x="98738" y="151722"/>
                </a:cubicBezTo>
                <a:lnTo>
                  <a:pt x="98738" y="112133"/>
                </a:lnTo>
                <a:cubicBezTo>
                  <a:pt x="98869" y="107001"/>
                  <a:pt x="112839" y="106987"/>
                  <a:pt x="112974" y="112133"/>
                </a:cubicBezTo>
                <a:lnTo>
                  <a:pt x="112974" y="151722"/>
                </a:lnTo>
                <a:lnTo>
                  <a:pt x="113025" y="151722"/>
                </a:lnTo>
                <a:close/>
                <a:moveTo>
                  <a:pt x="155356" y="151722"/>
                </a:moveTo>
                <a:cubicBezTo>
                  <a:pt x="155221" y="156876"/>
                  <a:pt x="141204" y="156880"/>
                  <a:pt x="141069" y="151722"/>
                </a:cubicBezTo>
                <a:lnTo>
                  <a:pt x="141069" y="112133"/>
                </a:lnTo>
                <a:cubicBezTo>
                  <a:pt x="141204" y="107085"/>
                  <a:pt x="155174" y="107041"/>
                  <a:pt x="155305" y="112133"/>
                </a:cubicBezTo>
                <a:lnTo>
                  <a:pt x="155305" y="151722"/>
                </a:lnTo>
                <a:lnTo>
                  <a:pt x="155356" y="151722"/>
                </a:lnTo>
                <a:close/>
              </a:path>
            </a:pathLst>
          </a:custGeom>
          <a:solidFill>
            <a:srgbClr val="007B85"/>
          </a:solidFill>
          <a:ln w="3646" cap="flat">
            <a:noFill/>
            <a:prstDash val="solid"/>
            <a:miter/>
          </a:ln>
        </p:spPr>
        <p:txBody>
          <a:bodyPr rtlCol="0" anchor="ctr"/>
          <a:lstStyle/>
          <a:p>
            <a:endParaRPr lang="en-GR"/>
          </a:p>
        </p:txBody>
      </p:sp>
      <p:sp>
        <p:nvSpPr>
          <p:cNvPr id="249" name="Freeform 205">
            <a:extLst>
              <a:ext uri="{FF2B5EF4-FFF2-40B4-BE49-F238E27FC236}">
                <a16:creationId xmlns:a16="http://schemas.microsoft.com/office/drawing/2014/main" id="{FC643F71-050F-0547-0744-B5841450E585}"/>
              </a:ext>
            </a:extLst>
          </p:cNvPr>
          <p:cNvSpPr/>
          <p:nvPr/>
        </p:nvSpPr>
        <p:spPr>
          <a:xfrm>
            <a:off x="7931032" y="1865151"/>
            <a:ext cx="140718" cy="174501"/>
          </a:xfrm>
          <a:custGeom>
            <a:avLst/>
            <a:gdLst>
              <a:gd name="connsiteX0" fmla="*/ 130969 w 158933"/>
              <a:gd name="connsiteY0" fmla="*/ 19811 h 197089"/>
              <a:gd name="connsiteX1" fmla="*/ 153594 w 158933"/>
              <a:gd name="connsiteY1" fmla="*/ 19811 h 197089"/>
              <a:gd name="connsiteX2" fmla="*/ 153594 w 158933"/>
              <a:gd name="connsiteY2" fmla="*/ 0 h 197089"/>
              <a:gd name="connsiteX3" fmla="*/ 5296 w 158933"/>
              <a:gd name="connsiteY3" fmla="*/ 0 h 197089"/>
              <a:gd name="connsiteX4" fmla="*/ 5296 w 158933"/>
              <a:gd name="connsiteY4" fmla="*/ 19713 h 197089"/>
              <a:gd name="connsiteX5" fmla="*/ 28367 w 158933"/>
              <a:gd name="connsiteY5" fmla="*/ 19713 h 197089"/>
              <a:gd name="connsiteX6" fmla="*/ 60327 w 158933"/>
              <a:gd name="connsiteY6" fmla="*/ 98173 h 197089"/>
              <a:gd name="connsiteX7" fmla="*/ 28367 w 158933"/>
              <a:gd name="connsiteY7" fmla="*/ 177819 h 197089"/>
              <a:gd name="connsiteX8" fmla="*/ 5595 w 158933"/>
              <a:gd name="connsiteY8" fmla="*/ 177819 h 197089"/>
              <a:gd name="connsiteX9" fmla="*/ 5595 w 158933"/>
              <a:gd name="connsiteY9" fmla="*/ 197090 h 197089"/>
              <a:gd name="connsiteX10" fmla="*/ 153741 w 158933"/>
              <a:gd name="connsiteY10" fmla="*/ 197090 h 197089"/>
              <a:gd name="connsiteX11" fmla="*/ 153741 w 158933"/>
              <a:gd name="connsiteY11" fmla="*/ 177870 h 197089"/>
              <a:gd name="connsiteX12" fmla="*/ 130969 w 158933"/>
              <a:gd name="connsiteY12" fmla="*/ 177870 h 197089"/>
              <a:gd name="connsiteX13" fmla="*/ 99009 w 158933"/>
              <a:gd name="connsiteY13" fmla="*/ 98224 h 197089"/>
              <a:gd name="connsiteX14" fmla="*/ 130969 w 158933"/>
              <a:gd name="connsiteY14" fmla="*/ 19764 h 197089"/>
              <a:gd name="connsiteX15" fmla="*/ 130969 w 158933"/>
              <a:gd name="connsiteY15" fmla="*/ 19811 h 197089"/>
              <a:gd name="connsiteX16" fmla="*/ 112986 w 158933"/>
              <a:gd name="connsiteY16" fmla="*/ 19811 h 197089"/>
              <a:gd name="connsiteX17" fmla="*/ 102516 w 158933"/>
              <a:gd name="connsiteY17" fmla="*/ 69865 h 197089"/>
              <a:gd name="connsiteX18" fmla="*/ 79642 w 158933"/>
              <a:gd name="connsiteY18" fmla="*/ 62897 h 197089"/>
              <a:gd name="connsiteX19" fmla="*/ 56772 w 158933"/>
              <a:gd name="connsiteY19" fmla="*/ 69865 h 197089"/>
              <a:gd name="connsiteX20" fmla="*/ 46299 w 158933"/>
              <a:gd name="connsiteY20" fmla="*/ 19811 h 197089"/>
              <a:gd name="connsiteX21" fmla="*/ 112986 w 158933"/>
              <a:gd name="connsiteY21" fmla="*/ 19811 h 197089"/>
              <a:gd name="connsiteX22" fmla="*/ 110763 w 158933"/>
              <a:gd name="connsiteY22" fmla="*/ 154894 h 197089"/>
              <a:gd name="connsiteX23" fmla="*/ 111307 w 158933"/>
              <a:gd name="connsiteY23" fmla="*/ 158701 h 197089"/>
              <a:gd name="connsiteX24" fmla="*/ 79693 w 158933"/>
              <a:gd name="connsiteY24" fmla="*/ 149558 h 197089"/>
              <a:gd name="connsiteX25" fmla="*/ 48076 w 158933"/>
              <a:gd name="connsiteY25" fmla="*/ 158701 h 197089"/>
              <a:gd name="connsiteX26" fmla="*/ 48620 w 158933"/>
              <a:gd name="connsiteY26" fmla="*/ 154894 h 197089"/>
              <a:gd name="connsiteX27" fmla="*/ 79693 w 158933"/>
              <a:gd name="connsiteY27" fmla="*/ 115962 h 197089"/>
              <a:gd name="connsiteX28" fmla="*/ 110763 w 158933"/>
              <a:gd name="connsiteY28" fmla="*/ 154894 h 197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8933" h="197089">
                <a:moveTo>
                  <a:pt x="130969" y="19811"/>
                </a:moveTo>
                <a:lnTo>
                  <a:pt x="153594" y="19811"/>
                </a:lnTo>
                <a:cubicBezTo>
                  <a:pt x="160667" y="19563"/>
                  <a:pt x="160667" y="248"/>
                  <a:pt x="153594" y="0"/>
                </a:cubicBezTo>
                <a:lnTo>
                  <a:pt x="5296" y="0"/>
                </a:lnTo>
                <a:cubicBezTo>
                  <a:pt x="-1762" y="248"/>
                  <a:pt x="-1769" y="19589"/>
                  <a:pt x="5296" y="19713"/>
                </a:cubicBezTo>
                <a:lnTo>
                  <a:pt x="28367" y="19713"/>
                </a:lnTo>
                <a:cubicBezTo>
                  <a:pt x="28367" y="19713"/>
                  <a:pt x="27181" y="82413"/>
                  <a:pt x="60327" y="98173"/>
                </a:cubicBezTo>
                <a:cubicBezTo>
                  <a:pt x="27775" y="114579"/>
                  <a:pt x="28367" y="177819"/>
                  <a:pt x="28367" y="177819"/>
                </a:cubicBezTo>
                <a:lnTo>
                  <a:pt x="5595" y="177819"/>
                </a:lnTo>
                <a:cubicBezTo>
                  <a:pt x="-1338" y="178067"/>
                  <a:pt x="-1328" y="196842"/>
                  <a:pt x="5595" y="197090"/>
                </a:cubicBezTo>
                <a:lnTo>
                  <a:pt x="153741" y="197090"/>
                </a:lnTo>
                <a:cubicBezTo>
                  <a:pt x="160649" y="196842"/>
                  <a:pt x="160681" y="178118"/>
                  <a:pt x="153741" y="177870"/>
                </a:cubicBezTo>
                <a:lnTo>
                  <a:pt x="130969" y="177870"/>
                </a:lnTo>
                <a:cubicBezTo>
                  <a:pt x="130969" y="177870"/>
                  <a:pt x="131016" y="109932"/>
                  <a:pt x="99009" y="98224"/>
                </a:cubicBezTo>
                <a:cubicBezTo>
                  <a:pt x="129980" y="82019"/>
                  <a:pt x="130969" y="19764"/>
                  <a:pt x="130969" y="19764"/>
                </a:cubicBezTo>
                <a:lnTo>
                  <a:pt x="130969" y="19811"/>
                </a:lnTo>
                <a:close/>
                <a:moveTo>
                  <a:pt x="112986" y="19811"/>
                </a:moveTo>
                <a:cubicBezTo>
                  <a:pt x="112986" y="39823"/>
                  <a:pt x="109333" y="57707"/>
                  <a:pt x="102516" y="69865"/>
                </a:cubicBezTo>
                <a:cubicBezTo>
                  <a:pt x="97476" y="65664"/>
                  <a:pt x="89127" y="62897"/>
                  <a:pt x="79642" y="62897"/>
                </a:cubicBezTo>
                <a:cubicBezTo>
                  <a:pt x="70158" y="62897"/>
                  <a:pt x="61808" y="65664"/>
                  <a:pt x="56772" y="69865"/>
                </a:cubicBezTo>
                <a:cubicBezTo>
                  <a:pt x="50003" y="57707"/>
                  <a:pt x="46299" y="39823"/>
                  <a:pt x="46299" y="19811"/>
                </a:cubicBezTo>
                <a:lnTo>
                  <a:pt x="112986" y="19811"/>
                </a:lnTo>
                <a:close/>
                <a:moveTo>
                  <a:pt x="110763" y="154894"/>
                </a:moveTo>
                <a:cubicBezTo>
                  <a:pt x="111011" y="156132"/>
                  <a:pt x="111110" y="157416"/>
                  <a:pt x="111307" y="158701"/>
                </a:cubicBezTo>
                <a:cubicBezTo>
                  <a:pt x="104045" y="153164"/>
                  <a:pt x="92586" y="149558"/>
                  <a:pt x="79693" y="149558"/>
                </a:cubicBezTo>
                <a:cubicBezTo>
                  <a:pt x="66801" y="149558"/>
                  <a:pt x="55338" y="153164"/>
                  <a:pt x="48076" y="158701"/>
                </a:cubicBezTo>
                <a:cubicBezTo>
                  <a:pt x="48273" y="157464"/>
                  <a:pt x="48372" y="156132"/>
                  <a:pt x="48620" y="154894"/>
                </a:cubicBezTo>
                <a:cubicBezTo>
                  <a:pt x="52919" y="132266"/>
                  <a:pt x="65217" y="115962"/>
                  <a:pt x="79693" y="115962"/>
                </a:cubicBezTo>
                <a:cubicBezTo>
                  <a:pt x="94166" y="115962"/>
                  <a:pt x="106515" y="132317"/>
                  <a:pt x="110763" y="154894"/>
                </a:cubicBezTo>
                <a:close/>
              </a:path>
            </a:pathLst>
          </a:custGeom>
          <a:solidFill>
            <a:srgbClr val="007B85"/>
          </a:solidFill>
          <a:ln w="3646" cap="flat">
            <a:noFill/>
            <a:prstDash val="solid"/>
            <a:miter/>
          </a:ln>
        </p:spPr>
        <p:txBody>
          <a:bodyPr rtlCol="0" anchor="ctr"/>
          <a:lstStyle/>
          <a:p>
            <a:endParaRPr lang="en-GR"/>
          </a:p>
        </p:txBody>
      </p:sp>
      <p:grpSp>
        <p:nvGrpSpPr>
          <p:cNvPr id="250" name="Group 249">
            <a:extLst>
              <a:ext uri="{FF2B5EF4-FFF2-40B4-BE49-F238E27FC236}">
                <a16:creationId xmlns:a16="http://schemas.microsoft.com/office/drawing/2014/main" id="{C94B68D1-4455-546A-E12B-32B42F211EE8}"/>
              </a:ext>
            </a:extLst>
          </p:cNvPr>
          <p:cNvGrpSpPr/>
          <p:nvPr/>
        </p:nvGrpSpPr>
        <p:grpSpPr>
          <a:xfrm>
            <a:off x="8238288" y="1894235"/>
            <a:ext cx="193737" cy="119543"/>
            <a:chOff x="7086130" y="1894233"/>
            <a:chExt cx="193737" cy="119543"/>
          </a:xfrm>
        </p:grpSpPr>
        <p:sp>
          <p:nvSpPr>
            <p:cNvPr id="251" name="Freeform 206">
              <a:extLst>
                <a:ext uri="{FF2B5EF4-FFF2-40B4-BE49-F238E27FC236}">
                  <a16:creationId xmlns:a16="http://schemas.microsoft.com/office/drawing/2014/main" id="{0A226525-EF4D-ABB5-BAFA-B1BA65B39E5E}"/>
                </a:ext>
              </a:extLst>
            </p:cNvPr>
            <p:cNvSpPr/>
            <p:nvPr/>
          </p:nvSpPr>
          <p:spPr>
            <a:xfrm>
              <a:off x="7086130" y="1894233"/>
              <a:ext cx="180006" cy="29885"/>
            </a:xfrm>
            <a:custGeom>
              <a:avLst/>
              <a:gdLst>
                <a:gd name="connsiteX0" fmla="*/ 160903 w 203307"/>
                <a:gd name="connsiteY0" fmla="*/ 0 h 33753"/>
                <a:gd name="connsiteX1" fmla="*/ 42353 w 203307"/>
                <a:gd name="connsiteY1" fmla="*/ 0 h 33753"/>
                <a:gd name="connsiteX2" fmla="*/ 0 w 203307"/>
                <a:gd name="connsiteY2" fmla="*/ 33753 h 33753"/>
                <a:gd name="connsiteX3" fmla="*/ 203307 w 203307"/>
                <a:gd name="connsiteY3" fmla="*/ 33753 h 33753"/>
                <a:gd name="connsiteX4" fmla="*/ 160903 w 203307"/>
                <a:gd name="connsiteY4" fmla="*/ 0 h 33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307" h="33753">
                  <a:moveTo>
                    <a:pt x="160903" y="0"/>
                  </a:moveTo>
                  <a:lnTo>
                    <a:pt x="42353" y="0"/>
                  </a:lnTo>
                  <a:cubicBezTo>
                    <a:pt x="18480" y="0"/>
                    <a:pt x="0" y="9610"/>
                    <a:pt x="0" y="33753"/>
                  </a:cubicBezTo>
                  <a:lnTo>
                    <a:pt x="203307" y="33753"/>
                  </a:lnTo>
                  <a:cubicBezTo>
                    <a:pt x="203417" y="9340"/>
                    <a:pt x="184660" y="0"/>
                    <a:pt x="160903" y="0"/>
                  </a:cubicBezTo>
                  <a:close/>
                </a:path>
              </a:pathLst>
            </a:custGeom>
            <a:solidFill>
              <a:srgbClr val="007B85"/>
            </a:solidFill>
            <a:ln w="3646" cap="flat">
              <a:noFill/>
              <a:prstDash val="solid"/>
              <a:miter/>
            </a:ln>
          </p:spPr>
          <p:txBody>
            <a:bodyPr rtlCol="0" anchor="ctr"/>
            <a:lstStyle/>
            <a:p>
              <a:endParaRPr lang="en-GR"/>
            </a:p>
          </p:txBody>
        </p:sp>
        <p:sp>
          <p:nvSpPr>
            <p:cNvPr id="252" name="Freeform 207">
              <a:extLst>
                <a:ext uri="{FF2B5EF4-FFF2-40B4-BE49-F238E27FC236}">
                  <a16:creationId xmlns:a16="http://schemas.microsoft.com/office/drawing/2014/main" id="{10254DBB-108F-F6E3-10E2-AF8F89DCCDA2}"/>
                </a:ext>
              </a:extLst>
            </p:cNvPr>
            <p:cNvSpPr/>
            <p:nvPr/>
          </p:nvSpPr>
          <p:spPr>
            <a:xfrm>
              <a:off x="7086165" y="1946683"/>
              <a:ext cx="141908" cy="67092"/>
            </a:xfrm>
            <a:custGeom>
              <a:avLst/>
              <a:gdLst>
                <a:gd name="connsiteX0" fmla="*/ 136004 w 160278"/>
                <a:gd name="connsiteY0" fmla="*/ 9873 h 75777"/>
                <a:gd name="connsiteX1" fmla="*/ 136004 w 160278"/>
                <a:gd name="connsiteY1" fmla="*/ 17088 h 75777"/>
                <a:gd name="connsiteX2" fmla="*/ 136048 w 160278"/>
                <a:gd name="connsiteY2" fmla="*/ 17129 h 75777"/>
                <a:gd name="connsiteX3" fmla="*/ 160279 w 160278"/>
                <a:gd name="connsiteY3" fmla="*/ 75778 h 75777"/>
                <a:gd name="connsiteX4" fmla="*/ 33832 w 160278"/>
                <a:gd name="connsiteY4" fmla="*/ 75778 h 75777"/>
                <a:gd name="connsiteX5" fmla="*/ 0 w 160278"/>
                <a:gd name="connsiteY5" fmla="*/ 56200 h 75777"/>
                <a:gd name="connsiteX6" fmla="*/ 0 w 160278"/>
                <a:gd name="connsiteY6" fmla="*/ 0 h 75777"/>
                <a:gd name="connsiteX7" fmla="*/ 156630 w 160278"/>
                <a:gd name="connsiteY7" fmla="*/ 0 h 75777"/>
                <a:gd name="connsiteX8" fmla="*/ 136004 w 160278"/>
                <a:gd name="connsiteY8" fmla="*/ 9873 h 75777"/>
                <a:gd name="connsiteX9" fmla="*/ 42309 w 160278"/>
                <a:gd name="connsiteY9" fmla="*/ 58649 h 75777"/>
                <a:gd name="connsiteX10" fmla="*/ 42309 w 160278"/>
                <a:gd name="connsiteY10" fmla="*/ 47298 h 75777"/>
                <a:gd name="connsiteX11" fmla="*/ 20542 w 160278"/>
                <a:gd name="connsiteY11" fmla="*/ 47298 h 75777"/>
                <a:gd name="connsiteX12" fmla="*/ 20542 w 160278"/>
                <a:gd name="connsiteY12" fmla="*/ 58649 h 75777"/>
                <a:gd name="connsiteX13" fmla="*/ 42309 w 160278"/>
                <a:gd name="connsiteY13" fmla="*/ 58649 h 75777"/>
                <a:gd name="connsiteX14" fmla="*/ 95548 w 160278"/>
                <a:gd name="connsiteY14" fmla="*/ 58649 h 75777"/>
                <a:gd name="connsiteX15" fmla="*/ 95548 w 160278"/>
                <a:gd name="connsiteY15" fmla="*/ 47298 h 75777"/>
                <a:gd name="connsiteX16" fmla="*/ 57034 w 160278"/>
                <a:gd name="connsiteY16" fmla="*/ 47298 h 75777"/>
                <a:gd name="connsiteX17" fmla="*/ 57034 w 160278"/>
                <a:gd name="connsiteY17" fmla="*/ 58649 h 75777"/>
                <a:gd name="connsiteX18" fmla="*/ 95548 w 160278"/>
                <a:gd name="connsiteY18" fmla="*/ 58649 h 75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278" h="75777">
                  <a:moveTo>
                    <a:pt x="136004" y="9873"/>
                  </a:moveTo>
                  <a:lnTo>
                    <a:pt x="136004" y="17088"/>
                  </a:lnTo>
                  <a:lnTo>
                    <a:pt x="136048" y="17129"/>
                  </a:lnTo>
                  <a:cubicBezTo>
                    <a:pt x="136132" y="35779"/>
                    <a:pt x="142799" y="60083"/>
                    <a:pt x="160279" y="75778"/>
                  </a:cubicBezTo>
                  <a:lnTo>
                    <a:pt x="33832" y="75778"/>
                  </a:lnTo>
                  <a:cubicBezTo>
                    <a:pt x="22567" y="75778"/>
                    <a:pt x="0" y="71336"/>
                    <a:pt x="0" y="56200"/>
                  </a:cubicBezTo>
                  <a:lnTo>
                    <a:pt x="0" y="0"/>
                  </a:lnTo>
                  <a:lnTo>
                    <a:pt x="156630" y="0"/>
                  </a:lnTo>
                  <a:lnTo>
                    <a:pt x="136004" y="9873"/>
                  </a:lnTo>
                  <a:close/>
                  <a:moveTo>
                    <a:pt x="42309" y="58649"/>
                  </a:moveTo>
                  <a:cubicBezTo>
                    <a:pt x="46546" y="58539"/>
                    <a:pt x="46484" y="47404"/>
                    <a:pt x="42309" y="47298"/>
                  </a:cubicBezTo>
                  <a:lnTo>
                    <a:pt x="20542" y="47298"/>
                  </a:lnTo>
                  <a:cubicBezTo>
                    <a:pt x="16370" y="47404"/>
                    <a:pt x="16305" y="58539"/>
                    <a:pt x="20542" y="58649"/>
                  </a:cubicBezTo>
                  <a:lnTo>
                    <a:pt x="42309" y="58649"/>
                  </a:lnTo>
                  <a:close/>
                  <a:moveTo>
                    <a:pt x="95548" y="58649"/>
                  </a:moveTo>
                  <a:cubicBezTo>
                    <a:pt x="99785" y="58539"/>
                    <a:pt x="99723" y="47404"/>
                    <a:pt x="95548" y="47298"/>
                  </a:cubicBezTo>
                  <a:lnTo>
                    <a:pt x="57034" y="47298"/>
                  </a:lnTo>
                  <a:cubicBezTo>
                    <a:pt x="52859" y="47404"/>
                    <a:pt x="52798" y="58539"/>
                    <a:pt x="57034" y="58649"/>
                  </a:cubicBezTo>
                  <a:lnTo>
                    <a:pt x="95548" y="58649"/>
                  </a:lnTo>
                  <a:close/>
                </a:path>
              </a:pathLst>
            </a:custGeom>
            <a:solidFill>
              <a:srgbClr val="007B85"/>
            </a:solidFill>
            <a:ln w="3646" cap="flat">
              <a:noFill/>
              <a:prstDash val="solid"/>
              <a:miter/>
            </a:ln>
          </p:spPr>
          <p:txBody>
            <a:bodyPr rtlCol="0" anchor="ctr"/>
            <a:lstStyle/>
            <a:p>
              <a:endParaRPr lang="en-GR"/>
            </a:p>
          </p:txBody>
        </p:sp>
        <p:sp>
          <p:nvSpPr>
            <p:cNvPr id="253" name="Freeform 208">
              <a:extLst>
                <a:ext uri="{FF2B5EF4-FFF2-40B4-BE49-F238E27FC236}">
                  <a16:creationId xmlns:a16="http://schemas.microsoft.com/office/drawing/2014/main" id="{64D4330D-4AA7-B2C5-F298-63E3F6EEFD63}"/>
                </a:ext>
              </a:extLst>
            </p:cNvPr>
            <p:cNvSpPr/>
            <p:nvPr/>
          </p:nvSpPr>
          <p:spPr>
            <a:xfrm>
              <a:off x="7216669" y="1946683"/>
              <a:ext cx="63198" cy="67093"/>
            </a:xfrm>
            <a:custGeom>
              <a:avLst/>
              <a:gdLst>
                <a:gd name="connsiteX0" fmla="*/ 0 w 71379"/>
                <a:gd name="connsiteY0" fmla="*/ 17045 h 75778"/>
                <a:gd name="connsiteX1" fmla="*/ 35690 w 71379"/>
                <a:gd name="connsiteY1" fmla="*/ 0 h 75778"/>
                <a:gd name="connsiteX2" fmla="*/ 71379 w 71379"/>
                <a:gd name="connsiteY2" fmla="*/ 17045 h 75778"/>
                <a:gd name="connsiteX3" fmla="*/ 39631 w 71379"/>
                <a:gd name="connsiteY3" fmla="*/ 74894 h 75778"/>
                <a:gd name="connsiteX4" fmla="*/ 31785 w 71379"/>
                <a:gd name="connsiteY4" fmla="*/ 74894 h 75778"/>
                <a:gd name="connsiteX5" fmla="*/ 0 w 71379"/>
                <a:gd name="connsiteY5" fmla="*/ 17045 h 75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379" h="75778">
                  <a:moveTo>
                    <a:pt x="0" y="17045"/>
                  </a:moveTo>
                  <a:lnTo>
                    <a:pt x="35690" y="0"/>
                  </a:lnTo>
                  <a:lnTo>
                    <a:pt x="71379" y="17045"/>
                  </a:lnTo>
                  <a:cubicBezTo>
                    <a:pt x="71306" y="31812"/>
                    <a:pt x="65249" y="62616"/>
                    <a:pt x="39631" y="74894"/>
                  </a:cubicBezTo>
                  <a:cubicBezTo>
                    <a:pt x="37113" y="76073"/>
                    <a:pt x="34267" y="76073"/>
                    <a:pt x="31785" y="74894"/>
                  </a:cubicBezTo>
                  <a:cubicBezTo>
                    <a:pt x="6167" y="62616"/>
                    <a:pt x="73" y="31812"/>
                    <a:pt x="0" y="17045"/>
                  </a:cubicBezTo>
                  <a:close/>
                </a:path>
              </a:pathLst>
            </a:custGeom>
            <a:solidFill>
              <a:srgbClr val="007B85"/>
            </a:solidFill>
            <a:ln w="3646" cap="flat">
              <a:noFill/>
              <a:prstDash val="solid"/>
              <a:miter/>
            </a:ln>
          </p:spPr>
          <p:txBody>
            <a:bodyPr rtlCol="0" anchor="ctr"/>
            <a:lstStyle/>
            <a:p>
              <a:endParaRPr lang="en-GR"/>
            </a:p>
          </p:txBody>
        </p:sp>
      </p:grpSp>
      <p:grpSp>
        <p:nvGrpSpPr>
          <p:cNvPr id="254" name="Group 253">
            <a:extLst>
              <a:ext uri="{FF2B5EF4-FFF2-40B4-BE49-F238E27FC236}">
                <a16:creationId xmlns:a16="http://schemas.microsoft.com/office/drawing/2014/main" id="{0AA340F5-DF3F-99A1-C298-E7CD665CE9E9}"/>
              </a:ext>
            </a:extLst>
          </p:cNvPr>
          <p:cNvGrpSpPr/>
          <p:nvPr/>
        </p:nvGrpSpPr>
        <p:grpSpPr>
          <a:xfrm>
            <a:off x="8587113" y="1848992"/>
            <a:ext cx="161550" cy="180964"/>
            <a:chOff x="7434957" y="1848992"/>
            <a:chExt cx="161550" cy="180964"/>
          </a:xfrm>
        </p:grpSpPr>
        <p:sp>
          <p:nvSpPr>
            <p:cNvPr id="255" name="Freeform 209">
              <a:extLst>
                <a:ext uri="{FF2B5EF4-FFF2-40B4-BE49-F238E27FC236}">
                  <a16:creationId xmlns:a16="http://schemas.microsoft.com/office/drawing/2014/main" id="{A0C8055A-88EE-14CB-33A0-1D90C6743811}"/>
                </a:ext>
              </a:extLst>
            </p:cNvPr>
            <p:cNvSpPr/>
            <p:nvPr/>
          </p:nvSpPr>
          <p:spPr>
            <a:xfrm>
              <a:off x="7434957" y="1890449"/>
              <a:ext cx="161550" cy="139507"/>
            </a:xfrm>
            <a:custGeom>
              <a:avLst/>
              <a:gdLst>
                <a:gd name="connsiteX0" fmla="*/ 173486 w 182462"/>
                <a:gd name="connsiteY0" fmla="*/ 38338 h 157566"/>
                <a:gd name="connsiteX1" fmla="*/ 164654 w 182462"/>
                <a:gd name="connsiteY1" fmla="*/ 34243 h 157566"/>
                <a:gd name="connsiteX2" fmla="*/ 28428 w 182462"/>
                <a:gd name="connsiteY2" fmla="*/ 34243 h 157566"/>
                <a:gd name="connsiteX3" fmla="*/ 18210 w 182462"/>
                <a:gd name="connsiteY3" fmla="*/ 26016 h 157566"/>
                <a:gd name="connsiteX4" fmla="*/ 32953 w 182462"/>
                <a:gd name="connsiteY4" fmla="*/ 17457 h 157566"/>
                <a:gd name="connsiteX5" fmla="*/ 43171 w 182462"/>
                <a:gd name="connsiteY5" fmla="*/ 17457 h 157566"/>
                <a:gd name="connsiteX6" fmla="*/ 43171 w 182462"/>
                <a:gd name="connsiteY6" fmla="*/ 0 h 157566"/>
                <a:gd name="connsiteX7" fmla="*/ 33245 w 182462"/>
                <a:gd name="connsiteY7" fmla="*/ 0 h 157566"/>
                <a:gd name="connsiteX8" fmla="*/ 0 w 182462"/>
                <a:gd name="connsiteY8" fmla="*/ 18833 h 157566"/>
                <a:gd name="connsiteX9" fmla="*/ 0 w 182462"/>
                <a:gd name="connsiteY9" fmla="*/ 126747 h 157566"/>
                <a:gd name="connsiteX10" fmla="*/ 8941 w 182462"/>
                <a:gd name="connsiteY10" fmla="*/ 153431 h 157566"/>
                <a:gd name="connsiteX11" fmla="*/ 17808 w 182462"/>
                <a:gd name="connsiteY11" fmla="*/ 157566 h 157566"/>
                <a:gd name="connsiteX12" fmla="*/ 164654 w 182462"/>
                <a:gd name="connsiteY12" fmla="*/ 157566 h 157566"/>
                <a:gd name="connsiteX13" fmla="*/ 173522 w 182462"/>
                <a:gd name="connsiteY13" fmla="*/ 153431 h 157566"/>
                <a:gd name="connsiteX14" fmla="*/ 182463 w 182462"/>
                <a:gd name="connsiteY14" fmla="*/ 126747 h 157566"/>
                <a:gd name="connsiteX15" fmla="*/ 182463 w 182462"/>
                <a:gd name="connsiteY15" fmla="*/ 65065 h 157566"/>
                <a:gd name="connsiteX16" fmla="*/ 173486 w 182462"/>
                <a:gd name="connsiteY16" fmla="*/ 38338 h 157566"/>
                <a:gd name="connsiteX17" fmla="*/ 149328 w 182462"/>
                <a:gd name="connsiteY17" fmla="*/ 105491 h 157566"/>
                <a:gd name="connsiteX18" fmla="*/ 132103 w 182462"/>
                <a:gd name="connsiteY18" fmla="*/ 95508 h 157566"/>
                <a:gd name="connsiteX19" fmla="*/ 149328 w 182462"/>
                <a:gd name="connsiteY19" fmla="*/ 85526 h 157566"/>
                <a:gd name="connsiteX20" fmla="*/ 166552 w 182462"/>
                <a:gd name="connsiteY20" fmla="*/ 95508 h 157566"/>
                <a:gd name="connsiteX21" fmla="*/ 149328 w 182462"/>
                <a:gd name="connsiteY21" fmla="*/ 105491 h 157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2462" h="157566">
                  <a:moveTo>
                    <a:pt x="173486" y="38338"/>
                  </a:moveTo>
                  <a:cubicBezTo>
                    <a:pt x="170858" y="35746"/>
                    <a:pt x="167866" y="34243"/>
                    <a:pt x="164654" y="34243"/>
                  </a:cubicBezTo>
                  <a:cubicBezTo>
                    <a:pt x="164508" y="34243"/>
                    <a:pt x="28428" y="34243"/>
                    <a:pt x="28428" y="34243"/>
                  </a:cubicBezTo>
                  <a:cubicBezTo>
                    <a:pt x="28428" y="34243"/>
                    <a:pt x="18210" y="34538"/>
                    <a:pt x="18210" y="26016"/>
                  </a:cubicBezTo>
                  <a:cubicBezTo>
                    <a:pt x="18210" y="20213"/>
                    <a:pt x="24779" y="17457"/>
                    <a:pt x="32953" y="17457"/>
                  </a:cubicBezTo>
                  <a:lnTo>
                    <a:pt x="43171" y="17457"/>
                  </a:lnTo>
                  <a:lnTo>
                    <a:pt x="43171" y="0"/>
                  </a:lnTo>
                  <a:lnTo>
                    <a:pt x="33245" y="0"/>
                  </a:lnTo>
                  <a:cubicBezTo>
                    <a:pt x="14925" y="0"/>
                    <a:pt x="73" y="8227"/>
                    <a:pt x="0" y="18833"/>
                  </a:cubicBezTo>
                  <a:lnTo>
                    <a:pt x="0" y="126747"/>
                  </a:lnTo>
                  <a:cubicBezTo>
                    <a:pt x="0" y="138145"/>
                    <a:pt x="3576" y="148088"/>
                    <a:pt x="8941" y="153431"/>
                  </a:cubicBezTo>
                  <a:cubicBezTo>
                    <a:pt x="11568" y="156062"/>
                    <a:pt x="14597" y="157566"/>
                    <a:pt x="17808" y="157566"/>
                  </a:cubicBezTo>
                  <a:lnTo>
                    <a:pt x="164654" y="157566"/>
                  </a:lnTo>
                  <a:cubicBezTo>
                    <a:pt x="167902" y="157566"/>
                    <a:pt x="170931" y="156022"/>
                    <a:pt x="173522" y="153431"/>
                  </a:cubicBezTo>
                  <a:cubicBezTo>
                    <a:pt x="178887" y="148088"/>
                    <a:pt x="182463" y="138145"/>
                    <a:pt x="182463" y="126747"/>
                  </a:cubicBezTo>
                  <a:lnTo>
                    <a:pt x="182463" y="65065"/>
                  </a:lnTo>
                  <a:cubicBezTo>
                    <a:pt x="182463" y="53623"/>
                    <a:pt x="178850" y="43641"/>
                    <a:pt x="173486" y="38338"/>
                  </a:cubicBezTo>
                  <a:close/>
                  <a:moveTo>
                    <a:pt x="149328" y="105491"/>
                  </a:moveTo>
                  <a:cubicBezTo>
                    <a:pt x="139803" y="105491"/>
                    <a:pt x="132103" y="101019"/>
                    <a:pt x="132103" y="95508"/>
                  </a:cubicBezTo>
                  <a:cubicBezTo>
                    <a:pt x="132103" y="89997"/>
                    <a:pt x="139803" y="85526"/>
                    <a:pt x="149328" y="85526"/>
                  </a:cubicBezTo>
                  <a:cubicBezTo>
                    <a:pt x="158852" y="85526"/>
                    <a:pt x="166552" y="89997"/>
                    <a:pt x="166552" y="95508"/>
                  </a:cubicBezTo>
                  <a:cubicBezTo>
                    <a:pt x="166552" y="101019"/>
                    <a:pt x="158852" y="105491"/>
                    <a:pt x="149328" y="105491"/>
                  </a:cubicBezTo>
                  <a:close/>
                </a:path>
              </a:pathLst>
            </a:custGeom>
            <a:solidFill>
              <a:srgbClr val="007B85"/>
            </a:solidFill>
            <a:ln w="3646" cap="flat">
              <a:noFill/>
              <a:prstDash val="solid"/>
              <a:miter/>
            </a:ln>
          </p:spPr>
          <p:txBody>
            <a:bodyPr rtlCol="0" anchor="ctr"/>
            <a:lstStyle/>
            <a:p>
              <a:endParaRPr lang="en-GR"/>
            </a:p>
          </p:txBody>
        </p:sp>
        <p:sp>
          <p:nvSpPr>
            <p:cNvPr id="256" name="Freeform 210">
              <a:extLst>
                <a:ext uri="{FF2B5EF4-FFF2-40B4-BE49-F238E27FC236}">
                  <a16:creationId xmlns:a16="http://schemas.microsoft.com/office/drawing/2014/main" id="{447E70AA-745B-7D6D-F74F-B72CDA92D039}"/>
                </a:ext>
              </a:extLst>
            </p:cNvPr>
            <p:cNvSpPr/>
            <p:nvPr/>
          </p:nvSpPr>
          <p:spPr>
            <a:xfrm>
              <a:off x="7480546" y="1848992"/>
              <a:ext cx="80969" cy="61114"/>
            </a:xfrm>
            <a:custGeom>
              <a:avLst/>
              <a:gdLst>
                <a:gd name="connsiteX0" fmla="*/ 91414 w 91450"/>
                <a:gd name="connsiteY0" fmla="*/ 60631 h 69025"/>
                <a:gd name="connsiteX1" fmla="*/ 91414 w 91450"/>
                <a:gd name="connsiteY1" fmla="*/ 22968 h 69025"/>
                <a:gd name="connsiteX2" fmla="*/ 86816 w 91450"/>
                <a:gd name="connsiteY2" fmla="*/ 5595 h 69025"/>
                <a:gd name="connsiteX3" fmla="*/ 78131 w 91450"/>
                <a:gd name="connsiteY3" fmla="*/ 0 h 69025"/>
                <a:gd name="connsiteX4" fmla="*/ 16713 w 91450"/>
                <a:gd name="connsiteY4" fmla="*/ 0 h 69025"/>
                <a:gd name="connsiteX5" fmla="*/ 16677 w 91450"/>
                <a:gd name="connsiteY5" fmla="*/ 0 h 69025"/>
                <a:gd name="connsiteX6" fmla="*/ 16495 w 91450"/>
                <a:gd name="connsiteY6" fmla="*/ 0 h 69025"/>
                <a:gd name="connsiteX7" fmla="*/ 0 w 91450"/>
                <a:gd name="connsiteY7" fmla="*/ 28775 h 69025"/>
                <a:gd name="connsiteX8" fmla="*/ 0 w 91450"/>
                <a:gd name="connsiteY8" fmla="*/ 69025 h 69025"/>
                <a:gd name="connsiteX9" fmla="*/ 91451 w 91450"/>
                <a:gd name="connsiteY9" fmla="*/ 69025 h 69025"/>
                <a:gd name="connsiteX10" fmla="*/ 91451 w 91450"/>
                <a:gd name="connsiteY10" fmla="*/ 60631 h 69025"/>
                <a:gd name="connsiteX11" fmla="*/ 91414 w 91450"/>
                <a:gd name="connsiteY11" fmla="*/ 60631 h 69025"/>
                <a:gd name="connsiteX12" fmla="*/ 51929 w 91450"/>
                <a:gd name="connsiteY12" fmla="*/ 57262 h 69025"/>
                <a:gd name="connsiteX13" fmla="*/ 51929 w 91450"/>
                <a:gd name="connsiteY13" fmla="*/ 64905 h 69025"/>
                <a:gd name="connsiteX14" fmla="*/ 42186 w 91450"/>
                <a:gd name="connsiteY14" fmla="*/ 64905 h 69025"/>
                <a:gd name="connsiteX15" fmla="*/ 42186 w 91450"/>
                <a:gd name="connsiteY15" fmla="*/ 57262 h 69025"/>
                <a:gd name="connsiteX16" fmla="*/ 21056 w 91450"/>
                <a:gd name="connsiteY16" fmla="*/ 32542 h 69025"/>
                <a:gd name="connsiteX17" fmla="*/ 37478 w 91450"/>
                <a:gd name="connsiteY17" fmla="*/ 10993 h 69025"/>
                <a:gd name="connsiteX18" fmla="*/ 37478 w 91450"/>
                <a:gd name="connsiteY18" fmla="*/ 22392 h 69025"/>
                <a:gd name="connsiteX19" fmla="*/ 30362 w 91450"/>
                <a:gd name="connsiteY19" fmla="*/ 33126 h 69025"/>
                <a:gd name="connsiteX20" fmla="*/ 42258 w 91450"/>
                <a:gd name="connsiteY20" fmla="*/ 45947 h 69025"/>
                <a:gd name="connsiteX21" fmla="*/ 42258 w 91450"/>
                <a:gd name="connsiteY21" fmla="*/ 30578 h 69025"/>
                <a:gd name="connsiteX22" fmla="*/ 51965 w 91450"/>
                <a:gd name="connsiteY22" fmla="*/ 30578 h 69025"/>
                <a:gd name="connsiteX23" fmla="*/ 51965 w 91450"/>
                <a:gd name="connsiteY23" fmla="*/ 45947 h 69025"/>
                <a:gd name="connsiteX24" fmla="*/ 63862 w 91450"/>
                <a:gd name="connsiteY24" fmla="*/ 33294 h 69025"/>
                <a:gd name="connsiteX25" fmla="*/ 56928 w 91450"/>
                <a:gd name="connsiteY25" fmla="*/ 22519 h 69025"/>
                <a:gd name="connsiteX26" fmla="*/ 56928 w 91450"/>
                <a:gd name="connsiteY26" fmla="*/ 11117 h 69025"/>
                <a:gd name="connsiteX27" fmla="*/ 73131 w 91450"/>
                <a:gd name="connsiteY27" fmla="*/ 33210 h 69025"/>
                <a:gd name="connsiteX28" fmla="*/ 51965 w 91450"/>
                <a:gd name="connsiteY28" fmla="*/ 57262 h 69025"/>
                <a:gd name="connsiteX29" fmla="*/ 51929 w 91450"/>
                <a:gd name="connsiteY29" fmla="*/ 57262 h 69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1450" h="69025">
                  <a:moveTo>
                    <a:pt x="91414" y="60631"/>
                  </a:moveTo>
                  <a:lnTo>
                    <a:pt x="91414" y="22968"/>
                  </a:lnTo>
                  <a:cubicBezTo>
                    <a:pt x="91414" y="16037"/>
                    <a:pt x="89626" y="9814"/>
                    <a:pt x="86816" y="5595"/>
                  </a:cubicBezTo>
                  <a:cubicBezTo>
                    <a:pt x="84480" y="2088"/>
                    <a:pt x="81488" y="0"/>
                    <a:pt x="78131" y="0"/>
                  </a:cubicBezTo>
                  <a:lnTo>
                    <a:pt x="16713" y="0"/>
                  </a:lnTo>
                  <a:cubicBezTo>
                    <a:pt x="16713" y="0"/>
                    <a:pt x="16713" y="0"/>
                    <a:pt x="16677" y="0"/>
                  </a:cubicBezTo>
                  <a:cubicBezTo>
                    <a:pt x="16604" y="0"/>
                    <a:pt x="16531" y="0"/>
                    <a:pt x="16495" y="0"/>
                  </a:cubicBezTo>
                  <a:cubicBezTo>
                    <a:pt x="7372" y="124"/>
                    <a:pt x="0" y="12946"/>
                    <a:pt x="0" y="28775"/>
                  </a:cubicBezTo>
                  <a:lnTo>
                    <a:pt x="0" y="69025"/>
                  </a:lnTo>
                  <a:cubicBezTo>
                    <a:pt x="3102" y="69025"/>
                    <a:pt x="88823" y="69025"/>
                    <a:pt x="91451" y="69025"/>
                  </a:cubicBezTo>
                  <a:lnTo>
                    <a:pt x="91451" y="60631"/>
                  </a:lnTo>
                  <a:lnTo>
                    <a:pt x="91414" y="60631"/>
                  </a:lnTo>
                  <a:close/>
                  <a:moveTo>
                    <a:pt x="51929" y="57262"/>
                  </a:moveTo>
                  <a:lnTo>
                    <a:pt x="51929" y="64905"/>
                  </a:lnTo>
                  <a:lnTo>
                    <a:pt x="42186" y="64905"/>
                  </a:lnTo>
                  <a:lnTo>
                    <a:pt x="42186" y="57262"/>
                  </a:lnTo>
                  <a:cubicBezTo>
                    <a:pt x="29267" y="55466"/>
                    <a:pt x="21056" y="46407"/>
                    <a:pt x="21056" y="32542"/>
                  </a:cubicBezTo>
                  <a:cubicBezTo>
                    <a:pt x="21056" y="21264"/>
                    <a:pt x="27625" y="13165"/>
                    <a:pt x="37478" y="10993"/>
                  </a:cubicBezTo>
                  <a:lnTo>
                    <a:pt x="37478" y="22392"/>
                  </a:lnTo>
                  <a:cubicBezTo>
                    <a:pt x="33099" y="24187"/>
                    <a:pt x="30362" y="27947"/>
                    <a:pt x="30362" y="33126"/>
                  </a:cubicBezTo>
                  <a:cubicBezTo>
                    <a:pt x="30362" y="40017"/>
                    <a:pt x="35069" y="44528"/>
                    <a:pt x="42258" y="45947"/>
                  </a:cubicBezTo>
                  <a:lnTo>
                    <a:pt x="42258" y="30578"/>
                  </a:lnTo>
                  <a:lnTo>
                    <a:pt x="51965" y="30578"/>
                  </a:lnTo>
                  <a:lnTo>
                    <a:pt x="51965" y="45947"/>
                  </a:lnTo>
                  <a:cubicBezTo>
                    <a:pt x="59118" y="44568"/>
                    <a:pt x="63862" y="40101"/>
                    <a:pt x="63862" y="33294"/>
                  </a:cubicBezTo>
                  <a:cubicBezTo>
                    <a:pt x="63862" y="28071"/>
                    <a:pt x="61198" y="24355"/>
                    <a:pt x="56928" y="22519"/>
                  </a:cubicBezTo>
                  <a:lnTo>
                    <a:pt x="56928" y="11117"/>
                  </a:lnTo>
                  <a:cubicBezTo>
                    <a:pt x="66635" y="13329"/>
                    <a:pt x="73131" y="21684"/>
                    <a:pt x="73131" y="33210"/>
                  </a:cubicBezTo>
                  <a:cubicBezTo>
                    <a:pt x="73131" y="46783"/>
                    <a:pt x="64920" y="55550"/>
                    <a:pt x="51965" y="57262"/>
                  </a:cubicBezTo>
                  <a:lnTo>
                    <a:pt x="51929" y="57262"/>
                  </a:lnTo>
                  <a:close/>
                </a:path>
              </a:pathLst>
            </a:custGeom>
            <a:solidFill>
              <a:srgbClr val="007B85"/>
            </a:solidFill>
            <a:ln w="3646" cap="flat">
              <a:noFill/>
              <a:prstDash val="solid"/>
              <a:miter/>
            </a:ln>
          </p:spPr>
          <p:txBody>
            <a:bodyPr rtlCol="0" anchor="ctr"/>
            <a:lstStyle/>
            <a:p>
              <a:endParaRPr lang="en-GR"/>
            </a:p>
          </p:txBody>
        </p:sp>
      </p:grpSp>
      <p:grpSp>
        <p:nvGrpSpPr>
          <p:cNvPr id="257" name="Group 256">
            <a:extLst>
              <a:ext uri="{FF2B5EF4-FFF2-40B4-BE49-F238E27FC236}">
                <a16:creationId xmlns:a16="http://schemas.microsoft.com/office/drawing/2014/main" id="{90B3F754-FA33-9DA5-9541-9095F28BAC2F}"/>
              </a:ext>
            </a:extLst>
          </p:cNvPr>
          <p:cNvGrpSpPr/>
          <p:nvPr/>
        </p:nvGrpSpPr>
        <p:grpSpPr>
          <a:xfrm>
            <a:off x="8910214" y="1861918"/>
            <a:ext cx="180936" cy="180970"/>
            <a:chOff x="7758058" y="1861918"/>
            <a:chExt cx="180936" cy="180970"/>
          </a:xfrm>
        </p:grpSpPr>
        <p:sp>
          <p:nvSpPr>
            <p:cNvPr id="258" name="Freeform 211">
              <a:extLst>
                <a:ext uri="{FF2B5EF4-FFF2-40B4-BE49-F238E27FC236}">
                  <a16:creationId xmlns:a16="http://schemas.microsoft.com/office/drawing/2014/main" id="{EBC38F96-B550-5AF0-86C6-770C6F71997E}"/>
                </a:ext>
              </a:extLst>
            </p:cNvPr>
            <p:cNvSpPr/>
            <p:nvPr/>
          </p:nvSpPr>
          <p:spPr>
            <a:xfrm>
              <a:off x="7835602" y="1896931"/>
              <a:ext cx="48692" cy="93149"/>
            </a:xfrm>
            <a:custGeom>
              <a:avLst/>
              <a:gdLst>
                <a:gd name="connsiteX0" fmla="*/ 20874 w 54995"/>
                <a:gd name="connsiteY0" fmla="*/ 5391 h 105207"/>
                <a:gd name="connsiteX1" fmla="*/ 20874 w 54995"/>
                <a:gd name="connsiteY1" fmla="*/ 65529 h 105207"/>
                <a:gd name="connsiteX2" fmla="*/ 20764 w 54995"/>
                <a:gd name="connsiteY2" fmla="*/ 65580 h 105207"/>
                <a:gd name="connsiteX3" fmla="*/ 53352 w 54995"/>
                <a:gd name="connsiteY3" fmla="*/ 87457 h 105207"/>
                <a:gd name="connsiteX4" fmla="*/ 52695 w 54995"/>
                <a:gd name="connsiteY4" fmla="*/ 98038 h 105207"/>
                <a:gd name="connsiteX5" fmla="*/ 51272 w 54995"/>
                <a:gd name="connsiteY5" fmla="*/ 100144 h 105207"/>
                <a:gd name="connsiteX6" fmla="*/ 41675 w 54995"/>
                <a:gd name="connsiteY6" fmla="*/ 104662 h 105207"/>
                <a:gd name="connsiteX7" fmla="*/ 1605 w 54995"/>
                <a:gd name="connsiteY7" fmla="*/ 77442 h 105207"/>
                <a:gd name="connsiteX8" fmla="*/ 0 w 54995"/>
                <a:gd name="connsiteY8" fmla="*/ 74055 h 105207"/>
                <a:gd name="connsiteX9" fmla="*/ 0 w 54995"/>
                <a:gd name="connsiteY9" fmla="*/ 5391 h 105207"/>
                <a:gd name="connsiteX10" fmla="*/ 9087 w 54995"/>
                <a:gd name="connsiteY10" fmla="*/ 0 h 105207"/>
                <a:gd name="connsiteX11" fmla="*/ 11787 w 54995"/>
                <a:gd name="connsiteY11" fmla="*/ 0 h 105207"/>
                <a:gd name="connsiteX12" fmla="*/ 20874 w 54995"/>
                <a:gd name="connsiteY12" fmla="*/ 5391 h 10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995" h="105207">
                  <a:moveTo>
                    <a:pt x="20874" y="5391"/>
                  </a:moveTo>
                  <a:lnTo>
                    <a:pt x="20874" y="65529"/>
                  </a:lnTo>
                  <a:lnTo>
                    <a:pt x="20764" y="65580"/>
                  </a:lnTo>
                  <a:lnTo>
                    <a:pt x="53352" y="87457"/>
                  </a:lnTo>
                  <a:cubicBezTo>
                    <a:pt x="55761" y="89205"/>
                    <a:pt x="55505" y="93928"/>
                    <a:pt x="52695" y="98038"/>
                  </a:cubicBezTo>
                  <a:lnTo>
                    <a:pt x="51272" y="100144"/>
                  </a:lnTo>
                  <a:cubicBezTo>
                    <a:pt x="48426" y="104250"/>
                    <a:pt x="44156" y="106253"/>
                    <a:pt x="41675" y="104662"/>
                  </a:cubicBezTo>
                  <a:lnTo>
                    <a:pt x="1605" y="77442"/>
                  </a:lnTo>
                  <a:cubicBezTo>
                    <a:pt x="621" y="76723"/>
                    <a:pt x="110" y="75493"/>
                    <a:pt x="0" y="74055"/>
                  </a:cubicBezTo>
                  <a:lnTo>
                    <a:pt x="0" y="5391"/>
                  </a:lnTo>
                  <a:cubicBezTo>
                    <a:pt x="110" y="2413"/>
                    <a:pt x="4124" y="0"/>
                    <a:pt x="9087" y="0"/>
                  </a:cubicBezTo>
                  <a:lnTo>
                    <a:pt x="11787" y="0"/>
                  </a:lnTo>
                  <a:cubicBezTo>
                    <a:pt x="16750" y="51"/>
                    <a:pt x="20764" y="2413"/>
                    <a:pt x="20874" y="5391"/>
                  </a:cubicBezTo>
                  <a:close/>
                </a:path>
              </a:pathLst>
            </a:custGeom>
            <a:solidFill>
              <a:srgbClr val="007B85"/>
            </a:solidFill>
            <a:ln w="3646" cap="flat">
              <a:noFill/>
              <a:prstDash val="solid"/>
              <a:miter/>
            </a:ln>
          </p:spPr>
          <p:txBody>
            <a:bodyPr rtlCol="0" anchor="ctr"/>
            <a:lstStyle/>
            <a:p>
              <a:endParaRPr lang="en-GR"/>
            </a:p>
          </p:txBody>
        </p:sp>
        <p:sp>
          <p:nvSpPr>
            <p:cNvPr id="259" name="Freeform 212">
              <a:extLst>
                <a:ext uri="{FF2B5EF4-FFF2-40B4-BE49-F238E27FC236}">
                  <a16:creationId xmlns:a16="http://schemas.microsoft.com/office/drawing/2014/main" id="{8F15E737-8676-385A-F720-7FCAE6E6C43D}"/>
                </a:ext>
              </a:extLst>
            </p:cNvPr>
            <p:cNvSpPr/>
            <p:nvPr/>
          </p:nvSpPr>
          <p:spPr>
            <a:xfrm>
              <a:off x="7758058" y="1861918"/>
              <a:ext cx="180936" cy="180970"/>
            </a:xfrm>
            <a:custGeom>
              <a:avLst/>
              <a:gdLst>
                <a:gd name="connsiteX0" fmla="*/ 0 w 204358"/>
                <a:gd name="connsiteY0" fmla="*/ 102198 h 204396"/>
                <a:gd name="connsiteX1" fmla="*/ 102179 w 204358"/>
                <a:gd name="connsiteY1" fmla="*/ 0 h 204396"/>
                <a:gd name="connsiteX2" fmla="*/ 204358 w 204358"/>
                <a:gd name="connsiteY2" fmla="*/ 102198 h 204396"/>
                <a:gd name="connsiteX3" fmla="*/ 102179 w 204358"/>
                <a:gd name="connsiteY3" fmla="*/ 204397 h 204396"/>
                <a:gd name="connsiteX4" fmla="*/ 0 w 204358"/>
                <a:gd name="connsiteY4" fmla="*/ 102198 h 204396"/>
                <a:gd name="connsiteX5" fmla="*/ 25691 w 204358"/>
                <a:gd name="connsiteY5" fmla="*/ 102198 h 204396"/>
                <a:gd name="connsiteX6" fmla="*/ 102179 w 204358"/>
                <a:gd name="connsiteY6" fmla="*/ 178717 h 204396"/>
                <a:gd name="connsiteX7" fmla="*/ 178668 w 204358"/>
                <a:gd name="connsiteY7" fmla="*/ 102198 h 204396"/>
                <a:gd name="connsiteX8" fmla="*/ 102179 w 204358"/>
                <a:gd name="connsiteY8" fmla="*/ 25676 h 204396"/>
                <a:gd name="connsiteX9" fmla="*/ 25691 w 204358"/>
                <a:gd name="connsiteY9" fmla="*/ 102198 h 204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4358" h="204396">
                  <a:moveTo>
                    <a:pt x="0" y="102198"/>
                  </a:moveTo>
                  <a:cubicBezTo>
                    <a:pt x="0" y="45758"/>
                    <a:pt x="45762" y="0"/>
                    <a:pt x="102179" y="0"/>
                  </a:cubicBezTo>
                  <a:cubicBezTo>
                    <a:pt x="158597" y="0"/>
                    <a:pt x="204358" y="45758"/>
                    <a:pt x="204358" y="102198"/>
                  </a:cubicBezTo>
                  <a:cubicBezTo>
                    <a:pt x="204358" y="158639"/>
                    <a:pt x="158597" y="204397"/>
                    <a:pt x="102179" y="204397"/>
                  </a:cubicBezTo>
                  <a:cubicBezTo>
                    <a:pt x="45762" y="204397"/>
                    <a:pt x="0" y="158639"/>
                    <a:pt x="0" y="102198"/>
                  </a:cubicBezTo>
                  <a:close/>
                  <a:moveTo>
                    <a:pt x="25691" y="102198"/>
                  </a:moveTo>
                  <a:cubicBezTo>
                    <a:pt x="25691" y="144412"/>
                    <a:pt x="59958" y="178717"/>
                    <a:pt x="102179" y="178717"/>
                  </a:cubicBezTo>
                  <a:cubicBezTo>
                    <a:pt x="144401" y="178717"/>
                    <a:pt x="178668" y="144412"/>
                    <a:pt x="178668" y="102198"/>
                  </a:cubicBezTo>
                  <a:cubicBezTo>
                    <a:pt x="178668" y="59985"/>
                    <a:pt x="144401" y="25676"/>
                    <a:pt x="102179" y="25676"/>
                  </a:cubicBezTo>
                  <a:cubicBezTo>
                    <a:pt x="59958" y="25676"/>
                    <a:pt x="25691" y="59985"/>
                    <a:pt x="25691" y="102198"/>
                  </a:cubicBezTo>
                  <a:close/>
                </a:path>
              </a:pathLst>
            </a:custGeom>
            <a:solidFill>
              <a:srgbClr val="007B85"/>
            </a:solidFill>
            <a:ln w="3646" cap="flat">
              <a:noFill/>
              <a:prstDash val="solid"/>
              <a:miter/>
            </a:ln>
          </p:spPr>
          <p:txBody>
            <a:bodyPr rtlCol="0" anchor="ctr"/>
            <a:lstStyle/>
            <a:p>
              <a:endParaRPr lang="en-GR"/>
            </a:p>
          </p:txBody>
        </p:sp>
      </p:grpSp>
      <p:grpSp>
        <p:nvGrpSpPr>
          <p:cNvPr id="260" name="Group 259">
            <a:extLst>
              <a:ext uri="{FF2B5EF4-FFF2-40B4-BE49-F238E27FC236}">
                <a16:creationId xmlns:a16="http://schemas.microsoft.com/office/drawing/2014/main" id="{2B32CC3C-E927-B3CB-BDFE-250B13A2B1C5}"/>
              </a:ext>
            </a:extLst>
          </p:cNvPr>
          <p:cNvGrpSpPr/>
          <p:nvPr/>
        </p:nvGrpSpPr>
        <p:grpSpPr>
          <a:xfrm>
            <a:off x="9249471" y="1868428"/>
            <a:ext cx="167980" cy="167993"/>
            <a:chOff x="8097315" y="1868426"/>
            <a:chExt cx="167980" cy="167993"/>
          </a:xfrm>
        </p:grpSpPr>
        <p:sp>
          <p:nvSpPr>
            <p:cNvPr id="261" name="Freeform 213">
              <a:extLst>
                <a:ext uri="{FF2B5EF4-FFF2-40B4-BE49-F238E27FC236}">
                  <a16:creationId xmlns:a16="http://schemas.microsoft.com/office/drawing/2014/main" id="{4FAE3526-68A3-DBF2-98EF-D971922F021E}"/>
                </a:ext>
              </a:extLst>
            </p:cNvPr>
            <p:cNvSpPr/>
            <p:nvPr/>
          </p:nvSpPr>
          <p:spPr>
            <a:xfrm>
              <a:off x="8097315" y="1868426"/>
              <a:ext cx="167883" cy="89663"/>
            </a:xfrm>
            <a:custGeom>
              <a:avLst/>
              <a:gdLst>
                <a:gd name="connsiteX0" fmla="*/ 154145 w 189615"/>
                <a:gd name="connsiteY0" fmla="*/ 35527 h 101270"/>
                <a:gd name="connsiteX1" fmla="*/ 154145 w 189615"/>
                <a:gd name="connsiteY1" fmla="*/ 101271 h 101270"/>
                <a:gd name="connsiteX2" fmla="*/ 189615 w 189615"/>
                <a:gd name="connsiteY2" fmla="*/ 74992 h 101270"/>
                <a:gd name="connsiteX3" fmla="*/ 171880 w 189615"/>
                <a:gd name="connsiteY3" fmla="*/ 51936 h 101270"/>
                <a:gd name="connsiteX4" fmla="*/ 154108 w 189615"/>
                <a:gd name="connsiteY4" fmla="*/ 17738 h 101270"/>
                <a:gd name="connsiteX5" fmla="*/ 125717 w 189615"/>
                <a:gd name="connsiteY5" fmla="*/ 17738 h 101270"/>
                <a:gd name="connsiteX6" fmla="*/ 107215 w 189615"/>
                <a:gd name="connsiteY6" fmla="*/ 4029 h 101270"/>
                <a:gd name="connsiteX7" fmla="*/ 82364 w 189615"/>
                <a:gd name="connsiteY7" fmla="*/ 4076 h 101270"/>
                <a:gd name="connsiteX8" fmla="*/ 63899 w 189615"/>
                <a:gd name="connsiteY8" fmla="*/ 17738 h 101270"/>
                <a:gd name="connsiteX9" fmla="*/ 35507 w 189615"/>
                <a:gd name="connsiteY9" fmla="*/ 17738 h 101270"/>
                <a:gd name="connsiteX10" fmla="*/ 17735 w 189615"/>
                <a:gd name="connsiteY10" fmla="*/ 51936 h 101270"/>
                <a:gd name="connsiteX11" fmla="*/ 0 w 189615"/>
                <a:gd name="connsiteY11" fmla="*/ 74992 h 101270"/>
                <a:gd name="connsiteX12" fmla="*/ 35471 w 189615"/>
                <a:gd name="connsiteY12" fmla="*/ 101271 h 101270"/>
                <a:gd name="connsiteX13" fmla="*/ 35471 w 189615"/>
                <a:gd name="connsiteY13" fmla="*/ 35527 h 101270"/>
                <a:gd name="connsiteX14" fmla="*/ 154145 w 189615"/>
                <a:gd name="connsiteY14" fmla="*/ 35527 h 101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9615" h="101270">
                  <a:moveTo>
                    <a:pt x="154145" y="35527"/>
                  </a:moveTo>
                  <a:lnTo>
                    <a:pt x="154145" y="101271"/>
                  </a:lnTo>
                  <a:lnTo>
                    <a:pt x="189615" y="74992"/>
                  </a:lnTo>
                  <a:cubicBezTo>
                    <a:pt x="188666" y="63722"/>
                    <a:pt x="180127" y="58043"/>
                    <a:pt x="171880" y="51936"/>
                  </a:cubicBezTo>
                  <a:cubicBezTo>
                    <a:pt x="171880" y="38388"/>
                    <a:pt x="175164" y="17738"/>
                    <a:pt x="154108" y="17738"/>
                  </a:cubicBezTo>
                  <a:lnTo>
                    <a:pt x="125717" y="17738"/>
                  </a:lnTo>
                  <a:lnTo>
                    <a:pt x="107215" y="4029"/>
                  </a:lnTo>
                  <a:cubicBezTo>
                    <a:pt x="99880" y="-1296"/>
                    <a:pt x="89699" y="-1406"/>
                    <a:pt x="82364" y="4076"/>
                  </a:cubicBezTo>
                  <a:lnTo>
                    <a:pt x="63899" y="17738"/>
                  </a:lnTo>
                  <a:lnTo>
                    <a:pt x="35507" y="17738"/>
                  </a:lnTo>
                  <a:cubicBezTo>
                    <a:pt x="14597" y="17738"/>
                    <a:pt x="17735" y="38388"/>
                    <a:pt x="17735" y="51936"/>
                  </a:cubicBezTo>
                  <a:cubicBezTo>
                    <a:pt x="9451" y="58064"/>
                    <a:pt x="1022" y="63711"/>
                    <a:pt x="0" y="74992"/>
                  </a:cubicBezTo>
                  <a:lnTo>
                    <a:pt x="35471" y="101271"/>
                  </a:lnTo>
                  <a:lnTo>
                    <a:pt x="35471" y="35527"/>
                  </a:lnTo>
                  <a:lnTo>
                    <a:pt x="154145" y="35527"/>
                  </a:lnTo>
                  <a:close/>
                </a:path>
              </a:pathLst>
            </a:custGeom>
            <a:solidFill>
              <a:srgbClr val="007B85"/>
            </a:solidFill>
            <a:ln w="3646" cap="flat">
              <a:noFill/>
              <a:prstDash val="solid"/>
              <a:miter/>
            </a:ln>
          </p:spPr>
          <p:txBody>
            <a:bodyPr rtlCol="0" anchor="ctr"/>
            <a:lstStyle/>
            <a:p>
              <a:endParaRPr lang="en-GR"/>
            </a:p>
          </p:txBody>
        </p:sp>
        <p:sp>
          <p:nvSpPr>
            <p:cNvPr id="262" name="Freeform 214">
              <a:extLst>
                <a:ext uri="{FF2B5EF4-FFF2-40B4-BE49-F238E27FC236}">
                  <a16:creationId xmlns:a16="http://schemas.microsoft.com/office/drawing/2014/main" id="{E9DC1FE6-440A-542F-4A4C-16FDB987E474}"/>
                </a:ext>
              </a:extLst>
            </p:cNvPr>
            <p:cNvSpPr/>
            <p:nvPr/>
          </p:nvSpPr>
          <p:spPr>
            <a:xfrm>
              <a:off x="8145715" y="1916679"/>
              <a:ext cx="71179" cy="16758"/>
            </a:xfrm>
            <a:custGeom>
              <a:avLst/>
              <a:gdLst>
                <a:gd name="connsiteX0" fmla="*/ 75540 w 80393"/>
                <a:gd name="connsiteY0" fmla="*/ 0 h 18927"/>
                <a:gd name="connsiteX1" fmla="*/ 80393 w 80393"/>
                <a:gd name="connsiteY1" fmla="*/ 11004 h 18927"/>
                <a:gd name="connsiteX2" fmla="*/ 75540 w 80393"/>
                <a:gd name="connsiteY2" fmla="*/ 18928 h 18927"/>
                <a:gd name="connsiteX3" fmla="*/ 4890 w 80393"/>
                <a:gd name="connsiteY3" fmla="*/ 18928 h 18927"/>
                <a:gd name="connsiteX4" fmla="*/ 0 w 80393"/>
                <a:gd name="connsiteY4" fmla="*/ 10628 h 18927"/>
                <a:gd name="connsiteX5" fmla="*/ 4890 w 80393"/>
                <a:gd name="connsiteY5" fmla="*/ 0 h 18927"/>
                <a:gd name="connsiteX6" fmla="*/ 75540 w 80393"/>
                <a:gd name="connsiteY6" fmla="*/ 0 h 18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93" h="18927">
                  <a:moveTo>
                    <a:pt x="75540" y="0"/>
                  </a:moveTo>
                  <a:cubicBezTo>
                    <a:pt x="80466" y="179"/>
                    <a:pt x="80393" y="7424"/>
                    <a:pt x="80393" y="11004"/>
                  </a:cubicBezTo>
                  <a:cubicBezTo>
                    <a:pt x="80320" y="15369"/>
                    <a:pt x="78167" y="18833"/>
                    <a:pt x="75540" y="18928"/>
                  </a:cubicBezTo>
                  <a:lnTo>
                    <a:pt x="4890" y="18928"/>
                  </a:lnTo>
                  <a:cubicBezTo>
                    <a:pt x="2189" y="18880"/>
                    <a:pt x="0" y="15180"/>
                    <a:pt x="0" y="10628"/>
                  </a:cubicBezTo>
                  <a:cubicBezTo>
                    <a:pt x="0" y="7135"/>
                    <a:pt x="146" y="168"/>
                    <a:pt x="4890" y="0"/>
                  </a:cubicBezTo>
                  <a:lnTo>
                    <a:pt x="75540" y="0"/>
                  </a:lnTo>
                  <a:close/>
                </a:path>
              </a:pathLst>
            </a:custGeom>
            <a:solidFill>
              <a:srgbClr val="007B85"/>
            </a:solidFill>
            <a:ln w="3646" cap="flat">
              <a:noFill/>
              <a:prstDash val="solid"/>
              <a:miter/>
            </a:ln>
          </p:spPr>
          <p:txBody>
            <a:bodyPr rtlCol="0" anchor="ctr"/>
            <a:lstStyle/>
            <a:p>
              <a:endParaRPr lang="en-GR"/>
            </a:p>
          </p:txBody>
        </p:sp>
        <p:sp>
          <p:nvSpPr>
            <p:cNvPr id="263" name="Freeform 215">
              <a:extLst>
                <a:ext uri="{FF2B5EF4-FFF2-40B4-BE49-F238E27FC236}">
                  <a16:creationId xmlns:a16="http://schemas.microsoft.com/office/drawing/2014/main" id="{7760DE82-3EC6-392A-B463-EAC9D4C72C28}"/>
                </a:ext>
              </a:extLst>
            </p:cNvPr>
            <p:cNvSpPr/>
            <p:nvPr/>
          </p:nvSpPr>
          <p:spPr>
            <a:xfrm>
              <a:off x="8145715" y="1944483"/>
              <a:ext cx="71179" cy="16758"/>
            </a:xfrm>
            <a:custGeom>
              <a:avLst/>
              <a:gdLst>
                <a:gd name="connsiteX0" fmla="*/ 4890 w 80393"/>
                <a:gd name="connsiteY0" fmla="*/ 0 h 18927"/>
                <a:gd name="connsiteX1" fmla="*/ 75540 w 80393"/>
                <a:gd name="connsiteY1" fmla="*/ 0 h 18927"/>
                <a:gd name="connsiteX2" fmla="*/ 80393 w 80393"/>
                <a:gd name="connsiteY2" fmla="*/ 11004 h 18927"/>
                <a:gd name="connsiteX3" fmla="*/ 75540 w 80393"/>
                <a:gd name="connsiteY3" fmla="*/ 18928 h 18927"/>
                <a:gd name="connsiteX4" fmla="*/ 4890 w 80393"/>
                <a:gd name="connsiteY4" fmla="*/ 18928 h 18927"/>
                <a:gd name="connsiteX5" fmla="*/ 0 w 80393"/>
                <a:gd name="connsiteY5" fmla="*/ 10625 h 18927"/>
                <a:gd name="connsiteX6" fmla="*/ 4890 w 80393"/>
                <a:gd name="connsiteY6" fmla="*/ 0 h 18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93" h="18927">
                  <a:moveTo>
                    <a:pt x="4890" y="0"/>
                  </a:moveTo>
                  <a:lnTo>
                    <a:pt x="75540" y="0"/>
                  </a:lnTo>
                  <a:cubicBezTo>
                    <a:pt x="80503" y="91"/>
                    <a:pt x="80393" y="7449"/>
                    <a:pt x="80393" y="11004"/>
                  </a:cubicBezTo>
                  <a:cubicBezTo>
                    <a:pt x="80320" y="15369"/>
                    <a:pt x="78167" y="18833"/>
                    <a:pt x="75540" y="18928"/>
                  </a:cubicBezTo>
                  <a:lnTo>
                    <a:pt x="4890" y="18928"/>
                  </a:lnTo>
                  <a:cubicBezTo>
                    <a:pt x="2189" y="18881"/>
                    <a:pt x="0" y="15180"/>
                    <a:pt x="0" y="10625"/>
                  </a:cubicBezTo>
                  <a:cubicBezTo>
                    <a:pt x="0" y="7135"/>
                    <a:pt x="146" y="168"/>
                    <a:pt x="4890" y="0"/>
                  </a:cubicBezTo>
                  <a:close/>
                </a:path>
              </a:pathLst>
            </a:custGeom>
            <a:solidFill>
              <a:srgbClr val="007B85"/>
            </a:solidFill>
            <a:ln w="3646" cap="flat">
              <a:noFill/>
              <a:prstDash val="solid"/>
              <a:miter/>
            </a:ln>
          </p:spPr>
          <p:txBody>
            <a:bodyPr rtlCol="0" anchor="ctr"/>
            <a:lstStyle/>
            <a:p>
              <a:endParaRPr lang="en-GR"/>
            </a:p>
          </p:txBody>
        </p:sp>
        <p:sp>
          <p:nvSpPr>
            <p:cNvPr id="264" name="Freeform 216">
              <a:extLst>
                <a:ext uri="{FF2B5EF4-FFF2-40B4-BE49-F238E27FC236}">
                  <a16:creationId xmlns:a16="http://schemas.microsoft.com/office/drawing/2014/main" id="{031E802E-74A5-6727-2CC9-FE121CE4FD51}"/>
                </a:ext>
              </a:extLst>
            </p:cNvPr>
            <p:cNvSpPr/>
            <p:nvPr/>
          </p:nvSpPr>
          <p:spPr>
            <a:xfrm>
              <a:off x="8097315" y="1947844"/>
              <a:ext cx="167980" cy="88575"/>
            </a:xfrm>
            <a:custGeom>
              <a:avLst/>
              <a:gdLst>
                <a:gd name="connsiteX0" fmla="*/ 0 w 189724"/>
                <a:gd name="connsiteY0" fmla="*/ 0 h 100041"/>
                <a:gd name="connsiteX1" fmla="*/ 94844 w 189724"/>
                <a:gd name="connsiteY1" fmla="*/ 69872 h 100041"/>
                <a:gd name="connsiteX2" fmla="*/ 94917 w 189724"/>
                <a:gd name="connsiteY2" fmla="*/ 69872 h 100041"/>
                <a:gd name="connsiteX3" fmla="*/ 189725 w 189724"/>
                <a:gd name="connsiteY3" fmla="*/ 0 h 100041"/>
                <a:gd name="connsiteX4" fmla="*/ 189725 w 189724"/>
                <a:gd name="connsiteY4" fmla="*/ 72671 h 100041"/>
                <a:gd name="connsiteX5" fmla="*/ 145423 w 189724"/>
                <a:gd name="connsiteY5" fmla="*/ 99947 h 100041"/>
                <a:gd name="connsiteX6" fmla="*/ 46820 w 189724"/>
                <a:gd name="connsiteY6" fmla="*/ 100041 h 100041"/>
                <a:gd name="connsiteX7" fmla="*/ 0 w 189724"/>
                <a:gd name="connsiteY7" fmla="*/ 72671 h 100041"/>
                <a:gd name="connsiteX8" fmla="*/ 0 w 189724"/>
                <a:gd name="connsiteY8" fmla="*/ 0 h 100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724" h="100041">
                  <a:moveTo>
                    <a:pt x="0" y="0"/>
                  </a:moveTo>
                  <a:lnTo>
                    <a:pt x="94844" y="69872"/>
                  </a:lnTo>
                  <a:lnTo>
                    <a:pt x="94917" y="69872"/>
                  </a:lnTo>
                  <a:lnTo>
                    <a:pt x="189725" y="0"/>
                  </a:lnTo>
                  <a:lnTo>
                    <a:pt x="189725" y="72671"/>
                  </a:lnTo>
                  <a:cubicBezTo>
                    <a:pt x="189725" y="87187"/>
                    <a:pt x="170128" y="99045"/>
                    <a:pt x="145423" y="99947"/>
                  </a:cubicBezTo>
                  <a:lnTo>
                    <a:pt x="46820" y="100041"/>
                  </a:lnTo>
                  <a:cubicBezTo>
                    <a:pt x="31274" y="99947"/>
                    <a:pt x="0" y="93526"/>
                    <a:pt x="0" y="72671"/>
                  </a:cubicBezTo>
                  <a:lnTo>
                    <a:pt x="0" y="0"/>
                  </a:lnTo>
                  <a:close/>
                </a:path>
              </a:pathLst>
            </a:custGeom>
            <a:solidFill>
              <a:srgbClr val="007B85"/>
            </a:solidFill>
            <a:ln w="3646" cap="flat">
              <a:noFill/>
              <a:prstDash val="solid"/>
              <a:miter/>
            </a:ln>
          </p:spPr>
          <p:txBody>
            <a:bodyPr rtlCol="0" anchor="ctr"/>
            <a:lstStyle/>
            <a:p>
              <a:endParaRPr lang="en-GR"/>
            </a:p>
          </p:txBody>
        </p:sp>
      </p:grpSp>
      <p:sp>
        <p:nvSpPr>
          <p:cNvPr id="265" name="Freeform 217">
            <a:extLst>
              <a:ext uri="{FF2B5EF4-FFF2-40B4-BE49-F238E27FC236}">
                <a16:creationId xmlns:a16="http://schemas.microsoft.com/office/drawing/2014/main" id="{EAE886C1-C04E-578B-9172-E65C4645D901}"/>
              </a:ext>
            </a:extLst>
          </p:cNvPr>
          <p:cNvSpPr/>
          <p:nvPr/>
        </p:nvSpPr>
        <p:spPr>
          <a:xfrm>
            <a:off x="9604882" y="1855454"/>
            <a:ext cx="125524" cy="193890"/>
          </a:xfrm>
          <a:custGeom>
            <a:avLst/>
            <a:gdLst>
              <a:gd name="connsiteX0" fmla="*/ 106339 w 141773"/>
              <a:gd name="connsiteY0" fmla="*/ 0 h 218988"/>
              <a:gd name="connsiteX1" fmla="*/ 35434 w 141773"/>
              <a:gd name="connsiteY1" fmla="*/ 0 h 218988"/>
              <a:gd name="connsiteX2" fmla="*/ 0 w 141773"/>
              <a:gd name="connsiteY2" fmla="*/ 20494 h 218988"/>
              <a:gd name="connsiteX3" fmla="*/ 0 w 141773"/>
              <a:gd name="connsiteY3" fmla="*/ 198495 h 218988"/>
              <a:gd name="connsiteX4" fmla="*/ 35434 w 141773"/>
              <a:gd name="connsiteY4" fmla="*/ 218989 h 218988"/>
              <a:gd name="connsiteX5" fmla="*/ 106339 w 141773"/>
              <a:gd name="connsiteY5" fmla="*/ 218989 h 218988"/>
              <a:gd name="connsiteX6" fmla="*/ 141774 w 141773"/>
              <a:gd name="connsiteY6" fmla="*/ 198495 h 218988"/>
              <a:gd name="connsiteX7" fmla="*/ 141774 w 141773"/>
              <a:gd name="connsiteY7" fmla="*/ 20494 h 218988"/>
              <a:gd name="connsiteX8" fmla="*/ 106339 w 141773"/>
              <a:gd name="connsiteY8" fmla="*/ 0 h 218988"/>
              <a:gd name="connsiteX9" fmla="*/ 70650 w 141773"/>
              <a:gd name="connsiteY9" fmla="*/ 206955 h 218988"/>
              <a:gd name="connsiteX10" fmla="*/ 50141 w 141773"/>
              <a:gd name="connsiteY10" fmla="*/ 195090 h 218988"/>
              <a:gd name="connsiteX11" fmla="*/ 70650 w 141773"/>
              <a:gd name="connsiteY11" fmla="*/ 183224 h 218988"/>
              <a:gd name="connsiteX12" fmla="*/ 91122 w 141773"/>
              <a:gd name="connsiteY12" fmla="*/ 195090 h 218988"/>
              <a:gd name="connsiteX13" fmla="*/ 70650 w 141773"/>
              <a:gd name="connsiteY13" fmla="*/ 206955 h 218988"/>
              <a:gd name="connsiteX14" fmla="*/ 115900 w 141773"/>
              <a:gd name="connsiteY14" fmla="*/ 40272 h 218988"/>
              <a:gd name="connsiteX15" fmla="*/ 115900 w 141773"/>
              <a:gd name="connsiteY15" fmla="*/ 171687 h 218988"/>
              <a:gd name="connsiteX16" fmla="*/ 25910 w 141773"/>
              <a:gd name="connsiteY16" fmla="*/ 171687 h 218988"/>
              <a:gd name="connsiteX17" fmla="*/ 25910 w 141773"/>
              <a:gd name="connsiteY17" fmla="*/ 28129 h 218988"/>
              <a:gd name="connsiteX18" fmla="*/ 115974 w 141773"/>
              <a:gd name="connsiteY18" fmla="*/ 28129 h 218988"/>
              <a:gd name="connsiteX19" fmla="*/ 115974 w 141773"/>
              <a:gd name="connsiteY19" fmla="*/ 40272 h 218988"/>
              <a:gd name="connsiteX20" fmla="*/ 115900 w 141773"/>
              <a:gd name="connsiteY20" fmla="*/ 40272 h 21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1773" h="218988">
                <a:moveTo>
                  <a:pt x="106339" y="0"/>
                </a:moveTo>
                <a:lnTo>
                  <a:pt x="35434" y="0"/>
                </a:lnTo>
                <a:cubicBezTo>
                  <a:pt x="15874" y="0"/>
                  <a:pt x="0" y="9176"/>
                  <a:pt x="0" y="20494"/>
                </a:cubicBezTo>
                <a:lnTo>
                  <a:pt x="0" y="198495"/>
                </a:lnTo>
                <a:cubicBezTo>
                  <a:pt x="0" y="209813"/>
                  <a:pt x="15874" y="218989"/>
                  <a:pt x="35434" y="218989"/>
                </a:cubicBezTo>
                <a:lnTo>
                  <a:pt x="106339" y="218989"/>
                </a:lnTo>
                <a:cubicBezTo>
                  <a:pt x="125899" y="218989"/>
                  <a:pt x="141774" y="209813"/>
                  <a:pt x="141774" y="198495"/>
                </a:cubicBezTo>
                <a:lnTo>
                  <a:pt x="141774" y="20494"/>
                </a:lnTo>
                <a:cubicBezTo>
                  <a:pt x="141774" y="9176"/>
                  <a:pt x="125899" y="0"/>
                  <a:pt x="106339" y="0"/>
                </a:cubicBezTo>
                <a:close/>
                <a:moveTo>
                  <a:pt x="70650" y="206955"/>
                </a:moveTo>
                <a:cubicBezTo>
                  <a:pt x="59337" y="206955"/>
                  <a:pt x="50141" y="201627"/>
                  <a:pt x="50141" y="195090"/>
                </a:cubicBezTo>
                <a:cubicBezTo>
                  <a:pt x="50141" y="188553"/>
                  <a:pt x="59337" y="183224"/>
                  <a:pt x="70650" y="183224"/>
                </a:cubicBezTo>
                <a:cubicBezTo>
                  <a:pt x="81962" y="183224"/>
                  <a:pt x="91122" y="188553"/>
                  <a:pt x="91122" y="195090"/>
                </a:cubicBezTo>
                <a:cubicBezTo>
                  <a:pt x="91122" y="201627"/>
                  <a:pt x="81962" y="206955"/>
                  <a:pt x="70650" y="206955"/>
                </a:cubicBezTo>
                <a:close/>
                <a:moveTo>
                  <a:pt x="115900" y="40272"/>
                </a:moveTo>
                <a:lnTo>
                  <a:pt x="115900" y="171687"/>
                </a:lnTo>
                <a:lnTo>
                  <a:pt x="25910" y="171687"/>
                </a:lnTo>
                <a:lnTo>
                  <a:pt x="25910" y="28129"/>
                </a:lnTo>
                <a:lnTo>
                  <a:pt x="115974" y="28129"/>
                </a:lnTo>
                <a:lnTo>
                  <a:pt x="115974" y="40272"/>
                </a:lnTo>
                <a:lnTo>
                  <a:pt x="115900" y="40272"/>
                </a:lnTo>
                <a:close/>
              </a:path>
            </a:pathLst>
          </a:custGeom>
          <a:solidFill>
            <a:srgbClr val="007B85"/>
          </a:solidFill>
          <a:ln w="3646" cap="flat">
            <a:noFill/>
            <a:prstDash val="solid"/>
            <a:miter/>
          </a:ln>
        </p:spPr>
        <p:txBody>
          <a:bodyPr rtlCol="0" anchor="ctr"/>
          <a:lstStyle/>
          <a:p>
            <a:endParaRPr lang="en-GR"/>
          </a:p>
        </p:txBody>
      </p:sp>
      <p:grpSp>
        <p:nvGrpSpPr>
          <p:cNvPr id="266" name="Group 265">
            <a:extLst>
              <a:ext uri="{FF2B5EF4-FFF2-40B4-BE49-F238E27FC236}">
                <a16:creationId xmlns:a16="http://schemas.microsoft.com/office/drawing/2014/main" id="{D9B0F848-14B8-2573-35ED-5D46CCE1A963}"/>
              </a:ext>
            </a:extLst>
          </p:cNvPr>
          <p:cNvGrpSpPr/>
          <p:nvPr/>
        </p:nvGrpSpPr>
        <p:grpSpPr>
          <a:xfrm>
            <a:off x="9895674" y="1861918"/>
            <a:ext cx="206784" cy="183900"/>
            <a:chOff x="8743518" y="1861918"/>
            <a:chExt cx="206784" cy="183900"/>
          </a:xfrm>
        </p:grpSpPr>
        <p:sp>
          <p:nvSpPr>
            <p:cNvPr id="267" name="Freeform 218">
              <a:extLst>
                <a:ext uri="{FF2B5EF4-FFF2-40B4-BE49-F238E27FC236}">
                  <a16:creationId xmlns:a16="http://schemas.microsoft.com/office/drawing/2014/main" id="{17F92C8F-3724-A0B4-4C56-DCA4BABCA9D8}"/>
                </a:ext>
              </a:extLst>
            </p:cNvPr>
            <p:cNvSpPr/>
            <p:nvPr/>
          </p:nvSpPr>
          <p:spPr>
            <a:xfrm>
              <a:off x="8786457" y="1861918"/>
              <a:ext cx="118868" cy="12163"/>
            </a:xfrm>
            <a:custGeom>
              <a:avLst/>
              <a:gdLst>
                <a:gd name="connsiteX0" fmla="*/ 120316 w 134255"/>
                <a:gd name="connsiteY0" fmla="*/ 0 h 13737"/>
                <a:gd name="connsiteX1" fmla="*/ 134256 w 134255"/>
                <a:gd name="connsiteY1" fmla="*/ 13738 h 13737"/>
                <a:gd name="connsiteX2" fmla="*/ 0 w 134255"/>
                <a:gd name="connsiteY2" fmla="*/ 13738 h 13737"/>
                <a:gd name="connsiteX3" fmla="*/ 13940 w 134255"/>
                <a:gd name="connsiteY3" fmla="*/ 0 h 13737"/>
                <a:gd name="connsiteX4" fmla="*/ 120316 w 134255"/>
                <a:gd name="connsiteY4" fmla="*/ 0 h 13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255" h="13737">
                  <a:moveTo>
                    <a:pt x="120316" y="0"/>
                  </a:moveTo>
                  <a:cubicBezTo>
                    <a:pt x="126264" y="0"/>
                    <a:pt x="131410" y="5530"/>
                    <a:pt x="134256" y="13738"/>
                  </a:cubicBezTo>
                  <a:lnTo>
                    <a:pt x="0" y="13738"/>
                  </a:lnTo>
                  <a:cubicBezTo>
                    <a:pt x="2846" y="5530"/>
                    <a:pt x="7992" y="0"/>
                    <a:pt x="13940" y="0"/>
                  </a:cubicBezTo>
                  <a:lnTo>
                    <a:pt x="120316" y="0"/>
                  </a:lnTo>
                  <a:close/>
                </a:path>
              </a:pathLst>
            </a:custGeom>
            <a:solidFill>
              <a:srgbClr val="007B85"/>
            </a:solidFill>
            <a:ln w="3646" cap="flat">
              <a:noFill/>
              <a:prstDash val="solid"/>
              <a:miter/>
            </a:ln>
          </p:spPr>
          <p:txBody>
            <a:bodyPr rtlCol="0" anchor="ctr"/>
            <a:lstStyle/>
            <a:p>
              <a:endParaRPr lang="en-GR"/>
            </a:p>
          </p:txBody>
        </p:sp>
        <p:sp>
          <p:nvSpPr>
            <p:cNvPr id="268" name="Freeform 219">
              <a:extLst>
                <a:ext uri="{FF2B5EF4-FFF2-40B4-BE49-F238E27FC236}">
                  <a16:creationId xmlns:a16="http://schemas.microsoft.com/office/drawing/2014/main" id="{5459DD23-FFA8-AA52-F602-B82BC5A4F934}"/>
                </a:ext>
              </a:extLst>
            </p:cNvPr>
            <p:cNvSpPr/>
            <p:nvPr/>
          </p:nvSpPr>
          <p:spPr>
            <a:xfrm>
              <a:off x="8764551" y="1883967"/>
              <a:ext cx="162584" cy="16671"/>
            </a:xfrm>
            <a:custGeom>
              <a:avLst/>
              <a:gdLst>
                <a:gd name="connsiteX0" fmla="*/ 183630 w 183630"/>
                <a:gd name="connsiteY0" fmla="*/ 18829 h 18829"/>
                <a:gd name="connsiteX1" fmla="*/ 164545 w 183630"/>
                <a:gd name="connsiteY1" fmla="*/ 0 h 18829"/>
                <a:gd name="connsiteX2" fmla="*/ 19086 w 183630"/>
                <a:gd name="connsiteY2" fmla="*/ 0 h 18829"/>
                <a:gd name="connsiteX3" fmla="*/ 0 w 183630"/>
                <a:gd name="connsiteY3" fmla="*/ 18829 h 18829"/>
                <a:gd name="connsiteX4" fmla="*/ 183630 w 183630"/>
                <a:gd name="connsiteY4" fmla="*/ 18829 h 18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630" h="18829">
                  <a:moveTo>
                    <a:pt x="183630" y="18829"/>
                  </a:moveTo>
                  <a:cubicBezTo>
                    <a:pt x="179762" y="7555"/>
                    <a:pt x="172683" y="0"/>
                    <a:pt x="164545" y="0"/>
                  </a:cubicBezTo>
                  <a:lnTo>
                    <a:pt x="19086" y="0"/>
                  </a:lnTo>
                  <a:cubicBezTo>
                    <a:pt x="10984" y="0"/>
                    <a:pt x="3868" y="7555"/>
                    <a:pt x="0" y="18829"/>
                  </a:cubicBezTo>
                  <a:lnTo>
                    <a:pt x="183630" y="18829"/>
                  </a:lnTo>
                  <a:close/>
                </a:path>
              </a:pathLst>
            </a:custGeom>
            <a:solidFill>
              <a:srgbClr val="007B85"/>
            </a:solidFill>
            <a:ln w="3646" cap="flat">
              <a:noFill/>
              <a:prstDash val="solid"/>
              <a:miter/>
            </a:ln>
          </p:spPr>
          <p:txBody>
            <a:bodyPr rtlCol="0" anchor="ctr"/>
            <a:lstStyle/>
            <a:p>
              <a:endParaRPr lang="en-GR"/>
            </a:p>
          </p:txBody>
        </p:sp>
        <p:sp>
          <p:nvSpPr>
            <p:cNvPr id="269" name="Freeform 220">
              <a:extLst>
                <a:ext uri="{FF2B5EF4-FFF2-40B4-BE49-F238E27FC236}">
                  <a16:creationId xmlns:a16="http://schemas.microsoft.com/office/drawing/2014/main" id="{04FF0F64-D9AE-9636-A09C-F6A409B69BD1}"/>
                </a:ext>
              </a:extLst>
            </p:cNvPr>
            <p:cNvSpPr/>
            <p:nvPr/>
          </p:nvSpPr>
          <p:spPr>
            <a:xfrm>
              <a:off x="8809688" y="1945947"/>
              <a:ext cx="67657" cy="65418"/>
            </a:xfrm>
            <a:custGeom>
              <a:avLst/>
              <a:gdLst>
                <a:gd name="connsiteX0" fmla="*/ 60249 w 76415"/>
                <a:gd name="connsiteY0" fmla="*/ 23315 h 73886"/>
                <a:gd name="connsiteX1" fmla="*/ 45032 w 76415"/>
                <a:gd name="connsiteY1" fmla="*/ 13190 h 73886"/>
                <a:gd name="connsiteX2" fmla="*/ 26895 w 76415"/>
                <a:gd name="connsiteY2" fmla="*/ 30045 h 73886"/>
                <a:gd name="connsiteX3" fmla="*/ 48645 w 76415"/>
                <a:gd name="connsiteY3" fmla="*/ 30045 h 73886"/>
                <a:gd name="connsiteX4" fmla="*/ 48645 w 76415"/>
                <a:gd name="connsiteY4" fmla="*/ 43838 h 73886"/>
                <a:gd name="connsiteX5" fmla="*/ 26895 w 76415"/>
                <a:gd name="connsiteY5" fmla="*/ 43838 h 73886"/>
                <a:gd name="connsiteX6" fmla="*/ 44813 w 76415"/>
                <a:gd name="connsiteY6" fmla="*/ 60696 h 73886"/>
                <a:gd name="connsiteX7" fmla="*/ 60103 w 76415"/>
                <a:gd name="connsiteY7" fmla="*/ 50900 h 73886"/>
                <a:gd name="connsiteX8" fmla="*/ 76233 w 76415"/>
                <a:gd name="connsiteY8" fmla="*/ 50900 h 73886"/>
                <a:gd name="connsiteX9" fmla="*/ 44923 w 76415"/>
                <a:gd name="connsiteY9" fmla="*/ 73887 h 73886"/>
                <a:gd name="connsiteX10" fmla="*/ 10838 w 76415"/>
                <a:gd name="connsiteY10" fmla="*/ 43838 h 73886"/>
                <a:gd name="connsiteX11" fmla="*/ 0 w 76415"/>
                <a:gd name="connsiteY11" fmla="*/ 43838 h 73886"/>
                <a:gd name="connsiteX12" fmla="*/ 0 w 76415"/>
                <a:gd name="connsiteY12" fmla="*/ 30045 h 73886"/>
                <a:gd name="connsiteX13" fmla="*/ 10838 w 76415"/>
                <a:gd name="connsiteY13" fmla="*/ 30045 h 73886"/>
                <a:gd name="connsiteX14" fmla="*/ 45871 w 76415"/>
                <a:gd name="connsiteY14" fmla="*/ 0 h 73886"/>
                <a:gd name="connsiteX15" fmla="*/ 76416 w 76415"/>
                <a:gd name="connsiteY15" fmla="*/ 23315 h 73886"/>
                <a:gd name="connsiteX16" fmla="*/ 60249 w 76415"/>
                <a:gd name="connsiteY16" fmla="*/ 23315 h 7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415" h="73886">
                  <a:moveTo>
                    <a:pt x="60249" y="23315"/>
                  </a:moveTo>
                  <a:cubicBezTo>
                    <a:pt x="57732" y="17129"/>
                    <a:pt x="52440" y="13190"/>
                    <a:pt x="45032" y="13190"/>
                  </a:cubicBezTo>
                  <a:cubicBezTo>
                    <a:pt x="35325" y="13190"/>
                    <a:pt x="28866" y="19866"/>
                    <a:pt x="26895" y="30045"/>
                  </a:cubicBezTo>
                  <a:lnTo>
                    <a:pt x="48645" y="30045"/>
                  </a:lnTo>
                  <a:lnTo>
                    <a:pt x="48645" y="43838"/>
                  </a:lnTo>
                  <a:lnTo>
                    <a:pt x="26895" y="43838"/>
                  </a:lnTo>
                  <a:cubicBezTo>
                    <a:pt x="28866" y="53966"/>
                    <a:pt x="35215" y="60696"/>
                    <a:pt x="44813" y="60696"/>
                  </a:cubicBezTo>
                  <a:cubicBezTo>
                    <a:pt x="52221" y="60696"/>
                    <a:pt x="57512" y="56923"/>
                    <a:pt x="60103" y="50900"/>
                  </a:cubicBezTo>
                  <a:lnTo>
                    <a:pt x="76233" y="50900"/>
                  </a:lnTo>
                  <a:cubicBezTo>
                    <a:pt x="73058" y="64693"/>
                    <a:pt x="61235" y="73887"/>
                    <a:pt x="44923" y="73887"/>
                  </a:cubicBezTo>
                  <a:cubicBezTo>
                    <a:pt x="25727" y="73887"/>
                    <a:pt x="13320" y="62175"/>
                    <a:pt x="10838" y="43838"/>
                  </a:cubicBezTo>
                  <a:lnTo>
                    <a:pt x="0" y="43838"/>
                  </a:lnTo>
                  <a:lnTo>
                    <a:pt x="0" y="30045"/>
                  </a:lnTo>
                  <a:lnTo>
                    <a:pt x="10838" y="30045"/>
                  </a:lnTo>
                  <a:cubicBezTo>
                    <a:pt x="13429" y="11658"/>
                    <a:pt x="26275" y="0"/>
                    <a:pt x="45871" y="0"/>
                  </a:cubicBezTo>
                  <a:cubicBezTo>
                    <a:pt x="61855" y="0"/>
                    <a:pt x="73350" y="9358"/>
                    <a:pt x="76416" y="23315"/>
                  </a:cubicBezTo>
                  <a:lnTo>
                    <a:pt x="60249" y="23315"/>
                  </a:lnTo>
                  <a:close/>
                </a:path>
              </a:pathLst>
            </a:custGeom>
            <a:solidFill>
              <a:srgbClr val="007B85"/>
            </a:solidFill>
            <a:ln w="3646" cap="flat">
              <a:noFill/>
              <a:prstDash val="solid"/>
              <a:miter/>
            </a:ln>
          </p:spPr>
          <p:txBody>
            <a:bodyPr rtlCol="0" anchor="ctr"/>
            <a:lstStyle/>
            <a:p>
              <a:endParaRPr lang="en-GR"/>
            </a:p>
          </p:txBody>
        </p:sp>
        <p:sp>
          <p:nvSpPr>
            <p:cNvPr id="270" name="Freeform 221">
              <a:extLst>
                <a:ext uri="{FF2B5EF4-FFF2-40B4-BE49-F238E27FC236}">
                  <a16:creationId xmlns:a16="http://schemas.microsoft.com/office/drawing/2014/main" id="{A6B52E08-440E-FA59-A190-013C909EB5C9}"/>
                </a:ext>
              </a:extLst>
            </p:cNvPr>
            <p:cNvSpPr/>
            <p:nvPr/>
          </p:nvSpPr>
          <p:spPr>
            <a:xfrm>
              <a:off x="8743518" y="1911395"/>
              <a:ext cx="206784" cy="134423"/>
            </a:xfrm>
            <a:custGeom>
              <a:avLst/>
              <a:gdLst>
                <a:gd name="connsiteX0" fmla="*/ 233479 w 233552"/>
                <a:gd name="connsiteY0" fmla="*/ 44221 h 151824"/>
                <a:gd name="connsiteX1" fmla="*/ 233479 w 233552"/>
                <a:gd name="connsiteY1" fmla="*/ 104045 h 151824"/>
                <a:gd name="connsiteX2" fmla="*/ 233552 w 233552"/>
                <a:gd name="connsiteY2" fmla="*/ 104045 h 151824"/>
                <a:gd name="connsiteX3" fmla="*/ 233552 w 233552"/>
                <a:gd name="connsiteY3" fmla="*/ 105140 h 151824"/>
                <a:gd name="connsiteX4" fmla="*/ 206256 w 233552"/>
                <a:gd name="connsiteY4" fmla="*/ 151825 h 151824"/>
                <a:gd name="connsiteX5" fmla="*/ 27369 w 233552"/>
                <a:gd name="connsiteY5" fmla="*/ 151825 h 151824"/>
                <a:gd name="connsiteX6" fmla="*/ 110 w 233552"/>
                <a:gd name="connsiteY6" fmla="*/ 107604 h 151824"/>
                <a:gd name="connsiteX7" fmla="*/ 0 w 233552"/>
                <a:gd name="connsiteY7" fmla="*/ 47232 h 151824"/>
                <a:gd name="connsiteX8" fmla="*/ 0 w 233552"/>
                <a:gd name="connsiteY8" fmla="*/ 46685 h 151824"/>
                <a:gd name="connsiteX9" fmla="*/ 27296 w 233552"/>
                <a:gd name="connsiteY9" fmla="*/ 0 h 151824"/>
                <a:gd name="connsiteX10" fmla="*/ 206183 w 233552"/>
                <a:gd name="connsiteY10" fmla="*/ 0 h 151824"/>
                <a:gd name="connsiteX11" fmla="*/ 233479 w 233552"/>
                <a:gd name="connsiteY11" fmla="*/ 44221 h 151824"/>
                <a:gd name="connsiteX12" fmla="*/ 23903 w 233552"/>
                <a:gd name="connsiteY12" fmla="*/ 128674 h 151824"/>
                <a:gd name="connsiteX13" fmla="*/ 209686 w 233552"/>
                <a:gd name="connsiteY13" fmla="*/ 128674 h 151824"/>
                <a:gd name="connsiteX14" fmla="*/ 209577 w 233552"/>
                <a:gd name="connsiteY14" fmla="*/ 23151 h 151824"/>
                <a:gd name="connsiteX15" fmla="*/ 23793 w 233552"/>
                <a:gd name="connsiteY15" fmla="*/ 23151 h 151824"/>
                <a:gd name="connsiteX16" fmla="*/ 23903 w 233552"/>
                <a:gd name="connsiteY16" fmla="*/ 128674 h 151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3552" h="151824">
                  <a:moveTo>
                    <a:pt x="233479" y="44221"/>
                  </a:moveTo>
                  <a:lnTo>
                    <a:pt x="233479" y="104045"/>
                  </a:lnTo>
                  <a:lnTo>
                    <a:pt x="233552" y="104045"/>
                  </a:lnTo>
                  <a:lnTo>
                    <a:pt x="233552" y="105140"/>
                  </a:lnTo>
                  <a:cubicBezTo>
                    <a:pt x="233406" y="130974"/>
                    <a:pt x="221255" y="151825"/>
                    <a:pt x="206256" y="151825"/>
                  </a:cubicBezTo>
                  <a:lnTo>
                    <a:pt x="27369" y="151825"/>
                  </a:lnTo>
                  <a:cubicBezTo>
                    <a:pt x="12845" y="151825"/>
                    <a:pt x="1022" y="132287"/>
                    <a:pt x="110" y="107604"/>
                  </a:cubicBezTo>
                  <a:lnTo>
                    <a:pt x="0" y="47232"/>
                  </a:lnTo>
                  <a:lnTo>
                    <a:pt x="0" y="46685"/>
                  </a:lnTo>
                  <a:cubicBezTo>
                    <a:pt x="146" y="20851"/>
                    <a:pt x="12298" y="0"/>
                    <a:pt x="27296" y="0"/>
                  </a:cubicBezTo>
                  <a:lnTo>
                    <a:pt x="206183" y="0"/>
                  </a:lnTo>
                  <a:cubicBezTo>
                    <a:pt x="220707" y="0"/>
                    <a:pt x="232531" y="19537"/>
                    <a:pt x="233479" y="44221"/>
                  </a:cubicBezTo>
                  <a:close/>
                  <a:moveTo>
                    <a:pt x="23903" y="128674"/>
                  </a:moveTo>
                  <a:lnTo>
                    <a:pt x="209686" y="128674"/>
                  </a:lnTo>
                  <a:lnTo>
                    <a:pt x="209577" y="23151"/>
                  </a:lnTo>
                  <a:lnTo>
                    <a:pt x="23793" y="23151"/>
                  </a:lnTo>
                  <a:lnTo>
                    <a:pt x="23903" y="128674"/>
                  </a:lnTo>
                  <a:close/>
                </a:path>
              </a:pathLst>
            </a:custGeom>
            <a:solidFill>
              <a:srgbClr val="007B85"/>
            </a:solidFill>
            <a:ln w="3646" cap="flat">
              <a:noFill/>
              <a:prstDash val="solid"/>
              <a:miter/>
            </a:ln>
          </p:spPr>
          <p:txBody>
            <a:bodyPr rtlCol="0" anchor="ctr"/>
            <a:lstStyle/>
            <a:p>
              <a:endParaRPr lang="en-GR"/>
            </a:p>
          </p:txBody>
        </p:sp>
      </p:grpSp>
      <p:sp>
        <p:nvSpPr>
          <p:cNvPr id="271" name="Freeform 222">
            <a:extLst>
              <a:ext uri="{FF2B5EF4-FFF2-40B4-BE49-F238E27FC236}">
                <a16:creationId xmlns:a16="http://schemas.microsoft.com/office/drawing/2014/main" id="{20EF9A9E-383D-8C0C-8F40-9E37477B0F6B}"/>
              </a:ext>
            </a:extLst>
          </p:cNvPr>
          <p:cNvSpPr/>
          <p:nvPr/>
        </p:nvSpPr>
        <p:spPr>
          <a:xfrm>
            <a:off x="10238163" y="1861918"/>
            <a:ext cx="189757" cy="180964"/>
          </a:xfrm>
          <a:custGeom>
            <a:avLst/>
            <a:gdLst>
              <a:gd name="connsiteX0" fmla="*/ 187535 w 214320"/>
              <a:gd name="connsiteY0" fmla="*/ 0 h 204389"/>
              <a:gd name="connsiteX1" fmla="*/ 26785 w 214320"/>
              <a:gd name="connsiteY1" fmla="*/ 0 h 204389"/>
              <a:gd name="connsiteX2" fmla="*/ 0 w 214320"/>
              <a:gd name="connsiteY2" fmla="*/ 15534 h 204389"/>
              <a:gd name="connsiteX3" fmla="*/ 0 w 214320"/>
              <a:gd name="connsiteY3" fmla="*/ 145405 h 204389"/>
              <a:gd name="connsiteX4" fmla="*/ 26785 w 214320"/>
              <a:gd name="connsiteY4" fmla="*/ 160887 h 204389"/>
              <a:gd name="connsiteX5" fmla="*/ 43134 w 214320"/>
              <a:gd name="connsiteY5" fmla="*/ 160887 h 204389"/>
              <a:gd name="connsiteX6" fmla="*/ 43134 w 214320"/>
              <a:gd name="connsiteY6" fmla="*/ 204390 h 204389"/>
              <a:gd name="connsiteX7" fmla="*/ 106486 w 214320"/>
              <a:gd name="connsiteY7" fmla="*/ 160887 h 204389"/>
              <a:gd name="connsiteX8" fmla="*/ 187535 w 214320"/>
              <a:gd name="connsiteY8" fmla="*/ 160887 h 204389"/>
              <a:gd name="connsiteX9" fmla="*/ 214321 w 214320"/>
              <a:gd name="connsiteY9" fmla="*/ 145405 h 204389"/>
              <a:gd name="connsiteX10" fmla="*/ 214321 w 214320"/>
              <a:gd name="connsiteY10" fmla="*/ 15534 h 204389"/>
              <a:gd name="connsiteX11" fmla="*/ 187535 w 214320"/>
              <a:gd name="connsiteY11" fmla="*/ 0 h 204389"/>
              <a:gd name="connsiteX12" fmla="*/ 114915 w 214320"/>
              <a:gd name="connsiteY12" fmla="*/ 70941 h 204389"/>
              <a:gd name="connsiteX13" fmla="*/ 114915 w 214320"/>
              <a:gd name="connsiteY13" fmla="*/ 89088 h 204389"/>
              <a:gd name="connsiteX14" fmla="*/ 86232 w 214320"/>
              <a:gd name="connsiteY14" fmla="*/ 89088 h 204389"/>
              <a:gd name="connsiteX15" fmla="*/ 109879 w 214320"/>
              <a:gd name="connsiteY15" fmla="*/ 111297 h 204389"/>
              <a:gd name="connsiteX16" fmla="*/ 130023 w 214320"/>
              <a:gd name="connsiteY16" fmla="*/ 98377 h 204389"/>
              <a:gd name="connsiteX17" fmla="*/ 151262 w 214320"/>
              <a:gd name="connsiteY17" fmla="*/ 98377 h 204389"/>
              <a:gd name="connsiteX18" fmla="*/ 110062 w 214320"/>
              <a:gd name="connsiteY18" fmla="*/ 128590 h 204389"/>
              <a:gd name="connsiteX19" fmla="*/ 65176 w 214320"/>
              <a:gd name="connsiteY19" fmla="*/ 89088 h 204389"/>
              <a:gd name="connsiteX20" fmla="*/ 50907 w 214320"/>
              <a:gd name="connsiteY20" fmla="*/ 89088 h 204389"/>
              <a:gd name="connsiteX21" fmla="*/ 50907 w 214320"/>
              <a:gd name="connsiteY21" fmla="*/ 70941 h 204389"/>
              <a:gd name="connsiteX22" fmla="*/ 65176 w 214320"/>
              <a:gd name="connsiteY22" fmla="*/ 70941 h 204389"/>
              <a:gd name="connsiteX23" fmla="*/ 111266 w 214320"/>
              <a:gd name="connsiteY23" fmla="*/ 31440 h 204389"/>
              <a:gd name="connsiteX24" fmla="*/ 151481 w 214320"/>
              <a:gd name="connsiteY24" fmla="*/ 62134 h 204389"/>
              <a:gd name="connsiteX25" fmla="*/ 130206 w 214320"/>
              <a:gd name="connsiteY25" fmla="*/ 62134 h 204389"/>
              <a:gd name="connsiteX26" fmla="*/ 110171 w 214320"/>
              <a:gd name="connsiteY26" fmla="*/ 48791 h 204389"/>
              <a:gd name="connsiteX27" fmla="*/ 86232 w 214320"/>
              <a:gd name="connsiteY27" fmla="*/ 70992 h 204389"/>
              <a:gd name="connsiteX28" fmla="*/ 114915 w 214320"/>
              <a:gd name="connsiteY28" fmla="*/ 70992 h 204389"/>
              <a:gd name="connsiteX29" fmla="*/ 114915 w 214320"/>
              <a:gd name="connsiteY29" fmla="*/ 70941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14320" h="204389">
                <a:moveTo>
                  <a:pt x="187535" y="0"/>
                </a:moveTo>
                <a:lnTo>
                  <a:pt x="26785" y="0"/>
                </a:lnTo>
                <a:cubicBezTo>
                  <a:pt x="18064" y="0"/>
                  <a:pt x="0" y="3664"/>
                  <a:pt x="0" y="15534"/>
                </a:cubicBezTo>
                <a:lnTo>
                  <a:pt x="0" y="145405"/>
                </a:lnTo>
                <a:cubicBezTo>
                  <a:pt x="0" y="153945"/>
                  <a:pt x="12006" y="160887"/>
                  <a:pt x="26785" y="160887"/>
                </a:cubicBezTo>
                <a:lnTo>
                  <a:pt x="43134" y="160887"/>
                </a:lnTo>
                <a:lnTo>
                  <a:pt x="43134" y="204390"/>
                </a:lnTo>
                <a:cubicBezTo>
                  <a:pt x="72036" y="204390"/>
                  <a:pt x="96669" y="186349"/>
                  <a:pt x="106486" y="160887"/>
                </a:cubicBezTo>
                <a:cubicBezTo>
                  <a:pt x="106486" y="160887"/>
                  <a:pt x="186514" y="160887"/>
                  <a:pt x="187535" y="160887"/>
                </a:cubicBezTo>
                <a:cubicBezTo>
                  <a:pt x="202315" y="160887"/>
                  <a:pt x="214321" y="153945"/>
                  <a:pt x="214321" y="145405"/>
                </a:cubicBezTo>
                <a:lnTo>
                  <a:pt x="214321" y="15534"/>
                </a:lnTo>
                <a:cubicBezTo>
                  <a:pt x="214321" y="3657"/>
                  <a:pt x="196294" y="0"/>
                  <a:pt x="187535" y="0"/>
                </a:cubicBezTo>
                <a:close/>
                <a:moveTo>
                  <a:pt x="114915" y="70941"/>
                </a:moveTo>
                <a:lnTo>
                  <a:pt x="114915" y="89088"/>
                </a:lnTo>
                <a:lnTo>
                  <a:pt x="86232" y="89088"/>
                </a:lnTo>
                <a:cubicBezTo>
                  <a:pt x="88823" y="102436"/>
                  <a:pt x="97180" y="111297"/>
                  <a:pt x="109879" y="111297"/>
                </a:cubicBezTo>
                <a:cubicBezTo>
                  <a:pt x="119659" y="111297"/>
                  <a:pt x="126593" y="106330"/>
                  <a:pt x="130023" y="98377"/>
                </a:cubicBezTo>
                <a:lnTo>
                  <a:pt x="151262" y="98377"/>
                </a:lnTo>
                <a:cubicBezTo>
                  <a:pt x="147102" y="116473"/>
                  <a:pt x="131556" y="128590"/>
                  <a:pt x="110062" y="128590"/>
                </a:cubicBezTo>
                <a:cubicBezTo>
                  <a:pt x="84699" y="128590"/>
                  <a:pt x="68424" y="113217"/>
                  <a:pt x="65176" y="89088"/>
                </a:cubicBezTo>
                <a:lnTo>
                  <a:pt x="50907" y="89088"/>
                </a:lnTo>
                <a:lnTo>
                  <a:pt x="50907" y="70941"/>
                </a:lnTo>
                <a:lnTo>
                  <a:pt x="65176" y="70941"/>
                </a:lnTo>
                <a:cubicBezTo>
                  <a:pt x="68533" y="46812"/>
                  <a:pt x="85429" y="31440"/>
                  <a:pt x="111266" y="31440"/>
                </a:cubicBezTo>
                <a:cubicBezTo>
                  <a:pt x="132286" y="31440"/>
                  <a:pt x="147394" y="43772"/>
                  <a:pt x="151481" y="62134"/>
                </a:cubicBezTo>
                <a:lnTo>
                  <a:pt x="130206" y="62134"/>
                </a:lnTo>
                <a:cubicBezTo>
                  <a:pt x="126848" y="53966"/>
                  <a:pt x="119915" y="48791"/>
                  <a:pt x="110171" y="48791"/>
                </a:cubicBezTo>
                <a:cubicBezTo>
                  <a:pt x="97362" y="48791"/>
                  <a:pt x="88859" y="57598"/>
                  <a:pt x="86232" y="70992"/>
                </a:cubicBezTo>
                <a:lnTo>
                  <a:pt x="114915" y="70992"/>
                </a:lnTo>
                <a:lnTo>
                  <a:pt x="114915" y="70941"/>
                </a:lnTo>
                <a:close/>
              </a:path>
            </a:pathLst>
          </a:custGeom>
          <a:solidFill>
            <a:srgbClr val="007B85"/>
          </a:solidFill>
          <a:ln w="3646" cap="flat">
            <a:noFill/>
            <a:prstDash val="solid"/>
            <a:miter/>
          </a:ln>
        </p:spPr>
        <p:txBody>
          <a:bodyPr rtlCol="0" anchor="ctr"/>
          <a:lstStyle/>
          <a:p>
            <a:endParaRPr lang="en-GR"/>
          </a:p>
        </p:txBody>
      </p:sp>
      <p:grpSp>
        <p:nvGrpSpPr>
          <p:cNvPr id="272" name="Group 271">
            <a:extLst>
              <a:ext uri="{FF2B5EF4-FFF2-40B4-BE49-F238E27FC236}">
                <a16:creationId xmlns:a16="http://schemas.microsoft.com/office/drawing/2014/main" id="{5C3FDA13-1787-8A72-3490-DA57FB80B8BF}"/>
              </a:ext>
            </a:extLst>
          </p:cNvPr>
          <p:cNvGrpSpPr/>
          <p:nvPr/>
        </p:nvGrpSpPr>
        <p:grpSpPr>
          <a:xfrm>
            <a:off x="10574187" y="1861918"/>
            <a:ext cx="180936" cy="180964"/>
            <a:chOff x="9422031" y="1861918"/>
            <a:chExt cx="180936" cy="180964"/>
          </a:xfrm>
        </p:grpSpPr>
        <p:sp>
          <p:nvSpPr>
            <p:cNvPr id="273" name="Freeform 224">
              <a:extLst>
                <a:ext uri="{FF2B5EF4-FFF2-40B4-BE49-F238E27FC236}">
                  <a16:creationId xmlns:a16="http://schemas.microsoft.com/office/drawing/2014/main" id="{CE9EC303-975E-113E-A966-3D857F084656}"/>
                </a:ext>
              </a:extLst>
            </p:cNvPr>
            <p:cNvSpPr/>
            <p:nvPr/>
          </p:nvSpPr>
          <p:spPr>
            <a:xfrm>
              <a:off x="9422031" y="1861918"/>
              <a:ext cx="180936" cy="180964"/>
            </a:xfrm>
            <a:custGeom>
              <a:avLst/>
              <a:gdLst>
                <a:gd name="connsiteX0" fmla="*/ 102179 w 204358"/>
                <a:gd name="connsiteY0" fmla="*/ 0 h 204389"/>
                <a:gd name="connsiteX1" fmla="*/ 0 w 204358"/>
                <a:gd name="connsiteY1" fmla="*/ 102195 h 204389"/>
                <a:gd name="connsiteX2" fmla="*/ 102179 w 204358"/>
                <a:gd name="connsiteY2" fmla="*/ 204390 h 204389"/>
                <a:gd name="connsiteX3" fmla="*/ 204358 w 204358"/>
                <a:gd name="connsiteY3" fmla="*/ 102195 h 204389"/>
                <a:gd name="connsiteX4" fmla="*/ 102179 w 204358"/>
                <a:gd name="connsiteY4" fmla="*/ 0 h 204389"/>
                <a:gd name="connsiteX5" fmla="*/ 102179 w 204358"/>
                <a:gd name="connsiteY5" fmla="*/ 178713 h 204389"/>
                <a:gd name="connsiteX6" fmla="*/ 25691 w 204358"/>
                <a:gd name="connsiteY6" fmla="*/ 102195 h 204389"/>
                <a:gd name="connsiteX7" fmla="*/ 102179 w 204358"/>
                <a:gd name="connsiteY7" fmla="*/ 25676 h 204389"/>
                <a:gd name="connsiteX8" fmla="*/ 178668 w 204358"/>
                <a:gd name="connsiteY8" fmla="*/ 102195 h 204389"/>
                <a:gd name="connsiteX9" fmla="*/ 102179 w 204358"/>
                <a:gd name="connsiteY9" fmla="*/ 178713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4358" h="204389">
                  <a:moveTo>
                    <a:pt x="102179" y="0"/>
                  </a:moveTo>
                  <a:cubicBezTo>
                    <a:pt x="45762" y="0"/>
                    <a:pt x="0" y="45758"/>
                    <a:pt x="0" y="102195"/>
                  </a:cubicBezTo>
                  <a:cubicBezTo>
                    <a:pt x="0" y="158632"/>
                    <a:pt x="45762" y="204390"/>
                    <a:pt x="102179" y="204390"/>
                  </a:cubicBezTo>
                  <a:cubicBezTo>
                    <a:pt x="158597" y="204390"/>
                    <a:pt x="204358" y="158632"/>
                    <a:pt x="204358" y="102195"/>
                  </a:cubicBezTo>
                  <a:cubicBezTo>
                    <a:pt x="204358" y="45758"/>
                    <a:pt x="158597" y="0"/>
                    <a:pt x="102179" y="0"/>
                  </a:cubicBezTo>
                  <a:close/>
                  <a:moveTo>
                    <a:pt x="102179" y="178713"/>
                  </a:moveTo>
                  <a:cubicBezTo>
                    <a:pt x="59958" y="178713"/>
                    <a:pt x="25691" y="144409"/>
                    <a:pt x="25691" y="102195"/>
                  </a:cubicBezTo>
                  <a:cubicBezTo>
                    <a:pt x="25691" y="59981"/>
                    <a:pt x="59958" y="25676"/>
                    <a:pt x="102179" y="25676"/>
                  </a:cubicBezTo>
                  <a:cubicBezTo>
                    <a:pt x="144401" y="25676"/>
                    <a:pt x="178668" y="59981"/>
                    <a:pt x="178668" y="102195"/>
                  </a:cubicBezTo>
                  <a:cubicBezTo>
                    <a:pt x="178668" y="144409"/>
                    <a:pt x="144401" y="178713"/>
                    <a:pt x="102179" y="178713"/>
                  </a:cubicBezTo>
                  <a:close/>
                </a:path>
              </a:pathLst>
            </a:custGeom>
            <a:solidFill>
              <a:srgbClr val="007B85"/>
            </a:solidFill>
            <a:ln w="3646" cap="flat">
              <a:noFill/>
              <a:prstDash val="solid"/>
              <a:miter/>
            </a:ln>
          </p:spPr>
          <p:txBody>
            <a:bodyPr rtlCol="0" anchor="ctr"/>
            <a:lstStyle/>
            <a:p>
              <a:endParaRPr lang="en-GR"/>
            </a:p>
          </p:txBody>
        </p:sp>
        <p:sp>
          <p:nvSpPr>
            <p:cNvPr id="274" name="Freeform 225">
              <a:extLst>
                <a:ext uri="{FF2B5EF4-FFF2-40B4-BE49-F238E27FC236}">
                  <a16:creationId xmlns:a16="http://schemas.microsoft.com/office/drawing/2014/main" id="{576EFDEA-7A80-FF87-B99F-C7DC31A1DEEC}"/>
                </a:ext>
              </a:extLst>
            </p:cNvPr>
            <p:cNvSpPr/>
            <p:nvPr/>
          </p:nvSpPr>
          <p:spPr>
            <a:xfrm>
              <a:off x="9499575" y="1896928"/>
              <a:ext cx="48692" cy="93148"/>
            </a:xfrm>
            <a:custGeom>
              <a:avLst/>
              <a:gdLst>
                <a:gd name="connsiteX0" fmla="*/ 20874 w 54995"/>
                <a:gd name="connsiteY0" fmla="*/ 65529 h 105206"/>
                <a:gd name="connsiteX1" fmla="*/ 20874 w 54995"/>
                <a:gd name="connsiteY1" fmla="*/ 5391 h 105206"/>
                <a:gd name="connsiteX2" fmla="*/ 11787 w 54995"/>
                <a:gd name="connsiteY2" fmla="*/ 0 h 105206"/>
                <a:gd name="connsiteX3" fmla="*/ 9087 w 54995"/>
                <a:gd name="connsiteY3" fmla="*/ 0 h 105206"/>
                <a:gd name="connsiteX4" fmla="*/ 0 w 54995"/>
                <a:gd name="connsiteY4" fmla="*/ 5391 h 105206"/>
                <a:gd name="connsiteX5" fmla="*/ 0 w 54995"/>
                <a:gd name="connsiteY5" fmla="*/ 73847 h 105206"/>
                <a:gd name="connsiteX6" fmla="*/ 0 w 54995"/>
                <a:gd name="connsiteY6" fmla="*/ 74051 h 105206"/>
                <a:gd name="connsiteX7" fmla="*/ 1605 w 54995"/>
                <a:gd name="connsiteY7" fmla="*/ 77442 h 105206"/>
                <a:gd name="connsiteX8" fmla="*/ 41638 w 54995"/>
                <a:gd name="connsiteY8" fmla="*/ 104658 h 105206"/>
                <a:gd name="connsiteX9" fmla="*/ 51272 w 54995"/>
                <a:gd name="connsiteY9" fmla="*/ 100140 h 105206"/>
                <a:gd name="connsiteX10" fmla="*/ 52695 w 54995"/>
                <a:gd name="connsiteY10" fmla="*/ 98034 h 105206"/>
                <a:gd name="connsiteX11" fmla="*/ 53352 w 54995"/>
                <a:gd name="connsiteY11" fmla="*/ 87457 h 105206"/>
                <a:gd name="connsiteX12" fmla="*/ 20764 w 54995"/>
                <a:gd name="connsiteY12" fmla="*/ 65580 h 105206"/>
                <a:gd name="connsiteX13" fmla="*/ 20874 w 54995"/>
                <a:gd name="connsiteY13" fmla="*/ 65529 h 105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995" h="105206">
                  <a:moveTo>
                    <a:pt x="20874" y="65529"/>
                  </a:moveTo>
                  <a:lnTo>
                    <a:pt x="20874" y="5391"/>
                  </a:lnTo>
                  <a:cubicBezTo>
                    <a:pt x="20764" y="2412"/>
                    <a:pt x="16750" y="51"/>
                    <a:pt x="11787" y="0"/>
                  </a:cubicBezTo>
                  <a:lnTo>
                    <a:pt x="9087" y="0"/>
                  </a:lnTo>
                  <a:cubicBezTo>
                    <a:pt x="4124" y="0"/>
                    <a:pt x="110" y="2412"/>
                    <a:pt x="0" y="5391"/>
                  </a:cubicBezTo>
                  <a:lnTo>
                    <a:pt x="0" y="73847"/>
                  </a:lnTo>
                  <a:cubicBezTo>
                    <a:pt x="0" y="73847"/>
                    <a:pt x="0" y="74000"/>
                    <a:pt x="0" y="74051"/>
                  </a:cubicBezTo>
                  <a:cubicBezTo>
                    <a:pt x="110" y="75489"/>
                    <a:pt x="621" y="76723"/>
                    <a:pt x="1605" y="77442"/>
                  </a:cubicBezTo>
                  <a:lnTo>
                    <a:pt x="41638" y="104658"/>
                  </a:lnTo>
                  <a:cubicBezTo>
                    <a:pt x="44156" y="106253"/>
                    <a:pt x="48426" y="104250"/>
                    <a:pt x="51272" y="100140"/>
                  </a:cubicBezTo>
                  <a:lnTo>
                    <a:pt x="52695" y="98034"/>
                  </a:lnTo>
                  <a:cubicBezTo>
                    <a:pt x="55505" y="93928"/>
                    <a:pt x="55761" y="89201"/>
                    <a:pt x="53352" y="87457"/>
                  </a:cubicBezTo>
                  <a:lnTo>
                    <a:pt x="20764" y="65580"/>
                  </a:lnTo>
                  <a:lnTo>
                    <a:pt x="20874" y="65529"/>
                  </a:lnTo>
                  <a:close/>
                </a:path>
              </a:pathLst>
            </a:custGeom>
            <a:solidFill>
              <a:srgbClr val="007B85"/>
            </a:solidFill>
            <a:ln w="3646" cap="flat">
              <a:noFill/>
              <a:prstDash val="solid"/>
              <a:miter/>
            </a:ln>
          </p:spPr>
          <p:txBody>
            <a:bodyPr rtlCol="0" anchor="ctr"/>
            <a:lstStyle/>
            <a:p>
              <a:endParaRPr lang="en-GR"/>
            </a:p>
          </p:txBody>
        </p:sp>
        <p:sp>
          <p:nvSpPr>
            <p:cNvPr id="275" name="Freeform 226">
              <a:extLst>
                <a:ext uri="{FF2B5EF4-FFF2-40B4-BE49-F238E27FC236}">
                  <a16:creationId xmlns:a16="http://schemas.microsoft.com/office/drawing/2014/main" id="{5277F188-E5B4-B62D-E777-2D6CF74AA685}"/>
                </a:ext>
              </a:extLst>
            </p:cNvPr>
            <p:cNvSpPr/>
            <p:nvPr/>
          </p:nvSpPr>
          <p:spPr>
            <a:xfrm>
              <a:off x="9470851" y="1909250"/>
              <a:ext cx="18190" cy="18189"/>
            </a:xfrm>
            <a:custGeom>
              <a:avLst/>
              <a:gdLst>
                <a:gd name="connsiteX0" fmla="*/ 10291 w 20545"/>
                <a:gd name="connsiteY0" fmla="*/ 20545 h 20544"/>
                <a:gd name="connsiteX1" fmla="*/ 20545 w 20545"/>
                <a:gd name="connsiteY1" fmla="*/ 10274 h 20544"/>
                <a:gd name="connsiteX2" fmla="*/ 10291 w 20545"/>
                <a:gd name="connsiteY2" fmla="*/ 0 h 20544"/>
                <a:gd name="connsiteX3" fmla="*/ 0 w 20545"/>
                <a:gd name="connsiteY3" fmla="*/ 10274 h 20544"/>
                <a:gd name="connsiteX4" fmla="*/ 10291 w 20545"/>
                <a:gd name="connsiteY4" fmla="*/ 20545 h 205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5" h="20544">
                  <a:moveTo>
                    <a:pt x="10291" y="20545"/>
                  </a:moveTo>
                  <a:cubicBezTo>
                    <a:pt x="15947" y="20545"/>
                    <a:pt x="20545" y="15946"/>
                    <a:pt x="20545" y="10274"/>
                  </a:cubicBezTo>
                  <a:cubicBezTo>
                    <a:pt x="20545" y="4599"/>
                    <a:pt x="15947" y="0"/>
                    <a:pt x="10291" y="0"/>
                  </a:cubicBezTo>
                  <a:cubicBezTo>
                    <a:pt x="4598" y="0"/>
                    <a:pt x="0" y="4599"/>
                    <a:pt x="0" y="10274"/>
                  </a:cubicBezTo>
                  <a:cubicBezTo>
                    <a:pt x="0" y="15946"/>
                    <a:pt x="4598" y="20545"/>
                    <a:pt x="10291" y="20545"/>
                  </a:cubicBezTo>
                  <a:close/>
                </a:path>
              </a:pathLst>
            </a:custGeom>
            <a:solidFill>
              <a:srgbClr val="007B85"/>
            </a:solidFill>
            <a:ln w="3646" cap="flat">
              <a:noFill/>
              <a:prstDash val="solid"/>
              <a:miter/>
            </a:ln>
          </p:spPr>
          <p:txBody>
            <a:bodyPr rtlCol="0" anchor="ctr"/>
            <a:lstStyle/>
            <a:p>
              <a:endParaRPr lang="en-GR"/>
            </a:p>
          </p:txBody>
        </p:sp>
        <p:sp>
          <p:nvSpPr>
            <p:cNvPr id="276" name="Freeform 227">
              <a:extLst>
                <a:ext uri="{FF2B5EF4-FFF2-40B4-BE49-F238E27FC236}">
                  <a16:creationId xmlns:a16="http://schemas.microsoft.com/office/drawing/2014/main" id="{817FAE47-EF48-05EE-7052-8AC8528B62CE}"/>
                </a:ext>
              </a:extLst>
            </p:cNvPr>
            <p:cNvSpPr/>
            <p:nvPr/>
          </p:nvSpPr>
          <p:spPr>
            <a:xfrm>
              <a:off x="9456409" y="1942305"/>
              <a:ext cx="18190" cy="18189"/>
            </a:xfrm>
            <a:custGeom>
              <a:avLst/>
              <a:gdLst>
                <a:gd name="connsiteX0" fmla="*/ 10254 w 20545"/>
                <a:gd name="connsiteY0" fmla="*/ 20545 h 20544"/>
                <a:gd name="connsiteX1" fmla="*/ 20545 w 20545"/>
                <a:gd name="connsiteY1" fmla="*/ 10274 h 20544"/>
                <a:gd name="connsiteX2" fmla="*/ 10254 w 20545"/>
                <a:gd name="connsiteY2" fmla="*/ 0 h 20544"/>
                <a:gd name="connsiteX3" fmla="*/ 0 w 20545"/>
                <a:gd name="connsiteY3" fmla="*/ 10274 h 20544"/>
                <a:gd name="connsiteX4" fmla="*/ 10254 w 20545"/>
                <a:gd name="connsiteY4" fmla="*/ 20545 h 205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5" h="20544">
                  <a:moveTo>
                    <a:pt x="10254" y="20545"/>
                  </a:moveTo>
                  <a:cubicBezTo>
                    <a:pt x="15947" y="20545"/>
                    <a:pt x="20545" y="15946"/>
                    <a:pt x="20545" y="10274"/>
                  </a:cubicBezTo>
                  <a:cubicBezTo>
                    <a:pt x="20545" y="4599"/>
                    <a:pt x="15947" y="0"/>
                    <a:pt x="10254" y="0"/>
                  </a:cubicBezTo>
                  <a:cubicBezTo>
                    <a:pt x="4598" y="0"/>
                    <a:pt x="0" y="4599"/>
                    <a:pt x="0" y="10274"/>
                  </a:cubicBezTo>
                  <a:cubicBezTo>
                    <a:pt x="0" y="15946"/>
                    <a:pt x="4598" y="20545"/>
                    <a:pt x="10254" y="20545"/>
                  </a:cubicBezTo>
                  <a:close/>
                </a:path>
              </a:pathLst>
            </a:custGeom>
            <a:solidFill>
              <a:srgbClr val="007B85"/>
            </a:solidFill>
            <a:ln w="3646" cap="flat">
              <a:noFill/>
              <a:prstDash val="solid"/>
              <a:miter/>
            </a:ln>
          </p:spPr>
          <p:txBody>
            <a:bodyPr rtlCol="0" anchor="ctr"/>
            <a:lstStyle/>
            <a:p>
              <a:endParaRPr lang="en-GR"/>
            </a:p>
          </p:txBody>
        </p:sp>
        <p:sp>
          <p:nvSpPr>
            <p:cNvPr id="277" name="Freeform 228">
              <a:extLst>
                <a:ext uri="{FF2B5EF4-FFF2-40B4-BE49-F238E27FC236}">
                  <a16:creationId xmlns:a16="http://schemas.microsoft.com/office/drawing/2014/main" id="{2CB88CED-C6C6-E13F-EE6A-2E89903BD35D}"/>
                </a:ext>
              </a:extLst>
            </p:cNvPr>
            <p:cNvSpPr/>
            <p:nvPr/>
          </p:nvSpPr>
          <p:spPr>
            <a:xfrm>
              <a:off x="9469526" y="1975408"/>
              <a:ext cx="18190" cy="18187"/>
            </a:xfrm>
            <a:custGeom>
              <a:avLst/>
              <a:gdLst>
                <a:gd name="connsiteX0" fmla="*/ 10291 w 20545"/>
                <a:gd name="connsiteY0" fmla="*/ 20541 h 20541"/>
                <a:gd name="connsiteX1" fmla="*/ 20545 w 20545"/>
                <a:gd name="connsiteY1" fmla="*/ 10271 h 20541"/>
                <a:gd name="connsiteX2" fmla="*/ 10291 w 20545"/>
                <a:gd name="connsiteY2" fmla="*/ 0 h 20541"/>
                <a:gd name="connsiteX3" fmla="*/ 0 w 20545"/>
                <a:gd name="connsiteY3" fmla="*/ 10271 h 20541"/>
                <a:gd name="connsiteX4" fmla="*/ 10291 w 20545"/>
                <a:gd name="connsiteY4" fmla="*/ 20541 h 20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5" h="20541">
                  <a:moveTo>
                    <a:pt x="10291" y="20541"/>
                  </a:moveTo>
                  <a:cubicBezTo>
                    <a:pt x="15947" y="20541"/>
                    <a:pt x="20545" y="15942"/>
                    <a:pt x="20545" y="10271"/>
                  </a:cubicBezTo>
                  <a:cubicBezTo>
                    <a:pt x="20545" y="4599"/>
                    <a:pt x="15947" y="0"/>
                    <a:pt x="10291" y="0"/>
                  </a:cubicBezTo>
                  <a:cubicBezTo>
                    <a:pt x="4598" y="0"/>
                    <a:pt x="0" y="4599"/>
                    <a:pt x="0" y="10271"/>
                  </a:cubicBezTo>
                  <a:cubicBezTo>
                    <a:pt x="0" y="15942"/>
                    <a:pt x="4598" y="20541"/>
                    <a:pt x="10291" y="20541"/>
                  </a:cubicBezTo>
                  <a:close/>
                </a:path>
              </a:pathLst>
            </a:custGeom>
            <a:solidFill>
              <a:srgbClr val="007B85"/>
            </a:solidFill>
            <a:ln w="3646" cap="flat">
              <a:noFill/>
              <a:prstDash val="solid"/>
              <a:miter/>
            </a:ln>
          </p:spPr>
          <p:txBody>
            <a:bodyPr rtlCol="0" anchor="ctr"/>
            <a:lstStyle/>
            <a:p>
              <a:endParaRPr lang="en-GR"/>
            </a:p>
          </p:txBody>
        </p:sp>
        <p:sp>
          <p:nvSpPr>
            <p:cNvPr id="278" name="Freeform 229">
              <a:extLst>
                <a:ext uri="{FF2B5EF4-FFF2-40B4-BE49-F238E27FC236}">
                  <a16:creationId xmlns:a16="http://schemas.microsoft.com/office/drawing/2014/main" id="{4A27E5CF-7620-D235-B7EB-E56CB69B1006}"/>
                </a:ext>
              </a:extLst>
            </p:cNvPr>
            <p:cNvSpPr/>
            <p:nvPr/>
          </p:nvSpPr>
          <p:spPr>
            <a:xfrm>
              <a:off x="9503419" y="1988774"/>
              <a:ext cx="18158" cy="18187"/>
            </a:xfrm>
            <a:custGeom>
              <a:avLst/>
              <a:gdLst>
                <a:gd name="connsiteX0" fmla="*/ 10255 w 20509"/>
                <a:gd name="connsiteY0" fmla="*/ 20541 h 20541"/>
                <a:gd name="connsiteX1" fmla="*/ 20509 w 20509"/>
                <a:gd name="connsiteY1" fmla="*/ 10271 h 20541"/>
                <a:gd name="connsiteX2" fmla="*/ 10255 w 20509"/>
                <a:gd name="connsiteY2" fmla="*/ 0 h 20541"/>
                <a:gd name="connsiteX3" fmla="*/ 0 w 20509"/>
                <a:gd name="connsiteY3" fmla="*/ 10271 h 20541"/>
                <a:gd name="connsiteX4" fmla="*/ 10255 w 20509"/>
                <a:gd name="connsiteY4" fmla="*/ 20541 h 20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9" h="20541">
                  <a:moveTo>
                    <a:pt x="10255" y="20541"/>
                  </a:moveTo>
                  <a:cubicBezTo>
                    <a:pt x="15911" y="20541"/>
                    <a:pt x="20509" y="15946"/>
                    <a:pt x="20509" y="10271"/>
                  </a:cubicBezTo>
                  <a:cubicBezTo>
                    <a:pt x="20509" y="4599"/>
                    <a:pt x="15911" y="0"/>
                    <a:pt x="10255" y="0"/>
                  </a:cubicBezTo>
                  <a:cubicBezTo>
                    <a:pt x="4598" y="0"/>
                    <a:pt x="0" y="4599"/>
                    <a:pt x="0" y="10271"/>
                  </a:cubicBezTo>
                  <a:cubicBezTo>
                    <a:pt x="0" y="15946"/>
                    <a:pt x="4598" y="20541"/>
                    <a:pt x="10255" y="20541"/>
                  </a:cubicBezTo>
                  <a:close/>
                </a:path>
              </a:pathLst>
            </a:custGeom>
            <a:solidFill>
              <a:srgbClr val="007B85"/>
            </a:solidFill>
            <a:ln w="3646" cap="flat">
              <a:noFill/>
              <a:prstDash val="solid"/>
              <a:miter/>
            </a:ln>
          </p:spPr>
          <p:txBody>
            <a:bodyPr rtlCol="0" anchor="ctr"/>
            <a:lstStyle/>
            <a:p>
              <a:endParaRPr lang="en-GR"/>
            </a:p>
          </p:txBody>
        </p:sp>
      </p:grpSp>
      <p:grpSp>
        <p:nvGrpSpPr>
          <p:cNvPr id="279" name="Group 278">
            <a:extLst>
              <a:ext uri="{FF2B5EF4-FFF2-40B4-BE49-F238E27FC236}">
                <a16:creationId xmlns:a16="http://schemas.microsoft.com/office/drawing/2014/main" id="{D89DD2C5-9BDA-78C3-06C0-5F1586638D32}"/>
              </a:ext>
            </a:extLst>
          </p:cNvPr>
          <p:cNvGrpSpPr/>
          <p:nvPr/>
        </p:nvGrpSpPr>
        <p:grpSpPr>
          <a:xfrm>
            <a:off x="10906981" y="1861918"/>
            <a:ext cx="180936" cy="180964"/>
            <a:chOff x="9754825" y="1861918"/>
            <a:chExt cx="180936" cy="180964"/>
          </a:xfrm>
        </p:grpSpPr>
        <p:sp>
          <p:nvSpPr>
            <p:cNvPr id="280" name="Freeform 230">
              <a:extLst>
                <a:ext uri="{FF2B5EF4-FFF2-40B4-BE49-F238E27FC236}">
                  <a16:creationId xmlns:a16="http://schemas.microsoft.com/office/drawing/2014/main" id="{A7667EE2-0C5E-C2DB-0E37-006A991501EA}"/>
                </a:ext>
              </a:extLst>
            </p:cNvPr>
            <p:cNvSpPr/>
            <p:nvPr/>
          </p:nvSpPr>
          <p:spPr>
            <a:xfrm>
              <a:off x="9827684" y="1917299"/>
              <a:ext cx="49708" cy="70203"/>
            </a:xfrm>
            <a:custGeom>
              <a:avLst/>
              <a:gdLst>
                <a:gd name="connsiteX0" fmla="*/ 0 w 56143"/>
                <a:gd name="connsiteY0" fmla="*/ 5377 h 79290"/>
                <a:gd name="connsiteX1" fmla="*/ 8612 w 56143"/>
                <a:gd name="connsiteY1" fmla="*/ 1107 h 79290"/>
                <a:gd name="connsiteX2" fmla="*/ 8612 w 56143"/>
                <a:gd name="connsiteY2" fmla="*/ 1056 h 79290"/>
                <a:gd name="connsiteX3" fmla="*/ 54009 w 56143"/>
                <a:gd name="connsiteY3" fmla="*/ 35324 h 79290"/>
                <a:gd name="connsiteX4" fmla="*/ 54009 w 56143"/>
                <a:gd name="connsiteY4" fmla="*/ 43916 h 79290"/>
                <a:gd name="connsiteX5" fmla="*/ 8612 w 56143"/>
                <a:gd name="connsiteY5" fmla="*/ 78184 h 79290"/>
                <a:gd name="connsiteX6" fmla="*/ 0 w 56143"/>
                <a:gd name="connsiteY6" fmla="*/ 73913 h 79290"/>
                <a:gd name="connsiteX7" fmla="*/ 0 w 56143"/>
                <a:gd name="connsiteY7" fmla="*/ 5377 h 79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143" h="79290">
                  <a:moveTo>
                    <a:pt x="0" y="5377"/>
                  </a:moveTo>
                  <a:cubicBezTo>
                    <a:pt x="0" y="954"/>
                    <a:pt x="5036" y="-1590"/>
                    <a:pt x="8612" y="1107"/>
                  </a:cubicBezTo>
                  <a:lnTo>
                    <a:pt x="8612" y="1056"/>
                  </a:lnTo>
                  <a:lnTo>
                    <a:pt x="54009" y="35324"/>
                  </a:lnTo>
                  <a:cubicBezTo>
                    <a:pt x="56855" y="37510"/>
                    <a:pt x="56855" y="41780"/>
                    <a:pt x="54009" y="43916"/>
                  </a:cubicBezTo>
                  <a:lnTo>
                    <a:pt x="8612" y="78184"/>
                  </a:lnTo>
                  <a:cubicBezTo>
                    <a:pt x="5109" y="80881"/>
                    <a:pt x="0" y="78337"/>
                    <a:pt x="0" y="73913"/>
                  </a:cubicBezTo>
                  <a:lnTo>
                    <a:pt x="0" y="5377"/>
                  </a:lnTo>
                  <a:close/>
                </a:path>
              </a:pathLst>
            </a:custGeom>
            <a:solidFill>
              <a:srgbClr val="007B85"/>
            </a:solidFill>
            <a:ln w="3646" cap="flat">
              <a:noFill/>
              <a:prstDash val="solid"/>
              <a:miter/>
            </a:ln>
          </p:spPr>
          <p:txBody>
            <a:bodyPr rtlCol="0" anchor="ctr"/>
            <a:lstStyle/>
            <a:p>
              <a:endParaRPr lang="en-GR"/>
            </a:p>
          </p:txBody>
        </p:sp>
        <p:sp>
          <p:nvSpPr>
            <p:cNvPr id="281" name="Freeform 231">
              <a:extLst>
                <a:ext uri="{FF2B5EF4-FFF2-40B4-BE49-F238E27FC236}">
                  <a16:creationId xmlns:a16="http://schemas.microsoft.com/office/drawing/2014/main" id="{9B308B93-AAB8-1EE6-78AF-6CA97C176771}"/>
                </a:ext>
              </a:extLst>
            </p:cNvPr>
            <p:cNvSpPr/>
            <p:nvPr/>
          </p:nvSpPr>
          <p:spPr>
            <a:xfrm>
              <a:off x="9754825" y="1861918"/>
              <a:ext cx="180936" cy="180964"/>
            </a:xfrm>
            <a:custGeom>
              <a:avLst/>
              <a:gdLst>
                <a:gd name="connsiteX0" fmla="*/ 0 w 204358"/>
                <a:gd name="connsiteY0" fmla="*/ 102195 h 204389"/>
                <a:gd name="connsiteX1" fmla="*/ 102179 w 204358"/>
                <a:gd name="connsiteY1" fmla="*/ 0 h 204389"/>
                <a:gd name="connsiteX2" fmla="*/ 204358 w 204358"/>
                <a:gd name="connsiteY2" fmla="*/ 102195 h 204389"/>
                <a:gd name="connsiteX3" fmla="*/ 102179 w 204358"/>
                <a:gd name="connsiteY3" fmla="*/ 204390 h 204389"/>
                <a:gd name="connsiteX4" fmla="*/ 0 w 204358"/>
                <a:gd name="connsiteY4" fmla="*/ 102195 h 204389"/>
                <a:gd name="connsiteX5" fmla="*/ 25435 w 204358"/>
                <a:gd name="connsiteY5" fmla="*/ 102195 h 204389"/>
                <a:gd name="connsiteX6" fmla="*/ 102179 w 204358"/>
                <a:gd name="connsiteY6" fmla="*/ 178969 h 204389"/>
                <a:gd name="connsiteX7" fmla="*/ 178923 w 204358"/>
                <a:gd name="connsiteY7" fmla="*/ 102195 h 204389"/>
                <a:gd name="connsiteX8" fmla="*/ 102179 w 204358"/>
                <a:gd name="connsiteY8" fmla="*/ 25421 h 204389"/>
                <a:gd name="connsiteX9" fmla="*/ 25435 w 204358"/>
                <a:gd name="connsiteY9" fmla="*/ 102195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4358" h="204389">
                  <a:moveTo>
                    <a:pt x="0" y="102195"/>
                  </a:moveTo>
                  <a:cubicBezTo>
                    <a:pt x="0" y="45758"/>
                    <a:pt x="45762" y="0"/>
                    <a:pt x="102179" y="0"/>
                  </a:cubicBezTo>
                  <a:cubicBezTo>
                    <a:pt x="158597" y="0"/>
                    <a:pt x="204358" y="45758"/>
                    <a:pt x="204358" y="102195"/>
                  </a:cubicBezTo>
                  <a:cubicBezTo>
                    <a:pt x="204358" y="158632"/>
                    <a:pt x="158597" y="204390"/>
                    <a:pt x="102179" y="204390"/>
                  </a:cubicBezTo>
                  <a:cubicBezTo>
                    <a:pt x="45762" y="204390"/>
                    <a:pt x="0" y="158632"/>
                    <a:pt x="0" y="102195"/>
                  </a:cubicBezTo>
                  <a:close/>
                  <a:moveTo>
                    <a:pt x="25435" y="102195"/>
                  </a:moveTo>
                  <a:cubicBezTo>
                    <a:pt x="25435" y="144547"/>
                    <a:pt x="59848" y="178969"/>
                    <a:pt x="102179" y="178969"/>
                  </a:cubicBezTo>
                  <a:cubicBezTo>
                    <a:pt x="144511" y="178969"/>
                    <a:pt x="178923" y="144547"/>
                    <a:pt x="178923" y="102195"/>
                  </a:cubicBezTo>
                  <a:cubicBezTo>
                    <a:pt x="178923" y="59842"/>
                    <a:pt x="144511" y="25421"/>
                    <a:pt x="102179" y="25421"/>
                  </a:cubicBezTo>
                  <a:cubicBezTo>
                    <a:pt x="59848" y="25421"/>
                    <a:pt x="25435" y="59842"/>
                    <a:pt x="25435" y="102195"/>
                  </a:cubicBezTo>
                  <a:close/>
                </a:path>
              </a:pathLst>
            </a:custGeom>
            <a:solidFill>
              <a:srgbClr val="007B85"/>
            </a:solidFill>
            <a:ln w="3646" cap="flat">
              <a:noFill/>
              <a:prstDash val="solid"/>
              <a:miter/>
            </a:ln>
          </p:spPr>
          <p:txBody>
            <a:bodyPr rtlCol="0" anchor="ctr"/>
            <a:lstStyle/>
            <a:p>
              <a:endParaRPr lang="en-GR"/>
            </a:p>
          </p:txBody>
        </p:sp>
      </p:grpSp>
      <p:grpSp>
        <p:nvGrpSpPr>
          <p:cNvPr id="282" name="Group 281">
            <a:extLst>
              <a:ext uri="{FF2B5EF4-FFF2-40B4-BE49-F238E27FC236}">
                <a16:creationId xmlns:a16="http://schemas.microsoft.com/office/drawing/2014/main" id="{9B208919-F0E2-2640-3EF0-333DB4BE3C06}"/>
              </a:ext>
            </a:extLst>
          </p:cNvPr>
          <p:cNvGrpSpPr/>
          <p:nvPr/>
        </p:nvGrpSpPr>
        <p:grpSpPr>
          <a:xfrm>
            <a:off x="5595194" y="2194763"/>
            <a:ext cx="156060" cy="180964"/>
            <a:chOff x="4443038" y="2194763"/>
            <a:chExt cx="156060" cy="180964"/>
          </a:xfrm>
        </p:grpSpPr>
        <p:sp>
          <p:nvSpPr>
            <p:cNvPr id="283" name="Freeform 232">
              <a:extLst>
                <a:ext uri="{FF2B5EF4-FFF2-40B4-BE49-F238E27FC236}">
                  <a16:creationId xmlns:a16="http://schemas.microsoft.com/office/drawing/2014/main" id="{DBC3E0A4-BEAF-F13E-8A07-29ADF1D385B6}"/>
                </a:ext>
              </a:extLst>
            </p:cNvPr>
            <p:cNvSpPr/>
            <p:nvPr/>
          </p:nvSpPr>
          <p:spPr>
            <a:xfrm>
              <a:off x="4443038" y="2194763"/>
              <a:ext cx="61421" cy="180964"/>
            </a:xfrm>
            <a:custGeom>
              <a:avLst/>
              <a:gdLst>
                <a:gd name="connsiteX0" fmla="*/ 44791 w 69372"/>
                <a:gd name="connsiteY0" fmla="*/ 178582 h 204389"/>
                <a:gd name="connsiteX1" fmla="*/ 62705 w 69372"/>
                <a:gd name="connsiteY1" fmla="*/ 178582 h 204389"/>
                <a:gd name="connsiteX2" fmla="*/ 62756 w 69372"/>
                <a:gd name="connsiteY2" fmla="*/ 178629 h 204389"/>
                <a:gd name="connsiteX3" fmla="*/ 69372 w 69372"/>
                <a:gd name="connsiteY3" fmla="*/ 189371 h 204389"/>
                <a:gd name="connsiteX4" fmla="*/ 69372 w 69372"/>
                <a:gd name="connsiteY4" fmla="*/ 193546 h 204389"/>
                <a:gd name="connsiteX5" fmla="*/ 62756 w 69372"/>
                <a:gd name="connsiteY5" fmla="*/ 204287 h 204389"/>
                <a:gd name="connsiteX6" fmla="*/ 44838 w 69372"/>
                <a:gd name="connsiteY6" fmla="*/ 204287 h 204389"/>
                <a:gd name="connsiteX7" fmla="*/ 44838 w 69372"/>
                <a:gd name="connsiteY7" fmla="*/ 204390 h 204389"/>
                <a:gd name="connsiteX8" fmla="*/ 24483 w 69372"/>
                <a:gd name="connsiteY8" fmla="*/ 204390 h 204389"/>
                <a:gd name="connsiteX9" fmla="*/ 24483 w 69372"/>
                <a:gd name="connsiteY9" fmla="*/ 204287 h 204389"/>
                <a:gd name="connsiteX10" fmla="*/ 6616 w 69372"/>
                <a:gd name="connsiteY10" fmla="*/ 204287 h 204389"/>
                <a:gd name="connsiteX11" fmla="*/ 0 w 69372"/>
                <a:gd name="connsiteY11" fmla="*/ 193039 h 204389"/>
                <a:gd name="connsiteX12" fmla="*/ 0 w 69372"/>
                <a:gd name="connsiteY12" fmla="*/ 189882 h 204389"/>
                <a:gd name="connsiteX13" fmla="*/ 6616 w 69372"/>
                <a:gd name="connsiteY13" fmla="*/ 178629 h 204389"/>
                <a:gd name="connsiteX14" fmla="*/ 24483 w 69372"/>
                <a:gd name="connsiteY14" fmla="*/ 178629 h 204389"/>
                <a:gd name="connsiteX15" fmla="*/ 24483 w 69372"/>
                <a:gd name="connsiteY15" fmla="*/ 5296 h 204389"/>
                <a:gd name="connsiteX16" fmla="*/ 33387 w 69372"/>
                <a:gd name="connsiteY16" fmla="*/ 0 h 204389"/>
                <a:gd name="connsiteX17" fmla="*/ 35883 w 69372"/>
                <a:gd name="connsiteY17" fmla="*/ 0 h 204389"/>
                <a:gd name="connsiteX18" fmla="*/ 44791 w 69372"/>
                <a:gd name="connsiteY18" fmla="*/ 5245 h 204389"/>
                <a:gd name="connsiteX19" fmla="*/ 44791 w 69372"/>
                <a:gd name="connsiteY19" fmla="*/ 178582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9372" h="204389">
                  <a:moveTo>
                    <a:pt x="44791" y="178582"/>
                  </a:moveTo>
                  <a:lnTo>
                    <a:pt x="62705" y="178582"/>
                  </a:lnTo>
                  <a:lnTo>
                    <a:pt x="62756" y="178629"/>
                  </a:lnTo>
                  <a:cubicBezTo>
                    <a:pt x="66318" y="178731"/>
                    <a:pt x="69219" y="183465"/>
                    <a:pt x="69372" y="189371"/>
                  </a:cubicBezTo>
                  <a:lnTo>
                    <a:pt x="69372" y="193546"/>
                  </a:lnTo>
                  <a:cubicBezTo>
                    <a:pt x="69219" y="199451"/>
                    <a:pt x="66318" y="204185"/>
                    <a:pt x="62756" y="204287"/>
                  </a:cubicBezTo>
                  <a:lnTo>
                    <a:pt x="44838" y="204287"/>
                  </a:lnTo>
                  <a:lnTo>
                    <a:pt x="44838" y="204390"/>
                  </a:lnTo>
                  <a:lnTo>
                    <a:pt x="24483" y="204390"/>
                  </a:lnTo>
                  <a:lnTo>
                    <a:pt x="24483" y="204287"/>
                  </a:lnTo>
                  <a:lnTo>
                    <a:pt x="6616" y="204287"/>
                  </a:lnTo>
                  <a:cubicBezTo>
                    <a:pt x="2952" y="204185"/>
                    <a:pt x="0" y="199196"/>
                    <a:pt x="0" y="193039"/>
                  </a:cubicBezTo>
                  <a:lnTo>
                    <a:pt x="0" y="189882"/>
                  </a:lnTo>
                  <a:cubicBezTo>
                    <a:pt x="0" y="183721"/>
                    <a:pt x="2952" y="178731"/>
                    <a:pt x="6616" y="178629"/>
                  </a:cubicBezTo>
                  <a:lnTo>
                    <a:pt x="24483" y="178629"/>
                  </a:lnTo>
                  <a:lnTo>
                    <a:pt x="24483" y="5296"/>
                  </a:lnTo>
                  <a:cubicBezTo>
                    <a:pt x="24534" y="2343"/>
                    <a:pt x="28501" y="0"/>
                    <a:pt x="33387" y="0"/>
                  </a:cubicBezTo>
                  <a:lnTo>
                    <a:pt x="35883" y="0"/>
                  </a:lnTo>
                  <a:cubicBezTo>
                    <a:pt x="40718" y="0"/>
                    <a:pt x="44689" y="2343"/>
                    <a:pt x="44791" y="5245"/>
                  </a:cubicBezTo>
                  <a:lnTo>
                    <a:pt x="44791" y="178582"/>
                  </a:lnTo>
                  <a:close/>
                </a:path>
              </a:pathLst>
            </a:custGeom>
            <a:solidFill>
              <a:srgbClr val="007B85"/>
            </a:solidFill>
            <a:ln w="3646" cap="flat">
              <a:noFill/>
              <a:prstDash val="solid"/>
              <a:miter/>
            </a:ln>
          </p:spPr>
          <p:txBody>
            <a:bodyPr rtlCol="0" anchor="ctr"/>
            <a:lstStyle/>
            <a:p>
              <a:endParaRPr lang="en-GR"/>
            </a:p>
          </p:txBody>
        </p:sp>
        <p:sp>
          <p:nvSpPr>
            <p:cNvPr id="284" name="Freeform 233">
              <a:extLst>
                <a:ext uri="{FF2B5EF4-FFF2-40B4-BE49-F238E27FC236}">
                  <a16:creationId xmlns:a16="http://schemas.microsoft.com/office/drawing/2014/main" id="{3C1166DF-9E41-ED9A-66DB-0078F93A1DE4}"/>
                </a:ext>
              </a:extLst>
            </p:cNvPr>
            <p:cNvSpPr/>
            <p:nvPr/>
          </p:nvSpPr>
          <p:spPr>
            <a:xfrm>
              <a:off x="4491845" y="2204133"/>
              <a:ext cx="107253" cy="85777"/>
            </a:xfrm>
            <a:custGeom>
              <a:avLst/>
              <a:gdLst>
                <a:gd name="connsiteX0" fmla="*/ 107825 w 121137"/>
                <a:gd name="connsiteY0" fmla="*/ 27262 h 96881"/>
                <a:gd name="connsiteX1" fmla="*/ 95180 w 121137"/>
                <a:gd name="connsiteY1" fmla="*/ 48420 h 96881"/>
                <a:gd name="connsiteX2" fmla="*/ 95180 w 121137"/>
                <a:gd name="connsiteY2" fmla="*/ 48471 h 96881"/>
                <a:gd name="connsiteX3" fmla="*/ 107799 w 121137"/>
                <a:gd name="connsiteY3" fmla="*/ 69574 h 96881"/>
                <a:gd name="connsiteX4" fmla="*/ 121137 w 121137"/>
                <a:gd name="connsiteY4" fmla="*/ 92148 h 96881"/>
                <a:gd name="connsiteX5" fmla="*/ 112280 w 121137"/>
                <a:gd name="connsiteY5" fmla="*/ 96882 h 96881"/>
                <a:gd name="connsiteX6" fmla="*/ 0 w 121137"/>
                <a:gd name="connsiteY6" fmla="*/ 96882 h 96881"/>
                <a:gd name="connsiteX7" fmla="*/ 153 w 121137"/>
                <a:gd name="connsiteY7" fmla="*/ 5 h 96881"/>
                <a:gd name="connsiteX8" fmla="*/ 112280 w 121137"/>
                <a:gd name="connsiteY8" fmla="*/ 5 h 96881"/>
                <a:gd name="connsiteX9" fmla="*/ 113215 w 121137"/>
                <a:gd name="connsiteY9" fmla="*/ 5 h 96881"/>
                <a:gd name="connsiteX10" fmla="*/ 121137 w 121137"/>
                <a:gd name="connsiteY10" fmla="*/ 4739 h 96881"/>
                <a:gd name="connsiteX11" fmla="*/ 107825 w 121137"/>
                <a:gd name="connsiteY11" fmla="*/ 27262 h 96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137" h="96881">
                  <a:moveTo>
                    <a:pt x="107825" y="27262"/>
                  </a:moveTo>
                  <a:cubicBezTo>
                    <a:pt x="101449" y="35609"/>
                    <a:pt x="95180" y="43814"/>
                    <a:pt x="95180" y="48420"/>
                  </a:cubicBezTo>
                  <a:lnTo>
                    <a:pt x="95180" y="48471"/>
                  </a:lnTo>
                  <a:cubicBezTo>
                    <a:pt x="95180" y="53066"/>
                    <a:pt x="101431" y="61245"/>
                    <a:pt x="107799" y="69574"/>
                  </a:cubicBezTo>
                  <a:cubicBezTo>
                    <a:pt x="114408" y="78213"/>
                    <a:pt x="121137" y="87017"/>
                    <a:pt x="121137" y="92148"/>
                  </a:cubicBezTo>
                  <a:cubicBezTo>
                    <a:pt x="121137" y="96269"/>
                    <a:pt x="114875" y="96831"/>
                    <a:pt x="112280" y="96882"/>
                  </a:cubicBezTo>
                  <a:lnTo>
                    <a:pt x="0" y="96882"/>
                  </a:lnTo>
                  <a:lnTo>
                    <a:pt x="153" y="5"/>
                  </a:lnTo>
                  <a:lnTo>
                    <a:pt x="112280" y="5"/>
                  </a:lnTo>
                  <a:cubicBezTo>
                    <a:pt x="112554" y="12"/>
                    <a:pt x="112868" y="9"/>
                    <a:pt x="113215" y="5"/>
                  </a:cubicBezTo>
                  <a:cubicBezTo>
                    <a:pt x="116105" y="-24"/>
                    <a:pt x="121137" y="-79"/>
                    <a:pt x="121137" y="4739"/>
                  </a:cubicBezTo>
                  <a:cubicBezTo>
                    <a:pt x="121137" y="9841"/>
                    <a:pt x="114422" y="18626"/>
                    <a:pt x="107825" y="27262"/>
                  </a:cubicBezTo>
                  <a:close/>
                </a:path>
              </a:pathLst>
            </a:custGeom>
            <a:solidFill>
              <a:srgbClr val="007B85"/>
            </a:solidFill>
            <a:ln w="3646" cap="flat">
              <a:noFill/>
              <a:prstDash val="solid"/>
              <a:miter/>
            </a:ln>
          </p:spPr>
          <p:txBody>
            <a:bodyPr rtlCol="0" anchor="ctr"/>
            <a:lstStyle/>
            <a:p>
              <a:endParaRPr lang="en-GR"/>
            </a:p>
          </p:txBody>
        </p:sp>
      </p:grpSp>
      <p:grpSp>
        <p:nvGrpSpPr>
          <p:cNvPr id="285" name="Group 284">
            <a:extLst>
              <a:ext uri="{FF2B5EF4-FFF2-40B4-BE49-F238E27FC236}">
                <a16:creationId xmlns:a16="http://schemas.microsoft.com/office/drawing/2014/main" id="{B465FFFE-1E4C-2C8C-232B-6AE8FA4CC8C9}"/>
              </a:ext>
            </a:extLst>
          </p:cNvPr>
          <p:cNvGrpSpPr/>
          <p:nvPr/>
        </p:nvGrpSpPr>
        <p:grpSpPr>
          <a:xfrm>
            <a:off x="5902140" y="2197997"/>
            <a:ext cx="206784" cy="176769"/>
            <a:chOff x="4749984" y="2197995"/>
            <a:chExt cx="206784" cy="176769"/>
          </a:xfrm>
        </p:grpSpPr>
        <p:sp>
          <p:nvSpPr>
            <p:cNvPr id="286" name="Freeform 234">
              <a:extLst>
                <a:ext uri="{FF2B5EF4-FFF2-40B4-BE49-F238E27FC236}">
                  <a16:creationId xmlns:a16="http://schemas.microsoft.com/office/drawing/2014/main" id="{EE61EF5B-4B71-3143-4317-56DE0A6C6A25}"/>
                </a:ext>
              </a:extLst>
            </p:cNvPr>
            <p:cNvSpPr/>
            <p:nvPr/>
          </p:nvSpPr>
          <p:spPr>
            <a:xfrm>
              <a:off x="4749984" y="2197995"/>
              <a:ext cx="206784" cy="134456"/>
            </a:xfrm>
            <a:custGeom>
              <a:avLst/>
              <a:gdLst>
                <a:gd name="connsiteX0" fmla="*/ 233498 w 233552"/>
                <a:gd name="connsiteY0" fmla="*/ 44232 h 151861"/>
                <a:gd name="connsiteX1" fmla="*/ 206241 w 233552"/>
                <a:gd name="connsiteY1" fmla="*/ 0 h 151861"/>
                <a:gd name="connsiteX2" fmla="*/ 27311 w 233552"/>
                <a:gd name="connsiteY2" fmla="*/ 0 h 151861"/>
                <a:gd name="connsiteX3" fmla="*/ 0 w 233552"/>
                <a:gd name="connsiteY3" fmla="*/ 46696 h 151861"/>
                <a:gd name="connsiteX4" fmla="*/ 55 w 233552"/>
                <a:gd name="connsiteY4" fmla="*/ 107629 h 151861"/>
                <a:gd name="connsiteX5" fmla="*/ 27311 w 233552"/>
                <a:gd name="connsiteY5" fmla="*/ 151861 h 151861"/>
                <a:gd name="connsiteX6" fmla="*/ 61413 w 233552"/>
                <a:gd name="connsiteY6" fmla="*/ 151861 h 151861"/>
                <a:gd name="connsiteX7" fmla="*/ 61413 w 233552"/>
                <a:gd name="connsiteY7" fmla="*/ 128703 h 151861"/>
                <a:gd name="connsiteX8" fmla="*/ 23921 w 233552"/>
                <a:gd name="connsiteY8" fmla="*/ 128703 h 151861"/>
                <a:gd name="connsiteX9" fmla="*/ 23811 w 233552"/>
                <a:gd name="connsiteY9" fmla="*/ 23158 h 151861"/>
                <a:gd name="connsiteX10" fmla="*/ 209635 w 233552"/>
                <a:gd name="connsiteY10" fmla="*/ 23158 h 151861"/>
                <a:gd name="connsiteX11" fmla="*/ 209741 w 233552"/>
                <a:gd name="connsiteY11" fmla="*/ 128703 h 151861"/>
                <a:gd name="connsiteX12" fmla="*/ 172139 w 233552"/>
                <a:gd name="connsiteY12" fmla="*/ 128703 h 151861"/>
                <a:gd name="connsiteX13" fmla="*/ 172139 w 233552"/>
                <a:gd name="connsiteY13" fmla="*/ 151861 h 151861"/>
                <a:gd name="connsiteX14" fmla="*/ 206241 w 233552"/>
                <a:gd name="connsiteY14" fmla="*/ 151861 h 151861"/>
                <a:gd name="connsiteX15" fmla="*/ 233552 w 233552"/>
                <a:gd name="connsiteY15" fmla="*/ 105166 h 151861"/>
                <a:gd name="connsiteX16" fmla="*/ 233498 w 233552"/>
                <a:gd name="connsiteY16" fmla="*/ 44232 h 151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3552" h="151861">
                  <a:moveTo>
                    <a:pt x="233498" y="44232"/>
                  </a:moveTo>
                  <a:cubicBezTo>
                    <a:pt x="232567" y="19545"/>
                    <a:pt x="220744" y="0"/>
                    <a:pt x="206241" y="0"/>
                  </a:cubicBezTo>
                  <a:lnTo>
                    <a:pt x="27311" y="0"/>
                  </a:lnTo>
                  <a:cubicBezTo>
                    <a:pt x="12316" y="0"/>
                    <a:pt x="164" y="20859"/>
                    <a:pt x="0" y="46696"/>
                  </a:cubicBezTo>
                  <a:lnTo>
                    <a:pt x="55" y="107629"/>
                  </a:lnTo>
                  <a:cubicBezTo>
                    <a:pt x="985" y="132317"/>
                    <a:pt x="12809" y="151861"/>
                    <a:pt x="27311" y="151861"/>
                  </a:cubicBezTo>
                  <a:lnTo>
                    <a:pt x="61413" y="151861"/>
                  </a:lnTo>
                  <a:lnTo>
                    <a:pt x="61413" y="128703"/>
                  </a:lnTo>
                  <a:lnTo>
                    <a:pt x="23921" y="128703"/>
                  </a:lnTo>
                  <a:lnTo>
                    <a:pt x="23811" y="23158"/>
                  </a:lnTo>
                  <a:lnTo>
                    <a:pt x="209635" y="23158"/>
                  </a:lnTo>
                  <a:lnTo>
                    <a:pt x="209741" y="128703"/>
                  </a:lnTo>
                  <a:lnTo>
                    <a:pt x="172139" y="128703"/>
                  </a:lnTo>
                  <a:lnTo>
                    <a:pt x="172139" y="151861"/>
                  </a:lnTo>
                  <a:lnTo>
                    <a:pt x="206241" y="151861"/>
                  </a:lnTo>
                  <a:cubicBezTo>
                    <a:pt x="221236" y="151861"/>
                    <a:pt x="233388" y="131003"/>
                    <a:pt x="233552" y="105166"/>
                  </a:cubicBezTo>
                  <a:lnTo>
                    <a:pt x="233498" y="44232"/>
                  </a:lnTo>
                  <a:close/>
                </a:path>
              </a:pathLst>
            </a:custGeom>
            <a:solidFill>
              <a:srgbClr val="007B85"/>
            </a:solidFill>
            <a:ln w="3646" cap="flat">
              <a:noFill/>
              <a:prstDash val="solid"/>
              <a:miter/>
            </a:ln>
          </p:spPr>
          <p:txBody>
            <a:bodyPr rtlCol="0" anchor="ctr"/>
            <a:lstStyle/>
            <a:p>
              <a:endParaRPr lang="en-GR"/>
            </a:p>
          </p:txBody>
        </p:sp>
        <p:sp>
          <p:nvSpPr>
            <p:cNvPr id="287" name="Freeform 235">
              <a:extLst>
                <a:ext uri="{FF2B5EF4-FFF2-40B4-BE49-F238E27FC236}">
                  <a16:creationId xmlns:a16="http://schemas.microsoft.com/office/drawing/2014/main" id="{D5613C7E-98C7-B29F-B758-71A5DD92A061}"/>
                </a:ext>
              </a:extLst>
            </p:cNvPr>
            <p:cNvSpPr/>
            <p:nvPr/>
          </p:nvSpPr>
          <p:spPr>
            <a:xfrm>
              <a:off x="4814630" y="2232552"/>
              <a:ext cx="67653" cy="65435"/>
            </a:xfrm>
            <a:custGeom>
              <a:avLst/>
              <a:gdLst>
                <a:gd name="connsiteX0" fmla="*/ 45046 w 76411"/>
                <a:gd name="connsiteY0" fmla="*/ 13194 h 73905"/>
                <a:gd name="connsiteX1" fmla="*/ 60264 w 76411"/>
                <a:gd name="connsiteY1" fmla="*/ 23322 h 73905"/>
                <a:gd name="connsiteX2" fmla="*/ 76412 w 76411"/>
                <a:gd name="connsiteY2" fmla="*/ 23322 h 73905"/>
                <a:gd name="connsiteX3" fmla="*/ 45868 w 76411"/>
                <a:gd name="connsiteY3" fmla="*/ 0 h 73905"/>
                <a:gd name="connsiteX4" fmla="*/ 10838 w 76411"/>
                <a:gd name="connsiteY4" fmla="*/ 30056 h 73905"/>
                <a:gd name="connsiteX5" fmla="*/ 0 w 76411"/>
                <a:gd name="connsiteY5" fmla="*/ 30056 h 73905"/>
                <a:gd name="connsiteX6" fmla="*/ 0 w 76411"/>
                <a:gd name="connsiteY6" fmla="*/ 43853 h 73905"/>
                <a:gd name="connsiteX7" fmla="*/ 10838 w 76411"/>
                <a:gd name="connsiteY7" fmla="*/ 43853 h 73905"/>
                <a:gd name="connsiteX8" fmla="*/ 44941 w 76411"/>
                <a:gd name="connsiteY8" fmla="*/ 73905 h 73905"/>
                <a:gd name="connsiteX9" fmla="*/ 76248 w 76411"/>
                <a:gd name="connsiteY9" fmla="*/ 50915 h 73905"/>
                <a:gd name="connsiteX10" fmla="*/ 60100 w 76411"/>
                <a:gd name="connsiteY10" fmla="*/ 50915 h 73905"/>
                <a:gd name="connsiteX11" fmla="*/ 44827 w 76411"/>
                <a:gd name="connsiteY11" fmla="*/ 60715 h 73905"/>
                <a:gd name="connsiteX12" fmla="*/ 26877 w 76411"/>
                <a:gd name="connsiteY12" fmla="*/ 43853 h 73905"/>
                <a:gd name="connsiteX13" fmla="*/ 48659 w 76411"/>
                <a:gd name="connsiteY13" fmla="*/ 43853 h 73905"/>
                <a:gd name="connsiteX14" fmla="*/ 48659 w 76411"/>
                <a:gd name="connsiteY14" fmla="*/ 30056 h 73905"/>
                <a:gd name="connsiteX15" fmla="*/ 26877 w 76411"/>
                <a:gd name="connsiteY15" fmla="*/ 30056 h 73905"/>
                <a:gd name="connsiteX16" fmla="*/ 45046 w 76411"/>
                <a:gd name="connsiteY16" fmla="*/ 13194 h 73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411" h="73905">
                  <a:moveTo>
                    <a:pt x="45046" y="13194"/>
                  </a:moveTo>
                  <a:cubicBezTo>
                    <a:pt x="52436" y="13194"/>
                    <a:pt x="57746" y="17136"/>
                    <a:pt x="60264" y="23322"/>
                  </a:cubicBezTo>
                  <a:lnTo>
                    <a:pt x="76412" y="23322"/>
                  </a:lnTo>
                  <a:cubicBezTo>
                    <a:pt x="73346" y="9362"/>
                    <a:pt x="61851" y="0"/>
                    <a:pt x="45868" y="0"/>
                  </a:cubicBezTo>
                  <a:cubicBezTo>
                    <a:pt x="26275" y="0"/>
                    <a:pt x="13411" y="11661"/>
                    <a:pt x="10838" y="30056"/>
                  </a:cubicBezTo>
                  <a:lnTo>
                    <a:pt x="0" y="30056"/>
                  </a:lnTo>
                  <a:lnTo>
                    <a:pt x="0" y="43853"/>
                  </a:lnTo>
                  <a:lnTo>
                    <a:pt x="10838" y="43853"/>
                  </a:lnTo>
                  <a:cubicBezTo>
                    <a:pt x="13302" y="62193"/>
                    <a:pt x="25727" y="73905"/>
                    <a:pt x="44941" y="73905"/>
                  </a:cubicBezTo>
                  <a:cubicBezTo>
                    <a:pt x="61249" y="73905"/>
                    <a:pt x="73073" y="64708"/>
                    <a:pt x="76248" y="50915"/>
                  </a:cubicBezTo>
                  <a:lnTo>
                    <a:pt x="60100" y="50915"/>
                  </a:lnTo>
                  <a:cubicBezTo>
                    <a:pt x="57527" y="56937"/>
                    <a:pt x="52217" y="60715"/>
                    <a:pt x="44827" y="60715"/>
                  </a:cubicBezTo>
                  <a:cubicBezTo>
                    <a:pt x="35197" y="60715"/>
                    <a:pt x="28847" y="53981"/>
                    <a:pt x="26877" y="43853"/>
                  </a:cubicBezTo>
                  <a:lnTo>
                    <a:pt x="48659" y="43853"/>
                  </a:lnTo>
                  <a:lnTo>
                    <a:pt x="48659" y="30056"/>
                  </a:lnTo>
                  <a:lnTo>
                    <a:pt x="26877" y="30056"/>
                  </a:lnTo>
                  <a:cubicBezTo>
                    <a:pt x="28847" y="19873"/>
                    <a:pt x="35307" y="13194"/>
                    <a:pt x="45046" y="13194"/>
                  </a:cubicBezTo>
                  <a:close/>
                </a:path>
              </a:pathLst>
            </a:custGeom>
            <a:solidFill>
              <a:srgbClr val="007B85"/>
            </a:solidFill>
            <a:ln w="3646" cap="flat">
              <a:noFill/>
              <a:prstDash val="solid"/>
              <a:miter/>
            </a:ln>
          </p:spPr>
          <p:txBody>
            <a:bodyPr rtlCol="0" anchor="ctr"/>
            <a:lstStyle/>
            <a:p>
              <a:endParaRPr lang="en-GR"/>
            </a:p>
          </p:txBody>
        </p:sp>
        <p:sp>
          <p:nvSpPr>
            <p:cNvPr id="288" name="Freeform 236">
              <a:extLst>
                <a:ext uri="{FF2B5EF4-FFF2-40B4-BE49-F238E27FC236}">
                  <a16:creationId xmlns:a16="http://schemas.microsoft.com/office/drawing/2014/main" id="{A2E1BE96-8E5F-FE3D-A2B3-182D76D3CE65}"/>
                </a:ext>
              </a:extLst>
            </p:cNvPr>
            <p:cNvSpPr/>
            <p:nvPr/>
          </p:nvSpPr>
          <p:spPr>
            <a:xfrm>
              <a:off x="4817441" y="2311947"/>
              <a:ext cx="17495" cy="43431"/>
            </a:xfrm>
            <a:custGeom>
              <a:avLst/>
              <a:gdLst>
                <a:gd name="connsiteX0" fmla="*/ 8704 w 19760"/>
                <a:gd name="connsiteY0" fmla="*/ 49054 h 49053"/>
                <a:gd name="connsiteX1" fmla="*/ 55 w 19760"/>
                <a:gd name="connsiteY1" fmla="*/ 43962 h 49053"/>
                <a:gd name="connsiteX2" fmla="*/ 0 w 19760"/>
                <a:gd name="connsiteY2" fmla="*/ 43962 h 49053"/>
                <a:gd name="connsiteX3" fmla="*/ 0 w 19760"/>
                <a:gd name="connsiteY3" fmla="*/ 0 h 49053"/>
                <a:gd name="connsiteX4" fmla="*/ 19761 w 19760"/>
                <a:gd name="connsiteY4" fmla="*/ 0 h 49053"/>
                <a:gd name="connsiteX5" fmla="*/ 19761 w 19760"/>
                <a:gd name="connsiteY5" fmla="*/ 43962 h 49053"/>
                <a:gd name="connsiteX6" fmla="*/ 11112 w 19760"/>
                <a:gd name="connsiteY6" fmla="*/ 49054 h 49053"/>
                <a:gd name="connsiteX7" fmla="*/ 8704 w 19760"/>
                <a:gd name="connsiteY7" fmla="*/ 49054 h 49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60" h="49053">
                  <a:moveTo>
                    <a:pt x="8704" y="49054"/>
                  </a:moveTo>
                  <a:cubicBezTo>
                    <a:pt x="3996" y="49054"/>
                    <a:pt x="164" y="46809"/>
                    <a:pt x="55" y="43962"/>
                  </a:cubicBezTo>
                  <a:lnTo>
                    <a:pt x="0" y="43962"/>
                  </a:lnTo>
                  <a:lnTo>
                    <a:pt x="0" y="0"/>
                  </a:lnTo>
                  <a:lnTo>
                    <a:pt x="19761" y="0"/>
                  </a:lnTo>
                  <a:lnTo>
                    <a:pt x="19761" y="43962"/>
                  </a:lnTo>
                  <a:cubicBezTo>
                    <a:pt x="19706" y="46754"/>
                    <a:pt x="15874" y="49054"/>
                    <a:pt x="11112" y="49054"/>
                  </a:cubicBezTo>
                  <a:lnTo>
                    <a:pt x="8704" y="49054"/>
                  </a:lnTo>
                  <a:close/>
                </a:path>
              </a:pathLst>
            </a:custGeom>
            <a:solidFill>
              <a:srgbClr val="007B85"/>
            </a:solidFill>
            <a:ln w="3646" cap="flat">
              <a:noFill/>
              <a:prstDash val="solid"/>
              <a:miter/>
            </a:ln>
          </p:spPr>
          <p:txBody>
            <a:bodyPr rtlCol="0" anchor="ctr"/>
            <a:lstStyle/>
            <a:p>
              <a:endParaRPr lang="en-GR"/>
            </a:p>
          </p:txBody>
        </p:sp>
        <p:sp>
          <p:nvSpPr>
            <p:cNvPr id="289" name="Freeform 237">
              <a:extLst>
                <a:ext uri="{FF2B5EF4-FFF2-40B4-BE49-F238E27FC236}">
                  <a16:creationId xmlns:a16="http://schemas.microsoft.com/office/drawing/2014/main" id="{8E93B357-DE11-E6C3-32FA-9379E64BA5FA}"/>
                </a:ext>
              </a:extLst>
            </p:cNvPr>
            <p:cNvSpPr/>
            <p:nvPr/>
          </p:nvSpPr>
          <p:spPr>
            <a:xfrm>
              <a:off x="4844631" y="2311947"/>
              <a:ext cx="17493" cy="62817"/>
            </a:xfrm>
            <a:custGeom>
              <a:avLst/>
              <a:gdLst>
                <a:gd name="connsiteX0" fmla="*/ 55 w 19757"/>
                <a:gd name="connsiteY0" fmla="*/ 65857 h 70948"/>
                <a:gd name="connsiteX1" fmla="*/ 8704 w 19757"/>
                <a:gd name="connsiteY1" fmla="*/ 70949 h 70948"/>
                <a:gd name="connsiteX2" fmla="*/ 11112 w 19757"/>
                <a:gd name="connsiteY2" fmla="*/ 70949 h 70948"/>
                <a:gd name="connsiteX3" fmla="*/ 19757 w 19757"/>
                <a:gd name="connsiteY3" fmla="*/ 65857 h 70948"/>
                <a:gd name="connsiteX4" fmla="*/ 19757 w 19757"/>
                <a:gd name="connsiteY4" fmla="*/ 0 h 70948"/>
                <a:gd name="connsiteX5" fmla="*/ 0 w 19757"/>
                <a:gd name="connsiteY5" fmla="*/ 0 h 70948"/>
                <a:gd name="connsiteX6" fmla="*/ 0 w 19757"/>
                <a:gd name="connsiteY6" fmla="*/ 65857 h 70948"/>
                <a:gd name="connsiteX7" fmla="*/ 55 w 19757"/>
                <a:gd name="connsiteY7" fmla="*/ 65857 h 70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57" h="70948">
                  <a:moveTo>
                    <a:pt x="55" y="65857"/>
                  </a:moveTo>
                  <a:cubicBezTo>
                    <a:pt x="164" y="68704"/>
                    <a:pt x="3996" y="70949"/>
                    <a:pt x="8704" y="70949"/>
                  </a:cubicBezTo>
                  <a:lnTo>
                    <a:pt x="11112" y="70949"/>
                  </a:lnTo>
                  <a:cubicBezTo>
                    <a:pt x="15816" y="70949"/>
                    <a:pt x="19702" y="68649"/>
                    <a:pt x="19757" y="65857"/>
                  </a:cubicBezTo>
                  <a:lnTo>
                    <a:pt x="19757" y="0"/>
                  </a:lnTo>
                  <a:lnTo>
                    <a:pt x="0" y="0"/>
                  </a:lnTo>
                  <a:lnTo>
                    <a:pt x="0" y="65857"/>
                  </a:lnTo>
                  <a:lnTo>
                    <a:pt x="55" y="65857"/>
                  </a:lnTo>
                  <a:close/>
                </a:path>
              </a:pathLst>
            </a:custGeom>
            <a:solidFill>
              <a:srgbClr val="007B85"/>
            </a:solidFill>
            <a:ln w="3646" cap="flat">
              <a:noFill/>
              <a:prstDash val="solid"/>
              <a:miter/>
            </a:ln>
          </p:spPr>
          <p:txBody>
            <a:bodyPr rtlCol="0" anchor="ctr"/>
            <a:lstStyle/>
            <a:p>
              <a:endParaRPr lang="en-GR"/>
            </a:p>
          </p:txBody>
        </p:sp>
        <p:sp>
          <p:nvSpPr>
            <p:cNvPr id="290" name="Freeform 238">
              <a:extLst>
                <a:ext uri="{FF2B5EF4-FFF2-40B4-BE49-F238E27FC236}">
                  <a16:creationId xmlns:a16="http://schemas.microsoft.com/office/drawing/2014/main" id="{B6BF710A-8C67-0F1D-BDFA-296229857578}"/>
                </a:ext>
              </a:extLst>
            </p:cNvPr>
            <p:cNvSpPr/>
            <p:nvPr/>
          </p:nvSpPr>
          <p:spPr>
            <a:xfrm>
              <a:off x="4871816" y="2311947"/>
              <a:ext cx="17495" cy="43431"/>
            </a:xfrm>
            <a:custGeom>
              <a:avLst/>
              <a:gdLst>
                <a:gd name="connsiteX0" fmla="*/ 8704 w 19760"/>
                <a:gd name="connsiteY0" fmla="*/ 49054 h 49053"/>
                <a:gd name="connsiteX1" fmla="*/ 55 w 19760"/>
                <a:gd name="connsiteY1" fmla="*/ 43962 h 49053"/>
                <a:gd name="connsiteX2" fmla="*/ 0 w 19760"/>
                <a:gd name="connsiteY2" fmla="*/ 43962 h 49053"/>
                <a:gd name="connsiteX3" fmla="*/ 0 w 19760"/>
                <a:gd name="connsiteY3" fmla="*/ 0 h 49053"/>
                <a:gd name="connsiteX4" fmla="*/ 19761 w 19760"/>
                <a:gd name="connsiteY4" fmla="*/ 0 h 49053"/>
                <a:gd name="connsiteX5" fmla="*/ 19761 w 19760"/>
                <a:gd name="connsiteY5" fmla="*/ 43962 h 49053"/>
                <a:gd name="connsiteX6" fmla="*/ 11112 w 19760"/>
                <a:gd name="connsiteY6" fmla="*/ 49054 h 49053"/>
                <a:gd name="connsiteX7" fmla="*/ 8704 w 19760"/>
                <a:gd name="connsiteY7" fmla="*/ 49054 h 49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60" h="49053">
                  <a:moveTo>
                    <a:pt x="8704" y="49054"/>
                  </a:moveTo>
                  <a:cubicBezTo>
                    <a:pt x="3996" y="49054"/>
                    <a:pt x="164" y="46809"/>
                    <a:pt x="55" y="43962"/>
                  </a:cubicBezTo>
                  <a:lnTo>
                    <a:pt x="0" y="43962"/>
                  </a:lnTo>
                  <a:lnTo>
                    <a:pt x="0" y="0"/>
                  </a:lnTo>
                  <a:lnTo>
                    <a:pt x="19761" y="0"/>
                  </a:lnTo>
                  <a:lnTo>
                    <a:pt x="19761" y="43962"/>
                  </a:lnTo>
                  <a:cubicBezTo>
                    <a:pt x="19706" y="46754"/>
                    <a:pt x="15820" y="49054"/>
                    <a:pt x="11112" y="49054"/>
                  </a:cubicBezTo>
                  <a:lnTo>
                    <a:pt x="8704" y="49054"/>
                  </a:lnTo>
                  <a:close/>
                </a:path>
              </a:pathLst>
            </a:custGeom>
            <a:solidFill>
              <a:srgbClr val="007B85"/>
            </a:solidFill>
            <a:ln w="3646" cap="flat">
              <a:noFill/>
              <a:prstDash val="solid"/>
              <a:miter/>
            </a:ln>
          </p:spPr>
          <p:txBody>
            <a:bodyPr rtlCol="0" anchor="ctr"/>
            <a:lstStyle/>
            <a:p>
              <a:endParaRPr lang="en-GR"/>
            </a:p>
          </p:txBody>
        </p:sp>
      </p:grpSp>
      <p:sp>
        <p:nvSpPr>
          <p:cNvPr id="291" name="Freeform 239">
            <a:extLst>
              <a:ext uri="{FF2B5EF4-FFF2-40B4-BE49-F238E27FC236}">
                <a16:creationId xmlns:a16="http://schemas.microsoft.com/office/drawing/2014/main" id="{4CE039C8-8704-7D4F-7974-EBAC6372AFF1}"/>
              </a:ext>
            </a:extLst>
          </p:cNvPr>
          <p:cNvSpPr/>
          <p:nvPr/>
        </p:nvSpPr>
        <p:spPr>
          <a:xfrm>
            <a:off x="6234934" y="2210923"/>
            <a:ext cx="206786" cy="148383"/>
          </a:xfrm>
          <a:custGeom>
            <a:avLst/>
            <a:gdLst>
              <a:gd name="connsiteX0" fmla="*/ 116777 w 233554"/>
              <a:gd name="connsiteY0" fmla="*/ 22136 h 167591"/>
              <a:gd name="connsiteX1" fmla="*/ 225733 w 233554"/>
              <a:gd name="connsiteY1" fmla="*/ 32249 h 167591"/>
              <a:gd name="connsiteX2" fmla="*/ 116952 w 233554"/>
              <a:gd name="connsiteY2" fmla="*/ 167592 h 167591"/>
              <a:gd name="connsiteX3" fmla="*/ 116602 w 233554"/>
              <a:gd name="connsiteY3" fmla="*/ 167592 h 167591"/>
              <a:gd name="connsiteX4" fmla="*/ 7821 w 233554"/>
              <a:gd name="connsiteY4" fmla="*/ 32249 h 167591"/>
              <a:gd name="connsiteX5" fmla="*/ 116777 w 233554"/>
              <a:gd name="connsiteY5" fmla="*/ 22136 h 167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554" h="167591">
                <a:moveTo>
                  <a:pt x="116777" y="22136"/>
                </a:moveTo>
                <a:cubicBezTo>
                  <a:pt x="163655" y="-17738"/>
                  <a:pt x="209658" y="2843"/>
                  <a:pt x="225733" y="32249"/>
                </a:cubicBezTo>
                <a:cubicBezTo>
                  <a:pt x="260394" y="95563"/>
                  <a:pt x="171841" y="154376"/>
                  <a:pt x="116952" y="167592"/>
                </a:cubicBezTo>
                <a:lnTo>
                  <a:pt x="116602" y="167592"/>
                </a:lnTo>
                <a:cubicBezTo>
                  <a:pt x="61713" y="154376"/>
                  <a:pt x="-26839" y="95563"/>
                  <a:pt x="7821" y="32249"/>
                </a:cubicBezTo>
                <a:cubicBezTo>
                  <a:pt x="23896" y="2843"/>
                  <a:pt x="69957" y="-17680"/>
                  <a:pt x="116777" y="22136"/>
                </a:cubicBezTo>
                <a:close/>
              </a:path>
            </a:pathLst>
          </a:custGeom>
          <a:solidFill>
            <a:srgbClr val="007B85"/>
          </a:solidFill>
          <a:ln w="3646" cap="flat">
            <a:noFill/>
            <a:prstDash val="solid"/>
            <a:miter/>
          </a:ln>
        </p:spPr>
        <p:txBody>
          <a:bodyPr rtlCol="0" anchor="ctr"/>
          <a:lstStyle/>
          <a:p>
            <a:endParaRPr lang="en-GR"/>
          </a:p>
        </p:txBody>
      </p:sp>
      <p:grpSp>
        <p:nvGrpSpPr>
          <p:cNvPr id="292" name="Group 291">
            <a:extLst>
              <a:ext uri="{FF2B5EF4-FFF2-40B4-BE49-F238E27FC236}">
                <a16:creationId xmlns:a16="http://schemas.microsoft.com/office/drawing/2014/main" id="{BF3BD3C6-11B1-E68F-BCA3-50146619ED5D}"/>
              </a:ext>
            </a:extLst>
          </p:cNvPr>
          <p:cNvGrpSpPr/>
          <p:nvPr/>
        </p:nvGrpSpPr>
        <p:grpSpPr>
          <a:xfrm>
            <a:off x="6600019" y="2194763"/>
            <a:ext cx="144535" cy="180964"/>
            <a:chOff x="5447861" y="2194763"/>
            <a:chExt cx="144535" cy="180964"/>
          </a:xfrm>
        </p:grpSpPr>
        <p:sp>
          <p:nvSpPr>
            <p:cNvPr id="293" name="Freeform 241">
              <a:extLst>
                <a:ext uri="{FF2B5EF4-FFF2-40B4-BE49-F238E27FC236}">
                  <a16:creationId xmlns:a16="http://schemas.microsoft.com/office/drawing/2014/main" id="{573129C3-ECBF-8C6E-A2F1-5877E6A73999}"/>
                </a:ext>
              </a:extLst>
            </p:cNvPr>
            <p:cNvSpPr/>
            <p:nvPr/>
          </p:nvSpPr>
          <p:spPr>
            <a:xfrm>
              <a:off x="5447861" y="2194763"/>
              <a:ext cx="144535" cy="180964"/>
            </a:xfrm>
            <a:custGeom>
              <a:avLst/>
              <a:gdLst>
                <a:gd name="connsiteX0" fmla="*/ 157063 w 163245"/>
                <a:gd name="connsiteY0" fmla="*/ 11245 h 204389"/>
                <a:gd name="connsiteX1" fmla="*/ 122260 w 163245"/>
                <a:gd name="connsiteY1" fmla="*/ 0 h 204389"/>
                <a:gd name="connsiteX2" fmla="*/ 117816 w 163245"/>
                <a:gd name="connsiteY2" fmla="*/ 0 h 204389"/>
                <a:gd name="connsiteX3" fmla="*/ 117816 w 163245"/>
                <a:gd name="connsiteY3" fmla="*/ 25505 h 204389"/>
                <a:gd name="connsiteX4" fmla="*/ 137795 w 163245"/>
                <a:gd name="connsiteY4" fmla="*/ 25505 h 204389"/>
                <a:gd name="connsiteX5" fmla="*/ 137795 w 163245"/>
                <a:gd name="connsiteY5" fmla="*/ 178834 h 204389"/>
                <a:gd name="connsiteX6" fmla="*/ 25577 w 163245"/>
                <a:gd name="connsiteY6" fmla="*/ 178834 h 204389"/>
                <a:gd name="connsiteX7" fmla="*/ 25577 w 163245"/>
                <a:gd name="connsiteY7" fmla="*/ 1788 h 204389"/>
                <a:gd name="connsiteX8" fmla="*/ 6258 w 163245"/>
                <a:gd name="connsiteY8" fmla="*/ 11296 h 204389"/>
                <a:gd name="connsiteX9" fmla="*/ 25 w 163245"/>
                <a:gd name="connsiteY9" fmla="*/ 34805 h 204389"/>
                <a:gd name="connsiteX10" fmla="*/ 25 w 163245"/>
                <a:gd name="connsiteY10" fmla="*/ 180622 h 204389"/>
                <a:gd name="connsiteX11" fmla="*/ 6258 w 163245"/>
                <a:gd name="connsiteY11" fmla="*/ 193196 h 204389"/>
                <a:gd name="connsiteX12" fmla="*/ 41061 w 163245"/>
                <a:gd name="connsiteY12" fmla="*/ 204390 h 204389"/>
                <a:gd name="connsiteX13" fmla="*/ 122209 w 163245"/>
                <a:gd name="connsiteY13" fmla="*/ 204390 h 204389"/>
                <a:gd name="connsiteX14" fmla="*/ 163245 w 163245"/>
                <a:gd name="connsiteY14" fmla="*/ 180622 h 204389"/>
                <a:gd name="connsiteX15" fmla="*/ 163245 w 163245"/>
                <a:gd name="connsiteY15" fmla="*/ 23768 h 204389"/>
                <a:gd name="connsiteX16" fmla="*/ 157012 w 163245"/>
                <a:gd name="connsiteY16" fmla="*/ 11194 h 204389"/>
                <a:gd name="connsiteX17" fmla="*/ 157063 w 163245"/>
                <a:gd name="connsiteY17" fmla="*/ 11245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3245" h="204389">
                  <a:moveTo>
                    <a:pt x="157063" y="11245"/>
                  </a:moveTo>
                  <a:cubicBezTo>
                    <a:pt x="149805" y="4497"/>
                    <a:pt x="136927" y="0"/>
                    <a:pt x="122260" y="0"/>
                  </a:cubicBezTo>
                  <a:lnTo>
                    <a:pt x="117816" y="0"/>
                  </a:lnTo>
                  <a:lnTo>
                    <a:pt x="117816" y="25505"/>
                  </a:lnTo>
                  <a:lnTo>
                    <a:pt x="137795" y="25505"/>
                  </a:lnTo>
                  <a:lnTo>
                    <a:pt x="137795" y="178834"/>
                  </a:lnTo>
                  <a:lnTo>
                    <a:pt x="25577" y="178834"/>
                  </a:lnTo>
                  <a:lnTo>
                    <a:pt x="25577" y="1788"/>
                  </a:lnTo>
                  <a:cubicBezTo>
                    <a:pt x="18676" y="3423"/>
                    <a:pt x="11472" y="6438"/>
                    <a:pt x="6258" y="11296"/>
                  </a:cubicBezTo>
                  <a:cubicBezTo>
                    <a:pt x="-742" y="17837"/>
                    <a:pt x="25" y="26220"/>
                    <a:pt x="25" y="34805"/>
                  </a:cubicBezTo>
                  <a:lnTo>
                    <a:pt x="25" y="180622"/>
                  </a:lnTo>
                  <a:cubicBezTo>
                    <a:pt x="25" y="185224"/>
                    <a:pt x="2324" y="189517"/>
                    <a:pt x="6258" y="193196"/>
                  </a:cubicBezTo>
                  <a:cubicBezTo>
                    <a:pt x="13516" y="199893"/>
                    <a:pt x="26394" y="204390"/>
                    <a:pt x="41061" y="204390"/>
                  </a:cubicBezTo>
                  <a:lnTo>
                    <a:pt x="122209" y="204390"/>
                  </a:lnTo>
                  <a:cubicBezTo>
                    <a:pt x="135956" y="204390"/>
                    <a:pt x="163245" y="198922"/>
                    <a:pt x="163245" y="180622"/>
                  </a:cubicBezTo>
                  <a:lnTo>
                    <a:pt x="163245" y="23768"/>
                  </a:lnTo>
                  <a:cubicBezTo>
                    <a:pt x="163245" y="19165"/>
                    <a:pt x="160946" y="14873"/>
                    <a:pt x="157012" y="11194"/>
                  </a:cubicBezTo>
                  <a:lnTo>
                    <a:pt x="157063" y="11245"/>
                  </a:lnTo>
                  <a:close/>
                </a:path>
              </a:pathLst>
            </a:custGeom>
            <a:solidFill>
              <a:srgbClr val="007B85"/>
            </a:solidFill>
            <a:ln w="3646" cap="flat">
              <a:noFill/>
              <a:prstDash val="solid"/>
              <a:miter/>
            </a:ln>
          </p:spPr>
          <p:txBody>
            <a:bodyPr rtlCol="0" anchor="ctr"/>
            <a:lstStyle/>
            <a:p>
              <a:endParaRPr lang="en-GR"/>
            </a:p>
          </p:txBody>
        </p:sp>
        <p:sp>
          <p:nvSpPr>
            <p:cNvPr id="294" name="Freeform 242">
              <a:extLst>
                <a:ext uri="{FF2B5EF4-FFF2-40B4-BE49-F238E27FC236}">
                  <a16:creationId xmlns:a16="http://schemas.microsoft.com/office/drawing/2014/main" id="{0F5BF907-AB21-E4E7-DC76-F2B8DDCB9E13}"/>
                </a:ext>
              </a:extLst>
            </p:cNvPr>
            <p:cNvSpPr/>
            <p:nvPr/>
          </p:nvSpPr>
          <p:spPr>
            <a:xfrm>
              <a:off x="5479599" y="2194763"/>
              <a:ext cx="63570" cy="72404"/>
            </a:xfrm>
            <a:custGeom>
              <a:avLst/>
              <a:gdLst>
                <a:gd name="connsiteX0" fmla="*/ 3478 w 71799"/>
                <a:gd name="connsiteY0" fmla="*/ 81778 h 81777"/>
                <a:gd name="connsiteX1" fmla="*/ 35876 w 71799"/>
                <a:gd name="connsiteY1" fmla="*/ 62558 h 81777"/>
                <a:gd name="connsiteX2" fmla="*/ 68274 w 71799"/>
                <a:gd name="connsiteY2" fmla="*/ 81778 h 81777"/>
                <a:gd name="connsiteX3" fmla="*/ 71799 w 71799"/>
                <a:gd name="connsiteY3" fmla="*/ 75183 h 81777"/>
                <a:gd name="connsiteX4" fmla="*/ 71799 w 71799"/>
                <a:gd name="connsiteY4" fmla="*/ 102 h 81777"/>
                <a:gd name="connsiteX5" fmla="*/ 0 w 71799"/>
                <a:gd name="connsiteY5" fmla="*/ 0 h 81777"/>
                <a:gd name="connsiteX6" fmla="*/ 0 w 71799"/>
                <a:gd name="connsiteY6" fmla="*/ 75183 h 81777"/>
                <a:gd name="connsiteX7" fmla="*/ 3529 w 71799"/>
                <a:gd name="connsiteY7" fmla="*/ 81778 h 81777"/>
                <a:gd name="connsiteX8" fmla="*/ 3478 w 71799"/>
                <a:gd name="connsiteY8" fmla="*/ 81778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799" h="81777">
                  <a:moveTo>
                    <a:pt x="3478" y="81778"/>
                  </a:moveTo>
                  <a:cubicBezTo>
                    <a:pt x="10937" y="81778"/>
                    <a:pt x="28873" y="62558"/>
                    <a:pt x="35876" y="62558"/>
                  </a:cubicBezTo>
                  <a:cubicBezTo>
                    <a:pt x="42824" y="62558"/>
                    <a:pt x="60815" y="81778"/>
                    <a:pt x="68274" y="81778"/>
                  </a:cubicBezTo>
                  <a:cubicBezTo>
                    <a:pt x="72259" y="81778"/>
                    <a:pt x="71748" y="77124"/>
                    <a:pt x="71799" y="75183"/>
                  </a:cubicBezTo>
                  <a:lnTo>
                    <a:pt x="71799" y="102"/>
                  </a:lnTo>
                  <a:lnTo>
                    <a:pt x="0" y="0"/>
                  </a:lnTo>
                  <a:lnTo>
                    <a:pt x="0" y="75183"/>
                  </a:lnTo>
                  <a:cubicBezTo>
                    <a:pt x="0" y="77124"/>
                    <a:pt x="460" y="81778"/>
                    <a:pt x="3529" y="81778"/>
                  </a:cubicBezTo>
                  <a:lnTo>
                    <a:pt x="3478" y="81778"/>
                  </a:lnTo>
                  <a:close/>
                </a:path>
              </a:pathLst>
            </a:custGeom>
            <a:solidFill>
              <a:srgbClr val="007B85"/>
            </a:solidFill>
            <a:ln w="3646" cap="flat">
              <a:noFill/>
              <a:prstDash val="solid"/>
              <a:miter/>
            </a:ln>
          </p:spPr>
          <p:txBody>
            <a:bodyPr rtlCol="0" anchor="ctr"/>
            <a:lstStyle/>
            <a:p>
              <a:endParaRPr lang="en-GR"/>
            </a:p>
          </p:txBody>
        </p:sp>
        <p:sp>
          <p:nvSpPr>
            <p:cNvPr id="295" name="Freeform 243">
              <a:extLst>
                <a:ext uri="{FF2B5EF4-FFF2-40B4-BE49-F238E27FC236}">
                  <a16:creationId xmlns:a16="http://schemas.microsoft.com/office/drawing/2014/main" id="{A868AB8C-928E-40DA-A23C-D8855121705D}"/>
                </a:ext>
              </a:extLst>
            </p:cNvPr>
            <p:cNvSpPr/>
            <p:nvPr/>
          </p:nvSpPr>
          <p:spPr>
            <a:xfrm>
              <a:off x="5479554" y="2312826"/>
              <a:ext cx="50766" cy="18103"/>
            </a:xfrm>
            <a:custGeom>
              <a:avLst/>
              <a:gdLst>
                <a:gd name="connsiteX0" fmla="*/ 43233 w 57337"/>
                <a:gd name="connsiteY0" fmla="*/ 0 h 20446"/>
                <a:gd name="connsiteX1" fmla="*/ 5930 w 57337"/>
                <a:gd name="connsiteY1" fmla="*/ 0 h 20446"/>
                <a:gd name="connsiteX2" fmla="*/ 0 w 57337"/>
                <a:gd name="connsiteY2" fmla="*/ 10223 h 20446"/>
                <a:gd name="connsiteX3" fmla="*/ 5930 w 57337"/>
                <a:gd name="connsiteY3" fmla="*/ 20446 h 20446"/>
                <a:gd name="connsiteX4" fmla="*/ 51411 w 57337"/>
                <a:gd name="connsiteY4" fmla="*/ 20446 h 20446"/>
                <a:gd name="connsiteX5" fmla="*/ 57337 w 57337"/>
                <a:gd name="connsiteY5" fmla="*/ 10223 h 20446"/>
                <a:gd name="connsiteX6" fmla="*/ 51411 w 57337"/>
                <a:gd name="connsiteY6" fmla="*/ 0 h 20446"/>
                <a:gd name="connsiteX7" fmla="*/ 43284 w 57337"/>
                <a:gd name="connsiteY7" fmla="*/ 0 h 20446"/>
                <a:gd name="connsiteX8" fmla="*/ 43233 w 57337"/>
                <a:gd name="connsiteY8" fmla="*/ 0 h 20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7" h="20446">
                  <a:moveTo>
                    <a:pt x="43233" y="0"/>
                  </a:moveTo>
                  <a:lnTo>
                    <a:pt x="5930" y="0"/>
                  </a:lnTo>
                  <a:cubicBezTo>
                    <a:pt x="2657" y="0"/>
                    <a:pt x="0" y="4548"/>
                    <a:pt x="0" y="10223"/>
                  </a:cubicBezTo>
                  <a:cubicBezTo>
                    <a:pt x="0" y="15895"/>
                    <a:pt x="2657" y="20446"/>
                    <a:pt x="5930" y="20446"/>
                  </a:cubicBezTo>
                  <a:lnTo>
                    <a:pt x="51411" y="20446"/>
                  </a:lnTo>
                  <a:cubicBezTo>
                    <a:pt x="54681" y="20446"/>
                    <a:pt x="57337" y="15895"/>
                    <a:pt x="57337" y="10223"/>
                  </a:cubicBezTo>
                  <a:cubicBezTo>
                    <a:pt x="57337" y="4548"/>
                    <a:pt x="54681" y="0"/>
                    <a:pt x="51411" y="0"/>
                  </a:cubicBezTo>
                  <a:lnTo>
                    <a:pt x="43284" y="0"/>
                  </a:lnTo>
                  <a:lnTo>
                    <a:pt x="43233" y="0"/>
                  </a:lnTo>
                  <a:close/>
                </a:path>
              </a:pathLst>
            </a:custGeom>
            <a:solidFill>
              <a:srgbClr val="007B85"/>
            </a:solidFill>
            <a:ln w="3646" cap="flat">
              <a:noFill/>
              <a:prstDash val="solid"/>
              <a:miter/>
            </a:ln>
          </p:spPr>
          <p:txBody>
            <a:bodyPr rtlCol="0" anchor="ctr"/>
            <a:lstStyle/>
            <a:p>
              <a:endParaRPr lang="en-GR"/>
            </a:p>
          </p:txBody>
        </p:sp>
        <p:sp>
          <p:nvSpPr>
            <p:cNvPr id="296" name="Freeform 244">
              <a:extLst>
                <a:ext uri="{FF2B5EF4-FFF2-40B4-BE49-F238E27FC236}">
                  <a16:creationId xmlns:a16="http://schemas.microsoft.com/office/drawing/2014/main" id="{DC2AEFCD-6BAC-4C71-0C05-212399ED1854}"/>
                </a:ext>
              </a:extLst>
            </p:cNvPr>
            <p:cNvSpPr/>
            <p:nvPr/>
          </p:nvSpPr>
          <p:spPr>
            <a:xfrm>
              <a:off x="5479554" y="2285268"/>
              <a:ext cx="81263" cy="18099"/>
            </a:xfrm>
            <a:custGeom>
              <a:avLst/>
              <a:gdLst>
                <a:gd name="connsiteX0" fmla="*/ 91782 w 91782"/>
                <a:gd name="connsiteY0" fmla="*/ 10223 h 20442"/>
                <a:gd name="connsiteX1" fmla="*/ 85852 w 91782"/>
                <a:gd name="connsiteY1" fmla="*/ 0 h 20442"/>
                <a:gd name="connsiteX2" fmla="*/ 5930 w 91782"/>
                <a:gd name="connsiteY2" fmla="*/ 0 h 20442"/>
                <a:gd name="connsiteX3" fmla="*/ 0 w 91782"/>
                <a:gd name="connsiteY3" fmla="*/ 10223 h 20442"/>
                <a:gd name="connsiteX4" fmla="*/ 5930 w 91782"/>
                <a:gd name="connsiteY4" fmla="*/ 20442 h 20442"/>
                <a:gd name="connsiteX5" fmla="*/ 85852 w 91782"/>
                <a:gd name="connsiteY5" fmla="*/ 20442 h 20442"/>
                <a:gd name="connsiteX6" fmla="*/ 91782 w 91782"/>
                <a:gd name="connsiteY6" fmla="*/ 10223 h 20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782" h="20442">
                  <a:moveTo>
                    <a:pt x="91782" y="10223"/>
                  </a:moveTo>
                  <a:cubicBezTo>
                    <a:pt x="91782" y="4599"/>
                    <a:pt x="89122" y="0"/>
                    <a:pt x="85852" y="0"/>
                  </a:cubicBezTo>
                  <a:lnTo>
                    <a:pt x="5930" y="0"/>
                  </a:lnTo>
                  <a:cubicBezTo>
                    <a:pt x="2657" y="0"/>
                    <a:pt x="0" y="4599"/>
                    <a:pt x="0" y="10223"/>
                  </a:cubicBezTo>
                  <a:cubicBezTo>
                    <a:pt x="0" y="15844"/>
                    <a:pt x="2657" y="20442"/>
                    <a:pt x="5930" y="20442"/>
                  </a:cubicBezTo>
                  <a:lnTo>
                    <a:pt x="85852" y="20442"/>
                  </a:lnTo>
                  <a:cubicBezTo>
                    <a:pt x="89122" y="20442"/>
                    <a:pt x="91782" y="15844"/>
                    <a:pt x="91782" y="10223"/>
                  </a:cubicBezTo>
                  <a:close/>
                </a:path>
              </a:pathLst>
            </a:custGeom>
            <a:solidFill>
              <a:srgbClr val="007B85"/>
            </a:solidFill>
            <a:ln w="3646" cap="flat">
              <a:noFill/>
              <a:prstDash val="solid"/>
              <a:miter/>
            </a:ln>
          </p:spPr>
          <p:txBody>
            <a:bodyPr rtlCol="0" anchor="ctr"/>
            <a:lstStyle/>
            <a:p>
              <a:endParaRPr lang="en-GR"/>
            </a:p>
          </p:txBody>
        </p:sp>
      </p:grpSp>
      <p:grpSp>
        <p:nvGrpSpPr>
          <p:cNvPr id="297" name="Group 296">
            <a:extLst>
              <a:ext uri="{FF2B5EF4-FFF2-40B4-BE49-F238E27FC236}">
                <a16:creationId xmlns:a16="http://schemas.microsoft.com/office/drawing/2014/main" id="{4FBEB934-7679-6FC3-C3CE-0D6B82DDFC89}"/>
              </a:ext>
            </a:extLst>
          </p:cNvPr>
          <p:cNvGrpSpPr/>
          <p:nvPr/>
        </p:nvGrpSpPr>
        <p:grpSpPr>
          <a:xfrm>
            <a:off x="6913450" y="2207691"/>
            <a:ext cx="182529" cy="151881"/>
            <a:chOff x="5761292" y="2207689"/>
            <a:chExt cx="182529" cy="151881"/>
          </a:xfrm>
        </p:grpSpPr>
        <p:sp>
          <p:nvSpPr>
            <p:cNvPr id="298" name="Freeform 245">
              <a:extLst>
                <a:ext uri="{FF2B5EF4-FFF2-40B4-BE49-F238E27FC236}">
                  <a16:creationId xmlns:a16="http://schemas.microsoft.com/office/drawing/2014/main" id="{B108A63E-9E06-0855-0FBC-D8275B7F47AA}"/>
                </a:ext>
              </a:extLst>
            </p:cNvPr>
            <p:cNvSpPr/>
            <p:nvPr/>
          </p:nvSpPr>
          <p:spPr>
            <a:xfrm>
              <a:off x="5795860" y="2250810"/>
              <a:ext cx="29986" cy="17401"/>
            </a:xfrm>
            <a:custGeom>
              <a:avLst/>
              <a:gdLst>
                <a:gd name="connsiteX0" fmla="*/ 16936 w 33868"/>
                <a:gd name="connsiteY0" fmla="*/ 19654 h 19654"/>
                <a:gd name="connsiteX1" fmla="*/ 33869 w 33868"/>
                <a:gd name="connsiteY1" fmla="*/ 9829 h 19654"/>
                <a:gd name="connsiteX2" fmla="*/ 16936 w 33868"/>
                <a:gd name="connsiteY2" fmla="*/ 0 h 19654"/>
                <a:gd name="connsiteX3" fmla="*/ 0 w 33868"/>
                <a:gd name="connsiteY3" fmla="*/ 9829 h 19654"/>
                <a:gd name="connsiteX4" fmla="*/ 16936 w 33868"/>
                <a:gd name="connsiteY4" fmla="*/ 19654 h 19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68" h="19654">
                  <a:moveTo>
                    <a:pt x="16936" y="19654"/>
                  </a:moveTo>
                  <a:cubicBezTo>
                    <a:pt x="26289" y="19654"/>
                    <a:pt x="33869" y="15256"/>
                    <a:pt x="33869" y="9829"/>
                  </a:cubicBezTo>
                  <a:cubicBezTo>
                    <a:pt x="33869" y="4402"/>
                    <a:pt x="26289" y="0"/>
                    <a:pt x="16936" y="0"/>
                  </a:cubicBezTo>
                  <a:cubicBezTo>
                    <a:pt x="7583" y="0"/>
                    <a:pt x="0" y="4402"/>
                    <a:pt x="0" y="9829"/>
                  </a:cubicBezTo>
                  <a:cubicBezTo>
                    <a:pt x="0" y="15256"/>
                    <a:pt x="7583" y="19654"/>
                    <a:pt x="16936" y="19654"/>
                  </a:cubicBezTo>
                  <a:close/>
                </a:path>
              </a:pathLst>
            </a:custGeom>
            <a:solidFill>
              <a:srgbClr val="007B85"/>
            </a:solidFill>
            <a:ln w="3646" cap="flat">
              <a:noFill/>
              <a:prstDash val="solid"/>
              <a:miter/>
            </a:ln>
          </p:spPr>
          <p:txBody>
            <a:bodyPr rtlCol="0" anchor="ctr"/>
            <a:lstStyle/>
            <a:p>
              <a:endParaRPr lang="en-GR"/>
            </a:p>
          </p:txBody>
        </p:sp>
        <p:sp>
          <p:nvSpPr>
            <p:cNvPr id="299" name="Freeform 246">
              <a:extLst>
                <a:ext uri="{FF2B5EF4-FFF2-40B4-BE49-F238E27FC236}">
                  <a16:creationId xmlns:a16="http://schemas.microsoft.com/office/drawing/2014/main" id="{A2406B93-8FD5-D326-C70D-9B26DA4DBB94}"/>
                </a:ext>
              </a:extLst>
            </p:cNvPr>
            <p:cNvSpPr/>
            <p:nvPr/>
          </p:nvSpPr>
          <p:spPr>
            <a:xfrm>
              <a:off x="5837563" y="2250810"/>
              <a:ext cx="29986" cy="17401"/>
            </a:xfrm>
            <a:custGeom>
              <a:avLst/>
              <a:gdLst>
                <a:gd name="connsiteX0" fmla="*/ 16932 w 33868"/>
                <a:gd name="connsiteY0" fmla="*/ 19654 h 19654"/>
                <a:gd name="connsiteX1" fmla="*/ 33869 w 33868"/>
                <a:gd name="connsiteY1" fmla="*/ 9829 h 19654"/>
                <a:gd name="connsiteX2" fmla="*/ 16932 w 33868"/>
                <a:gd name="connsiteY2" fmla="*/ 0 h 19654"/>
                <a:gd name="connsiteX3" fmla="*/ 0 w 33868"/>
                <a:gd name="connsiteY3" fmla="*/ 9829 h 19654"/>
                <a:gd name="connsiteX4" fmla="*/ 16932 w 33868"/>
                <a:gd name="connsiteY4" fmla="*/ 19654 h 19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68" h="19654">
                  <a:moveTo>
                    <a:pt x="16932" y="19654"/>
                  </a:moveTo>
                  <a:cubicBezTo>
                    <a:pt x="26286" y="19654"/>
                    <a:pt x="33869" y="15256"/>
                    <a:pt x="33869" y="9829"/>
                  </a:cubicBezTo>
                  <a:cubicBezTo>
                    <a:pt x="33869" y="4402"/>
                    <a:pt x="26286" y="0"/>
                    <a:pt x="16932" y="0"/>
                  </a:cubicBezTo>
                  <a:cubicBezTo>
                    <a:pt x="7579" y="0"/>
                    <a:pt x="0" y="4402"/>
                    <a:pt x="0" y="9829"/>
                  </a:cubicBezTo>
                  <a:cubicBezTo>
                    <a:pt x="0" y="15256"/>
                    <a:pt x="7579" y="19654"/>
                    <a:pt x="16932" y="19654"/>
                  </a:cubicBezTo>
                  <a:close/>
                </a:path>
              </a:pathLst>
            </a:custGeom>
            <a:solidFill>
              <a:srgbClr val="007B85"/>
            </a:solidFill>
            <a:ln w="3646" cap="flat">
              <a:noFill/>
              <a:prstDash val="solid"/>
              <a:miter/>
            </a:ln>
          </p:spPr>
          <p:txBody>
            <a:bodyPr rtlCol="0" anchor="ctr"/>
            <a:lstStyle/>
            <a:p>
              <a:endParaRPr lang="en-GR"/>
            </a:p>
          </p:txBody>
        </p:sp>
        <p:sp>
          <p:nvSpPr>
            <p:cNvPr id="300" name="Freeform 247">
              <a:extLst>
                <a:ext uri="{FF2B5EF4-FFF2-40B4-BE49-F238E27FC236}">
                  <a16:creationId xmlns:a16="http://schemas.microsoft.com/office/drawing/2014/main" id="{E41B2061-F025-1CCE-06CB-608D6B3FDEF7}"/>
                </a:ext>
              </a:extLst>
            </p:cNvPr>
            <p:cNvSpPr/>
            <p:nvPr/>
          </p:nvSpPr>
          <p:spPr>
            <a:xfrm>
              <a:off x="5879224" y="2250810"/>
              <a:ext cx="29990" cy="17401"/>
            </a:xfrm>
            <a:custGeom>
              <a:avLst/>
              <a:gdLst>
                <a:gd name="connsiteX0" fmla="*/ 33872 w 33872"/>
                <a:gd name="connsiteY0" fmla="*/ 9829 h 19654"/>
                <a:gd name="connsiteX1" fmla="*/ 16936 w 33872"/>
                <a:gd name="connsiteY1" fmla="*/ 19654 h 19654"/>
                <a:gd name="connsiteX2" fmla="*/ 0 w 33872"/>
                <a:gd name="connsiteY2" fmla="*/ 9829 h 19654"/>
                <a:gd name="connsiteX3" fmla="*/ 16936 w 33872"/>
                <a:gd name="connsiteY3" fmla="*/ 0 h 19654"/>
                <a:gd name="connsiteX4" fmla="*/ 33872 w 33872"/>
                <a:gd name="connsiteY4" fmla="*/ 9829 h 19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72" h="19654">
                  <a:moveTo>
                    <a:pt x="33872" y="9829"/>
                  </a:moveTo>
                  <a:cubicBezTo>
                    <a:pt x="33872" y="15260"/>
                    <a:pt x="26289" y="19654"/>
                    <a:pt x="16936" y="19654"/>
                  </a:cubicBezTo>
                  <a:cubicBezTo>
                    <a:pt x="7587" y="19654"/>
                    <a:pt x="0" y="15260"/>
                    <a:pt x="0" y="9829"/>
                  </a:cubicBezTo>
                  <a:cubicBezTo>
                    <a:pt x="0" y="4398"/>
                    <a:pt x="7587" y="0"/>
                    <a:pt x="16936" y="0"/>
                  </a:cubicBezTo>
                  <a:cubicBezTo>
                    <a:pt x="26289" y="0"/>
                    <a:pt x="33872" y="4398"/>
                    <a:pt x="33872" y="9829"/>
                  </a:cubicBezTo>
                  <a:close/>
                </a:path>
              </a:pathLst>
            </a:custGeom>
            <a:solidFill>
              <a:srgbClr val="007B85"/>
            </a:solidFill>
            <a:ln w="3646" cap="flat">
              <a:noFill/>
              <a:prstDash val="solid"/>
              <a:miter/>
            </a:ln>
          </p:spPr>
          <p:txBody>
            <a:bodyPr rtlCol="0" anchor="ctr"/>
            <a:lstStyle/>
            <a:p>
              <a:endParaRPr lang="en-GR"/>
            </a:p>
          </p:txBody>
        </p:sp>
        <p:sp>
          <p:nvSpPr>
            <p:cNvPr id="301" name="Freeform 248">
              <a:extLst>
                <a:ext uri="{FF2B5EF4-FFF2-40B4-BE49-F238E27FC236}">
                  <a16:creationId xmlns:a16="http://schemas.microsoft.com/office/drawing/2014/main" id="{68106F57-CFEF-C1EB-5FAC-7E9B4DEB02A4}"/>
                </a:ext>
              </a:extLst>
            </p:cNvPr>
            <p:cNvSpPr/>
            <p:nvPr/>
          </p:nvSpPr>
          <p:spPr>
            <a:xfrm>
              <a:off x="5795860" y="2283552"/>
              <a:ext cx="29986" cy="17401"/>
            </a:xfrm>
            <a:custGeom>
              <a:avLst/>
              <a:gdLst>
                <a:gd name="connsiteX0" fmla="*/ 16936 w 33868"/>
                <a:gd name="connsiteY0" fmla="*/ 0 h 19654"/>
                <a:gd name="connsiteX1" fmla="*/ 0 w 33868"/>
                <a:gd name="connsiteY1" fmla="*/ 9829 h 19654"/>
                <a:gd name="connsiteX2" fmla="*/ 16936 w 33868"/>
                <a:gd name="connsiteY2" fmla="*/ 19654 h 19654"/>
                <a:gd name="connsiteX3" fmla="*/ 33869 w 33868"/>
                <a:gd name="connsiteY3" fmla="*/ 9829 h 19654"/>
                <a:gd name="connsiteX4" fmla="*/ 16936 w 33868"/>
                <a:gd name="connsiteY4" fmla="*/ 0 h 19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68" h="19654">
                  <a:moveTo>
                    <a:pt x="16936" y="0"/>
                  </a:moveTo>
                  <a:cubicBezTo>
                    <a:pt x="7583" y="0"/>
                    <a:pt x="0" y="4398"/>
                    <a:pt x="0" y="9829"/>
                  </a:cubicBezTo>
                  <a:cubicBezTo>
                    <a:pt x="0" y="15260"/>
                    <a:pt x="7583" y="19654"/>
                    <a:pt x="16936" y="19654"/>
                  </a:cubicBezTo>
                  <a:cubicBezTo>
                    <a:pt x="26286" y="19654"/>
                    <a:pt x="33869" y="15260"/>
                    <a:pt x="33869" y="9829"/>
                  </a:cubicBezTo>
                  <a:cubicBezTo>
                    <a:pt x="33869" y="4398"/>
                    <a:pt x="26286" y="0"/>
                    <a:pt x="16936" y="0"/>
                  </a:cubicBezTo>
                  <a:close/>
                </a:path>
              </a:pathLst>
            </a:custGeom>
            <a:solidFill>
              <a:srgbClr val="007B85"/>
            </a:solidFill>
            <a:ln w="3646" cap="flat">
              <a:noFill/>
              <a:prstDash val="solid"/>
              <a:miter/>
            </a:ln>
          </p:spPr>
          <p:txBody>
            <a:bodyPr rtlCol="0" anchor="ctr"/>
            <a:lstStyle/>
            <a:p>
              <a:endParaRPr lang="en-GR"/>
            </a:p>
          </p:txBody>
        </p:sp>
        <p:sp>
          <p:nvSpPr>
            <p:cNvPr id="302" name="Freeform 249">
              <a:extLst>
                <a:ext uri="{FF2B5EF4-FFF2-40B4-BE49-F238E27FC236}">
                  <a16:creationId xmlns:a16="http://schemas.microsoft.com/office/drawing/2014/main" id="{200E5135-C325-CA8E-BDF3-1FCD9C9C8BE5}"/>
                </a:ext>
              </a:extLst>
            </p:cNvPr>
            <p:cNvSpPr/>
            <p:nvPr/>
          </p:nvSpPr>
          <p:spPr>
            <a:xfrm>
              <a:off x="5837563" y="2283552"/>
              <a:ext cx="29986" cy="17401"/>
            </a:xfrm>
            <a:custGeom>
              <a:avLst/>
              <a:gdLst>
                <a:gd name="connsiteX0" fmla="*/ 0 w 33868"/>
                <a:gd name="connsiteY0" fmla="*/ 9829 h 19654"/>
                <a:gd name="connsiteX1" fmla="*/ 16932 w 33868"/>
                <a:gd name="connsiteY1" fmla="*/ 0 h 19654"/>
                <a:gd name="connsiteX2" fmla="*/ 33869 w 33868"/>
                <a:gd name="connsiteY2" fmla="*/ 9829 h 19654"/>
                <a:gd name="connsiteX3" fmla="*/ 16932 w 33868"/>
                <a:gd name="connsiteY3" fmla="*/ 19654 h 19654"/>
                <a:gd name="connsiteX4" fmla="*/ 0 w 33868"/>
                <a:gd name="connsiteY4" fmla="*/ 9829 h 19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68" h="19654">
                  <a:moveTo>
                    <a:pt x="0" y="9829"/>
                  </a:moveTo>
                  <a:cubicBezTo>
                    <a:pt x="0" y="4398"/>
                    <a:pt x="7583" y="0"/>
                    <a:pt x="16932" y="0"/>
                  </a:cubicBezTo>
                  <a:cubicBezTo>
                    <a:pt x="26286" y="0"/>
                    <a:pt x="33869" y="4398"/>
                    <a:pt x="33869" y="9829"/>
                  </a:cubicBezTo>
                  <a:cubicBezTo>
                    <a:pt x="33869" y="15260"/>
                    <a:pt x="26286" y="19654"/>
                    <a:pt x="16932" y="19654"/>
                  </a:cubicBezTo>
                  <a:cubicBezTo>
                    <a:pt x="7583" y="19654"/>
                    <a:pt x="0" y="15260"/>
                    <a:pt x="0" y="9829"/>
                  </a:cubicBezTo>
                  <a:close/>
                </a:path>
              </a:pathLst>
            </a:custGeom>
            <a:solidFill>
              <a:srgbClr val="007B85"/>
            </a:solidFill>
            <a:ln w="3646" cap="flat">
              <a:noFill/>
              <a:prstDash val="solid"/>
              <a:miter/>
            </a:ln>
          </p:spPr>
          <p:txBody>
            <a:bodyPr rtlCol="0" anchor="ctr"/>
            <a:lstStyle/>
            <a:p>
              <a:endParaRPr lang="en-GR"/>
            </a:p>
          </p:txBody>
        </p:sp>
        <p:sp>
          <p:nvSpPr>
            <p:cNvPr id="303" name="Freeform 250">
              <a:extLst>
                <a:ext uri="{FF2B5EF4-FFF2-40B4-BE49-F238E27FC236}">
                  <a16:creationId xmlns:a16="http://schemas.microsoft.com/office/drawing/2014/main" id="{1B838DDF-31C9-FDC4-34E0-C6E80F84F47D}"/>
                </a:ext>
              </a:extLst>
            </p:cNvPr>
            <p:cNvSpPr/>
            <p:nvPr/>
          </p:nvSpPr>
          <p:spPr>
            <a:xfrm>
              <a:off x="5879224" y="2283516"/>
              <a:ext cx="29990" cy="17401"/>
            </a:xfrm>
            <a:custGeom>
              <a:avLst/>
              <a:gdLst>
                <a:gd name="connsiteX0" fmla="*/ 16936 w 33872"/>
                <a:gd name="connsiteY0" fmla="*/ 19654 h 19654"/>
                <a:gd name="connsiteX1" fmla="*/ 33872 w 33872"/>
                <a:gd name="connsiteY1" fmla="*/ 9825 h 19654"/>
                <a:gd name="connsiteX2" fmla="*/ 16936 w 33872"/>
                <a:gd name="connsiteY2" fmla="*/ 0 h 19654"/>
                <a:gd name="connsiteX3" fmla="*/ 0 w 33872"/>
                <a:gd name="connsiteY3" fmla="*/ 9825 h 19654"/>
                <a:gd name="connsiteX4" fmla="*/ 16936 w 33872"/>
                <a:gd name="connsiteY4" fmla="*/ 19654 h 19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72" h="19654">
                  <a:moveTo>
                    <a:pt x="16936" y="19654"/>
                  </a:moveTo>
                  <a:cubicBezTo>
                    <a:pt x="26289" y="19654"/>
                    <a:pt x="33872" y="15256"/>
                    <a:pt x="33872" y="9825"/>
                  </a:cubicBezTo>
                  <a:cubicBezTo>
                    <a:pt x="33872" y="4394"/>
                    <a:pt x="26289" y="0"/>
                    <a:pt x="16936" y="0"/>
                  </a:cubicBezTo>
                  <a:cubicBezTo>
                    <a:pt x="7587" y="0"/>
                    <a:pt x="0" y="4394"/>
                    <a:pt x="0" y="9825"/>
                  </a:cubicBezTo>
                  <a:cubicBezTo>
                    <a:pt x="0" y="15256"/>
                    <a:pt x="7587" y="19654"/>
                    <a:pt x="16936" y="19654"/>
                  </a:cubicBezTo>
                  <a:close/>
                </a:path>
              </a:pathLst>
            </a:custGeom>
            <a:solidFill>
              <a:srgbClr val="007B85"/>
            </a:solidFill>
            <a:ln w="3646" cap="flat">
              <a:noFill/>
              <a:prstDash val="solid"/>
              <a:miter/>
            </a:ln>
          </p:spPr>
          <p:txBody>
            <a:bodyPr rtlCol="0" anchor="ctr"/>
            <a:lstStyle/>
            <a:p>
              <a:endParaRPr lang="en-GR"/>
            </a:p>
          </p:txBody>
        </p:sp>
        <p:sp>
          <p:nvSpPr>
            <p:cNvPr id="304" name="Freeform 251">
              <a:extLst>
                <a:ext uri="{FF2B5EF4-FFF2-40B4-BE49-F238E27FC236}">
                  <a16:creationId xmlns:a16="http://schemas.microsoft.com/office/drawing/2014/main" id="{642D52AE-19AE-1225-3598-CCD9A52645DA}"/>
                </a:ext>
              </a:extLst>
            </p:cNvPr>
            <p:cNvSpPr/>
            <p:nvPr/>
          </p:nvSpPr>
          <p:spPr>
            <a:xfrm>
              <a:off x="5761292" y="2207689"/>
              <a:ext cx="182529" cy="151881"/>
            </a:xfrm>
            <a:custGeom>
              <a:avLst/>
              <a:gdLst>
                <a:gd name="connsiteX0" fmla="*/ 48134 w 206157"/>
                <a:gd name="connsiteY0" fmla="*/ 88 h 171541"/>
                <a:gd name="connsiteX1" fmla="*/ 155305 w 206157"/>
                <a:gd name="connsiteY1" fmla="*/ 0 h 171541"/>
                <a:gd name="connsiteX2" fmla="*/ 206157 w 206157"/>
                <a:gd name="connsiteY2" fmla="*/ 29739 h 171541"/>
                <a:gd name="connsiteX3" fmla="*/ 206157 w 206157"/>
                <a:gd name="connsiteY3" fmla="*/ 124561 h 171541"/>
                <a:gd name="connsiteX4" fmla="*/ 158020 w 206157"/>
                <a:gd name="connsiteY4" fmla="*/ 154216 h 171541"/>
                <a:gd name="connsiteX5" fmla="*/ 137380 w 206157"/>
                <a:gd name="connsiteY5" fmla="*/ 154216 h 171541"/>
                <a:gd name="connsiteX6" fmla="*/ 137380 w 206157"/>
                <a:gd name="connsiteY6" fmla="*/ 171541 h 171541"/>
                <a:gd name="connsiteX7" fmla="*/ 68431 w 206157"/>
                <a:gd name="connsiteY7" fmla="*/ 171541 h 171541"/>
                <a:gd name="connsiteX8" fmla="*/ 68431 w 206157"/>
                <a:gd name="connsiteY8" fmla="*/ 154259 h 171541"/>
                <a:gd name="connsiteX9" fmla="*/ 50849 w 206157"/>
                <a:gd name="connsiteY9" fmla="*/ 154259 h 171541"/>
                <a:gd name="connsiteX10" fmla="*/ 0 w 206157"/>
                <a:gd name="connsiteY10" fmla="*/ 124517 h 171541"/>
                <a:gd name="connsiteX11" fmla="*/ 0 w 206157"/>
                <a:gd name="connsiteY11" fmla="*/ 29739 h 171541"/>
                <a:gd name="connsiteX12" fmla="*/ 48134 w 206157"/>
                <a:gd name="connsiteY12" fmla="*/ 88 h 171541"/>
                <a:gd name="connsiteX13" fmla="*/ 21804 w 206157"/>
                <a:gd name="connsiteY13" fmla="*/ 133569 h 171541"/>
                <a:gd name="connsiteX14" fmla="*/ 184350 w 206157"/>
                <a:gd name="connsiteY14" fmla="*/ 133441 h 171541"/>
                <a:gd name="connsiteX15" fmla="*/ 184350 w 206157"/>
                <a:gd name="connsiteY15" fmla="*/ 20559 h 171541"/>
                <a:gd name="connsiteX16" fmla="*/ 21804 w 206157"/>
                <a:gd name="connsiteY16" fmla="*/ 20603 h 171541"/>
                <a:gd name="connsiteX17" fmla="*/ 21804 w 206157"/>
                <a:gd name="connsiteY17" fmla="*/ 133569 h 17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6157" h="171541">
                  <a:moveTo>
                    <a:pt x="48134" y="88"/>
                  </a:moveTo>
                  <a:lnTo>
                    <a:pt x="155305" y="0"/>
                  </a:lnTo>
                  <a:cubicBezTo>
                    <a:pt x="183444" y="172"/>
                    <a:pt x="206157" y="13406"/>
                    <a:pt x="206157" y="29739"/>
                  </a:cubicBezTo>
                  <a:lnTo>
                    <a:pt x="206157" y="124561"/>
                  </a:lnTo>
                  <a:cubicBezTo>
                    <a:pt x="206157" y="140335"/>
                    <a:pt x="184868" y="153223"/>
                    <a:pt x="158020" y="154216"/>
                  </a:cubicBezTo>
                  <a:lnTo>
                    <a:pt x="137380" y="154216"/>
                  </a:lnTo>
                  <a:lnTo>
                    <a:pt x="137380" y="171541"/>
                  </a:lnTo>
                  <a:lnTo>
                    <a:pt x="68431" y="171541"/>
                  </a:lnTo>
                  <a:lnTo>
                    <a:pt x="68431" y="154259"/>
                  </a:lnTo>
                  <a:lnTo>
                    <a:pt x="50849" y="154259"/>
                  </a:lnTo>
                  <a:cubicBezTo>
                    <a:pt x="22709" y="154084"/>
                    <a:pt x="0" y="140854"/>
                    <a:pt x="0" y="124517"/>
                  </a:cubicBezTo>
                  <a:lnTo>
                    <a:pt x="0" y="29739"/>
                  </a:lnTo>
                  <a:cubicBezTo>
                    <a:pt x="0" y="13964"/>
                    <a:pt x="21286" y="1077"/>
                    <a:pt x="48134" y="88"/>
                  </a:cubicBezTo>
                  <a:close/>
                  <a:moveTo>
                    <a:pt x="21804" y="133569"/>
                  </a:moveTo>
                  <a:lnTo>
                    <a:pt x="184350" y="133441"/>
                  </a:lnTo>
                  <a:lnTo>
                    <a:pt x="184350" y="20559"/>
                  </a:lnTo>
                  <a:lnTo>
                    <a:pt x="21804" y="20603"/>
                  </a:lnTo>
                  <a:lnTo>
                    <a:pt x="21804" y="133569"/>
                  </a:lnTo>
                  <a:close/>
                </a:path>
              </a:pathLst>
            </a:custGeom>
            <a:solidFill>
              <a:srgbClr val="007B85"/>
            </a:solidFill>
            <a:ln w="3646" cap="flat">
              <a:noFill/>
              <a:prstDash val="solid"/>
              <a:miter/>
            </a:ln>
          </p:spPr>
          <p:txBody>
            <a:bodyPr rtlCol="0" anchor="ctr"/>
            <a:lstStyle/>
            <a:p>
              <a:endParaRPr lang="en-GR"/>
            </a:p>
          </p:txBody>
        </p:sp>
      </p:grpSp>
      <p:sp>
        <p:nvSpPr>
          <p:cNvPr id="305" name="Freeform 252">
            <a:extLst>
              <a:ext uri="{FF2B5EF4-FFF2-40B4-BE49-F238E27FC236}">
                <a16:creationId xmlns:a16="http://schemas.microsoft.com/office/drawing/2014/main" id="{C1E7EBE4-0BAF-CE79-0220-9BBCFBDEDF9A}"/>
              </a:ext>
            </a:extLst>
          </p:cNvPr>
          <p:cNvSpPr/>
          <p:nvPr/>
        </p:nvSpPr>
        <p:spPr>
          <a:xfrm>
            <a:off x="7268861" y="2204457"/>
            <a:ext cx="135053" cy="164806"/>
          </a:xfrm>
          <a:custGeom>
            <a:avLst/>
            <a:gdLst>
              <a:gd name="connsiteX0" fmla="*/ 76200 w 152535"/>
              <a:gd name="connsiteY0" fmla="*/ 150606 h 186140"/>
              <a:gd name="connsiteX1" fmla="*/ 146025 w 152535"/>
              <a:gd name="connsiteY1" fmla="*/ 186009 h 186140"/>
              <a:gd name="connsiteX2" fmla="*/ 152535 w 152535"/>
              <a:gd name="connsiteY2" fmla="*/ 173906 h 186140"/>
              <a:gd name="connsiteX3" fmla="*/ 152535 w 152535"/>
              <a:gd name="connsiteY3" fmla="*/ 20698 h 186140"/>
              <a:gd name="connsiteX4" fmla="*/ 116744 w 152535"/>
              <a:gd name="connsiteY4" fmla="*/ 0 h 186140"/>
              <a:gd name="connsiteX5" fmla="*/ 35792 w 152535"/>
              <a:gd name="connsiteY5" fmla="*/ 0 h 186140"/>
              <a:gd name="connsiteX6" fmla="*/ 0 w 152535"/>
              <a:gd name="connsiteY6" fmla="*/ 20567 h 186140"/>
              <a:gd name="connsiteX7" fmla="*/ 0 w 152535"/>
              <a:gd name="connsiteY7" fmla="*/ 174034 h 186140"/>
              <a:gd name="connsiteX8" fmla="*/ 6507 w 152535"/>
              <a:gd name="connsiteY8" fmla="*/ 186141 h 186140"/>
              <a:gd name="connsiteX9" fmla="*/ 76331 w 152535"/>
              <a:gd name="connsiteY9" fmla="*/ 150734 h 186140"/>
              <a:gd name="connsiteX10" fmla="*/ 76200 w 152535"/>
              <a:gd name="connsiteY10" fmla="*/ 150606 h 186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535" h="186140">
                <a:moveTo>
                  <a:pt x="76200" y="150606"/>
                </a:moveTo>
                <a:cubicBezTo>
                  <a:pt x="89086" y="150606"/>
                  <a:pt x="132231" y="186009"/>
                  <a:pt x="146025" y="186009"/>
                </a:cubicBezTo>
                <a:cubicBezTo>
                  <a:pt x="153316" y="186009"/>
                  <a:pt x="152404" y="177417"/>
                  <a:pt x="152535" y="173906"/>
                </a:cubicBezTo>
                <a:lnTo>
                  <a:pt x="152535" y="20698"/>
                </a:lnTo>
                <a:cubicBezTo>
                  <a:pt x="152535" y="9241"/>
                  <a:pt x="136526" y="0"/>
                  <a:pt x="116744" y="0"/>
                </a:cubicBezTo>
                <a:lnTo>
                  <a:pt x="35792" y="0"/>
                </a:lnTo>
                <a:cubicBezTo>
                  <a:pt x="16137" y="0"/>
                  <a:pt x="131" y="9114"/>
                  <a:pt x="0" y="20567"/>
                </a:cubicBezTo>
                <a:lnTo>
                  <a:pt x="0" y="174034"/>
                </a:lnTo>
                <a:cubicBezTo>
                  <a:pt x="0" y="177549"/>
                  <a:pt x="912" y="186141"/>
                  <a:pt x="6507" y="186141"/>
                </a:cubicBezTo>
                <a:cubicBezTo>
                  <a:pt x="20305" y="186141"/>
                  <a:pt x="63446" y="150734"/>
                  <a:pt x="76331" y="150734"/>
                </a:cubicBezTo>
                <a:lnTo>
                  <a:pt x="76200" y="150606"/>
                </a:lnTo>
                <a:close/>
              </a:path>
            </a:pathLst>
          </a:custGeom>
          <a:solidFill>
            <a:srgbClr val="007B85"/>
          </a:solidFill>
          <a:ln w="3646" cap="flat">
            <a:noFill/>
            <a:prstDash val="solid"/>
            <a:miter/>
          </a:ln>
        </p:spPr>
        <p:txBody>
          <a:bodyPr rtlCol="0" anchor="ctr"/>
          <a:lstStyle/>
          <a:p>
            <a:endParaRPr lang="en-GR"/>
          </a:p>
        </p:txBody>
      </p:sp>
      <p:grpSp>
        <p:nvGrpSpPr>
          <p:cNvPr id="306" name="Group 305">
            <a:extLst>
              <a:ext uri="{FF2B5EF4-FFF2-40B4-BE49-F238E27FC236}">
                <a16:creationId xmlns:a16="http://schemas.microsoft.com/office/drawing/2014/main" id="{1F189540-0BE5-206C-832F-A81C4EE00EB1}"/>
              </a:ext>
            </a:extLst>
          </p:cNvPr>
          <p:cNvGrpSpPr/>
          <p:nvPr/>
        </p:nvGrpSpPr>
        <p:grpSpPr>
          <a:xfrm>
            <a:off x="7579037" y="2194765"/>
            <a:ext cx="180982" cy="181009"/>
            <a:chOff x="6426881" y="2194763"/>
            <a:chExt cx="180982" cy="181009"/>
          </a:xfrm>
        </p:grpSpPr>
        <p:sp>
          <p:nvSpPr>
            <p:cNvPr id="307" name="Freeform 253">
              <a:extLst>
                <a:ext uri="{FF2B5EF4-FFF2-40B4-BE49-F238E27FC236}">
                  <a16:creationId xmlns:a16="http://schemas.microsoft.com/office/drawing/2014/main" id="{82911ACB-0B83-CDDE-4852-01908E0FC77B}"/>
                </a:ext>
              </a:extLst>
            </p:cNvPr>
            <p:cNvSpPr/>
            <p:nvPr/>
          </p:nvSpPr>
          <p:spPr>
            <a:xfrm>
              <a:off x="6426881" y="2194763"/>
              <a:ext cx="180982" cy="181009"/>
            </a:xfrm>
            <a:custGeom>
              <a:avLst/>
              <a:gdLst>
                <a:gd name="connsiteX0" fmla="*/ 102205 w 204409"/>
                <a:gd name="connsiteY0" fmla="*/ 0 h 204440"/>
                <a:gd name="connsiteX1" fmla="*/ 0 w 204409"/>
                <a:gd name="connsiteY1" fmla="*/ 102220 h 204440"/>
                <a:gd name="connsiteX2" fmla="*/ 102205 w 204409"/>
                <a:gd name="connsiteY2" fmla="*/ 204441 h 204440"/>
                <a:gd name="connsiteX3" fmla="*/ 204409 w 204409"/>
                <a:gd name="connsiteY3" fmla="*/ 102220 h 204440"/>
                <a:gd name="connsiteX4" fmla="*/ 102205 w 204409"/>
                <a:gd name="connsiteY4" fmla="*/ 0 h 204440"/>
                <a:gd name="connsiteX5" fmla="*/ 102205 w 204409"/>
                <a:gd name="connsiteY5" fmla="*/ 178797 h 204440"/>
                <a:gd name="connsiteX6" fmla="*/ 25589 w 204409"/>
                <a:gd name="connsiteY6" fmla="*/ 102169 h 204440"/>
                <a:gd name="connsiteX7" fmla="*/ 102205 w 204409"/>
                <a:gd name="connsiteY7" fmla="*/ 25541 h 204440"/>
                <a:gd name="connsiteX8" fmla="*/ 178821 w 204409"/>
                <a:gd name="connsiteY8" fmla="*/ 102169 h 204440"/>
                <a:gd name="connsiteX9" fmla="*/ 102205 w 204409"/>
                <a:gd name="connsiteY9" fmla="*/ 178797 h 204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4409" h="204440">
                  <a:moveTo>
                    <a:pt x="102205" y="0"/>
                  </a:moveTo>
                  <a:cubicBezTo>
                    <a:pt x="45754" y="0"/>
                    <a:pt x="0" y="45761"/>
                    <a:pt x="0" y="102220"/>
                  </a:cubicBezTo>
                  <a:cubicBezTo>
                    <a:pt x="0" y="158679"/>
                    <a:pt x="45754" y="204441"/>
                    <a:pt x="102205" y="204441"/>
                  </a:cubicBezTo>
                  <a:cubicBezTo>
                    <a:pt x="158655" y="204441"/>
                    <a:pt x="204409" y="158679"/>
                    <a:pt x="204409" y="102220"/>
                  </a:cubicBezTo>
                  <a:cubicBezTo>
                    <a:pt x="204409" y="45761"/>
                    <a:pt x="158604" y="0"/>
                    <a:pt x="102205" y="0"/>
                  </a:cubicBezTo>
                  <a:close/>
                  <a:moveTo>
                    <a:pt x="102205" y="178797"/>
                  </a:moveTo>
                  <a:cubicBezTo>
                    <a:pt x="59983" y="178797"/>
                    <a:pt x="25589" y="144449"/>
                    <a:pt x="25589" y="102169"/>
                  </a:cubicBezTo>
                  <a:cubicBezTo>
                    <a:pt x="25589" y="59890"/>
                    <a:pt x="59932" y="25541"/>
                    <a:pt x="102205" y="25541"/>
                  </a:cubicBezTo>
                  <a:cubicBezTo>
                    <a:pt x="144478" y="25541"/>
                    <a:pt x="178821" y="59890"/>
                    <a:pt x="178821" y="102169"/>
                  </a:cubicBezTo>
                  <a:cubicBezTo>
                    <a:pt x="178821" y="144449"/>
                    <a:pt x="144478" y="178797"/>
                    <a:pt x="102205" y="178797"/>
                  </a:cubicBezTo>
                  <a:close/>
                </a:path>
              </a:pathLst>
            </a:custGeom>
            <a:solidFill>
              <a:srgbClr val="007B85"/>
            </a:solidFill>
            <a:ln w="3646" cap="flat">
              <a:noFill/>
              <a:prstDash val="solid"/>
              <a:miter/>
            </a:ln>
          </p:spPr>
          <p:txBody>
            <a:bodyPr rtlCol="0" anchor="ctr"/>
            <a:lstStyle/>
            <a:p>
              <a:endParaRPr lang="en-GR"/>
            </a:p>
          </p:txBody>
        </p:sp>
        <p:sp>
          <p:nvSpPr>
            <p:cNvPr id="308" name="Freeform 254">
              <a:extLst>
                <a:ext uri="{FF2B5EF4-FFF2-40B4-BE49-F238E27FC236}">
                  <a16:creationId xmlns:a16="http://schemas.microsoft.com/office/drawing/2014/main" id="{A642F5EF-3568-8545-7777-C1011B5D3ADF}"/>
                </a:ext>
              </a:extLst>
            </p:cNvPr>
            <p:cNvSpPr/>
            <p:nvPr/>
          </p:nvSpPr>
          <p:spPr>
            <a:xfrm>
              <a:off x="6482751" y="2249883"/>
              <a:ext cx="84645" cy="70678"/>
            </a:xfrm>
            <a:custGeom>
              <a:avLst/>
              <a:gdLst>
                <a:gd name="connsiteX0" fmla="*/ 93454 w 95602"/>
                <a:gd name="connsiteY0" fmla="*/ 35614 h 79827"/>
                <a:gd name="connsiteX1" fmla="*/ 47751 w 95602"/>
                <a:gd name="connsiteY1" fmla="*/ 1113 h 79827"/>
                <a:gd name="connsiteX2" fmla="*/ 39102 w 95602"/>
                <a:gd name="connsiteY2" fmla="*/ 5412 h 79827"/>
                <a:gd name="connsiteX3" fmla="*/ 39102 w 95602"/>
                <a:gd name="connsiteY3" fmla="*/ 24095 h 79827"/>
                <a:gd name="connsiteX4" fmla="*/ 8649 w 95602"/>
                <a:gd name="connsiteY4" fmla="*/ 1113 h 79827"/>
                <a:gd name="connsiteX5" fmla="*/ 0 w 95602"/>
                <a:gd name="connsiteY5" fmla="*/ 5412 h 79827"/>
                <a:gd name="connsiteX6" fmla="*/ 0 w 95602"/>
                <a:gd name="connsiteY6" fmla="*/ 74415 h 79827"/>
                <a:gd name="connsiteX7" fmla="*/ 8649 w 95602"/>
                <a:gd name="connsiteY7" fmla="*/ 78715 h 79827"/>
                <a:gd name="connsiteX8" fmla="*/ 39102 w 95602"/>
                <a:gd name="connsiteY8" fmla="*/ 55732 h 79827"/>
                <a:gd name="connsiteX9" fmla="*/ 39102 w 95602"/>
                <a:gd name="connsiteY9" fmla="*/ 74415 h 79827"/>
                <a:gd name="connsiteX10" fmla="*/ 47751 w 95602"/>
                <a:gd name="connsiteY10" fmla="*/ 78715 h 79827"/>
                <a:gd name="connsiteX11" fmla="*/ 93454 w 95602"/>
                <a:gd name="connsiteY11" fmla="*/ 44213 h 79827"/>
                <a:gd name="connsiteX12" fmla="*/ 93454 w 95602"/>
                <a:gd name="connsiteY12" fmla="*/ 35563 h 79827"/>
                <a:gd name="connsiteX13" fmla="*/ 93454 w 95602"/>
                <a:gd name="connsiteY13" fmla="*/ 35614 h 79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602" h="79827">
                  <a:moveTo>
                    <a:pt x="93454" y="35614"/>
                  </a:moveTo>
                  <a:lnTo>
                    <a:pt x="47751" y="1113"/>
                  </a:lnTo>
                  <a:cubicBezTo>
                    <a:pt x="44167" y="-1599"/>
                    <a:pt x="39102" y="959"/>
                    <a:pt x="39102" y="5412"/>
                  </a:cubicBezTo>
                  <a:lnTo>
                    <a:pt x="39102" y="24095"/>
                  </a:lnTo>
                  <a:lnTo>
                    <a:pt x="8649" y="1113"/>
                  </a:lnTo>
                  <a:cubicBezTo>
                    <a:pt x="5069" y="-1599"/>
                    <a:pt x="0" y="959"/>
                    <a:pt x="0" y="5412"/>
                  </a:cubicBezTo>
                  <a:lnTo>
                    <a:pt x="0" y="74415"/>
                  </a:lnTo>
                  <a:cubicBezTo>
                    <a:pt x="0" y="78868"/>
                    <a:pt x="5120" y="81427"/>
                    <a:pt x="8649" y="78715"/>
                  </a:cubicBezTo>
                  <a:lnTo>
                    <a:pt x="39102" y="55732"/>
                  </a:lnTo>
                  <a:lnTo>
                    <a:pt x="39102" y="74415"/>
                  </a:lnTo>
                  <a:cubicBezTo>
                    <a:pt x="39102" y="78868"/>
                    <a:pt x="44218" y="81427"/>
                    <a:pt x="47751" y="78715"/>
                  </a:cubicBezTo>
                  <a:lnTo>
                    <a:pt x="93454" y="44213"/>
                  </a:lnTo>
                  <a:cubicBezTo>
                    <a:pt x="96318" y="42063"/>
                    <a:pt x="96318" y="37764"/>
                    <a:pt x="93454" y="35563"/>
                  </a:cubicBezTo>
                  <a:lnTo>
                    <a:pt x="93454" y="35614"/>
                  </a:lnTo>
                  <a:close/>
                </a:path>
              </a:pathLst>
            </a:custGeom>
            <a:solidFill>
              <a:srgbClr val="007B85"/>
            </a:solidFill>
            <a:ln w="3646" cap="flat">
              <a:noFill/>
              <a:prstDash val="solid"/>
              <a:miter/>
            </a:ln>
          </p:spPr>
          <p:txBody>
            <a:bodyPr rtlCol="0" anchor="ctr"/>
            <a:lstStyle/>
            <a:p>
              <a:endParaRPr lang="en-GR"/>
            </a:p>
          </p:txBody>
        </p:sp>
      </p:grpSp>
      <p:sp>
        <p:nvSpPr>
          <p:cNvPr id="309" name="Freeform 255">
            <a:extLst>
              <a:ext uri="{FF2B5EF4-FFF2-40B4-BE49-F238E27FC236}">
                <a16:creationId xmlns:a16="http://schemas.microsoft.com/office/drawing/2014/main" id="{1A2D9028-CE66-B3EA-1DA4-51E5F3DB4007}"/>
              </a:ext>
            </a:extLst>
          </p:cNvPr>
          <p:cNvSpPr/>
          <p:nvPr/>
        </p:nvSpPr>
        <p:spPr>
          <a:xfrm>
            <a:off x="7911833" y="2249701"/>
            <a:ext cx="180937" cy="71895"/>
          </a:xfrm>
          <a:custGeom>
            <a:avLst/>
            <a:gdLst>
              <a:gd name="connsiteX0" fmla="*/ 146850 w 204359"/>
              <a:gd name="connsiteY0" fmla="*/ 53396 h 81201"/>
              <a:gd name="connsiteX1" fmla="*/ 146850 w 204359"/>
              <a:gd name="connsiteY1" fmla="*/ 75693 h 81201"/>
              <a:gd name="connsiteX2" fmla="*/ 155645 w 204359"/>
              <a:gd name="connsiteY2" fmla="*/ 80091 h 81201"/>
              <a:gd name="connsiteX3" fmla="*/ 202173 w 204359"/>
              <a:gd name="connsiteY3" fmla="*/ 45009 h 81201"/>
              <a:gd name="connsiteX4" fmla="*/ 202173 w 204359"/>
              <a:gd name="connsiteY4" fmla="*/ 36213 h 81201"/>
              <a:gd name="connsiteX5" fmla="*/ 155645 w 204359"/>
              <a:gd name="connsiteY5" fmla="*/ 1131 h 81201"/>
              <a:gd name="connsiteX6" fmla="*/ 146850 w 204359"/>
              <a:gd name="connsiteY6" fmla="*/ 5529 h 81201"/>
              <a:gd name="connsiteX7" fmla="*/ 146850 w 204359"/>
              <a:gd name="connsiteY7" fmla="*/ 27826 h 81201"/>
              <a:gd name="connsiteX8" fmla="*/ 0 w 204359"/>
              <a:gd name="connsiteY8" fmla="*/ 27928 h 81201"/>
              <a:gd name="connsiteX9" fmla="*/ 0 w 204359"/>
              <a:gd name="connsiteY9" fmla="*/ 53396 h 81201"/>
              <a:gd name="connsiteX10" fmla="*/ 146850 w 204359"/>
              <a:gd name="connsiteY10" fmla="*/ 53396 h 8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59" h="81201">
                <a:moveTo>
                  <a:pt x="146850" y="53396"/>
                </a:moveTo>
                <a:lnTo>
                  <a:pt x="146850" y="75693"/>
                </a:lnTo>
                <a:cubicBezTo>
                  <a:pt x="146850" y="80244"/>
                  <a:pt x="152065" y="82803"/>
                  <a:pt x="155645" y="80091"/>
                </a:cubicBezTo>
                <a:lnTo>
                  <a:pt x="202173" y="45009"/>
                </a:lnTo>
                <a:cubicBezTo>
                  <a:pt x="205088" y="42812"/>
                  <a:pt x="205088" y="38414"/>
                  <a:pt x="202173" y="36213"/>
                </a:cubicBezTo>
                <a:lnTo>
                  <a:pt x="155645" y="1131"/>
                </a:lnTo>
                <a:cubicBezTo>
                  <a:pt x="152014" y="-1628"/>
                  <a:pt x="146850" y="978"/>
                  <a:pt x="146850" y="5529"/>
                </a:cubicBezTo>
                <a:lnTo>
                  <a:pt x="146850" y="27826"/>
                </a:lnTo>
                <a:lnTo>
                  <a:pt x="0" y="27928"/>
                </a:lnTo>
                <a:lnTo>
                  <a:pt x="0" y="53396"/>
                </a:lnTo>
                <a:lnTo>
                  <a:pt x="146850" y="53396"/>
                </a:lnTo>
                <a:close/>
              </a:path>
            </a:pathLst>
          </a:custGeom>
          <a:solidFill>
            <a:srgbClr val="007B85"/>
          </a:solidFill>
          <a:ln w="3646" cap="flat">
            <a:noFill/>
            <a:prstDash val="solid"/>
            <a:miter/>
          </a:ln>
        </p:spPr>
        <p:txBody>
          <a:bodyPr rtlCol="0" anchor="ctr"/>
          <a:lstStyle/>
          <a:p>
            <a:endParaRPr lang="en-GR"/>
          </a:p>
        </p:txBody>
      </p:sp>
      <p:grpSp>
        <p:nvGrpSpPr>
          <p:cNvPr id="310" name="Group 309">
            <a:extLst>
              <a:ext uri="{FF2B5EF4-FFF2-40B4-BE49-F238E27FC236}">
                <a16:creationId xmlns:a16="http://schemas.microsoft.com/office/drawing/2014/main" id="{EFC68542-AC6B-169F-D892-29DC3DE8E1C0}"/>
              </a:ext>
            </a:extLst>
          </p:cNvPr>
          <p:cNvGrpSpPr/>
          <p:nvPr/>
        </p:nvGrpSpPr>
        <p:grpSpPr>
          <a:xfrm>
            <a:off x="8244627" y="2217386"/>
            <a:ext cx="180937" cy="137153"/>
            <a:chOff x="7092469" y="2217384"/>
            <a:chExt cx="180937" cy="137153"/>
          </a:xfrm>
        </p:grpSpPr>
        <p:sp>
          <p:nvSpPr>
            <p:cNvPr id="311" name="Freeform 256">
              <a:extLst>
                <a:ext uri="{FF2B5EF4-FFF2-40B4-BE49-F238E27FC236}">
                  <a16:creationId xmlns:a16="http://schemas.microsoft.com/office/drawing/2014/main" id="{7A5D22B7-0073-C828-5BB8-560109239E86}"/>
                </a:ext>
              </a:extLst>
            </p:cNvPr>
            <p:cNvSpPr/>
            <p:nvPr/>
          </p:nvSpPr>
          <p:spPr>
            <a:xfrm>
              <a:off x="7092469" y="2217384"/>
              <a:ext cx="180936" cy="71891"/>
            </a:xfrm>
            <a:custGeom>
              <a:avLst/>
              <a:gdLst>
                <a:gd name="connsiteX0" fmla="*/ 146846 w 204358"/>
                <a:gd name="connsiteY0" fmla="*/ 75689 h 81197"/>
                <a:gd name="connsiteX1" fmla="*/ 146846 w 204358"/>
                <a:gd name="connsiteY1" fmla="*/ 53393 h 81197"/>
                <a:gd name="connsiteX2" fmla="*/ 0 w 204358"/>
                <a:gd name="connsiteY2" fmla="*/ 53393 h 81197"/>
                <a:gd name="connsiteX3" fmla="*/ 0 w 204358"/>
                <a:gd name="connsiteY3" fmla="*/ 27928 h 81197"/>
                <a:gd name="connsiteX4" fmla="*/ 146846 w 204358"/>
                <a:gd name="connsiteY4" fmla="*/ 27826 h 81197"/>
                <a:gd name="connsiteX5" fmla="*/ 146846 w 204358"/>
                <a:gd name="connsiteY5" fmla="*/ 5529 h 81197"/>
                <a:gd name="connsiteX6" fmla="*/ 155641 w 204358"/>
                <a:gd name="connsiteY6" fmla="*/ 1131 h 81197"/>
                <a:gd name="connsiteX7" fmla="*/ 202169 w 204358"/>
                <a:gd name="connsiteY7" fmla="*/ 36213 h 81197"/>
                <a:gd name="connsiteX8" fmla="*/ 202169 w 204358"/>
                <a:gd name="connsiteY8" fmla="*/ 45009 h 81197"/>
                <a:gd name="connsiteX9" fmla="*/ 155641 w 204358"/>
                <a:gd name="connsiteY9" fmla="*/ 80087 h 81197"/>
                <a:gd name="connsiteX10" fmla="*/ 146846 w 204358"/>
                <a:gd name="connsiteY10" fmla="*/ 75689 h 81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58" h="81197">
                  <a:moveTo>
                    <a:pt x="146846" y="75689"/>
                  </a:moveTo>
                  <a:lnTo>
                    <a:pt x="146846" y="53393"/>
                  </a:lnTo>
                  <a:lnTo>
                    <a:pt x="0" y="53393"/>
                  </a:lnTo>
                  <a:lnTo>
                    <a:pt x="0" y="27928"/>
                  </a:lnTo>
                  <a:lnTo>
                    <a:pt x="146846" y="27826"/>
                  </a:lnTo>
                  <a:lnTo>
                    <a:pt x="146846" y="5529"/>
                  </a:lnTo>
                  <a:cubicBezTo>
                    <a:pt x="146846" y="978"/>
                    <a:pt x="151992" y="-1628"/>
                    <a:pt x="155641" y="1131"/>
                  </a:cubicBezTo>
                  <a:lnTo>
                    <a:pt x="202169" y="36213"/>
                  </a:lnTo>
                  <a:cubicBezTo>
                    <a:pt x="205088" y="38410"/>
                    <a:pt x="205088" y="42808"/>
                    <a:pt x="202169" y="45009"/>
                  </a:cubicBezTo>
                  <a:lnTo>
                    <a:pt x="155641" y="80087"/>
                  </a:lnTo>
                  <a:cubicBezTo>
                    <a:pt x="152065" y="82799"/>
                    <a:pt x="146846" y="80241"/>
                    <a:pt x="146846" y="75689"/>
                  </a:cubicBezTo>
                  <a:close/>
                </a:path>
              </a:pathLst>
            </a:custGeom>
            <a:solidFill>
              <a:srgbClr val="007B85"/>
            </a:solidFill>
            <a:ln w="3646" cap="flat">
              <a:noFill/>
              <a:prstDash val="solid"/>
              <a:miter/>
            </a:ln>
          </p:spPr>
          <p:txBody>
            <a:bodyPr rtlCol="0" anchor="ctr"/>
            <a:lstStyle/>
            <a:p>
              <a:endParaRPr lang="en-GR"/>
            </a:p>
          </p:txBody>
        </p:sp>
        <p:sp>
          <p:nvSpPr>
            <p:cNvPr id="312" name="Freeform 257">
              <a:extLst>
                <a:ext uri="{FF2B5EF4-FFF2-40B4-BE49-F238E27FC236}">
                  <a16:creationId xmlns:a16="http://schemas.microsoft.com/office/drawing/2014/main" id="{75811DA5-D0A7-71B8-6AE1-1A729F4B3D96}"/>
                </a:ext>
              </a:extLst>
            </p:cNvPr>
            <p:cNvSpPr/>
            <p:nvPr/>
          </p:nvSpPr>
          <p:spPr>
            <a:xfrm>
              <a:off x="7092481" y="2282646"/>
              <a:ext cx="180925" cy="71891"/>
            </a:xfrm>
            <a:custGeom>
              <a:avLst/>
              <a:gdLst>
                <a:gd name="connsiteX0" fmla="*/ 57507 w 204345"/>
                <a:gd name="connsiteY0" fmla="*/ 5508 h 81197"/>
                <a:gd name="connsiteX1" fmla="*/ 57507 w 204345"/>
                <a:gd name="connsiteY1" fmla="*/ 27805 h 81197"/>
                <a:gd name="connsiteX2" fmla="*/ 204346 w 204345"/>
                <a:gd name="connsiteY2" fmla="*/ 27805 h 81197"/>
                <a:gd name="connsiteX3" fmla="*/ 204346 w 204345"/>
                <a:gd name="connsiteY3" fmla="*/ 53270 h 81197"/>
                <a:gd name="connsiteX4" fmla="*/ 57507 w 204345"/>
                <a:gd name="connsiteY4" fmla="*/ 53372 h 81197"/>
                <a:gd name="connsiteX5" fmla="*/ 57507 w 204345"/>
                <a:gd name="connsiteY5" fmla="*/ 75669 h 81197"/>
                <a:gd name="connsiteX6" fmla="*/ 48712 w 204345"/>
                <a:gd name="connsiteY6" fmla="*/ 80067 h 81197"/>
                <a:gd name="connsiteX7" fmla="*/ 2184 w 204345"/>
                <a:gd name="connsiteY7" fmla="*/ 44985 h 81197"/>
                <a:gd name="connsiteX8" fmla="*/ 2184 w 204345"/>
                <a:gd name="connsiteY8" fmla="*/ 36189 h 81197"/>
                <a:gd name="connsiteX9" fmla="*/ 48712 w 204345"/>
                <a:gd name="connsiteY9" fmla="*/ 1110 h 81197"/>
                <a:gd name="connsiteX10" fmla="*/ 57507 w 204345"/>
                <a:gd name="connsiteY10" fmla="*/ 5508 h 81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45" h="81197">
                  <a:moveTo>
                    <a:pt x="57507" y="5508"/>
                  </a:moveTo>
                  <a:lnTo>
                    <a:pt x="57507" y="27805"/>
                  </a:lnTo>
                  <a:lnTo>
                    <a:pt x="204346" y="27805"/>
                  </a:lnTo>
                  <a:lnTo>
                    <a:pt x="204346" y="53270"/>
                  </a:lnTo>
                  <a:lnTo>
                    <a:pt x="57507" y="53372"/>
                  </a:lnTo>
                  <a:lnTo>
                    <a:pt x="57507" y="75669"/>
                  </a:lnTo>
                  <a:cubicBezTo>
                    <a:pt x="57507" y="80220"/>
                    <a:pt x="52343" y="82826"/>
                    <a:pt x="48712" y="80067"/>
                  </a:cubicBezTo>
                  <a:lnTo>
                    <a:pt x="2184" y="44985"/>
                  </a:lnTo>
                  <a:cubicBezTo>
                    <a:pt x="-728" y="42788"/>
                    <a:pt x="-728" y="38389"/>
                    <a:pt x="2184" y="36189"/>
                  </a:cubicBezTo>
                  <a:lnTo>
                    <a:pt x="48712" y="1110"/>
                  </a:lnTo>
                  <a:cubicBezTo>
                    <a:pt x="52292" y="-1601"/>
                    <a:pt x="57507" y="957"/>
                    <a:pt x="57507" y="5508"/>
                  </a:cubicBezTo>
                  <a:close/>
                </a:path>
              </a:pathLst>
            </a:custGeom>
            <a:solidFill>
              <a:srgbClr val="007B85"/>
            </a:solidFill>
            <a:ln w="3646" cap="flat">
              <a:noFill/>
              <a:prstDash val="solid"/>
              <a:miter/>
            </a:ln>
          </p:spPr>
          <p:txBody>
            <a:bodyPr rtlCol="0" anchor="ctr"/>
            <a:lstStyle/>
            <a:p>
              <a:endParaRPr lang="en-GR"/>
            </a:p>
          </p:txBody>
        </p:sp>
      </p:grpSp>
      <p:grpSp>
        <p:nvGrpSpPr>
          <p:cNvPr id="313" name="Group 312">
            <a:extLst>
              <a:ext uri="{FF2B5EF4-FFF2-40B4-BE49-F238E27FC236}">
                <a16:creationId xmlns:a16="http://schemas.microsoft.com/office/drawing/2014/main" id="{72538DBB-B3C9-FEEB-22EB-763B57268362}"/>
              </a:ext>
            </a:extLst>
          </p:cNvPr>
          <p:cNvGrpSpPr/>
          <p:nvPr/>
        </p:nvGrpSpPr>
        <p:grpSpPr>
          <a:xfrm>
            <a:off x="8567727" y="2210951"/>
            <a:ext cx="200322" cy="148716"/>
            <a:chOff x="7415571" y="2210951"/>
            <a:chExt cx="200322" cy="148716"/>
          </a:xfrm>
        </p:grpSpPr>
        <p:sp>
          <p:nvSpPr>
            <p:cNvPr id="314" name="Freeform 258">
              <a:extLst>
                <a:ext uri="{FF2B5EF4-FFF2-40B4-BE49-F238E27FC236}">
                  <a16:creationId xmlns:a16="http://schemas.microsoft.com/office/drawing/2014/main" id="{B119DE04-FCBA-B9AA-F3A3-16E886BC8EA8}"/>
                </a:ext>
              </a:extLst>
            </p:cNvPr>
            <p:cNvSpPr/>
            <p:nvPr/>
          </p:nvSpPr>
          <p:spPr>
            <a:xfrm>
              <a:off x="7415571" y="2210951"/>
              <a:ext cx="120573" cy="121888"/>
            </a:xfrm>
            <a:custGeom>
              <a:avLst/>
              <a:gdLst>
                <a:gd name="connsiteX0" fmla="*/ 134293 w 136181"/>
                <a:gd name="connsiteY0" fmla="*/ 40183 h 137666"/>
                <a:gd name="connsiteX1" fmla="*/ 134293 w 136181"/>
                <a:gd name="connsiteY1" fmla="*/ 40275 h 137666"/>
                <a:gd name="connsiteX2" fmla="*/ 92655 w 136181"/>
                <a:gd name="connsiteY2" fmla="*/ 71656 h 137666"/>
                <a:gd name="connsiteX3" fmla="*/ 85028 w 136181"/>
                <a:gd name="connsiteY3" fmla="*/ 69185 h 137666"/>
                <a:gd name="connsiteX4" fmla="*/ 85028 w 136181"/>
                <a:gd name="connsiteY4" fmla="*/ 48691 h 137666"/>
                <a:gd name="connsiteX5" fmla="*/ 84809 w 136181"/>
                <a:gd name="connsiteY5" fmla="*/ 48691 h 137666"/>
                <a:gd name="connsiteX6" fmla="*/ 22553 w 136181"/>
                <a:gd name="connsiteY6" fmla="*/ 83182 h 137666"/>
                <a:gd name="connsiteX7" fmla="*/ 51345 w 136181"/>
                <a:gd name="connsiteY7" fmla="*/ 111180 h 137666"/>
                <a:gd name="connsiteX8" fmla="*/ 73350 w 136181"/>
                <a:gd name="connsiteY8" fmla="*/ 115935 h 137666"/>
                <a:gd name="connsiteX9" fmla="*/ 73350 w 136181"/>
                <a:gd name="connsiteY9" fmla="*/ 137666 h 137666"/>
                <a:gd name="connsiteX10" fmla="*/ 44557 w 136181"/>
                <a:gd name="connsiteY10" fmla="*/ 132677 h 137666"/>
                <a:gd name="connsiteX11" fmla="*/ 0 w 136181"/>
                <a:gd name="connsiteY11" fmla="*/ 83182 h 137666"/>
                <a:gd name="connsiteX12" fmla="*/ 84809 w 136181"/>
                <a:gd name="connsiteY12" fmla="*/ 26095 h 137666"/>
                <a:gd name="connsiteX13" fmla="*/ 85028 w 136181"/>
                <a:gd name="connsiteY13" fmla="*/ 26095 h 137666"/>
                <a:gd name="connsiteX14" fmla="*/ 85028 w 136181"/>
                <a:gd name="connsiteY14" fmla="*/ 3404 h 137666"/>
                <a:gd name="connsiteX15" fmla="*/ 92655 w 136181"/>
                <a:gd name="connsiteY15" fmla="*/ 933 h 137666"/>
                <a:gd name="connsiteX16" fmla="*/ 134293 w 136181"/>
                <a:gd name="connsiteY16" fmla="*/ 32314 h 137666"/>
                <a:gd name="connsiteX17" fmla="*/ 134293 w 136181"/>
                <a:gd name="connsiteY17" fmla="*/ 40183 h 137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6181" h="137666">
                  <a:moveTo>
                    <a:pt x="134293" y="40183"/>
                  </a:moveTo>
                  <a:lnTo>
                    <a:pt x="134293" y="40275"/>
                  </a:lnTo>
                  <a:lnTo>
                    <a:pt x="92655" y="71656"/>
                  </a:lnTo>
                  <a:cubicBezTo>
                    <a:pt x="90027" y="73645"/>
                    <a:pt x="85977" y="72371"/>
                    <a:pt x="85028" y="69185"/>
                  </a:cubicBezTo>
                  <a:lnTo>
                    <a:pt x="85028" y="48691"/>
                  </a:lnTo>
                  <a:lnTo>
                    <a:pt x="84809" y="48691"/>
                  </a:lnTo>
                  <a:cubicBezTo>
                    <a:pt x="50688" y="50293"/>
                    <a:pt x="22553" y="65663"/>
                    <a:pt x="22553" y="83182"/>
                  </a:cubicBezTo>
                  <a:cubicBezTo>
                    <a:pt x="22553" y="94438"/>
                    <a:pt x="34011" y="106011"/>
                    <a:pt x="51345" y="111180"/>
                  </a:cubicBezTo>
                  <a:cubicBezTo>
                    <a:pt x="64409" y="115067"/>
                    <a:pt x="73350" y="115935"/>
                    <a:pt x="73350" y="115935"/>
                  </a:cubicBezTo>
                  <a:lnTo>
                    <a:pt x="73350" y="137666"/>
                  </a:lnTo>
                  <a:cubicBezTo>
                    <a:pt x="73350" y="137666"/>
                    <a:pt x="55578" y="136247"/>
                    <a:pt x="44557" y="132677"/>
                  </a:cubicBezTo>
                  <a:cubicBezTo>
                    <a:pt x="17517" y="123943"/>
                    <a:pt x="0" y="104635"/>
                    <a:pt x="0" y="83182"/>
                  </a:cubicBezTo>
                  <a:cubicBezTo>
                    <a:pt x="0" y="52078"/>
                    <a:pt x="36237" y="27924"/>
                    <a:pt x="84809" y="26095"/>
                  </a:cubicBezTo>
                  <a:lnTo>
                    <a:pt x="85028" y="26095"/>
                  </a:lnTo>
                  <a:lnTo>
                    <a:pt x="85028" y="3404"/>
                  </a:lnTo>
                  <a:cubicBezTo>
                    <a:pt x="85977" y="243"/>
                    <a:pt x="90027" y="-1027"/>
                    <a:pt x="92655" y="933"/>
                  </a:cubicBezTo>
                  <a:lnTo>
                    <a:pt x="134293" y="32314"/>
                  </a:lnTo>
                  <a:cubicBezTo>
                    <a:pt x="136884" y="34110"/>
                    <a:pt x="136738" y="38344"/>
                    <a:pt x="134293" y="40183"/>
                  </a:cubicBezTo>
                  <a:close/>
                </a:path>
              </a:pathLst>
            </a:custGeom>
            <a:solidFill>
              <a:srgbClr val="007B85"/>
            </a:solidFill>
            <a:ln w="3646" cap="flat">
              <a:noFill/>
              <a:prstDash val="solid"/>
              <a:miter/>
            </a:ln>
          </p:spPr>
          <p:txBody>
            <a:bodyPr rtlCol="0" anchor="ctr"/>
            <a:lstStyle/>
            <a:p>
              <a:endParaRPr lang="en-GR"/>
            </a:p>
          </p:txBody>
        </p:sp>
        <p:sp>
          <p:nvSpPr>
            <p:cNvPr id="315" name="Freeform 259">
              <a:extLst>
                <a:ext uri="{FF2B5EF4-FFF2-40B4-BE49-F238E27FC236}">
                  <a16:creationId xmlns:a16="http://schemas.microsoft.com/office/drawing/2014/main" id="{FE75D8C3-2F25-6245-C251-E4AD7575E178}"/>
                </a:ext>
              </a:extLst>
            </p:cNvPr>
            <p:cNvSpPr/>
            <p:nvPr/>
          </p:nvSpPr>
          <p:spPr>
            <a:xfrm>
              <a:off x="7495302" y="2237820"/>
              <a:ext cx="120591" cy="121847"/>
            </a:xfrm>
            <a:custGeom>
              <a:avLst/>
              <a:gdLst>
                <a:gd name="connsiteX0" fmla="*/ 62852 w 136201"/>
                <a:gd name="connsiteY0" fmla="*/ 0 h 137620"/>
                <a:gd name="connsiteX1" fmla="*/ 91645 w 136201"/>
                <a:gd name="connsiteY1" fmla="*/ 4986 h 137620"/>
                <a:gd name="connsiteX2" fmla="*/ 91645 w 136201"/>
                <a:gd name="connsiteY2" fmla="*/ 4942 h 137620"/>
                <a:gd name="connsiteX3" fmla="*/ 136202 w 136201"/>
                <a:gd name="connsiteY3" fmla="*/ 54437 h 137620"/>
                <a:gd name="connsiteX4" fmla="*/ 51393 w 136201"/>
                <a:gd name="connsiteY4" fmla="*/ 111527 h 137620"/>
                <a:gd name="connsiteX5" fmla="*/ 51174 w 136201"/>
                <a:gd name="connsiteY5" fmla="*/ 111527 h 137620"/>
                <a:gd name="connsiteX6" fmla="*/ 51174 w 136201"/>
                <a:gd name="connsiteY6" fmla="*/ 134215 h 137620"/>
                <a:gd name="connsiteX7" fmla="*/ 43547 w 136201"/>
                <a:gd name="connsiteY7" fmla="*/ 136686 h 137620"/>
                <a:gd name="connsiteX8" fmla="*/ 595 w 136201"/>
                <a:gd name="connsiteY8" fmla="*/ 103658 h 137620"/>
                <a:gd name="connsiteX9" fmla="*/ 1909 w 136201"/>
                <a:gd name="connsiteY9" fmla="*/ 97392 h 137620"/>
                <a:gd name="connsiteX10" fmla="*/ 43547 w 136201"/>
                <a:gd name="connsiteY10" fmla="*/ 66011 h 137620"/>
                <a:gd name="connsiteX11" fmla="*/ 51174 w 136201"/>
                <a:gd name="connsiteY11" fmla="*/ 68481 h 137620"/>
                <a:gd name="connsiteX12" fmla="*/ 51174 w 136201"/>
                <a:gd name="connsiteY12" fmla="*/ 88975 h 137620"/>
                <a:gd name="connsiteX13" fmla="*/ 51393 w 136201"/>
                <a:gd name="connsiteY13" fmla="*/ 88975 h 137620"/>
                <a:gd name="connsiteX14" fmla="*/ 113649 w 136201"/>
                <a:gd name="connsiteY14" fmla="*/ 54485 h 137620"/>
                <a:gd name="connsiteX15" fmla="*/ 84857 w 136201"/>
                <a:gd name="connsiteY15" fmla="*/ 26487 h 137620"/>
                <a:gd name="connsiteX16" fmla="*/ 62852 w 136201"/>
                <a:gd name="connsiteY16" fmla="*/ 22600 h 137620"/>
                <a:gd name="connsiteX17" fmla="*/ 62852 w 136201"/>
                <a:gd name="connsiteY17" fmla="*/ 0 h 13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6201" h="137620">
                  <a:moveTo>
                    <a:pt x="62852" y="0"/>
                  </a:moveTo>
                  <a:cubicBezTo>
                    <a:pt x="62852" y="0"/>
                    <a:pt x="79456" y="916"/>
                    <a:pt x="91645" y="4986"/>
                  </a:cubicBezTo>
                  <a:lnTo>
                    <a:pt x="91645" y="4942"/>
                  </a:lnTo>
                  <a:cubicBezTo>
                    <a:pt x="118576" y="13906"/>
                    <a:pt x="136202" y="32984"/>
                    <a:pt x="136202" y="54437"/>
                  </a:cubicBezTo>
                  <a:cubicBezTo>
                    <a:pt x="136202" y="85545"/>
                    <a:pt x="99965" y="109695"/>
                    <a:pt x="51393" y="111527"/>
                  </a:cubicBezTo>
                  <a:lnTo>
                    <a:pt x="51174" y="111527"/>
                  </a:lnTo>
                  <a:lnTo>
                    <a:pt x="51174" y="134215"/>
                  </a:lnTo>
                  <a:cubicBezTo>
                    <a:pt x="50225" y="137375"/>
                    <a:pt x="46138" y="138649"/>
                    <a:pt x="43547" y="136686"/>
                  </a:cubicBezTo>
                  <a:cubicBezTo>
                    <a:pt x="43547" y="136686"/>
                    <a:pt x="924" y="104253"/>
                    <a:pt x="595" y="103658"/>
                  </a:cubicBezTo>
                  <a:cubicBezTo>
                    <a:pt x="-499" y="101600"/>
                    <a:pt x="-98" y="98899"/>
                    <a:pt x="1909" y="97392"/>
                  </a:cubicBezTo>
                  <a:lnTo>
                    <a:pt x="43547" y="66011"/>
                  </a:lnTo>
                  <a:cubicBezTo>
                    <a:pt x="46175" y="64021"/>
                    <a:pt x="50225" y="65295"/>
                    <a:pt x="51174" y="68481"/>
                  </a:cubicBezTo>
                  <a:lnTo>
                    <a:pt x="51174" y="88975"/>
                  </a:lnTo>
                  <a:lnTo>
                    <a:pt x="51393" y="88975"/>
                  </a:lnTo>
                  <a:cubicBezTo>
                    <a:pt x="85514" y="87373"/>
                    <a:pt x="113649" y="72004"/>
                    <a:pt x="113649" y="54485"/>
                  </a:cubicBezTo>
                  <a:cubicBezTo>
                    <a:pt x="113649" y="43229"/>
                    <a:pt x="102081" y="31976"/>
                    <a:pt x="84857" y="26487"/>
                  </a:cubicBezTo>
                  <a:cubicBezTo>
                    <a:pt x="78288" y="24385"/>
                    <a:pt x="62852" y="22600"/>
                    <a:pt x="62852" y="22600"/>
                  </a:cubicBezTo>
                  <a:lnTo>
                    <a:pt x="62852" y="0"/>
                  </a:lnTo>
                  <a:close/>
                </a:path>
              </a:pathLst>
            </a:custGeom>
            <a:solidFill>
              <a:srgbClr val="007B85"/>
            </a:solidFill>
            <a:ln w="3646" cap="flat">
              <a:noFill/>
              <a:prstDash val="solid"/>
              <a:miter/>
            </a:ln>
          </p:spPr>
          <p:txBody>
            <a:bodyPr rtlCol="0" anchor="ctr"/>
            <a:lstStyle/>
            <a:p>
              <a:endParaRPr lang="en-GR"/>
            </a:p>
          </p:txBody>
        </p:sp>
      </p:grpSp>
      <p:sp>
        <p:nvSpPr>
          <p:cNvPr id="316" name="Freeform 260">
            <a:extLst>
              <a:ext uri="{FF2B5EF4-FFF2-40B4-BE49-F238E27FC236}">
                <a16:creationId xmlns:a16="http://schemas.microsoft.com/office/drawing/2014/main" id="{EC861F8A-35BA-D95F-DC44-21C1781C4F2F}"/>
              </a:ext>
            </a:extLst>
          </p:cNvPr>
          <p:cNvSpPr/>
          <p:nvPr/>
        </p:nvSpPr>
        <p:spPr>
          <a:xfrm>
            <a:off x="8910216" y="2194763"/>
            <a:ext cx="181647" cy="180964"/>
          </a:xfrm>
          <a:custGeom>
            <a:avLst/>
            <a:gdLst>
              <a:gd name="connsiteX0" fmla="*/ 205161 w 205161"/>
              <a:gd name="connsiteY0" fmla="*/ 186666 h 204389"/>
              <a:gd name="connsiteX1" fmla="*/ 154436 w 205161"/>
              <a:gd name="connsiteY1" fmla="*/ 135941 h 204389"/>
              <a:gd name="connsiteX2" fmla="*/ 171004 w 205161"/>
              <a:gd name="connsiteY2" fmla="*/ 85522 h 204389"/>
              <a:gd name="connsiteX3" fmla="*/ 85502 w 205161"/>
              <a:gd name="connsiteY3" fmla="*/ 0 h 204389"/>
              <a:gd name="connsiteX4" fmla="*/ 0 w 205161"/>
              <a:gd name="connsiteY4" fmla="*/ 85522 h 204389"/>
              <a:gd name="connsiteX5" fmla="*/ 85502 w 205161"/>
              <a:gd name="connsiteY5" fmla="*/ 171041 h 204389"/>
              <a:gd name="connsiteX6" fmla="*/ 136811 w 205161"/>
              <a:gd name="connsiteY6" fmla="*/ 153818 h 204389"/>
              <a:gd name="connsiteX7" fmla="*/ 187389 w 205161"/>
              <a:gd name="connsiteY7" fmla="*/ 204390 h 204389"/>
              <a:gd name="connsiteX8" fmla="*/ 205088 w 205161"/>
              <a:gd name="connsiteY8" fmla="*/ 186666 h 204389"/>
              <a:gd name="connsiteX9" fmla="*/ 205161 w 205161"/>
              <a:gd name="connsiteY9" fmla="*/ 186666 h 204389"/>
              <a:gd name="connsiteX10" fmla="*/ 25070 w 205161"/>
              <a:gd name="connsiteY10" fmla="*/ 85522 h 204389"/>
              <a:gd name="connsiteX11" fmla="*/ 85538 w 205161"/>
              <a:gd name="connsiteY11" fmla="*/ 25034 h 204389"/>
              <a:gd name="connsiteX12" fmla="*/ 146043 w 205161"/>
              <a:gd name="connsiteY12" fmla="*/ 85522 h 204389"/>
              <a:gd name="connsiteX13" fmla="*/ 85538 w 205161"/>
              <a:gd name="connsiteY13" fmla="*/ 146007 h 204389"/>
              <a:gd name="connsiteX14" fmla="*/ 25070 w 205161"/>
              <a:gd name="connsiteY14" fmla="*/ 85522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5161" h="204389">
                <a:moveTo>
                  <a:pt x="205161" y="186666"/>
                </a:moveTo>
                <a:lnTo>
                  <a:pt x="154436" y="135941"/>
                </a:lnTo>
                <a:cubicBezTo>
                  <a:pt x="164801" y="121772"/>
                  <a:pt x="171004" y="104399"/>
                  <a:pt x="171004" y="85522"/>
                </a:cubicBezTo>
                <a:cubicBezTo>
                  <a:pt x="171004" y="38305"/>
                  <a:pt x="132723" y="0"/>
                  <a:pt x="85502" y="0"/>
                </a:cubicBezTo>
                <a:cubicBezTo>
                  <a:pt x="38281" y="0"/>
                  <a:pt x="0" y="38305"/>
                  <a:pt x="0" y="85522"/>
                </a:cubicBezTo>
                <a:cubicBezTo>
                  <a:pt x="0" y="132736"/>
                  <a:pt x="38281" y="171041"/>
                  <a:pt x="85502" y="171041"/>
                </a:cubicBezTo>
                <a:cubicBezTo>
                  <a:pt x="104770" y="171041"/>
                  <a:pt x="122542" y="164585"/>
                  <a:pt x="136811" y="153818"/>
                </a:cubicBezTo>
                <a:lnTo>
                  <a:pt x="187389" y="204390"/>
                </a:lnTo>
                <a:lnTo>
                  <a:pt x="205088" y="186666"/>
                </a:lnTo>
                <a:lnTo>
                  <a:pt x="205161" y="186666"/>
                </a:lnTo>
                <a:close/>
                <a:moveTo>
                  <a:pt x="25070" y="85522"/>
                </a:moveTo>
                <a:cubicBezTo>
                  <a:pt x="25070" y="52174"/>
                  <a:pt x="52221" y="25034"/>
                  <a:pt x="85538" y="25034"/>
                </a:cubicBezTo>
                <a:cubicBezTo>
                  <a:pt x="118893" y="25034"/>
                  <a:pt x="146043" y="52174"/>
                  <a:pt x="146043" y="85522"/>
                </a:cubicBezTo>
                <a:cubicBezTo>
                  <a:pt x="146043" y="118867"/>
                  <a:pt x="118893" y="146007"/>
                  <a:pt x="85538" y="146007"/>
                </a:cubicBezTo>
                <a:cubicBezTo>
                  <a:pt x="52221" y="146007"/>
                  <a:pt x="25070" y="118867"/>
                  <a:pt x="25070" y="85522"/>
                </a:cubicBezTo>
                <a:close/>
              </a:path>
            </a:pathLst>
          </a:custGeom>
          <a:solidFill>
            <a:srgbClr val="007B85"/>
          </a:solidFill>
          <a:ln w="3646" cap="flat">
            <a:noFill/>
            <a:prstDash val="solid"/>
            <a:miter/>
          </a:ln>
        </p:spPr>
        <p:txBody>
          <a:bodyPr rtlCol="0" anchor="ctr"/>
          <a:lstStyle/>
          <a:p>
            <a:endParaRPr lang="en-GR"/>
          </a:p>
        </p:txBody>
      </p:sp>
      <p:grpSp>
        <p:nvGrpSpPr>
          <p:cNvPr id="317" name="Group 316">
            <a:extLst>
              <a:ext uri="{FF2B5EF4-FFF2-40B4-BE49-F238E27FC236}">
                <a16:creationId xmlns:a16="http://schemas.microsoft.com/office/drawing/2014/main" id="{BB540613-1548-6C9F-75BE-79D9F582BBEF}"/>
              </a:ext>
            </a:extLst>
          </p:cNvPr>
          <p:cNvGrpSpPr/>
          <p:nvPr/>
        </p:nvGrpSpPr>
        <p:grpSpPr>
          <a:xfrm>
            <a:off x="9249471" y="2197994"/>
            <a:ext cx="169918" cy="174502"/>
            <a:chOff x="8097315" y="2197994"/>
            <a:chExt cx="169918" cy="174502"/>
          </a:xfrm>
        </p:grpSpPr>
        <p:sp>
          <p:nvSpPr>
            <p:cNvPr id="318" name="Freeform 261">
              <a:extLst>
                <a:ext uri="{FF2B5EF4-FFF2-40B4-BE49-F238E27FC236}">
                  <a16:creationId xmlns:a16="http://schemas.microsoft.com/office/drawing/2014/main" id="{92C1E1EF-FCEE-DC64-1176-9E313AB8280E}"/>
                </a:ext>
              </a:extLst>
            </p:cNvPr>
            <p:cNvSpPr/>
            <p:nvPr/>
          </p:nvSpPr>
          <p:spPr>
            <a:xfrm>
              <a:off x="8097315" y="2197994"/>
              <a:ext cx="169789" cy="84955"/>
            </a:xfrm>
            <a:custGeom>
              <a:avLst/>
              <a:gdLst>
                <a:gd name="connsiteX0" fmla="*/ 5182 w 191768"/>
                <a:gd name="connsiteY0" fmla="*/ 56168 h 95952"/>
                <a:gd name="connsiteX1" fmla="*/ 87071 w 191768"/>
                <a:gd name="connsiteY1" fmla="*/ 94009 h 95952"/>
                <a:gd name="connsiteX2" fmla="*/ 104697 w 191768"/>
                <a:gd name="connsiteY2" fmla="*/ 94009 h 95952"/>
                <a:gd name="connsiteX3" fmla="*/ 186587 w 191768"/>
                <a:gd name="connsiteY3" fmla="*/ 56168 h 95952"/>
                <a:gd name="connsiteX4" fmla="*/ 191769 w 191768"/>
                <a:gd name="connsiteY4" fmla="*/ 47978 h 95952"/>
                <a:gd name="connsiteX5" fmla="*/ 186587 w 191768"/>
                <a:gd name="connsiteY5" fmla="*/ 39787 h 95952"/>
                <a:gd name="connsiteX6" fmla="*/ 104697 w 191768"/>
                <a:gd name="connsiteY6" fmla="*/ 1946 h 95952"/>
                <a:gd name="connsiteX7" fmla="*/ 87071 w 191768"/>
                <a:gd name="connsiteY7" fmla="*/ 1946 h 95952"/>
                <a:gd name="connsiteX8" fmla="*/ 5182 w 191768"/>
                <a:gd name="connsiteY8" fmla="*/ 39787 h 95952"/>
                <a:gd name="connsiteX9" fmla="*/ 0 w 191768"/>
                <a:gd name="connsiteY9" fmla="*/ 47978 h 95952"/>
                <a:gd name="connsiteX10" fmla="*/ 5182 w 191768"/>
                <a:gd name="connsiteY10" fmla="*/ 56168 h 95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1768" h="95952">
                  <a:moveTo>
                    <a:pt x="5182" y="56168"/>
                  </a:moveTo>
                  <a:lnTo>
                    <a:pt x="87071" y="94009"/>
                  </a:lnTo>
                  <a:cubicBezTo>
                    <a:pt x="92655" y="96600"/>
                    <a:pt x="99114" y="96600"/>
                    <a:pt x="104697" y="94009"/>
                  </a:cubicBezTo>
                  <a:lnTo>
                    <a:pt x="186587" y="56168"/>
                  </a:lnTo>
                  <a:cubicBezTo>
                    <a:pt x="189761" y="54715"/>
                    <a:pt x="191769" y="51503"/>
                    <a:pt x="191769" y="47978"/>
                  </a:cubicBezTo>
                  <a:cubicBezTo>
                    <a:pt x="191769" y="44452"/>
                    <a:pt x="189761" y="41291"/>
                    <a:pt x="186587" y="39787"/>
                  </a:cubicBezTo>
                  <a:lnTo>
                    <a:pt x="104697" y="1946"/>
                  </a:lnTo>
                  <a:cubicBezTo>
                    <a:pt x="99114" y="-649"/>
                    <a:pt x="92655" y="-649"/>
                    <a:pt x="87071" y="1946"/>
                  </a:cubicBezTo>
                  <a:lnTo>
                    <a:pt x="5182" y="39787"/>
                  </a:lnTo>
                  <a:cubicBezTo>
                    <a:pt x="2007" y="41236"/>
                    <a:pt x="0" y="44452"/>
                    <a:pt x="0" y="47978"/>
                  </a:cubicBezTo>
                  <a:cubicBezTo>
                    <a:pt x="0" y="51503"/>
                    <a:pt x="2007" y="54664"/>
                    <a:pt x="5182" y="56168"/>
                  </a:cubicBezTo>
                  <a:close/>
                </a:path>
              </a:pathLst>
            </a:custGeom>
            <a:solidFill>
              <a:srgbClr val="007B85"/>
            </a:solidFill>
            <a:ln w="3646" cap="flat">
              <a:noFill/>
              <a:prstDash val="solid"/>
              <a:miter/>
            </a:ln>
          </p:spPr>
          <p:txBody>
            <a:bodyPr rtlCol="0" anchor="ctr"/>
            <a:lstStyle/>
            <a:p>
              <a:endParaRPr lang="en-GR"/>
            </a:p>
          </p:txBody>
        </p:sp>
        <p:sp>
          <p:nvSpPr>
            <p:cNvPr id="319" name="Freeform 262">
              <a:extLst>
                <a:ext uri="{FF2B5EF4-FFF2-40B4-BE49-F238E27FC236}">
                  <a16:creationId xmlns:a16="http://schemas.microsoft.com/office/drawing/2014/main" id="{387E6999-6A15-2688-FA65-99F4F130A7D2}"/>
                </a:ext>
              </a:extLst>
            </p:cNvPr>
            <p:cNvSpPr/>
            <p:nvPr/>
          </p:nvSpPr>
          <p:spPr>
            <a:xfrm>
              <a:off x="8097444" y="2269847"/>
              <a:ext cx="169789" cy="57899"/>
            </a:xfrm>
            <a:custGeom>
              <a:avLst/>
              <a:gdLst>
                <a:gd name="connsiteX0" fmla="*/ 186440 w 191768"/>
                <a:gd name="connsiteY0" fmla="*/ 9227 h 65394"/>
                <a:gd name="connsiteX1" fmla="*/ 166552 w 191768"/>
                <a:gd name="connsiteY1" fmla="*/ 0 h 65394"/>
                <a:gd name="connsiteX2" fmla="*/ 109623 w 191768"/>
                <a:gd name="connsiteY2" fmla="*/ 26282 h 65394"/>
                <a:gd name="connsiteX3" fmla="*/ 81999 w 191768"/>
                <a:gd name="connsiteY3" fmla="*/ 26282 h 65394"/>
                <a:gd name="connsiteX4" fmla="*/ 25107 w 191768"/>
                <a:gd name="connsiteY4" fmla="*/ 0 h 65394"/>
                <a:gd name="connsiteX5" fmla="*/ 5182 w 191768"/>
                <a:gd name="connsiteY5" fmla="*/ 9227 h 65394"/>
                <a:gd name="connsiteX6" fmla="*/ 0 w 191768"/>
                <a:gd name="connsiteY6" fmla="*/ 17417 h 65394"/>
                <a:gd name="connsiteX7" fmla="*/ 5182 w 191768"/>
                <a:gd name="connsiteY7" fmla="*/ 25607 h 65394"/>
                <a:gd name="connsiteX8" fmla="*/ 87071 w 191768"/>
                <a:gd name="connsiteY8" fmla="*/ 63448 h 65394"/>
                <a:gd name="connsiteX9" fmla="*/ 104697 w 191768"/>
                <a:gd name="connsiteY9" fmla="*/ 63448 h 65394"/>
                <a:gd name="connsiteX10" fmla="*/ 186587 w 191768"/>
                <a:gd name="connsiteY10" fmla="*/ 25607 h 65394"/>
                <a:gd name="connsiteX11" fmla="*/ 191768 w 191768"/>
                <a:gd name="connsiteY11" fmla="*/ 17417 h 65394"/>
                <a:gd name="connsiteX12" fmla="*/ 186587 w 191768"/>
                <a:gd name="connsiteY12" fmla="*/ 9227 h 65394"/>
                <a:gd name="connsiteX13" fmla="*/ 186440 w 191768"/>
                <a:gd name="connsiteY13" fmla="*/ 9227 h 6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768" h="65394">
                  <a:moveTo>
                    <a:pt x="186440" y="9227"/>
                  </a:moveTo>
                  <a:lnTo>
                    <a:pt x="166552" y="0"/>
                  </a:lnTo>
                  <a:lnTo>
                    <a:pt x="109623" y="26282"/>
                  </a:lnTo>
                  <a:cubicBezTo>
                    <a:pt x="100866" y="30326"/>
                    <a:pt x="90757" y="30326"/>
                    <a:pt x="81999" y="26282"/>
                  </a:cubicBezTo>
                  <a:lnTo>
                    <a:pt x="25107" y="0"/>
                  </a:lnTo>
                  <a:lnTo>
                    <a:pt x="5182" y="9227"/>
                  </a:lnTo>
                  <a:cubicBezTo>
                    <a:pt x="2043" y="10679"/>
                    <a:pt x="0" y="13891"/>
                    <a:pt x="0" y="17417"/>
                  </a:cubicBezTo>
                  <a:cubicBezTo>
                    <a:pt x="0" y="20943"/>
                    <a:pt x="2043" y="24103"/>
                    <a:pt x="5182" y="25607"/>
                  </a:cubicBezTo>
                  <a:lnTo>
                    <a:pt x="87071" y="63448"/>
                  </a:lnTo>
                  <a:cubicBezTo>
                    <a:pt x="92691" y="66043"/>
                    <a:pt x="99114" y="66043"/>
                    <a:pt x="104697" y="63448"/>
                  </a:cubicBezTo>
                  <a:lnTo>
                    <a:pt x="186587" y="25607"/>
                  </a:lnTo>
                  <a:cubicBezTo>
                    <a:pt x="189761" y="24158"/>
                    <a:pt x="191768" y="20943"/>
                    <a:pt x="191768" y="17417"/>
                  </a:cubicBezTo>
                  <a:cubicBezTo>
                    <a:pt x="191768" y="13891"/>
                    <a:pt x="189761" y="10730"/>
                    <a:pt x="186587" y="9227"/>
                  </a:cubicBezTo>
                  <a:lnTo>
                    <a:pt x="186440" y="9227"/>
                  </a:lnTo>
                  <a:close/>
                </a:path>
              </a:pathLst>
            </a:custGeom>
            <a:solidFill>
              <a:srgbClr val="007B85"/>
            </a:solidFill>
            <a:ln w="3646" cap="flat">
              <a:noFill/>
              <a:prstDash val="solid"/>
              <a:miter/>
            </a:ln>
          </p:spPr>
          <p:txBody>
            <a:bodyPr rtlCol="0" anchor="ctr"/>
            <a:lstStyle/>
            <a:p>
              <a:endParaRPr lang="en-GR"/>
            </a:p>
          </p:txBody>
        </p:sp>
        <p:sp>
          <p:nvSpPr>
            <p:cNvPr id="320" name="Freeform 263">
              <a:extLst>
                <a:ext uri="{FF2B5EF4-FFF2-40B4-BE49-F238E27FC236}">
                  <a16:creationId xmlns:a16="http://schemas.microsoft.com/office/drawing/2014/main" id="{52C5EF64-1C85-48D2-DBAF-4D5016D2B765}"/>
                </a:ext>
              </a:extLst>
            </p:cNvPr>
            <p:cNvSpPr/>
            <p:nvPr/>
          </p:nvSpPr>
          <p:spPr>
            <a:xfrm>
              <a:off x="8097444" y="2314597"/>
              <a:ext cx="169789" cy="57899"/>
            </a:xfrm>
            <a:custGeom>
              <a:avLst/>
              <a:gdLst>
                <a:gd name="connsiteX0" fmla="*/ 166552 w 191768"/>
                <a:gd name="connsiteY0" fmla="*/ 0 h 65394"/>
                <a:gd name="connsiteX1" fmla="*/ 186440 w 191768"/>
                <a:gd name="connsiteY1" fmla="*/ 9227 h 65394"/>
                <a:gd name="connsiteX2" fmla="*/ 186587 w 191768"/>
                <a:gd name="connsiteY2" fmla="*/ 9227 h 65394"/>
                <a:gd name="connsiteX3" fmla="*/ 191768 w 191768"/>
                <a:gd name="connsiteY3" fmla="*/ 17417 h 65394"/>
                <a:gd name="connsiteX4" fmla="*/ 186587 w 191768"/>
                <a:gd name="connsiteY4" fmla="*/ 25607 h 65394"/>
                <a:gd name="connsiteX5" fmla="*/ 104697 w 191768"/>
                <a:gd name="connsiteY5" fmla="*/ 63448 h 65394"/>
                <a:gd name="connsiteX6" fmla="*/ 87071 w 191768"/>
                <a:gd name="connsiteY6" fmla="*/ 63448 h 65394"/>
                <a:gd name="connsiteX7" fmla="*/ 5182 w 191768"/>
                <a:gd name="connsiteY7" fmla="*/ 25607 h 65394"/>
                <a:gd name="connsiteX8" fmla="*/ 0 w 191768"/>
                <a:gd name="connsiteY8" fmla="*/ 17417 h 65394"/>
                <a:gd name="connsiteX9" fmla="*/ 5182 w 191768"/>
                <a:gd name="connsiteY9" fmla="*/ 9227 h 65394"/>
                <a:gd name="connsiteX10" fmla="*/ 25107 w 191768"/>
                <a:gd name="connsiteY10" fmla="*/ 0 h 65394"/>
                <a:gd name="connsiteX11" fmla="*/ 81999 w 191768"/>
                <a:gd name="connsiteY11" fmla="*/ 26282 h 65394"/>
                <a:gd name="connsiteX12" fmla="*/ 109623 w 191768"/>
                <a:gd name="connsiteY12" fmla="*/ 26282 h 65394"/>
                <a:gd name="connsiteX13" fmla="*/ 166552 w 191768"/>
                <a:gd name="connsiteY13" fmla="*/ 0 h 6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768" h="65394">
                  <a:moveTo>
                    <a:pt x="166552" y="0"/>
                  </a:moveTo>
                  <a:lnTo>
                    <a:pt x="186440" y="9227"/>
                  </a:lnTo>
                  <a:lnTo>
                    <a:pt x="186587" y="9227"/>
                  </a:lnTo>
                  <a:cubicBezTo>
                    <a:pt x="189761" y="10730"/>
                    <a:pt x="191768" y="13891"/>
                    <a:pt x="191768" y="17417"/>
                  </a:cubicBezTo>
                  <a:cubicBezTo>
                    <a:pt x="191768" y="20943"/>
                    <a:pt x="189761" y="24158"/>
                    <a:pt x="186587" y="25607"/>
                  </a:cubicBezTo>
                  <a:lnTo>
                    <a:pt x="104697" y="63448"/>
                  </a:lnTo>
                  <a:cubicBezTo>
                    <a:pt x="99114" y="66043"/>
                    <a:pt x="92691" y="66043"/>
                    <a:pt x="87071" y="63448"/>
                  </a:cubicBezTo>
                  <a:lnTo>
                    <a:pt x="5182" y="25607"/>
                  </a:lnTo>
                  <a:cubicBezTo>
                    <a:pt x="2043" y="24103"/>
                    <a:pt x="0" y="20943"/>
                    <a:pt x="0" y="17417"/>
                  </a:cubicBezTo>
                  <a:cubicBezTo>
                    <a:pt x="0" y="13891"/>
                    <a:pt x="2043" y="10679"/>
                    <a:pt x="5182" y="9227"/>
                  </a:cubicBezTo>
                  <a:lnTo>
                    <a:pt x="25107" y="0"/>
                  </a:lnTo>
                  <a:lnTo>
                    <a:pt x="81999" y="26282"/>
                  </a:lnTo>
                  <a:cubicBezTo>
                    <a:pt x="90757" y="30326"/>
                    <a:pt x="100866" y="30326"/>
                    <a:pt x="109623" y="26282"/>
                  </a:cubicBezTo>
                  <a:lnTo>
                    <a:pt x="166552" y="0"/>
                  </a:lnTo>
                  <a:close/>
                </a:path>
              </a:pathLst>
            </a:custGeom>
            <a:solidFill>
              <a:srgbClr val="007B85"/>
            </a:solidFill>
            <a:ln w="3646" cap="flat">
              <a:noFill/>
              <a:prstDash val="solid"/>
              <a:miter/>
            </a:ln>
          </p:spPr>
          <p:txBody>
            <a:bodyPr rtlCol="0" anchor="ctr"/>
            <a:lstStyle/>
            <a:p>
              <a:endParaRPr lang="en-GR"/>
            </a:p>
          </p:txBody>
        </p:sp>
      </p:grpSp>
      <p:sp>
        <p:nvSpPr>
          <p:cNvPr id="321" name="Freeform 264">
            <a:extLst>
              <a:ext uri="{FF2B5EF4-FFF2-40B4-BE49-F238E27FC236}">
                <a16:creationId xmlns:a16="http://schemas.microsoft.com/office/drawing/2014/main" id="{B95DC773-A52D-D1A3-E128-6F30B9611B9F}"/>
              </a:ext>
            </a:extLst>
          </p:cNvPr>
          <p:cNvSpPr/>
          <p:nvPr/>
        </p:nvSpPr>
        <p:spPr>
          <a:xfrm>
            <a:off x="9575803" y="2194763"/>
            <a:ext cx="180936" cy="180964"/>
          </a:xfrm>
          <a:custGeom>
            <a:avLst/>
            <a:gdLst>
              <a:gd name="connsiteX0" fmla="*/ 102179 w 204358"/>
              <a:gd name="connsiteY0" fmla="*/ 0 h 204389"/>
              <a:gd name="connsiteX1" fmla="*/ 0 w 204358"/>
              <a:gd name="connsiteY1" fmla="*/ 102195 h 204389"/>
              <a:gd name="connsiteX2" fmla="*/ 102179 w 204358"/>
              <a:gd name="connsiteY2" fmla="*/ 204390 h 204389"/>
              <a:gd name="connsiteX3" fmla="*/ 204358 w 204358"/>
              <a:gd name="connsiteY3" fmla="*/ 102195 h 204389"/>
              <a:gd name="connsiteX4" fmla="*/ 102179 w 204358"/>
              <a:gd name="connsiteY4" fmla="*/ 0 h 204389"/>
              <a:gd name="connsiteX5" fmla="*/ 77401 w 204358"/>
              <a:gd name="connsiteY5" fmla="*/ 154055 h 204389"/>
              <a:gd name="connsiteX6" fmla="*/ 38463 w 204358"/>
              <a:gd name="connsiteY6" fmla="*/ 111965 h 204389"/>
              <a:gd name="connsiteX7" fmla="*/ 53425 w 204358"/>
              <a:gd name="connsiteY7" fmla="*/ 98121 h 204389"/>
              <a:gd name="connsiteX8" fmla="*/ 78021 w 204358"/>
              <a:gd name="connsiteY8" fmla="*/ 124740 h 204389"/>
              <a:gd name="connsiteX9" fmla="*/ 149437 w 204358"/>
              <a:gd name="connsiteY9" fmla="*/ 53846 h 204389"/>
              <a:gd name="connsiteX10" fmla="*/ 163779 w 204358"/>
              <a:gd name="connsiteY10" fmla="*/ 68299 h 204389"/>
              <a:gd name="connsiteX11" fmla="*/ 77401 w 204358"/>
              <a:gd name="connsiteY11" fmla="*/ 154055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358" h="204389">
                <a:moveTo>
                  <a:pt x="102179" y="0"/>
                </a:moveTo>
                <a:cubicBezTo>
                  <a:pt x="45762" y="0"/>
                  <a:pt x="0" y="45754"/>
                  <a:pt x="0" y="102195"/>
                </a:cubicBezTo>
                <a:cubicBezTo>
                  <a:pt x="0" y="158635"/>
                  <a:pt x="45762" y="204390"/>
                  <a:pt x="102179" y="204390"/>
                </a:cubicBezTo>
                <a:cubicBezTo>
                  <a:pt x="158597" y="204390"/>
                  <a:pt x="204358" y="158635"/>
                  <a:pt x="204358" y="102195"/>
                </a:cubicBezTo>
                <a:cubicBezTo>
                  <a:pt x="204358" y="45754"/>
                  <a:pt x="158597" y="0"/>
                  <a:pt x="102179" y="0"/>
                </a:cubicBezTo>
                <a:close/>
                <a:moveTo>
                  <a:pt x="77401" y="154055"/>
                </a:moveTo>
                <a:lnTo>
                  <a:pt x="38463" y="111965"/>
                </a:lnTo>
                <a:lnTo>
                  <a:pt x="53425" y="98121"/>
                </a:lnTo>
                <a:lnTo>
                  <a:pt x="78021" y="124740"/>
                </a:lnTo>
                <a:lnTo>
                  <a:pt x="149437" y="53846"/>
                </a:lnTo>
                <a:lnTo>
                  <a:pt x="163779" y="68299"/>
                </a:lnTo>
                <a:lnTo>
                  <a:pt x="77401" y="154055"/>
                </a:lnTo>
                <a:close/>
              </a:path>
            </a:pathLst>
          </a:custGeom>
          <a:solidFill>
            <a:srgbClr val="007B85"/>
          </a:solidFill>
          <a:ln w="3646" cap="flat">
            <a:noFill/>
            <a:prstDash val="solid"/>
            <a:miter/>
          </a:ln>
        </p:spPr>
        <p:txBody>
          <a:bodyPr rtlCol="0" anchor="ctr"/>
          <a:lstStyle/>
          <a:p>
            <a:endParaRPr lang="en-GR"/>
          </a:p>
        </p:txBody>
      </p:sp>
      <p:sp>
        <p:nvSpPr>
          <p:cNvPr id="322" name="Freeform 265">
            <a:extLst>
              <a:ext uri="{FF2B5EF4-FFF2-40B4-BE49-F238E27FC236}">
                <a16:creationId xmlns:a16="http://schemas.microsoft.com/office/drawing/2014/main" id="{84F115BE-1643-C3CD-E90E-12A4FCE09688}"/>
              </a:ext>
            </a:extLst>
          </p:cNvPr>
          <p:cNvSpPr/>
          <p:nvPr/>
        </p:nvSpPr>
        <p:spPr>
          <a:xfrm>
            <a:off x="9911831" y="2194763"/>
            <a:ext cx="191825" cy="180964"/>
          </a:xfrm>
          <a:custGeom>
            <a:avLst/>
            <a:gdLst>
              <a:gd name="connsiteX0" fmla="*/ 198848 w 216656"/>
              <a:gd name="connsiteY0" fmla="*/ 0 h 204389"/>
              <a:gd name="connsiteX1" fmla="*/ 179836 w 216656"/>
              <a:gd name="connsiteY1" fmla="*/ 20067 h 204389"/>
              <a:gd name="connsiteX2" fmla="*/ 137650 w 216656"/>
              <a:gd name="connsiteY2" fmla="*/ 9132 h 204389"/>
              <a:gd name="connsiteX3" fmla="*/ 54520 w 216656"/>
              <a:gd name="connsiteY3" fmla="*/ 9227 h 204389"/>
              <a:gd name="connsiteX4" fmla="*/ 0 w 216656"/>
              <a:gd name="connsiteY4" fmla="*/ 42820 h 204389"/>
              <a:gd name="connsiteX5" fmla="*/ 0 w 216656"/>
              <a:gd name="connsiteY5" fmla="*/ 170698 h 204389"/>
              <a:gd name="connsiteX6" fmla="*/ 57622 w 216656"/>
              <a:gd name="connsiteY6" fmla="*/ 204390 h 204389"/>
              <a:gd name="connsiteX7" fmla="*/ 140752 w 216656"/>
              <a:gd name="connsiteY7" fmla="*/ 204291 h 204389"/>
              <a:gd name="connsiteX8" fmla="*/ 195272 w 216656"/>
              <a:gd name="connsiteY8" fmla="*/ 170698 h 204389"/>
              <a:gd name="connsiteX9" fmla="*/ 195272 w 216656"/>
              <a:gd name="connsiteY9" fmla="*/ 64452 h 204389"/>
              <a:gd name="connsiteX10" fmla="*/ 171114 w 216656"/>
              <a:gd name="connsiteY10" fmla="*/ 90672 h 204389"/>
              <a:gd name="connsiteX11" fmla="*/ 171114 w 216656"/>
              <a:gd name="connsiteY11" fmla="*/ 178217 h 204389"/>
              <a:gd name="connsiteX12" fmla="*/ 24158 w 216656"/>
              <a:gd name="connsiteY12" fmla="*/ 178366 h 204389"/>
              <a:gd name="connsiteX13" fmla="*/ 24158 w 216656"/>
              <a:gd name="connsiteY13" fmla="*/ 35447 h 204389"/>
              <a:gd name="connsiteX14" fmla="*/ 165932 w 216656"/>
              <a:gd name="connsiteY14" fmla="*/ 35301 h 204389"/>
              <a:gd name="connsiteX15" fmla="*/ 88641 w 216656"/>
              <a:gd name="connsiteY15" fmla="*/ 117966 h 204389"/>
              <a:gd name="connsiteX16" fmla="*/ 61855 w 216656"/>
              <a:gd name="connsiteY16" fmla="*/ 89990 h 204389"/>
              <a:gd name="connsiteX17" fmla="*/ 49812 w 216656"/>
              <a:gd name="connsiteY17" fmla="*/ 92771 h 204389"/>
              <a:gd name="connsiteX18" fmla="*/ 47550 w 216656"/>
              <a:gd name="connsiteY18" fmla="*/ 94921 h 204389"/>
              <a:gd name="connsiteX19" fmla="*/ 44083 w 216656"/>
              <a:gd name="connsiteY19" fmla="*/ 106637 h 204389"/>
              <a:gd name="connsiteX20" fmla="*/ 71307 w 216656"/>
              <a:gd name="connsiteY20" fmla="*/ 135835 h 204389"/>
              <a:gd name="connsiteX21" fmla="*/ 88348 w 216656"/>
              <a:gd name="connsiteY21" fmla="*/ 143208 h 204389"/>
              <a:gd name="connsiteX22" fmla="*/ 105391 w 216656"/>
              <a:gd name="connsiteY22" fmla="*/ 135835 h 204389"/>
              <a:gd name="connsiteX23" fmla="*/ 216656 w 216656"/>
              <a:gd name="connsiteY23" fmla="*/ 16796 h 204389"/>
              <a:gd name="connsiteX24" fmla="*/ 198921 w 216656"/>
              <a:gd name="connsiteY24" fmla="*/ 0 h 204389"/>
              <a:gd name="connsiteX25" fmla="*/ 198848 w 216656"/>
              <a:gd name="connsiteY25" fmla="*/ 0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16656" h="204389">
                <a:moveTo>
                  <a:pt x="198848" y="0"/>
                </a:moveTo>
                <a:lnTo>
                  <a:pt x="179836" y="20067"/>
                </a:lnTo>
                <a:cubicBezTo>
                  <a:pt x="169362" y="13428"/>
                  <a:pt x="154364" y="9227"/>
                  <a:pt x="137650" y="9132"/>
                </a:cubicBezTo>
                <a:cubicBezTo>
                  <a:pt x="137431" y="9132"/>
                  <a:pt x="54520" y="9227"/>
                  <a:pt x="54520" y="9227"/>
                </a:cubicBezTo>
                <a:cubicBezTo>
                  <a:pt x="24122" y="10351"/>
                  <a:pt x="0" y="24950"/>
                  <a:pt x="0" y="42820"/>
                </a:cubicBezTo>
                <a:lnTo>
                  <a:pt x="0" y="170698"/>
                </a:lnTo>
                <a:cubicBezTo>
                  <a:pt x="0" y="189206"/>
                  <a:pt x="25727" y="204192"/>
                  <a:pt x="57622" y="204390"/>
                </a:cubicBezTo>
                <a:cubicBezTo>
                  <a:pt x="57841" y="204390"/>
                  <a:pt x="140752" y="204291"/>
                  <a:pt x="140752" y="204291"/>
                </a:cubicBezTo>
                <a:cubicBezTo>
                  <a:pt x="171150" y="203171"/>
                  <a:pt x="195272" y="188571"/>
                  <a:pt x="195272" y="170698"/>
                </a:cubicBezTo>
                <a:lnTo>
                  <a:pt x="195272" y="64452"/>
                </a:lnTo>
                <a:lnTo>
                  <a:pt x="171114" y="90672"/>
                </a:lnTo>
                <a:lnTo>
                  <a:pt x="171114" y="178217"/>
                </a:lnTo>
                <a:lnTo>
                  <a:pt x="24158" y="178366"/>
                </a:lnTo>
                <a:lnTo>
                  <a:pt x="24158" y="35447"/>
                </a:lnTo>
                <a:lnTo>
                  <a:pt x="165932" y="35301"/>
                </a:lnTo>
                <a:lnTo>
                  <a:pt x="88641" y="117966"/>
                </a:lnTo>
                <a:lnTo>
                  <a:pt x="61855" y="89990"/>
                </a:lnTo>
                <a:cubicBezTo>
                  <a:pt x="59373" y="87548"/>
                  <a:pt x="54046" y="88767"/>
                  <a:pt x="49812" y="92771"/>
                </a:cubicBezTo>
                <a:lnTo>
                  <a:pt x="47550" y="94921"/>
                </a:lnTo>
                <a:cubicBezTo>
                  <a:pt x="43463" y="98874"/>
                  <a:pt x="41966" y="104001"/>
                  <a:pt x="44083" y="106637"/>
                </a:cubicBezTo>
                <a:lnTo>
                  <a:pt x="71307" y="135835"/>
                </a:lnTo>
                <a:cubicBezTo>
                  <a:pt x="75722" y="140525"/>
                  <a:pt x="81926" y="143208"/>
                  <a:pt x="88348" y="143208"/>
                </a:cubicBezTo>
                <a:cubicBezTo>
                  <a:pt x="94808" y="143208"/>
                  <a:pt x="101012" y="140525"/>
                  <a:pt x="105391" y="135835"/>
                </a:cubicBezTo>
                <a:lnTo>
                  <a:pt x="216656" y="16796"/>
                </a:lnTo>
                <a:cubicBezTo>
                  <a:pt x="213445" y="13672"/>
                  <a:pt x="202388" y="3321"/>
                  <a:pt x="198921" y="0"/>
                </a:cubicBezTo>
                <a:lnTo>
                  <a:pt x="198848" y="0"/>
                </a:lnTo>
                <a:close/>
              </a:path>
            </a:pathLst>
          </a:custGeom>
          <a:solidFill>
            <a:srgbClr val="007B85"/>
          </a:solidFill>
          <a:ln w="3646" cap="flat">
            <a:noFill/>
            <a:prstDash val="solid"/>
            <a:miter/>
          </a:ln>
        </p:spPr>
        <p:txBody>
          <a:bodyPr rtlCol="0" anchor="ctr"/>
          <a:lstStyle/>
          <a:p>
            <a:endParaRPr lang="en-GR"/>
          </a:p>
        </p:txBody>
      </p:sp>
      <p:sp>
        <p:nvSpPr>
          <p:cNvPr id="323" name="Freeform 266">
            <a:extLst>
              <a:ext uri="{FF2B5EF4-FFF2-40B4-BE49-F238E27FC236}">
                <a16:creationId xmlns:a16="http://schemas.microsoft.com/office/drawing/2014/main" id="{AF04BB03-3526-9171-0E48-314910D8AF03}"/>
              </a:ext>
            </a:extLst>
          </p:cNvPr>
          <p:cNvSpPr/>
          <p:nvPr/>
        </p:nvSpPr>
        <p:spPr>
          <a:xfrm>
            <a:off x="10234936" y="2201226"/>
            <a:ext cx="191987" cy="168038"/>
          </a:xfrm>
          <a:custGeom>
            <a:avLst/>
            <a:gdLst>
              <a:gd name="connsiteX0" fmla="*/ 214536 w 216839"/>
              <a:gd name="connsiteY0" fmla="*/ 164311 h 189790"/>
              <a:gd name="connsiteX1" fmla="*/ 123048 w 216839"/>
              <a:gd name="connsiteY1" fmla="*/ 8398 h 189790"/>
              <a:gd name="connsiteX2" fmla="*/ 108415 w 216839"/>
              <a:gd name="connsiteY2" fmla="*/ 0 h 189790"/>
              <a:gd name="connsiteX3" fmla="*/ 93818 w 216839"/>
              <a:gd name="connsiteY3" fmla="*/ 8398 h 189790"/>
              <a:gd name="connsiteX4" fmla="*/ 2295 w 216839"/>
              <a:gd name="connsiteY4" fmla="*/ 164311 h 189790"/>
              <a:gd name="connsiteX5" fmla="*/ 2222 w 216839"/>
              <a:gd name="connsiteY5" fmla="*/ 181297 h 189790"/>
              <a:gd name="connsiteX6" fmla="*/ 16928 w 216839"/>
              <a:gd name="connsiteY6" fmla="*/ 189790 h 189790"/>
              <a:gd name="connsiteX7" fmla="*/ 199902 w 216839"/>
              <a:gd name="connsiteY7" fmla="*/ 189790 h 189790"/>
              <a:gd name="connsiteX8" fmla="*/ 214609 w 216839"/>
              <a:gd name="connsiteY8" fmla="*/ 181297 h 189790"/>
              <a:gd name="connsiteX9" fmla="*/ 214499 w 216839"/>
              <a:gd name="connsiteY9" fmla="*/ 164311 h 189790"/>
              <a:gd name="connsiteX10" fmla="*/ 214536 w 216839"/>
              <a:gd name="connsiteY10" fmla="*/ 164311 h 189790"/>
              <a:gd name="connsiteX11" fmla="*/ 120713 w 216839"/>
              <a:gd name="connsiteY11" fmla="*/ 54849 h 189790"/>
              <a:gd name="connsiteX12" fmla="*/ 117283 w 216839"/>
              <a:gd name="connsiteY12" fmla="*/ 128630 h 189790"/>
              <a:gd name="connsiteX13" fmla="*/ 99876 w 216839"/>
              <a:gd name="connsiteY13" fmla="*/ 128630 h 189790"/>
              <a:gd name="connsiteX14" fmla="*/ 96153 w 216839"/>
              <a:gd name="connsiteY14" fmla="*/ 54849 h 189790"/>
              <a:gd name="connsiteX15" fmla="*/ 120713 w 216839"/>
              <a:gd name="connsiteY15" fmla="*/ 54849 h 189790"/>
              <a:gd name="connsiteX16" fmla="*/ 108378 w 216839"/>
              <a:gd name="connsiteY16" fmla="*/ 169625 h 189790"/>
              <a:gd name="connsiteX17" fmla="*/ 94730 w 216839"/>
              <a:gd name="connsiteY17" fmla="*/ 156150 h 189790"/>
              <a:gd name="connsiteX18" fmla="*/ 108378 w 216839"/>
              <a:gd name="connsiteY18" fmla="*/ 142485 h 189790"/>
              <a:gd name="connsiteX19" fmla="*/ 122173 w 216839"/>
              <a:gd name="connsiteY19" fmla="*/ 156150 h 189790"/>
              <a:gd name="connsiteX20" fmla="*/ 108378 w 216839"/>
              <a:gd name="connsiteY20" fmla="*/ 169625 h 189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6839" h="189790">
                <a:moveTo>
                  <a:pt x="214536" y="164311"/>
                </a:moveTo>
                <a:lnTo>
                  <a:pt x="123048" y="8398"/>
                </a:lnTo>
                <a:cubicBezTo>
                  <a:pt x="119983" y="3179"/>
                  <a:pt x="114436" y="0"/>
                  <a:pt x="108415" y="0"/>
                </a:cubicBezTo>
                <a:cubicBezTo>
                  <a:pt x="102394" y="0"/>
                  <a:pt x="96847" y="3179"/>
                  <a:pt x="93818" y="8398"/>
                </a:cubicBezTo>
                <a:lnTo>
                  <a:pt x="2295" y="164311"/>
                </a:lnTo>
                <a:cubicBezTo>
                  <a:pt x="-734" y="169530"/>
                  <a:pt x="-771" y="176030"/>
                  <a:pt x="2222" y="181297"/>
                </a:cubicBezTo>
                <a:cubicBezTo>
                  <a:pt x="5214" y="186564"/>
                  <a:pt x="10834" y="189790"/>
                  <a:pt x="16928" y="189790"/>
                </a:cubicBezTo>
                <a:lnTo>
                  <a:pt x="199902" y="189790"/>
                </a:lnTo>
                <a:cubicBezTo>
                  <a:pt x="205959" y="189790"/>
                  <a:pt x="211543" y="186517"/>
                  <a:pt x="214609" y="181297"/>
                </a:cubicBezTo>
                <a:cubicBezTo>
                  <a:pt x="217637" y="176078"/>
                  <a:pt x="217564" y="169578"/>
                  <a:pt x="214499" y="164311"/>
                </a:cubicBezTo>
                <a:lnTo>
                  <a:pt x="214536" y="164311"/>
                </a:lnTo>
                <a:close/>
                <a:moveTo>
                  <a:pt x="120713" y="54849"/>
                </a:moveTo>
                <a:lnTo>
                  <a:pt x="117283" y="128630"/>
                </a:lnTo>
                <a:lnTo>
                  <a:pt x="99876" y="128630"/>
                </a:lnTo>
                <a:lnTo>
                  <a:pt x="96153" y="54849"/>
                </a:lnTo>
                <a:lnTo>
                  <a:pt x="120713" y="54849"/>
                </a:lnTo>
                <a:close/>
                <a:moveTo>
                  <a:pt x="108378" y="169625"/>
                </a:moveTo>
                <a:cubicBezTo>
                  <a:pt x="100605" y="169625"/>
                  <a:pt x="94730" y="163931"/>
                  <a:pt x="94730" y="156150"/>
                </a:cubicBezTo>
                <a:cubicBezTo>
                  <a:pt x="94730" y="148369"/>
                  <a:pt x="100533" y="142485"/>
                  <a:pt x="108378" y="142485"/>
                </a:cubicBezTo>
                <a:cubicBezTo>
                  <a:pt x="116188" y="142485"/>
                  <a:pt x="122173" y="148179"/>
                  <a:pt x="122173" y="156150"/>
                </a:cubicBezTo>
                <a:cubicBezTo>
                  <a:pt x="122173" y="164121"/>
                  <a:pt x="116334" y="169625"/>
                  <a:pt x="108378" y="169625"/>
                </a:cubicBezTo>
                <a:close/>
              </a:path>
            </a:pathLst>
          </a:custGeom>
          <a:solidFill>
            <a:srgbClr val="007B85"/>
          </a:solidFill>
          <a:ln w="3646" cap="flat">
            <a:noFill/>
            <a:prstDash val="solid"/>
            <a:miter/>
          </a:ln>
        </p:spPr>
        <p:txBody>
          <a:bodyPr rtlCol="0" anchor="ctr"/>
          <a:lstStyle/>
          <a:p>
            <a:endParaRPr lang="en-GR"/>
          </a:p>
        </p:txBody>
      </p:sp>
      <p:sp>
        <p:nvSpPr>
          <p:cNvPr id="324" name="Freeform 267">
            <a:extLst>
              <a:ext uri="{FF2B5EF4-FFF2-40B4-BE49-F238E27FC236}">
                <a16:creationId xmlns:a16="http://schemas.microsoft.com/office/drawing/2014/main" id="{F739846E-D63D-F7A4-901B-45788CCE7016}"/>
              </a:ext>
            </a:extLst>
          </p:cNvPr>
          <p:cNvSpPr/>
          <p:nvPr/>
        </p:nvSpPr>
        <p:spPr>
          <a:xfrm>
            <a:off x="10577417" y="2197997"/>
            <a:ext cx="174474" cy="174501"/>
          </a:xfrm>
          <a:custGeom>
            <a:avLst/>
            <a:gdLst>
              <a:gd name="connsiteX0" fmla="*/ 190090 w 197059"/>
              <a:gd name="connsiteY0" fmla="*/ 50769 h 197089"/>
              <a:gd name="connsiteX1" fmla="*/ 146299 w 197059"/>
              <a:gd name="connsiteY1" fmla="*/ 6971 h 197089"/>
              <a:gd name="connsiteX2" fmla="*/ 129476 w 197059"/>
              <a:gd name="connsiteY2" fmla="*/ 0 h 197089"/>
              <a:gd name="connsiteX3" fmla="*/ 67584 w 197059"/>
              <a:gd name="connsiteY3" fmla="*/ 0 h 197089"/>
              <a:gd name="connsiteX4" fmla="*/ 50761 w 197059"/>
              <a:gd name="connsiteY4" fmla="*/ 6971 h 197089"/>
              <a:gd name="connsiteX5" fmla="*/ 6970 w 197059"/>
              <a:gd name="connsiteY5" fmla="*/ 50769 h 197089"/>
              <a:gd name="connsiteX6" fmla="*/ 0 w 197059"/>
              <a:gd name="connsiteY6" fmla="*/ 67595 h 197089"/>
              <a:gd name="connsiteX7" fmla="*/ 0 w 197059"/>
              <a:gd name="connsiteY7" fmla="*/ 129495 h 197089"/>
              <a:gd name="connsiteX8" fmla="*/ 6970 w 197059"/>
              <a:gd name="connsiteY8" fmla="*/ 146321 h 197089"/>
              <a:gd name="connsiteX9" fmla="*/ 50761 w 197059"/>
              <a:gd name="connsiteY9" fmla="*/ 190119 h 197089"/>
              <a:gd name="connsiteX10" fmla="*/ 67584 w 197059"/>
              <a:gd name="connsiteY10" fmla="*/ 197090 h 197089"/>
              <a:gd name="connsiteX11" fmla="*/ 129476 w 197059"/>
              <a:gd name="connsiteY11" fmla="*/ 197090 h 197089"/>
              <a:gd name="connsiteX12" fmla="*/ 146299 w 197059"/>
              <a:gd name="connsiteY12" fmla="*/ 190119 h 197089"/>
              <a:gd name="connsiteX13" fmla="*/ 190090 w 197059"/>
              <a:gd name="connsiteY13" fmla="*/ 146321 h 197089"/>
              <a:gd name="connsiteX14" fmla="*/ 197060 w 197059"/>
              <a:gd name="connsiteY14" fmla="*/ 129495 h 197089"/>
              <a:gd name="connsiteX15" fmla="*/ 197060 w 197059"/>
              <a:gd name="connsiteY15" fmla="*/ 67595 h 197089"/>
              <a:gd name="connsiteX16" fmla="*/ 190090 w 197059"/>
              <a:gd name="connsiteY16" fmla="*/ 50769 h 197089"/>
              <a:gd name="connsiteX17" fmla="*/ 110791 w 197059"/>
              <a:gd name="connsiteY17" fmla="*/ 41170 h 197089"/>
              <a:gd name="connsiteX18" fmla="*/ 107361 w 197059"/>
              <a:gd name="connsiteY18" fmla="*/ 114933 h 197089"/>
              <a:gd name="connsiteX19" fmla="*/ 89954 w 197059"/>
              <a:gd name="connsiteY19" fmla="*/ 114933 h 197089"/>
              <a:gd name="connsiteX20" fmla="*/ 86232 w 197059"/>
              <a:gd name="connsiteY20" fmla="*/ 41170 h 197089"/>
              <a:gd name="connsiteX21" fmla="*/ 110791 w 197059"/>
              <a:gd name="connsiteY21" fmla="*/ 41170 h 197089"/>
              <a:gd name="connsiteX22" fmla="*/ 98457 w 197059"/>
              <a:gd name="connsiteY22" fmla="*/ 155956 h 197089"/>
              <a:gd name="connsiteX23" fmla="*/ 84809 w 197059"/>
              <a:gd name="connsiteY23" fmla="*/ 142489 h 197089"/>
              <a:gd name="connsiteX24" fmla="*/ 98457 w 197059"/>
              <a:gd name="connsiteY24" fmla="*/ 128838 h 197089"/>
              <a:gd name="connsiteX25" fmla="*/ 112251 w 197059"/>
              <a:gd name="connsiteY25" fmla="*/ 142489 h 197089"/>
              <a:gd name="connsiteX26" fmla="*/ 98457 w 197059"/>
              <a:gd name="connsiteY26" fmla="*/ 155956 h 197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97059" h="197089">
                <a:moveTo>
                  <a:pt x="190090" y="50769"/>
                </a:moveTo>
                <a:lnTo>
                  <a:pt x="146299" y="6971"/>
                </a:lnTo>
                <a:cubicBezTo>
                  <a:pt x="142467" y="3139"/>
                  <a:pt x="134913" y="0"/>
                  <a:pt x="129476" y="0"/>
                </a:cubicBezTo>
                <a:lnTo>
                  <a:pt x="67584" y="0"/>
                </a:lnTo>
                <a:cubicBezTo>
                  <a:pt x="62147" y="0"/>
                  <a:pt x="54556" y="3175"/>
                  <a:pt x="50761" y="6971"/>
                </a:cubicBezTo>
                <a:lnTo>
                  <a:pt x="6970" y="50769"/>
                </a:lnTo>
                <a:cubicBezTo>
                  <a:pt x="3102" y="54601"/>
                  <a:pt x="0" y="62156"/>
                  <a:pt x="0" y="67595"/>
                </a:cubicBezTo>
                <a:lnTo>
                  <a:pt x="0" y="129495"/>
                </a:lnTo>
                <a:cubicBezTo>
                  <a:pt x="0" y="134934"/>
                  <a:pt x="3175" y="142525"/>
                  <a:pt x="6970" y="146321"/>
                </a:cubicBezTo>
                <a:lnTo>
                  <a:pt x="50761" y="190119"/>
                </a:lnTo>
                <a:cubicBezTo>
                  <a:pt x="54593" y="193951"/>
                  <a:pt x="62147" y="197090"/>
                  <a:pt x="67584" y="197090"/>
                </a:cubicBezTo>
                <a:lnTo>
                  <a:pt x="129476" y="197090"/>
                </a:lnTo>
                <a:cubicBezTo>
                  <a:pt x="134913" y="197090"/>
                  <a:pt x="142504" y="193915"/>
                  <a:pt x="146299" y="190119"/>
                </a:cubicBezTo>
                <a:lnTo>
                  <a:pt x="190090" y="146321"/>
                </a:lnTo>
                <a:cubicBezTo>
                  <a:pt x="193958" y="142489"/>
                  <a:pt x="197060" y="134934"/>
                  <a:pt x="197060" y="129495"/>
                </a:cubicBezTo>
                <a:lnTo>
                  <a:pt x="197060" y="67595"/>
                </a:lnTo>
                <a:cubicBezTo>
                  <a:pt x="197060" y="62156"/>
                  <a:pt x="193885" y="54565"/>
                  <a:pt x="190090" y="50769"/>
                </a:cubicBezTo>
                <a:close/>
                <a:moveTo>
                  <a:pt x="110791" y="41170"/>
                </a:moveTo>
                <a:lnTo>
                  <a:pt x="107361" y="114933"/>
                </a:lnTo>
                <a:lnTo>
                  <a:pt x="89954" y="114933"/>
                </a:lnTo>
                <a:lnTo>
                  <a:pt x="86232" y="41170"/>
                </a:lnTo>
                <a:lnTo>
                  <a:pt x="110791" y="41170"/>
                </a:lnTo>
                <a:close/>
                <a:moveTo>
                  <a:pt x="98457" y="155956"/>
                </a:moveTo>
                <a:cubicBezTo>
                  <a:pt x="90684" y="155956"/>
                  <a:pt x="84809" y="150263"/>
                  <a:pt x="84809" y="142489"/>
                </a:cubicBezTo>
                <a:cubicBezTo>
                  <a:pt x="84809" y="134715"/>
                  <a:pt x="90611" y="128838"/>
                  <a:pt x="98457" y="128838"/>
                </a:cubicBezTo>
                <a:cubicBezTo>
                  <a:pt x="106303" y="128838"/>
                  <a:pt x="112251" y="134532"/>
                  <a:pt x="112251" y="142489"/>
                </a:cubicBezTo>
                <a:cubicBezTo>
                  <a:pt x="112251" y="150445"/>
                  <a:pt x="106412" y="155956"/>
                  <a:pt x="98457" y="155956"/>
                </a:cubicBezTo>
                <a:close/>
              </a:path>
            </a:pathLst>
          </a:custGeom>
          <a:solidFill>
            <a:srgbClr val="007B85"/>
          </a:solidFill>
          <a:ln w="3646" cap="flat">
            <a:noFill/>
            <a:prstDash val="solid"/>
            <a:miter/>
          </a:ln>
        </p:spPr>
        <p:txBody>
          <a:bodyPr rtlCol="0" anchor="ctr"/>
          <a:lstStyle/>
          <a:p>
            <a:endParaRPr lang="en-GR"/>
          </a:p>
        </p:txBody>
      </p:sp>
      <p:sp>
        <p:nvSpPr>
          <p:cNvPr id="325" name="Freeform 268">
            <a:extLst>
              <a:ext uri="{FF2B5EF4-FFF2-40B4-BE49-F238E27FC236}">
                <a16:creationId xmlns:a16="http://schemas.microsoft.com/office/drawing/2014/main" id="{7800170B-A32B-3314-52C8-F29A6A613F7B}"/>
              </a:ext>
            </a:extLst>
          </p:cNvPr>
          <p:cNvSpPr/>
          <p:nvPr/>
        </p:nvSpPr>
        <p:spPr>
          <a:xfrm>
            <a:off x="10906981" y="2194763"/>
            <a:ext cx="180936" cy="180964"/>
          </a:xfrm>
          <a:custGeom>
            <a:avLst/>
            <a:gdLst>
              <a:gd name="connsiteX0" fmla="*/ 102179 w 204358"/>
              <a:gd name="connsiteY0" fmla="*/ 0 h 204389"/>
              <a:gd name="connsiteX1" fmla="*/ 0 w 204358"/>
              <a:gd name="connsiteY1" fmla="*/ 102195 h 204389"/>
              <a:gd name="connsiteX2" fmla="*/ 102179 w 204358"/>
              <a:gd name="connsiteY2" fmla="*/ 204390 h 204389"/>
              <a:gd name="connsiteX3" fmla="*/ 204358 w 204358"/>
              <a:gd name="connsiteY3" fmla="*/ 102195 h 204389"/>
              <a:gd name="connsiteX4" fmla="*/ 102179 w 204358"/>
              <a:gd name="connsiteY4" fmla="*/ 0 h 204389"/>
              <a:gd name="connsiteX5" fmla="*/ 115061 w 204358"/>
              <a:gd name="connsiteY5" fmla="*/ 168282 h 204389"/>
              <a:gd name="connsiteX6" fmla="*/ 89297 w 204358"/>
              <a:gd name="connsiteY6" fmla="*/ 168282 h 204389"/>
              <a:gd name="connsiteX7" fmla="*/ 89297 w 204358"/>
              <a:gd name="connsiteY7" fmla="*/ 80164 h 204389"/>
              <a:gd name="connsiteX8" fmla="*/ 115061 w 204358"/>
              <a:gd name="connsiteY8" fmla="*/ 80164 h 204389"/>
              <a:gd name="connsiteX9" fmla="*/ 115061 w 204358"/>
              <a:gd name="connsiteY9" fmla="*/ 168282 h 204389"/>
              <a:gd name="connsiteX10" fmla="*/ 102179 w 204358"/>
              <a:gd name="connsiteY10" fmla="*/ 64945 h 204389"/>
              <a:gd name="connsiteX11" fmla="*/ 87254 w 204358"/>
              <a:gd name="connsiteY11" fmla="*/ 50605 h 204389"/>
              <a:gd name="connsiteX12" fmla="*/ 102179 w 204358"/>
              <a:gd name="connsiteY12" fmla="*/ 36057 h 204389"/>
              <a:gd name="connsiteX13" fmla="*/ 117068 w 204358"/>
              <a:gd name="connsiteY13" fmla="*/ 50605 h 204389"/>
              <a:gd name="connsiteX14" fmla="*/ 102179 w 204358"/>
              <a:gd name="connsiteY14" fmla="*/ 64945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4358" h="204389">
                <a:moveTo>
                  <a:pt x="102179" y="0"/>
                </a:moveTo>
                <a:cubicBezTo>
                  <a:pt x="45762" y="0"/>
                  <a:pt x="0" y="45772"/>
                  <a:pt x="0" y="102195"/>
                </a:cubicBezTo>
                <a:cubicBezTo>
                  <a:pt x="0" y="158617"/>
                  <a:pt x="45762" y="204390"/>
                  <a:pt x="102179" y="204390"/>
                </a:cubicBezTo>
                <a:cubicBezTo>
                  <a:pt x="158597" y="204390"/>
                  <a:pt x="204358" y="158617"/>
                  <a:pt x="204358" y="102195"/>
                </a:cubicBezTo>
                <a:cubicBezTo>
                  <a:pt x="204358" y="45772"/>
                  <a:pt x="158597" y="0"/>
                  <a:pt x="102179" y="0"/>
                </a:cubicBezTo>
                <a:close/>
                <a:moveTo>
                  <a:pt x="115061" y="168282"/>
                </a:moveTo>
                <a:lnTo>
                  <a:pt x="89297" y="168282"/>
                </a:lnTo>
                <a:lnTo>
                  <a:pt x="89297" y="80164"/>
                </a:lnTo>
                <a:lnTo>
                  <a:pt x="115061" y="80164"/>
                </a:lnTo>
                <a:lnTo>
                  <a:pt x="115061" y="168282"/>
                </a:lnTo>
                <a:close/>
                <a:moveTo>
                  <a:pt x="102179" y="64945"/>
                </a:moveTo>
                <a:cubicBezTo>
                  <a:pt x="93822" y="64945"/>
                  <a:pt x="87254" y="58762"/>
                  <a:pt x="87254" y="50605"/>
                </a:cubicBezTo>
                <a:cubicBezTo>
                  <a:pt x="87254" y="42447"/>
                  <a:pt x="93822" y="36057"/>
                  <a:pt x="102179" y="36057"/>
                </a:cubicBezTo>
                <a:cubicBezTo>
                  <a:pt x="110536" y="36057"/>
                  <a:pt x="117068" y="42239"/>
                  <a:pt x="117068" y="50605"/>
                </a:cubicBezTo>
                <a:cubicBezTo>
                  <a:pt x="117068" y="58970"/>
                  <a:pt x="110536" y="64945"/>
                  <a:pt x="102179" y="64945"/>
                </a:cubicBezTo>
                <a:close/>
              </a:path>
            </a:pathLst>
          </a:custGeom>
          <a:solidFill>
            <a:srgbClr val="007B85"/>
          </a:solidFill>
          <a:ln w="3646" cap="flat">
            <a:noFill/>
            <a:prstDash val="solid"/>
            <a:miter/>
          </a:ln>
        </p:spPr>
        <p:txBody>
          <a:bodyPr rtlCol="0" anchor="ctr"/>
          <a:lstStyle/>
          <a:p>
            <a:endParaRPr lang="en-GR"/>
          </a:p>
        </p:txBody>
      </p:sp>
      <p:sp>
        <p:nvSpPr>
          <p:cNvPr id="326" name="Freeform 269">
            <a:extLst>
              <a:ext uri="{FF2B5EF4-FFF2-40B4-BE49-F238E27FC236}">
                <a16:creationId xmlns:a16="http://schemas.microsoft.com/office/drawing/2014/main" id="{F21708AF-46A8-87E4-3160-507C9DF22D71}"/>
              </a:ext>
            </a:extLst>
          </p:cNvPr>
          <p:cNvSpPr/>
          <p:nvPr/>
        </p:nvSpPr>
        <p:spPr>
          <a:xfrm>
            <a:off x="5569347" y="2543766"/>
            <a:ext cx="206784" cy="148442"/>
          </a:xfrm>
          <a:custGeom>
            <a:avLst/>
            <a:gdLst>
              <a:gd name="connsiteX0" fmla="*/ 225731 w 233551"/>
              <a:gd name="connsiteY0" fmla="*/ 32249 h 167657"/>
              <a:gd name="connsiteX1" fmla="*/ 116768 w 233551"/>
              <a:gd name="connsiteY1" fmla="*/ 22136 h 167657"/>
              <a:gd name="connsiteX2" fmla="*/ 7808 w 233551"/>
              <a:gd name="connsiteY2" fmla="*/ 32249 h 167657"/>
              <a:gd name="connsiteX3" fmla="*/ 1087 w 233551"/>
              <a:gd name="connsiteY3" fmla="*/ 72649 h 167657"/>
              <a:gd name="connsiteX4" fmla="*/ 32065 w 233551"/>
              <a:gd name="connsiteY4" fmla="*/ 47042 h 167657"/>
              <a:gd name="connsiteX5" fmla="*/ 42473 w 233551"/>
              <a:gd name="connsiteY5" fmla="*/ 47334 h 167657"/>
              <a:gd name="connsiteX6" fmla="*/ 102799 w 233551"/>
              <a:gd name="connsiteY6" fmla="*/ 103110 h 167657"/>
              <a:gd name="connsiteX7" fmla="*/ 131150 w 233551"/>
              <a:gd name="connsiteY7" fmla="*/ 70018 h 167657"/>
              <a:gd name="connsiteX8" fmla="*/ 137229 w 233551"/>
              <a:gd name="connsiteY8" fmla="*/ 67273 h 167657"/>
              <a:gd name="connsiteX9" fmla="*/ 189662 w 233551"/>
              <a:gd name="connsiteY9" fmla="*/ 67857 h 167657"/>
              <a:gd name="connsiteX10" fmla="*/ 189487 w 233551"/>
              <a:gd name="connsiteY10" fmla="*/ 83642 h 167657"/>
              <a:gd name="connsiteX11" fmla="*/ 140736 w 233551"/>
              <a:gd name="connsiteY11" fmla="*/ 83117 h 167657"/>
              <a:gd name="connsiteX12" fmla="*/ 109462 w 233551"/>
              <a:gd name="connsiteY12" fmla="*/ 119659 h 167657"/>
              <a:gd name="connsiteX13" fmla="*/ 103908 w 233551"/>
              <a:gd name="connsiteY13" fmla="*/ 122403 h 167657"/>
              <a:gd name="connsiteX14" fmla="*/ 103441 w 233551"/>
              <a:gd name="connsiteY14" fmla="*/ 122403 h 167657"/>
              <a:gd name="connsiteX15" fmla="*/ 98062 w 233551"/>
              <a:gd name="connsiteY15" fmla="*/ 120301 h 167657"/>
              <a:gd name="connsiteX16" fmla="*/ 36802 w 233551"/>
              <a:gd name="connsiteY16" fmla="*/ 63645 h 167657"/>
              <a:gd name="connsiteX17" fmla="*/ 6462 w 233551"/>
              <a:gd name="connsiteY17" fmla="*/ 88730 h 167657"/>
              <a:gd name="connsiteX18" fmla="*/ 116593 w 233551"/>
              <a:gd name="connsiteY18" fmla="*/ 167657 h 167657"/>
              <a:gd name="connsiteX19" fmla="*/ 116943 w 233551"/>
              <a:gd name="connsiteY19" fmla="*/ 167657 h 167657"/>
              <a:gd name="connsiteX20" fmla="*/ 225731 w 233551"/>
              <a:gd name="connsiteY20" fmla="*/ 32308 h 167657"/>
              <a:gd name="connsiteX21" fmla="*/ 225731 w 233551"/>
              <a:gd name="connsiteY21" fmla="*/ 32249 h 167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33551" h="167657">
                <a:moveTo>
                  <a:pt x="225731" y="32249"/>
                </a:moveTo>
                <a:cubicBezTo>
                  <a:pt x="209653" y="2843"/>
                  <a:pt x="163592" y="-17680"/>
                  <a:pt x="116768" y="22136"/>
                </a:cubicBezTo>
                <a:cubicBezTo>
                  <a:pt x="69886" y="-17738"/>
                  <a:pt x="23883" y="2843"/>
                  <a:pt x="7808" y="32249"/>
                </a:cubicBezTo>
                <a:cubicBezTo>
                  <a:pt x="265" y="46049"/>
                  <a:pt x="-1428" y="59670"/>
                  <a:pt x="1087" y="72649"/>
                </a:cubicBezTo>
                <a:lnTo>
                  <a:pt x="32065" y="47042"/>
                </a:lnTo>
                <a:cubicBezTo>
                  <a:pt x="35105" y="44527"/>
                  <a:pt x="39550" y="44644"/>
                  <a:pt x="42473" y="47334"/>
                </a:cubicBezTo>
                <a:lnTo>
                  <a:pt x="102799" y="103110"/>
                </a:lnTo>
                <a:lnTo>
                  <a:pt x="131150" y="70018"/>
                </a:lnTo>
                <a:cubicBezTo>
                  <a:pt x="132668" y="68266"/>
                  <a:pt x="134715" y="67273"/>
                  <a:pt x="137229" y="67273"/>
                </a:cubicBezTo>
                <a:lnTo>
                  <a:pt x="189662" y="67857"/>
                </a:lnTo>
                <a:lnTo>
                  <a:pt x="189487" y="83642"/>
                </a:lnTo>
                <a:lnTo>
                  <a:pt x="140736" y="83117"/>
                </a:lnTo>
                <a:lnTo>
                  <a:pt x="109462" y="119659"/>
                </a:lnTo>
                <a:cubicBezTo>
                  <a:pt x="108057" y="121294"/>
                  <a:pt x="106072" y="122287"/>
                  <a:pt x="103908" y="122403"/>
                </a:cubicBezTo>
                <a:cubicBezTo>
                  <a:pt x="103733" y="122403"/>
                  <a:pt x="103616" y="122403"/>
                  <a:pt x="103441" y="122403"/>
                </a:cubicBezTo>
                <a:cubicBezTo>
                  <a:pt x="101452" y="122403"/>
                  <a:pt x="99525" y="121644"/>
                  <a:pt x="98062" y="120301"/>
                </a:cubicBezTo>
                <a:lnTo>
                  <a:pt x="36802" y="63645"/>
                </a:lnTo>
                <a:lnTo>
                  <a:pt x="6462" y="88730"/>
                </a:lnTo>
                <a:cubicBezTo>
                  <a:pt x="24876" y="127725"/>
                  <a:pt x="78714" y="158537"/>
                  <a:pt x="116593" y="167657"/>
                </a:cubicBezTo>
                <a:lnTo>
                  <a:pt x="116943" y="167657"/>
                </a:lnTo>
                <a:cubicBezTo>
                  <a:pt x="171832" y="154445"/>
                  <a:pt x="260392" y="95628"/>
                  <a:pt x="225731" y="32308"/>
                </a:cubicBezTo>
                <a:lnTo>
                  <a:pt x="225731" y="32249"/>
                </a:lnTo>
                <a:close/>
              </a:path>
            </a:pathLst>
          </a:custGeom>
          <a:solidFill>
            <a:srgbClr val="007B85"/>
          </a:solidFill>
          <a:ln w="3646" cap="flat">
            <a:noFill/>
            <a:prstDash val="solid"/>
            <a:miter/>
          </a:ln>
        </p:spPr>
        <p:txBody>
          <a:bodyPr rtlCol="0" anchor="ctr"/>
          <a:lstStyle/>
          <a:p>
            <a:endParaRPr lang="en-GR"/>
          </a:p>
        </p:txBody>
      </p:sp>
      <p:grpSp>
        <p:nvGrpSpPr>
          <p:cNvPr id="327" name="Group 326">
            <a:extLst>
              <a:ext uri="{FF2B5EF4-FFF2-40B4-BE49-F238E27FC236}">
                <a16:creationId xmlns:a16="http://schemas.microsoft.com/office/drawing/2014/main" id="{7DF57B80-15DA-8530-8686-724F1FF8E46B}"/>
              </a:ext>
            </a:extLst>
          </p:cNvPr>
          <p:cNvGrpSpPr/>
          <p:nvPr/>
        </p:nvGrpSpPr>
        <p:grpSpPr>
          <a:xfrm>
            <a:off x="5921529" y="2530839"/>
            <a:ext cx="166397" cy="174502"/>
            <a:chOff x="4769371" y="2530839"/>
            <a:chExt cx="166397" cy="174502"/>
          </a:xfrm>
        </p:grpSpPr>
        <p:sp>
          <p:nvSpPr>
            <p:cNvPr id="328" name="Freeform 270">
              <a:extLst>
                <a:ext uri="{FF2B5EF4-FFF2-40B4-BE49-F238E27FC236}">
                  <a16:creationId xmlns:a16="http://schemas.microsoft.com/office/drawing/2014/main" id="{00326774-F327-D984-04D7-87F06BDBAB82}"/>
                </a:ext>
              </a:extLst>
            </p:cNvPr>
            <p:cNvSpPr/>
            <p:nvPr/>
          </p:nvSpPr>
          <p:spPr>
            <a:xfrm>
              <a:off x="4819510" y="2530839"/>
              <a:ext cx="66095" cy="132926"/>
            </a:xfrm>
            <a:custGeom>
              <a:avLst/>
              <a:gdLst>
                <a:gd name="connsiteX0" fmla="*/ 41378 w 74651"/>
                <a:gd name="connsiteY0" fmla="*/ 148124 h 150133"/>
                <a:gd name="connsiteX1" fmla="*/ 33299 w 74651"/>
                <a:gd name="connsiteY1" fmla="*/ 148124 h 150133"/>
                <a:gd name="connsiteX2" fmla="*/ 33251 w 74651"/>
                <a:gd name="connsiteY2" fmla="*/ 148077 h 150133"/>
                <a:gd name="connsiteX3" fmla="*/ 1021 w 74651"/>
                <a:gd name="connsiteY3" fmla="*/ 105359 h 150133"/>
                <a:gd name="connsiteX4" fmla="*/ 5061 w 74651"/>
                <a:gd name="connsiteY4" fmla="*/ 97275 h 150133"/>
                <a:gd name="connsiteX5" fmla="*/ 25591 w 74651"/>
                <a:gd name="connsiteY5" fmla="*/ 97275 h 150133"/>
                <a:gd name="connsiteX6" fmla="*/ 25591 w 74651"/>
                <a:gd name="connsiteY6" fmla="*/ 51174 h 150133"/>
                <a:gd name="connsiteX7" fmla="*/ 25686 w 74651"/>
                <a:gd name="connsiteY7" fmla="*/ 0 h 150133"/>
                <a:gd name="connsiteX8" fmla="*/ 48990 w 74651"/>
                <a:gd name="connsiteY8" fmla="*/ 0 h 150133"/>
                <a:gd name="connsiteX9" fmla="*/ 49085 w 74651"/>
                <a:gd name="connsiteY9" fmla="*/ 97275 h 150133"/>
                <a:gd name="connsiteX10" fmla="*/ 69568 w 74651"/>
                <a:gd name="connsiteY10" fmla="*/ 97275 h 150133"/>
                <a:gd name="connsiteX11" fmla="*/ 73612 w 74651"/>
                <a:gd name="connsiteY11" fmla="*/ 105359 h 150133"/>
                <a:gd name="connsiteX12" fmla="*/ 41378 w 74651"/>
                <a:gd name="connsiteY12" fmla="*/ 148124 h 150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4651" h="150133">
                  <a:moveTo>
                    <a:pt x="41378" y="148124"/>
                  </a:moveTo>
                  <a:cubicBezTo>
                    <a:pt x="39360" y="150803"/>
                    <a:pt x="35320" y="150803"/>
                    <a:pt x="33299" y="148124"/>
                  </a:cubicBezTo>
                  <a:lnTo>
                    <a:pt x="33251" y="148077"/>
                  </a:lnTo>
                  <a:lnTo>
                    <a:pt x="1021" y="105359"/>
                  </a:lnTo>
                  <a:cubicBezTo>
                    <a:pt x="-1472" y="102071"/>
                    <a:pt x="879" y="97275"/>
                    <a:pt x="5061" y="97275"/>
                  </a:cubicBezTo>
                  <a:lnTo>
                    <a:pt x="25591" y="97275"/>
                  </a:lnTo>
                  <a:lnTo>
                    <a:pt x="25591" y="51174"/>
                  </a:lnTo>
                  <a:lnTo>
                    <a:pt x="25686" y="0"/>
                  </a:lnTo>
                  <a:lnTo>
                    <a:pt x="48990" y="0"/>
                  </a:lnTo>
                  <a:lnTo>
                    <a:pt x="49085" y="97275"/>
                  </a:lnTo>
                  <a:lnTo>
                    <a:pt x="69568" y="97275"/>
                  </a:lnTo>
                  <a:cubicBezTo>
                    <a:pt x="73751" y="97275"/>
                    <a:pt x="76148" y="102023"/>
                    <a:pt x="73612" y="105359"/>
                  </a:cubicBezTo>
                  <a:lnTo>
                    <a:pt x="41378" y="148124"/>
                  </a:lnTo>
                  <a:close/>
                </a:path>
              </a:pathLst>
            </a:custGeom>
            <a:solidFill>
              <a:srgbClr val="007B85"/>
            </a:solidFill>
            <a:ln w="3646" cap="flat">
              <a:noFill/>
              <a:prstDash val="solid"/>
              <a:miter/>
            </a:ln>
          </p:spPr>
          <p:txBody>
            <a:bodyPr rtlCol="0" anchor="ctr"/>
            <a:lstStyle/>
            <a:p>
              <a:endParaRPr lang="en-GR"/>
            </a:p>
          </p:txBody>
        </p:sp>
        <p:sp>
          <p:nvSpPr>
            <p:cNvPr id="329" name="Freeform 271">
              <a:extLst>
                <a:ext uri="{FF2B5EF4-FFF2-40B4-BE49-F238E27FC236}">
                  <a16:creationId xmlns:a16="http://schemas.microsoft.com/office/drawing/2014/main" id="{0A9C5CC0-6F1B-C675-B1DD-1B949694B604}"/>
                </a:ext>
              </a:extLst>
            </p:cNvPr>
            <p:cNvSpPr/>
            <p:nvPr/>
          </p:nvSpPr>
          <p:spPr>
            <a:xfrm>
              <a:off x="4769371" y="2653166"/>
              <a:ext cx="166397" cy="52175"/>
            </a:xfrm>
            <a:custGeom>
              <a:avLst/>
              <a:gdLst>
                <a:gd name="connsiteX0" fmla="*/ 135457 w 187936"/>
                <a:gd name="connsiteY0" fmla="*/ 58835 h 58929"/>
                <a:gd name="connsiteX1" fmla="*/ 55443 w 187936"/>
                <a:gd name="connsiteY1" fmla="*/ 58930 h 58929"/>
                <a:gd name="connsiteX2" fmla="*/ 0 w 187936"/>
                <a:gd name="connsiteY2" fmla="*/ 26505 h 58929"/>
                <a:gd name="connsiteX3" fmla="*/ 0 w 187936"/>
                <a:gd name="connsiteY3" fmla="*/ 0 h 58929"/>
                <a:gd name="connsiteX4" fmla="*/ 23257 w 187936"/>
                <a:gd name="connsiteY4" fmla="*/ 0 h 58929"/>
                <a:gd name="connsiteX5" fmla="*/ 23257 w 187936"/>
                <a:gd name="connsiteY5" fmla="*/ 33837 h 58929"/>
                <a:gd name="connsiteX6" fmla="*/ 164680 w 187936"/>
                <a:gd name="connsiteY6" fmla="*/ 33695 h 58929"/>
                <a:gd name="connsiteX7" fmla="*/ 164680 w 187936"/>
                <a:gd name="connsiteY7" fmla="*/ 0 h 58929"/>
                <a:gd name="connsiteX8" fmla="*/ 187937 w 187936"/>
                <a:gd name="connsiteY8" fmla="*/ 0 h 58929"/>
                <a:gd name="connsiteX9" fmla="*/ 187937 w 187936"/>
                <a:gd name="connsiteY9" fmla="*/ 26505 h 58929"/>
                <a:gd name="connsiteX10" fmla="*/ 135457 w 187936"/>
                <a:gd name="connsiteY10" fmla="*/ 58835 h 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7936" h="58929">
                  <a:moveTo>
                    <a:pt x="135457" y="58835"/>
                  </a:moveTo>
                  <a:lnTo>
                    <a:pt x="55443" y="58930"/>
                  </a:lnTo>
                  <a:cubicBezTo>
                    <a:pt x="24760" y="58740"/>
                    <a:pt x="0" y="44316"/>
                    <a:pt x="0" y="26505"/>
                  </a:cubicBezTo>
                  <a:lnTo>
                    <a:pt x="0" y="0"/>
                  </a:lnTo>
                  <a:lnTo>
                    <a:pt x="23257" y="0"/>
                  </a:lnTo>
                  <a:lnTo>
                    <a:pt x="23257" y="33837"/>
                  </a:lnTo>
                  <a:lnTo>
                    <a:pt x="164680" y="33695"/>
                  </a:lnTo>
                  <a:lnTo>
                    <a:pt x="164680" y="0"/>
                  </a:lnTo>
                  <a:lnTo>
                    <a:pt x="187937" y="0"/>
                  </a:lnTo>
                  <a:lnTo>
                    <a:pt x="187937" y="26505"/>
                  </a:lnTo>
                  <a:cubicBezTo>
                    <a:pt x="187937" y="43703"/>
                    <a:pt x="164728" y="57755"/>
                    <a:pt x="135457" y="58835"/>
                  </a:cubicBezTo>
                  <a:close/>
                </a:path>
              </a:pathLst>
            </a:custGeom>
            <a:solidFill>
              <a:srgbClr val="007B85"/>
            </a:solidFill>
            <a:ln w="3646" cap="flat">
              <a:noFill/>
              <a:prstDash val="solid"/>
              <a:miter/>
            </a:ln>
          </p:spPr>
          <p:txBody>
            <a:bodyPr rtlCol="0" anchor="ctr"/>
            <a:lstStyle/>
            <a:p>
              <a:endParaRPr lang="en-GR"/>
            </a:p>
          </p:txBody>
        </p:sp>
      </p:grpSp>
      <p:grpSp>
        <p:nvGrpSpPr>
          <p:cNvPr id="330" name="Group 329">
            <a:extLst>
              <a:ext uri="{FF2B5EF4-FFF2-40B4-BE49-F238E27FC236}">
                <a16:creationId xmlns:a16="http://schemas.microsoft.com/office/drawing/2014/main" id="{1282210D-0395-84CF-2548-0BBAAD735E39}"/>
              </a:ext>
            </a:extLst>
          </p:cNvPr>
          <p:cNvGrpSpPr/>
          <p:nvPr/>
        </p:nvGrpSpPr>
        <p:grpSpPr>
          <a:xfrm>
            <a:off x="6254323" y="2530841"/>
            <a:ext cx="166397" cy="174501"/>
            <a:chOff x="5102165" y="2530839"/>
            <a:chExt cx="166397" cy="174501"/>
          </a:xfrm>
        </p:grpSpPr>
        <p:sp>
          <p:nvSpPr>
            <p:cNvPr id="331" name="Freeform 272">
              <a:extLst>
                <a:ext uri="{FF2B5EF4-FFF2-40B4-BE49-F238E27FC236}">
                  <a16:creationId xmlns:a16="http://schemas.microsoft.com/office/drawing/2014/main" id="{0619323D-9798-9113-9A8B-44F7B8556A1D}"/>
                </a:ext>
              </a:extLst>
            </p:cNvPr>
            <p:cNvSpPr/>
            <p:nvPr/>
          </p:nvSpPr>
          <p:spPr>
            <a:xfrm>
              <a:off x="5152328" y="2572414"/>
              <a:ext cx="66095" cy="132926"/>
            </a:xfrm>
            <a:custGeom>
              <a:avLst/>
              <a:gdLst>
                <a:gd name="connsiteX0" fmla="*/ 33272 w 74651"/>
                <a:gd name="connsiteY0" fmla="*/ 2009 h 150133"/>
                <a:gd name="connsiteX1" fmla="*/ 41351 w 74651"/>
                <a:gd name="connsiteY1" fmla="*/ 2009 h 150133"/>
                <a:gd name="connsiteX2" fmla="*/ 41399 w 74651"/>
                <a:gd name="connsiteY2" fmla="*/ 2057 h 150133"/>
                <a:gd name="connsiteX3" fmla="*/ 73633 w 74651"/>
                <a:gd name="connsiteY3" fmla="*/ 44774 h 150133"/>
                <a:gd name="connsiteX4" fmla="*/ 69589 w 74651"/>
                <a:gd name="connsiteY4" fmla="*/ 52855 h 150133"/>
                <a:gd name="connsiteX5" fmla="*/ 49058 w 74651"/>
                <a:gd name="connsiteY5" fmla="*/ 52855 h 150133"/>
                <a:gd name="connsiteX6" fmla="*/ 49058 w 74651"/>
                <a:gd name="connsiteY6" fmla="*/ 98956 h 150133"/>
                <a:gd name="connsiteX7" fmla="*/ 48964 w 74651"/>
                <a:gd name="connsiteY7" fmla="*/ 150133 h 150133"/>
                <a:gd name="connsiteX8" fmla="*/ 25659 w 74651"/>
                <a:gd name="connsiteY8" fmla="*/ 150133 h 150133"/>
                <a:gd name="connsiteX9" fmla="*/ 25565 w 74651"/>
                <a:gd name="connsiteY9" fmla="*/ 52855 h 150133"/>
                <a:gd name="connsiteX10" fmla="*/ 5081 w 74651"/>
                <a:gd name="connsiteY10" fmla="*/ 52855 h 150133"/>
                <a:gd name="connsiteX11" fmla="*/ 1042 w 74651"/>
                <a:gd name="connsiteY11" fmla="*/ 44774 h 150133"/>
                <a:gd name="connsiteX12" fmla="*/ 33272 w 74651"/>
                <a:gd name="connsiteY12" fmla="*/ 2009 h 150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4651" h="150133">
                  <a:moveTo>
                    <a:pt x="33272" y="2009"/>
                  </a:moveTo>
                  <a:cubicBezTo>
                    <a:pt x="35293" y="-670"/>
                    <a:pt x="39333" y="-670"/>
                    <a:pt x="41351" y="2009"/>
                  </a:cubicBezTo>
                  <a:lnTo>
                    <a:pt x="41399" y="2057"/>
                  </a:lnTo>
                  <a:lnTo>
                    <a:pt x="73633" y="44774"/>
                  </a:lnTo>
                  <a:cubicBezTo>
                    <a:pt x="76121" y="48063"/>
                    <a:pt x="73771" y="52855"/>
                    <a:pt x="69589" y="52855"/>
                  </a:cubicBezTo>
                  <a:lnTo>
                    <a:pt x="49058" y="52855"/>
                  </a:lnTo>
                  <a:lnTo>
                    <a:pt x="49058" y="98956"/>
                  </a:lnTo>
                  <a:lnTo>
                    <a:pt x="48964" y="150133"/>
                  </a:lnTo>
                  <a:lnTo>
                    <a:pt x="25659" y="150133"/>
                  </a:lnTo>
                  <a:lnTo>
                    <a:pt x="25565" y="52855"/>
                  </a:lnTo>
                  <a:lnTo>
                    <a:pt x="5081" y="52855"/>
                  </a:lnTo>
                  <a:cubicBezTo>
                    <a:pt x="899" y="52855"/>
                    <a:pt x="-1498" y="48110"/>
                    <a:pt x="1042" y="44774"/>
                  </a:cubicBezTo>
                  <a:lnTo>
                    <a:pt x="33272" y="2009"/>
                  </a:lnTo>
                  <a:close/>
                </a:path>
              </a:pathLst>
            </a:custGeom>
            <a:solidFill>
              <a:srgbClr val="007B85"/>
            </a:solidFill>
            <a:ln w="3646" cap="flat">
              <a:noFill/>
              <a:prstDash val="solid"/>
              <a:miter/>
            </a:ln>
          </p:spPr>
          <p:txBody>
            <a:bodyPr rtlCol="0" anchor="ctr"/>
            <a:lstStyle/>
            <a:p>
              <a:endParaRPr lang="en-GR"/>
            </a:p>
          </p:txBody>
        </p:sp>
        <p:sp>
          <p:nvSpPr>
            <p:cNvPr id="332" name="Freeform 273">
              <a:extLst>
                <a:ext uri="{FF2B5EF4-FFF2-40B4-BE49-F238E27FC236}">
                  <a16:creationId xmlns:a16="http://schemas.microsoft.com/office/drawing/2014/main" id="{4496AEAF-A597-512E-D9B6-6E61875C7B5F}"/>
                </a:ext>
              </a:extLst>
            </p:cNvPr>
            <p:cNvSpPr/>
            <p:nvPr/>
          </p:nvSpPr>
          <p:spPr>
            <a:xfrm>
              <a:off x="5102165" y="2530839"/>
              <a:ext cx="166397" cy="52175"/>
            </a:xfrm>
            <a:custGeom>
              <a:avLst/>
              <a:gdLst>
                <a:gd name="connsiteX0" fmla="*/ 52480 w 187936"/>
                <a:gd name="connsiteY0" fmla="*/ 95 h 58929"/>
                <a:gd name="connsiteX1" fmla="*/ 132497 w 187936"/>
                <a:gd name="connsiteY1" fmla="*/ 0 h 58929"/>
                <a:gd name="connsiteX2" fmla="*/ 187937 w 187936"/>
                <a:gd name="connsiteY2" fmla="*/ 32425 h 58929"/>
                <a:gd name="connsiteX3" fmla="*/ 187937 w 187936"/>
                <a:gd name="connsiteY3" fmla="*/ 58930 h 58929"/>
                <a:gd name="connsiteX4" fmla="*/ 164680 w 187936"/>
                <a:gd name="connsiteY4" fmla="*/ 58930 h 58929"/>
                <a:gd name="connsiteX5" fmla="*/ 164680 w 187936"/>
                <a:gd name="connsiteY5" fmla="*/ 25092 h 58929"/>
                <a:gd name="connsiteX6" fmla="*/ 23257 w 187936"/>
                <a:gd name="connsiteY6" fmla="*/ 25235 h 58929"/>
                <a:gd name="connsiteX7" fmla="*/ 23257 w 187936"/>
                <a:gd name="connsiteY7" fmla="*/ 58930 h 58929"/>
                <a:gd name="connsiteX8" fmla="*/ 0 w 187936"/>
                <a:gd name="connsiteY8" fmla="*/ 58930 h 58929"/>
                <a:gd name="connsiteX9" fmla="*/ 0 w 187936"/>
                <a:gd name="connsiteY9" fmla="*/ 32425 h 58929"/>
                <a:gd name="connsiteX10" fmla="*/ 52480 w 187936"/>
                <a:gd name="connsiteY10" fmla="*/ 95 h 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7936" h="58929">
                  <a:moveTo>
                    <a:pt x="52480" y="95"/>
                  </a:moveTo>
                  <a:lnTo>
                    <a:pt x="132497" y="0"/>
                  </a:lnTo>
                  <a:cubicBezTo>
                    <a:pt x="163177" y="190"/>
                    <a:pt x="187937" y="14614"/>
                    <a:pt x="187937" y="32425"/>
                  </a:cubicBezTo>
                  <a:lnTo>
                    <a:pt x="187937" y="58930"/>
                  </a:lnTo>
                  <a:lnTo>
                    <a:pt x="164680" y="58930"/>
                  </a:lnTo>
                  <a:lnTo>
                    <a:pt x="164680" y="25092"/>
                  </a:lnTo>
                  <a:lnTo>
                    <a:pt x="23257" y="25235"/>
                  </a:lnTo>
                  <a:lnTo>
                    <a:pt x="23257" y="58930"/>
                  </a:lnTo>
                  <a:lnTo>
                    <a:pt x="0" y="58930"/>
                  </a:lnTo>
                  <a:lnTo>
                    <a:pt x="0" y="32425"/>
                  </a:lnTo>
                  <a:cubicBezTo>
                    <a:pt x="0" y="15227"/>
                    <a:pt x="23209" y="1175"/>
                    <a:pt x="52480" y="95"/>
                  </a:cubicBezTo>
                  <a:close/>
                </a:path>
              </a:pathLst>
            </a:custGeom>
            <a:solidFill>
              <a:srgbClr val="007B85"/>
            </a:solidFill>
            <a:ln w="3646" cap="flat">
              <a:noFill/>
              <a:prstDash val="solid"/>
              <a:miter/>
            </a:ln>
          </p:spPr>
          <p:txBody>
            <a:bodyPr rtlCol="0" anchor="ctr"/>
            <a:lstStyle/>
            <a:p>
              <a:endParaRPr lang="en-GR"/>
            </a:p>
          </p:txBody>
        </p:sp>
      </p:grpSp>
      <p:sp>
        <p:nvSpPr>
          <p:cNvPr id="333" name="Freeform 274">
            <a:extLst>
              <a:ext uri="{FF2B5EF4-FFF2-40B4-BE49-F238E27FC236}">
                <a16:creationId xmlns:a16="http://schemas.microsoft.com/office/drawing/2014/main" id="{3C98DF36-5B51-3227-E8F7-D0C939425E6B}"/>
              </a:ext>
            </a:extLst>
          </p:cNvPr>
          <p:cNvSpPr/>
          <p:nvPr/>
        </p:nvSpPr>
        <p:spPr>
          <a:xfrm>
            <a:off x="6580655" y="2527610"/>
            <a:ext cx="180951" cy="180965"/>
          </a:xfrm>
          <a:custGeom>
            <a:avLst/>
            <a:gdLst>
              <a:gd name="connsiteX0" fmla="*/ 113306 w 204374"/>
              <a:gd name="connsiteY0" fmla="*/ 7041 h 204390"/>
              <a:gd name="connsiteX1" fmla="*/ 91013 w 204374"/>
              <a:gd name="connsiteY1" fmla="*/ 7041 h 204390"/>
              <a:gd name="connsiteX2" fmla="*/ 66114 w 204374"/>
              <a:gd name="connsiteY2" fmla="*/ 59868 h 204390"/>
              <a:gd name="connsiteX3" fmla="*/ 10488 w 204374"/>
              <a:gd name="connsiteY3" fmla="*/ 68354 h 204390"/>
              <a:gd name="connsiteX4" fmla="*/ 3584 w 204374"/>
              <a:gd name="connsiteY4" fmla="*/ 90088 h 204390"/>
              <a:gd name="connsiteX5" fmla="*/ 43926 w 204374"/>
              <a:gd name="connsiteY5" fmla="*/ 131255 h 204390"/>
              <a:gd name="connsiteX6" fmla="*/ 34416 w 204374"/>
              <a:gd name="connsiteY6" fmla="*/ 189447 h 204390"/>
              <a:gd name="connsiteX7" fmla="*/ 52513 w 204374"/>
              <a:gd name="connsiteY7" fmla="*/ 202897 h 204390"/>
              <a:gd name="connsiteX8" fmla="*/ 102209 w 204374"/>
              <a:gd name="connsiteY8" fmla="*/ 175538 h 204390"/>
              <a:gd name="connsiteX9" fmla="*/ 151904 w 204374"/>
              <a:gd name="connsiteY9" fmla="*/ 202897 h 204390"/>
              <a:gd name="connsiteX10" fmla="*/ 170005 w 204374"/>
              <a:gd name="connsiteY10" fmla="*/ 189447 h 204390"/>
              <a:gd name="connsiteX11" fmla="*/ 160444 w 204374"/>
              <a:gd name="connsiteY11" fmla="*/ 131255 h 204390"/>
              <a:gd name="connsiteX12" fmla="*/ 200782 w 204374"/>
              <a:gd name="connsiteY12" fmla="*/ 90088 h 204390"/>
              <a:gd name="connsiteX13" fmla="*/ 193882 w 204374"/>
              <a:gd name="connsiteY13" fmla="*/ 68354 h 204390"/>
              <a:gd name="connsiteX14" fmla="*/ 138205 w 204374"/>
              <a:gd name="connsiteY14" fmla="*/ 59868 h 204390"/>
              <a:gd name="connsiteX15" fmla="*/ 113306 w 204374"/>
              <a:gd name="connsiteY15" fmla="*/ 7041 h 204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4374" h="204390">
                <a:moveTo>
                  <a:pt x="113306" y="7041"/>
                </a:moveTo>
                <a:cubicBezTo>
                  <a:pt x="108909" y="-2412"/>
                  <a:pt x="95458" y="-2281"/>
                  <a:pt x="91013" y="7041"/>
                </a:cubicBezTo>
                <a:lnTo>
                  <a:pt x="66114" y="59868"/>
                </a:lnTo>
                <a:lnTo>
                  <a:pt x="10488" y="68354"/>
                </a:lnTo>
                <a:cubicBezTo>
                  <a:pt x="394" y="69909"/>
                  <a:pt x="-3445" y="82949"/>
                  <a:pt x="3584" y="90088"/>
                </a:cubicBezTo>
                <a:lnTo>
                  <a:pt x="43926" y="131255"/>
                </a:lnTo>
                <a:lnTo>
                  <a:pt x="34416" y="189447"/>
                </a:lnTo>
                <a:cubicBezTo>
                  <a:pt x="32818" y="199448"/>
                  <a:pt x="43306" y="207839"/>
                  <a:pt x="52513" y="202897"/>
                </a:cubicBezTo>
                <a:lnTo>
                  <a:pt x="102209" y="175538"/>
                </a:lnTo>
                <a:lnTo>
                  <a:pt x="151904" y="202897"/>
                </a:lnTo>
                <a:cubicBezTo>
                  <a:pt x="161097" y="207941"/>
                  <a:pt x="171592" y="199389"/>
                  <a:pt x="170005" y="189447"/>
                </a:cubicBezTo>
                <a:lnTo>
                  <a:pt x="160444" y="131255"/>
                </a:lnTo>
                <a:lnTo>
                  <a:pt x="200782" y="90088"/>
                </a:lnTo>
                <a:cubicBezTo>
                  <a:pt x="207851" y="82913"/>
                  <a:pt x="203932" y="70011"/>
                  <a:pt x="193882" y="68354"/>
                </a:cubicBezTo>
                <a:lnTo>
                  <a:pt x="138205" y="59868"/>
                </a:lnTo>
                <a:lnTo>
                  <a:pt x="113306" y="7041"/>
                </a:lnTo>
                <a:close/>
              </a:path>
            </a:pathLst>
          </a:custGeom>
          <a:solidFill>
            <a:srgbClr val="007B85"/>
          </a:solidFill>
          <a:ln w="3646" cap="flat">
            <a:noFill/>
            <a:prstDash val="solid"/>
            <a:miter/>
          </a:ln>
        </p:spPr>
        <p:txBody>
          <a:bodyPr rtlCol="0" anchor="ctr"/>
          <a:lstStyle/>
          <a:p>
            <a:endParaRPr lang="en-GR"/>
          </a:p>
        </p:txBody>
      </p:sp>
      <p:sp>
        <p:nvSpPr>
          <p:cNvPr id="334" name="Freeform 275">
            <a:extLst>
              <a:ext uri="{FF2B5EF4-FFF2-40B4-BE49-F238E27FC236}">
                <a16:creationId xmlns:a16="http://schemas.microsoft.com/office/drawing/2014/main" id="{14E1D199-E990-4E9E-C44A-1D037C2ACCD2}"/>
              </a:ext>
            </a:extLst>
          </p:cNvPr>
          <p:cNvSpPr/>
          <p:nvPr/>
        </p:nvSpPr>
        <p:spPr>
          <a:xfrm>
            <a:off x="6913449" y="2527609"/>
            <a:ext cx="180928" cy="180962"/>
          </a:xfrm>
          <a:custGeom>
            <a:avLst/>
            <a:gdLst>
              <a:gd name="connsiteX0" fmla="*/ 174415 w 204349"/>
              <a:gd name="connsiteY0" fmla="*/ 29939 h 204387"/>
              <a:gd name="connsiteX1" fmla="*/ 29934 w 204349"/>
              <a:gd name="connsiteY1" fmla="*/ 29939 h 204387"/>
              <a:gd name="connsiteX2" fmla="*/ 29934 w 204349"/>
              <a:gd name="connsiteY2" fmla="*/ 174449 h 204387"/>
              <a:gd name="connsiteX3" fmla="*/ 174415 w 204349"/>
              <a:gd name="connsiteY3" fmla="*/ 174449 h 204387"/>
              <a:gd name="connsiteX4" fmla="*/ 174415 w 204349"/>
              <a:gd name="connsiteY4" fmla="*/ 29939 h 204387"/>
              <a:gd name="connsiteX5" fmla="*/ 149670 w 204349"/>
              <a:gd name="connsiteY5" fmla="*/ 134732 h 204387"/>
              <a:gd name="connsiteX6" fmla="*/ 134708 w 204349"/>
              <a:gd name="connsiteY6" fmla="*/ 149696 h 204387"/>
              <a:gd name="connsiteX7" fmla="*/ 102149 w 204349"/>
              <a:gd name="connsiteY7" fmla="*/ 117133 h 204387"/>
              <a:gd name="connsiteX8" fmla="*/ 69590 w 204349"/>
              <a:gd name="connsiteY8" fmla="*/ 149696 h 204387"/>
              <a:gd name="connsiteX9" fmla="*/ 54632 w 204349"/>
              <a:gd name="connsiteY9" fmla="*/ 134732 h 204387"/>
              <a:gd name="connsiteX10" fmla="*/ 87191 w 204349"/>
              <a:gd name="connsiteY10" fmla="*/ 102168 h 204387"/>
              <a:gd name="connsiteX11" fmla="*/ 54632 w 204349"/>
              <a:gd name="connsiteY11" fmla="*/ 69605 h 204387"/>
              <a:gd name="connsiteX12" fmla="*/ 69590 w 204349"/>
              <a:gd name="connsiteY12" fmla="*/ 54641 h 204387"/>
              <a:gd name="connsiteX13" fmla="*/ 102149 w 204349"/>
              <a:gd name="connsiteY13" fmla="*/ 87204 h 204387"/>
              <a:gd name="connsiteX14" fmla="*/ 134708 w 204349"/>
              <a:gd name="connsiteY14" fmla="*/ 54641 h 204387"/>
              <a:gd name="connsiteX15" fmla="*/ 149670 w 204349"/>
              <a:gd name="connsiteY15" fmla="*/ 69605 h 204387"/>
              <a:gd name="connsiteX16" fmla="*/ 117111 w 204349"/>
              <a:gd name="connsiteY16" fmla="*/ 102168 h 204387"/>
              <a:gd name="connsiteX17" fmla="*/ 149670 w 204349"/>
              <a:gd name="connsiteY17" fmla="*/ 134732 h 204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4349" h="204387">
                <a:moveTo>
                  <a:pt x="174415" y="29939"/>
                </a:moveTo>
                <a:cubicBezTo>
                  <a:pt x="134503" y="-9980"/>
                  <a:pt x="69846" y="-9980"/>
                  <a:pt x="29934" y="29939"/>
                </a:cubicBezTo>
                <a:cubicBezTo>
                  <a:pt x="-9978" y="69857"/>
                  <a:pt x="-9978" y="134531"/>
                  <a:pt x="29934" y="174449"/>
                </a:cubicBezTo>
                <a:cubicBezTo>
                  <a:pt x="69846" y="214367"/>
                  <a:pt x="134503" y="214367"/>
                  <a:pt x="174415" y="174449"/>
                </a:cubicBezTo>
                <a:cubicBezTo>
                  <a:pt x="214327" y="134531"/>
                  <a:pt x="214327" y="69857"/>
                  <a:pt x="174415" y="29939"/>
                </a:cubicBezTo>
                <a:close/>
                <a:moveTo>
                  <a:pt x="149670" y="134732"/>
                </a:moveTo>
                <a:lnTo>
                  <a:pt x="134708" y="149696"/>
                </a:lnTo>
                <a:lnTo>
                  <a:pt x="102149" y="117133"/>
                </a:lnTo>
                <a:lnTo>
                  <a:pt x="69590" y="149696"/>
                </a:lnTo>
                <a:lnTo>
                  <a:pt x="54632" y="134732"/>
                </a:lnTo>
                <a:lnTo>
                  <a:pt x="87191" y="102168"/>
                </a:lnTo>
                <a:lnTo>
                  <a:pt x="54632" y="69605"/>
                </a:lnTo>
                <a:lnTo>
                  <a:pt x="69590" y="54641"/>
                </a:lnTo>
                <a:lnTo>
                  <a:pt x="102149" y="87204"/>
                </a:lnTo>
                <a:lnTo>
                  <a:pt x="134708" y="54641"/>
                </a:lnTo>
                <a:lnTo>
                  <a:pt x="149670" y="69605"/>
                </a:lnTo>
                <a:lnTo>
                  <a:pt x="117111" y="102168"/>
                </a:lnTo>
                <a:lnTo>
                  <a:pt x="149670" y="134732"/>
                </a:lnTo>
                <a:close/>
              </a:path>
            </a:pathLst>
          </a:custGeom>
          <a:solidFill>
            <a:srgbClr val="007B85"/>
          </a:solidFill>
          <a:ln w="3646" cap="flat">
            <a:noFill/>
            <a:prstDash val="solid"/>
            <a:miter/>
          </a:ln>
        </p:spPr>
        <p:txBody>
          <a:bodyPr rtlCol="0" anchor="ctr"/>
          <a:lstStyle/>
          <a:p>
            <a:endParaRPr lang="en-GR"/>
          </a:p>
        </p:txBody>
      </p:sp>
      <p:sp>
        <p:nvSpPr>
          <p:cNvPr id="335" name="Freeform 276">
            <a:extLst>
              <a:ext uri="{FF2B5EF4-FFF2-40B4-BE49-F238E27FC236}">
                <a16:creationId xmlns:a16="http://schemas.microsoft.com/office/drawing/2014/main" id="{2CDB63ED-BC84-A827-0D2B-489B14832EC2}"/>
              </a:ext>
            </a:extLst>
          </p:cNvPr>
          <p:cNvSpPr/>
          <p:nvPr/>
        </p:nvSpPr>
        <p:spPr>
          <a:xfrm>
            <a:off x="7246242" y="2527608"/>
            <a:ext cx="180936" cy="180970"/>
          </a:xfrm>
          <a:custGeom>
            <a:avLst/>
            <a:gdLst>
              <a:gd name="connsiteX0" fmla="*/ 102179 w 204358"/>
              <a:gd name="connsiteY0" fmla="*/ 0 h 204396"/>
              <a:gd name="connsiteX1" fmla="*/ 0 w 204358"/>
              <a:gd name="connsiteY1" fmla="*/ 102198 h 204396"/>
              <a:gd name="connsiteX2" fmla="*/ 102179 w 204358"/>
              <a:gd name="connsiteY2" fmla="*/ 204397 h 204396"/>
              <a:gd name="connsiteX3" fmla="*/ 204358 w 204358"/>
              <a:gd name="connsiteY3" fmla="*/ 102198 h 204396"/>
              <a:gd name="connsiteX4" fmla="*/ 102179 w 204358"/>
              <a:gd name="connsiteY4" fmla="*/ 0 h 204396"/>
              <a:gd name="connsiteX5" fmla="*/ 155856 w 204358"/>
              <a:gd name="connsiteY5" fmla="*/ 112246 h 204396"/>
              <a:gd name="connsiteX6" fmla="*/ 112226 w 204358"/>
              <a:gd name="connsiteY6" fmla="*/ 112246 h 204396"/>
              <a:gd name="connsiteX7" fmla="*/ 112226 w 204358"/>
              <a:gd name="connsiteY7" fmla="*/ 155884 h 204396"/>
              <a:gd name="connsiteX8" fmla="*/ 92184 w 204358"/>
              <a:gd name="connsiteY8" fmla="*/ 155884 h 204396"/>
              <a:gd name="connsiteX9" fmla="*/ 92184 w 204358"/>
              <a:gd name="connsiteY9" fmla="*/ 112246 h 204396"/>
              <a:gd name="connsiteX10" fmla="*/ 48553 w 204358"/>
              <a:gd name="connsiteY10" fmla="*/ 112246 h 204396"/>
              <a:gd name="connsiteX11" fmla="*/ 48553 w 204358"/>
              <a:gd name="connsiteY11" fmla="*/ 92202 h 204396"/>
              <a:gd name="connsiteX12" fmla="*/ 92184 w 204358"/>
              <a:gd name="connsiteY12" fmla="*/ 92202 h 204396"/>
              <a:gd name="connsiteX13" fmla="*/ 92184 w 204358"/>
              <a:gd name="connsiteY13" fmla="*/ 48561 h 204396"/>
              <a:gd name="connsiteX14" fmla="*/ 112226 w 204358"/>
              <a:gd name="connsiteY14" fmla="*/ 48561 h 204396"/>
              <a:gd name="connsiteX15" fmla="*/ 112226 w 204358"/>
              <a:gd name="connsiteY15" fmla="*/ 92202 h 204396"/>
              <a:gd name="connsiteX16" fmla="*/ 155856 w 204358"/>
              <a:gd name="connsiteY16" fmla="*/ 92202 h 204396"/>
              <a:gd name="connsiteX17" fmla="*/ 155856 w 204358"/>
              <a:gd name="connsiteY17" fmla="*/ 112246 h 204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4358" h="204396">
                <a:moveTo>
                  <a:pt x="102179" y="0"/>
                </a:moveTo>
                <a:cubicBezTo>
                  <a:pt x="45711" y="0"/>
                  <a:pt x="0" y="45772"/>
                  <a:pt x="0" y="102198"/>
                </a:cubicBezTo>
                <a:cubicBezTo>
                  <a:pt x="0" y="158625"/>
                  <a:pt x="45762" y="204397"/>
                  <a:pt x="102179" y="204397"/>
                </a:cubicBezTo>
                <a:cubicBezTo>
                  <a:pt x="158597" y="204397"/>
                  <a:pt x="204358" y="158625"/>
                  <a:pt x="204358" y="102198"/>
                </a:cubicBezTo>
                <a:cubicBezTo>
                  <a:pt x="204358" y="45772"/>
                  <a:pt x="158597" y="0"/>
                  <a:pt x="102179" y="0"/>
                </a:cubicBezTo>
                <a:close/>
                <a:moveTo>
                  <a:pt x="155856" y="112246"/>
                </a:moveTo>
                <a:lnTo>
                  <a:pt x="112226" y="112246"/>
                </a:lnTo>
                <a:lnTo>
                  <a:pt x="112226" y="155884"/>
                </a:lnTo>
                <a:lnTo>
                  <a:pt x="92184" y="155884"/>
                </a:lnTo>
                <a:lnTo>
                  <a:pt x="92184" y="112246"/>
                </a:lnTo>
                <a:lnTo>
                  <a:pt x="48553" y="112246"/>
                </a:lnTo>
                <a:lnTo>
                  <a:pt x="48553" y="92202"/>
                </a:lnTo>
                <a:lnTo>
                  <a:pt x="92184" y="92202"/>
                </a:lnTo>
                <a:lnTo>
                  <a:pt x="92184" y="48561"/>
                </a:lnTo>
                <a:lnTo>
                  <a:pt x="112226" y="48561"/>
                </a:lnTo>
                <a:lnTo>
                  <a:pt x="112226" y="92202"/>
                </a:lnTo>
                <a:lnTo>
                  <a:pt x="155856" y="92202"/>
                </a:lnTo>
                <a:lnTo>
                  <a:pt x="155856" y="112246"/>
                </a:lnTo>
                <a:close/>
              </a:path>
            </a:pathLst>
          </a:custGeom>
          <a:solidFill>
            <a:srgbClr val="007B85"/>
          </a:solidFill>
          <a:ln w="3646" cap="flat">
            <a:noFill/>
            <a:prstDash val="solid"/>
            <a:miter/>
          </a:ln>
        </p:spPr>
        <p:txBody>
          <a:bodyPr rtlCol="0" anchor="ctr"/>
          <a:lstStyle/>
          <a:p>
            <a:endParaRPr lang="en-GR"/>
          </a:p>
        </p:txBody>
      </p:sp>
      <p:grpSp>
        <p:nvGrpSpPr>
          <p:cNvPr id="336" name="Group 335">
            <a:extLst>
              <a:ext uri="{FF2B5EF4-FFF2-40B4-BE49-F238E27FC236}">
                <a16:creationId xmlns:a16="http://schemas.microsoft.com/office/drawing/2014/main" id="{9E8F0C92-7A84-C2B2-1B0C-015C5FA93B2A}"/>
              </a:ext>
            </a:extLst>
          </p:cNvPr>
          <p:cNvGrpSpPr/>
          <p:nvPr/>
        </p:nvGrpSpPr>
        <p:grpSpPr>
          <a:xfrm>
            <a:off x="7566113" y="2550228"/>
            <a:ext cx="206784" cy="134192"/>
            <a:chOff x="6413957" y="2550228"/>
            <a:chExt cx="206784" cy="134192"/>
          </a:xfrm>
        </p:grpSpPr>
        <p:sp>
          <p:nvSpPr>
            <p:cNvPr id="337" name="Freeform 277">
              <a:extLst>
                <a:ext uri="{FF2B5EF4-FFF2-40B4-BE49-F238E27FC236}">
                  <a16:creationId xmlns:a16="http://schemas.microsoft.com/office/drawing/2014/main" id="{F7ED902B-24A6-3226-F6A5-BF9C0FD7E3AB}"/>
                </a:ext>
              </a:extLst>
            </p:cNvPr>
            <p:cNvSpPr/>
            <p:nvPr/>
          </p:nvSpPr>
          <p:spPr>
            <a:xfrm>
              <a:off x="6425778" y="2550228"/>
              <a:ext cx="154626" cy="46003"/>
            </a:xfrm>
            <a:custGeom>
              <a:avLst/>
              <a:gdLst>
                <a:gd name="connsiteX0" fmla="*/ 174643 w 174642"/>
                <a:gd name="connsiteY0" fmla="*/ 9329 h 51958"/>
                <a:gd name="connsiteX1" fmla="*/ 138369 w 174642"/>
                <a:gd name="connsiteY1" fmla="*/ 0 h 51958"/>
                <a:gd name="connsiteX2" fmla="*/ 33621 w 174642"/>
                <a:gd name="connsiteY2" fmla="*/ 95 h 51958"/>
                <a:gd name="connsiteX3" fmla="*/ 0 w 174642"/>
                <a:gd name="connsiteY3" fmla="*/ 9329 h 51958"/>
                <a:gd name="connsiteX4" fmla="*/ 87798 w 174642"/>
                <a:gd name="connsiteY4" fmla="*/ 51959 h 51958"/>
                <a:gd name="connsiteX5" fmla="*/ 174595 w 174642"/>
                <a:gd name="connsiteY5" fmla="*/ 9376 h 51958"/>
                <a:gd name="connsiteX6" fmla="*/ 174643 w 174642"/>
                <a:gd name="connsiteY6" fmla="*/ 9329 h 51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642" h="51958">
                  <a:moveTo>
                    <a:pt x="174643" y="9329"/>
                  </a:moveTo>
                  <a:cubicBezTo>
                    <a:pt x="165600" y="3694"/>
                    <a:pt x="152718" y="95"/>
                    <a:pt x="138369" y="0"/>
                  </a:cubicBezTo>
                  <a:lnTo>
                    <a:pt x="33621" y="95"/>
                  </a:lnTo>
                  <a:cubicBezTo>
                    <a:pt x="20363" y="569"/>
                    <a:pt x="8525" y="4026"/>
                    <a:pt x="0" y="9329"/>
                  </a:cubicBezTo>
                  <a:lnTo>
                    <a:pt x="87798" y="51959"/>
                  </a:lnTo>
                  <a:lnTo>
                    <a:pt x="174595" y="9376"/>
                  </a:lnTo>
                  <a:lnTo>
                    <a:pt x="174643" y="9329"/>
                  </a:lnTo>
                  <a:close/>
                </a:path>
              </a:pathLst>
            </a:custGeom>
            <a:solidFill>
              <a:srgbClr val="007B85"/>
            </a:solidFill>
            <a:ln w="3646" cap="flat">
              <a:noFill/>
              <a:prstDash val="solid"/>
              <a:miter/>
            </a:ln>
          </p:spPr>
          <p:txBody>
            <a:bodyPr rtlCol="0" anchor="ctr"/>
            <a:lstStyle/>
            <a:p>
              <a:endParaRPr lang="en-GR"/>
            </a:p>
          </p:txBody>
        </p:sp>
        <p:sp>
          <p:nvSpPr>
            <p:cNvPr id="338" name="Freeform 278">
              <a:extLst>
                <a:ext uri="{FF2B5EF4-FFF2-40B4-BE49-F238E27FC236}">
                  <a16:creationId xmlns:a16="http://schemas.microsoft.com/office/drawing/2014/main" id="{800AD43C-4B26-E457-2A17-32CE809E36AC}"/>
                </a:ext>
              </a:extLst>
            </p:cNvPr>
            <p:cNvSpPr/>
            <p:nvPr/>
          </p:nvSpPr>
          <p:spPr>
            <a:xfrm>
              <a:off x="6413957" y="2571657"/>
              <a:ext cx="178358" cy="112091"/>
            </a:xfrm>
            <a:custGeom>
              <a:avLst/>
              <a:gdLst>
                <a:gd name="connsiteX0" fmla="*/ 137614 w 201446"/>
                <a:gd name="connsiteY0" fmla="*/ 85774 h 126601"/>
                <a:gd name="connsiteX1" fmla="*/ 191976 w 201446"/>
                <a:gd name="connsiteY1" fmla="*/ 31403 h 126601"/>
                <a:gd name="connsiteX2" fmla="*/ 201446 w 201446"/>
                <a:gd name="connsiteY2" fmla="*/ 32301 h 126601"/>
                <a:gd name="connsiteX3" fmla="*/ 201446 w 201446"/>
                <a:gd name="connsiteY3" fmla="*/ 4880 h 126601"/>
                <a:gd name="connsiteX4" fmla="*/ 200687 w 201446"/>
                <a:gd name="connsiteY4" fmla="*/ 47 h 126601"/>
                <a:gd name="connsiteX5" fmla="*/ 101293 w 201446"/>
                <a:gd name="connsiteY5" fmla="*/ 48784 h 126601"/>
                <a:gd name="connsiteX6" fmla="*/ 759 w 201446"/>
                <a:gd name="connsiteY6" fmla="*/ 0 h 126601"/>
                <a:gd name="connsiteX7" fmla="*/ 0 w 201446"/>
                <a:gd name="connsiteY7" fmla="*/ 4880 h 126601"/>
                <a:gd name="connsiteX8" fmla="*/ 0 w 201446"/>
                <a:gd name="connsiteY8" fmla="*/ 97523 h 126601"/>
                <a:gd name="connsiteX9" fmla="*/ 49674 w 201446"/>
                <a:gd name="connsiteY9" fmla="*/ 126601 h 126601"/>
                <a:gd name="connsiteX10" fmla="*/ 155984 w 201446"/>
                <a:gd name="connsiteY10" fmla="*/ 126415 h 126601"/>
                <a:gd name="connsiteX11" fmla="*/ 137661 w 201446"/>
                <a:gd name="connsiteY11" fmla="*/ 85822 h 126601"/>
                <a:gd name="connsiteX12" fmla="*/ 137614 w 201446"/>
                <a:gd name="connsiteY12" fmla="*/ 85774 h 126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1446" h="126601">
                  <a:moveTo>
                    <a:pt x="137614" y="85774"/>
                  </a:moveTo>
                  <a:cubicBezTo>
                    <a:pt x="137614" y="55795"/>
                    <a:pt x="161998" y="31403"/>
                    <a:pt x="191976" y="31403"/>
                  </a:cubicBezTo>
                  <a:cubicBezTo>
                    <a:pt x="195195" y="31403"/>
                    <a:pt x="198366" y="31735"/>
                    <a:pt x="201446" y="32301"/>
                  </a:cubicBezTo>
                  <a:lnTo>
                    <a:pt x="201446" y="4880"/>
                  </a:lnTo>
                  <a:cubicBezTo>
                    <a:pt x="201446" y="3223"/>
                    <a:pt x="201162" y="1610"/>
                    <a:pt x="200687" y="47"/>
                  </a:cubicBezTo>
                  <a:lnTo>
                    <a:pt x="101293" y="48784"/>
                  </a:lnTo>
                  <a:lnTo>
                    <a:pt x="759" y="0"/>
                  </a:lnTo>
                  <a:cubicBezTo>
                    <a:pt x="285" y="1562"/>
                    <a:pt x="0" y="3223"/>
                    <a:pt x="0" y="4880"/>
                  </a:cubicBezTo>
                  <a:lnTo>
                    <a:pt x="0" y="97523"/>
                  </a:lnTo>
                  <a:cubicBezTo>
                    <a:pt x="0" y="113484"/>
                    <a:pt x="22209" y="126415"/>
                    <a:pt x="49674" y="126601"/>
                  </a:cubicBezTo>
                  <a:cubicBezTo>
                    <a:pt x="49863" y="126601"/>
                    <a:pt x="155466" y="126463"/>
                    <a:pt x="155984" y="126415"/>
                  </a:cubicBezTo>
                  <a:cubicBezTo>
                    <a:pt x="144762" y="116466"/>
                    <a:pt x="137661" y="101972"/>
                    <a:pt x="137661" y="85822"/>
                  </a:cubicBezTo>
                  <a:lnTo>
                    <a:pt x="137614" y="85774"/>
                  </a:lnTo>
                  <a:close/>
                </a:path>
              </a:pathLst>
            </a:custGeom>
            <a:solidFill>
              <a:srgbClr val="007B85"/>
            </a:solidFill>
            <a:ln w="3646" cap="flat">
              <a:noFill/>
              <a:prstDash val="solid"/>
              <a:miter/>
            </a:ln>
          </p:spPr>
          <p:txBody>
            <a:bodyPr rtlCol="0" anchor="ctr"/>
            <a:lstStyle/>
            <a:p>
              <a:endParaRPr lang="en-GR"/>
            </a:p>
          </p:txBody>
        </p:sp>
        <p:sp>
          <p:nvSpPr>
            <p:cNvPr id="339" name="Freeform 279">
              <a:extLst>
                <a:ext uri="{FF2B5EF4-FFF2-40B4-BE49-F238E27FC236}">
                  <a16:creationId xmlns:a16="http://schemas.microsoft.com/office/drawing/2014/main" id="{8DA51F3D-419D-B18F-EDCF-966A653C186C}"/>
                </a:ext>
              </a:extLst>
            </p:cNvPr>
            <p:cNvSpPr/>
            <p:nvPr/>
          </p:nvSpPr>
          <p:spPr>
            <a:xfrm>
              <a:off x="6547116" y="2610784"/>
              <a:ext cx="73625" cy="73636"/>
            </a:xfrm>
            <a:custGeom>
              <a:avLst/>
              <a:gdLst>
                <a:gd name="connsiteX0" fmla="*/ 0 w 83155"/>
                <a:gd name="connsiteY0" fmla="*/ 41582 h 83168"/>
                <a:gd name="connsiteX1" fmla="*/ 41580 w 83155"/>
                <a:gd name="connsiteY1" fmla="*/ 0 h 83168"/>
                <a:gd name="connsiteX2" fmla="*/ 83156 w 83155"/>
                <a:gd name="connsiteY2" fmla="*/ 41582 h 83168"/>
                <a:gd name="connsiteX3" fmla="*/ 41580 w 83155"/>
                <a:gd name="connsiteY3" fmla="*/ 83168 h 83168"/>
                <a:gd name="connsiteX4" fmla="*/ 0 w 83155"/>
                <a:gd name="connsiteY4" fmla="*/ 41582 h 83168"/>
                <a:gd name="connsiteX5" fmla="*/ 44182 w 83155"/>
                <a:gd name="connsiteY5" fmla="*/ 69339 h 83168"/>
                <a:gd name="connsiteX6" fmla="*/ 63884 w 83155"/>
                <a:gd name="connsiteY6" fmla="*/ 43006 h 83168"/>
                <a:gd name="connsiteX7" fmla="*/ 63884 w 83155"/>
                <a:gd name="connsiteY7" fmla="*/ 42958 h 83168"/>
                <a:gd name="connsiteX8" fmla="*/ 61373 w 83155"/>
                <a:gd name="connsiteY8" fmla="*/ 38031 h 83168"/>
                <a:gd name="connsiteX9" fmla="*/ 50053 w 83155"/>
                <a:gd name="connsiteY9" fmla="*/ 38031 h 83168"/>
                <a:gd name="connsiteX10" fmla="*/ 50196 w 83155"/>
                <a:gd name="connsiteY10" fmla="*/ 12738 h 83168"/>
                <a:gd name="connsiteX11" fmla="*/ 42215 w 83155"/>
                <a:gd name="connsiteY11" fmla="*/ 12785 h 83168"/>
                <a:gd name="connsiteX12" fmla="*/ 33387 w 83155"/>
                <a:gd name="connsiteY12" fmla="*/ 12833 h 83168"/>
                <a:gd name="connsiteX13" fmla="*/ 33245 w 83155"/>
                <a:gd name="connsiteY13" fmla="*/ 38173 h 83168"/>
                <a:gd name="connsiteX14" fmla="*/ 21739 w 83155"/>
                <a:gd name="connsiteY14" fmla="*/ 38173 h 83168"/>
                <a:gd name="connsiteX15" fmla="*/ 19275 w 83155"/>
                <a:gd name="connsiteY15" fmla="*/ 43148 h 83168"/>
                <a:gd name="connsiteX16" fmla="*/ 39211 w 83155"/>
                <a:gd name="connsiteY16" fmla="*/ 69339 h 83168"/>
                <a:gd name="connsiteX17" fmla="*/ 44182 w 83155"/>
                <a:gd name="connsiteY17" fmla="*/ 69339 h 83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155" h="83168">
                  <a:moveTo>
                    <a:pt x="0" y="41582"/>
                  </a:moveTo>
                  <a:cubicBezTo>
                    <a:pt x="0" y="18614"/>
                    <a:pt x="18611" y="0"/>
                    <a:pt x="41580" y="0"/>
                  </a:cubicBezTo>
                  <a:cubicBezTo>
                    <a:pt x="64544" y="0"/>
                    <a:pt x="83156" y="18614"/>
                    <a:pt x="83156" y="41582"/>
                  </a:cubicBezTo>
                  <a:cubicBezTo>
                    <a:pt x="83156" y="64554"/>
                    <a:pt x="64544" y="83168"/>
                    <a:pt x="41580" y="83168"/>
                  </a:cubicBezTo>
                  <a:cubicBezTo>
                    <a:pt x="18611" y="83168"/>
                    <a:pt x="0" y="64554"/>
                    <a:pt x="0" y="41582"/>
                  </a:cubicBezTo>
                  <a:close/>
                  <a:moveTo>
                    <a:pt x="44182" y="69339"/>
                  </a:moveTo>
                  <a:lnTo>
                    <a:pt x="63884" y="43006"/>
                  </a:lnTo>
                  <a:lnTo>
                    <a:pt x="63884" y="42958"/>
                  </a:lnTo>
                  <a:cubicBezTo>
                    <a:pt x="65398" y="40874"/>
                    <a:pt x="63931" y="37984"/>
                    <a:pt x="61373" y="38031"/>
                  </a:cubicBezTo>
                  <a:lnTo>
                    <a:pt x="50053" y="38031"/>
                  </a:lnTo>
                  <a:lnTo>
                    <a:pt x="50196" y="12738"/>
                  </a:lnTo>
                  <a:cubicBezTo>
                    <a:pt x="48619" y="12716"/>
                    <a:pt x="45466" y="12749"/>
                    <a:pt x="42215" y="12785"/>
                  </a:cubicBezTo>
                  <a:cubicBezTo>
                    <a:pt x="38835" y="12822"/>
                    <a:pt x="35339" y="12858"/>
                    <a:pt x="33387" y="12833"/>
                  </a:cubicBezTo>
                  <a:lnTo>
                    <a:pt x="33245" y="38173"/>
                  </a:lnTo>
                  <a:lnTo>
                    <a:pt x="21739" y="38173"/>
                  </a:lnTo>
                  <a:cubicBezTo>
                    <a:pt x="19180" y="38173"/>
                    <a:pt x="17714" y="41111"/>
                    <a:pt x="19275" y="43148"/>
                  </a:cubicBezTo>
                  <a:lnTo>
                    <a:pt x="39211" y="69339"/>
                  </a:lnTo>
                  <a:cubicBezTo>
                    <a:pt x="40488" y="70996"/>
                    <a:pt x="42952" y="70996"/>
                    <a:pt x="44182" y="69339"/>
                  </a:cubicBezTo>
                  <a:close/>
                </a:path>
              </a:pathLst>
            </a:custGeom>
            <a:solidFill>
              <a:srgbClr val="007B85"/>
            </a:solidFill>
            <a:ln w="3646" cap="flat">
              <a:noFill/>
              <a:prstDash val="solid"/>
              <a:miter/>
            </a:ln>
          </p:spPr>
          <p:txBody>
            <a:bodyPr rtlCol="0" anchor="ctr"/>
            <a:lstStyle/>
            <a:p>
              <a:endParaRPr lang="en-GR"/>
            </a:p>
          </p:txBody>
        </p:sp>
      </p:grpSp>
      <p:grpSp>
        <p:nvGrpSpPr>
          <p:cNvPr id="340" name="Group 339">
            <a:extLst>
              <a:ext uri="{FF2B5EF4-FFF2-40B4-BE49-F238E27FC236}">
                <a16:creationId xmlns:a16="http://schemas.microsoft.com/office/drawing/2014/main" id="{FD42E2AE-3F28-0E99-F7EA-DC13CE4C6B5E}"/>
              </a:ext>
            </a:extLst>
          </p:cNvPr>
          <p:cNvGrpSpPr/>
          <p:nvPr/>
        </p:nvGrpSpPr>
        <p:grpSpPr>
          <a:xfrm>
            <a:off x="7924757" y="2527608"/>
            <a:ext cx="152261" cy="180964"/>
            <a:chOff x="6772599" y="2527608"/>
            <a:chExt cx="152261" cy="180964"/>
          </a:xfrm>
        </p:grpSpPr>
        <p:sp>
          <p:nvSpPr>
            <p:cNvPr id="341" name="Freeform 280">
              <a:extLst>
                <a:ext uri="{FF2B5EF4-FFF2-40B4-BE49-F238E27FC236}">
                  <a16:creationId xmlns:a16="http://schemas.microsoft.com/office/drawing/2014/main" id="{85B4988D-311B-300E-3354-1AEE45242E90}"/>
                </a:ext>
              </a:extLst>
            </p:cNvPr>
            <p:cNvSpPr/>
            <p:nvPr/>
          </p:nvSpPr>
          <p:spPr>
            <a:xfrm>
              <a:off x="6838773" y="2596109"/>
              <a:ext cx="55644" cy="16526"/>
            </a:xfrm>
            <a:custGeom>
              <a:avLst/>
              <a:gdLst>
                <a:gd name="connsiteX0" fmla="*/ 57435 w 62847"/>
                <a:gd name="connsiteY0" fmla="*/ 0 h 18665"/>
                <a:gd name="connsiteX1" fmla="*/ 5412 w 62847"/>
                <a:gd name="connsiteY1" fmla="*/ 0 h 18665"/>
                <a:gd name="connsiteX2" fmla="*/ 0 w 62847"/>
                <a:gd name="connsiteY2" fmla="*/ 9333 h 18665"/>
                <a:gd name="connsiteX3" fmla="*/ 5412 w 62847"/>
                <a:gd name="connsiteY3" fmla="*/ 18665 h 18665"/>
                <a:gd name="connsiteX4" fmla="*/ 57435 w 62847"/>
                <a:gd name="connsiteY4" fmla="*/ 18665 h 18665"/>
                <a:gd name="connsiteX5" fmla="*/ 62847 w 62847"/>
                <a:gd name="connsiteY5" fmla="*/ 9333 h 18665"/>
                <a:gd name="connsiteX6" fmla="*/ 57435 w 62847"/>
                <a:gd name="connsiteY6" fmla="*/ 0 h 18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847" h="18665">
                  <a:moveTo>
                    <a:pt x="57435" y="0"/>
                  </a:moveTo>
                  <a:lnTo>
                    <a:pt x="5412" y="0"/>
                  </a:lnTo>
                  <a:cubicBezTo>
                    <a:pt x="2427" y="0"/>
                    <a:pt x="0" y="4201"/>
                    <a:pt x="0" y="9333"/>
                  </a:cubicBezTo>
                  <a:cubicBezTo>
                    <a:pt x="0" y="14468"/>
                    <a:pt x="2427" y="18665"/>
                    <a:pt x="5412" y="18665"/>
                  </a:cubicBezTo>
                  <a:lnTo>
                    <a:pt x="57435" y="18665"/>
                  </a:lnTo>
                  <a:cubicBezTo>
                    <a:pt x="60421" y="18665"/>
                    <a:pt x="62847" y="14468"/>
                    <a:pt x="62847" y="9333"/>
                  </a:cubicBezTo>
                  <a:cubicBezTo>
                    <a:pt x="62847" y="4201"/>
                    <a:pt x="60421" y="0"/>
                    <a:pt x="57435" y="0"/>
                  </a:cubicBezTo>
                  <a:close/>
                </a:path>
              </a:pathLst>
            </a:custGeom>
            <a:solidFill>
              <a:srgbClr val="007B85"/>
            </a:solidFill>
            <a:ln w="3646" cap="flat">
              <a:noFill/>
              <a:prstDash val="solid"/>
              <a:miter/>
            </a:ln>
          </p:spPr>
          <p:txBody>
            <a:bodyPr rtlCol="0" anchor="ctr"/>
            <a:lstStyle/>
            <a:p>
              <a:endParaRPr lang="en-GR"/>
            </a:p>
          </p:txBody>
        </p:sp>
        <p:sp>
          <p:nvSpPr>
            <p:cNvPr id="342" name="Freeform 281">
              <a:extLst>
                <a:ext uri="{FF2B5EF4-FFF2-40B4-BE49-F238E27FC236}">
                  <a16:creationId xmlns:a16="http://schemas.microsoft.com/office/drawing/2014/main" id="{1DA92F03-8935-D841-3954-9B1E034542A5}"/>
                </a:ext>
              </a:extLst>
            </p:cNvPr>
            <p:cNvSpPr/>
            <p:nvPr/>
          </p:nvSpPr>
          <p:spPr>
            <a:xfrm>
              <a:off x="6838773" y="2623791"/>
              <a:ext cx="46348" cy="16528"/>
            </a:xfrm>
            <a:custGeom>
              <a:avLst/>
              <a:gdLst>
                <a:gd name="connsiteX0" fmla="*/ 5412 w 52348"/>
                <a:gd name="connsiteY0" fmla="*/ 0 h 18668"/>
                <a:gd name="connsiteX1" fmla="*/ 46937 w 52348"/>
                <a:gd name="connsiteY1" fmla="*/ 0 h 18668"/>
                <a:gd name="connsiteX2" fmla="*/ 52348 w 52348"/>
                <a:gd name="connsiteY2" fmla="*/ 9333 h 18668"/>
                <a:gd name="connsiteX3" fmla="*/ 46937 w 52348"/>
                <a:gd name="connsiteY3" fmla="*/ 18669 h 18668"/>
                <a:gd name="connsiteX4" fmla="*/ 5412 w 52348"/>
                <a:gd name="connsiteY4" fmla="*/ 18669 h 18668"/>
                <a:gd name="connsiteX5" fmla="*/ 0 w 52348"/>
                <a:gd name="connsiteY5" fmla="*/ 9333 h 18668"/>
                <a:gd name="connsiteX6" fmla="*/ 5412 w 52348"/>
                <a:gd name="connsiteY6" fmla="*/ 0 h 18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48" h="18668">
                  <a:moveTo>
                    <a:pt x="5412" y="0"/>
                  </a:moveTo>
                  <a:lnTo>
                    <a:pt x="46937" y="0"/>
                  </a:lnTo>
                  <a:cubicBezTo>
                    <a:pt x="49922" y="0"/>
                    <a:pt x="52348" y="4153"/>
                    <a:pt x="52348" y="9333"/>
                  </a:cubicBezTo>
                  <a:cubicBezTo>
                    <a:pt x="52348" y="14515"/>
                    <a:pt x="49922" y="18669"/>
                    <a:pt x="46937" y="18669"/>
                  </a:cubicBezTo>
                  <a:lnTo>
                    <a:pt x="5412" y="18669"/>
                  </a:lnTo>
                  <a:cubicBezTo>
                    <a:pt x="2427" y="18669"/>
                    <a:pt x="0" y="14515"/>
                    <a:pt x="0" y="9333"/>
                  </a:cubicBezTo>
                  <a:cubicBezTo>
                    <a:pt x="0" y="4153"/>
                    <a:pt x="2427" y="0"/>
                    <a:pt x="5412" y="0"/>
                  </a:cubicBezTo>
                  <a:close/>
                </a:path>
              </a:pathLst>
            </a:custGeom>
            <a:solidFill>
              <a:srgbClr val="007B85"/>
            </a:solidFill>
            <a:ln w="3646" cap="flat">
              <a:noFill/>
              <a:prstDash val="solid"/>
              <a:miter/>
            </a:ln>
          </p:spPr>
          <p:txBody>
            <a:bodyPr rtlCol="0" anchor="ctr"/>
            <a:lstStyle/>
            <a:p>
              <a:endParaRPr lang="en-GR"/>
            </a:p>
          </p:txBody>
        </p:sp>
        <p:sp>
          <p:nvSpPr>
            <p:cNvPr id="343" name="Freeform 282">
              <a:extLst>
                <a:ext uri="{FF2B5EF4-FFF2-40B4-BE49-F238E27FC236}">
                  <a16:creationId xmlns:a16="http://schemas.microsoft.com/office/drawing/2014/main" id="{42F1162F-2483-9D85-6108-389CE93A1C63}"/>
                </a:ext>
              </a:extLst>
            </p:cNvPr>
            <p:cNvSpPr/>
            <p:nvPr/>
          </p:nvSpPr>
          <p:spPr>
            <a:xfrm>
              <a:off x="6772599" y="2527608"/>
              <a:ext cx="152261" cy="180964"/>
            </a:xfrm>
            <a:custGeom>
              <a:avLst/>
              <a:gdLst>
                <a:gd name="connsiteX0" fmla="*/ 168519 w 171971"/>
                <a:gd name="connsiteY0" fmla="*/ 34483 h 204389"/>
                <a:gd name="connsiteX1" fmla="*/ 137493 w 171971"/>
                <a:gd name="connsiteY1" fmla="*/ 3453 h 204389"/>
                <a:gd name="connsiteX2" fmla="*/ 129191 w 171971"/>
                <a:gd name="connsiteY2" fmla="*/ 0 h 204389"/>
                <a:gd name="connsiteX3" fmla="*/ 74416 w 171971"/>
                <a:gd name="connsiteY3" fmla="*/ 0 h 204389"/>
                <a:gd name="connsiteX4" fmla="*/ 40452 w 171971"/>
                <a:gd name="connsiteY4" fmla="*/ 20391 h 204389"/>
                <a:gd name="connsiteX5" fmla="*/ 40452 w 171971"/>
                <a:gd name="connsiteY5" fmla="*/ 40553 h 204389"/>
                <a:gd name="connsiteX6" fmla="*/ 33964 w 171971"/>
                <a:gd name="connsiteY6" fmla="*/ 40553 h 204389"/>
                <a:gd name="connsiteX7" fmla="*/ 0 w 171971"/>
                <a:gd name="connsiteY7" fmla="*/ 60945 h 204389"/>
                <a:gd name="connsiteX8" fmla="*/ 0 w 171971"/>
                <a:gd name="connsiteY8" fmla="*/ 183998 h 204389"/>
                <a:gd name="connsiteX9" fmla="*/ 33964 w 171971"/>
                <a:gd name="connsiteY9" fmla="*/ 204390 h 204389"/>
                <a:gd name="connsiteX10" fmla="*/ 97603 w 171971"/>
                <a:gd name="connsiteY10" fmla="*/ 204390 h 204389"/>
                <a:gd name="connsiteX11" fmla="*/ 131523 w 171971"/>
                <a:gd name="connsiteY11" fmla="*/ 183998 h 204389"/>
                <a:gd name="connsiteX12" fmla="*/ 131523 w 171971"/>
                <a:gd name="connsiteY12" fmla="*/ 163840 h 204389"/>
                <a:gd name="connsiteX13" fmla="*/ 138008 w 171971"/>
                <a:gd name="connsiteY13" fmla="*/ 163840 h 204389"/>
                <a:gd name="connsiteX14" fmla="*/ 171971 w 171971"/>
                <a:gd name="connsiteY14" fmla="*/ 143445 h 204389"/>
                <a:gd name="connsiteX15" fmla="*/ 171971 w 171971"/>
                <a:gd name="connsiteY15" fmla="*/ 42838 h 204389"/>
                <a:gd name="connsiteX16" fmla="*/ 168519 w 171971"/>
                <a:gd name="connsiteY16" fmla="*/ 34531 h 204389"/>
                <a:gd name="connsiteX17" fmla="*/ 168519 w 171971"/>
                <a:gd name="connsiteY17" fmla="*/ 34483 h 204389"/>
                <a:gd name="connsiteX18" fmla="*/ 21742 w 171971"/>
                <a:gd name="connsiteY18" fmla="*/ 182597 h 204389"/>
                <a:gd name="connsiteX19" fmla="*/ 21742 w 171971"/>
                <a:gd name="connsiteY19" fmla="*/ 62342 h 204389"/>
                <a:gd name="connsiteX20" fmla="*/ 40452 w 171971"/>
                <a:gd name="connsiteY20" fmla="*/ 62342 h 204389"/>
                <a:gd name="connsiteX21" fmla="*/ 40452 w 171971"/>
                <a:gd name="connsiteY21" fmla="*/ 143445 h 204389"/>
                <a:gd name="connsiteX22" fmla="*/ 74416 w 171971"/>
                <a:gd name="connsiteY22" fmla="*/ 163840 h 204389"/>
                <a:gd name="connsiteX23" fmla="*/ 109781 w 171971"/>
                <a:gd name="connsiteY23" fmla="*/ 163840 h 204389"/>
                <a:gd name="connsiteX24" fmla="*/ 109781 w 171971"/>
                <a:gd name="connsiteY24" fmla="*/ 182597 h 204389"/>
                <a:gd name="connsiteX25" fmla="*/ 21742 w 171971"/>
                <a:gd name="connsiteY25" fmla="*/ 182597 h 204389"/>
                <a:gd name="connsiteX26" fmla="*/ 150185 w 171971"/>
                <a:gd name="connsiteY26" fmla="*/ 142047 h 204389"/>
                <a:gd name="connsiteX27" fmla="*/ 62191 w 171971"/>
                <a:gd name="connsiteY27" fmla="*/ 142047 h 204389"/>
                <a:gd name="connsiteX28" fmla="*/ 62191 w 171971"/>
                <a:gd name="connsiteY28" fmla="*/ 21793 h 204389"/>
                <a:gd name="connsiteX29" fmla="*/ 124896 w 171971"/>
                <a:gd name="connsiteY29" fmla="*/ 21793 h 204389"/>
                <a:gd name="connsiteX30" fmla="*/ 150185 w 171971"/>
                <a:gd name="connsiteY30" fmla="*/ 46991 h 204389"/>
                <a:gd name="connsiteX31" fmla="*/ 150185 w 171971"/>
                <a:gd name="connsiteY31" fmla="*/ 142047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1971" h="204389">
                  <a:moveTo>
                    <a:pt x="168519" y="34483"/>
                  </a:moveTo>
                  <a:lnTo>
                    <a:pt x="137493" y="3453"/>
                  </a:lnTo>
                  <a:cubicBezTo>
                    <a:pt x="135300" y="1212"/>
                    <a:pt x="132315" y="0"/>
                    <a:pt x="129191" y="0"/>
                  </a:cubicBezTo>
                  <a:lnTo>
                    <a:pt x="74416" y="0"/>
                  </a:lnTo>
                  <a:cubicBezTo>
                    <a:pt x="62687" y="0"/>
                    <a:pt x="40452" y="4865"/>
                    <a:pt x="40452" y="20391"/>
                  </a:cubicBezTo>
                  <a:lnTo>
                    <a:pt x="40452" y="40553"/>
                  </a:lnTo>
                  <a:lnTo>
                    <a:pt x="33964" y="40553"/>
                  </a:lnTo>
                  <a:cubicBezTo>
                    <a:pt x="22235" y="40553"/>
                    <a:pt x="0" y="45418"/>
                    <a:pt x="0" y="60945"/>
                  </a:cubicBezTo>
                  <a:lnTo>
                    <a:pt x="0" y="183998"/>
                  </a:lnTo>
                  <a:cubicBezTo>
                    <a:pt x="0" y="199539"/>
                    <a:pt x="22235" y="204390"/>
                    <a:pt x="33964" y="204390"/>
                  </a:cubicBezTo>
                  <a:lnTo>
                    <a:pt x="97603" y="204390"/>
                  </a:lnTo>
                  <a:cubicBezTo>
                    <a:pt x="109332" y="204390"/>
                    <a:pt x="131523" y="199517"/>
                    <a:pt x="131523" y="183998"/>
                  </a:cubicBezTo>
                  <a:lnTo>
                    <a:pt x="131523" y="163840"/>
                  </a:lnTo>
                  <a:lnTo>
                    <a:pt x="138008" y="163840"/>
                  </a:lnTo>
                  <a:cubicBezTo>
                    <a:pt x="149736" y="163840"/>
                    <a:pt x="171971" y="158971"/>
                    <a:pt x="171971" y="143445"/>
                  </a:cubicBezTo>
                  <a:lnTo>
                    <a:pt x="171971" y="42838"/>
                  </a:lnTo>
                  <a:cubicBezTo>
                    <a:pt x="171971" y="39710"/>
                    <a:pt x="170760" y="36724"/>
                    <a:pt x="168519" y="34531"/>
                  </a:cubicBezTo>
                  <a:lnTo>
                    <a:pt x="168519" y="34483"/>
                  </a:lnTo>
                  <a:close/>
                  <a:moveTo>
                    <a:pt x="21742" y="182597"/>
                  </a:moveTo>
                  <a:lnTo>
                    <a:pt x="21742" y="62342"/>
                  </a:lnTo>
                  <a:lnTo>
                    <a:pt x="40452" y="62342"/>
                  </a:lnTo>
                  <a:lnTo>
                    <a:pt x="40452" y="143445"/>
                  </a:lnTo>
                  <a:cubicBezTo>
                    <a:pt x="40452" y="158986"/>
                    <a:pt x="62687" y="163840"/>
                    <a:pt x="74416" y="163840"/>
                  </a:cubicBezTo>
                  <a:lnTo>
                    <a:pt x="109781" y="163840"/>
                  </a:lnTo>
                  <a:lnTo>
                    <a:pt x="109781" y="182597"/>
                  </a:lnTo>
                  <a:lnTo>
                    <a:pt x="21742" y="182597"/>
                  </a:lnTo>
                  <a:close/>
                  <a:moveTo>
                    <a:pt x="150185" y="142047"/>
                  </a:moveTo>
                  <a:lnTo>
                    <a:pt x="62191" y="142047"/>
                  </a:lnTo>
                  <a:lnTo>
                    <a:pt x="62191" y="21793"/>
                  </a:lnTo>
                  <a:lnTo>
                    <a:pt x="124896" y="21793"/>
                  </a:lnTo>
                  <a:cubicBezTo>
                    <a:pt x="129049" y="25947"/>
                    <a:pt x="147058" y="43911"/>
                    <a:pt x="150185" y="46991"/>
                  </a:cubicBezTo>
                  <a:lnTo>
                    <a:pt x="150185" y="142047"/>
                  </a:lnTo>
                  <a:close/>
                </a:path>
              </a:pathLst>
            </a:custGeom>
            <a:solidFill>
              <a:srgbClr val="007B85"/>
            </a:solidFill>
            <a:ln w="3646" cap="flat">
              <a:noFill/>
              <a:prstDash val="solid"/>
              <a:miter/>
            </a:ln>
          </p:spPr>
          <p:txBody>
            <a:bodyPr rtlCol="0" anchor="ctr"/>
            <a:lstStyle/>
            <a:p>
              <a:endParaRPr lang="en-GR"/>
            </a:p>
          </p:txBody>
        </p:sp>
      </p:grpSp>
      <p:grpSp>
        <p:nvGrpSpPr>
          <p:cNvPr id="344" name="Group 343">
            <a:extLst>
              <a:ext uri="{FF2B5EF4-FFF2-40B4-BE49-F238E27FC236}">
                <a16:creationId xmlns:a16="http://schemas.microsoft.com/office/drawing/2014/main" id="{258372BF-C851-1E07-6116-D4ED7D34B42C}"/>
              </a:ext>
            </a:extLst>
          </p:cNvPr>
          <p:cNvGrpSpPr/>
          <p:nvPr/>
        </p:nvGrpSpPr>
        <p:grpSpPr>
          <a:xfrm>
            <a:off x="8264013" y="2527608"/>
            <a:ext cx="144523" cy="180964"/>
            <a:chOff x="7111855" y="2527608"/>
            <a:chExt cx="144523" cy="180964"/>
          </a:xfrm>
        </p:grpSpPr>
        <p:sp>
          <p:nvSpPr>
            <p:cNvPr id="345" name="Freeform 283">
              <a:extLst>
                <a:ext uri="{FF2B5EF4-FFF2-40B4-BE49-F238E27FC236}">
                  <a16:creationId xmlns:a16="http://schemas.microsoft.com/office/drawing/2014/main" id="{82B2EF1E-853D-048A-A7BF-72662DF4118F}"/>
                </a:ext>
              </a:extLst>
            </p:cNvPr>
            <p:cNvSpPr/>
            <p:nvPr/>
          </p:nvSpPr>
          <p:spPr>
            <a:xfrm>
              <a:off x="7152314" y="2577296"/>
              <a:ext cx="63676" cy="18099"/>
            </a:xfrm>
            <a:custGeom>
              <a:avLst/>
              <a:gdLst>
                <a:gd name="connsiteX0" fmla="*/ 6120 w 71919"/>
                <a:gd name="connsiteY0" fmla="*/ 20443 h 20442"/>
                <a:gd name="connsiteX1" fmla="*/ 6120 w 71919"/>
                <a:gd name="connsiteY1" fmla="*/ 0 h 20442"/>
                <a:gd name="connsiteX2" fmla="*/ 65789 w 71919"/>
                <a:gd name="connsiteY2" fmla="*/ 0 h 20442"/>
                <a:gd name="connsiteX3" fmla="*/ 65789 w 71919"/>
                <a:gd name="connsiteY3" fmla="*/ 20443 h 20442"/>
                <a:gd name="connsiteX4" fmla="*/ 6120 w 71919"/>
                <a:gd name="connsiteY4" fmla="*/ 20443 h 20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19" h="20442">
                  <a:moveTo>
                    <a:pt x="6120" y="20443"/>
                  </a:moveTo>
                  <a:cubicBezTo>
                    <a:pt x="-2040" y="20443"/>
                    <a:pt x="-2040" y="0"/>
                    <a:pt x="6120" y="0"/>
                  </a:cubicBezTo>
                  <a:lnTo>
                    <a:pt x="65789" y="0"/>
                  </a:lnTo>
                  <a:cubicBezTo>
                    <a:pt x="73963" y="0"/>
                    <a:pt x="73963" y="20443"/>
                    <a:pt x="65789" y="20443"/>
                  </a:cubicBezTo>
                  <a:lnTo>
                    <a:pt x="6120" y="20443"/>
                  </a:lnTo>
                  <a:close/>
                </a:path>
              </a:pathLst>
            </a:custGeom>
            <a:solidFill>
              <a:srgbClr val="007B85"/>
            </a:solidFill>
            <a:ln w="3646" cap="flat">
              <a:noFill/>
              <a:prstDash val="solid"/>
              <a:miter/>
            </a:ln>
          </p:spPr>
          <p:txBody>
            <a:bodyPr rtlCol="0" anchor="ctr"/>
            <a:lstStyle/>
            <a:p>
              <a:endParaRPr lang="en-GR"/>
            </a:p>
          </p:txBody>
        </p:sp>
        <p:sp>
          <p:nvSpPr>
            <p:cNvPr id="346" name="Freeform 284">
              <a:extLst>
                <a:ext uri="{FF2B5EF4-FFF2-40B4-BE49-F238E27FC236}">
                  <a16:creationId xmlns:a16="http://schemas.microsoft.com/office/drawing/2014/main" id="{7809DC5F-19A2-B5D5-E2DE-3C443529278D}"/>
                </a:ext>
              </a:extLst>
            </p:cNvPr>
            <p:cNvSpPr/>
            <p:nvPr/>
          </p:nvSpPr>
          <p:spPr>
            <a:xfrm>
              <a:off x="7152314" y="2607614"/>
              <a:ext cx="63676" cy="18103"/>
            </a:xfrm>
            <a:custGeom>
              <a:avLst/>
              <a:gdLst>
                <a:gd name="connsiteX0" fmla="*/ 65789 w 71919"/>
                <a:gd name="connsiteY0" fmla="*/ 0 h 20446"/>
                <a:gd name="connsiteX1" fmla="*/ 6120 w 71919"/>
                <a:gd name="connsiteY1" fmla="*/ 0 h 20446"/>
                <a:gd name="connsiteX2" fmla="*/ 6120 w 71919"/>
                <a:gd name="connsiteY2" fmla="*/ 20446 h 20446"/>
                <a:gd name="connsiteX3" fmla="*/ 65789 w 71919"/>
                <a:gd name="connsiteY3" fmla="*/ 20446 h 20446"/>
                <a:gd name="connsiteX4" fmla="*/ 65789 w 71919"/>
                <a:gd name="connsiteY4" fmla="*/ 0 h 2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19" h="20446">
                  <a:moveTo>
                    <a:pt x="65789" y="0"/>
                  </a:moveTo>
                  <a:lnTo>
                    <a:pt x="6120" y="0"/>
                  </a:lnTo>
                  <a:cubicBezTo>
                    <a:pt x="-2040" y="0"/>
                    <a:pt x="-2040" y="20446"/>
                    <a:pt x="6120" y="20446"/>
                  </a:cubicBezTo>
                  <a:lnTo>
                    <a:pt x="65789" y="20446"/>
                  </a:lnTo>
                  <a:cubicBezTo>
                    <a:pt x="73963" y="20446"/>
                    <a:pt x="73963" y="0"/>
                    <a:pt x="65789" y="0"/>
                  </a:cubicBezTo>
                  <a:close/>
                </a:path>
              </a:pathLst>
            </a:custGeom>
            <a:solidFill>
              <a:srgbClr val="007B85"/>
            </a:solidFill>
            <a:ln w="3646" cap="flat">
              <a:noFill/>
              <a:prstDash val="solid"/>
              <a:miter/>
            </a:ln>
          </p:spPr>
          <p:txBody>
            <a:bodyPr rtlCol="0" anchor="ctr"/>
            <a:lstStyle/>
            <a:p>
              <a:endParaRPr lang="en-GR"/>
            </a:p>
          </p:txBody>
        </p:sp>
        <p:sp>
          <p:nvSpPr>
            <p:cNvPr id="347" name="Freeform 285">
              <a:extLst>
                <a:ext uri="{FF2B5EF4-FFF2-40B4-BE49-F238E27FC236}">
                  <a16:creationId xmlns:a16="http://schemas.microsoft.com/office/drawing/2014/main" id="{2C47F5F6-7BA7-2E62-614D-BDE37AE8396A}"/>
                </a:ext>
              </a:extLst>
            </p:cNvPr>
            <p:cNvSpPr/>
            <p:nvPr/>
          </p:nvSpPr>
          <p:spPr>
            <a:xfrm>
              <a:off x="7152264" y="2637935"/>
              <a:ext cx="51114" cy="18099"/>
            </a:xfrm>
            <a:custGeom>
              <a:avLst/>
              <a:gdLst>
                <a:gd name="connsiteX0" fmla="*/ 6125 w 57731"/>
                <a:gd name="connsiteY0" fmla="*/ 0 h 20442"/>
                <a:gd name="connsiteX1" fmla="*/ 51606 w 57731"/>
                <a:gd name="connsiteY1" fmla="*/ 0 h 20442"/>
                <a:gd name="connsiteX2" fmla="*/ 51606 w 57731"/>
                <a:gd name="connsiteY2" fmla="*/ 20443 h 20442"/>
                <a:gd name="connsiteX3" fmla="*/ 6125 w 57731"/>
                <a:gd name="connsiteY3" fmla="*/ 20443 h 20442"/>
                <a:gd name="connsiteX4" fmla="*/ 6125 w 57731"/>
                <a:gd name="connsiteY4" fmla="*/ 0 h 20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731" h="20442">
                  <a:moveTo>
                    <a:pt x="6125" y="0"/>
                  </a:moveTo>
                  <a:lnTo>
                    <a:pt x="51606" y="0"/>
                  </a:lnTo>
                  <a:cubicBezTo>
                    <a:pt x="59773" y="0"/>
                    <a:pt x="59773" y="20443"/>
                    <a:pt x="51606" y="20443"/>
                  </a:cubicBezTo>
                  <a:lnTo>
                    <a:pt x="6125" y="20443"/>
                  </a:lnTo>
                  <a:cubicBezTo>
                    <a:pt x="-2042" y="20443"/>
                    <a:pt x="-2042" y="0"/>
                    <a:pt x="6125" y="0"/>
                  </a:cubicBezTo>
                  <a:close/>
                </a:path>
              </a:pathLst>
            </a:custGeom>
            <a:solidFill>
              <a:srgbClr val="007B85"/>
            </a:solidFill>
            <a:ln w="3646" cap="flat">
              <a:noFill/>
              <a:prstDash val="solid"/>
              <a:miter/>
            </a:ln>
          </p:spPr>
          <p:txBody>
            <a:bodyPr rtlCol="0" anchor="ctr"/>
            <a:lstStyle/>
            <a:p>
              <a:endParaRPr lang="en-GR"/>
            </a:p>
          </p:txBody>
        </p:sp>
        <p:sp>
          <p:nvSpPr>
            <p:cNvPr id="348" name="Freeform 286">
              <a:extLst>
                <a:ext uri="{FF2B5EF4-FFF2-40B4-BE49-F238E27FC236}">
                  <a16:creationId xmlns:a16="http://schemas.microsoft.com/office/drawing/2014/main" id="{677CAC65-EA37-91FB-4A4D-32826B3FC50D}"/>
                </a:ext>
              </a:extLst>
            </p:cNvPr>
            <p:cNvSpPr/>
            <p:nvPr/>
          </p:nvSpPr>
          <p:spPr>
            <a:xfrm>
              <a:off x="7111855" y="2527608"/>
              <a:ext cx="144523" cy="180964"/>
            </a:xfrm>
            <a:custGeom>
              <a:avLst/>
              <a:gdLst>
                <a:gd name="connsiteX0" fmla="*/ 119878 w 163231"/>
                <a:gd name="connsiteY0" fmla="*/ 3730 h 204389"/>
                <a:gd name="connsiteX1" fmla="*/ 159436 w 163231"/>
                <a:gd name="connsiteY1" fmla="*/ 43291 h 204389"/>
                <a:gd name="connsiteX2" fmla="*/ 159473 w 163231"/>
                <a:gd name="connsiteY2" fmla="*/ 43342 h 204389"/>
                <a:gd name="connsiteX3" fmla="*/ 163231 w 163231"/>
                <a:gd name="connsiteY3" fmla="*/ 52338 h 204389"/>
                <a:gd name="connsiteX4" fmla="*/ 163231 w 163231"/>
                <a:gd name="connsiteY4" fmla="*/ 180622 h 204389"/>
                <a:gd name="connsiteX5" fmla="*/ 122177 w 163231"/>
                <a:gd name="connsiteY5" fmla="*/ 204390 h 204389"/>
                <a:gd name="connsiteX6" fmla="*/ 41032 w 163231"/>
                <a:gd name="connsiteY6" fmla="*/ 204390 h 204389"/>
                <a:gd name="connsiteX7" fmla="*/ 0 w 163231"/>
                <a:gd name="connsiteY7" fmla="*/ 180622 h 204389"/>
                <a:gd name="connsiteX8" fmla="*/ 0 w 163231"/>
                <a:gd name="connsiteY8" fmla="*/ 23768 h 204389"/>
                <a:gd name="connsiteX9" fmla="*/ 41032 w 163231"/>
                <a:gd name="connsiteY9" fmla="*/ 0 h 204389"/>
                <a:gd name="connsiteX10" fmla="*/ 110901 w 163231"/>
                <a:gd name="connsiteY10" fmla="*/ 0 h 204389"/>
                <a:gd name="connsiteX11" fmla="*/ 119878 w 163231"/>
                <a:gd name="connsiteY11" fmla="*/ 3730 h 204389"/>
                <a:gd name="connsiteX12" fmla="*/ 25450 w 163231"/>
                <a:gd name="connsiteY12" fmla="*/ 178834 h 204389"/>
                <a:gd name="connsiteX13" fmla="*/ 137650 w 163231"/>
                <a:gd name="connsiteY13" fmla="*/ 178834 h 204389"/>
                <a:gd name="connsiteX14" fmla="*/ 137650 w 163231"/>
                <a:gd name="connsiteY14" fmla="*/ 57601 h 204389"/>
                <a:gd name="connsiteX15" fmla="*/ 105420 w 163231"/>
                <a:gd name="connsiteY15" fmla="*/ 25505 h 204389"/>
                <a:gd name="connsiteX16" fmla="*/ 25450 w 163231"/>
                <a:gd name="connsiteY16" fmla="*/ 25505 h 204389"/>
                <a:gd name="connsiteX17" fmla="*/ 25450 w 163231"/>
                <a:gd name="connsiteY17" fmla="*/ 178834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3231" h="204389">
                  <a:moveTo>
                    <a:pt x="119878" y="3730"/>
                  </a:moveTo>
                  <a:lnTo>
                    <a:pt x="159436" y="43291"/>
                  </a:lnTo>
                  <a:lnTo>
                    <a:pt x="159473" y="43342"/>
                  </a:lnTo>
                  <a:cubicBezTo>
                    <a:pt x="161881" y="45692"/>
                    <a:pt x="163231" y="48962"/>
                    <a:pt x="163231" y="52338"/>
                  </a:cubicBezTo>
                  <a:lnTo>
                    <a:pt x="163231" y="180622"/>
                  </a:lnTo>
                  <a:cubicBezTo>
                    <a:pt x="163231" y="198988"/>
                    <a:pt x="135716" y="204390"/>
                    <a:pt x="122177" y="204390"/>
                  </a:cubicBezTo>
                  <a:lnTo>
                    <a:pt x="41032" y="204390"/>
                  </a:lnTo>
                  <a:cubicBezTo>
                    <a:pt x="18367" y="204390"/>
                    <a:pt x="0" y="193652"/>
                    <a:pt x="0" y="180622"/>
                  </a:cubicBezTo>
                  <a:lnTo>
                    <a:pt x="0" y="23768"/>
                  </a:lnTo>
                  <a:cubicBezTo>
                    <a:pt x="0" y="5402"/>
                    <a:pt x="27493" y="0"/>
                    <a:pt x="41032" y="0"/>
                  </a:cubicBezTo>
                  <a:lnTo>
                    <a:pt x="110901" y="0"/>
                  </a:lnTo>
                  <a:cubicBezTo>
                    <a:pt x="114258" y="0"/>
                    <a:pt x="117470" y="1329"/>
                    <a:pt x="119878" y="3730"/>
                  </a:cubicBezTo>
                  <a:close/>
                  <a:moveTo>
                    <a:pt x="25450" y="178834"/>
                  </a:moveTo>
                  <a:lnTo>
                    <a:pt x="137650" y="178834"/>
                  </a:lnTo>
                  <a:lnTo>
                    <a:pt x="137650" y="57601"/>
                  </a:lnTo>
                  <a:cubicBezTo>
                    <a:pt x="133672" y="53718"/>
                    <a:pt x="110719" y="30768"/>
                    <a:pt x="105420" y="25505"/>
                  </a:cubicBezTo>
                  <a:lnTo>
                    <a:pt x="25450" y="25505"/>
                  </a:lnTo>
                  <a:lnTo>
                    <a:pt x="25450" y="178834"/>
                  </a:lnTo>
                  <a:close/>
                </a:path>
              </a:pathLst>
            </a:custGeom>
            <a:solidFill>
              <a:srgbClr val="007B85"/>
            </a:solidFill>
            <a:ln w="3646" cap="flat">
              <a:noFill/>
              <a:prstDash val="solid"/>
              <a:miter/>
            </a:ln>
          </p:spPr>
          <p:txBody>
            <a:bodyPr rtlCol="0" anchor="ctr"/>
            <a:lstStyle/>
            <a:p>
              <a:endParaRPr lang="en-GR"/>
            </a:p>
          </p:txBody>
        </p:sp>
      </p:grpSp>
      <p:grpSp>
        <p:nvGrpSpPr>
          <p:cNvPr id="349" name="Group 348">
            <a:extLst>
              <a:ext uri="{FF2B5EF4-FFF2-40B4-BE49-F238E27FC236}">
                <a16:creationId xmlns:a16="http://schemas.microsoft.com/office/drawing/2014/main" id="{18F1D5CA-DFFF-0C36-C510-AAC25B89BA49}"/>
              </a:ext>
            </a:extLst>
          </p:cNvPr>
          <p:cNvGrpSpPr/>
          <p:nvPr/>
        </p:nvGrpSpPr>
        <p:grpSpPr>
          <a:xfrm>
            <a:off x="8587115" y="2527608"/>
            <a:ext cx="164005" cy="180964"/>
            <a:chOff x="7434957" y="2527608"/>
            <a:chExt cx="164005" cy="180964"/>
          </a:xfrm>
        </p:grpSpPr>
        <p:sp>
          <p:nvSpPr>
            <p:cNvPr id="350" name="Freeform 287">
              <a:extLst>
                <a:ext uri="{FF2B5EF4-FFF2-40B4-BE49-F238E27FC236}">
                  <a16:creationId xmlns:a16="http://schemas.microsoft.com/office/drawing/2014/main" id="{DD46445C-D918-F585-4045-9F1836BE9DDA}"/>
                </a:ext>
              </a:extLst>
            </p:cNvPr>
            <p:cNvSpPr/>
            <p:nvPr/>
          </p:nvSpPr>
          <p:spPr>
            <a:xfrm>
              <a:off x="7434957" y="2527608"/>
              <a:ext cx="144135" cy="180557"/>
            </a:xfrm>
            <a:custGeom>
              <a:avLst/>
              <a:gdLst>
                <a:gd name="connsiteX0" fmla="*/ 84955 w 162793"/>
                <a:gd name="connsiteY0" fmla="*/ 178432 h 203929"/>
                <a:gd name="connsiteX1" fmla="*/ 25399 w 162793"/>
                <a:gd name="connsiteY1" fmla="*/ 178432 h 203929"/>
                <a:gd name="connsiteX2" fmla="*/ 25399 w 162793"/>
                <a:gd name="connsiteY2" fmla="*/ 25446 h 203929"/>
                <a:gd name="connsiteX3" fmla="*/ 105171 w 162793"/>
                <a:gd name="connsiteY3" fmla="*/ 25446 h 203929"/>
                <a:gd name="connsiteX4" fmla="*/ 137358 w 162793"/>
                <a:gd name="connsiteY4" fmla="*/ 57474 h 203929"/>
                <a:gd name="connsiteX5" fmla="*/ 137358 w 162793"/>
                <a:gd name="connsiteY5" fmla="*/ 101125 h 203929"/>
                <a:gd name="connsiteX6" fmla="*/ 162793 w 162793"/>
                <a:gd name="connsiteY6" fmla="*/ 105407 h 203929"/>
                <a:gd name="connsiteX7" fmla="*/ 162793 w 162793"/>
                <a:gd name="connsiteY7" fmla="*/ 52167 h 203929"/>
                <a:gd name="connsiteX8" fmla="*/ 159071 w 162793"/>
                <a:gd name="connsiteY8" fmla="*/ 43192 h 203929"/>
                <a:gd name="connsiteX9" fmla="*/ 119623 w 162793"/>
                <a:gd name="connsiteY9" fmla="*/ 3723 h 203929"/>
                <a:gd name="connsiteX10" fmla="*/ 110645 w 162793"/>
                <a:gd name="connsiteY10" fmla="*/ 0 h 203929"/>
                <a:gd name="connsiteX11" fmla="*/ 40945 w 162793"/>
                <a:gd name="connsiteY11" fmla="*/ 0 h 203929"/>
                <a:gd name="connsiteX12" fmla="*/ 0 w 162793"/>
                <a:gd name="connsiteY12" fmla="*/ 23713 h 203929"/>
                <a:gd name="connsiteX13" fmla="*/ 0 w 162793"/>
                <a:gd name="connsiteY13" fmla="*/ 180217 h 203929"/>
                <a:gd name="connsiteX14" fmla="*/ 40945 w 162793"/>
                <a:gd name="connsiteY14" fmla="*/ 203930 h 203929"/>
                <a:gd name="connsiteX15" fmla="*/ 102143 w 162793"/>
                <a:gd name="connsiteY15" fmla="*/ 203930 h 203929"/>
                <a:gd name="connsiteX16" fmla="*/ 84991 w 162793"/>
                <a:gd name="connsiteY16" fmla="*/ 178483 h 203929"/>
                <a:gd name="connsiteX17" fmla="*/ 84955 w 162793"/>
                <a:gd name="connsiteY17" fmla="*/ 178432 h 203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93" h="203929">
                  <a:moveTo>
                    <a:pt x="84955" y="178432"/>
                  </a:moveTo>
                  <a:lnTo>
                    <a:pt x="25399" y="178432"/>
                  </a:lnTo>
                  <a:lnTo>
                    <a:pt x="25399" y="25446"/>
                  </a:lnTo>
                  <a:lnTo>
                    <a:pt x="105171" y="25446"/>
                  </a:lnTo>
                  <a:cubicBezTo>
                    <a:pt x="115937" y="36097"/>
                    <a:pt x="126520" y="46911"/>
                    <a:pt x="137358" y="57474"/>
                  </a:cubicBezTo>
                  <a:lnTo>
                    <a:pt x="137358" y="101125"/>
                  </a:lnTo>
                  <a:cubicBezTo>
                    <a:pt x="146153" y="100684"/>
                    <a:pt x="154656" y="102027"/>
                    <a:pt x="162793" y="105407"/>
                  </a:cubicBezTo>
                  <a:lnTo>
                    <a:pt x="162793" y="52167"/>
                  </a:lnTo>
                  <a:cubicBezTo>
                    <a:pt x="162793" y="48802"/>
                    <a:pt x="161480" y="45539"/>
                    <a:pt x="159071" y="43192"/>
                  </a:cubicBezTo>
                  <a:lnTo>
                    <a:pt x="119623" y="3723"/>
                  </a:lnTo>
                  <a:cubicBezTo>
                    <a:pt x="117214" y="1325"/>
                    <a:pt x="114003" y="0"/>
                    <a:pt x="110645" y="0"/>
                  </a:cubicBezTo>
                  <a:lnTo>
                    <a:pt x="40945" y="0"/>
                  </a:lnTo>
                  <a:cubicBezTo>
                    <a:pt x="27442" y="0"/>
                    <a:pt x="0" y="5391"/>
                    <a:pt x="0" y="23713"/>
                  </a:cubicBezTo>
                  <a:lnTo>
                    <a:pt x="0" y="180217"/>
                  </a:lnTo>
                  <a:cubicBezTo>
                    <a:pt x="0" y="193218"/>
                    <a:pt x="18319" y="203930"/>
                    <a:pt x="40945" y="203930"/>
                  </a:cubicBezTo>
                  <a:lnTo>
                    <a:pt x="102143" y="203930"/>
                  </a:lnTo>
                  <a:cubicBezTo>
                    <a:pt x="94370" y="197200"/>
                    <a:pt x="88421" y="188429"/>
                    <a:pt x="84991" y="178483"/>
                  </a:cubicBezTo>
                  <a:lnTo>
                    <a:pt x="84955" y="178432"/>
                  </a:lnTo>
                  <a:close/>
                </a:path>
              </a:pathLst>
            </a:custGeom>
            <a:solidFill>
              <a:srgbClr val="007B85"/>
            </a:solidFill>
            <a:ln w="3646" cap="flat">
              <a:noFill/>
              <a:prstDash val="solid"/>
              <a:miter/>
            </a:ln>
          </p:spPr>
          <p:txBody>
            <a:bodyPr rtlCol="0" anchor="ctr"/>
            <a:lstStyle/>
            <a:p>
              <a:endParaRPr lang="en-GR"/>
            </a:p>
          </p:txBody>
        </p:sp>
        <p:sp>
          <p:nvSpPr>
            <p:cNvPr id="351" name="Freeform 288">
              <a:extLst>
                <a:ext uri="{FF2B5EF4-FFF2-40B4-BE49-F238E27FC236}">
                  <a16:creationId xmlns:a16="http://schemas.microsoft.com/office/drawing/2014/main" id="{A83B81EA-29CC-A1AA-8636-98629D0E0815}"/>
                </a:ext>
              </a:extLst>
            </p:cNvPr>
            <p:cNvSpPr/>
            <p:nvPr/>
          </p:nvSpPr>
          <p:spPr>
            <a:xfrm>
              <a:off x="7475272" y="2577182"/>
              <a:ext cx="63537" cy="18060"/>
            </a:xfrm>
            <a:custGeom>
              <a:avLst/>
              <a:gdLst>
                <a:gd name="connsiteX0" fmla="*/ 65659 w 71762"/>
                <a:gd name="connsiteY0" fmla="*/ 0 h 20398"/>
                <a:gd name="connsiteX1" fmla="*/ 65659 w 71762"/>
                <a:gd name="connsiteY1" fmla="*/ 20399 h 20398"/>
                <a:gd name="connsiteX2" fmla="*/ 6103 w 71762"/>
                <a:gd name="connsiteY2" fmla="*/ 20399 h 20398"/>
                <a:gd name="connsiteX3" fmla="*/ 6103 w 71762"/>
                <a:gd name="connsiteY3" fmla="*/ 0 h 20398"/>
                <a:gd name="connsiteX4" fmla="*/ 65659 w 71762"/>
                <a:gd name="connsiteY4" fmla="*/ 0 h 203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62" h="20398">
                  <a:moveTo>
                    <a:pt x="65659" y="0"/>
                  </a:moveTo>
                  <a:cubicBezTo>
                    <a:pt x="73797" y="0"/>
                    <a:pt x="73797" y="20399"/>
                    <a:pt x="65659" y="20399"/>
                  </a:cubicBezTo>
                  <a:lnTo>
                    <a:pt x="6103" y="20399"/>
                  </a:lnTo>
                  <a:cubicBezTo>
                    <a:pt x="-2034" y="20399"/>
                    <a:pt x="-2034" y="0"/>
                    <a:pt x="6103" y="0"/>
                  </a:cubicBezTo>
                  <a:lnTo>
                    <a:pt x="65659" y="0"/>
                  </a:lnTo>
                  <a:close/>
                </a:path>
              </a:pathLst>
            </a:custGeom>
            <a:solidFill>
              <a:srgbClr val="007B85"/>
            </a:solidFill>
            <a:ln w="3646" cap="flat">
              <a:noFill/>
              <a:prstDash val="solid"/>
              <a:miter/>
            </a:ln>
          </p:spPr>
          <p:txBody>
            <a:bodyPr rtlCol="0" anchor="ctr"/>
            <a:lstStyle/>
            <a:p>
              <a:endParaRPr lang="en-GR"/>
            </a:p>
          </p:txBody>
        </p:sp>
        <p:sp>
          <p:nvSpPr>
            <p:cNvPr id="352" name="Freeform 289">
              <a:extLst>
                <a:ext uri="{FF2B5EF4-FFF2-40B4-BE49-F238E27FC236}">
                  <a16:creationId xmlns:a16="http://schemas.microsoft.com/office/drawing/2014/main" id="{949C227F-82A1-F020-9AB7-4DC3D8640348}"/>
                </a:ext>
              </a:extLst>
            </p:cNvPr>
            <p:cNvSpPr/>
            <p:nvPr/>
          </p:nvSpPr>
          <p:spPr>
            <a:xfrm>
              <a:off x="7475272" y="2607436"/>
              <a:ext cx="51001" cy="18058"/>
            </a:xfrm>
            <a:custGeom>
              <a:avLst/>
              <a:gdLst>
                <a:gd name="connsiteX0" fmla="*/ 6103 w 57603"/>
                <a:gd name="connsiteY0" fmla="*/ 0 h 20395"/>
                <a:gd name="connsiteX1" fmla="*/ 51500 w 57603"/>
                <a:gd name="connsiteY1" fmla="*/ 0 h 20395"/>
                <a:gd name="connsiteX2" fmla="*/ 51500 w 57603"/>
                <a:gd name="connsiteY2" fmla="*/ 20395 h 20395"/>
                <a:gd name="connsiteX3" fmla="*/ 6103 w 57603"/>
                <a:gd name="connsiteY3" fmla="*/ 20395 h 20395"/>
                <a:gd name="connsiteX4" fmla="*/ 6103 w 57603"/>
                <a:gd name="connsiteY4" fmla="*/ 0 h 203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03" h="20395">
                  <a:moveTo>
                    <a:pt x="6103" y="0"/>
                  </a:moveTo>
                  <a:lnTo>
                    <a:pt x="51500" y="0"/>
                  </a:lnTo>
                  <a:cubicBezTo>
                    <a:pt x="59638" y="0"/>
                    <a:pt x="59638" y="20395"/>
                    <a:pt x="51500" y="20395"/>
                  </a:cubicBezTo>
                  <a:lnTo>
                    <a:pt x="6103" y="20395"/>
                  </a:lnTo>
                  <a:cubicBezTo>
                    <a:pt x="-2034" y="20395"/>
                    <a:pt x="-2034" y="0"/>
                    <a:pt x="6103" y="0"/>
                  </a:cubicBezTo>
                  <a:close/>
                </a:path>
              </a:pathLst>
            </a:custGeom>
            <a:solidFill>
              <a:srgbClr val="007B85"/>
            </a:solidFill>
            <a:ln w="3646" cap="flat">
              <a:noFill/>
              <a:prstDash val="solid"/>
              <a:miter/>
            </a:ln>
          </p:spPr>
          <p:txBody>
            <a:bodyPr rtlCol="0" anchor="ctr"/>
            <a:lstStyle/>
            <a:p>
              <a:endParaRPr lang="en-GR"/>
            </a:p>
          </p:txBody>
        </p:sp>
        <p:sp>
          <p:nvSpPr>
            <p:cNvPr id="353" name="Freeform 290">
              <a:extLst>
                <a:ext uri="{FF2B5EF4-FFF2-40B4-BE49-F238E27FC236}">
                  <a16:creationId xmlns:a16="http://schemas.microsoft.com/office/drawing/2014/main" id="{48B2EE75-0645-576C-9F8E-20C589D67523}"/>
                </a:ext>
              </a:extLst>
            </p:cNvPr>
            <p:cNvSpPr/>
            <p:nvPr/>
          </p:nvSpPr>
          <p:spPr>
            <a:xfrm>
              <a:off x="7519674" y="2629287"/>
              <a:ext cx="79288" cy="79285"/>
            </a:xfrm>
            <a:custGeom>
              <a:avLst/>
              <a:gdLst>
                <a:gd name="connsiteX0" fmla="*/ 0 w 89552"/>
                <a:gd name="connsiteY0" fmla="*/ 44776 h 89548"/>
                <a:gd name="connsiteX1" fmla="*/ 44776 w 89552"/>
                <a:gd name="connsiteY1" fmla="*/ 0 h 89548"/>
                <a:gd name="connsiteX2" fmla="*/ 89553 w 89552"/>
                <a:gd name="connsiteY2" fmla="*/ 44776 h 89548"/>
                <a:gd name="connsiteX3" fmla="*/ 44776 w 89552"/>
                <a:gd name="connsiteY3" fmla="*/ 89548 h 89548"/>
                <a:gd name="connsiteX4" fmla="*/ 0 w 89552"/>
                <a:gd name="connsiteY4" fmla="*/ 44776 h 89548"/>
                <a:gd name="connsiteX5" fmla="*/ 36128 w 89552"/>
                <a:gd name="connsiteY5" fmla="*/ 68332 h 89548"/>
                <a:gd name="connsiteX6" fmla="*/ 74445 w 89552"/>
                <a:gd name="connsiteY6" fmla="*/ 30290 h 89548"/>
                <a:gd name="connsiteX7" fmla="*/ 67256 w 89552"/>
                <a:gd name="connsiteY7" fmla="*/ 23049 h 89548"/>
                <a:gd name="connsiteX8" fmla="*/ 36420 w 89552"/>
                <a:gd name="connsiteY8" fmla="*/ 53700 h 89548"/>
                <a:gd name="connsiteX9" fmla="*/ 23866 w 89552"/>
                <a:gd name="connsiteY9" fmla="*/ 40287 h 89548"/>
                <a:gd name="connsiteX10" fmla="*/ 16422 w 89552"/>
                <a:gd name="connsiteY10" fmla="*/ 47272 h 89548"/>
                <a:gd name="connsiteX11" fmla="*/ 36128 w 89552"/>
                <a:gd name="connsiteY11" fmla="*/ 68332 h 89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9552" h="89548">
                  <a:moveTo>
                    <a:pt x="0" y="44776"/>
                  </a:moveTo>
                  <a:cubicBezTo>
                    <a:pt x="0" y="20041"/>
                    <a:pt x="20071" y="0"/>
                    <a:pt x="44776" y="0"/>
                  </a:cubicBezTo>
                  <a:cubicBezTo>
                    <a:pt x="69519" y="0"/>
                    <a:pt x="89553" y="20041"/>
                    <a:pt x="89553" y="44776"/>
                  </a:cubicBezTo>
                  <a:cubicBezTo>
                    <a:pt x="89553" y="69507"/>
                    <a:pt x="69519" y="89548"/>
                    <a:pt x="44776" y="89548"/>
                  </a:cubicBezTo>
                  <a:cubicBezTo>
                    <a:pt x="20071" y="89548"/>
                    <a:pt x="0" y="69507"/>
                    <a:pt x="0" y="44776"/>
                  </a:cubicBezTo>
                  <a:close/>
                  <a:moveTo>
                    <a:pt x="36128" y="68332"/>
                  </a:moveTo>
                  <a:lnTo>
                    <a:pt x="74445" y="30290"/>
                  </a:lnTo>
                  <a:lnTo>
                    <a:pt x="67256" y="23049"/>
                  </a:lnTo>
                  <a:lnTo>
                    <a:pt x="36420" y="53700"/>
                  </a:lnTo>
                  <a:lnTo>
                    <a:pt x="23866" y="40287"/>
                  </a:lnTo>
                  <a:lnTo>
                    <a:pt x="16422" y="47272"/>
                  </a:lnTo>
                  <a:lnTo>
                    <a:pt x="36128" y="68332"/>
                  </a:lnTo>
                  <a:close/>
                </a:path>
              </a:pathLst>
            </a:custGeom>
            <a:solidFill>
              <a:srgbClr val="007B85"/>
            </a:solidFill>
            <a:ln w="3646" cap="flat">
              <a:noFill/>
              <a:prstDash val="solid"/>
              <a:miter/>
            </a:ln>
          </p:spPr>
          <p:txBody>
            <a:bodyPr rtlCol="0" anchor="ctr"/>
            <a:lstStyle/>
            <a:p>
              <a:endParaRPr lang="en-GR"/>
            </a:p>
          </p:txBody>
        </p:sp>
      </p:grpSp>
      <p:sp>
        <p:nvSpPr>
          <p:cNvPr id="354" name="Freeform 291">
            <a:extLst>
              <a:ext uri="{FF2B5EF4-FFF2-40B4-BE49-F238E27FC236}">
                <a16:creationId xmlns:a16="http://schemas.microsoft.com/office/drawing/2014/main" id="{AEB9B831-A79F-C3CD-CF51-9A08BD6311ED}"/>
              </a:ext>
            </a:extLst>
          </p:cNvPr>
          <p:cNvSpPr/>
          <p:nvPr/>
        </p:nvSpPr>
        <p:spPr>
          <a:xfrm>
            <a:off x="8906983" y="2537305"/>
            <a:ext cx="187398" cy="158709"/>
          </a:xfrm>
          <a:custGeom>
            <a:avLst/>
            <a:gdLst>
              <a:gd name="connsiteX0" fmla="*/ 154619 w 211656"/>
              <a:gd name="connsiteY0" fmla="*/ 0 h 179253"/>
              <a:gd name="connsiteX1" fmla="*/ 53973 w 211656"/>
              <a:gd name="connsiteY1" fmla="*/ 91 h 179253"/>
              <a:gd name="connsiteX2" fmla="*/ 0 w 211656"/>
              <a:gd name="connsiteY2" fmla="*/ 33385 h 179253"/>
              <a:gd name="connsiteX3" fmla="*/ 0 w 211656"/>
              <a:gd name="connsiteY3" fmla="*/ 145865 h 179253"/>
              <a:gd name="connsiteX4" fmla="*/ 57038 w 211656"/>
              <a:gd name="connsiteY4" fmla="*/ 179253 h 179253"/>
              <a:gd name="connsiteX5" fmla="*/ 157684 w 211656"/>
              <a:gd name="connsiteY5" fmla="*/ 179162 h 179253"/>
              <a:gd name="connsiteX6" fmla="*/ 211657 w 211656"/>
              <a:gd name="connsiteY6" fmla="*/ 145865 h 179253"/>
              <a:gd name="connsiteX7" fmla="*/ 211657 w 211656"/>
              <a:gd name="connsiteY7" fmla="*/ 33385 h 179253"/>
              <a:gd name="connsiteX8" fmla="*/ 154619 w 211656"/>
              <a:gd name="connsiteY8" fmla="*/ 0 h 179253"/>
              <a:gd name="connsiteX9" fmla="*/ 57804 w 211656"/>
              <a:gd name="connsiteY9" fmla="*/ 66503 h 179253"/>
              <a:gd name="connsiteX10" fmla="*/ 57804 w 211656"/>
              <a:gd name="connsiteY10" fmla="*/ 75555 h 179253"/>
              <a:gd name="connsiteX11" fmla="*/ 42222 w 211656"/>
              <a:gd name="connsiteY11" fmla="*/ 75555 h 179253"/>
              <a:gd name="connsiteX12" fmla="*/ 42222 w 211656"/>
              <a:gd name="connsiteY12" fmla="*/ 82544 h 179253"/>
              <a:gd name="connsiteX13" fmla="*/ 54301 w 211656"/>
              <a:gd name="connsiteY13" fmla="*/ 82544 h 179253"/>
              <a:gd name="connsiteX14" fmla="*/ 54301 w 211656"/>
              <a:gd name="connsiteY14" fmla="*/ 91059 h 179253"/>
              <a:gd name="connsiteX15" fmla="*/ 42222 w 211656"/>
              <a:gd name="connsiteY15" fmla="*/ 91059 h 179253"/>
              <a:gd name="connsiteX16" fmla="*/ 42222 w 211656"/>
              <a:gd name="connsiteY16" fmla="*/ 98184 h 179253"/>
              <a:gd name="connsiteX17" fmla="*/ 58425 w 211656"/>
              <a:gd name="connsiteY17" fmla="*/ 98184 h 179253"/>
              <a:gd name="connsiteX18" fmla="*/ 58425 w 211656"/>
              <a:gd name="connsiteY18" fmla="*/ 107283 h 179253"/>
              <a:gd name="connsiteX19" fmla="*/ 31493 w 211656"/>
              <a:gd name="connsiteY19" fmla="*/ 107283 h 179253"/>
              <a:gd name="connsiteX20" fmla="*/ 31493 w 211656"/>
              <a:gd name="connsiteY20" fmla="*/ 66503 h 179253"/>
              <a:gd name="connsiteX21" fmla="*/ 57804 w 211656"/>
              <a:gd name="connsiteY21" fmla="*/ 66503 h 179253"/>
              <a:gd name="connsiteX22" fmla="*/ 163231 w 211656"/>
              <a:gd name="connsiteY22" fmla="*/ 75555 h 179253"/>
              <a:gd name="connsiteX23" fmla="*/ 163231 w 211656"/>
              <a:gd name="connsiteY23" fmla="*/ 66503 h 179253"/>
              <a:gd name="connsiteX24" fmla="*/ 136920 w 211656"/>
              <a:gd name="connsiteY24" fmla="*/ 66503 h 179253"/>
              <a:gd name="connsiteX25" fmla="*/ 136920 w 211656"/>
              <a:gd name="connsiteY25" fmla="*/ 107283 h 179253"/>
              <a:gd name="connsiteX26" fmla="*/ 163852 w 211656"/>
              <a:gd name="connsiteY26" fmla="*/ 107283 h 179253"/>
              <a:gd name="connsiteX27" fmla="*/ 163852 w 211656"/>
              <a:gd name="connsiteY27" fmla="*/ 98184 h 179253"/>
              <a:gd name="connsiteX28" fmla="*/ 147649 w 211656"/>
              <a:gd name="connsiteY28" fmla="*/ 98184 h 179253"/>
              <a:gd name="connsiteX29" fmla="*/ 147649 w 211656"/>
              <a:gd name="connsiteY29" fmla="*/ 91059 h 179253"/>
              <a:gd name="connsiteX30" fmla="*/ 159728 w 211656"/>
              <a:gd name="connsiteY30" fmla="*/ 91059 h 179253"/>
              <a:gd name="connsiteX31" fmla="*/ 159728 w 211656"/>
              <a:gd name="connsiteY31" fmla="*/ 82544 h 179253"/>
              <a:gd name="connsiteX32" fmla="*/ 147649 w 211656"/>
              <a:gd name="connsiteY32" fmla="*/ 82544 h 179253"/>
              <a:gd name="connsiteX33" fmla="*/ 147649 w 211656"/>
              <a:gd name="connsiteY33" fmla="*/ 75555 h 179253"/>
              <a:gd name="connsiteX34" fmla="*/ 163231 w 211656"/>
              <a:gd name="connsiteY34" fmla="*/ 75555 h 179253"/>
              <a:gd name="connsiteX35" fmla="*/ 69008 w 211656"/>
              <a:gd name="connsiteY35" fmla="*/ 96169 h 179253"/>
              <a:gd name="connsiteX36" fmla="*/ 74810 w 211656"/>
              <a:gd name="connsiteY36" fmla="*/ 101859 h 179253"/>
              <a:gd name="connsiteX37" fmla="*/ 69008 w 211656"/>
              <a:gd name="connsiteY37" fmla="*/ 107553 h 179253"/>
              <a:gd name="connsiteX38" fmla="*/ 63169 w 211656"/>
              <a:gd name="connsiteY38" fmla="*/ 101859 h 179253"/>
              <a:gd name="connsiteX39" fmla="*/ 69008 w 211656"/>
              <a:gd name="connsiteY39" fmla="*/ 96169 h 179253"/>
              <a:gd name="connsiteX40" fmla="*/ 115061 w 211656"/>
              <a:gd name="connsiteY40" fmla="*/ 66456 h 179253"/>
              <a:gd name="connsiteX41" fmla="*/ 80065 w 211656"/>
              <a:gd name="connsiteY41" fmla="*/ 66456 h 179253"/>
              <a:gd name="connsiteX42" fmla="*/ 80065 w 211656"/>
              <a:gd name="connsiteY42" fmla="*/ 107239 h 179253"/>
              <a:gd name="connsiteX43" fmla="*/ 90757 w 211656"/>
              <a:gd name="connsiteY43" fmla="*/ 107239 h 179253"/>
              <a:gd name="connsiteX44" fmla="*/ 90757 w 211656"/>
              <a:gd name="connsiteY44" fmla="*/ 75555 h 179253"/>
              <a:gd name="connsiteX45" fmla="*/ 104332 w 211656"/>
              <a:gd name="connsiteY45" fmla="*/ 75555 h 179253"/>
              <a:gd name="connsiteX46" fmla="*/ 104332 w 211656"/>
              <a:gd name="connsiteY46" fmla="*/ 107239 h 179253"/>
              <a:gd name="connsiteX47" fmla="*/ 115061 w 211656"/>
              <a:gd name="connsiteY47" fmla="*/ 107239 h 179253"/>
              <a:gd name="connsiteX48" fmla="*/ 115061 w 211656"/>
              <a:gd name="connsiteY48" fmla="*/ 66456 h 179253"/>
              <a:gd name="connsiteX49" fmla="*/ 126119 w 211656"/>
              <a:gd name="connsiteY49" fmla="*/ 96169 h 179253"/>
              <a:gd name="connsiteX50" fmla="*/ 131957 w 211656"/>
              <a:gd name="connsiteY50" fmla="*/ 101859 h 179253"/>
              <a:gd name="connsiteX51" fmla="*/ 126119 w 211656"/>
              <a:gd name="connsiteY51" fmla="*/ 107553 h 179253"/>
              <a:gd name="connsiteX52" fmla="*/ 120316 w 211656"/>
              <a:gd name="connsiteY52" fmla="*/ 101859 h 179253"/>
              <a:gd name="connsiteX53" fmla="*/ 126119 w 211656"/>
              <a:gd name="connsiteY53" fmla="*/ 96169 h 179253"/>
              <a:gd name="connsiteX54" fmla="*/ 180127 w 211656"/>
              <a:gd name="connsiteY54" fmla="*/ 101859 h 179253"/>
              <a:gd name="connsiteX55" fmla="*/ 174289 w 211656"/>
              <a:gd name="connsiteY55" fmla="*/ 96169 h 179253"/>
              <a:gd name="connsiteX56" fmla="*/ 168450 w 211656"/>
              <a:gd name="connsiteY56" fmla="*/ 101859 h 179253"/>
              <a:gd name="connsiteX57" fmla="*/ 174289 w 211656"/>
              <a:gd name="connsiteY57" fmla="*/ 107553 h 179253"/>
              <a:gd name="connsiteX58" fmla="*/ 180127 w 211656"/>
              <a:gd name="connsiteY58" fmla="*/ 101859 h 179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11656" h="179253">
                <a:moveTo>
                  <a:pt x="154619" y="0"/>
                </a:moveTo>
                <a:lnTo>
                  <a:pt x="53973" y="91"/>
                </a:lnTo>
                <a:cubicBezTo>
                  <a:pt x="23830" y="1212"/>
                  <a:pt x="0" y="15639"/>
                  <a:pt x="0" y="33385"/>
                </a:cubicBezTo>
                <a:lnTo>
                  <a:pt x="0" y="145865"/>
                </a:lnTo>
                <a:cubicBezTo>
                  <a:pt x="0" y="164194"/>
                  <a:pt x="25508" y="179027"/>
                  <a:pt x="57038" y="179253"/>
                </a:cubicBezTo>
                <a:lnTo>
                  <a:pt x="157684" y="179162"/>
                </a:lnTo>
                <a:cubicBezTo>
                  <a:pt x="187827" y="178042"/>
                  <a:pt x="211657" y="163610"/>
                  <a:pt x="211657" y="145865"/>
                </a:cubicBezTo>
                <a:lnTo>
                  <a:pt x="211657" y="33385"/>
                </a:lnTo>
                <a:cubicBezTo>
                  <a:pt x="211657" y="15055"/>
                  <a:pt x="186149" y="223"/>
                  <a:pt x="154619" y="0"/>
                </a:cubicBezTo>
                <a:close/>
                <a:moveTo>
                  <a:pt x="57804" y="66503"/>
                </a:moveTo>
                <a:lnTo>
                  <a:pt x="57804" y="75555"/>
                </a:lnTo>
                <a:lnTo>
                  <a:pt x="42222" y="75555"/>
                </a:lnTo>
                <a:lnTo>
                  <a:pt x="42222" y="82544"/>
                </a:lnTo>
                <a:lnTo>
                  <a:pt x="54301" y="82544"/>
                </a:lnTo>
                <a:lnTo>
                  <a:pt x="54301" y="91059"/>
                </a:lnTo>
                <a:lnTo>
                  <a:pt x="42222" y="91059"/>
                </a:lnTo>
                <a:lnTo>
                  <a:pt x="42222" y="98184"/>
                </a:lnTo>
                <a:lnTo>
                  <a:pt x="58425" y="98184"/>
                </a:lnTo>
                <a:lnTo>
                  <a:pt x="58425" y="107283"/>
                </a:lnTo>
                <a:lnTo>
                  <a:pt x="31493" y="107283"/>
                </a:lnTo>
                <a:lnTo>
                  <a:pt x="31493" y="66503"/>
                </a:lnTo>
                <a:lnTo>
                  <a:pt x="57804" y="66503"/>
                </a:lnTo>
                <a:close/>
                <a:moveTo>
                  <a:pt x="163231" y="75555"/>
                </a:moveTo>
                <a:lnTo>
                  <a:pt x="163231" y="66503"/>
                </a:lnTo>
                <a:lnTo>
                  <a:pt x="136920" y="66503"/>
                </a:lnTo>
                <a:lnTo>
                  <a:pt x="136920" y="107283"/>
                </a:lnTo>
                <a:lnTo>
                  <a:pt x="163852" y="107283"/>
                </a:lnTo>
                <a:lnTo>
                  <a:pt x="163852" y="98184"/>
                </a:lnTo>
                <a:lnTo>
                  <a:pt x="147649" y="98184"/>
                </a:lnTo>
                <a:lnTo>
                  <a:pt x="147649" y="91059"/>
                </a:lnTo>
                <a:lnTo>
                  <a:pt x="159728" y="91059"/>
                </a:lnTo>
                <a:lnTo>
                  <a:pt x="159728" y="82544"/>
                </a:lnTo>
                <a:lnTo>
                  <a:pt x="147649" y="82544"/>
                </a:lnTo>
                <a:lnTo>
                  <a:pt x="147649" y="75555"/>
                </a:lnTo>
                <a:lnTo>
                  <a:pt x="163231" y="75555"/>
                </a:lnTo>
                <a:close/>
                <a:moveTo>
                  <a:pt x="69008" y="96169"/>
                </a:moveTo>
                <a:cubicBezTo>
                  <a:pt x="72328" y="96169"/>
                  <a:pt x="74810" y="98633"/>
                  <a:pt x="74810" y="101859"/>
                </a:cubicBezTo>
                <a:cubicBezTo>
                  <a:pt x="74810" y="105085"/>
                  <a:pt x="72328" y="107553"/>
                  <a:pt x="69008" y="107553"/>
                </a:cubicBezTo>
                <a:cubicBezTo>
                  <a:pt x="65687" y="107553"/>
                  <a:pt x="63169" y="105085"/>
                  <a:pt x="63169" y="101859"/>
                </a:cubicBezTo>
                <a:cubicBezTo>
                  <a:pt x="63169" y="98633"/>
                  <a:pt x="65687" y="96169"/>
                  <a:pt x="69008" y="96169"/>
                </a:cubicBezTo>
                <a:close/>
                <a:moveTo>
                  <a:pt x="115061" y="66456"/>
                </a:moveTo>
                <a:lnTo>
                  <a:pt x="80065" y="66456"/>
                </a:lnTo>
                <a:lnTo>
                  <a:pt x="80065" y="107239"/>
                </a:lnTo>
                <a:lnTo>
                  <a:pt x="90757" y="107239"/>
                </a:lnTo>
                <a:lnTo>
                  <a:pt x="90757" y="75555"/>
                </a:lnTo>
                <a:lnTo>
                  <a:pt x="104332" y="75555"/>
                </a:lnTo>
                <a:lnTo>
                  <a:pt x="104332" y="107239"/>
                </a:lnTo>
                <a:lnTo>
                  <a:pt x="115061" y="107239"/>
                </a:lnTo>
                <a:lnTo>
                  <a:pt x="115061" y="66456"/>
                </a:lnTo>
                <a:close/>
                <a:moveTo>
                  <a:pt x="126119" y="96169"/>
                </a:moveTo>
                <a:cubicBezTo>
                  <a:pt x="129439" y="96169"/>
                  <a:pt x="131957" y="98633"/>
                  <a:pt x="131957" y="101859"/>
                </a:cubicBezTo>
                <a:cubicBezTo>
                  <a:pt x="131957" y="105085"/>
                  <a:pt x="129439" y="107553"/>
                  <a:pt x="126119" y="107553"/>
                </a:cubicBezTo>
                <a:cubicBezTo>
                  <a:pt x="122798" y="107553"/>
                  <a:pt x="120316" y="105085"/>
                  <a:pt x="120316" y="101859"/>
                </a:cubicBezTo>
                <a:cubicBezTo>
                  <a:pt x="120316" y="98633"/>
                  <a:pt x="122798" y="96169"/>
                  <a:pt x="126119" y="96169"/>
                </a:cubicBezTo>
                <a:close/>
                <a:moveTo>
                  <a:pt x="180127" y="101859"/>
                </a:moveTo>
                <a:cubicBezTo>
                  <a:pt x="180127" y="98633"/>
                  <a:pt x="177610" y="96169"/>
                  <a:pt x="174289" y="96169"/>
                </a:cubicBezTo>
                <a:cubicBezTo>
                  <a:pt x="170968" y="96169"/>
                  <a:pt x="168450" y="98633"/>
                  <a:pt x="168450" y="101859"/>
                </a:cubicBezTo>
                <a:cubicBezTo>
                  <a:pt x="168450" y="105085"/>
                  <a:pt x="170968" y="107553"/>
                  <a:pt x="174289" y="107553"/>
                </a:cubicBezTo>
                <a:cubicBezTo>
                  <a:pt x="177610" y="107553"/>
                  <a:pt x="180127" y="105085"/>
                  <a:pt x="180127" y="101859"/>
                </a:cubicBezTo>
                <a:close/>
              </a:path>
            </a:pathLst>
          </a:custGeom>
          <a:solidFill>
            <a:srgbClr val="007B85"/>
          </a:solidFill>
          <a:ln w="3646" cap="flat">
            <a:noFill/>
            <a:prstDash val="solid"/>
            <a:miter/>
          </a:ln>
        </p:spPr>
        <p:txBody>
          <a:bodyPr rtlCol="0" anchor="ctr"/>
          <a:lstStyle/>
          <a:p>
            <a:endParaRPr lang="en-GR"/>
          </a:p>
        </p:txBody>
      </p:sp>
      <p:grpSp>
        <p:nvGrpSpPr>
          <p:cNvPr id="355" name="Group 354">
            <a:extLst>
              <a:ext uri="{FF2B5EF4-FFF2-40B4-BE49-F238E27FC236}">
                <a16:creationId xmlns:a16="http://schemas.microsoft.com/office/drawing/2014/main" id="{4E0565A1-E6C4-087D-A415-11FB450F6894}"/>
              </a:ext>
            </a:extLst>
          </p:cNvPr>
          <p:cNvGrpSpPr/>
          <p:nvPr/>
        </p:nvGrpSpPr>
        <p:grpSpPr>
          <a:xfrm>
            <a:off x="9249471" y="2527608"/>
            <a:ext cx="166074" cy="180964"/>
            <a:chOff x="8097315" y="2527608"/>
            <a:chExt cx="166074" cy="180964"/>
          </a:xfrm>
        </p:grpSpPr>
        <p:sp>
          <p:nvSpPr>
            <p:cNvPr id="356" name="Freeform 292">
              <a:extLst>
                <a:ext uri="{FF2B5EF4-FFF2-40B4-BE49-F238E27FC236}">
                  <a16:creationId xmlns:a16="http://schemas.microsoft.com/office/drawing/2014/main" id="{3BF5E931-8896-4F6E-D2AE-CA2070909FBA}"/>
                </a:ext>
              </a:extLst>
            </p:cNvPr>
            <p:cNvSpPr/>
            <p:nvPr/>
          </p:nvSpPr>
          <p:spPr>
            <a:xfrm>
              <a:off x="8097315" y="2527608"/>
              <a:ext cx="144135" cy="180557"/>
            </a:xfrm>
            <a:custGeom>
              <a:avLst/>
              <a:gdLst>
                <a:gd name="connsiteX0" fmla="*/ 87290 w 162793"/>
                <a:gd name="connsiteY0" fmla="*/ 178432 h 203929"/>
                <a:gd name="connsiteX1" fmla="*/ 25800 w 162793"/>
                <a:gd name="connsiteY1" fmla="*/ 178432 h 203929"/>
                <a:gd name="connsiteX2" fmla="*/ 25800 w 162793"/>
                <a:gd name="connsiteY2" fmla="*/ 25446 h 203929"/>
                <a:gd name="connsiteX3" fmla="*/ 105609 w 162793"/>
                <a:gd name="connsiteY3" fmla="*/ 25446 h 203929"/>
                <a:gd name="connsiteX4" fmla="*/ 137759 w 162793"/>
                <a:gd name="connsiteY4" fmla="*/ 57474 h 203929"/>
                <a:gd name="connsiteX5" fmla="*/ 137759 w 162793"/>
                <a:gd name="connsiteY5" fmla="*/ 101228 h 203929"/>
                <a:gd name="connsiteX6" fmla="*/ 162793 w 162793"/>
                <a:gd name="connsiteY6" fmla="*/ 104542 h 203929"/>
                <a:gd name="connsiteX7" fmla="*/ 162793 w 162793"/>
                <a:gd name="connsiteY7" fmla="*/ 52167 h 203929"/>
                <a:gd name="connsiteX8" fmla="*/ 159071 w 162793"/>
                <a:gd name="connsiteY8" fmla="*/ 43192 h 203929"/>
                <a:gd name="connsiteX9" fmla="*/ 119623 w 162793"/>
                <a:gd name="connsiteY9" fmla="*/ 3723 h 203929"/>
                <a:gd name="connsiteX10" fmla="*/ 110645 w 162793"/>
                <a:gd name="connsiteY10" fmla="*/ 0 h 203929"/>
                <a:gd name="connsiteX11" fmla="*/ 40945 w 162793"/>
                <a:gd name="connsiteY11" fmla="*/ 0 h 203929"/>
                <a:gd name="connsiteX12" fmla="*/ 0 w 162793"/>
                <a:gd name="connsiteY12" fmla="*/ 23713 h 203929"/>
                <a:gd name="connsiteX13" fmla="*/ 0 w 162793"/>
                <a:gd name="connsiteY13" fmla="*/ 180217 h 203929"/>
                <a:gd name="connsiteX14" fmla="*/ 40945 w 162793"/>
                <a:gd name="connsiteY14" fmla="*/ 203930 h 203929"/>
                <a:gd name="connsiteX15" fmla="*/ 104478 w 162793"/>
                <a:gd name="connsiteY15" fmla="*/ 203930 h 203929"/>
                <a:gd name="connsiteX16" fmla="*/ 87327 w 162793"/>
                <a:gd name="connsiteY16" fmla="*/ 178483 h 203929"/>
                <a:gd name="connsiteX17" fmla="*/ 87290 w 162793"/>
                <a:gd name="connsiteY17" fmla="*/ 178432 h 203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93" h="203929">
                  <a:moveTo>
                    <a:pt x="87290" y="178432"/>
                  </a:moveTo>
                  <a:lnTo>
                    <a:pt x="25800" y="178432"/>
                  </a:lnTo>
                  <a:lnTo>
                    <a:pt x="25800" y="25446"/>
                  </a:lnTo>
                  <a:lnTo>
                    <a:pt x="105609" y="25446"/>
                  </a:lnTo>
                  <a:cubicBezTo>
                    <a:pt x="116338" y="36097"/>
                    <a:pt x="126921" y="46911"/>
                    <a:pt x="137759" y="57474"/>
                  </a:cubicBezTo>
                  <a:lnTo>
                    <a:pt x="137759" y="101228"/>
                  </a:lnTo>
                  <a:cubicBezTo>
                    <a:pt x="146226" y="100454"/>
                    <a:pt x="154802" y="101651"/>
                    <a:pt x="162793" y="104542"/>
                  </a:cubicBezTo>
                  <a:lnTo>
                    <a:pt x="162793" y="52167"/>
                  </a:lnTo>
                  <a:cubicBezTo>
                    <a:pt x="162793" y="48802"/>
                    <a:pt x="161480" y="45539"/>
                    <a:pt x="159071" y="43192"/>
                  </a:cubicBezTo>
                  <a:lnTo>
                    <a:pt x="119623" y="3723"/>
                  </a:lnTo>
                  <a:cubicBezTo>
                    <a:pt x="117214" y="1325"/>
                    <a:pt x="114003" y="0"/>
                    <a:pt x="110645" y="0"/>
                  </a:cubicBezTo>
                  <a:lnTo>
                    <a:pt x="40945" y="0"/>
                  </a:lnTo>
                  <a:cubicBezTo>
                    <a:pt x="27442" y="0"/>
                    <a:pt x="0" y="5391"/>
                    <a:pt x="0" y="23713"/>
                  </a:cubicBezTo>
                  <a:lnTo>
                    <a:pt x="0" y="180217"/>
                  </a:lnTo>
                  <a:cubicBezTo>
                    <a:pt x="0" y="193218"/>
                    <a:pt x="18319" y="203930"/>
                    <a:pt x="40945" y="203930"/>
                  </a:cubicBezTo>
                  <a:lnTo>
                    <a:pt x="104478" y="203930"/>
                  </a:lnTo>
                  <a:cubicBezTo>
                    <a:pt x="96705" y="197200"/>
                    <a:pt x="90757" y="188429"/>
                    <a:pt x="87327" y="178483"/>
                  </a:cubicBezTo>
                  <a:lnTo>
                    <a:pt x="87290" y="178432"/>
                  </a:lnTo>
                  <a:close/>
                </a:path>
              </a:pathLst>
            </a:custGeom>
            <a:solidFill>
              <a:srgbClr val="007B85"/>
            </a:solidFill>
            <a:ln w="3646" cap="flat">
              <a:noFill/>
              <a:prstDash val="solid"/>
              <a:miter/>
            </a:ln>
          </p:spPr>
          <p:txBody>
            <a:bodyPr rtlCol="0" anchor="ctr"/>
            <a:lstStyle/>
            <a:p>
              <a:endParaRPr lang="en-GR"/>
            </a:p>
          </p:txBody>
        </p:sp>
        <p:sp>
          <p:nvSpPr>
            <p:cNvPr id="357" name="Freeform 293">
              <a:extLst>
                <a:ext uri="{FF2B5EF4-FFF2-40B4-BE49-F238E27FC236}">
                  <a16:creationId xmlns:a16="http://schemas.microsoft.com/office/drawing/2014/main" id="{F28D6AFC-E49D-A2DB-66C8-946F9F74D117}"/>
                </a:ext>
              </a:extLst>
            </p:cNvPr>
            <p:cNvSpPr/>
            <p:nvPr/>
          </p:nvSpPr>
          <p:spPr>
            <a:xfrm>
              <a:off x="8137540" y="2577182"/>
              <a:ext cx="63529" cy="18060"/>
            </a:xfrm>
            <a:custGeom>
              <a:avLst/>
              <a:gdLst>
                <a:gd name="connsiteX0" fmla="*/ 65650 w 71753"/>
                <a:gd name="connsiteY0" fmla="*/ 0 h 20398"/>
                <a:gd name="connsiteX1" fmla="*/ 65650 w 71753"/>
                <a:gd name="connsiteY1" fmla="*/ 20399 h 20398"/>
                <a:gd name="connsiteX2" fmla="*/ 6131 w 71753"/>
                <a:gd name="connsiteY2" fmla="*/ 20399 h 20398"/>
                <a:gd name="connsiteX3" fmla="*/ 6131 w 71753"/>
                <a:gd name="connsiteY3" fmla="*/ 0 h 20398"/>
                <a:gd name="connsiteX4" fmla="*/ 65650 w 71753"/>
                <a:gd name="connsiteY4" fmla="*/ 0 h 203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53" h="20398">
                  <a:moveTo>
                    <a:pt x="65650" y="0"/>
                  </a:moveTo>
                  <a:cubicBezTo>
                    <a:pt x="73788" y="0"/>
                    <a:pt x="73788" y="20399"/>
                    <a:pt x="65650" y="20399"/>
                  </a:cubicBezTo>
                  <a:lnTo>
                    <a:pt x="6131" y="20399"/>
                  </a:lnTo>
                  <a:cubicBezTo>
                    <a:pt x="-2044" y="20399"/>
                    <a:pt x="-2044" y="0"/>
                    <a:pt x="6131" y="0"/>
                  </a:cubicBezTo>
                  <a:lnTo>
                    <a:pt x="65650" y="0"/>
                  </a:lnTo>
                  <a:close/>
                </a:path>
              </a:pathLst>
            </a:custGeom>
            <a:solidFill>
              <a:srgbClr val="007B85"/>
            </a:solidFill>
            <a:ln w="3646" cap="flat">
              <a:noFill/>
              <a:prstDash val="solid"/>
              <a:miter/>
            </a:ln>
          </p:spPr>
          <p:txBody>
            <a:bodyPr rtlCol="0" anchor="ctr"/>
            <a:lstStyle/>
            <a:p>
              <a:endParaRPr lang="en-GR"/>
            </a:p>
          </p:txBody>
        </p:sp>
        <p:sp>
          <p:nvSpPr>
            <p:cNvPr id="358" name="Freeform 294">
              <a:extLst>
                <a:ext uri="{FF2B5EF4-FFF2-40B4-BE49-F238E27FC236}">
                  <a16:creationId xmlns:a16="http://schemas.microsoft.com/office/drawing/2014/main" id="{EF529AEB-E9F0-5465-7491-DD38C8EC517D}"/>
                </a:ext>
              </a:extLst>
            </p:cNvPr>
            <p:cNvSpPr/>
            <p:nvPr/>
          </p:nvSpPr>
          <p:spPr>
            <a:xfrm>
              <a:off x="8137597" y="2607436"/>
              <a:ext cx="50993" cy="18058"/>
            </a:xfrm>
            <a:custGeom>
              <a:avLst/>
              <a:gdLst>
                <a:gd name="connsiteX0" fmla="*/ 6103 w 57594"/>
                <a:gd name="connsiteY0" fmla="*/ 0 h 20395"/>
                <a:gd name="connsiteX1" fmla="*/ 51463 w 57594"/>
                <a:gd name="connsiteY1" fmla="*/ 0 h 20395"/>
                <a:gd name="connsiteX2" fmla="*/ 51463 w 57594"/>
                <a:gd name="connsiteY2" fmla="*/ 20395 h 20395"/>
                <a:gd name="connsiteX3" fmla="*/ 6103 w 57594"/>
                <a:gd name="connsiteY3" fmla="*/ 20395 h 20395"/>
                <a:gd name="connsiteX4" fmla="*/ 6103 w 57594"/>
                <a:gd name="connsiteY4" fmla="*/ 0 h 203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94" h="20395">
                  <a:moveTo>
                    <a:pt x="6103" y="0"/>
                  </a:moveTo>
                  <a:lnTo>
                    <a:pt x="51463" y="0"/>
                  </a:lnTo>
                  <a:cubicBezTo>
                    <a:pt x="59638" y="0"/>
                    <a:pt x="59638" y="20395"/>
                    <a:pt x="51463" y="20395"/>
                  </a:cubicBezTo>
                  <a:lnTo>
                    <a:pt x="6103" y="20395"/>
                  </a:lnTo>
                  <a:cubicBezTo>
                    <a:pt x="-2034" y="20395"/>
                    <a:pt x="-2034" y="0"/>
                    <a:pt x="6103" y="0"/>
                  </a:cubicBezTo>
                  <a:close/>
                </a:path>
              </a:pathLst>
            </a:custGeom>
            <a:solidFill>
              <a:srgbClr val="007B85"/>
            </a:solidFill>
            <a:ln w="3646" cap="flat">
              <a:noFill/>
              <a:prstDash val="solid"/>
              <a:miter/>
            </a:ln>
          </p:spPr>
          <p:txBody>
            <a:bodyPr rtlCol="0" anchor="ctr"/>
            <a:lstStyle/>
            <a:p>
              <a:endParaRPr lang="en-GR"/>
            </a:p>
          </p:txBody>
        </p:sp>
        <p:sp>
          <p:nvSpPr>
            <p:cNvPr id="359" name="Freeform 295">
              <a:extLst>
                <a:ext uri="{FF2B5EF4-FFF2-40B4-BE49-F238E27FC236}">
                  <a16:creationId xmlns:a16="http://schemas.microsoft.com/office/drawing/2014/main" id="{368623CC-E48D-B49F-8B1C-15300A3CA0A0}"/>
                </a:ext>
              </a:extLst>
            </p:cNvPr>
            <p:cNvSpPr/>
            <p:nvPr/>
          </p:nvSpPr>
          <p:spPr>
            <a:xfrm>
              <a:off x="8184132" y="2629287"/>
              <a:ext cx="79257" cy="79285"/>
            </a:xfrm>
            <a:custGeom>
              <a:avLst/>
              <a:gdLst>
                <a:gd name="connsiteX0" fmla="*/ 0 w 89516"/>
                <a:gd name="connsiteY0" fmla="*/ 44776 h 89548"/>
                <a:gd name="connsiteX1" fmla="*/ 44740 w 89516"/>
                <a:gd name="connsiteY1" fmla="*/ 0 h 89548"/>
                <a:gd name="connsiteX2" fmla="*/ 89516 w 89516"/>
                <a:gd name="connsiteY2" fmla="*/ 44776 h 89548"/>
                <a:gd name="connsiteX3" fmla="*/ 44740 w 89516"/>
                <a:gd name="connsiteY3" fmla="*/ 89548 h 89548"/>
                <a:gd name="connsiteX4" fmla="*/ 0 w 89516"/>
                <a:gd name="connsiteY4" fmla="*/ 44776 h 89548"/>
                <a:gd name="connsiteX5" fmla="*/ 49849 w 89516"/>
                <a:gd name="connsiteY5" fmla="*/ 49875 h 89548"/>
                <a:gd name="connsiteX6" fmla="*/ 72036 w 89516"/>
                <a:gd name="connsiteY6" fmla="*/ 49875 h 89548"/>
                <a:gd name="connsiteX7" fmla="*/ 72036 w 89516"/>
                <a:gd name="connsiteY7" fmla="*/ 39673 h 89548"/>
                <a:gd name="connsiteX8" fmla="*/ 49849 w 89516"/>
                <a:gd name="connsiteY8" fmla="*/ 39673 h 89548"/>
                <a:gd name="connsiteX9" fmla="*/ 49849 w 89516"/>
                <a:gd name="connsiteY9" fmla="*/ 17490 h 89548"/>
                <a:gd name="connsiteX10" fmla="*/ 39667 w 89516"/>
                <a:gd name="connsiteY10" fmla="*/ 17490 h 89548"/>
                <a:gd name="connsiteX11" fmla="*/ 39667 w 89516"/>
                <a:gd name="connsiteY11" fmla="*/ 39673 h 89548"/>
                <a:gd name="connsiteX12" fmla="*/ 17480 w 89516"/>
                <a:gd name="connsiteY12" fmla="*/ 39673 h 89548"/>
                <a:gd name="connsiteX13" fmla="*/ 17480 w 89516"/>
                <a:gd name="connsiteY13" fmla="*/ 49875 h 89548"/>
                <a:gd name="connsiteX14" fmla="*/ 39667 w 89516"/>
                <a:gd name="connsiteY14" fmla="*/ 49875 h 89548"/>
                <a:gd name="connsiteX15" fmla="*/ 39667 w 89516"/>
                <a:gd name="connsiteY15" fmla="*/ 72058 h 89548"/>
                <a:gd name="connsiteX16" fmla="*/ 49849 w 89516"/>
                <a:gd name="connsiteY16" fmla="*/ 72058 h 89548"/>
                <a:gd name="connsiteX17" fmla="*/ 49849 w 89516"/>
                <a:gd name="connsiteY17" fmla="*/ 49875 h 89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9516" h="89548">
                  <a:moveTo>
                    <a:pt x="0" y="44776"/>
                  </a:moveTo>
                  <a:cubicBezTo>
                    <a:pt x="0" y="20041"/>
                    <a:pt x="20034" y="0"/>
                    <a:pt x="44740" y="0"/>
                  </a:cubicBezTo>
                  <a:cubicBezTo>
                    <a:pt x="69482" y="0"/>
                    <a:pt x="89516" y="20041"/>
                    <a:pt x="89516" y="44776"/>
                  </a:cubicBezTo>
                  <a:cubicBezTo>
                    <a:pt x="89516" y="69507"/>
                    <a:pt x="69482" y="89548"/>
                    <a:pt x="44740" y="89548"/>
                  </a:cubicBezTo>
                  <a:cubicBezTo>
                    <a:pt x="20034" y="89548"/>
                    <a:pt x="0" y="69507"/>
                    <a:pt x="0" y="44776"/>
                  </a:cubicBezTo>
                  <a:close/>
                  <a:moveTo>
                    <a:pt x="49849" y="49875"/>
                  </a:moveTo>
                  <a:lnTo>
                    <a:pt x="72036" y="49875"/>
                  </a:lnTo>
                  <a:lnTo>
                    <a:pt x="72036" y="39673"/>
                  </a:lnTo>
                  <a:lnTo>
                    <a:pt x="49849" y="39673"/>
                  </a:lnTo>
                  <a:lnTo>
                    <a:pt x="49849" y="17490"/>
                  </a:lnTo>
                  <a:lnTo>
                    <a:pt x="39667" y="17490"/>
                  </a:lnTo>
                  <a:lnTo>
                    <a:pt x="39667" y="39673"/>
                  </a:lnTo>
                  <a:lnTo>
                    <a:pt x="17480" y="39673"/>
                  </a:lnTo>
                  <a:lnTo>
                    <a:pt x="17480" y="49875"/>
                  </a:lnTo>
                  <a:lnTo>
                    <a:pt x="39667" y="49875"/>
                  </a:lnTo>
                  <a:lnTo>
                    <a:pt x="39667" y="72058"/>
                  </a:lnTo>
                  <a:lnTo>
                    <a:pt x="49849" y="72058"/>
                  </a:lnTo>
                  <a:lnTo>
                    <a:pt x="49849" y="49875"/>
                  </a:lnTo>
                  <a:close/>
                </a:path>
              </a:pathLst>
            </a:custGeom>
            <a:solidFill>
              <a:srgbClr val="007B85"/>
            </a:solidFill>
            <a:ln w="3646" cap="flat">
              <a:noFill/>
              <a:prstDash val="solid"/>
              <a:miter/>
            </a:ln>
          </p:spPr>
          <p:txBody>
            <a:bodyPr rtlCol="0" anchor="ctr"/>
            <a:lstStyle/>
            <a:p>
              <a:endParaRPr lang="en-GR"/>
            </a:p>
          </p:txBody>
        </p:sp>
      </p:grpSp>
      <p:grpSp>
        <p:nvGrpSpPr>
          <p:cNvPr id="360" name="Group 359">
            <a:extLst>
              <a:ext uri="{FF2B5EF4-FFF2-40B4-BE49-F238E27FC236}">
                <a16:creationId xmlns:a16="http://schemas.microsoft.com/office/drawing/2014/main" id="{07C304CC-9049-2B16-65A2-D58812FB1F92}"/>
              </a:ext>
            </a:extLst>
          </p:cNvPr>
          <p:cNvGrpSpPr/>
          <p:nvPr/>
        </p:nvGrpSpPr>
        <p:grpSpPr>
          <a:xfrm>
            <a:off x="9575803" y="2530841"/>
            <a:ext cx="180936" cy="173907"/>
            <a:chOff x="8423647" y="2530839"/>
            <a:chExt cx="180936" cy="173907"/>
          </a:xfrm>
        </p:grpSpPr>
        <p:sp>
          <p:nvSpPr>
            <p:cNvPr id="361" name="Freeform 296">
              <a:extLst>
                <a:ext uri="{FF2B5EF4-FFF2-40B4-BE49-F238E27FC236}">
                  <a16:creationId xmlns:a16="http://schemas.microsoft.com/office/drawing/2014/main" id="{2795F786-CAFA-E7F9-9D70-A3890356014F}"/>
                </a:ext>
              </a:extLst>
            </p:cNvPr>
            <p:cNvSpPr/>
            <p:nvPr/>
          </p:nvSpPr>
          <p:spPr>
            <a:xfrm>
              <a:off x="8559899" y="2530839"/>
              <a:ext cx="40580" cy="39945"/>
            </a:xfrm>
            <a:custGeom>
              <a:avLst/>
              <a:gdLst>
                <a:gd name="connsiteX0" fmla="*/ 42149 w 45833"/>
                <a:gd name="connsiteY0" fmla="*/ 28915 h 45116"/>
                <a:gd name="connsiteX1" fmla="*/ 45725 w 45833"/>
                <a:gd name="connsiteY1" fmla="*/ 22630 h 45116"/>
                <a:gd name="connsiteX2" fmla="*/ 44813 w 45833"/>
                <a:gd name="connsiteY2" fmla="*/ 18593 h 45116"/>
                <a:gd name="connsiteX3" fmla="*/ 27187 w 45833"/>
                <a:gd name="connsiteY3" fmla="*/ 1220 h 45116"/>
                <a:gd name="connsiteX4" fmla="*/ 27114 w 45833"/>
                <a:gd name="connsiteY4" fmla="*/ 1220 h 45116"/>
                <a:gd name="connsiteX5" fmla="*/ 14232 w 45833"/>
                <a:gd name="connsiteY5" fmla="*/ 4797 h 45116"/>
                <a:gd name="connsiteX6" fmla="*/ 0 w 45833"/>
                <a:gd name="connsiteY6" fmla="*/ 19257 h 45116"/>
                <a:gd name="connsiteX7" fmla="*/ 26201 w 45833"/>
                <a:gd name="connsiteY7" fmla="*/ 45116 h 45116"/>
                <a:gd name="connsiteX8" fmla="*/ 42076 w 45833"/>
                <a:gd name="connsiteY8" fmla="*/ 29017 h 45116"/>
                <a:gd name="connsiteX9" fmla="*/ 42149 w 45833"/>
                <a:gd name="connsiteY9" fmla="*/ 28915 h 45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833" h="45116">
                  <a:moveTo>
                    <a:pt x="42149" y="28915"/>
                  </a:moveTo>
                  <a:cubicBezTo>
                    <a:pt x="44083" y="26922"/>
                    <a:pt x="45360" y="24622"/>
                    <a:pt x="45725" y="22630"/>
                  </a:cubicBezTo>
                  <a:cubicBezTo>
                    <a:pt x="46017" y="20995"/>
                    <a:pt x="45725" y="19513"/>
                    <a:pt x="44813" y="18593"/>
                  </a:cubicBezTo>
                  <a:cubicBezTo>
                    <a:pt x="44630" y="18440"/>
                    <a:pt x="27187" y="1220"/>
                    <a:pt x="27187" y="1220"/>
                  </a:cubicBezTo>
                  <a:lnTo>
                    <a:pt x="27114" y="1220"/>
                  </a:lnTo>
                  <a:cubicBezTo>
                    <a:pt x="24450" y="-1335"/>
                    <a:pt x="18757" y="249"/>
                    <a:pt x="14232" y="4797"/>
                  </a:cubicBezTo>
                  <a:lnTo>
                    <a:pt x="0" y="19257"/>
                  </a:lnTo>
                  <a:lnTo>
                    <a:pt x="26201" y="45116"/>
                  </a:lnTo>
                  <a:lnTo>
                    <a:pt x="42076" y="29017"/>
                  </a:lnTo>
                  <a:lnTo>
                    <a:pt x="42149" y="28915"/>
                  </a:lnTo>
                  <a:close/>
                </a:path>
              </a:pathLst>
            </a:custGeom>
            <a:solidFill>
              <a:srgbClr val="007B85"/>
            </a:solidFill>
            <a:ln w="3646" cap="flat">
              <a:noFill/>
              <a:prstDash val="solid"/>
              <a:miter/>
            </a:ln>
          </p:spPr>
          <p:txBody>
            <a:bodyPr rtlCol="0" anchor="ctr"/>
            <a:lstStyle/>
            <a:p>
              <a:endParaRPr lang="en-GR"/>
            </a:p>
          </p:txBody>
        </p:sp>
        <p:sp>
          <p:nvSpPr>
            <p:cNvPr id="362" name="Freeform 297">
              <a:extLst>
                <a:ext uri="{FF2B5EF4-FFF2-40B4-BE49-F238E27FC236}">
                  <a16:creationId xmlns:a16="http://schemas.microsoft.com/office/drawing/2014/main" id="{8BF64121-7816-9164-1623-40FF8B767263}"/>
                </a:ext>
              </a:extLst>
            </p:cNvPr>
            <p:cNvSpPr/>
            <p:nvPr/>
          </p:nvSpPr>
          <p:spPr>
            <a:xfrm>
              <a:off x="8423647" y="2542189"/>
              <a:ext cx="180936" cy="162557"/>
            </a:xfrm>
            <a:custGeom>
              <a:avLst/>
              <a:gdLst>
                <a:gd name="connsiteX0" fmla="*/ 179033 w 204358"/>
                <a:gd name="connsiteY0" fmla="*/ 99286 h 183600"/>
                <a:gd name="connsiteX1" fmla="*/ 179033 w 204358"/>
                <a:gd name="connsiteY1" fmla="*/ 156059 h 183600"/>
                <a:gd name="connsiteX2" fmla="*/ 25253 w 204358"/>
                <a:gd name="connsiteY2" fmla="*/ 156212 h 183600"/>
                <a:gd name="connsiteX3" fmla="*/ 25253 w 204358"/>
                <a:gd name="connsiteY3" fmla="*/ 27392 h 183600"/>
                <a:gd name="connsiteX4" fmla="*/ 80612 w 204358"/>
                <a:gd name="connsiteY4" fmla="*/ 27392 h 183600"/>
                <a:gd name="connsiteX5" fmla="*/ 80612 w 204358"/>
                <a:gd name="connsiteY5" fmla="*/ 0 h 183600"/>
                <a:gd name="connsiteX6" fmla="*/ 57074 w 204358"/>
                <a:gd name="connsiteY6" fmla="*/ 0 h 183600"/>
                <a:gd name="connsiteX7" fmla="*/ 0 w 204358"/>
                <a:gd name="connsiteY7" fmla="*/ 35261 h 183600"/>
                <a:gd name="connsiteX8" fmla="*/ 0 w 204358"/>
                <a:gd name="connsiteY8" fmla="*/ 148343 h 183600"/>
                <a:gd name="connsiteX9" fmla="*/ 60286 w 204358"/>
                <a:gd name="connsiteY9" fmla="*/ 183600 h 183600"/>
                <a:gd name="connsiteX10" fmla="*/ 147284 w 204358"/>
                <a:gd name="connsiteY10" fmla="*/ 183498 h 183600"/>
                <a:gd name="connsiteX11" fmla="*/ 204358 w 204358"/>
                <a:gd name="connsiteY11" fmla="*/ 148343 h 183600"/>
                <a:gd name="connsiteX12" fmla="*/ 204358 w 204358"/>
                <a:gd name="connsiteY12" fmla="*/ 99388 h 183600"/>
                <a:gd name="connsiteX13" fmla="*/ 179069 w 204358"/>
                <a:gd name="connsiteY13" fmla="*/ 99388 h 183600"/>
                <a:gd name="connsiteX14" fmla="*/ 179033 w 204358"/>
                <a:gd name="connsiteY14" fmla="*/ 99286 h 18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4358" h="183600">
                  <a:moveTo>
                    <a:pt x="179033" y="99286"/>
                  </a:moveTo>
                  <a:lnTo>
                    <a:pt x="179033" y="156059"/>
                  </a:lnTo>
                  <a:lnTo>
                    <a:pt x="25253" y="156212"/>
                  </a:lnTo>
                  <a:lnTo>
                    <a:pt x="25253" y="27392"/>
                  </a:lnTo>
                  <a:lnTo>
                    <a:pt x="80612" y="27392"/>
                  </a:lnTo>
                  <a:lnTo>
                    <a:pt x="80612" y="0"/>
                  </a:lnTo>
                  <a:lnTo>
                    <a:pt x="57074" y="0"/>
                  </a:lnTo>
                  <a:cubicBezTo>
                    <a:pt x="25253" y="1226"/>
                    <a:pt x="0" y="16504"/>
                    <a:pt x="0" y="35261"/>
                  </a:cubicBezTo>
                  <a:lnTo>
                    <a:pt x="0" y="148343"/>
                  </a:lnTo>
                  <a:cubicBezTo>
                    <a:pt x="0" y="167709"/>
                    <a:pt x="26932" y="183396"/>
                    <a:pt x="60286" y="183600"/>
                  </a:cubicBezTo>
                  <a:lnTo>
                    <a:pt x="147284" y="183498"/>
                  </a:lnTo>
                  <a:cubicBezTo>
                    <a:pt x="179105" y="182323"/>
                    <a:pt x="204358" y="167045"/>
                    <a:pt x="204358" y="148343"/>
                  </a:cubicBezTo>
                  <a:lnTo>
                    <a:pt x="204358" y="99388"/>
                  </a:lnTo>
                  <a:lnTo>
                    <a:pt x="179069" y="99388"/>
                  </a:lnTo>
                  <a:lnTo>
                    <a:pt x="179033" y="99286"/>
                  </a:lnTo>
                  <a:close/>
                </a:path>
              </a:pathLst>
            </a:custGeom>
            <a:solidFill>
              <a:srgbClr val="007B85"/>
            </a:solidFill>
            <a:ln w="3646" cap="flat">
              <a:noFill/>
              <a:prstDash val="solid"/>
              <a:miter/>
            </a:ln>
          </p:spPr>
          <p:txBody>
            <a:bodyPr rtlCol="0" anchor="ctr"/>
            <a:lstStyle/>
            <a:p>
              <a:endParaRPr lang="en-GR"/>
            </a:p>
          </p:txBody>
        </p:sp>
        <p:sp>
          <p:nvSpPr>
            <p:cNvPr id="363" name="Freeform 298">
              <a:extLst>
                <a:ext uri="{FF2B5EF4-FFF2-40B4-BE49-F238E27FC236}">
                  <a16:creationId xmlns:a16="http://schemas.microsoft.com/office/drawing/2014/main" id="{E004B99B-D645-AFB6-6505-703BA75A94F8}"/>
                </a:ext>
              </a:extLst>
            </p:cNvPr>
            <p:cNvSpPr/>
            <p:nvPr/>
          </p:nvSpPr>
          <p:spPr>
            <a:xfrm>
              <a:off x="8484072" y="2556214"/>
              <a:ext cx="90690" cy="91679"/>
            </a:xfrm>
            <a:custGeom>
              <a:avLst/>
              <a:gdLst>
                <a:gd name="connsiteX0" fmla="*/ 7731 w 102429"/>
                <a:gd name="connsiteY0" fmla="*/ 103067 h 103546"/>
                <a:gd name="connsiteX1" fmla="*/ 469 w 102429"/>
                <a:gd name="connsiteY1" fmla="*/ 95658 h 103546"/>
                <a:gd name="connsiteX2" fmla="*/ 12949 w 102429"/>
                <a:gd name="connsiteY2" fmla="*/ 64233 h 103546"/>
                <a:gd name="connsiteX3" fmla="*/ 76227 w 102429"/>
                <a:gd name="connsiteY3" fmla="*/ 0 h 103546"/>
                <a:gd name="connsiteX4" fmla="*/ 102429 w 102429"/>
                <a:gd name="connsiteY4" fmla="*/ 25859 h 103546"/>
                <a:gd name="connsiteX5" fmla="*/ 39151 w 102429"/>
                <a:gd name="connsiteY5" fmla="*/ 90088 h 103546"/>
                <a:gd name="connsiteX6" fmla="*/ 7731 w 102429"/>
                <a:gd name="connsiteY6" fmla="*/ 103067 h 103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429" h="103546">
                  <a:moveTo>
                    <a:pt x="7731" y="103067"/>
                  </a:moveTo>
                  <a:cubicBezTo>
                    <a:pt x="2549" y="104961"/>
                    <a:pt x="-1393" y="100983"/>
                    <a:pt x="469" y="95658"/>
                  </a:cubicBezTo>
                  <a:cubicBezTo>
                    <a:pt x="469" y="95658"/>
                    <a:pt x="12621" y="64540"/>
                    <a:pt x="12949" y="64233"/>
                  </a:cubicBezTo>
                  <a:lnTo>
                    <a:pt x="76227" y="0"/>
                  </a:lnTo>
                  <a:lnTo>
                    <a:pt x="102429" y="25859"/>
                  </a:lnTo>
                  <a:lnTo>
                    <a:pt x="39151" y="90088"/>
                  </a:lnTo>
                  <a:cubicBezTo>
                    <a:pt x="38895" y="90395"/>
                    <a:pt x="7731" y="103067"/>
                    <a:pt x="7731" y="103067"/>
                  </a:cubicBezTo>
                  <a:close/>
                </a:path>
              </a:pathLst>
            </a:custGeom>
            <a:solidFill>
              <a:srgbClr val="007B85"/>
            </a:solidFill>
            <a:ln w="3646" cap="flat">
              <a:noFill/>
              <a:prstDash val="solid"/>
              <a:miter/>
            </a:ln>
          </p:spPr>
          <p:txBody>
            <a:bodyPr rtlCol="0" anchor="ctr"/>
            <a:lstStyle/>
            <a:p>
              <a:endParaRPr lang="en-GR"/>
            </a:p>
          </p:txBody>
        </p:sp>
      </p:grpSp>
      <p:sp>
        <p:nvSpPr>
          <p:cNvPr id="364" name="Freeform 300">
            <a:extLst>
              <a:ext uri="{FF2B5EF4-FFF2-40B4-BE49-F238E27FC236}">
                <a16:creationId xmlns:a16="http://schemas.microsoft.com/office/drawing/2014/main" id="{49EF368E-9409-BDA3-AE9B-4B4C7C0DFB81}"/>
              </a:ext>
            </a:extLst>
          </p:cNvPr>
          <p:cNvSpPr/>
          <p:nvPr/>
        </p:nvSpPr>
        <p:spPr>
          <a:xfrm>
            <a:off x="9901874" y="2675967"/>
            <a:ext cx="194373" cy="24242"/>
          </a:xfrm>
          <a:custGeom>
            <a:avLst/>
            <a:gdLst>
              <a:gd name="connsiteX0" fmla="*/ 212173 w 219534"/>
              <a:gd name="connsiteY0" fmla="*/ 0 h 27380"/>
              <a:gd name="connsiteX1" fmla="*/ 7376 w 219534"/>
              <a:gd name="connsiteY1" fmla="*/ 0 h 27380"/>
              <a:gd name="connsiteX2" fmla="*/ 7376 w 219534"/>
              <a:gd name="connsiteY2" fmla="*/ 27381 h 27380"/>
              <a:gd name="connsiteX3" fmla="*/ 212173 w 219534"/>
              <a:gd name="connsiteY3" fmla="*/ 27381 h 27380"/>
              <a:gd name="connsiteX4" fmla="*/ 212173 w 219534"/>
              <a:gd name="connsiteY4" fmla="*/ 0 h 27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534" h="27380">
                <a:moveTo>
                  <a:pt x="212173" y="0"/>
                </a:moveTo>
                <a:lnTo>
                  <a:pt x="7376" y="0"/>
                </a:lnTo>
                <a:cubicBezTo>
                  <a:pt x="-2477" y="274"/>
                  <a:pt x="-2440" y="27107"/>
                  <a:pt x="7376" y="27381"/>
                </a:cubicBezTo>
                <a:lnTo>
                  <a:pt x="212173" y="27381"/>
                </a:lnTo>
                <a:cubicBezTo>
                  <a:pt x="221989" y="27107"/>
                  <a:pt x="221989" y="278"/>
                  <a:pt x="212173" y="0"/>
                </a:cubicBezTo>
                <a:close/>
              </a:path>
            </a:pathLst>
          </a:custGeom>
          <a:solidFill>
            <a:srgbClr val="007B85"/>
          </a:solidFill>
          <a:ln w="3646" cap="flat">
            <a:noFill/>
            <a:prstDash val="solid"/>
            <a:miter/>
          </a:ln>
        </p:spPr>
        <p:txBody>
          <a:bodyPr rtlCol="0" anchor="ctr"/>
          <a:lstStyle/>
          <a:p>
            <a:endParaRPr lang="en-GR"/>
          </a:p>
        </p:txBody>
      </p:sp>
      <p:grpSp>
        <p:nvGrpSpPr>
          <p:cNvPr id="365" name="Group 364">
            <a:extLst>
              <a:ext uri="{FF2B5EF4-FFF2-40B4-BE49-F238E27FC236}">
                <a16:creationId xmlns:a16="http://schemas.microsoft.com/office/drawing/2014/main" id="{91AA0CD7-E31B-C855-53ED-110EDF85886F}"/>
              </a:ext>
            </a:extLst>
          </p:cNvPr>
          <p:cNvGrpSpPr/>
          <p:nvPr/>
        </p:nvGrpSpPr>
        <p:grpSpPr>
          <a:xfrm>
            <a:off x="9939311" y="2537305"/>
            <a:ext cx="124809" cy="125547"/>
            <a:chOff x="8787153" y="2537303"/>
            <a:chExt cx="124809" cy="125547"/>
          </a:xfrm>
        </p:grpSpPr>
        <p:sp>
          <p:nvSpPr>
            <p:cNvPr id="366" name="Freeform 299">
              <a:extLst>
                <a:ext uri="{FF2B5EF4-FFF2-40B4-BE49-F238E27FC236}">
                  <a16:creationId xmlns:a16="http://schemas.microsoft.com/office/drawing/2014/main" id="{B208656E-85BB-22D8-0D4C-C52EC96A8937}"/>
                </a:ext>
              </a:extLst>
            </p:cNvPr>
            <p:cNvSpPr/>
            <p:nvPr/>
          </p:nvSpPr>
          <p:spPr>
            <a:xfrm>
              <a:off x="8868461" y="2537303"/>
              <a:ext cx="43501" cy="42808"/>
            </a:xfrm>
            <a:custGeom>
              <a:avLst/>
              <a:gdLst>
                <a:gd name="connsiteX0" fmla="*/ 45178 w 49132"/>
                <a:gd name="connsiteY0" fmla="*/ 30991 h 48349"/>
                <a:gd name="connsiteX1" fmla="*/ 49009 w 49132"/>
                <a:gd name="connsiteY1" fmla="*/ 24254 h 48349"/>
                <a:gd name="connsiteX2" fmla="*/ 48024 w 49132"/>
                <a:gd name="connsiteY2" fmla="*/ 19928 h 48349"/>
                <a:gd name="connsiteX3" fmla="*/ 29121 w 49132"/>
                <a:gd name="connsiteY3" fmla="*/ 1307 h 48349"/>
                <a:gd name="connsiteX4" fmla="*/ 29084 w 49132"/>
                <a:gd name="connsiteY4" fmla="*/ 1307 h 48349"/>
                <a:gd name="connsiteX5" fmla="*/ 15254 w 49132"/>
                <a:gd name="connsiteY5" fmla="*/ 5139 h 48349"/>
                <a:gd name="connsiteX6" fmla="*/ 0 w 49132"/>
                <a:gd name="connsiteY6" fmla="*/ 20640 h 48349"/>
                <a:gd name="connsiteX7" fmla="*/ 28099 w 49132"/>
                <a:gd name="connsiteY7" fmla="*/ 48350 h 48349"/>
                <a:gd name="connsiteX8" fmla="*/ 45105 w 49132"/>
                <a:gd name="connsiteY8" fmla="*/ 31100 h 48349"/>
                <a:gd name="connsiteX9" fmla="*/ 45178 w 49132"/>
                <a:gd name="connsiteY9" fmla="*/ 30991 h 48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132" h="48349">
                  <a:moveTo>
                    <a:pt x="45178" y="30991"/>
                  </a:moveTo>
                  <a:cubicBezTo>
                    <a:pt x="47258" y="28852"/>
                    <a:pt x="48608" y="26389"/>
                    <a:pt x="49009" y="24254"/>
                  </a:cubicBezTo>
                  <a:cubicBezTo>
                    <a:pt x="49338" y="22501"/>
                    <a:pt x="49009" y="20914"/>
                    <a:pt x="48024" y="19928"/>
                  </a:cubicBezTo>
                  <a:cubicBezTo>
                    <a:pt x="47842" y="19764"/>
                    <a:pt x="29121" y="1307"/>
                    <a:pt x="29121" y="1307"/>
                  </a:cubicBezTo>
                  <a:lnTo>
                    <a:pt x="29084" y="1307"/>
                  </a:lnTo>
                  <a:cubicBezTo>
                    <a:pt x="26238" y="-1430"/>
                    <a:pt x="20107" y="267"/>
                    <a:pt x="15254" y="5139"/>
                  </a:cubicBezTo>
                  <a:lnTo>
                    <a:pt x="0" y="20640"/>
                  </a:lnTo>
                  <a:lnTo>
                    <a:pt x="28099" y="48350"/>
                  </a:lnTo>
                  <a:lnTo>
                    <a:pt x="45105" y="31100"/>
                  </a:lnTo>
                  <a:lnTo>
                    <a:pt x="45178" y="30991"/>
                  </a:lnTo>
                  <a:close/>
                </a:path>
              </a:pathLst>
            </a:custGeom>
            <a:solidFill>
              <a:srgbClr val="007B85"/>
            </a:solidFill>
            <a:ln w="3646" cap="flat">
              <a:noFill/>
              <a:prstDash val="solid"/>
              <a:miter/>
            </a:ln>
          </p:spPr>
          <p:txBody>
            <a:bodyPr rtlCol="0" anchor="ctr"/>
            <a:lstStyle/>
            <a:p>
              <a:endParaRPr lang="en-GR"/>
            </a:p>
          </p:txBody>
        </p:sp>
        <p:sp>
          <p:nvSpPr>
            <p:cNvPr id="367" name="Freeform 301">
              <a:extLst>
                <a:ext uri="{FF2B5EF4-FFF2-40B4-BE49-F238E27FC236}">
                  <a16:creationId xmlns:a16="http://schemas.microsoft.com/office/drawing/2014/main" id="{4457AFC4-7D13-773B-E271-5F40D6BB2E88}"/>
                </a:ext>
              </a:extLst>
            </p:cNvPr>
            <p:cNvSpPr/>
            <p:nvPr/>
          </p:nvSpPr>
          <p:spPr>
            <a:xfrm>
              <a:off x="8787153" y="2564499"/>
              <a:ext cx="97300" cy="98351"/>
            </a:xfrm>
            <a:custGeom>
              <a:avLst/>
              <a:gdLst>
                <a:gd name="connsiteX0" fmla="*/ 8374 w 109895"/>
                <a:gd name="connsiteY0" fmla="*/ 110454 h 111082"/>
                <a:gd name="connsiteX1" fmla="*/ 601 w 109895"/>
                <a:gd name="connsiteY1" fmla="*/ 102512 h 111082"/>
                <a:gd name="connsiteX2" fmla="*/ 13957 w 109895"/>
                <a:gd name="connsiteY2" fmla="*/ 68835 h 111082"/>
                <a:gd name="connsiteX3" fmla="*/ 81797 w 109895"/>
                <a:gd name="connsiteY3" fmla="*/ 0 h 111082"/>
                <a:gd name="connsiteX4" fmla="*/ 109896 w 109895"/>
                <a:gd name="connsiteY4" fmla="*/ 27709 h 111082"/>
                <a:gd name="connsiteX5" fmla="*/ 42056 w 109895"/>
                <a:gd name="connsiteY5" fmla="*/ 96545 h 111082"/>
                <a:gd name="connsiteX6" fmla="*/ 8374 w 109895"/>
                <a:gd name="connsiteY6" fmla="*/ 110454 h 11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895" h="111082">
                  <a:moveTo>
                    <a:pt x="8374" y="110454"/>
                  </a:moveTo>
                  <a:cubicBezTo>
                    <a:pt x="2170" y="112721"/>
                    <a:pt x="-1516" y="108575"/>
                    <a:pt x="601" y="102512"/>
                  </a:cubicBezTo>
                  <a:cubicBezTo>
                    <a:pt x="601" y="102512"/>
                    <a:pt x="13628" y="69164"/>
                    <a:pt x="13957" y="68835"/>
                  </a:cubicBezTo>
                  <a:lnTo>
                    <a:pt x="81797" y="0"/>
                  </a:lnTo>
                  <a:lnTo>
                    <a:pt x="109896" y="27709"/>
                  </a:lnTo>
                  <a:lnTo>
                    <a:pt x="42056" y="96545"/>
                  </a:lnTo>
                  <a:cubicBezTo>
                    <a:pt x="41801" y="96873"/>
                    <a:pt x="8374" y="110454"/>
                    <a:pt x="8374" y="110454"/>
                  </a:cubicBezTo>
                  <a:close/>
                </a:path>
              </a:pathLst>
            </a:custGeom>
            <a:solidFill>
              <a:srgbClr val="007B85"/>
            </a:solidFill>
            <a:ln w="3646" cap="flat">
              <a:noFill/>
              <a:prstDash val="solid"/>
              <a:miter/>
            </a:ln>
          </p:spPr>
          <p:txBody>
            <a:bodyPr rtlCol="0" anchor="ctr"/>
            <a:lstStyle/>
            <a:p>
              <a:endParaRPr lang="en-GR"/>
            </a:p>
          </p:txBody>
        </p:sp>
      </p:grpSp>
      <p:grpSp>
        <p:nvGrpSpPr>
          <p:cNvPr id="368" name="Group 367">
            <a:extLst>
              <a:ext uri="{FF2B5EF4-FFF2-40B4-BE49-F238E27FC236}">
                <a16:creationId xmlns:a16="http://schemas.microsoft.com/office/drawing/2014/main" id="{75D82E0B-C994-0F89-B6CB-3D1E527CBE45}"/>
              </a:ext>
            </a:extLst>
          </p:cNvPr>
          <p:cNvGrpSpPr/>
          <p:nvPr/>
        </p:nvGrpSpPr>
        <p:grpSpPr>
          <a:xfrm>
            <a:off x="10254351" y="2524377"/>
            <a:ext cx="155131" cy="187294"/>
            <a:chOff x="9102193" y="2524377"/>
            <a:chExt cx="155131" cy="187294"/>
          </a:xfrm>
        </p:grpSpPr>
        <p:sp>
          <p:nvSpPr>
            <p:cNvPr id="369" name="Freeform 303">
              <a:extLst>
                <a:ext uri="{FF2B5EF4-FFF2-40B4-BE49-F238E27FC236}">
                  <a16:creationId xmlns:a16="http://schemas.microsoft.com/office/drawing/2014/main" id="{2DD6708A-47CF-8761-125C-AA4758A25EFA}"/>
                </a:ext>
              </a:extLst>
            </p:cNvPr>
            <p:cNvSpPr/>
            <p:nvPr/>
          </p:nvSpPr>
          <p:spPr>
            <a:xfrm>
              <a:off x="9218250" y="2556244"/>
              <a:ext cx="39074" cy="38544"/>
            </a:xfrm>
            <a:custGeom>
              <a:avLst/>
              <a:gdLst>
                <a:gd name="connsiteX0" fmla="*/ 43134 w 44132"/>
                <a:gd name="connsiteY0" fmla="*/ 18174 h 43533"/>
                <a:gd name="connsiteX1" fmla="*/ 29011 w 44132"/>
                <a:gd name="connsiteY1" fmla="*/ 3820 h 43533"/>
                <a:gd name="connsiteX2" fmla="*/ 26421 w 44132"/>
                <a:gd name="connsiteY2" fmla="*/ 1206 h 43533"/>
                <a:gd name="connsiteX3" fmla="*/ 26384 w 44132"/>
                <a:gd name="connsiteY3" fmla="*/ 1206 h 43533"/>
                <a:gd name="connsiteX4" fmla="*/ 13940 w 44132"/>
                <a:gd name="connsiteY4" fmla="*/ 4462 h 43533"/>
                <a:gd name="connsiteX5" fmla="*/ 12772 w 44132"/>
                <a:gd name="connsiteY5" fmla="*/ 5645 h 43533"/>
                <a:gd name="connsiteX6" fmla="*/ 0 w 44132"/>
                <a:gd name="connsiteY6" fmla="*/ 18225 h 43533"/>
                <a:gd name="connsiteX7" fmla="*/ 24961 w 44132"/>
                <a:gd name="connsiteY7" fmla="*/ 43533 h 43533"/>
                <a:gd name="connsiteX8" fmla="*/ 27771 w 44132"/>
                <a:gd name="connsiteY8" fmla="*/ 40770 h 43533"/>
                <a:gd name="connsiteX9" fmla="*/ 37660 w 44132"/>
                <a:gd name="connsiteY9" fmla="*/ 30952 h 43533"/>
                <a:gd name="connsiteX10" fmla="*/ 40434 w 44132"/>
                <a:gd name="connsiteY10" fmla="*/ 28190 h 43533"/>
                <a:gd name="connsiteX11" fmla="*/ 43973 w 44132"/>
                <a:gd name="connsiteY11" fmla="*/ 22171 h 43533"/>
                <a:gd name="connsiteX12" fmla="*/ 43134 w 44132"/>
                <a:gd name="connsiteY12" fmla="*/ 18225 h 43533"/>
                <a:gd name="connsiteX13" fmla="*/ 43134 w 44132"/>
                <a:gd name="connsiteY13" fmla="*/ 18174 h 4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132" h="43533">
                  <a:moveTo>
                    <a:pt x="43134" y="18174"/>
                  </a:moveTo>
                  <a:lnTo>
                    <a:pt x="29011" y="3820"/>
                  </a:lnTo>
                  <a:lnTo>
                    <a:pt x="26421" y="1206"/>
                  </a:lnTo>
                  <a:cubicBezTo>
                    <a:pt x="26421" y="1206"/>
                    <a:pt x="26421" y="1206"/>
                    <a:pt x="26384" y="1206"/>
                  </a:cubicBezTo>
                  <a:cubicBezTo>
                    <a:pt x="23866" y="-1261"/>
                    <a:pt x="18282" y="170"/>
                    <a:pt x="13940" y="4462"/>
                  </a:cubicBezTo>
                  <a:lnTo>
                    <a:pt x="12772" y="5645"/>
                  </a:lnTo>
                  <a:lnTo>
                    <a:pt x="0" y="18225"/>
                  </a:lnTo>
                  <a:lnTo>
                    <a:pt x="24961" y="43533"/>
                  </a:lnTo>
                  <a:lnTo>
                    <a:pt x="27771" y="40770"/>
                  </a:lnTo>
                  <a:lnTo>
                    <a:pt x="37660" y="30952"/>
                  </a:lnTo>
                  <a:lnTo>
                    <a:pt x="40434" y="28190"/>
                  </a:lnTo>
                  <a:cubicBezTo>
                    <a:pt x="42368" y="26317"/>
                    <a:pt x="43608" y="24094"/>
                    <a:pt x="43973" y="22171"/>
                  </a:cubicBezTo>
                  <a:cubicBezTo>
                    <a:pt x="44338" y="20594"/>
                    <a:pt x="44083" y="19163"/>
                    <a:pt x="43134" y="18225"/>
                  </a:cubicBezTo>
                  <a:lnTo>
                    <a:pt x="43134" y="18174"/>
                  </a:lnTo>
                  <a:close/>
                </a:path>
              </a:pathLst>
            </a:custGeom>
            <a:solidFill>
              <a:srgbClr val="007B85"/>
            </a:solidFill>
            <a:ln w="3646" cap="flat">
              <a:noFill/>
              <a:prstDash val="solid"/>
              <a:miter/>
            </a:ln>
          </p:spPr>
          <p:txBody>
            <a:bodyPr rtlCol="0" anchor="ctr"/>
            <a:lstStyle/>
            <a:p>
              <a:endParaRPr lang="en-GR"/>
            </a:p>
          </p:txBody>
        </p:sp>
        <p:sp>
          <p:nvSpPr>
            <p:cNvPr id="370" name="Freeform 304">
              <a:extLst>
                <a:ext uri="{FF2B5EF4-FFF2-40B4-BE49-F238E27FC236}">
                  <a16:creationId xmlns:a16="http://schemas.microsoft.com/office/drawing/2014/main" id="{E4E451AB-A491-D03E-30BC-7F62180A59DB}"/>
                </a:ext>
              </a:extLst>
            </p:cNvPr>
            <p:cNvSpPr/>
            <p:nvPr/>
          </p:nvSpPr>
          <p:spPr>
            <a:xfrm>
              <a:off x="9102193" y="2524377"/>
              <a:ext cx="139886" cy="187294"/>
            </a:xfrm>
            <a:custGeom>
              <a:avLst/>
              <a:gdLst>
                <a:gd name="connsiteX0" fmla="*/ 157794 w 157994"/>
                <a:gd name="connsiteY0" fmla="*/ 96300 h 211539"/>
                <a:gd name="connsiteX1" fmla="*/ 133161 w 157994"/>
                <a:gd name="connsiteY1" fmla="*/ 120619 h 211539"/>
                <a:gd name="connsiteX2" fmla="*/ 133161 w 157994"/>
                <a:gd name="connsiteY2" fmla="*/ 187024 h 211539"/>
                <a:gd name="connsiteX3" fmla="*/ 24632 w 157994"/>
                <a:gd name="connsiteY3" fmla="*/ 187024 h 211539"/>
                <a:gd name="connsiteX4" fmla="*/ 24632 w 157994"/>
                <a:gd name="connsiteY4" fmla="*/ 43659 h 211539"/>
                <a:gd name="connsiteX5" fmla="*/ 122652 w 157994"/>
                <a:gd name="connsiteY5" fmla="*/ 43659 h 211539"/>
                <a:gd name="connsiteX6" fmla="*/ 135607 w 157994"/>
                <a:gd name="connsiteY6" fmla="*/ 30881 h 211539"/>
                <a:gd name="connsiteX7" fmla="*/ 147065 w 157994"/>
                <a:gd name="connsiteY7" fmla="*/ 23731 h 211539"/>
                <a:gd name="connsiteX8" fmla="*/ 146627 w 157994"/>
                <a:gd name="connsiteY8" fmla="*/ 23432 h 211539"/>
                <a:gd name="connsiteX9" fmla="*/ 126046 w 157994"/>
                <a:gd name="connsiteY9" fmla="*/ 18994 h 211539"/>
                <a:gd name="connsiteX10" fmla="*/ 121593 w 157994"/>
                <a:gd name="connsiteY10" fmla="*/ 18994 h 211539"/>
                <a:gd name="connsiteX11" fmla="*/ 121593 w 157994"/>
                <a:gd name="connsiteY11" fmla="*/ 3551 h 211539"/>
                <a:gd name="connsiteX12" fmla="*/ 112981 w 157994"/>
                <a:gd name="connsiteY12" fmla="*/ 0 h 211539"/>
                <a:gd name="connsiteX13" fmla="*/ 110463 w 157994"/>
                <a:gd name="connsiteY13" fmla="*/ 0 h 211539"/>
                <a:gd name="connsiteX14" fmla="*/ 101924 w 157994"/>
                <a:gd name="connsiteY14" fmla="*/ 3354 h 211539"/>
                <a:gd name="connsiteX15" fmla="*/ 101924 w 157994"/>
                <a:gd name="connsiteY15" fmla="*/ 18895 h 211539"/>
                <a:gd name="connsiteX16" fmla="*/ 96048 w 157994"/>
                <a:gd name="connsiteY16" fmla="*/ 22348 h 211539"/>
                <a:gd name="connsiteX17" fmla="*/ 94406 w 157994"/>
                <a:gd name="connsiteY17" fmla="*/ 22348 h 211539"/>
                <a:gd name="connsiteX18" fmla="*/ 88604 w 157994"/>
                <a:gd name="connsiteY18" fmla="*/ 18943 h 211539"/>
                <a:gd name="connsiteX19" fmla="*/ 88604 w 157994"/>
                <a:gd name="connsiteY19" fmla="*/ 18844 h 211539"/>
                <a:gd name="connsiteX20" fmla="*/ 88604 w 157994"/>
                <a:gd name="connsiteY20" fmla="*/ 3551 h 211539"/>
                <a:gd name="connsiteX21" fmla="*/ 79955 w 157994"/>
                <a:gd name="connsiteY21" fmla="*/ 0 h 211539"/>
                <a:gd name="connsiteX22" fmla="*/ 77437 w 157994"/>
                <a:gd name="connsiteY22" fmla="*/ 0 h 211539"/>
                <a:gd name="connsiteX23" fmla="*/ 68825 w 157994"/>
                <a:gd name="connsiteY23" fmla="*/ 3551 h 211539"/>
                <a:gd name="connsiteX24" fmla="*/ 68825 w 157994"/>
                <a:gd name="connsiteY24" fmla="*/ 18943 h 211539"/>
                <a:gd name="connsiteX25" fmla="*/ 62986 w 157994"/>
                <a:gd name="connsiteY25" fmla="*/ 22348 h 211539"/>
                <a:gd name="connsiteX26" fmla="*/ 61380 w 157994"/>
                <a:gd name="connsiteY26" fmla="*/ 22348 h 211539"/>
                <a:gd name="connsiteX27" fmla="*/ 55542 w 157994"/>
                <a:gd name="connsiteY27" fmla="*/ 18943 h 211539"/>
                <a:gd name="connsiteX28" fmla="*/ 55542 w 157994"/>
                <a:gd name="connsiteY28" fmla="*/ 3551 h 211539"/>
                <a:gd name="connsiteX29" fmla="*/ 46929 w 157994"/>
                <a:gd name="connsiteY29" fmla="*/ 0 h 211539"/>
                <a:gd name="connsiteX30" fmla="*/ 44412 w 157994"/>
                <a:gd name="connsiteY30" fmla="*/ 0 h 211539"/>
                <a:gd name="connsiteX31" fmla="*/ 35763 w 157994"/>
                <a:gd name="connsiteY31" fmla="*/ 3551 h 211539"/>
                <a:gd name="connsiteX32" fmla="*/ 35763 w 157994"/>
                <a:gd name="connsiteY32" fmla="*/ 18943 h 211539"/>
                <a:gd name="connsiteX33" fmla="*/ 31821 w 157994"/>
                <a:gd name="connsiteY33" fmla="*/ 18943 h 211539"/>
                <a:gd name="connsiteX34" fmla="*/ 4890 w 157994"/>
                <a:gd name="connsiteY34" fmla="*/ 27822 h 211539"/>
                <a:gd name="connsiteX35" fmla="*/ 0 w 157994"/>
                <a:gd name="connsiteY35" fmla="*/ 37987 h 211539"/>
                <a:gd name="connsiteX36" fmla="*/ 0 w 157994"/>
                <a:gd name="connsiteY36" fmla="*/ 192498 h 211539"/>
                <a:gd name="connsiteX37" fmla="*/ 4890 w 157994"/>
                <a:gd name="connsiteY37" fmla="*/ 202660 h 211539"/>
                <a:gd name="connsiteX38" fmla="*/ 31821 w 157994"/>
                <a:gd name="connsiteY38" fmla="*/ 211540 h 211539"/>
                <a:gd name="connsiteX39" fmla="*/ 123819 w 157994"/>
                <a:gd name="connsiteY39" fmla="*/ 211540 h 211539"/>
                <a:gd name="connsiteX40" fmla="*/ 140679 w 157994"/>
                <a:gd name="connsiteY40" fmla="*/ 209419 h 211539"/>
                <a:gd name="connsiteX41" fmla="*/ 153597 w 157994"/>
                <a:gd name="connsiteY41" fmla="*/ 201922 h 211539"/>
                <a:gd name="connsiteX42" fmla="*/ 157903 w 157994"/>
                <a:gd name="connsiteY42" fmla="*/ 181202 h 211539"/>
                <a:gd name="connsiteX43" fmla="*/ 157903 w 157994"/>
                <a:gd name="connsiteY43" fmla="*/ 96151 h 211539"/>
                <a:gd name="connsiteX44" fmla="*/ 157794 w 157994"/>
                <a:gd name="connsiteY44" fmla="*/ 96300 h 211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57994" h="211539">
                  <a:moveTo>
                    <a:pt x="157794" y="96300"/>
                  </a:moveTo>
                  <a:lnTo>
                    <a:pt x="133161" y="120619"/>
                  </a:lnTo>
                  <a:lnTo>
                    <a:pt x="133161" y="187024"/>
                  </a:lnTo>
                  <a:lnTo>
                    <a:pt x="24632" y="187024"/>
                  </a:lnTo>
                  <a:lnTo>
                    <a:pt x="24632" y="43659"/>
                  </a:lnTo>
                  <a:lnTo>
                    <a:pt x="122652" y="43659"/>
                  </a:lnTo>
                  <a:lnTo>
                    <a:pt x="135607" y="30881"/>
                  </a:lnTo>
                  <a:cubicBezTo>
                    <a:pt x="139000" y="27527"/>
                    <a:pt x="142942" y="25060"/>
                    <a:pt x="147065" y="23731"/>
                  </a:cubicBezTo>
                  <a:cubicBezTo>
                    <a:pt x="146919" y="23629"/>
                    <a:pt x="146773" y="23530"/>
                    <a:pt x="146627" y="23432"/>
                  </a:cubicBezTo>
                  <a:cubicBezTo>
                    <a:pt x="140460" y="20326"/>
                    <a:pt x="132906" y="18994"/>
                    <a:pt x="126046" y="18994"/>
                  </a:cubicBezTo>
                  <a:lnTo>
                    <a:pt x="121593" y="18994"/>
                  </a:lnTo>
                  <a:lnTo>
                    <a:pt x="121593" y="3551"/>
                  </a:lnTo>
                  <a:cubicBezTo>
                    <a:pt x="121520" y="1580"/>
                    <a:pt x="117689" y="0"/>
                    <a:pt x="112981" y="0"/>
                  </a:cubicBezTo>
                  <a:lnTo>
                    <a:pt x="110463" y="0"/>
                  </a:lnTo>
                  <a:cubicBezTo>
                    <a:pt x="105902" y="0"/>
                    <a:pt x="102252" y="1478"/>
                    <a:pt x="101924" y="3354"/>
                  </a:cubicBezTo>
                  <a:lnTo>
                    <a:pt x="101924" y="18895"/>
                  </a:lnTo>
                  <a:cubicBezTo>
                    <a:pt x="101887" y="20818"/>
                    <a:pt x="99260" y="22348"/>
                    <a:pt x="96048" y="22348"/>
                  </a:cubicBezTo>
                  <a:lnTo>
                    <a:pt x="94406" y="22348"/>
                  </a:lnTo>
                  <a:cubicBezTo>
                    <a:pt x="91268" y="22348"/>
                    <a:pt x="88713" y="20818"/>
                    <a:pt x="88604" y="18943"/>
                  </a:cubicBezTo>
                  <a:lnTo>
                    <a:pt x="88604" y="18844"/>
                  </a:lnTo>
                  <a:lnTo>
                    <a:pt x="88604" y="3551"/>
                  </a:lnTo>
                  <a:cubicBezTo>
                    <a:pt x="88495" y="1580"/>
                    <a:pt x="84699" y="0"/>
                    <a:pt x="79955" y="0"/>
                  </a:cubicBezTo>
                  <a:lnTo>
                    <a:pt x="77437" y="0"/>
                  </a:lnTo>
                  <a:cubicBezTo>
                    <a:pt x="72729" y="0"/>
                    <a:pt x="68935" y="1580"/>
                    <a:pt x="68825" y="3551"/>
                  </a:cubicBezTo>
                  <a:lnTo>
                    <a:pt x="68825" y="18943"/>
                  </a:lnTo>
                  <a:cubicBezTo>
                    <a:pt x="68679" y="20818"/>
                    <a:pt x="66161" y="22348"/>
                    <a:pt x="62986" y="22348"/>
                  </a:cubicBezTo>
                  <a:lnTo>
                    <a:pt x="61380" y="22348"/>
                  </a:lnTo>
                  <a:cubicBezTo>
                    <a:pt x="58205" y="22348"/>
                    <a:pt x="55651" y="20818"/>
                    <a:pt x="55542" y="18943"/>
                  </a:cubicBezTo>
                  <a:lnTo>
                    <a:pt x="55542" y="3551"/>
                  </a:lnTo>
                  <a:cubicBezTo>
                    <a:pt x="55469" y="1580"/>
                    <a:pt x="51674" y="0"/>
                    <a:pt x="46929" y="0"/>
                  </a:cubicBezTo>
                  <a:lnTo>
                    <a:pt x="44412" y="0"/>
                  </a:lnTo>
                  <a:cubicBezTo>
                    <a:pt x="39704" y="0"/>
                    <a:pt x="35872" y="1580"/>
                    <a:pt x="35763" y="3551"/>
                  </a:cubicBezTo>
                  <a:lnTo>
                    <a:pt x="35763" y="18943"/>
                  </a:lnTo>
                  <a:lnTo>
                    <a:pt x="31821" y="18943"/>
                  </a:lnTo>
                  <a:cubicBezTo>
                    <a:pt x="20764" y="18943"/>
                    <a:pt x="10729" y="22249"/>
                    <a:pt x="4890" y="27822"/>
                  </a:cubicBezTo>
                  <a:cubicBezTo>
                    <a:pt x="1679" y="30881"/>
                    <a:pt x="0" y="34385"/>
                    <a:pt x="0" y="37987"/>
                  </a:cubicBezTo>
                  <a:lnTo>
                    <a:pt x="0" y="192498"/>
                  </a:lnTo>
                  <a:cubicBezTo>
                    <a:pt x="0" y="196101"/>
                    <a:pt x="1679" y="199652"/>
                    <a:pt x="4890" y="202660"/>
                  </a:cubicBezTo>
                  <a:cubicBezTo>
                    <a:pt x="10729" y="208237"/>
                    <a:pt x="20764" y="211540"/>
                    <a:pt x="31821" y="211540"/>
                  </a:cubicBezTo>
                  <a:cubicBezTo>
                    <a:pt x="31821" y="211540"/>
                    <a:pt x="120717" y="211540"/>
                    <a:pt x="123819" y="211540"/>
                  </a:cubicBezTo>
                  <a:cubicBezTo>
                    <a:pt x="129476" y="211540"/>
                    <a:pt x="135205" y="210999"/>
                    <a:pt x="140679" y="209419"/>
                  </a:cubicBezTo>
                  <a:cubicBezTo>
                    <a:pt x="145532" y="208039"/>
                    <a:pt x="150204" y="205671"/>
                    <a:pt x="153597" y="201922"/>
                  </a:cubicBezTo>
                  <a:cubicBezTo>
                    <a:pt x="158998" y="195904"/>
                    <a:pt x="157903" y="188652"/>
                    <a:pt x="157903" y="181202"/>
                  </a:cubicBezTo>
                  <a:lnTo>
                    <a:pt x="157903" y="96151"/>
                  </a:lnTo>
                  <a:lnTo>
                    <a:pt x="157794" y="96300"/>
                  </a:lnTo>
                  <a:close/>
                </a:path>
              </a:pathLst>
            </a:custGeom>
            <a:solidFill>
              <a:srgbClr val="007B85"/>
            </a:solidFill>
            <a:ln w="3646" cap="flat">
              <a:noFill/>
              <a:prstDash val="solid"/>
              <a:miter/>
            </a:ln>
          </p:spPr>
          <p:txBody>
            <a:bodyPr rtlCol="0" anchor="ctr"/>
            <a:lstStyle/>
            <a:p>
              <a:endParaRPr lang="en-GR"/>
            </a:p>
          </p:txBody>
        </p:sp>
        <p:sp>
          <p:nvSpPr>
            <p:cNvPr id="371" name="Freeform 305">
              <a:extLst>
                <a:ext uri="{FF2B5EF4-FFF2-40B4-BE49-F238E27FC236}">
                  <a16:creationId xmlns:a16="http://schemas.microsoft.com/office/drawing/2014/main" id="{9A90784B-A0F4-3A78-69A1-F0821F96AB1D}"/>
                </a:ext>
              </a:extLst>
            </p:cNvPr>
            <p:cNvSpPr/>
            <p:nvPr/>
          </p:nvSpPr>
          <p:spPr>
            <a:xfrm>
              <a:off x="9143513" y="2580243"/>
              <a:ext cx="88630" cy="87759"/>
            </a:xfrm>
            <a:custGeom>
              <a:avLst/>
              <a:gdLst>
                <a:gd name="connsiteX0" fmla="*/ 13142 w 100103"/>
                <a:gd name="connsiteY0" fmla="*/ 61222 h 99119"/>
                <a:gd name="connsiteX1" fmla="*/ 12375 w 100103"/>
                <a:gd name="connsiteY1" fmla="*/ 62109 h 99119"/>
                <a:gd name="connsiteX2" fmla="*/ 12047 w 100103"/>
                <a:gd name="connsiteY2" fmla="*/ 62700 h 99119"/>
                <a:gd name="connsiteX3" fmla="*/ 11828 w 100103"/>
                <a:gd name="connsiteY3" fmla="*/ 63047 h 99119"/>
                <a:gd name="connsiteX4" fmla="*/ 11645 w 100103"/>
                <a:gd name="connsiteY4" fmla="*/ 63441 h 99119"/>
                <a:gd name="connsiteX5" fmla="*/ 1026 w 100103"/>
                <a:gd name="connsiteY5" fmla="*/ 90377 h 99119"/>
                <a:gd name="connsiteX6" fmla="*/ 661 w 100103"/>
                <a:gd name="connsiteY6" fmla="*/ 91362 h 99119"/>
                <a:gd name="connsiteX7" fmla="*/ 1172 w 100103"/>
                <a:gd name="connsiteY7" fmla="*/ 97877 h 99119"/>
                <a:gd name="connsiteX8" fmla="*/ 7558 w 100103"/>
                <a:gd name="connsiteY8" fmla="*/ 98567 h 99119"/>
                <a:gd name="connsiteX9" fmla="*/ 8726 w 100103"/>
                <a:gd name="connsiteY9" fmla="*/ 98121 h 99119"/>
                <a:gd name="connsiteX10" fmla="*/ 35803 w 100103"/>
                <a:gd name="connsiteY10" fmla="*/ 87909 h 99119"/>
                <a:gd name="connsiteX11" fmla="*/ 36205 w 100103"/>
                <a:gd name="connsiteY11" fmla="*/ 87712 h 99119"/>
                <a:gd name="connsiteX12" fmla="*/ 36643 w 100103"/>
                <a:gd name="connsiteY12" fmla="*/ 87468 h 99119"/>
                <a:gd name="connsiteX13" fmla="*/ 37154 w 100103"/>
                <a:gd name="connsiteY13" fmla="*/ 87172 h 99119"/>
                <a:gd name="connsiteX14" fmla="*/ 38066 w 100103"/>
                <a:gd name="connsiteY14" fmla="*/ 86431 h 99119"/>
                <a:gd name="connsiteX15" fmla="*/ 100103 w 100103"/>
                <a:gd name="connsiteY15" fmla="*/ 25308 h 99119"/>
                <a:gd name="connsiteX16" fmla="*/ 75143 w 100103"/>
                <a:gd name="connsiteY16" fmla="*/ 0 h 99119"/>
                <a:gd name="connsiteX17" fmla="*/ 13142 w 100103"/>
                <a:gd name="connsiteY17" fmla="*/ 61123 h 99119"/>
                <a:gd name="connsiteX18" fmla="*/ 13142 w 100103"/>
                <a:gd name="connsiteY18" fmla="*/ 61222 h 99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103" h="99119">
                  <a:moveTo>
                    <a:pt x="13142" y="61222"/>
                  </a:moveTo>
                  <a:cubicBezTo>
                    <a:pt x="12813" y="61518"/>
                    <a:pt x="12631" y="61813"/>
                    <a:pt x="12375" y="62109"/>
                  </a:cubicBezTo>
                  <a:cubicBezTo>
                    <a:pt x="12229" y="62306"/>
                    <a:pt x="12156" y="62503"/>
                    <a:pt x="12047" y="62700"/>
                  </a:cubicBezTo>
                  <a:cubicBezTo>
                    <a:pt x="11974" y="62799"/>
                    <a:pt x="11901" y="62948"/>
                    <a:pt x="11828" y="63047"/>
                  </a:cubicBezTo>
                  <a:cubicBezTo>
                    <a:pt x="11792" y="63193"/>
                    <a:pt x="11682" y="63291"/>
                    <a:pt x="11645" y="63441"/>
                  </a:cubicBezTo>
                  <a:lnTo>
                    <a:pt x="1026" y="90377"/>
                  </a:lnTo>
                  <a:lnTo>
                    <a:pt x="661" y="91362"/>
                  </a:lnTo>
                  <a:cubicBezTo>
                    <a:pt x="-324" y="93979"/>
                    <a:pt x="-251" y="96446"/>
                    <a:pt x="1172" y="97877"/>
                  </a:cubicBezTo>
                  <a:cubicBezTo>
                    <a:pt x="2559" y="99308"/>
                    <a:pt x="4931" y="99454"/>
                    <a:pt x="7558" y="98567"/>
                  </a:cubicBezTo>
                  <a:lnTo>
                    <a:pt x="8726" y="98121"/>
                  </a:lnTo>
                  <a:lnTo>
                    <a:pt x="35803" y="87909"/>
                  </a:lnTo>
                  <a:cubicBezTo>
                    <a:pt x="35803" y="87909"/>
                    <a:pt x="36059" y="87763"/>
                    <a:pt x="36205" y="87712"/>
                  </a:cubicBezTo>
                  <a:cubicBezTo>
                    <a:pt x="36351" y="87665"/>
                    <a:pt x="36497" y="87566"/>
                    <a:pt x="36643" y="87468"/>
                  </a:cubicBezTo>
                  <a:cubicBezTo>
                    <a:pt x="36789" y="87369"/>
                    <a:pt x="37008" y="87271"/>
                    <a:pt x="37154" y="87172"/>
                  </a:cubicBezTo>
                  <a:cubicBezTo>
                    <a:pt x="37482" y="86971"/>
                    <a:pt x="37774" y="86727"/>
                    <a:pt x="38066" y="86431"/>
                  </a:cubicBezTo>
                  <a:lnTo>
                    <a:pt x="100103" y="25308"/>
                  </a:lnTo>
                  <a:lnTo>
                    <a:pt x="75143" y="0"/>
                  </a:lnTo>
                  <a:lnTo>
                    <a:pt x="13142" y="61123"/>
                  </a:lnTo>
                  <a:lnTo>
                    <a:pt x="13142" y="61222"/>
                  </a:lnTo>
                  <a:close/>
                </a:path>
              </a:pathLst>
            </a:custGeom>
            <a:solidFill>
              <a:srgbClr val="007B85"/>
            </a:solidFill>
            <a:ln w="3646" cap="flat">
              <a:noFill/>
              <a:prstDash val="solid"/>
              <a:miter/>
            </a:ln>
          </p:spPr>
          <p:txBody>
            <a:bodyPr rtlCol="0" anchor="ctr"/>
            <a:lstStyle/>
            <a:p>
              <a:endParaRPr lang="en-GR"/>
            </a:p>
          </p:txBody>
        </p:sp>
      </p:grpSp>
      <p:grpSp>
        <p:nvGrpSpPr>
          <p:cNvPr id="372" name="Group 371">
            <a:extLst>
              <a:ext uri="{FF2B5EF4-FFF2-40B4-BE49-F238E27FC236}">
                <a16:creationId xmlns:a16="http://schemas.microsoft.com/office/drawing/2014/main" id="{B0524083-F583-C301-2306-AE27696C64EE}"/>
              </a:ext>
            </a:extLst>
          </p:cNvPr>
          <p:cNvGrpSpPr/>
          <p:nvPr/>
        </p:nvGrpSpPr>
        <p:grpSpPr>
          <a:xfrm>
            <a:off x="10593542" y="2524379"/>
            <a:ext cx="139289" cy="187469"/>
            <a:chOff x="9441384" y="2524377"/>
            <a:chExt cx="139289" cy="187469"/>
          </a:xfrm>
        </p:grpSpPr>
        <p:sp>
          <p:nvSpPr>
            <p:cNvPr id="373" name="Freeform 306">
              <a:extLst>
                <a:ext uri="{FF2B5EF4-FFF2-40B4-BE49-F238E27FC236}">
                  <a16:creationId xmlns:a16="http://schemas.microsoft.com/office/drawing/2014/main" id="{94EB8F36-972F-CCF4-FC83-8A042A2ADCDB}"/>
                </a:ext>
              </a:extLst>
            </p:cNvPr>
            <p:cNvSpPr/>
            <p:nvPr/>
          </p:nvSpPr>
          <p:spPr>
            <a:xfrm>
              <a:off x="9441384" y="2524377"/>
              <a:ext cx="139289" cy="187469"/>
            </a:xfrm>
            <a:custGeom>
              <a:avLst/>
              <a:gdLst>
                <a:gd name="connsiteX0" fmla="*/ 157319 w 157319"/>
                <a:gd name="connsiteY0" fmla="*/ 55123 h 211736"/>
                <a:gd name="connsiteX1" fmla="*/ 156772 w 157319"/>
                <a:gd name="connsiteY1" fmla="*/ 39130 h 211736"/>
                <a:gd name="connsiteX2" fmla="*/ 151444 w 157319"/>
                <a:gd name="connsiteY2" fmla="*/ 30516 h 211736"/>
                <a:gd name="connsiteX3" fmla="*/ 128527 w 157319"/>
                <a:gd name="connsiteY3" fmla="*/ 22986 h 211736"/>
                <a:gd name="connsiteX4" fmla="*/ 111047 w 157319"/>
                <a:gd name="connsiteY4" fmla="*/ 22986 h 211736"/>
                <a:gd name="connsiteX5" fmla="*/ 78642 w 157319"/>
                <a:gd name="connsiteY5" fmla="*/ 0 h 211736"/>
                <a:gd name="connsiteX6" fmla="*/ 46200 w 157319"/>
                <a:gd name="connsiteY6" fmla="*/ 22986 h 211736"/>
                <a:gd name="connsiteX7" fmla="*/ 28720 w 157319"/>
                <a:gd name="connsiteY7" fmla="*/ 22986 h 211736"/>
                <a:gd name="connsiteX8" fmla="*/ 4744 w 157319"/>
                <a:gd name="connsiteY8" fmla="*/ 31450 h 211736"/>
                <a:gd name="connsiteX9" fmla="*/ 0 w 157319"/>
                <a:gd name="connsiteY9" fmla="*/ 42130 h 211736"/>
                <a:gd name="connsiteX10" fmla="*/ 0 w 157319"/>
                <a:gd name="connsiteY10" fmla="*/ 192641 h 211736"/>
                <a:gd name="connsiteX11" fmla="*/ 10656 w 157319"/>
                <a:gd name="connsiteY11" fmla="*/ 207554 h 211736"/>
                <a:gd name="connsiteX12" fmla="*/ 28720 w 157319"/>
                <a:gd name="connsiteY12" fmla="*/ 211737 h 211736"/>
                <a:gd name="connsiteX13" fmla="*/ 124586 w 157319"/>
                <a:gd name="connsiteY13" fmla="*/ 211737 h 211736"/>
                <a:gd name="connsiteX14" fmla="*/ 147722 w 157319"/>
                <a:gd name="connsiteY14" fmla="*/ 206963 h 211736"/>
                <a:gd name="connsiteX15" fmla="*/ 156188 w 157319"/>
                <a:gd name="connsiteY15" fmla="*/ 197809 h 211736"/>
                <a:gd name="connsiteX16" fmla="*/ 157283 w 157319"/>
                <a:gd name="connsiteY16" fmla="*/ 55174 h 211736"/>
                <a:gd name="connsiteX17" fmla="*/ 157319 w 157319"/>
                <a:gd name="connsiteY17" fmla="*/ 55123 h 211736"/>
                <a:gd name="connsiteX18" fmla="*/ 78678 w 157319"/>
                <a:gd name="connsiteY18" fmla="*/ 13829 h 211736"/>
                <a:gd name="connsiteX19" fmla="*/ 95063 w 157319"/>
                <a:gd name="connsiteY19" fmla="*/ 23330 h 211736"/>
                <a:gd name="connsiteX20" fmla="*/ 78678 w 157319"/>
                <a:gd name="connsiteY20" fmla="*/ 32830 h 211736"/>
                <a:gd name="connsiteX21" fmla="*/ 62293 w 157319"/>
                <a:gd name="connsiteY21" fmla="*/ 23330 h 211736"/>
                <a:gd name="connsiteX22" fmla="*/ 78678 w 157319"/>
                <a:gd name="connsiteY22" fmla="*/ 13829 h 211736"/>
                <a:gd name="connsiteX23" fmla="*/ 137468 w 157319"/>
                <a:gd name="connsiteY23" fmla="*/ 186881 h 211736"/>
                <a:gd name="connsiteX24" fmla="*/ 19852 w 157319"/>
                <a:gd name="connsiteY24" fmla="*/ 186881 h 211736"/>
                <a:gd name="connsiteX25" fmla="*/ 19852 w 157319"/>
                <a:gd name="connsiteY25" fmla="*/ 47791 h 211736"/>
                <a:gd name="connsiteX26" fmla="*/ 137468 w 157319"/>
                <a:gd name="connsiteY26" fmla="*/ 47791 h 211736"/>
                <a:gd name="connsiteX27" fmla="*/ 137468 w 157319"/>
                <a:gd name="connsiteY27" fmla="*/ 186881 h 211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7319" h="211736">
                  <a:moveTo>
                    <a:pt x="157319" y="55123"/>
                  </a:moveTo>
                  <a:cubicBezTo>
                    <a:pt x="157319" y="55123"/>
                    <a:pt x="157210" y="40703"/>
                    <a:pt x="156772" y="39130"/>
                  </a:cubicBezTo>
                  <a:cubicBezTo>
                    <a:pt x="155933" y="35929"/>
                    <a:pt x="154072" y="32878"/>
                    <a:pt x="151444" y="30516"/>
                  </a:cubicBezTo>
                  <a:cubicBezTo>
                    <a:pt x="144036" y="23724"/>
                    <a:pt x="132943" y="22986"/>
                    <a:pt x="128527" y="22986"/>
                  </a:cubicBezTo>
                  <a:lnTo>
                    <a:pt x="111047" y="22986"/>
                  </a:lnTo>
                  <a:cubicBezTo>
                    <a:pt x="108857" y="9548"/>
                    <a:pt x="95647" y="0"/>
                    <a:pt x="78642" y="0"/>
                  </a:cubicBezTo>
                  <a:cubicBezTo>
                    <a:pt x="61599" y="0"/>
                    <a:pt x="48353" y="9548"/>
                    <a:pt x="46200" y="22986"/>
                  </a:cubicBezTo>
                  <a:lnTo>
                    <a:pt x="28720" y="22986"/>
                  </a:lnTo>
                  <a:cubicBezTo>
                    <a:pt x="18976" y="22986"/>
                    <a:pt x="10035" y="26136"/>
                    <a:pt x="4744" y="31450"/>
                  </a:cubicBezTo>
                  <a:cubicBezTo>
                    <a:pt x="1642" y="34600"/>
                    <a:pt x="0" y="38294"/>
                    <a:pt x="0" y="42130"/>
                  </a:cubicBezTo>
                  <a:lnTo>
                    <a:pt x="0" y="192641"/>
                  </a:lnTo>
                  <a:cubicBezTo>
                    <a:pt x="0" y="198448"/>
                    <a:pt x="3978" y="204010"/>
                    <a:pt x="10656" y="207554"/>
                  </a:cubicBezTo>
                  <a:cubicBezTo>
                    <a:pt x="15874" y="210310"/>
                    <a:pt x="22115" y="211737"/>
                    <a:pt x="28720" y="211737"/>
                  </a:cubicBezTo>
                  <a:lnTo>
                    <a:pt x="124586" y="211737"/>
                  </a:lnTo>
                  <a:cubicBezTo>
                    <a:pt x="131811" y="211737"/>
                    <a:pt x="140132" y="211346"/>
                    <a:pt x="147722" y="206963"/>
                  </a:cubicBezTo>
                  <a:cubicBezTo>
                    <a:pt x="151955" y="204503"/>
                    <a:pt x="154765" y="201404"/>
                    <a:pt x="156188" y="197809"/>
                  </a:cubicBezTo>
                  <a:cubicBezTo>
                    <a:pt x="157356" y="194758"/>
                    <a:pt x="157283" y="55174"/>
                    <a:pt x="157283" y="55174"/>
                  </a:cubicBezTo>
                  <a:lnTo>
                    <a:pt x="157319" y="55123"/>
                  </a:lnTo>
                  <a:close/>
                  <a:moveTo>
                    <a:pt x="78678" y="13829"/>
                  </a:moveTo>
                  <a:cubicBezTo>
                    <a:pt x="87728" y="13829"/>
                    <a:pt x="95063" y="18063"/>
                    <a:pt x="95063" y="23330"/>
                  </a:cubicBezTo>
                  <a:cubicBezTo>
                    <a:pt x="95063" y="28596"/>
                    <a:pt x="87728" y="32830"/>
                    <a:pt x="78678" y="32830"/>
                  </a:cubicBezTo>
                  <a:cubicBezTo>
                    <a:pt x="69628" y="32830"/>
                    <a:pt x="62293" y="28596"/>
                    <a:pt x="62293" y="23330"/>
                  </a:cubicBezTo>
                  <a:cubicBezTo>
                    <a:pt x="62293" y="18063"/>
                    <a:pt x="69628" y="13829"/>
                    <a:pt x="78678" y="13829"/>
                  </a:cubicBezTo>
                  <a:close/>
                  <a:moveTo>
                    <a:pt x="137468" y="186881"/>
                  </a:moveTo>
                  <a:lnTo>
                    <a:pt x="19852" y="186881"/>
                  </a:lnTo>
                  <a:lnTo>
                    <a:pt x="19852" y="47791"/>
                  </a:lnTo>
                  <a:lnTo>
                    <a:pt x="137468" y="47791"/>
                  </a:lnTo>
                  <a:lnTo>
                    <a:pt x="137468" y="186881"/>
                  </a:lnTo>
                  <a:close/>
                </a:path>
              </a:pathLst>
            </a:custGeom>
            <a:solidFill>
              <a:srgbClr val="007B85"/>
            </a:solidFill>
            <a:ln w="3646" cap="flat">
              <a:noFill/>
              <a:prstDash val="solid"/>
              <a:miter/>
            </a:ln>
          </p:spPr>
          <p:txBody>
            <a:bodyPr rtlCol="0" anchor="ctr"/>
            <a:lstStyle/>
            <a:p>
              <a:endParaRPr lang="en-GR"/>
            </a:p>
          </p:txBody>
        </p:sp>
        <p:sp>
          <p:nvSpPr>
            <p:cNvPr id="374" name="Freeform 307">
              <a:extLst>
                <a:ext uri="{FF2B5EF4-FFF2-40B4-BE49-F238E27FC236}">
                  <a16:creationId xmlns:a16="http://schemas.microsoft.com/office/drawing/2014/main" id="{74ADCADB-D11F-8283-B8D8-A4BF6EE92ECF}"/>
                </a:ext>
              </a:extLst>
            </p:cNvPr>
            <p:cNvSpPr/>
            <p:nvPr/>
          </p:nvSpPr>
          <p:spPr>
            <a:xfrm>
              <a:off x="9476279" y="2596672"/>
              <a:ext cx="69757" cy="17431"/>
            </a:xfrm>
            <a:custGeom>
              <a:avLst/>
              <a:gdLst>
                <a:gd name="connsiteX0" fmla="*/ 5693 w 78787"/>
                <a:gd name="connsiteY0" fmla="*/ 19687 h 19687"/>
                <a:gd name="connsiteX1" fmla="*/ 73058 w 78787"/>
                <a:gd name="connsiteY1" fmla="*/ 19687 h 19687"/>
                <a:gd name="connsiteX2" fmla="*/ 78787 w 78787"/>
                <a:gd name="connsiteY2" fmla="*/ 9843 h 19687"/>
                <a:gd name="connsiteX3" fmla="*/ 73058 w 78787"/>
                <a:gd name="connsiteY3" fmla="*/ 0 h 19687"/>
                <a:gd name="connsiteX4" fmla="*/ 5693 w 78787"/>
                <a:gd name="connsiteY4" fmla="*/ 0 h 19687"/>
                <a:gd name="connsiteX5" fmla="*/ 0 w 78787"/>
                <a:gd name="connsiteY5" fmla="*/ 9843 h 19687"/>
                <a:gd name="connsiteX6" fmla="*/ 5693 w 78787"/>
                <a:gd name="connsiteY6" fmla="*/ 19687 h 19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787" h="19687">
                  <a:moveTo>
                    <a:pt x="5693" y="19687"/>
                  </a:moveTo>
                  <a:lnTo>
                    <a:pt x="73058" y="19687"/>
                  </a:lnTo>
                  <a:cubicBezTo>
                    <a:pt x="76233" y="19687"/>
                    <a:pt x="78787" y="15256"/>
                    <a:pt x="78787" y="9843"/>
                  </a:cubicBezTo>
                  <a:cubicBezTo>
                    <a:pt x="78787" y="4431"/>
                    <a:pt x="76233" y="0"/>
                    <a:pt x="73058" y="0"/>
                  </a:cubicBezTo>
                  <a:lnTo>
                    <a:pt x="5693" y="0"/>
                  </a:lnTo>
                  <a:cubicBezTo>
                    <a:pt x="2554" y="0"/>
                    <a:pt x="0" y="4431"/>
                    <a:pt x="0" y="9843"/>
                  </a:cubicBezTo>
                  <a:cubicBezTo>
                    <a:pt x="0" y="15256"/>
                    <a:pt x="2554" y="19687"/>
                    <a:pt x="5693" y="19687"/>
                  </a:cubicBezTo>
                  <a:close/>
                </a:path>
              </a:pathLst>
            </a:custGeom>
            <a:solidFill>
              <a:srgbClr val="007B85"/>
            </a:solidFill>
            <a:ln w="3646" cap="flat">
              <a:noFill/>
              <a:prstDash val="solid"/>
              <a:miter/>
            </a:ln>
          </p:spPr>
          <p:txBody>
            <a:bodyPr rtlCol="0" anchor="ctr"/>
            <a:lstStyle/>
            <a:p>
              <a:endParaRPr lang="en-GR"/>
            </a:p>
          </p:txBody>
        </p:sp>
        <p:sp>
          <p:nvSpPr>
            <p:cNvPr id="375" name="Freeform 308">
              <a:extLst>
                <a:ext uri="{FF2B5EF4-FFF2-40B4-BE49-F238E27FC236}">
                  <a16:creationId xmlns:a16="http://schemas.microsoft.com/office/drawing/2014/main" id="{4EAACC2B-CC54-B476-BF6A-2186C82D3E4A}"/>
                </a:ext>
              </a:extLst>
            </p:cNvPr>
            <p:cNvSpPr/>
            <p:nvPr/>
          </p:nvSpPr>
          <p:spPr>
            <a:xfrm>
              <a:off x="9476279" y="2625869"/>
              <a:ext cx="69757" cy="17431"/>
            </a:xfrm>
            <a:custGeom>
              <a:avLst/>
              <a:gdLst>
                <a:gd name="connsiteX0" fmla="*/ 5693 w 78787"/>
                <a:gd name="connsiteY0" fmla="*/ 19687 h 19687"/>
                <a:gd name="connsiteX1" fmla="*/ 73058 w 78787"/>
                <a:gd name="connsiteY1" fmla="*/ 19687 h 19687"/>
                <a:gd name="connsiteX2" fmla="*/ 78787 w 78787"/>
                <a:gd name="connsiteY2" fmla="*/ 9844 h 19687"/>
                <a:gd name="connsiteX3" fmla="*/ 73058 w 78787"/>
                <a:gd name="connsiteY3" fmla="*/ 0 h 19687"/>
                <a:gd name="connsiteX4" fmla="*/ 5693 w 78787"/>
                <a:gd name="connsiteY4" fmla="*/ 0 h 19687"/>
                <a:gd name="connsiteX5" fmla="*/ 0 w 78787"/>
                <a:gd name="connsiteY5" fmla="*/ 9844 h 19687"/>
                <a:gd name="connsiteX6" fmla="*/ 5693 w 78787"/>
                <a:gd name="connsiteY6" fmla="*/ 19687 h 19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787" h="19687">
                  <a:moveTo>
                    <a:pt x="5693" y="19687"/>
                  </a:moveTo>
                  <a:lnTo>
                    <a:pt x="73058" y="19687"/>
                  </a:lnTo>
                  <a:cubicBezTo>
                    <a:pt x="76233" y="19687"/>
                    <a:pt x="78787" y="15260"/>
                    <a:pt x="78787" y="9844"/>
                  </a:cubicBezTo>
                  <a:cubicBezTo>
                    <a:pt x="78787" y="4431"/>
                    <a:pt x="76233" y="0"/>
                    <a:pt x="73058" y="0"/>
                  </a:cubicBezTo>
                  <a:lnTo>
                    <a:pt x="5693" y="0"/>
                  </a:lnTo>
                  <a:cubicBezTo>
                    <a:pt x="2554" y="0"/>
                    <a:pt x="0" y="4431"/>
                    <a:pt x="0" y="9844"/>
                  </a:cubicBezTo>
                  <a:cubicBezTo>
                    <a:pt x="0" y="15260"/>
                    <a:pt x="2554" y="19687"/>
                    <a:pt x="5693" y="19687"/>
                  </a:cubicBezTo>
                  <a:close/>
                </a:path>
              </a:pathLst>
            </a:custGeom>
            <a:solidFill>
              <a:srgbClr val="007B85"/>
            </a:solidFill>
            <a:ln w="3646" cap="flat">
              <a:noFill/>
              <a:prstDash val="solid"/>
              <a:miter/>
            </a:ln>
          </p:spPr>
          <p:txBody>
            <a:bodyPr rtlCol="0" anchor="ctr"/>
            <a:lstStyle/>
            <a:p>
              <a:endParaRPr lang="en-GR"/>
            </a:p>
          </p:txBody>
        </p:sp>
        <p:sp>
          <p:nvSpPr>
            <p:cNvPr id="376" name="Freeform 309">
              <a:extLst>
                <a:ext uri="{FF2B5EF4-FFF2-40B4-BE49-F238E27FC236}">
                  <a16:creationId xmlns:a16="http://schemas.microsoft.com/office/drawing/2014/main" id="{F736C7F4-E9C1-AE04-FE11-750EE533A801}"/>
                </a:ext>
              </a:extLst>
            </p:cNvPr>
            <p:cNvSpPr/>
            <p:nvPr/>
          </p:nvSpPr>
          <p:spPr>
            <a:xfrm>
              <a:off x="9476279" y="2655023"/>
              <a:ext cx="69757" cy="17431"/>
            </a:xfrm>
            <a:custGeom>
              <a:avLst/>
              <a:gdLst>
                <a:gd name="connsiteX0" fmla="*/ 5693 w 78787"/>
                <a:gd name="connsiteY0" fmla="*/ 19687 h 19687"/>
                <a:gd name="connsiteX1" fmla="*/ 73058 w 78787"/>
                <a:gd name="connsiteY1" fmla="*/ 19687 h 19687"/>
                <a:gd name="connsiteX2" fmla="*/ 78787 w 78787"/>
                <a:gd name="connsiteY2" fmla="*/ 9843 h 19687"/>
                <a:gd name="connsiteX3" fmla="*/ 73058 w 78787"/>
                <a:gd name="connsiteY3" fmla="*/ 0 h 19687"/>
                <a:gd name="connsiteX4" fmla="*/ 5693 w 78787"/>
                <a:gd name="connsiteY4" fmla="*/ 0 h 19687"/>
                <a:gd name="connsiteX5" fmla="*/ 0 w 78787"/>
                <a:gd name="connsiteY5" fmla="*/ 9843 h 19687"/>
                <a:gd name="connsiteX6" fmla="*/ 5693 w 78787"/>
                <a:gd name="connsiteY6" fmla="*/ 19687 h 19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787" h="19687">
                  <a:moveTo>
                    <a:pt x="5693" y="19687"/>
                  </a:moveTo>
                  <a:lnTo>
                    <a:pt x="73058" y="19687"/>
                  </a:lnTo>
                  <a:cubicBezTo>
                    <a:pt x="76233" y="19687"/>
                    <a:pt x="78787" y="15256"/>
                    <a:pt x="78787" y="9843"/>
                  </a:cubicBezTo>
                  <a:cubicBezTo>
                    <a:pt x="78787" y="4427"/>
                    <a:pt x="76233" y="0"/>
                    <a:pt x="73058" y="0"/>
                  </a:cubicBezTo>
                  <a:lnTo>
                    <a:pt x="5693" y="0"/>
                  </a:lnTo>
                  <a:cubicBezTo>
                    <a:pt x="2554" y="0"/>
                    <a:pt x="0" y="4427"/>
                    <a:pt x="0" y="9843"/>
                  </a:cubicBezTo>
                  <a:cubicBezTo>
                    <a:pt x="0" y="15256"/>
                    <a:pt x="2554" y="19687"/>
                    <a:pt x="5693" y="19687"/>
                  </a:cubicBezTo>
                  <a:close/>
                </a:path>
              </a:pathLst>
            </a:custGeom>
            <a:solidFill>
              <a:srgbClr val="007B85"/>
            </a:solidFill>
            <a:ln w="3646" cap="flat">
              <a:noFill/>
              <a:prstDash val="solid"/>
              <a:miter/>
            </a:ln>
          </p:spPr>
          <p:txBody>
            <a:bodyPr rtlCol="0" anchor="ctr"/>
            <a:lstStyle/>
            <a:p>
              <a:endParaRPr lang="en-GR"/>
            </a:p>
          </p:txBody>
        </p:sp>
      </p:grpSp>
      <p:grpSp>
        <p:nvGrpSpPr>
          <p:cNvPr id="377" name="Group 376">
            <a:extLst>
              <a:ext uri="{FF2B5EF4-FFF2-40B4-BE49-F238E27FC236}">
                <a16:creationId xmlns:a16="http://schemas.microsoft.com/office/drawing/2014/main" id="{001378BF-7632-6ED3-A1AC-80CE6CDBF03D}"/>
              </a:ext>
            </a:extLst>
          </p:cNvPr>
          <p:cNvGrpSpPr/>
          <p:nvPr/>
        </p:nvGrpSpPr>
        <p:grpSpPr>
          <a:xfrm>
            <a:off x="10919905" y="2524379"/>
            <a:ext cx="154798" cy="187427"/>
            <a:chOff x="9767749" y="2524377"/>
            <a:chExt cx="154798" cy="187427"/>
          </a:xfrm>
        </p:grpSpPr>
        <p:sp>
          <p:nvSpPr>
            <p:cNvPr id="378" name="Freeform 310">
              <a:extLst>
                <a:ext uri="{FF2B5EF4-FFF2-40B4-BE49-F238E27FC236}">
                  <a16:creationId xmlns:a16="http://schemas.microsoft.com/office/drawing/2014/main" id="{181CEE7D-8585-D9DB-1C69-31C44612230A}"/>
                </a:ext>
              </a:extLst>
            </p:cNvPr>
            <p:cNvSpPr/>
            <p:nvPr/>
          </p:nvSpPr>
          <p:spPr>
            <a:xfrm>
              <a:off x="9767749" y="2524377"/>
              <a:ext cx="145201" cy="187427"/>
            </a:xfrm>
            <a:custGeom>
              <a:avLst/>
              <a:gdLst>
                <a:gd name="connsiteX0" fmla="*/ 77145 w 163997"/>
                <a:gd name="connsiteY0" fmla="*/ 188772 h 211689"/>
                <a:gd name="connsiteX1" fmla="*/ 21822 w 163997"/>
                <a:gd name="connsiteY1" fmla="*/ 188772 h 211689"/>
                <a:gd name="connsiteX2" fmla="*/ 21822 w 163997"/>
                <a:gd name="connsiteY2" fmla="*/ 46437 h 211689"/>
                <a:gd name="connsiteX3" fmla="*/ 142175 w 163997"/>
                <a:gd name="connsiteY3" fmla="*/ 46437 h 211689"/>
                <a:gd name="connsiteX4" fmla="*/ 142175 w 163997"/>
                <a:gd name="connsiteY4" fmla="*/ 109848 h 211689"/>
                <a:gd name="connsiteX5" fmla="*/ 163997 w 163997"/>
                <a:gd name="connsiteY5" fmla="*/ 119316 h 211689"/>
                <a:gd name="connsiteX6" fmla="*/ 163997 w 163997"/>
                <a:gd name="connsiteY6" fmla="*/ 40597 h 211689"/>
                <a:gd name="connsiteX7" fmla="*/ 152831 w 163997"/>
                <a:gd name="connsiteY7" fmla="*/ 26998 h 211689"/>
                <a:gd name="connsiteX8" fmla="*/ 135607 w 163997"/>
                <a:gd name="connsiteY8" fmla="*/ 23519 h 211689"/>
                <a:gd name="connsiteX9" fmla="*/ 114623 w 163997"/>
                <a:gd name="connsiteY9" fmla="*/ 23519 h 211689"/>
                <a:gd name="connsiteX10" fmla="*/ 81999 w 163997"/>
                <a:gd name="connsiteY10" fmla="*/ 0 h 211689"/>
                <a:gd name="connsiteX11" fmla="*/ 49338 w 163997"/>
                <a:gd name="connsiteY11" fmla="*/ 23519 h 211689"/>
                <a:gd name="connsiteX12" fmla="*/ 28355 w 163997"/>
                <a:gd name="connsiteY12" fmla="*/ 23519 h 211689"/>
                <a:gd name="connsiteX13" fmla="*/ 4342 w 163997"/>
                <a:gd name="connsiteY13" fmla="*/ 31480 h 211689"/>
                <a:gd name="connsiteX14" fmla="*/ 0 w 163997"/>
                <a:gd name="connsiteY14" fmla="*/ 40597 h 211689"/>
                <a:gd name="connsiteX15" fmla="*/ 0 w 163997"/>
                <a:gd name="connsiteY15" fmla="*/ 194615 h 211689"/>
                <a:gd name="connsiteX16" fmla="*/ 4342 w 163997"/>
                <a:gd name="connsiteY16" fmla="*/ 203733 h 211689"/>
                <a:gd name="connsiteX17" fmla="*/ 28355 w 163997"/>
                <a:gd name="connsiteY17" fmla="*/ 211689 h 211689"/>
                <a:gd name="connsiteX18" fmla="*/ 94370 w 163997"/>
                <a:gd name="connsiteY18" fmla="*/ 211689 h 211689"/>
                <a:gd name="connsiteX19" fmla="*/ 77255 w 163997"/>
                <a:gd name="connsiteY19" fmla="*/ 188823 h 211689"/>
                <a:gd name="connsiteX20" fmla="*/ 77145 w 163997"/>
                <a:gd name="connsiteY20" fmla="*/ 188772 h 211689"/>
                <a:gd name="connsiteX21" fmla="*/ 81999 w 163997"/>
                <a:gd name="connsiteY21" fmla="*/ 16672 h 211689"/>
                <a:gd name="connsiteX22" fmla="*/ 96486 w 163997"/>
                <a:gd name="connsiteY22" fmla="*/ 25082 h 211689"/>
                <a:gd name="connsiteX23" fmla="*/ 81999 w 163997"/>
                <a:gd name="connsiteY23" fmla="*/ 33443 h 211689"/>
                <a:gd name="connsiteX24" fmla="*/ 67475 w 163997"/>
                <a:gd name="connsiteY24" fmla="*/ 25082 h 211689"/>
                <a:gd name="connsiteX25" fmla="*/ 81999 w 163997"/>
                <a:gd name="connsiteY25" fmla="*/ 16672 h 211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3997" h="211689">
                  <a:moveTo>
                    <a:pt x="77145" y="188772"/>
                  </a:moveTo>
                  <a:lnTo>
                    <a:pt x="21822" y="188772"/>
                  </a:lnTo>
                  <a:lnTo>
                    <a:pt x="21822" y="46437"/>
                  </a:lnTo>
                  <a:lnTo>
                    <a:pt x="142175" y="46437"/>
                  </a:lnTo>
                  <a:lnTo>
                    <a:pt x="142175" y="109848"/>
                  </a:lnTo>
                  <a:cubicBezTo>
                    <a:pt x="150167" y="111462"/>
                    <a:pt x="157575" y="114783"/>
                    <a:pt x="163997" y="119316"/>
                  </a:cubicBezTo>
                  <a:lnTo>
                    <a:pt x="163997" y="40597"/>
                  </a:lnTo>
                  <a:cubicBezTo>
                    <a:pt x="163997" y="34301"/>
                    <a:pt x="158122" y="29414"/>
                    <a:pt x="152831" y="26998"/>
                  </a:cubicBezTo>
                  <a:cubicBezTo>
                    <a:pt x="147612" y="24629"/>
                    <a:pt x="141409" y="23519"/>
                    <a:pt x="135607" y="23519"/>
                  </a:cubicBezTo>
                  <a:lnTo>
                    <a:pt x="114623" y="23519"/>
                  </a:lnTo>
                  <a:cubicBezTo>
                    <a:pt x="113638" y="10022"/>
                    <a:pt x="99953" y="0"/>
                    <a:pt x="81999" y="0"/>
                  </a:cubicBezTo>
                  <a:cubicBezTo>
                    <a:pt x="64008" y="0"/>
                    <a:pt x="50323" y="10022"/>
                    <a:pt x="49338" y="23519"/>
                  </a:cubicBezTo>
                  <a:lnTo>
                    <a:pt x="28355" y="23519"/>
                  </a:lnTo>
                  <a:cubicBezTo>
                    <a:pt x="18465" y="23519"/>
                    <a:pt x="9525" y="26494"/>
                    <a:pt x="4342" y="31480"/>
                  </a:cubicBezTo>
                  <a:cubicBezTo>
                    <a:pt x="1496" y="34199"/>
                    <a:pt x="0" y="37323"/>
                    <a:pt x="0" y="40597"/>
                  </a:cubicBezTo>
                  <a:lnTo>
                    <a:pt x="0" y="194615"/>
                  </a:lnTo>
                  <a:cubicBezTo>
                    <a:pt x="0" y="197838"/>
                    <a:pt x="1496" y="201010"/>
                    <a:pt x="4342" y="203733"/>
                  </a:cubicBezTo>
                  <a:cubicBezTo>
                    <a:pt x="9525" y="208718"/>
                    <a:pt x="18538" y="211689"/>
                    <a:pt x="28355" y="211689"/>
                  </a:cubicBezTo>
                  <a:lnTo>
                    <a:pt x="94370" y="211689"/>
                  </a:lnTo>
                  <a:cubicBezTo>
                    <a:pt x="86925" y="205645"/>
                    <a:pt x="80977" y="197787"/>
                    <a:pt x="77255" y="188823"/>
                  </a:cubicBezTo>
                  <a:lnTo>
                    <a:pt x="77145" y="188772"/>
                  </a:lnTo>
                  <a:close/>
                  <a:moveTo>
                    <a:pt x="81999" y="16672"/>
                  </a:moveTo>
                  <a:cubicBezTo>
                    <a:pt x="89991" y="16672"/>
                    <a:pt x="96486" y="20450"/>
                    <a:pt x="96486" y="25082"/>
                  </a:cubicBezTo>
                  <a:cubicBezTo>
                    <a:pt x="96486" y="29717"/>
                    <a:pt x="89991" y="33443"/>
                    <a:pt x="81999" y="33443"/>
                  </a:cubicBezTo>
                  <a:cubicBezTo>
                    <a:pt x="73971" y="33443"/>
                    <a:pt x="67475" y="29666"/>
                    <a:pt x="67475" y="25082"/>
                  </a:cubicBezTo>
                  <a:cubicBezTo>
                    <a:pt x="67475" y="20497"/>
                    <a:pt x="73971" y="16672"/>
                    <a:pt x="81999" y="16672"/>
                  </a:cubicBezTo>
                  <a:close/>
                </a:path>
              </a:pathLst>
            </a:custGeom>
            <a:solidFill>
              <a:srgbClr val="007B85"/>
            </a:solidFill>
            <a:ln w="3646" cap="flat">
              <a:noFill/>
              <a:prstDash val="solid"/>
              <a:miter/>
            </a:ln>
          </p:spPr>
          <p:txBody>
            <a:bodyPr rtlCol="0" anchor="ctr"/>
            <a:lstStyle/>
            <a:p>
              <a:endParaRPr lang="en-GR"/>
            </a:p>
          </p:txBody>
        </p:sp>
        <p:sp>
          <p:nvSpPr>
            <p:cNvPr id="379" name="Freeform 311">
              <a:extLst>
                <a:ext uri="{FF2B5EF4-FFF2-40B4-BE49-F238E27FC236}">
                  <a16:creationId xmlns:a16="http://schemas.microsoft.com/office/drawing/2014/main" id="{0ACF2B78-48A4-FDF2-3C35-928253FB4C00}"/>
                </a:ext>
              </a:extLst>
            </p:cNvPr>
            <p:cNvSpPr/>
            <p:nvPr/>
          </p:nvSpPr>
          <p:spPr>
            <a:xfrm>
              <a:off x="9844260" y="2632739"/>
              <a:ext cx="78287" cy="78306"/>
            </a:xfrm>
            <a:custGeom>
              <a:avLst/>
              <a:gdLst>
                <a:gd name="connsiteX0" fmla="*/ 44229 w 88421"/>
                <a:gd name="connsiteY0" fmla="*/ 0 h 88442"/>
                <a:gd name="connsiteX1" fmla="*/ 0 w 88421"/>
                <a:gd name="connsiteY1" fmla="*/ 44221 h 88442"/>
                <a:gd name="connsiteX2" fmla="*/ 44229 w 88421"/>
                <a:gd name="connsiteY2" fmla="*/ 88442 h 88442"/>
                <a:gd name="connsiteX3" fmla="*/ 88421 w 88421"/>
                <a:gd name="connsiteY3" fmla="*/ 44221 h 88442"/>
                <a:gd name="connsiteX4" fmla="*/ 44229 w 88421"/>
                <a:gd name="connsiteY4" fmla="*/ 0 h 88442"/>
                <a:gd name="connsiteX5" fmla="*/ 35689 w 88421"/>
                <a:gd name="connsiteY5" fmla="*/ 67543 h 88442"/>
                <a:gd name="connsiteX6" fmla="*/ 16202 w 88421"/>
                <a:gd name="connsiteY6" fmla="*/ 46688 h 88442"/>
                <a:gd name="connsiteX7" fmla="*/ 23574 w 88421"/>
                <a:gd name="connsiteY7" fmla="*/ 39790 h 88442"/>
                <a:gd name="connsiteX8" fmla="*/ 35945 w 88421"/>
                <a:gd name="connsiteY8" fmla="*/ 53035 h 88442"/>
                <a:gd name="connsiteX9" fmla="*/ 66416 w 88421"/>
                <a:gd name="connsiteY9" fmla="*/ 22767 h 88442"/>
                <a:gd name="connsiteX10" fmla="*/ 73532 w 88421"/>
                <a:gd name="connsiteY10" fmla="*/ 29917 h 88442"/>
                <a:gd name="connsiteX11" fmla="*/ 35689 w 88421"/>
                <a:gd name="connsiteY11" fmla="*/ 67492 h 88442"/>
                <a:gd name="connsiteX12" fmla="*/ 35689 w 88421"/>
                <a:gd name="connsiteY12" fmla="*/ 67543 h 88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8421" h="88442">
                  <a:moveTo>
                    <a:pt x="44229" y="0"/>
                  </a:moveTo>
                  <a:cubicBezTo>
                    <a:pt x="19779" y="0"/>
                    <a:pt x="0" y="19793"/>
                    <a:pt x="0" y="44221"/>
                  </a:cubicBezTo>
                  <a:cubicBezTo>
                    <a:pt x="0" y="68649"/>
                    <a:pt x="19779" y="88442"/>
                    <a:pt x="44229" y="88442"/>
                  </a:cubicBezTo>
                  <a:cubicBezTo>
                    <a:pt x="68642" y="88442"/>
                    <a:pt x="88421" y="68649"/>
                    <a:pt x="88421" y="44221"/>
                  </a:cubicBezTo>
                  <a:cubicBezTo>
                    <a:pt x="88421" y="19793"/>
                    <a:pt x="68642" y="0"/>
                    <a:pt x="44229" y="0"/>
                  </a:cubicBezTo>
                  <a:close/>
                  <a:moveTo>
                    <a:pt x="35689" y="67543"/>
                  </a:moveTo>
                  <a:lnTo>
                    <a:pt x="16202" y="46688"/>
                  </a:lnTo>
                  <a:lnTo>
                    <a:pt x="23574" y="39790"/>
                  </a:lnTo>
                  <a:lnTo>
                    <a:pt x="35945" y="53035"/>
                  </a:lnTo>
                  <a:lnTo>
                    <a:pt x="66416" y="22767"/>
                  </a:lnTo>
                  <a:lnTo>
                    <a:pt x="73532" y="29917"/>
                  </a:lnTo>
                  <a:lnTo>
                    <a:pt x="35689" y="67492"/>
                  </a:lnTo>
                  <a:lnTo>
                    <a:pt x="35689" y="67543"/>
                  </a:lnTo>
                  <a:close/>
                </a:path>
              </a:pathLst>
            </a:custGeom>
            <a:solidFill>
              <a:srgbClr val="007B85"/>
            </a:solidFill>
            <a:ln w="3646" cap="flat">
              <a:noFill/>
              <a:prstDash val="solid"/>
              <a:miter/>
            </a:ln>
          </p:spPr>
          <p:txBody>
            <a:bodyPr rtlCol="0" anchor="ctr"/>
            <a:lstStyle/>
            <a:p>
              <a:endParaRPr lang="en-GR"/>
            </a:p>
          </p:txBody>
        </p:sp>
      </p:grpSp>
      <p:grpSp>
        <p:nvGrpSpPr>
          <p:cNvPr id="380" name="Group 379">
            <a:extLst>
              <a:ext uri="{FF2B5EF4-FFF2-40B4-BE49-F238E27FC236}">
                <a16:creationId xmlns:a16="http://schemas.microsoft.com/office/drawing/2014/main" id="{03F5445C-C530-1A22-68C5-6B9AA4B38D8E}"/>
              </a:ext>
            </a:extLst>
          </p:cNvPr>
          <p:cNvGrpSpPr/>
          <p:nvPr/>
        </p:nvGrpSpPr>
        <p:grpSpPr>
          <a:xfrm>
            <a:off x="5575808" y="2879842"/>
            <a:ext cx="193860" cy="145094"/>
            <a:chOff x="4423652" y="2879842"/>
            <a:chExt cx="193860" cy="145094"/>
          </a:xfrm>
        </p:grpSpPr>
        <p:sp>
          <p:nvSpPr>
            <p:cNvPr id="381" name="Freeform 312">
              <a:extLst>
                <a:ext uri="{FF2B5EF4-FFF2-40B4-BE49-F238E27FC236}">
                  <a16:creationId xmlns:a16="http://schemas.microsoft.com/office/drawing/2014/main" id="{A36B65F6-8B6A-205D-41BF-7D49304DBA15}"/>
                </a:ext>
              </a:extLst>
            </p:cNvPr>
            <p:cNvSpPr/>
            <p:nvPr/>
          </p:nvSpPr>
          <p:spPr>
            <a:xfrm>
              <a:off x="4469280" y="2915993"/>
              <a:ext cx="37198" cy="37207"/>
            </a:xfrm>
            <a:custGeom>
              <a:avLst/>
              <a:gdLst>
                <a:gd name="connsiteX0" fmla="*/ 21009 w 42013"/>
                <a:gd name="connsiteY0" fmla="*/ 42024 h 42023"/>
                <a:gd name="connsiteX1" fmla="*/ 42014 w 42013"/>
                <a:gd name="connsiteY1" fmla="*/ 21012 h 42023"/>
                <a:gd name="connsiteX2" fmla="*/ 21009 w 42013"/>
                <a:gd name="connsiteY2" fmla="*/ 0 h 42023"/>
                <a:gd name="connsiteX3" fmla="*/ 0 w 42013"/>
                <a:gd name="connsiteY3" fmla="*/ 21012 h 42023"/>
                <a:gd name="connsiteX4" fmla="*/ 21009 w 42013"/>
                <a:gd name="connsiteY4" fmla="*/ 42024 h 42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13" h="42023">
                  <a:moveTo>
                    <a:pt x="21009" y="42024"/>
                  </a:moveTo>
                  <a:cubicBezTo>
                    <a:pt x="32632" y="42024"/>
                    <a:pt x="42014" y="32593"/>
                    <a:pt x="42014" y="21012"/>
                  </a:cubicBezTo>
                  <a:cubicBezTo>
                    <a:pt x="42014" y="9431"/>
                    <a:pt x="32588" y="0"/>
                    <a:pt x="21009" y="0"/>
                  </a:cubicBezTo>
                  <a:cubicBezTo>
                    <a:pt x="9430" y="0"/>
                    <a:pt x="0" y="9431"/>
                    <a:pt x="0" y="21012"/>
                  </a:cubicBezTo>
                  <a:cubicBezTo>
                    <a:pt x="0" y="32593"/>
                    <a:pt x="9430" y="42024"/>
                    <a:pt x="21009" y="42024"/>
                  </a:cubicBezTo>
                  <a:close/>
                </a:path>
              </a:pathLst>
            </a:custGeom>
            <a:solidFill>
              <a:srgbClr val="007B85"/>
            </a:solidFill>
            <a:ln w="3646" cap="flat">
              <a:noFill/>
              <a:prstDash val="solid"/>
              <a:miter/>
            </a:ln>
          </p:spPr>
          <p:txBody>
            <a:bodyPr rtlCol="0" anchor="ctr"/>
            <a:lstStyle/>
            <a:p>
              <a:endParaRPr lang="en-GR"/>
            </a:p>
          </p:txBody>
        </p:sp>
        <p:sp>
          <p:nvSpPr>
            <p:cNvPr id="382" name="Freeform 313">
              <a:extLst>
                <a:ext uri="{FF2B5EF4-FFF2-40B4-BE49-F238E27FC236}">
                  <a16:creationId xmlns:a16="http://schemas.microsoft.com/office/drawing/2014/main" id="{CA21CC6F-9FAF-6296-8DCE-E3C1568223BB}"/>
                </a:ext>
              </a:extLst>
            </p:cNvPr>
            <p:cNvSpPr/>
            <p:nvPr/>
          </p:nvSpPr>
          <p:spPr>
            <a:xfrm>
              <a:off x="4457652" y="2958265"/>
              <a:ext cx="60620" cy="30844"/>
            </a:xfrm>
            <a:custGeom>
              <a:avLst/>
              <a:gdLst>
                <a:gd name="connsiteX0" fmla="*/ 34234 w 68467"/>
                <a:gd name="connsiteY0" fmla="*/ 0 h 34837"/>
                <a:gd name="connsiteX1" fmla="*/ 0 w 68467"/>
                <a:gd name="connsiteY1" fmla="*/ 20556 h 34837"/>
                <a:gd name="connsiteX2" fmla="*/ 0 w 68467"/>
                <a:gd name="connsiteY2" fmla="*/ 28750 h 34837"/>
                <a:gd name="connsiteX3" fmla="*/ 9335 w 68467"/>
                <a:gd name="connsiteY3" fmla="*/ 34837 h 34837"/>
                <a:gd name="connsiteX4" fmla="*/ 59133 w 68467"/>
                <a:gd name="connsiteY4" fmla="*/ 34837 h 34837"/>
                <a:gd name="connsiteX5" fmla="*/ 68467 w 68467"/>
                <a:gd name="connsiteY5" fmla="*/ 28702 h 34837"/>
                <a:gd name="connsiteX6" fmla="*/ 68467 w 68467"/>
                <a:gd name="connsiteY6" fmla="*/ 20599 h 34837"/>
                <a:gd name="connsiteX7" fmla="*/ 34234 w 68467"/>
                <a:gd name="connsiteY7" fmla="*/ 47 h 34837"/>
                <a:gd name="connsiteX8" fmla="*/ 34234 w 68467"/>
                <a:gd name="connsiteY8" fmla="*/ 0 h 34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467" h="34837">
                  <a:moveTo>
                    <a:pt x="34234" y="0"/>
                  </a:moveTo>
                  <a:cubicBezTo>
                    <a:pt x="15331" y="0"/>
                    <a:pt x="0" y="9201"/>
                    <a:pt x="0" y="20556"/>
                  </a:cubicBezTo>
                  <a:lnTo>
                    <a:pt x="0" y="28750"/>
                  </a:lnTo>
                  <a:cubicBezTo>
                    <a:pt x="91" y="31907"/>
                    <a:pt x="4164" y="34516"/>
                    <a:pt x="9335" y="34837"/>
                  </a:cubicBezTo>
                  <a:lnTo>
                    <a:pt x="59133" y="34837"/>
                  </a:lnTo>
                  <a:cubicBezTo>
                    <a:pt x="64347" y="34516"/>
                    <a:pt x="68424" y="31907"/>
                    <a:pt x="68467" y="28702"/>
                  </a:cubicBezTo>
                  <a:lnTo>
                    <a:pt x="68467" y="20599"/>
                  </a:lnTo>
                  <a:cubicBezTo>
                    <a:pt x="68467" y="9249"/>
                    <a:pt x="53137" y="47"/>
                    <a:pt x="34234" y="47"/>
                  </a:cubicBezTo>
                  <a:lnTo>
                    <a:pt x="34234" y="0"/>
                  </a:lnTo>
                  <a:close/>
                </a:path>
              </a:pathLst>
            </a:custGeom>
            <a:solidFill>
              <a:srgbClr val="007B85"/>
            </a:solidFill>
            <a:ln w="3646" cap="flat">
              <a:noFill/>
              <a:prstDash val="solid"/>
              <a:miter/>
            </a:ln>
          </p:spPr>
          <p:txBody>
            <a:bodyPr rtlCol="0" anchor="ctr"/>
            <a:lstStyle/>
            <a:p>
              <a:endParaRPr lang="en-GR"/>
            </a:p>
          </p:txBody>
        </p:sp>
        <p:sp>
          <p:nvSpPr>
            <p:cNvPr id="383" name="Freeform 314">
              <a:extLst>
                <a:ext uri="{FF2B5EF4-FFF2-40B4-BE49-F238E27FC236}">
                  <a16:creationId xmlns:a16="http://schemas.microsoft.com/office/drawing/2014/main" id="{B3CE0504-B175-6188-4048-66CAAA98E1EB}"/>
                </a:ext>
              </a:extLst>
            </p:cNvPr>
            <p:cNvSpPr/>
            <p:nvPr/>
          </p:nvSpPr>
          <p:spPr>
            <a:xfrm>
              <a:off x="4423652" y="2879842"/>
              <a:ext cx="193860" cy="145094"/>
            </a:xfrm>
            <a:custGeom>
              <a:avLst/>
              <a:gdLst>
                <a:gd name="connsiteX0" fmla="*/ 164950 w 218955"/>
                <a:gd name="connsiteY0" fmla="*/ 0 h 163876"/>
                <a:gd name="connsiteX1" fmla="*/ 164308 w 218955"/>
                <a:gd name="connsiteY1" fmla="*/ 0 h 163876"/>
                <a:gd name="connsiteX2" fmla="*/ 51122 w 218955"/>
                <a:gd name="connsiteY2" fmla="*/ 91 h 163876"/>
                <a:gd name="connsiteX3" fmla="*/ 0 w 218955"/>
                <a:gd name="connsiteY3" fmla="*/ 31629 h 163876"/>
                <a:gd name="connsiteX4" fmla="*/ 0 w 218955"/>
                <a:gd name="connsiteY4" fmla="*/ 132291 h 163876"/>
                <a:gd name="connsiteX5" fmla="*/ 54005 w 218955"/>
                <a:gd name="connsiteY5" fmla="*/ 163877 h 163876"/>
                <a:gd name="connsiteX6" fmla="*/ 167833 w 218955"/>
                <a:gd name="connsiteY6" fmla="*/ 163785 h 163876"/>
                <a:gd name="connsiteX7" fmla="*/ 218955 w 218955"/>
                <a:gd name="connsiteY7" fmla="*/ 132291 h 163876"/>
                <a:gd name="connsiteX8" fmla="*/ 218955 w 218955"/>
                <a:gd name="connsiteY8" fmla="*/ 31629 h 163876"/>
                <a:gd name="connsiteX9" fmla="*/ 164950 w 218955"/>
                <a:gd name="connsiteY9" fmla="*/ 0 h 163876"/>
                <a:gd name="connsiteX10" fmla="*/ 197126 w 218955"/>
                <a:gd name="connsiteY10" fmla="*/ 141719 h 163876"/>
                <a:gd name="connsiteX11" fmla="*/ 20045 w 218955"/>
                <a:gd name="connsiteY11" fmla="*/ 141857 h 163876"/>
                <a:gd name="connsiteX12" fmla="*/ 20045 w 218955"/>
                <a:gd name="connsiteY12" fmla="*/ 21928 h 163876"/>
                <a:gd name="connsiteX13" fmla="*/ 197126 w 218955"/>
                <a:gd name="connsiteY13" fmla="*/ 21789 h 163876"/>
                <a:gd name="connsiteX14" fmla="*/ 197126 w 218955"/>
                <a:gd name="connsiteY14" fmla="*/ 141766 h 163876"/>
                <a:gd name="connsiteX15" fmla="*/ 197126 w 218955"/>
                <a:gd name="connsiteY15" fmla="*/ 141719 h 163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955" h="163876">
                  <a:moveTo>
                    <a:pt x="164950" y="0"/>
                  </a:moveTo>
                  <a:cubicBezTo>
                    <a:pt x="164950" y="0"/>
                    <a:pt x="164538" y="0"/>
                    <a:pt x="164308" y="0"/>
                  </a:cubicBezTo>
                  <a:cubicBezTo>
                    <a:pt x="164078" y="0"/>
                    <a:pt x="51122" y="91"/>
                    <a:pt x="51122" y="91"/>
                  </a:cubicBezTo>
                  <a:cubicBezTo>
                    <a:pt x="22611" y="1146"/>
                    <a:pt x="0" y="14833"/>
                    <a:pt x="0" y="31629"/>
                  </a:cubicBezTo>
                  <a:lnTo>
                    <a:pt x="0" y="132291"/>
                  </a:lnTo>
                  <a:cubicBezTo>
                    <a:pt x="0" y="149639"/>
                    <a:pt x="24122" y="163691"/>
                    <a:pt x="54005" y="163877"/>
                  </a:cubicBezTo>
                  <a:cubicBezTo>
                    <a:pt x="54235" y="163877"/>
                    <a:pt x="167833" y="163785"/>
                    <a:pt x="167833" y="163785"/>
                  </a:cubicBezTo>
                  <a:cubicBezTo>
                    <a:pt x="196345" y="162731"/>
                    <a:pt x="218955" y="149044"/>
                    <a:pt x="218955" y="132291"/>
                  </a:cubicBezTo>
                  <a:lnTo>
                    <a:pt x="218955" y="31629"/>
                  </a:lnTo>
                  <a:cubicBezTo>
                    <a:pt x="218955" y="14282"/>
                    <a:pt x="194834" y="230"/>
                    <a:pt x="164950" y="0"/>
                  </a:cubicBezTo>
                  <a:close/>
                  <a:moveTo>
                    <a:pt x="197126" y="141719"/>
                  </a:moveTo>
                  <a:lnTo>
                    <a:pt x="20045" y="141857"/>
                  </a:lnTo>
                  <a:lnTo>
                    <a:pt x="20045" y="21928"/>
                  </a:lnTo>
                  <a:lnTo>
                    <a:pt x="197126" y="21789"/>
                  </a:lnTo>
                  <a:lnTo>
                    <a:pt x="197126" y="141766"/>
                  </a:lnTo>
                  <a:lnTo>
                    <a:pt x="197126" y="141719"/>
                  </a:lnTo>
                  <a:close/>
                </a:path>
              </a:pathLst>
            </a:custGeom>
            <a:solidFill>
              <a:srgbClr val="007B85"/>
            </a:solidFill>
            <a:ln w="3646" cap="flat">
              <a:noFill/>
              <a:prstDash val="solid"/>
              <a:miter/>
            </a:ln>
          </p:spPr>
          <p:txBody>
            <a:bodyPr rtlCol="0" anchor="ctr"/>
            <a:lstStyle/>
            <a:p>
              <a:endParaRPr lang="en-GR"/>
            </a:p>
          </p:txBody>
        </p:sp>
      </p:grpSp>
      <p:grpSp>
        <p:nvGrpSpPr>
          <p:cNvPr id="384" name="Group 383">
            <a:extLst>
              <a:ext uri="{FF2B5EF4-FFF2-40B4-BE49-F238E27FC236}">
                <a16:creationId xmlns:a16="http://schemas.microsoft.com/office/drawing/2014/main" id="{948E7B1E-B81A-5F67-0671-1BD5D47AA04D}"/>
              </a:ext>
            </a:extLst>
          </p:cNvPr>
          <p:cNvGrpSpPr/>
          <p:nvPr/>
        </p:nvGrpSpPr>
        <p:grpSpPr>
          <a:xfrm>
            <a:off x="5908603" y="2879842"/>
            <a:ext cx="193860" cy="145094"/>
            <a:chOff x="4756447" y="2879842"/>
            <a:chExt cx="193860" cy="145094"/>
          </a:xfrm>
        </p:grpSpPr>
        <p:sp>
          <p:nvSpPr>
            <p:cNvPr id="385" name="Freeform 315">
              <a:extLst>
                <a:ext uri="{FF2B5EF4-FFF2-40B4-BE49-F238E27FC236}">
                  <a16:creationId xmlns:a16="http://schemas.microsoft.com/office/drawing/2014/main" id="{310687AE-8743-8DAF-77D3-C7CCEFEFF72D}"/>
                </a:ext>
              </a:extLst>
            </p:cNvPr>
            <p:cNvSpPr/>
            <p:nvPr/>
          </p:nvSpPr>
          <p:spPr>
            <a:xfrm>
              <a:off x="4802074" y="2915993"/>
              <a:ext cx="37198" cy="37207"/>
            </a:xfrm>
            <a:custGeom>
              <a:avLst/>
              <a:gdLst>
                <a:gd name="connsiteX0" fmla="*/ 21009 w 42013"/>
                <a:gd name="connsiteY0" fmla="*/ 42024 h 42023"/>
                <a:gd name="connsiteX1" fmla="*/ 42014 w 42013"/>
                <a:gd name="connsiteY1" fmla="*/ 21012 h 42023"/>
                <a:gd name="connsiteX2" fmla="*/ 21009 w 42013"/>
                <a:gd name="connsiteY2" fmla="*/ 0 h 42023"/>
                <a:gd name="connsiteX3" fmla="*/ 0 w 42013"/>
                <a:gd name="connsiteY3" fmla="*/ 21012 h 42023"/>
                <a:gd name="connsiteX4" fmla="*/ 21009 w 42013"/>
                <a:gd name="connsiteY4" fmla="*/ 42024 h 42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13" h="42023">
                  <a:moveTo>
                    <a:pt x="21009" y="42024"/>
                  </a:moveTo>
                  <a:cubicBezTo>
                    <a:pt x="32632" y="42024"/>
                    <a:pt x="42014" y="32593"/>
                    <a:pt x="42014" y="21012"/>
                  </a:cubicBezTo>
                  <a:cubicBezTo>
                    <a:pt x="42014" y="9431"/>
                    <a:pt x="32588" y="0"/>
                    <a:pt x="21009" y="0"/>
                  </a:cubicBezTo>
                  <a:cubicBezTo>
                    <a:pt x="9430" y="0"/>
                    <a:pt x="0" y="9431"/>
                    <a:pt x="0" y="21012"/>
                  </a:cubicBezTo>
                  <a:cubicBezTo>
                    <a:pt x="0" y="32593"/>
                    <a:pt x="9430" y="42024"/>
                    <a:pt x="21009" y="42024"/>
                  </a:cubicBezTo>
                  <a:close/>
                </a:path>
              </a:pathLst>
            </a:custGeom>
            <a:solidFill>
              <a:srgbClr val="007B85"/>
            </a:solidFill>
            <a:ln w="3646" cap="flat">
              <a:noFill/>
              <a:prstDash val="solid"/>
              <a:miter/>
            </a:ln>
          </p:spPr>
          <p:txBody>
            <a:bodyPr rtlCol="0" anchor="ctr"/>
            <a:lstStyle/>
            <a:p>
              <a:endParaRPr lang="en-GR"/>
            </a:p>
          </p:txBody>
        </p:sp>
        <p:sp>
          <p:nvSpPr>
            <p:cNvPr id="386" name="Freeform 316">
              <a:extLst>
                <a:ext uri="{FF2B5EF4-FFF2-40B4-BE49-F238E27FC236}">
                  <a16:creationId xmlns:a16="http://schemas.microsoft.com/office/drawing/2014/main" id="{EE57BB88-B8E5-6B82-4ACC-05E2B3918FBF}"/>
                </a:ext>
              </a:extLst>
            </p:cNvPr>
            <p:cNvSpPr/>
            <p:nvPr/>
          </p:nvSpPr>
          <p:spPr>
            <a:xfrm>
              <a:off x="4790446" y="2958265"/>
              <a:ext cx="60620" cy="30844"/>
            </a:xfrm>
            <a:custGeom>
              <a:avLst/>
              <a:gdLst>
                <a:gd name="connsiteX0" fmla="*/ 34234 w 68467"/>
                <a:gd name="connsiteY0" fmla="*/ 0 h 34837"/>
                <a:gd name="connsiteX1" fmla="*/ 0 w 68467"/>
                <a:gd name="connsiteY1" fmla="*/ 20556 h 34837"/>
                <a:gd name="connsiteX2" fmla="*/ 0 w 68467"/>
                <a:gd name="connsiteY2" fmla="*/ 28750 h 34837"/>
                <a:gd name="connsiteX3" fmla="*/ 9335 w 68467"/>
                <a:gd name="connsiteY3" fmla="*/ 34837 h 34837"/>
                <a:gd name="connsiteX4" fmla="*/ 59133 w 68467"/>
                <a:gd name="connsiteY4" fmla="*/ 34837 h 34837"/>
                <a:gd name="connsiteX5" fmla="*/ 68467 w 68467"/>
                <a:gd name="connsiteY5" fmla="*/ 28702 h 34837"/>
                <a:gd name="connsiteX6" fmla="*/ 68467 w 68467"/>
                <a:gd name="connsiteY6" fmla="*/ 20599 h 34837"/>
                <a:gd name="connsiteX7" fmla="*/ 34234 w 68467"/>
                <a:gd name="connsiteY7" fmla="*/ 47 h 34837"/>
                <a:gd name="connsiteX8" fmla="*/ 34234 w 68467"/>
                <a:gd name="connsiteY8" fmla="*/ 0 h 34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467" h="34837">
                  <a:moveTo>
                    <a:pt x="34234" y="0"/>
                  </a:moveTo>
                  <a:cubicBezTo>
                    <a:pt x="15331" y="0"/>
                    <a:pt x="0" y="9201"/>
                    <a:pt x="0" y="20556"/>
                  </a:cubicBezTo>
                  <a:lnTo>
                    <a:pt x="0" y="28750"/>
                  </a:lnTo>
                  <a:cubicBezTo>
                    <a:pt x="91" y="31907"/>
                    <a:pt x="4164" y="34516"/>
                    <a:pt x="9335" y="34837"/>
                  </a:cubicBezTo>
                  <a:lnTo>
                    <a:pt x="59133" y="34837"/>
                  </a:lnTo>
                  <a:cubicBezTo>
                    <a:pt x="64347" y="34516"/>
                    <a:pt x="68424" y="31907"/>
                    <a:pt x="68467" y="28702"/>
                  </a:cubicBezTo>
                  <a:lnTo>
                    <a:pt x="68467" y="20599"/>
                  </a:lnTo>
                  <a:cubicBezTo>
                    <a:pt x="68467" y="9249"/>
                    <a:pt x="53137" y="47"/>
                    <a:pt x="34234" y="47"/>
                  </a:cubicBezTo>
                  <a:lnTo>
                    <a:pt x="34234" y="0"/>
                  </a:lnTo>
                  <a:close/>
                </a:path>
              </a:pathLst>
            </a:custGeom>
            <a:solidFill>
              <a:srgbClr val="007B85"/>
            </a:solidFill>
            <a:ln w="3646" cap="flat">
              <a:noFill/>
              <a:prstDash val="solid"/>
              <a:miter/>
            </a:ln>
          </p:spPr>
          <p:txBody>
            <a:bodyPr rtlCol="0" anchor="ctr"/>
            <a:lstStyle/>
            <a:p>
              <a:endParaRPr lang="en-GR"/>
            </a:p>
          </p:txBody>
        </p:sp>
        <p:sp>
          <p:nvSpPr>
            <p:cNvPr id="387" name="Freeform 317">
              <a:extLst>
                <a:ext uri="{FF2B5EF4-FFF2-40B4-BE49-F238E27FC236}">
                  <a16:creationId xmlns:a16="http://schemas.microsoft.com/office/drawing/2014/main" id="{C6329D9B-1B9F-55E3-B56F-FD3DC0649957}"/>
                </a:ext>
              </a:extLst>
            </p:cNvPr>
            <p:cNvSpPr/>
            <p:nvPr/>
          </p:nvSpPr>
          <p:spPr>
            <a:xfrm>
              <a:off x="4756447" y="2879842"/>
              <a:ext cx="193860" cy="145094"/>
            </a:xfrm>
            <a:custGeom>
              <a:avLst/>
              <a:gdLst>
                <a:gd name="connsiteX0" fmla="*/ 164950 w 218955"/>
                <a:gd name="connsiteY0" fmla="*/ 0 h 163876"/>
                <a:gd name="connsiteX1" fmla="*/ 164308 w 218955"/>
                <a:gd name="connsiteY1" fmla="*/ 0 h 163876"/>
                <a:gd name="connsiteX2" fmla="*/ 51122 w 218955"/>
                <a:gd name="connsiteY2" fmla="*/ 91 h 163876"/>
                <a:gd name="connsiteX3" fmla="*/ 0 w 218955"/>
                <a:gd name="connsiteY3" fmla="*/ 31629 h 163876"/>
                <a:gd name="connsiteX4" fmla="*/ 0 w 218955"/>
                <a:gd name="connsiteY4" fmla="*/ 132291 h 163876"/>
                <a:gd name="connsiteX5" fmla="*/ 54005 w 218955"/>
                <a:gd name="connsiteY5" fmla="*/ 163877 h 163876"/>
                <a:gd name="connsiteX6" fmla="*/ 167833 w 218955"/>
                <a:gd name="connsiteY6" fmla="*/ 163785 h 163876"/>
                <a:gd name="connsiteX7" fmla="*/ 218955 w 218955"/>
                <a:gd name="connsiteY7" fmla="*/ 132291 h 163876"/>
                <a:gd name="connsiteX8" fmla="*/ 218955 w 218955"/>
                <a:gd name="connsiteY8" fmla="*/ 31629 h 163876"/>
                <a:gd name="connsiteX9" fmla="*/ 164950 w 218955"/>
                <a:gd name="connsiteY9" fmla="*/ 0 h 163876"/>
                <a:gd name="connsiteX10" fmla="*/ 197126 w 218955"/>
                <a:gd name="connsiteY10" fmla="*/ 141719 h 163876"/>
                <a:gd name="connsiteX11" fmla="*/ 20045 w 218955"/>
                <a:gd name="connsiteY11" fmla="*/ 141857 h 163876"/>
                <a:gd name="connsiteX12" fmla="*/ 20045 w 218955"/>
                <a:gd name="connsiteY12" fmla="*/ 21928 h 163876"/>
                <a:gd name="connsiteX13" fmla="*/ 197126 w 218955"/>
                <a:gd name="connsiteY13" fmla="*/ 21789 h 163876"/>
                <a:gd name="connsiteX14" fmla="*/ 197126 w 218955"/>
                <a:gd name="connsiteY14" fmla="*/ 141766 h 163876"/>
                <a:gd name="connsiteX15" fmla="*/ 197126 w 218955"/>
                <a:gd name="connsiteY15" fmla="*/ 141719 h 163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955" h="163876">
                  <a:moveTo>
                    <a:pt x="164950" y="0"/>
                  </a:moveTo>
                  <a:cubicBezTo>
                    <a:pt x="164950" y="0"/>
                    <a:pt x="164538" y="0"/>
                    <a:pt x="164308" y="0"/>
                  </a:cubicBezTo>
                  <a:cubicBezTo>
                    <a:pt x="164078" y="0"/>
                    <a:pt x="51122" y="91"/>
                    <a:pt x="51122" y="91"/>
                  </a:cubicBezTo>
                  <a:cubicBezTo>
                    <a:pt x="22611" y="1146"/>
                    <a:pt x="0" y="14833"/>
                    <a:pt x="0" y="31629"/>
                  </a:cubicBezTo>
                  <a:lnTo>
                    <a:pt x="0" y="132291"/>
                  </a:lnTo>
                  <a:cubicBezTo>
                    <a:pt x="0" y="149639"/>
                    <a:pt x="24122" y="163691"/>
                    <a:pt x="54005" y="163877"/>
                  </a:cubicBezTo>
                  <a:cubicBezTo>
                    <a:pt x="54235" y="163877"/>
                    <a:pt x="167833" y="163785"/>
                    <a:pt x="167833" y="163785"/>
                  </a:cubicBezTo>
                  <a:cubicBezTo>
                    <a:pt x="196345" y="162731"/>
                    <a:pt x="218955" y="149044"/>
                    <a:pt x="218955" y="132291"/>
                  </a:cubicBezTo>
                  <a:lnTo>
                    <a:pt x="218955" y="31629"/>
                  </a:lnTo>
                  <a:cubicBezTo>
                    <a:pt x="218955" y="14282"/>
                    <a:pt x="194834" y="230"/>
                    <a:pt x="164950" y="0"/>
                  </a:cubicBezTo>
                  <a:close/>
                  <a:moveTo>
                    <a:pt x="197126" y="141719"/>
                  </a:moveTo>
                  <a:lnTo>
                    <a:pt x="20045" y="141857"/>
                  </a:lnTo>
                  <a:lnTo>
                    <a:pt x="20045" y="21928"/>
                  </a:lnTo>
                  <a:lnTo>
                    <a:pt x="197126" y="21789"/>
                  </a:lnTo>
                  <a:lnTo>
                    <a:pt x="197126" y="141766"/>
                  </a:lnTo>
                  <a:lnTo>
                    <a:pt x="197126" y="141719"/>
                  </a:lnTo>
                  <a:close/>
                </a:path>
              </a:pathLst>
            </a:custGeom>
            <a:solidFill>
              <a:srgbClr val="007B85"/>
            </a:solidFill>
            <a:ln w="3646" cap="flat">
              <a:noFill/>
              <a:prstDash val="solid"/>
              <a:miter/>
            </a:ln>
          </p:spPr>
          <p:txBody>
            <a:bodyPr rtlCol="0" anchor="ctr"/>
            <a:lstStyle/>
            <a:p>
              <a:endParaRPr lang="en-GR"/>
            </a:p>
          </p:txBody>
        </p:sp>
        <p:sp>
          <p:nvSpPr>
            <p:cNvPr id="388" name="Freeform 318">
              <a:extLst>
                <a:ext uri="{FF2B5EF4-FFF2-40B4-BE49-F238E27FC236}">
                  <a16:creationId xmlns:a16="http://schemas.microsoft.com/office/drawing/2014/main" id="{65C5CD05-8D1A-01BD-1060-9D91CF658FBD}"/>
                </a:ext>
              </a:extLst>
            </p:cNvPr>
            <p:cNvSpPr/>
            <p:nvPr/>
          </p:nvSpPr>
          <p:spPr>
            <a:xfrm>
              <a:off x="4861726" y="2915993"/>
              <a:ext cx="53082" cy="16211"/>
            </a:xfrm>
            <a:custGeom>
              <a:avLst/>
              <a:gdLst>
                <a:gd name="connsiteX0" fmla="*/ 54648 w 59953"/>
                <a:gd name="connsiteY0" fmla="*/ 0 h 18310"/>
                <a:gd name="connsiteX1" fmla="*/ 5306 w 59953"/>
                <a:gd name="connsiteY1" fmla="*/ 0 h 18310"/>
                <a:gd name="connsiteX2" fmla="*/ 0 w 59953"/>
                <a:gd name="connsiteY2" fmla="*/ 9157 h 18310"/>
                <a:gd name="connsiteX3" fmla="*/ 5306 w 59953"/>
                <a:gd name="connsiteY3" fmla="*/ 18311 h 18310"/>
                <a:gd name="connsiteX4" fmla="*/ 54648 w 59953"/>
                <a:gd name="connsiteY4" fmla="*/ 18311 h 18310"/>
                <a:gd name="connsiteX5" fmla="*/ 59954 w 59953"/>
                <a:gd name="connsiteY5" fmla="*/ 9157 h 18310"/>
                <a:gd name="connsiteX6" fmla="*/ 54648 w 59953"/>
                <a:gd name="connsiteY6" fmla="*/ 0 h 18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53" h="18310">
                  <a:moveTo>
                    <a:pt x="54648" y="0"/>
                  </a:moveTo>
                  <a:lnTo>
                    <a:pt x="5306" y="0"/>
                  </a:lnTo>
                  <a:cubicBezTo>
                    <a:pt x="2379" y="0"/>
                    <a:pt x="0" y="4121"/>
                    <a:pt x="0" y="9157"/>
                  </a:cubicBezTo>
                  <a:cubicBezTo>
                    <a:pt x="0" y="14190"/>
                    <a:pt x="2379" y="18311"/>
                    <a:pt x="5306" y="18311"/>
                  </a:cubicBezTo>
                  <a:lnTo>
                    <a:pt x="54648" y="18311"/>
                  </a:lnTo>
                  <a:cubicBezTo>
                    <a:pt x="57574" y="18311"/>
                    <a:pt x="59954" y="14190"/>
                    <a:pt x="59954" y="9157"/>
                  </a:cubicBezTo>
                  <a:cubicBezTo>
                    <a:pt x="59954" y="4121"/>
                    <a:pt x="57574" y="0"/>
                    <a:pt x="54648" y="0"/>
                  </a:cubicBezTo>
                  <a:close/>
                </a:path>
              </a:pathLst>
            </a:custGeom>
            <a:solidFill>
              <a:srgbClr val="007B85"/>
            </a:solidFill>
            <a:ln w="3646" cap="flat">
              <a:noFill/>
              <a:prstDash val="solid"/>
              <a:miter/>
            </a:ln>
          </p:spPr>
          <p:txBody>
            <a:bodyPr rtlCol="0" anchor="ctr"/>
            <a:lstStyle/>
            <a:p>
              <a:endParaRPr lang="en-GR"/>
            </a:p>
          </p:txBody>
        </p:sp>
        <p:sp>
          <p:nvSpPr>
            <p:cNvPr id="389" name="Freeform 319">
              <a:extLst>
                <a:ext uri="{FF2B5EF4-FFF2-40B4-BE49-F238E27FC236}">
                  <a16:creationId xmlns:a16="http://schemas.microsoft.com/office/drawing/2014/main" id="{A565DB74-B747-2284-C7F2-08A1DA953212}"/>
                </a:ext>
              </a:extLst>
            </p:cNvPr>
            <p:cNvSpPr/>
            <p:nvPr/>
          </p:nvSpPr>
          <p:spPr>
            <a:xfrm>
              <a:off x="4861726" y="2943351"/>
              <a:ext cx="53082" cy="16211"/>
            </a:xfrm>
            <a:custGeom>
              <a:avLst/>
              <a:gdLst>
                <a:gd name="connsiteX0" fmla="*/ 54648 w 59953"/>
                <a:gd name="connsiteY0" fmla="*/ 0 h 18310"/>
                <a:gd name="connsiteX1" fmla="*/ 5306 w 59953"/>
                <a:gd name="connsiteY1" fmla="*/ 0 h 18310"/>
                <a:gd name="connsiteX2" fmla="*/ 0 w 59953"/>
                <a:gd name="connsiteY2" fmla="*/ 9154 h 18310"/>
                <a:gd name="connsiteX3" fmla="*/ 5306 w 59953"/>
                <a:gd name="connsiteY3" fmla="*/ 18311 h 18310"/>
                <a:gd name="connsiteX4" fmla="*/ 54648 w 59953"/>
                <a:gd name="connsiteY4" fmla="*/ 18311 h 18310"/>
                <a:gd name="connsiteX5" fmla="*/ 59954 w 59953"/>
                <a:gd name="connsiteY5" fmla="*/ 9154 h 18310"/>
                <a:gd name="connsiteX6" fmla="*/ 54648 w 59953"/>
                <a:gd name="connsiteY6" fmla="*/ 0 h 18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53" h="18310">
                  <a:moveTo>
                    <a:pt x="54648" y="0"/>
                  </a:moveTo>
                  <a:lnTo>
                    <a:pt x="5306" y="0"/>
                  </a:lnTo>
                  <a:cubicBezTo>
                    <a:pt x="2379" y="0"/>
                    <a:pt x="0" y="4121"/>
                    <a:pt x="0" y="9154"/>
                  </a:cubicBezTo>
                  <a:cubicBezTo>
                    <a:pt x="0" y="14190"/>
                    <a:pt x="2379" y="18311"/>
                    <a:pt x="5306" y="18311"/>
                  </a:cubicBezTo>
                  <a:lnTo>
                    <a:pt x="54648" y="18311"/>
                  </a:lnTo>
                  <a:cubicBezTo>
                    <a:pt x="57574" y="18311"/>
                    <a:pt x="59954" y="14190"/>
                    <a:pt x="59954" y="9154"/>
                  </a:cubicBezTo>
                  <a:cubicBezTo>
                    <a:pt x="59954" y="4121"/>
                    <a:pt x="57574" y="0"/>
                    <a:pt x="54648" y="0"/>
                  </a:cubicBezTo>
                  <a:close/>
                </a:path>
              </a:pathLst>
            </a:custGeom>
            <a:solidFill>
              <a:srgbClr val="007B85"/>
            </a:solidFill>
            <a:ln w="3646" cap="flat">
              <a:noFill/>
              <a:prstDash val="solid"/>
              <a:miter/>
            </a:ln>
          </p:spPr>
          <p:txBody>
            <a:bodyPr rtlCol="0" anchor="ctr"/>
            <a:lstStyle/>
            <a:p>
              <a:endParaRPr lang="en-GR"/>
            </a:p>
          </p:txBody>
        </p:sp>
      </p:grpSp>
      <p:grpSp>
        <p:nvGrpSpPr>
          <p:cNvPr id="390" name="Group 389">
            <a:extLst>
              <a:ext uri="{FF2B5EF4-FFF2-40B4-BE49-F238E27FC236}">
                <a16:creationId xmlns:a16="http://schemas.microsoft.com/office/drawing/2014/main" id="{EB4639BA-31D6-AAD7-6C8C-B0E7715416EE}"/>
              </a:ext>
            </a:extLst>
          </p:cNvPr>
          <p:cNvGrpSpPr/>
          <p:nvPr/>
        </p:nvGrpSpPr>
        <p:grpSpPr>
          <a:xfrm>
            <a:off x="6241397" y="2879842"/>
            <a:ext cx="193860" cy="145094"/>
            <a:chOff x="5089241" y="2879842"/>
            <a:chExt cx="193860" cy="145094"/>
          </a:xfrm>
        </p:grpSpPr>
        <p:sp>
          <p:nvSpPr>
            <p:cNvPr id="391" name="Freeform 320">
              <a:extLst>
                <a:ext uri="{FF2B5EF4-FFF2-40B4-BE49-F238E27FC236}">
                  <a16:creationId xmlns:a16="http://schemas.microsoft.com/office/drawing/2014/main" id="{3C7A762B-0D2F-61E7-77CC-BE474BA9D78E}"/>
                </a:ext>
              </a:extLst>
            </p:cNvPr>
            <p:cNvSpPr/>
            <p:nvPr/>
          </p:nvSpPr>
          <p:spPr>
            <a:xfrm>
              <a:off x="5089241" y="2879842"/>
              <a:ext cx="193860" cy="145094"/>
            </a:xfrm>
            <a:custGeom>
              <a:avLst/>
              <a:gdLst>
                <a:gd name="connsiteX0" fmla="*/ 164950 w 218955"/>
                <a:gd name="connsiteY0" fmla="*/ 0 h 163876"/>
                <a:gd name="connsiteX1" fmla="*/ 164308 w 218955"/>
                <a:gd name="connsiteY1" fmla="*/ 0 h 163876"/>
                <a:gd name="connsiteX2" fmla="*/ 51122 w 218955"/>
                <a:gd name="connsiteY2" fmla="*/ 91 h 163876"/>
                <a:gd name="connsiteX3" fmla="*/ 0 w 218955"/>
                <a:gd name="connsiteY3" fmla="*/ 31629 h 163876"/>
                <a:gd name="connsiteX4" fmla="*/ 0 w 218955"/>
                <a:gd name="connsiteY4" fmla="*/ 132291 h 163876"/>
                <a:gd name="connsiteX5" fmla="*/ 54005 w 218955"/>
                <a:gd name="connsiteY5" fmla="*/ 163877 h 163876"/>
                <a:gd name="connsiteX6" fmla="*/ 167833 w 218955"/>
                <a:gd name="connsiteY6" fmla="*/ 163785 h 163876"/>
                <a:gd name="connsiteX7" fmla="*/ 218955 w 218955"/>
                <a:gd name="connsiteY7" fmla="*/ 132291 h 163876"/>
                <a:gd name="connsiteX8" fmla="*/ 218955 w 218955"/>
                <a:gd name="connsiteY8" fmla="*/ 31629 h 163876"/>
                <a:gd name="connsiteX9" fmla="*/ 164950 w 218955"/>
                <a:gd name="connsiteY9" fmla="*/ 0 h 163876"/>
                <a:gd name="connsiteX10" fmla="*/ 197126 w 218955"/>
                <a:gd name="connsiteY10" fmla="*/ 141719 h 163876"/>
                <a:gd name="connsiteX11" fmla="*/ 20045 w 218955"/>
                <a:gd name="connsiteY11" fmla="*/ 141857 h 163876"/>
                <a:gd name="connsiteX12" fmla="*/ 20045 w 218955"/>
                <a:gd name="connsiteY12" fmla="*/ 21928 h 163876"/>
                <a:gd name="connsiteX13" fmla="*/ 197126 w 218955"/>
                <a:gd name="connsiteY13" fmla="*/ 21789 h 163876"/>
                <a:gd name="connsiteX14" fmla="*/ 197126 w 218955"/>
                <a:gd name="connsiteY14" fmla="*/ 141766 h 163876"/>
                <a:gd name="connsiteX15" fmla="*/ 197126 w 218955"/>
                <a:gd name="connsiteY15" fmla="*/ 141719 h 163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955" h="163876">
                  <a:moveTo>
                    <a:pt x="164950" y="0"/>
                  </a:moveTo>
                  <a:cubicBezTo>
                    <a:pt x="164950" y="0"/>
                    <a:pt x="164538" y="0"/>
                    <a:pt x="164308" y="0"/>
                  </a:cubicBezTo>
                  <a:cubicBezTo>
                    <a:pt x="164078" y="0"/>
                    <a:pt x="51122" y="91"/>
                    <a:pt x="51122" y="91"/>
                  </a:cubicBezTo>
                  <a:cubicBezTo>
                    <a:pt x="22611" y="1146"/>
                    <a:pt x="0" y="14833"/>
                    <a:pt x="0" y="31629"/>
                  </a:cubicBezTo>
                  <a:lnTo>
                    <a:pt x="0" y="132291"/>
                  </a:lnTo>
                  <a:cubicBezTo>
                    <a:pt x="0" y="149639"/>
                    <a:pt x="24122" y="163691"/>
                    <a:pt x="54005" y="163877"/>
                  </a:cubicBezTo>
                  <a:cubicBezTo>
                    <a:pt x="54235" y="163877"/>
                    <a:pt x="167833" y="163785"/>
                    <a:pt x="167833" y="163785"/>
                  </a:cubicBezTo>
                  <a:cubicBezTo>
                    <a:pt x="196345" y="162731"/>
                    <a:pt x="218955" y="149044"/>
                    <a:pt x="218955" y="132291"/>
                  </a:cubicBezTo>
                  <a:lnTo>
                    <a:pt x="218955" y="31629"/>
                  </a:lnTo>
                  <a:cubicBezTo>
                    <a:pt x="218955" y="14282"/>
                    <a:pt x="194834" y="230"/>
                    <a:pt x="164950" y="0"/>
                  </a:cubicBezTo>
                  <a:close/>
                  <a:moveTo>
                    <a:pt x="197126" y="141719"/>
                  </a:moveTo>
                  <a:lnTo>
                    <a:pt x="20045" y="141857"/>
                  </a:lnTo>
                  <a:lnTo>
                    <a:pt x="20045" y="21928"/>
                  </a:lnTo>
                  <a:lnTo>
                    <a:pt x="197126" y="21789"/>
                  </a:lnTo>
                  <a:lnTo>
                    <a:pt x="197126" y="141766"/>
                  </a:lnTo>
                  <a:lnTo>
                    <a:pt x="197126" y="141719"/>
                  </a:lnTo>
                  <a:close/>
                </a:path>
              </a:pathLst>
            </a:custGeom>
            <a:solidFill>
              <a:srgbClr val="007B85"/>
            </a:solidFill>
            <a:ln w="3646" cap="flat">
              <a:noFill/>
              <a:prstDash val="solid"/>
              <a:miter/>
            </a:ln>
          </p:spPr>
          <p:txBody>
            <a:bodyPr rtlCol="0" anchor="ctr"/>
            <a:lstStyle/>
            <a:p>
              <a:endParaRPr lang="en-GR"/>
            </a:p>
          </p:txBody>
        </p:sp>
        <p:sp>
          <p:nvSpPr>
            <p:cNvPr id="392" name="Freeform 321">
              <a:extLst>
                <a:ext uri="{FF2B5EF4-FFF2-40B4-BE49-F238E27FC236}">
                  <a16:creationId xmlns:a16="http://schemas.microsoft.com/office/drawing/2014/main" id="{042B4258-0ABE-E509-865F-161340C61AD8}"/>
                </a:ext>
              </a:extLst>
            </p:cNvPr>
            <p:cNvSpPr/>
            <p:nvPr/>
          </p:nvSpPr>
          <p:spPr>
            <a:xfrm>
              <a:off x="5123240" y="2915993"/>
              <a:ext cx="124361" cy="16211"/>
            </a:xfrm>
            <a:custGeom>
              <a:avLst/>
              <a:gdLst>
                <a:gd name="connsiteX0" fmla="*/ 135154 w 140459"/>
                <a:gd name="connsiteY0" fmla="*/ 0 h 18310"/>
                <a:gd name="connsiteX1" fmla="*/ 5306 w 140459"/>
                <a:gd name="connsiteY1" fmla="*/ 0 h 18310"/>
                <a:gd name="connsiteX2" fmla="*/ 0 w 140459"/>
                <a:gd name="connsiteY2" fmla="*/ 9157 h 18310"/>
                <a:gd name="connsiteX3" fmla="*/ 5306 w 140459"/>
                <a:gd name="connsiteY3" fmla="*/ 18311 h 18310"/>
                <a:gd name="connsiteX4" fmla="*/ 135154 w 140459"/>
                <a:gd name="connsiteY4" fmla="*/ 18311 h 18310"/>
                <a:gd name="connsiteX5" fmla="*/ 140460 w 140459"/>
                <a:gd name="connsiteY5" fmla="*/ 9157 h 18310"/>
                <a:gd name="connsiteX6" fmla="*/ 135154 w 140459"/>
                <a:gd name="connsiteY6" fmla="*/ 0 h 18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0459" h="18310">
                  <a:moveTo>
                    <a:pt x="135154" y="0"/>
                  </a:moveTo>
                  <a:lnTo>
                    <a:pt x="5306" y="0"/>
                  </a:lnTo>
                  <a:cubicBezTo>
                    <a:pt x="2379" y="0"/>
                    <a:pt x="0" y="4121"/>
                    <a:pt x="0" y="9157"/>
                  </a:cubicBezTo>
                  <a:cubicBezTo>
                    <a:pt x="0" y="14190"/>
                    <a:pt x="2379" y="18311"/>
                    <a:pt x="5306" y="18311"/>
                  </a:cubicBezTo>
                  <a:lnTo>
                    <a:pt x="135154" y="18311"/>
                  </a:lnTo>
                  <a:cubicBezTo>
                    <a:pt x="138081" y="18311"/>
                    <a:pt x="140460" y="14190"/>
                    <a:pt x="140460" y="9157"/>
                  </a:cubicBezTo>
                  <a:cubicBezTo>
                    <a:pt x="140460" y="4121"/>
                    <a:pt x="138081" y="0"/>
                    <a:pt x="135154" y="0"/>
                  </a:cubicBezTo>
                  <a:close/>
                </a:path>
              </a:pathLst>
            </a:custGeom>
            <a:solidFill>
              <a:srgbClr val="007B85"/>
            </a:solidFill>
            <a:ln w="3646" cap="flat">
              <a:noFill/>
              <a:prstDash val="solid"/>
              <a:miter/>
            </a:ln>
          </p:spPr>
          <p:txBody>
            <a:bodyPr rtlCol="0" anchor="ctr"/>
            <a:lstStyle/>
            <a:p>
              <a:endParaRPr lang="en-GR"/>
            </a:p>
          </p:txBody>
        </p:sp>
        <p:sp>
          <p:nvSpPr>
            <p:cNvPr id="393" name="Freeform 322">
              <a:extLst>
                <a:ext uri="{FF2B5EF4-FFF2-40B4-BE49-F238E27FC236}">
                  <a16:creationId xmlns:a16="http://schemas.microsoft.com/office/drawing/2014/main" id="{B5E89CD7-6A74-340E-7805-8270B60A8583}"/>
                </a:ext>
              </a:extLst>
            </p:cNvPr>
            <p:cNvSpPr/>
            <p:nvPr/>
          </p:nvSpPr>
          <p:spPr>
            <a:xfrm>
              <a:off x="5135396" y="2943351"/>
              <a:ext cx="100051" cy="16211"/>
            </a:xfrm>
            <a:custGeom>
              <a:avLst/>
              <a:gdLst>
                <a:gd name="connsiteX0" fmla="*/ 107693 w 113002"/>
                <a:gd name="connsiteY0" fmla="*/ 0 h 18310"/>
                <a:gd name="connsiteX1" fmla="*/ 5310 w 113002"/>
                <a:gd name="connsiteY1" fmla="*/ 0 h 18310"/>
                <a:gd name="connsiteX2" fmla="*/ 0 w 113002"/>
                <a:gd name="connsiteY2" fmla="*/ 9154 h 18310"/>
                <a:gd name="connsiteX3" fmla="*/ 5310 w 113002"/>
                <a:gd name="connsiteY3" fmla="*/ 18311 h 18310"/>
                <a:gd name="connsiteX4" fmla="*/ 107693 w 113002"/>
                <a:gd name="connsiteY4" fmla="*/ 18311 h 18310"/>
                <a:gd name="connsiteX5" fmla="*/ 113003 w 113002"/>
                <a:gd name="connsiteY5" fmla="*/ 9154 h 18310"/>
                <a:gd name="connsiteX6" fmla="*/ 107693 w 113002"/>
                <a:gd name="connsiteY6" fmla="*/ 0 h 18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002" h="18310">
                  <a:moveTo>
                    <a:pt x="107693" y="0"/>
                  </a:moveTo>
                  <a:lnTo>
                    <a:pt x="5310" y="0"/>
                  </a:lnTo>
                  <a:cubicBezTo>
                    <a:pt x="2379" y="0"/>
                    <a:pt x="0" y="4121"/>
                    <a:pt x="0" y="9154"/>
                  </a:cubicBezTo>
                  <a:cubicBezTo>
                    <a:pt x="0" y="14190"/>
                    <a:pt x="2379" y="18311"/>
                    <a:pt x="5310" y="18311"/>
                  </a:cubicBezTo>
                  <a:lnTo>
                    <a:pt x="107693" y="18311"/>
                  </a:lnTo>
                  <a:cubicBezTo>
                    <a:pt x="110624" y="18311"/>
                    <a:pt x="113003" y="14190"/>
                    <a:pt x="113003" y="9154"/>
                  </a:cubicBezTo>
                  <a:cubicBezTo>
                    <a:pt x="113003" y="4121"/>
                    <a:pt x="110624" y="0"/>
                    <a:pt x="107693" y="0"/>
                  </a:cubicBezTo>
                  <a:close/>
                </a:path>
              </a:pathLst>
            </a:custGeom>
            <a:solidFill>
              <a:srgbClr val="007B85"/>
            </a:solidFill>
            <a:ln w="3646" cap="flat">
              <a:noFill/>
              <a:prstDash val="solid"/>
              <a:miter/>
            </a:ln>
          </p:spPr>
          <p:txBody>
            <a:bodyPr rtlCol="0" anchor="ctr"/>
            <a:lstStyle/>
            <a:p>
              <a:endParaRPr lang="en-GR"/>
            </a:p>
          </p:txBody>
        </p:sp>
      </p:grpSp>
      <p:grpSp>
        <p:nvGrpSpPr>
          <p:cNvPr id="394" name="Group 393">
            <a:extLst>
              <a:ext uri="{FF2B5EF4-FFF2-40B4-BE49-F238E27FC236}">
                <a16:creationId xmlns:a16="http://schemas.microsoft.com/office/drawing/2014/main" id="{6EF7B936-0955-AA24-91AB-9FA652CBE5E8}"/>
              </a:ext>
            </a:extLst>
          </p:cNvPr>
          <p:cNvGrpSpPr/>
          <p:nvPr/>
        </p:nvGrpSpPr>
        <p:grpSpPr>
          <a:xfrm>
            <a:off x="6600039" y="2860453"/>
            <a:ext cx="144704" cy="180964"/>
            <a:chOff x="5447883" y="2860453"/>
            <a:chExt cx="144704" cy="180964"/>
          </a:xfrm>
        </p:grpSpPr>
        <p:sp>
          <p:nvSpPr>
            <p:cNvPr id="395" name="Freeform 324">
              <a:extLst>
                <a:ext uri="{FF2B5EF4-FFF2-40B4-BE49-F238E27FC236}">
                  <a16:creationId xmlns:a16="http://schemas.microsoft.com/office/drawing/2014/main" id="{34D6DA27-9A86-C782-D75E-96E64B5997AD}"/>
                </a:ext>
              </a:extLst>
            </p:cNvPr>
            <p:cNvSpPr/>
            <p:nvPr/>
          </p:nvSpPr>
          <p:spPr>
            <a:xfrm>
              <a:off x="5512523" y="2889001"/>
              <a:ext cx="15470" cy="26330"/>
            </a:xfrm>
            <a:custGeom>
              <a:avLst/>
              <a:gdLst>
                <a:gd name="connsiteX0" fmla="*/ 8736 w 17472"/>
                <a:gd name="connsiteY0" fmla="*/ 0 h 29738"/>
                <a:gd name="connsiteX1" fmla="*/ 0 w 17472"/>
                <a:gd name="connsiteY1" fmla="*/ 29739 h 29738"/>
                <a:gd name="connsiteX2" fmla="*/ 17473 w 17472"/>
                <a:gd name="connsiteY2" fmla="*/ 29739 h 29738"/>
                <a:gd name="connsiteX3" fmla="*/ 8736 w 17472"/>
                <a:gd name="connsiteY3" fmla="*/ 0 h 29738"/>
              </a:gdLst>
              <a:ahLst/>
              <a:cxnLst>
                <a:cxn ang="0">
                  <a:pos x="connsiteX0" y="connsiteY0"/>
                </a:cxn>
                <a:cxn ang="0">
                  <a:pos x="connsiteX1" y="connsiteY1"/>
                </a:cxn>
                <a:cxn ang="0">
                  <a:pos x="connsiteX2" y="connsiteY2"/>
                </a:cxn>
                <a:cxn ang="0">
                  <a:pos x="connsiteX3" y="connsiteY3"/>
                </a:cxn>
              </a:cxnLst>
              <a:rect l="l" t="t" r="r" b="b"/>
              <a:pathLst>
                <a:path w="17472" h="29738">
                  <a:moveTo>
                    <a:pt x="8736" y="0"/>
                  </a:moveTo>
                  <a:cubicBezTo>
                    <a:pt x="6488" y="0"/>
                    <a:pt x="0" y="8993"/>
                    <a:pt x="0" y="29739"/>
                  </a:cubicBezTo>
                  <a:lnTo>
                    <a:pt x="17473" y="29739"/>
                  </a:lnTo>
                  <a:cubicBezTo>
                    <a:pt x="17473" y="9657"/>
                    <a:pt x="10882" y="0"/>
                    <a:pt x="8736" y="0"/>
                  </a:cubicBezTo>
                  <a:close/>
                </a:path>
              </a:pathLst>
            </a:custGeom>
            <a:solidFill>
              <a:srgbClr val="007B85"/>
            </a:solidFill>
            <a:ln w="3646" cap="flat">
              <a:noFill/>
              <a:prstDash val="solid"/>
              <a:miter/>
            </a:ln>
          </p:spPr>
          <p:txBody>
            <a:bodyPr rtlCol="0" anchor="ctr"/>
            <a:lstStyle/>
            <a:p>
              <a:endParaRPr lang="en-GR"/>
            </a:p>
          </p:txBody>
        </p:sp>
        <p:sp>
          <p:nvSpPr>
            <p:cNvPr id="396" name="Freeform 325">
              <a:extLst>
                <a:ext uri="{FF2B5EF4-FFF2-40B4-BE49-F238E27FC236}">
                  <a16:creationId xmlns:a16="http://schemas.microsoft.com/office/drawing/2014/main" id="{4121FB0B-C892-D96D-95BE-1D3605AF8C8C}"/>
                </a:ext>
              </a:extLst>
            </p:cNvPr>
            <p:cNvSpPr/>
            <p:nvPr/>
          </p:nvSpPr>
          <p:spPr>
            <a:xfrm>
              <a:off x="5533693" y="2925827"/>
              <a:ext cx="17640" cy="23254"/>
            </a:xfrm>
            <a:custGeom>
              <a:avLst/>
              <a:gdLst>
                <a:gd name="connsiteX0" fmla="*/ 19925 w 19924"/>
                <a:gd name="connsiteY0" fmla="*/ 0 h 26264"/>
                <a:gd name="connsiteX1" fmla="*/ 5415 w 19924"/>
                <a:gd name="connsiteY1" fmla="*/ 0 h 26264"/>
                <a:gd name="connsiteX2" fmla="*/ 0 w 19924"/>
                <a:gd name="connsiteY2" fmla="*/ 26264 h 26264"/>
                <a:gd name="connsiteX3" fmla="*/ 19925 w 19924"/>
                <a:gd name="connsiteY3" fmla="*/ 0 h 26264"/>
              </a:gdLst>
              <a:ahLst/>
              <a:cxnLst>
                <a:cxn ang="0">
                  <a:pos x="connsiteX0" y="connsiteY0"/>
                </a:cxn>
                <a:cxn ang="0">
                  <a:pos x="connsiteX1" y="connsiteY1"/>
                </a:cxn>
                <a:cxn ang="0">
                  <a:pos x="connsiteX2" y="connsiteY2"/>
                </a:cxn>
                <a:cxn ang="0">
                  <a:pos x="connsiteX3" y="connsiteY3"/>
                </a:cxn>
              </a:cxnLst>
              <a:rect l="l" t="t" r="r" b="b"/>
              <a:pathLst>
                <a:path w="19924" h="26264">
                  <a:moveTo>
                    <a:pt x="19925" y="0"/>
                  </a:moveTo>
                  <a:lnTo>
                    <a:pt x="5415" y="0"/>
                  </a:lnTo>
                  <a:cubicBezTo>
                    <a:pt x="4802" y="11293"/>
                    <a:pt x="2503" y="19928"/>
                    <a:pt x="0" y="26264"/>
                  </a:cubicBezTo>
                  <a:cubicBezTo>
                    <a:pt x="10320" y="21359"/>
                    <a:pt x="17932" y="11650"/>
                    <a:pt x="19925" y="0"/>
                  </a:cubicBezTo>
                  <a:close/>
                </a:path>
              </a:pathLst>
            </a:custGeom>
            <a:solidFill>
              <a:srgbClr val="007B85"/>
            </a:solidFill>
            <a:ln w="3646" cap="flat">
              <a:noFill/>
              <a:prstDash val="solid"/>
              <a:miter/>
            </a:ln>
          </p:spPr>
          <p:txBody>
            <a:bodyPr rtlCol="0" anchor="ctr"/>
            <a:lstStyle/>
            <a:p>
              <a:endParaRPr lang="en-GR"/>
            </a:p>
          </p:txBody>
        </p:sp>
        <p:sp>
          <p:nvSpPr>
            <p:cNvPr id="397" name="Freeform 326">
              <a:extLst>
                <a:ext uri="{FF2B5EF4-FFF2-40B4-BE49-F238E27FC236}">
                  <a16:creationId xmlns:a16="http://schemas.microsoft.com/office/drawing/2014/main" id="{26CA7398-3B03-EAED-1D25-65657C78D929}"/>
                </a:ext>
              </a:extLst>
            </p:cNvPr>
            <p:cNvSpPr/>
            <p:nvPr/>
          </p:nvSpPr>
          <p:spPr>
            <a:xfrm>
              <a:off x="5512523" y="2925827"/>
              <a:ext cx="15470" cy="26285"/>
            </a:xfrm>
            <a:custGeom>
              <a:avLst/>
              <a:gdLst>
                <a:gd name="connsiteX0" fmla="*/ 8736 w 17472"/>
                <a:gd name="connsiteY0" fmla="*/ 29688 h 29687"/>
                <a:gd name="connsiteX1" fmla="*/ 17473 w 17472"/>
                <a:gd name="connsiteY1" fmla="*/ 0 h 29687"/>
                <a:gd name="connsiteX2" fmla="*/ 0 w 17472"/>
                <a:gd name="connsiteY2" fmla="*/ 0 h 29687"/>
                <a:gd name="connsiteX3" fmla="*/ 8736 w 17472"/>
                <a:gd name="connsiteY3" fmla="*/ 29688 h 29687"/>
              </a:gdLst>
              <a:ahLst/>
              <a:cxnLst>
                <a:cxn ang="0">
                  <a:pos x="connsiteX0" y="connsiteY0"/>
                </a:cxn>
                <a:cxn ang="0">
                  <a:pos x="connsiteX1" y="connsiteY1"/>
                </a:cxn>
                <a:cxn ang="0">
                  <a:pos x="connsiteX2" y="connsiteY2"/>
                </a:cxn>
                <a:cxn ang="0">
                  <a:pos x="connsiteX3" y="connsiteY3"/>
                </a:cxn>
              </a:cxnLst>
              <a:rect l="l" t="t" r="r" b="b"/>
              <a:pathLst>
                <a:path w="17472" h="29687">
                  <a:moveTo>
                    <a:pt x="8736" y="29688"/>
                  </a:moveTo>
                  <a:cubicBezTo>
                    <a:pt x="13181" y="29688"/>
                    <a:pt x="16808" y="10833"/>
                    <a:pt x="17473" y="0"/>
                  </a:cubicBezTo>
                  <a:lnTo>
                    <a:pt x="0" y="0"/>
                  </a:lnTo>
                  <a:cubicBezTo>
                    <a:pt x="664" y="10833"/>
                    <a:pt x="4189" y="29688"/>
                    <a:pt x="8736" y="29688"/>
                  </a:cubicBezTo>
                  <a:close/>
                </a:path>
              </a:pathLst>
            </a:custGeom>
            <a:solidFill>
              <a:srgbClr val="007B85"/>
            </a:solidFill>
            <a:ln w="3646" cap="flat">
              <a:noFill/>
              <a:prstDash val="solid"/>
              <a:miter/>
            </a:ln>
          </p:spPr>
          <p:txBody>
            <a:bodyPr rtlCol="0" anchor="ctr"/>
            <a:lstStyle/>
            <a:p>
              <a:endParaRPr lang="en-GR"/>
            </a:p>
          </p:txBody>
        </p:sp>
        <p:sp>
          <p:nvSpPr>
            <p:cNvPr id="398" name="Freeform 327">
              <a:extLst>
                <a:ext uri="{FF2B5EF4-FFF2-40B4-BE49-F238E27FC236}">
                  <a16:creationId xmlns:a16="http://schemas.microsoft.com/office/drawing/2014/main" id="{A3D8A8AB-D576-2BC9-DF4F-C128B1DA4241}"/>
                </a:ext>
              </a:extLst>
            </p:cNvPr>
            <p:cNvSpPr/>
            <p:nvPr/>
          </p:nvSpPr>
          <p:spPr>
            <a:xfrm>
              <a:off x="5533693" y="2892077"/>
              <a:ext cx="17640" cy="23254"/>
            </a:xfrm>
            <a:custGeom>
              <a:avLst/>
              <a:gdLst>
                <a:gd name="connsiteX0" fmla="*/ 19925 w 19924"/>
                <a:gd name="connsiteY0" fmla="*/ 26264 h 26264"/>
                <a:gd name="connsiteX1" fmla="*/ 0 w 19924"/>
                <a:gd name="connsiteY1" fmla="*/ 0 h 26264"/>
                <a:gd name="connsiteX2" fmla="*/ 5415 w 19924"/>
                <a:gd name="connsiteY2" fmla="*/ 26264 h 26264"/>
                <a:gd name="connsiteX3" fmla="*/ 19925 w 19924"/>
                <a:gd name="connsiteY3" fmla="*/ 26264 h 26264"/>
              </a:gdLst>
              <a:ahLst/>
              <a:cxnLst>
                <a:cxn ang="0">
                  <a:pos x="connsiteX0" y="connsiteY0"/>
                </a:cxn>
                <a:cxn ang="0">
                  <a:pos x="connsiteX1" y="connsiteY1"/>
                </a:cxn>
                <a:cxn ang="0">
                  <a:pos x="connsiteX2" y="connsiteY2"/>
                </a:cxn>
                <a:cxn ang="0">
                  <a:pos x="connsiteX3" y="connsiteY3"/>
                </a:cxn>
              </a:cxnLst>
              <a:rect l="l" t="t" r="r" b="b"/>
              <a:pathLst>
                <a:path w="19924" h="26264">
                  <a:moveTo>
                    <a:pt x="19925" y="26264"/>
                  </a:moveTo>
                  <a:cubicBezTo>
                    <a:pt x="17983" y="14614"/>
                    <a:pt x="10371" y="4905"/>
                    <a:pt x="0" y="0"/>
                  </a:cubicBezTo>
                  <a:cubicBezTo>
                    <a:pt x="2554" y="6285"/>
                    <a:pt x="4802" y="14971"/>
                    <a:pt x="5415" y="26264"/>
                  </a:cubicBezTo>
                  <a:lnTo>
                    <a:pt x="19925" y="26264"/>
                  </a:lnTo>
                  <a:close/>
                </a:path>
              </a:pathLst>
            </a:custGeom>
            <a:solidFill>
              <a:srgbClr val="007B85"/>
            </a:solidFill>
            <a:ln w="3646" cap="flat">
              <a:noFill/>
              <a:prstDash val="solid"/>
              <a:miter/>
            </a:ln>
          </p:spPr>
          <p:txBody>
            <a:bodyPr rtlCol="0" anchor="ctr"/>
            <a:lstStyle/>
            <a:p>
              <a:endParaRPr lang="en-GR"/>
            </a:p>
          </p:txBody>
        </p:sp>
        <p:sp>
          <p:nvSpPr>
            <p:cNvPr id="399" name="Freeform 328">
              <a:extLst>
                <a:ext uri="{FF2B5EF4-FFF2-40B4-BE49-F238E27FC236}">
                  <a16:creationId xmlns:a16="http://schemas.microsoft.com/office/drawing/2014/main" id="{A22A5E97-8836-324C-2021-26897CA70C86}"/>
                </a:ext>
              </a:extLst>
            </p:cNvPr>
            <p:cNvSpPr/>
            <p:nvPr/>
          </p:nvSpPr>
          <p:spPr>
            <a:xfrm>
              <a:off x="5447883" y="2860453"/>
              <a:ext cx="144704" cy="180964"/>
            </a:xfrm>
            <a:custGeom>
              <a:avLst/>
              <a:gdLst>
                <a:gd name="connsiteX0" fmla="*/ 122615 w 163435"/>
                <a:gd name="connsiteY0" fmla="*/ 0 h 204389"/>
                <a:gd name="connsiteX1" fmla="*/ 40821 w 163435"/>
                <a:gd name="connsiteY1" fmla="*/ 0 h 204389"/>
                <a:gd name="connsiteX2" fmla="*/ 0 w 163435"/>
                <a:gd name="connsiteY2" fmla="*/ 23403 h 204389"/>
                <a:gd name="connsiteX3" fmla="*/ 0 w 163435"/>
                <a:gd name="connsiteY3" fmla="*/ 180987 h 204389"/>
                <a:gd name="connsiteX4" fmla="*/ 40821 w 163435"/>
                <a:gd name="connsiteY4" fmla="*/ 204390 h 204389"/>
                <a:gd name="connsiteX5" fmla="*/ 122615 w 163435"/>
                <a:gd name="connsiteY5" fmla="*/ 204390 h 204389"/>
                <a:gd name="connsiteX6" fmla="*/ 163436 w 163435"/>
                <a:gd name="connsiteY6" fmla="*/ 180732 h 204389"/>
                <a:gd name="connsiteX7" fmla="*/ 163436 w 163435"/>
                <a:gd name="connsiteY7" fmla="*/ 23607 h 204389"/>
                <a:gd name="connsiteX8" fmla="*/ 122615 w 163435"/>
                <a:gd name="connsiteY8" fmla="*/ 0 h 204389"/>
                <a:gd name="connsiteX9" fmla="*/ 81743 w 163435"/>
                <a:gd name="connsiteY9" fmla="*/ 20439 h 204389"/>
                <a:gd name="connsiteX10" fmla="*/ 129206 w 163435"/>
                <a:gd name="connsiteY10" fmla="*/ 67909 h 204389"/>
                <a:gd name="connsiteX11" fmla="*/ 81743 w 163435"/>
                <a:gd name="connsiteY11" fmla="*/ 115378 h 204389"/>
                <a:gd name="connsiteX12" fmla="*/ 34281 w 163435"/>
                <a:gd name="connsiteY12" fmla="*/ 67909 h 204389"/>
                <a:gd name="connsiteX13" fmla="*/ 81743 w 163435"/>
                <a:gd name="connsiteY13" fmla="*/ 20439 h 204389"/>
                <a:gd name="connsiteX14" fmla="*/ 130330 w 163435"/>
                <a:gd name="connsiteY14" fmla="*/ 183951 h 204389"/>
                <a:gd name="connsiteX15" fmla="*/ 33157 w 163435"/>
                <a:gd name="connsiteY15" fmla="*/ 183951 h 204389"/>
                <a:gd name="connsiteX16" fmla="*/ 27231 w 163435"/>
                <a:gd name="connsiteY16" fmla="*/ 173731 h 204389"/>
                <a:gd name="connsiteX17" fmla="*/ 33157 w 163435"/>
                <a:gd name="connsiteY17" fmla="*/ 163512 h 204389"/>
                <a:gd name="connsiteX18" fmla="*/ 130330 w 163435"/>
                <a:gd name="connsiteY18" fmla="*/ 163512 h 204389"/>
                <a:gd name="connsiteX19" fmla="*/ 136256 w 163435"/>
                <a:gd name="connsiteY19" fmla="*/ 173731 h 204389"/>
                <a:gd name="connsiteX20" fmla="*/ 130330 w 163435"/>
                <a:gd name="connsiteY20" fmla="*/ 183951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3435" h="204389">
                  <a:moveTo>
                    <a:pt x="122615" y="0"/>
                  </a:moveTo>
                  <a:lnTo>
                    <a:pt x="40821" y="0"/>
                  </a:lnTo>
                  <a:cubicBezTo>
                    <a:pt x="18392" y="0"/>
                    <a:pt x="204" y="10475"/>
                    <a:pt x="0" y="23403"/>
                  </a:cubicBezTo>
                  <a:lnTo>
                    <a:pt x="0" y="180987"/>
                  </a:lnTo>
                  <a:cubicBezTo>
                    <a:pt x="204" y="193915"/>
                    <a:pt x="18392" y="204390"/>
                    <a:pt x="40821" y="204390"/>
                  </a:cubicBezTo>
                  <a:lnTo>
                    <a:pt x="122615" y="204390"/>
                  </a:lnTo>
                  <a:cubicBezTo>
                    <a:pt x="145197" y="204390"/>
                    <a:pt x="163436" y="193812"/>
                    <a:pt x="163436" y="180732"/>
                  </a:cubicBezTo>
                  <a:lnTo>
                    <a:pt x="163436" y="23607"/>
                  </a:lnTo>
                  <a:cubicBezTo>
                    <a:pt x="163436" y="10577"/>
                    <a:pt x="145146" y="0"/>
                    <a:pt x="122615" y="0"/>
                  </a:cubicBezTo>
                  <a:close/>
                  <a:moveTo>
                    <a:pt x="81743" y="20439"/>
                  </a:moveTo>
                  <a:cubicBezTo>
                    <a:pt x="107952" y="20439"/>
                    <a:pt x="129206" y="41696"/>
                    <a:pt x="129206" y="67909"/>
                  </a:cubicBezTo>
                  <a:cubicBezTo>
                    <a:pt x="129206" y="94121"/>
                    <a:pt x="107952" y="115378"/>
                    <a:pt x="81743" y="115378"/>
                  </a:cubicBezTo>
                  <a:cubicBezTo>
                    <a:pt x="55534" y="115378"/>
                    <a:pt x="34281" y="94121"/>
                    <a:pt x="34281" y="67909"/>
                  </a:cubicBezTo>
                  <a:cubicBezTo>
                    <a:pt x="34281" y="41696"/>
                    <a:pt x="55534" y="20439"/>
                    <a:pt x="81743" y="20439"/>
                  </a:cubicBezTo>
                  <a:close/>
                  <a:moveTo>
                    <a:pt x="130330" y="183951"/>
                  </a:moveTo>
                  <a:lnTo>
                    <a:pt x="33157" y="183951"/>
                  </a:lnTo>
                  <a:cubicBezTo>
                    <a:pt x="29887" y="183951"/>
                    <a:pt x="27231" y="179352"/>
                    <a:pt x="27231" y="173731"/>
                  </a:cubicBezTo>
                  <a:cubicBezTo>
                    <a:pt x="27231" y="168110"/>
                    <a:pt x="29887" y="163512"/>
                    <a:pt x="33157" y="163512"/>
                  </a:cubicBezTo>
                  <a:lnTo>
                    <a:pt x="130330" y="163512"/>
                  </a:lnTo>
                  <a:cubicBezTo>
                    <a:pt x="133599" y="163512"/>
                    <a:pt x="136256" y="168110"/>
                    <a:pt x="136256" y="173731"/>
                  </a:cubicBezTo>
                  <a:cubicBezTo>
                    <a:pt x="136256" y="179352"/>
                    <a:pt x="133599" y="183951"/>
                    <a:pt x="130330" y="183951"/>
                  </a:cubicBezTo>
                  <a:close/>
                </a:path>
              </a:pathLst>
            </a:custGeom>
            <a:solidFill>
              <a:srgbClr val="007B85"/>
            </a:solidFill>
            <a:ln w="3646" cap="flat">
              <a:noFill/>
              <a:prstDash val="solid"/>
              <a:miter/>
            </a:ln>
          </p:spPr>
          <p:txBody>
            <a:bodyPr rtlCol="0" anchor="ctr"/>
            <a:lstStyle/>
            <a:p>
              <a:endParaRPr lang="en-GR"/>
            </a:p>
          </p:txBody>
        </p:sp>
        <p:sp>
          <p:nvSpPr>
            <p:cNvPr id="400" name="Freeform 329">
              <a:extLst>
                <a:ext uri="{FF2B5EF4-FFF2-40B4-BE49-F238E27FC236}">
                  <a16:creationId xmlns:a16="http://schemas.microsoft.com/office/drawing/2014/main" id="{DAD9AE88-B674-290C-FF87-574035F3486B}"/>
                </a:ext>
              </a:extLst>
            </p:cNvPr>
            <p:cNvSpPr/>
            <p:nvPr/>
          </p:nvSpPr>
          <p:spPr>
            <a:xfrm>
              <a:off x="5489136" y="2925827"/>
              <a:ext cx="17640" cy="23254"/>
            </a:xfrm>
            <a:custGeom>
              <a:avLst/>
              <a:gdLst>
                <a:gd name="connsiteX0" fmla="*/ 19925 w 19924"/>
                <a:gd name="connsiteY0" fmla="*/ 26264 h 26264"/>
                <a:gd name="connsiteX1" fmla="*/ 14509 w 19924"/>
                <a:gd name="connsiteY1" fmla="*/ 0 h 26264"/>
                <a:gd name="connsiteX2" fmla="*/ 0 w 19924"/>
                <a:gd name="connsiteY2" fmla="*/ 0 h 26264"/>
                <a:gd name="connsiteX3" fmla="*/ 19925 w 19924"/>
                <a:gd name="connsiteY3" fmla="*/ 26264 h 26264"/>
              </a:gdLst>
              <a:ahLst/>
              <a:cxnLst>
                <a:cxn ang="0">
                  <a:pos x="connsiteX0" y="connsiteY0"/>
                </a:cxn>
                <a:cxn ang="0">
                  <a:pos x="connsiteX1" y="connsiteY1"/>
                </a:cxn>
                <a:cxn ang="0">
                  <a:pos x="connsiteX2" y="connsiteY2"/>
                </a:cxn>
                <a:cxn ang="0">
                  <a:pos x="connsiteX3" y="connsiteY3"/>
                </a:cxn>
              </a:cxnLst>
              <a:rect l="l" t="t" r="r" b="b"/>
              <a:pathLst>
                <a:path w="19924" h="26264">
                  <a:moveTo>
                    <a:pt x="19925" y="26264"/>
                  </a:moveTo>
                  <a:cubicBezTo>
                    <a:pt x="17371" y="19979"/>
                    <a:pt x="15122" y="11293"/>
                    <a:pt x="14509" y="0"/>
                  </a:cubicBezTo>
                  <a:lnTo>
                    <a:pt x="0" y="0"/>
                  </a:lnTo>
                  <a:cubicBezTo>
                    <a:pt x="1941" y="11650"/>
                    <a:pt x="9554" y="21359"/>
                    <a:pt x="19925" y="26264"/>
                  </a:cubicBezTo>
                  <a:close/>
                </a:path>
              </a:pathLst>
            </a:custGeom>
            <a:solidFill>
              <a:srgbClr val="007B85"/>
            </a:solidFill>
            <a:ln w="3646" cap="flat">
              <a:noFill/>
              <a:prstDash val="solid"/>
              <a:miter/>
            </a:ln>
          </p:spPr>
          <p:txBody>
            <a:bodyPr rtlCol="0" anchor="ctr"/>
            <a:lstStyle/>
            <a:p>
              <a:endParaRPr lang="en-GR"/>
            </a:p>
          </p:txBody>
        </p:sp>
        <p:sp>
          <p:nvSpPr>
            <p:cNvPr id="401" name="Freeform 330">
              <a:extLst>
                <a:ext uri="{FF2B5EF4-FFF2-40B4-BE49-F238E27FC236}">
                  <a16:creationId xmlns:a16="http://schemas.microsoft.com/office/drawing/2014/main" id="{3D56A5EE-9CA3-355B-C046-9F0E6D50B52A}"/>
                </a:ext>
              </a:extLst>
            </p:cNvPr>
            <p:cNvSpPr/>
            <p:nvPr/>
          </p:nvSpPr>
          <p:spPr>
            <a:xfrm>
              <a:off x="5489136" y="2892077"/>
              <a:ext cx="17640" cy="23254"/>
            </a:xfrm>
            <a:custGeom>
              <a:avLst/>
              <a:gdLst>
                <a:gd name="connsiteX0" fmla="*/ 19925 w 19924"/>
                <a:gd name="connsiteY0" fmla="*/ 0 h 26264"/>
                <a:gd name="connsiteX1" fmla="*/ 0 w 19924"/>
                <a:gd name="connsiteY1" fmla="*/ 26264 h 26264"/>
                <a:gd name="connsiteX2" fmla="*/ 14509 w 19924"/>
                <a:gd name="connsiteY2" fmla="*/ 26264 h 26264"/>
                <a:gd name="connsiteX3" fmla="*/ 19925 w 19924"/>
                <a:gd name="connsiteY3" fmla="*/ 0 h 26264"/>
              </a:gdLst>
              <a:ahLst/>
              <a:cxnLst>
                <a:cxn ang="0">
                  <a:pos x="connsiteX0" y="connsiteY0"/>
                </a:cxn>
                <a:cxn ang="0">
                  <a:pos x="connsiteX1" y="connsiteY1"/>
                </a:cxn>
                <a:cxn ang="0">
                  <a:pos x="connsiteX2" y="connsiteY2"/>
                </a:cxn>
                <a:cxn ang="0">
                  <a:pos x="connsiteX3" y="connsiteY3"/>
                </a:cxn>
              </a:cxnLst>
              <a:rect l="l" t="t" r="r" b="b"/>
              <a:pathLst>
                <a:path w="19924" h="26264">
                  <a:moveTo>
                    <a:pt x="19925" y="0"/>
                  </a:moveTo>
                  <a:cubicBezTo>
                    <a:pt x="9554" y="4905"/>
                    <a:pt x="1992" y="14614"/>
                    <a:pt x="0" y="26264"/>
                  </a:cubicBezTo>
                  <a:lnTo>
                    <a:pt x="14509" y="26264"/>
                  </a:lnTo>
                  <a:cubicBezTo>
                    <a:pt x="15122" y="14971"/>
                    <a:pt x="17422" y="6336"/>
                    <a:pt x="19925" y="0"/>
                  </a:cubicBezTo>
                  <a:close/>
                </a:path>
              </a:pathLst>
            </a:custGeom>
            <a:solidFill>
              <a:srgbClr val="007B85"/>
            </a:solidFill>
            <a:ln w="3646" cap="flat">
              <a:noFill/>
              <a:prstDash val="solid"/>
              <a:miter/>
            </a:ln>
          </p:spPr>
          <p:txBody>
            <a:bodyPr rtlCol="0" anchor="ctr"/>
            <a:lstStyle/>
            <a:p>
              <a:endParaRPr lang="en-GR"/>
            </a:p>
          </p:txBody>
        </p:sp>
      </p:grpSp>
      <p:grpSp>
        <p:nvGrpSpPr>
          <p:cNvPr id="402" name="Group 401">
            <a:extLst>
              <a:ext uri="{FF2B5EF4-FFF2-40B4-BE49-F238E27FC236}">
                <a16:creationId xmlns:a16="http://schemas.microsoft.com/office/drawing/2014/main" id="{E125C69A-6A77-15C6-D519-0175E8B145D0}"/>
              </a:ext>
            </a:extLst>
          </p:cNvPr>
          <p:cNvGrpSpPr/>
          <p:nvPr/>
        </p:nvGrpSpPr>
        <p:grpSpPr>
          <a:xfrm>
            <a:off x="6929605" y="2860453"/>
            <a:ext cx="147663" cy="180964"/>
            <a:chOff x="5777447" y="2860453"/>
            <a:chExt cx="147663" cy="180964"/>
          </a:xfrm>
        </p:grpSpPr>
        <p:sp>
          <p:nvSpPr>
            <p:cNvPr id="403" name="Freeform 331">
              <a:extLst>
                <a:ext uri="{FF2B5EF4-FFF2-40B4-BE49-F238E27FC236}">
                  <a16:creationId xmlns:a16="http://schemas.microsoft.com/office/drawing/2014/main" id="{B42FA90D-611A-ED22-27ED-B1A193C271D9}"/>
                </a:ext>
              </a:extLst>
            </p:cNvPr>
            <p:cNvSpPr/>
            <p:nvPr/>
          </p:nvSpPr>
          <p:spPr>
            <a:xfrm>
              <a:off x="5777447" y="2860453"/>
              <a:ext cx="147663" cy="40019"/>
            </a:xfrm>
            <a:custGeom>
              <a:avLst/>
              <a:gdLst>
                <a:gd name="connsiteX0" fmla="*/ 107022 w 166778"/>
                <a:gd name="connsiteY0" fmla="*/ 20735 h 45199"/>
                <a:gd name="connsiteX1" fmla="*/ 160454 w 166778"/>
                <a:gd name="connsiteY1" fmla="*/ 20735 h 45199"/>
                <a:gd name="connsiteX2" fmla="*/ 166778 w 166778"/>
                <a:gd name="connsiteY2" fmla="*/ 31414 h 45199"/>
                <a:gd name="connsiteX3" fmla="*/ 166778 w 166778"/>
                <a:gd name="connsiteY3" fmla="*/ 34524 h 45199"/>
                <a:gd name="connsiteX4" fmla="*/ 160454 w 166778"/>
                <a:gd name="connsiteY4" fmla="*/ 45199 h 45199"/>
                <a:gd name="connsiteX5" fmla="*/ 6324 w 166778"/>
                <a:gd name="connsiteY5" fmla="*/ 45199 h 45199"/>
                <a:gd name="connsiteX6" fmla="*/ 0 w 166778"/>
                <a:gd name="connsiteY6" fmla="*/ 34473 h 45199"/>
                <a:gd name="connsiteX7" fmla="*/ 0 w 166778"/>
                <a:gd name="connsiteY7" fmla="*/ 31465 h 45199"/>
                <a:gd name="connsiteX8" fmla="*/ 6324 w 166778"/>
                <a:gd name="connsiteY8" fmla="*/ 20735 h 45199"/>
                <a:gd name="connsiteX9" fmla="*/ 59600 w 166778"/>
                <a:gd name="connsiteY9" fmla="*/ 20735 h 45199"/>
                <a:gd name="connsiteX10" fmla="*/ 59808 w 166778"/>
                <a:gd name="connsiteY10" fmla="*/ 5391 h 45199"/>
                <a:gd name="connsiteX11" fmla="*/ 69445 w 166778"/>
                <a:gd name="connsiteY11" fmla="*/ 0 h 45199"/>
                <a:gd name="connsiteX12" fmla="*/ 97121 w 166778"/>
                <a:gd name="connsiteY12" fmla="*/ 0 h 45199"/>
                <a:gd name="connsiteX13" fmla="*/ 107022 w 166778"/>
                <a:gd name="connsiteY13" fmla="*/ 6792 h 45199"/>
                <a:gd name="connsiteX14" fmla="*/ 107022 w 166778"/>
                <a:gd name="connsiteY14" fmla="*/ 20735 h 45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6778" h="45199">
                  <a:moveTo>
                    <a:pt x="107022" y="20735"/>
                  </a:moveTo>
                  <a:lnTo>
                    <a:pt x="160454" y="20735"/>
                  </a:lnTo>
                  <a:cubicBezTo>
                    <a:pt x="163928" y="20837"/>
                    <a:pt x="166778" y="25556"/>
                    <a:pt x="166778" y="31414"/>
                  </a:cubicBezTo>
                  <a:lnTo>
                    <a:pt x="166778" y="34524"/>
                  </a:lnTo>
                  <a:cubicBezTo>
                    <a:pt x="166778" y="40327"/>
                    <a:pt x="163928" y="45097"/>
                    <a:pt x="160454" y="45199"/>
                  </a:cubicBezTo>
                  <a:lnTo>
                    <a:pt x="6324" y="45199"/>
                  </a:lnTo>
                  <a:cubicBezTo>
                    <a:pt x="2799" y="45097"/>
                    <a:pt x="0" y="40327"/>
                    <a:pt x="0" y="34473"/>
                  </a:cubicBezTo>
                  <a:lnTo>
                    <a:pt x="0" y="31465"/>
                  </a:lnTo>
                  <a:cubicBezTo>
                    <a:pt x="0" y="25607"/>
                    <a:pt x="2799" y="20837"/>
                    <a:pt x="6324" y="20735"/>
                  </a:cubicBezTo>
                  <a:lnTo>
                    <a:pt x="59600" y="20735"/>
                  </a:lnTo>
                  <a:cubicBezTo>
                    <a:pt x="59600" y="14099"/>
                    <a:pt x="59651" y="5858"/>
                    <a:pt x="59808" y="5391"/>
                  </a:cubicBezTo>
                  <a:cubicBezTo>
                    <a:pt x="60742" y="2281"/>
                    <a:pt x="64679" y="0"/>
                    <a:pt x="69445" y="0"/>
                  </a:cubicBezTo>
                  <a:lnTo>
                    <a:pt x="97121" y="0"/>
                  </a:lnTo>
                  <a:cubicBezTo>
                    <a:pt x="102566" y="0"/>
                    <a:pt x="107022" y="3059"/>
                    <a:pt x="107022" y="6792"/>
                  </a:cubicBezTo>
                  <a:lnTo>
                    <a:pt x="107022" y="20735"/>
                  </a:lnTo>
                  <a:close/>
                </a:path>
              </a:pathLst>
            </a:custGeom>
            <a:solidFill>
              <a:srgbClr val="007B85"/>
            </a:solidFill>
            <a:ln w="3646" cap="flat">
              <a:noFill/>
              <a:prstDash val="solid"/>
              <a:miter/>
            </a:ln>
          </p:spPr>
          <p:txBody>
            <a:bodyPr rtlCol="0" anchor="ctr"/>
            <a:lstStyle/>
            <a:p>
              <a:endParaRPr lang="en-GR"/>
            </a:p>
          </p:txBody>
        </p:sp>
        <p:sp>
          <p:nvSpPr>
            <p:cNvPr id="404" name="Freeform 332">
              <a:extLst>
                <a:ext uri="{FF2B5EF4-FFF2-40B4-BE49-F238E27FC236}">
                  <a16:creationId xmlns:a16="http://schemas.microsoft.com/office/drawing/2014/main" id="{CFB1B1DC-9BF8-DC34-48BE-F1071BF12FFE}"/>
                </a:ext>
              </a:extLst>
            </p:cNvPr>
            <p:cNvSpPr/>
            <p:nvPr/>
          </p:nvSpPr>
          <p:spPr>
            <a:xfrm>
              <a:off x="5786807" y="2912910"/>
              <a:ext cx="128529" cy="128507"/>
            </a:xfrm>
            <a:custGeom>
              <a:avLst/>
              <a:gdLst>
                <a:gd name="connsiteX0" fmla="*/ 8758 w 145167"/>
                <a:gd name="connsiteY0" fmla="*/ 132700 h 145142"/>
                <a:gd name="connsiteX1" fmla="*/ 0 w 145167"/>
                <a:gd name="connsiteY1" fmla="*/ 0 h 145142"/>
                <a:gd name="connsiteX2" fmla="*/ 145168 w 145167"/>
                <a:gd name="connsiteY2" fmla="*/ 0 h 145142"/>
                <a:gd name="connsiteX3" fmla="*/ 135942 w 145167"/>
                <a:gd name="connsiteY3" fmla="*/ 135295 h 145142"/>
                <a:gd name="connsiteX4" fmla="*/ 114795 w 145167"/>
                <a:gd name="connsiteY4" fmla="*/ 145142 h 145142"/>
                <a:gd name="connsiteX5" fmla="*/ 30424 w 145167"/>
                <a:gd name="connsiteY5" fmla="*/ 145142 h 145142"/>
                <a:gd name="connsiteX6" fmla="*/ 8758 w 145167"/>
                <a:gd name="connsiteY6" fmla="*/ 132700 h 145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167" h="145142">
                  <a:moveTo>
                    <a:pt x="8758" y="132700"/>
                  </a:moveTo>
                  <a:lnTo>
                    <a:pt x="0" y="0"/>
                  </a:lnTo>
                  <a:lnTo>
                    <a:pt x="145168" y="0"/>
                  </a:lnTo>
                  <a:cubicBezTo>
                    <a:pt x="145168" y="0"/>
                    <a:pt x="136252" y="134463"/>
                    <a:pt x="135942" y="135295"/>
                  </a:cubicBezTo>
                  <a:cubicBezTo>
                    <a:pt x="133815" y="140890"/>
                    <a:pt x="125162" y="145142"/>
                    <a:pt x="114795" y="145142"/>
                  </a:cubicBezTo>
                  <a:lnTo>
                    <a:pt x="30424" y="145142"/>
                  </a:lnTo>
                  <a:cubicBezTo>
                    <a:pt x="18502" y="145142"/>
                    <a:pt x="8864" y="139594"/>
                    <a:pt x="8758" y="132700"/>
                  </a:cubicBezTo>
                  <a:close/>
                </a:path>
              </a:pathLst>
            </a:custGeom>
            <a:solidFill>
              <a:srgbClr val="007B85"/>
            </a:solidFill>
            <a:ln w="3646" cap="flat">
              <a:noFill/>
              <a:prstDash val="solid"/>
              <a:miter/>
            </a:ln>
          </p:spPr>
          <p:txBody>
            <a:bodyPr rtlCol="0" anchor="ctr"/>
            <a:lstStyle/>
            <a:p>
              <a:endParaRPr lang="en-GR"/>
            </a:p>
          </p:txBody>
        </p:sp>
      </p:grpSp>
      <p:grpSp>
        <p:nvGrpSpPr>
          <p:cNvPr id="405" name="Group 404">
            <a:extLst>
              <a:ext uri="{FF2B5EF4-FFF2-40B4-BE49-F238E27FC236}">
                <a16:creationId xmlns:a16="http://schemas.microsoft.com/office/drawing/2014/main" id="{2629A7A5-445C-7403-B04B-FB9B1E59B650}"/>
              </a:ext>
            </a:extLst>
          </p:cNvPr>
          <p:cNvGrpSpPr/>
          <p:nvPr/>
        </p:nvGrpSpPr>
        <p:grpSpPr>
          <a:xfrm>
            <a:off x="7233320" y="2889539"/>
            <a:ext cx="206785" cy="125191"/>
            <a:chOff x="6081162" y="2889537"/>
            <a:chExt cx="206785" cy="125191"/>
          </a:xfrm>
        </p:grpSpPr>
        <p:sp>
          <p:nvSpPr>
            <p:cNvPr id="406" name="Freeform 333">
              <a:extLst>
                <a:ext uri="{FF2B5EF4-FFF2-40B4-BE49-F238E27FC236}">
                  <a16:creationId xmlns:a16="http://schemas.microsoft.com/office/drawing/2014/main" id="{6FD4F439-A228-52C4-8F84-0E8FEC315396}"/>
                </a:ext>
              </a:extLst>
            </p:cNvPr>
            <p:cNvSpPr/>
            <p:nvPr/>
          </p:nvSpPr>
          <p:spPr>
            <a:xfrm>
              <a:off x="6081164" y="2971407"/>
              <a:ext cx="40611" cy="43321"/>
            </a:xfrm>
            <a:custGeom>
              <a:avLst/>
              <a:gdLst>
                <a:gd name="connsiteX0" fmla="*/ 1117 w 45868"/>
                <a:gd name="connsiteY0" fmla="*/ 28990 h 48929"/>
                <a:gd name="connsiteX1" fmla="*/ 1369 w 45868"/>
                <a:gd name="connsiteY1" fmla="*/ 37892 h 48929"/>
                <a:gd name="connsiteX2" fmla="*/ 8693 w 45868"/>
                <a:gd name="connsiteY2" fmla="*/ 45520 h 48929"/>
                <a:gd name="connsiteX3" fmla="*/ 19272 w 45868"/>
                <a:gd name="connsiteY3" fmla="*/ 48929 h 48929"/>
                <a:gd name="connsiteX4" fmla="*/ 26899 w 45868"/>
                <a:gd name="connsiteY4" fmla="*/ 45367 h 48929"/>
                <a:gd name="connsiteX5" fmla="*/ 45868 w 45868"/>
                <a:gd name="connsiteY5" fmla="*/ 15614 h 48929"/>
                <a:gd name="connsiteX6" fmla="*/ 19678 w 45868"/>
                <a:gd name="connsiteY6" fmla="*/ 0 h 48929"/>
                <a:gd name="connsiteX7" fmla="*/ 1117 w 45868"/>
                <a:gd name="connsiteY7" fmla="*/ 28990 h 4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68" h="48929">
                  <a:moveTo>
                    <a:pt x="1117" y="28990"/>
                  </a:moveTo>
                  <a:cubicBezTo>
                    <a:pt x="-459" y="31432"/>
                    <a:pt x="-361" y="34637"/>
                    <a:pt x="1369" y="37892"/>
                  </a:cubicBezTo>
                  <a:cubicBezTo>
                    <a:pt x="2844" y="40739"/>
                    <a:pt x="5438" y="43436"/>
                    <a:pt x="8693" y="45520"/>
                  </a:cubicBezTo>
                  <a:cubicBezTo>
                    <a:pt x="12251" y="47809"/>
                    <a:pt x="16017" y="48929"/>
                    <a:pt x="19272" y="48929"/>
                  </a:cubicBezTo>
                  <a:cubicBezTo>
                    <a:pt x="22524" y="48929"/>
                    <a:pt x="25374" y="47758"/>
                    <a:pt x="26899" y="45367"/>
                  </a:cubicBezTo>
                  <a:lnTo>
                    <a:pt x="45868" y="15614"/>
                  </a:lnTo>
                  <a:cubicBezTo>
                    <a:pt x="35851" y="12614"/>
                    <a:pt x="26848" y="7223"/>
                    <a:pt x="19678" y="0"/>
                  </a:cubicBezTo>
                  <a:lnTo>
                    <a:pt x="1117" y="28990"/>
                  </a:lnTo>
                  <a:close/>
                </a:path>
              </a:pathLst>
            </a:custGeom>
            <a:solidFill>
              <a:srgbClr val="007B85"/>
            </a:solidFill>
            <a:ln w="3646" cap="flat">
              <a:noFill/>
              <a:prstDash val="solid"/>
              <a:miter/>
            </a:ln>
          </p:spPr>
          <p:txBody>
            <a:bodyPr rtlCol="0" anchor="ctr"/>
            <a:lstStyle/>
            <a:p>
              <a:endParaRPr lang="en-GR"/>
            </a:p>
          </p:txBody>
        </p:sp>
        <p:sp>
          <p:nvSpPr>
            <p:cNvPr id="407" name="Freeform 334">
              <a:extLst>
                <a:ext uri="{FF2B5EF4-FFF2-40B4-BE49-F238E27FC236}">
                  <a16:creationId xmlns:a16="http://schemas.microsoft.com/office/drawing/2014/main" id="{77D1BD6B-F9CF-CE7A-5353-4C4C4136C0B8}"/>
                </a:ext>
              </a:extLst>
            </p:cNvPr>
            <p:cNvSpPr/>
            <p:nvPr/>
          </p:nvSpPr>
          <p:spPr>
            <a:xfrm>
              <a:off x="6247352" y="2971407"/>
              <a:ext cx="40595" cy="43321"/>
            </a:xfrm>
            <a:custGeom>
              <a:avLst/>
              <a:gdLst>
                <a:gd name="connsiteX0" fmla="*/ 26191 w 45850"/>
                <a:gd name="connsiteY0" fmla="*/ 0 h 48929"/>
                <a:gd name="connsiteX1" fmla="*/ 0 w 45850"/>
                <a:gd name="connsiteY1" fmla="*/ 15614 h 48929"/>
                <a:gd name="connsiteX2" fmla="*/ 18969 w 45850"/>
                <a:gd name="connsiteY2" fmla="*/ 45367 h 48929"/>
                <a:gd name="connsiteX3" fmla="*/ 26599 w 45850"/>
                <a:gd name="connsiteY3" fmla="*/ 48929 h 48929"/>
                <a:gd name="connsiteX4" fmla="*/ 37175 w 45850"/>
                <a:gd name="connsiteY4" fmla="*/ 45520 h 48929"/>
                <a:gd name="connsiteX5" fmla="*/ 44499 w 45850"/>
                <a:gd name="connsiteY5" fmla="*/ 37892 h 48929"/>
                <a:gd name="connsiteX6" fmla="*/ 44755 w 45850"/>
                <a:gd name="connsiteY6" fmla="*/ 28990 h 48929"/>
                <a:gd name="connsiteX7" fmla="*/ 26293 w 45850"/>
                <a:gd name="connsiteY7" fmla="*/ 0 h 48929"/>
                <a:gd name="connsiteX8" fmla="*/ 26191 w 45850"/>
                <a:gd name="connsiteY8" fmla="*/ 0 h 4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50" h="48929">
                  <a:moveTo>
                    <a:pt x="26191" y="0"/>
                  </a:moveTo>
                  <a:cubicBezTo>
                    <a:pt x="18969" y="7223"/>
                    <a:pt x="10021" y="12614"/>
                    <a:pt x="0" y="15614"/>
                  </a:cubicBezTo>
                  <a:lnTo>
                    <a:pt x="18969" y="45367"/>
                  </a:lnTo>
                  <a:cubicBezTo>
                    <a:pt x="20494" y="47758"/>
                    <a:pt x="23242" y="48929"/>
                    <a:pt x="26599" y="48929"/>
                  </a:cubicBezTo>
                  <a:cubicBezTo>
                    <a:pt x="29953" y="48929"/>
                    <a:pt x="33566" y="47809"/>
                    <a:pt x="37175" y="45520"/>
                  </a:cubicBezTo>
                  <a:cubicBezTo>
                    <a:pt x="40430" y="43487"/>
                    <a:pt x="43025" y="40739"/>
                    <a:pt x="44499" y="37892"/>
                  </a:cubicBezTo>
                  <a:cubicBezTo>
                    <a:pt x="46229" y="34585"/>
                    <a:pt x="46280" y="31432"/>
                    <a:pt x="44755" y="28990"/>
                  </a:cubicBezTo>
                  <a:lnTo>
                    <a:pt x="26293" y="0"/>
                  </a:lnTo>
                  <a:lnTo>
                    <a:pt x="26191" y="0"/>
                  </a:lnTo>
                  <a:close/>
                </a:path>
              </a:pathLst>
            </a:custGeom>
            <a:solidFill>
              <a:srgbClr val="007B85"/>
            </a:solidFill>
            <a:ln w="3646" cap="flat">
              <a:noFill/>
              <a:prstDash val="solid"/>
              <a:miter/>
            </a:ln>
          </p:spPr>
          <p:txBody>
            <a:bodyPr rtlCol="0" anchor="ctr"/>
            <a:lstStyle/>
            <a:p>
              <a:endParaRPr lang="en-GR"/>
            </a:p>
          </p:txBody>
        </p:sp>
        <p:sp>
          <p:nvSpPr>
            <p:cNvPr id="408" name="Freeform 335">
              <a:extLst>
                <a:ext uri="{FF2B5EF4-FFF2-40B4-BE49-F238E27FC236}">
                  <a16:creationId xmlns:a16="http://schemas.microsoft.com/office/drawing/2014/main" id="{8FEEC458-6242-538F-4B12-874096A67BB7}"/>
                </a:ext>
              </a:extLst>
            </p:cNvPr>
            <p:cNvSpPr/>
            <p:nvPr/>
          </p:nvSpPr>
          <p:spPr>
            <a:xfrm>
              <a:off x="6081162" y="2889537"/>
              <a:ext cx="206668" cy="85786"/>
            </a:xfrm>
            <a:custGeom>
              <a:avLst/>
              <a:gdLst>
                <a:gd name="connsiteX0" fmla="*/ 205249 w 233421"/>
                <a:gd name="connsiteY0" fmla="*/ 14902 h 96891"/>
                <a:gd name="connsiteX1" fmla="*/ 170311 w 233421"/>
                <a:gd name="connsiteY1" fmla="*/ 0 h 96891"/>
                <a:gd name="connsiteX2" fmla="*/ 136544 w 233421"/>
                <a:gd name="connsiteY2" fmla="*/ 13734 h 96891"/>
                <a:gd name="connsiteX3" fmla="*/ 116408 w 233421"/>
                <a:gd name="connsiteY3" fmla="*/ 5135 h 96891"/>
                <a:gd name="connsiteX4" fmla="*/ 96676 w 233421"/>
                <a:gd name="connsiteY4" fmla="*/ 13274 h 96891"/>
                <a:gd name="connsiteX5" fmla="*/ 63417 w 233421"/>
                <a:gd name="connsiteY5" fmla="*/ 0 h 96891"/>
                <a:gd name="connsiteX6" fmla="*/ 28479 w 233421"/>
                <a:gd name="connsiteY6" fmla="*/ 14902 h 96891"/>
                <a:gd name="connsiteX7" fmla="*/ 0 w 233421"/>
                <a:gd name="connsiteY7" fmla="*/ 14902 h 96891"/>
                <a:gd name="connsiteX8" fmla="*/ 0 w 233421"/>
                <a:gd name="connsiteY8" fmla="*/ 35859 h 96891"/>
                <a:gd name="connsiteX9" fmla="*/ 16732 w 233421"/>
                <a:gd name="connsiteY9" fmla="*/ 35859 h 96891"/>
                <a:gd name="connsiteX10" fmla="*/ 15002 w 233421"/>
                <a:gd name="connsiteY10" fmla="*/ 48422 h 96891"/>
                <a:gd name="connsiteX11" fmla="*/ 63468 w 233421"/>
                <a:gd name="connsiteY11" fmla="*/ 96892 h 96891"/>
                <a:gd name="connsiteX12" fmla="*/ 111930 w 233421"/>
                <a:gd name="connsiteY12" fmla="*/ 48422 h 96891"/>
                <a:gd name="connsiteX13" fmla="*/ 108930 w 233421"/>
                <a:gd name="connsiteY13" fmla="*/ 31841 h 96891"/>
                <a:gd name="connsiteX14" fmla="*/ 116459 w 233421"/>
                <a:gd name="connsiteY14" fmla="*/ 25483 h 96891"/>
                <a:gd name="connsiteX15" fmla="*/ 124389 w 233421"/>
                <a:gd name="connsiteY15" fmla="*/ 33111 h 96891"/>
                <a:gd name="connsiteX16" fmla="*/ 121900 w 233421"/>
                <a:gd name="connsiteY16" fmla="*/ 48422 h 96891"/>
                <a:gd name="connsiteX17" fmla="*/ 170362 w 233421"/>
                <a:gd name="connsiteY17" fmla="*/ 96892 h 96891"/>
                <a:gd name="connsiteX18" fmla="*/ 218828 w 233421"/>
                <a:gd name="connsiteY18" fmla="*/ 48422 h 96891"/>
                <a:gd name="connsiteX19" fmla="*/ 217098 w 233421"/>
                <a:gd name="connsiteY19" fmla="*/ 35859 h 96891"/>
                <a:gd name="connsiteX20" fmla="*/ 233421 w 233421"/>
                <a:gd name="connsiteY20" fmla="*/ 35859 h 96891"/>
                <a:gd name="connsiteX21" fmla="*/ 233421 w 233421"/>
                <a:gd name="connsiteY21" fmla="*/ 14902 h 96891"/>
                <a:gd name="connsiteX22" fmla="*/ 205249 w 233421"/>
                <a:gd name="connsiteY22" fmla="*/ 14902 h 96891"/>
                <a:gd name="connsiteX23" fmla="*/ 170311 w 233421"/>
                <a:gd name="connsiteY23" fmla="*/ 76548 h 96891"/>
                <a:gd name="connsiteX24" fmla="*/ 142190 w 233421"/>
                <a:gd name="connsiteY24" fmla="*/ 48422 h 96891"/>
                <a:gd name="connsiteX25" fmla="*/ 170311 w 233421"/>
                <a:gd name="connsiteY25" fmla="*/ 20293 h 96891"/>
                <a:gd name="connsiteX26" fmla="*/ 198436 w 233421"/>
                <a:gd name="connsiteY26" fmla="*/ 48422 h 96891"/>
                <a:gd name="connsiteX27" fmla="*/ 170311 w 233421"/>
                <a:gd name="connsiteY27" fmla="*/ 76548 h 96891"/>
                <a:gd name="connsiteX28" fmla="*/ 63417 w 233421"/>
                <a:gd name="connsiteY28" fmla="*/ 76548 h 96891"/>
                <a:gd name="connsiteX29" fmla="*/ 35292 w 233421"/>
                <a:gd name="connsiteY29" fmla="*/ 48422 h 96891"/>
                <a:gd name="connsiteX30" fmla="*/ 63417 w 233421"/>
                <a:gd name="connsiteY30" fmla="*/ 20293 h 96891"/>
                <a:gd name="connsiteX31" fmla="*/ 91538 w 233421"/>
                <a:gd name="connsiteY31" fmla="*/ 48422 h 96891"/>
                <a:gd name="connsiteX32" fmla="*/ 63417 w 233421"/>
                <a:gd name="connsiteY32" fmla="*/ 76548 h 9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33421" h="96891">
                  <a:moveTo>
                    <a:pt x="205249" y="14902"/>
                  </a:moveTo>
                  <a:cubicBezTo>
                    <a:pt x="196451" y="5749"/>
                    <a:pt x="184043" y="0"/>
                    <a:pt x="170311" y="0"/>
                  </a:cubicBezTo>
                  <a:cubicBezTo>
                    <a:pt x="156582" y="0"/>
                    <a:pt x="145292" y="5237"/>
                    <a:pt x="136544" y="13734"/>
                  </a:cubicBezTo>
                  <a:cubicBezTo>
                    <a:pt x="131461" y="8442"/>
                    <a:pt x="124341" y="5135"/>
                    <a:pt x="116408" y="5135"/>
                  </a:cubicBezTo>
                  <a:cubicBezTo>
                    <a:pt x="108474" y="5135"/>
                    <a:pt x="101760" y="8241"/>
                    <a:pt x="96676" y="13274"/>
                  </a:cubicBezTo>
                  <a:cubicBezTo>
                    <a:pt x="87980" y="5037"/>
                    <a:pt x="76280" y="0"/>
                    <a:pt x="63417" y="0"/>
                  </a:cubicBezTo>
                  <a:cubicBezTo>
                    <a:pt x="49685" y="0"/>
                    <a:pt x="37328" y="5749"/>
                    <a:pt x="28479" y="14902"/>
                  </a:cubicBezTo>
                  <a:lnTo>
                    <a:pt x="0" y="14902"/>
                  </a:lnTo>
                  <a:lnTo>
                    <a:pt x="0" y="35859"/>
                  </a:lnTo>
                  <a:lnTo>
                    <a:pt x="16732" y="35859"/>
                  </a:lnTo>
                  <a:cubicBezTo>
                    <a:pt x="15663" y="39878"/>
                    <a:pt x="15002" y="44097"/>
                    <a:pt x="15002" y="48422"/>
                  </a:cubicBezTo>
                  <a:cubicBezTo>
                    <a:pt x="15002" y="75175"/>
                    <a:pt x="36719" y="96892"/>
                    <a:pt x="63468" y="96892"/>
                  </a:cubicBezTo>
                  <a:cubicBezTo>
                    <a:pt x="90217" y="96892"/>
                    <a:pt x="111930" y="75175"/>
                    <a:pt x="111930" y="48422"/>
                  </a:cubicBezTo>
                  <a:cubicBezTo>
                    <a:pt x="111930" y="42571"/>
                    <a:pt x="110864" y="37027"/>
                    <a:pt x="108930" y="31841"/>
                  </a:cubicBezTo>
                  <a:cubicBezTo>
                    <a:pt x="109540" y="28228"/>
                    <a:pt x="112693" y="25483"/>
                    <a:pt x="116459" y="25483"/>
                  </a:cubicBezTo>
                  <a:cubicBezTo>
                    <a:pt x="123983" y="25483"/>
                    <a:pt x="124389" y="33111"/>
                    <a:pt x="124389" y="33111"/>
                  </a:cubicBezTo>
                  <a:cubicBezTo>
                    <a:pt x="122765" y="37943"/>
                    <a:pt x="121900" y="43079"/>
                    <a:pt x="121900" y="48422"/>
                  </a:cubicBezTo>
                  <a:cubicBezTo>
                    <a:pt x="121900" y="75175"/>
                    <a:pt x="143613" y="96892"/>
                    <a:pt x="170362" y="96892"/>
                  </a:cubicBezTo>
                  <a:cubicBezTo>
                    <a:pt x="197111" y="96892"/>
                    <a:pt x="218828" y="75175"/>
                    <a:pt x="218828" y="48422"/>
                  </a:cubicBezTo>
                  <a:cubicBezTo>
                    <a:pt x="218828" y="44046"/>
                    <a:pt x="218218" y="39878"/>
                    <a:pt x="217098" y="35859"/>
                  </a:cubicBezTo>
                  <a:lnTo>
                    <a:pt x="233421" y="35859"/>
                  </a:lnTo>
                  <a:lnTo>
                    <a:pt x="233421" y="14902"/>
                  </a:lnTo>
                  <a:lnTo>
                    <a:pt x="205249" y="14902"/>
                  </a:lnTo>
                  <a:close/>
                  <a:moveTo>
                    <a:pt x="170311" y="76548"/>
                  </a:moveTo>
                  <a:cubicBezTo>
                    <a:pt x="154801" y="76548"/>
                    <a:pt x="142190" y="63934"/>
                    <a:pt x="142190" y="48422"/>
                  </a:cubicBezTo>
                  <a:cubicBezTo>
                    <a:pt x="142190" y="32907"/>
                    <a:pt x="154801" y="20293"/>
                    <a:pt x="170311" y="20293"/>
                  </a:cubicBezTo>
                  <a:cubicBezTo>
                    <a:pt x="185824" y="20293"/>
                    <a:pt x="198436" y="32907"/>
                    <a:pt x="198436" y="48422"/>
                  </a:cubicBezTo>
                  <a:cubicBezTo>
                    <a:pt x="198436" y="63934"/>
                    <a:pt x="185824" y="76548"/>
                    <a:pt x="170311" y="76548"/>
                  </a:cubicBezTo>
                  <a:close/>
                  <a:moveTo>
                    <a:pt x="63417" y="76548"/>
                  </a:moveTo>
                  <a:cubicBezTo>
                    <a:pt x="47904" y="76548"/>
                    <a:pt x="35292" y="63934"/>
                    <a:pt x="35292" y="48422"/>
                  </a:cubicBezTo>
                  <a:cubicBezTo>
                    <a:pt x="35292" y="32907"/>
                    <a:pt x="47904" y="20293"/>
                    <a:pt x="63417" y="20293"/>
                  </a:cubicBezTo>
                  <a:cubicBezTo>
                    <a:pt x="78926" y="20293"/>
                    <a:pt x="91538" y="32907"/>
                    <a:pt x="91538" y="48422"/>
                  </a:cubicBezTo>
                  <a:cubicBezTo>
                    <a:pt x="91538" y="63934"/>
                    <a:pt x="78926" y="76548"/>
                    <a:pt x="63417" y="76548"/>
                  </a:cubicBezTo>
                  <a:close/>
                </a:path>
              </a:pathLst>
            </a:custGeom>
            <a:solidFill>
              <a:srgbClr val="007B85"/>
            </a:solidFill>
            <a:ln w="3646" cap="flat">
              <a:noFill/>
              <a:prstDash val="solid"/>
              <a:miter/>
            </a:ln>
          </p:spPr>
          <p:txBody>
            <a:bodyPr rtlCol="0" anchor="ctr"/>
            <a:lstStyle/>
            <a:p>
              <a:endParaRPr lang="en-GR"/>
            </a:p>
          </p:txBody>
        </p:sp>
      </p:grpSp>
      <p:grpSp>
        <p:nvGrpSpPr>
          <p:cNvPr id="409" name="Group 408">
            <a:extLst>
              <a:ext uri="{FF2B5EF4-FFF2-40B4-BE49-F238E27FC236}">
                <a16:creationId xmlns:a16="http://schemas.microsoft.com/office/drawing/2014/main" id="{48365243-581B-62DF-082A-EEF9BFC78C1A}"/>
              </a:ext>
            </a:extLst>
          </p:cNvPr>
          <p:cNvGrpSpPr/>
          <p:nvPr/>
        </p:nvGrpSpPr>
        <p:grpSpPr>
          <a:xfrm>
            <a:off x="7569343" y="2870151"/>
            <a:ext cx="200324" cy="164391"/>
            <a:chOff x="6417187" y="2870149"/>
            <a:chExt cx="200324" cy="164391"/>
          </a:xfrm>
        </p:grpSpPr>
        <p:sp>
          <p:nvSpPr>
            <p:cNvPr id="410" name="Freeform 336">
              <a:extLst>
                <a:ext uri="{FF2B5EF4-FFF2-40B4-BE49-F238E27FC236}">
                  <a16:creationId xmlns:a16="http://schemas.microsoft.com/office/drawing/2014/main" id="{79AE641D-E117-BCCA-4E01-2B40DA02BDA7}"/>
                </a:ext>
              </a:extLst>
            </p:cNvPr>
            <p:cNvSpPr/>
            <p:nvPr/>
          </p:nvSpPr>
          <p:spPr>
            <a:xfrm>
              <a:off x="6573139" y="2870149"/>
              <a:ext cx="44372" cy="43718"/>
            </a:xfrm>
            <a:custGeom>
              <a:avLst/>
              <a:gdLst>
                <a:gd name="connsiteX0" fmla="*/ 29749 w 50116"/>
                <a:gd name="connsiteY0" fmla="*/ 1335 h 49377"/>
                <a:gd name="connsiteX1" fmla="*/ 49039 w 50116"/>
                <a:gd name="connsiteY1" fmla="*/ 20350 h 49377"/>
                <a:gd name="connsiteX2" fmla="*/ 48984 w 50116"/>
                <a:gd name="connsiteY2" fmla="*/ 20460 h 49377"/>
                <a:gd name="connsiteX3" fmla="*/ 49991 w 50116"/>
                <a:gd name="connsiteY3" fmla="*/ 24880 h 49377"/>
                <a:gd name="connsiteX4" fmla="*/ 46075 w 50116"/>
                <a:gd name="connsiteY4" fmla="*/ 31760 h 49377"/>
                <a:gd name="connsiteX5" fmla="*/ 28687 w 50116"/>
                <a:gd name="connsiteY5" fmla="*/ 49377 h 49377"/>
                <a:gd name="connsiteX6" fmla="*/ 0 w 50116"/>
                <a:gd name="connsiteY6" fmla="*/ 21077 h 49377"/>
                <a:gd name="connsiteX7" fmla="*/ 15600 w 50116"/>
                <a:gd name="connsiteY7" fmla="*/ 5247 h 49377"/>
                <a:gd name="connsiteX8" fmla="*/ 29690 w 50116"/>
                <a:gd name="connsiteY8" fmla="*/ 1335 h 49377"/>
                <a:gd name="connsiteX9" fmla="*/ 29749 w 50116"/>
                <a:gd name="connsiteY9" fmla="*/ 1335 h 4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116" h="49377">
                  <a:moveTo>
                    <a:pt x="29749" y="1335"/>
                  </a:moveTo>
                  <a:lnTo>
                    <a:pt x="49039" y="20350"/>
                  </a:lnTo>
                  <a:lnTo>
                    <a:pt x="48984" y="20460"/>
                  </a:lnTo>
                  <a:cubicBezTo>
                    <a:pt x="49991" y="21467"/>
                    <a:pt x="50327" y="23091"/>
                    <a:pt x="49991" y="24880"/>
                  </a:cubicBezTo>
                  <a:cubicBezTo>
                    <a:pt x="49597" y="27062"/>
                    <a:pt x="48199" y="29577"/>
                    <a:pt x="46075" y="31760"/>
                  </a:cubicBezTo>
                  <a:lnTo>
                    <a:pt x="28687" y="49377"/>
                  </a:lnTo>
                  <a:lnTo>
                    <a:pt x="0" y="21077"/>
                  </a:lnTo>
                  <a:lnTo>
                    <a:pt x="15600" y="5247"/>
                  </a:lnTo>
                  <a:cubicBezTo>
                    <a:pt x="20520" y="273"/>
                    <a:pt x="26785" y="-1461"/>
                    <a:pt x="29690" y="1335"/>
                  </a:cubicBezTo>
                  <a:lnTo>
                    <a:pt x="29749" y="1335"/>
                  </a:lnTo>
                  <a:close/>
                </a:path>
              </a:pathLst>
            </a:custGeom>
            <a:solidFill>
              <a:srgbClr val="007B85"/>
            </a:solidFill>
            <a:ln w="3646" cap="flat">
              <a:noFill/>
              <a:prstDash val="solid"/>
              <a:miter/>
            </a:ln>
          </p:spPr>
          <p:txBody>
            <a:bodyPr rtlCol="0" anchor="ctr"/>
            <a:lstStyle/>
            <a:p>
              <a:endParaRPr lang="en-GR"/>
            </a:p>
          </p:txBody>
        </p:sp>
        <p:sp>
          <p:nvSpPr>
            <p:cNvPr id="411" name="Freeform 337">
              <a:extLst>
                <a:ext uri="{FF2B5EF4-FFF2-40B4-BE49-F238E27FC236}">
                  <a16:creationId xmlns:a16="http://schemas.microsoft.com/office/drawing/2014/main" id="{92370723-AA4D-00CB-2BB5-631FB7511387}"/>
                </a:ext>
              </a:extLst>
            </p:cNvPr>
            <p:cNvSpPr/>
            <p:nvPr/>
          </p:nvSpPr>
          <p:spPr>
            <a:xfrm>
              <a:off x="6417187" y="3009781"/>
              <a:ext cx="197983" cy="24759"/>
            </a:xfrm>
            <a:custGeom>
              <a:avLst/>
              <a:gdLst>
                <a:gd name="connsiteX0" fmla="*/ 7215 w 223611"/>
                <a:gd name="connsiteY0" fmla="*/ 0 h 27964"/>
                <a:gd name="connsiteX1" fmla="*/ 216401 w 223611"/>
                <a:gd name="connsiteY1" fmla="*/ 0 h 27964"/>
                <a:gd name="connsiteX2" fmla="*/ 223612 w 223611"/>
                <a:gd name="connsiteY2" fmla="*/ 12194 h 27964"/>
                <a:gd name="connsiteX3" fmla="*/ 223612 w 223611"/>
                <a:gd name="connsiteY3" fmla="*/ 15771 h 27964"/>
                <a:gd name="connsiteX4" fmla="*/ 216401 w 223611"/>
                <a:gd name="connsiteY4" fmla="*/ 27965 h 27964"/>
                <a:gd name="connsiteX5" fmla="*/ 7215 w 223611"/>
                <a:gd name="connsiteY5" fmla="*/ 27965 h 27964"/>
                <a:gd name="connsiteX6" fmla="*/ 0 w 223611"/>
                <a:gd name="connsiteY6" fmla="*/ 15716 h 27964"/>
                <a:gd name="connsiteX7" fmla="*/ 0 w 223611"/>
                <a:gd name="connsiteY7" fmla="*/ 12249 h 27964"/>
                <a:gd name="connsiteX8" fmla="*/ 7215 w 223611"/>
                <a:gd name="connsiteY8" fmla="*/ 0 h 27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3611" h="27964">
                  <a:moveTo>
                    <a:pt x="7215" y="0"/>
                  </a:moveTo>
                  <a:lnTo>
                    <a:pt x="216401" y="0"/>
                  </a:lnTo>
                  <a:cubicBezTo>
                    <a:pt x="220368" y="113"/>
                    <a:pt x="223612" y="5537"/>
                    <a:pt x="223612" y="12194"/>
                  </a:cubicBezTo>
                  <a:lnTo>
                    <a:pt x="223612" y="15771"/>
                  </a:lnTo>
                  <a:cubicBezTo>
                    <a:pt x="223612" y="22428"/>
                    <a:pt x="220368" y="27852"/>
                    <a:pt x="216401" y="27965"/>
                  </a:cubicBezTo>
                  <a:lnTo>
                    <a:pt x="7215" y="27965"/>
                  </a:lnTo>
                  <a:cubicBezTo>
                    <a:pt x="3244" y="27852"/>
                    <a:pt x="0" y="22428"/>
                    <a:pt x="0" y="15716"/>
                  </a:cubicBezTo>
                  <a:lnTo>
                    <a:pt x="0" y="12249"/>
                  </a:lnTo>
                  <a:cubicBezTo>
                    <a:pt x="0" y="5537"/>
                    <a:pt x="3186" y="113"/>
                    <a:pt x="7215" y="0"/>
                  </a:cubicBezTo>
                  <a:close/>
                </a:path>
              </a:pathLst>
            </a:custGeom>
            <a:solidFill>
              <a:srgbClr val="007B85"/>
            </a:solidFill>
            <a:ln w="3646" cap="flat">
              <a:noFill/>
              <a:prstDash val="solid"/>
              <a:miter/>
            </a:ln>
          </p:spPr>
          <p:txBody>
            <a:bodyPr rtlCol="0" anchor="ctr"/>
            <a:lstStyle/>
            <a:p>
              <a:endParaRPr lang="en-GR"/>
            </a:p>
          </p:txBody>
        </p:sp>
        <p:sp>
          <p:nvSpPr>
            <p:cNvPr id="412" name="Freeform 338">
              <a:extLst>
                <a:ext uri="{FF2B5EF4-FFF2-40B4-BE49-F238E27FC236}">
                  <a16:creationId xmlns:a16="http://schemas.microsoft.com/office/drawing/2014/main" id="{D3504189-116F-8277-55B7-903F321DFFB6}"/>
                </a:ext>
              </a:extLst>
            </p:cNvPr>
            <p:cNvSpPr/>
            <p:nvPr/>
          </p:nvSpPr>
          <p:spPr>
            <a:xfrm>
              <a:off x="6417485" y="2960956"/>
              <a:ext cx="66785" cy="37174"/>
            </a:xfrm>
            <a:custGeom>
              <a:avLst/>
              <a:gdLst>
                <a:gd name="connsiteX0" fmla="*/ 4025 w 75430"/>
                <a:gd name="connsiteY0" fmla="*/ 40323 h 41986"/>
                <a:gd name="connsiteX1" fmla="*/ 17724 w 75430"/>
                <a:gd name="connsiteY1" fmla="*/ 38757 h 41986"/>
                <a:gd name="connsiteX2" fmla="*/ 32413 w 75430"/>
                <a:gd name="connsiteY2" fmla="*/ 28556 h 41986"/>
                <a:gd name="connsiteX3" fmla="*/ 34219 w 75430"/>
                <a:gd name="connsiteY3" fmla="*/ 27239 h 41986"/>
                <a:gd name="connsiteX4" fmla="*/ 36515 w 75430"/>
                <a:gd name="connsiteY4" fmla="*/ 34845 h 41986"/>
                <a:gd name="connsiteX5" fmla="*/ 45182 w 75430"/>
                <a:gd name="connsiteY5" fmla="*/ 41947 h 41986"/>
                <a:gd name="connsiteX6" fmla="*/ 54071 w 75430"/>
                <a:gd name="connsiteY6" fmla="*/ 38535 h 41986"/>
                <a:gd name="connsiteX7" fmla="*/ 55082 w 75430"/>
                <a:gd name="connsiteY7" fmla="*/ 37794 h 41986"/>
                <a:gd name="connsiteX8" fmla="*/ 60501 w 75430"/>
                <a:gd name="connsiteY8" fmla="*/ 34115 h 41986"/>
                <a:gd name="connsiteX9" fmla="*/ 61227 w 75430"/>
                <a:gd name="connsiteY9" fmla="*/ 35180 h 41986"/>
                <a:gd name="connsiteX10" fmla="*/ 61282 w 75430"/>
                <a:gd name="connsiteY10" fmla="*/ 35254 h 41986"/>
                <a:gd name="connsiteX11" fmla="*/ 69726 w 75430"/>
                <a:gd name="connsiteY11" fmla="*/ 41947 h 41986"/>
                <a:gd name="connsiteX12" fmla="*/ 71518 w 75430"/>
                <a:gd name="connsiteY12" fmla="*/ 41947 h 41986"/>
                <a:gd name="connsiteX13" fmla="*/ 72131 w 75430"/>
                <a:gd name="connsiteY13" fmla="*/ 29812 h 41986"/>
                <a:gd name="connsiteX14" fmla="*/ 75430 w 75430"/>
                <a:gd name="connsiteY14" fmla="*/ 21308 h 41986"/>
                <a:gd name="connsiteX15" fmla="*/ 61005 w 75430"/>
                <a:gd name="connsiteY15" fmla="*/ 12471 h 41986"/>
                <a:gd name="connsiteX16" fmla="*/ 50995 w 75430"/>
                <a:gd name="connsiteY16" fmla="*/ 13701 h 41986"/>
                <a:gd name="connsiteX17" fmla="*/ 49655 w 75430"/>
                <a:gd name="connsiteY17" fmla="*/ 9230 h 41986"/>
                <a:gd name="connsiteX18" fmla="*/ 37241 w 75430"/>
                <a:gd name="connsiteY18" fmla="*/ 0 h 41986"/>
                <a:gd name="connsiteX19" fmla="*/ 28650 w 75430"/>
                <a:gd name="connsiteY19" fmla="*/ 3945 h 41986"/>
                <a:gd name="connsiteX20" fmla="*/ 28461 w 75430"/>
                <a:gd name="connsiteY20" fmla="*/ 4084 h 41986"/>
                <a:gd name="connsiteX21" fmla="*/ 5310 w 75430"/>
                <a:gd name="connsiteY21" fmla="*/ 23154 h 41986"/>
                <a:gd name="connsiteX22" fmla="*/ 0 w 75430"/>
                <a:gd name="connsiteY22" fmla="*/ 32045 h 41986"/>
                <a:gd name="connsiteX23" fmla="*/ 4080 w 75430"/>
                <a:gd name="connsiteY23" fmla="*/ 40381 h 41986"/>
                <a:gd name="connsiteX24" fmla="*/ 4025 w 75430"/>
                <a:gd name="connsiteY24" fmla="*/ 40323 h 4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430" h="41986">
                  <a:moveTo>
                    <a:pt x="4025" y="40323"/>
                  </a:moveTo>
                  <a:cubicBezTo>
                    <a:pt x="8444" y="43622"/>
                    <a:pt x="13531" y="41385"/>
                    <a:pt x="17724" y="38757"/>
                  </a:cubicBezTo>
                  <a:cubicBezTo>
                    <a:pt x="22739" y="35629"/>
                    <a:pt x="27621" y="32060"/>
                    <a:pt x="32413" y="28556"/>
                  </a:cubicBezTo>
                  <a:cubicBezTo>
                    <a:pt x="33019" y="28115"/>
                    <a:pt x="33621" y="27677"/>
                    <a:pt x="34219" y="27239"/>
                  </a:cubicBezTo>
                  <a:lnTo>
                    <a:pt x="36515" y="34845"/>
                  </a:lnTo>
                  <a:cubicBezTo>
                    <a:pt x="37631" y="38703"/>
                    <a:pt x="41153" y="41612"/>
                    <a:pt x="45182" y="41947"/>
                  </a:cubicBezTo>
                  <a:cubicBezTo>
                    <a:pt x="48535" y="42283"/>
                    <a:pt x="51444" y="40381"/>
                    <a:pt x="54071" y="38535"/>
                  </a:cubicBezTo>
                  <a:cubicBezTo>
                    <a:pt x="54184" y="38458"/>
                    <a:pt x="54564" y="38177"/>
                    <a:pt x="55082" y="37794"/>
                  </a:cubicBezTo>
                  <a:cubicBezTo>
                    <a:pt x="56870" y="36465"/>
                    <a:pt x="60330" y="33899"/>
                    <a:pt x="60501" y="34115"/>
                  </a:cubicBezTo>
                  <a:cubicBezTo>
                    <a:pt x="60782" y="34509"/>
                    <a:pt x="61005" y="34845"/>
                    <a:pt x="61227" y="35180"/>
                  </a:cubicBezTo>
                  <a:lnTo>
                    <a:pt x="61282" y="35254"/>
                  </a:lnTo>
                  <a:cubicBezTo>
                    <a:pt x="64052" y="39130"/>
                    <a:pt x="66063" y="41947"/>
                    <a:pt x="69726" y="41947"/>
                  </a:cubicBezTo>
                  <a:lnTo>
                    <a:pt x="71518" y="41947"/>
                  </a:lnTo>
                  <a:cubicBezTo>
                    <a:pt x="70456" y="38254"/>
                    <a:pt x="70624" y="34060"/>
                    <a:pt x="72131" y="29812"/>
                  </a:cubicBezTo>
                  <a:cubicBezTo>
                    <a:pt x="73361" y="26676"/>
                    <a:pt x="74427" y="23939"/>
                    <a:pt x="75430" y="21308"/>
                  </a:cubicBezTo>
                  <a:cubicBezTo>
                    <a:pt x="72022" y="15939"/>
                    <a:pt x="65701" y="13198"/>
                    <a:pt x="61005" y="12471"/>
                  </a:cubicBezTo>
                  <a:cubicBezTo>
                    <a:pt x="58209" y="12026"/>
                    <a:pt x="54407" y="12639"/>
                    <a:pt x="50995" y="13701"/>
                  </a:cubicBezTo>
                  <a:lnTo>
                    <a:pt x="49655" y="9230"/>
                  </a:lnTo>
                  <a:cubicBezTo>
                    <a:pt x="47977" y="3693"/>
                    <a:pt x="42999" y="0"/>
                    <a:pt x="37241" y="0"/>
                  </a:cubicBezTo>
                  <a:cubicBezTo>
                    <a:pt x="34022" y="0"/>
                    <a:pt x="31124" y="2128"/>
                    <a:pt x="28650" y="3945"/>
                  </a:cubicBezTo>
                  <a:lnTo>
                    <a:pt x="28461" y="4084"/>
                  </a:lnTo>
                  <a:cubicBezTo>
                    <a:pt x="20578" y="9898"/>
                    <a:pt x="12357" y="16333"/>
                    <a:pt x="5310" y="23154"/>
                  </a:cubicBezTo>
                  <a:cubicBezTo>
                    <a:pt x="2850" y="25505"/>
                    <a:pt x="0" y="28410"/>
                    <a:pt x="0" y="32045"/>
                  </a:cubicBezTo>
                  <a:cubicBezTo>
                    <a:pt x="0" y="35290"/>
                    <a:pt x="1566" y="38480"/>
                    <a:pt x="4080" y="40381"/>
                  </a:cubicBezTo>
                  <a:lnTo>
                    <a:pt x="4025" y="40323"/>
                  </a:lnTo>
                  <a:close/>
                </a:path>
              </a:pathLst>
            </a:custGeom>
            <a:solidFill>
              <a:srgbClr val="007B85"/>
            </a:solidFill>
            <a:ln w="3646" cap="flat">
              <a:noFill/>
              <a:prstDash val="solid"/>
              <a:miter/>
            </a:ln>
          </p:spPr>
          <p:txBody>
            <a:bodyPr rtlCol="0" anchor="ctr"/>
            <a:lstStyle/>
            <a:p>
              <a:endParaRPr lang="en-GR"/>
            </a:p>
          </p:txBody>
        </p:sp>
        <p:sp>
          <p:nvSpPr>
            <p:cNvPr id="413" name="Freeform 339">
              <a:extLst>
                <a:ext uri="{FF2B5EF4-FFF2-40B4-BE49-F238E27FC236}">
                  <a16:creationId xmlns:a16="http://schemas.microsoft.com/office/drawing/2014/main" id="{7821DF74-899B-37C7-B8E1-2D454FC0708D}"/>
                </a:ext>
              </a:extLst>
            </p:cNvPr>
            <p:cNvSpPr/>
            <p:nvPr/>
          </p:nvSpPr>
          <p:spPr>
            <a:xfrm>
              <a:off x="6490048" y="2897971"/>
              <a:ext cx="99427" cy="100473"/>
            </a:xfrm>
            <a:custGeom>
              <a:avLst/>
              <a:gdLst>
                <a:gd name="connsiteX0" fmla="*/ 8629 w 112297"/>
                <a:gd name="connsiteY0" fmla="*/ 112805 h 113479"/>
                <a:gd name="connsiteX1" fmla="*/ 1415 w 112297"/>
                <a:gd name="connsiteY1" fmla="*/ 112133 h 113479"/>
                <a:gd name="connsiteX2" fmla="*/ 1415 w 112297"/>
                <a:gd name="connsiteY2" fmla="*/ 112079 h 113479"/>
                <a:gd name="connsiteX3" fmla="*/ 689 w 112297"/>
                <a:gd name="connsiteY3" fmla="*/ 104695 h 113479"/>
                <a:gd name="connsiteX4" fmla="*/ 14333 w 112297"/>
                <a:gd name="connsiteY4" fmla="*/ 70299 h 113479"/>
                <a:gd name="connsiteX5" fmla="*/ 83614 w 112297"/>
                <a:gd name="connsiteY5" fmla="*/ 0 h 113479"/>
                <a:gd name="connsiteX6" fmla="*/ 112298 w 112297"/>
                <a:gd name="connsiteY6" fmla="*/ 28297 h 113479"/>
                <a:gd name="connsiteX7" fmla="*/ 43016 w 112297"/>
                <a:gd name="connsiteY7" fmla="*/ 98600 h 113479"/>
                <a:gd name="connsiteX8" fmla="*/ 8629 w 112297"/>
                <a:gd name="connsiteY8" fmla="*/ 112805 h 113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297" h="113479">
                  <a:moveTo>
                    <a:pt x="8629" y="112805"/>
                  </a:moveTo>
                  <a:cubicBezTo>
                    <a:pt x="5721" y="113867"/>
                    <a:pt x="3039" y="113699"/>
                    <a:pt x="1415" y="112133"/>
                  </a:cubicBezTo>
                  <a:lnTo>
                    <a:pt x="1415" y="112079"/>
                  </a:lnTo>
                  <a:cubicBezTo>
                    <a:pt x="-264" y="110458"/>
                    <a:pt x="-373" y="107717"/>
                    <a:pt x="689" y="104695"/>
                  </a:cubicBezTo>
                  <a:cubicBezTo>
                    <a:pt x="689" y="104695"/>
                    <a:pt x="13997" y="70635"/>
                    <a:pt x="14333" y="70299"/>
                  </a:cubicBezTo>
                  <a:lnTo>
                    <a:pt x="83614" y="0"/>
                  </a:lnTo>
                  <a:lnTo>
                    <a:pt x="112298" y="28297"/>
                  </a:lnTo>
                  <a:lnTo>
                    <a:pt x="43016" y="98600"/>
                  </a:lnTo>
                  <a:cubicBezTo>
                    <a:pt x="42739" y="98935"/>
                    <a:pt x="8629" y="112805"/>
                    <a:pt x="8629" y="112805"/>
                  </a:cubicBezTo>
                  <a:close/>
                </a:path>
              </a:pathLst>
            </a:custGeom>
            <a:solidFill>
              <a:srgbClr val="007B85"/>
            </a:solidFill>
            <a:ln w="3646" cap="flat">
              <a:noFill/>
              <a:prstDash val="solid"/>
              <a:miter/>
            </a:ln>
          </p:spPr>
          <p:txBody>
            <a:bodyPr rtlCol="0" anchor="ctr"/>
            <a:lstStyle/>
            <a:p>
              <a:endParaRPr lang="en-GR"/>
            </a:p>
          </p:txBody>
        </p:sp>
      </p:grpSp>
      <p:sp>
        <p:nvSpPr>
          <p:cNvPr id="414" name="Freeform 340">
            <a:extLst>
              <a:ext uri="{FF2B5EF4-FFF2-40B4-BE49-F238E27FC236}">
                <a16:creationId xmlns:a16="http://schemas.microsoft.com/office/drawing/2014/main" id="{DCF8ABA5-122F-8319-F2FB-B7A8E1D7BD8C}"/>
              </a:ext>
            </a:extLst>
          </p:cNvPr>
          <p:cNvSpPr/>
          <p:nvPr/>
        </p:nvSpPr>
        <p:spPr>
          <a:xfrm>
            <a:off x="7927988" y="2860453"/>
            <a:ext cx="145689" cy="180954"/>
          </a:xfrm>
          <a:custGeom>
            <a:avLst/>
            <a:gdLst>
              <a:gd name="connsiteX0" fmla="*/ 157028 w 164548"/>
              <a:gd name="connsiteY0" fmla="*/ 183629 h 204378"/>
              <a:gd name="connsiteX1" fmla="*/ 26574 w 164548"/>
              <a:gd name="connsiteY1" fmla="*/ 183629 h 204378"/>
              <a:gd name="connsiteX2" fmla="*/ 20651 w 164548"/>
              <a:gd name="connsiteY2" fmla="*/ 173330 h 204378"/>
              <a:gd name="connsiteX3" fmla="*/ 26574 w 164548"/>
              <a:gd name="connsiteY3" fmla="*/ 163077 h 204378"/>
              <a:gd name="connsiteX4" fmla="*/ 163260 w 164548"/>
              <a:gd name="connsiteY4" fmla="*/ 163183 h 204378"/>
              <a:gd name="connsiteX5" fmla="*/ 163260 w 164548"/>
              <a:gd name="connsiteY5" fmla="*/ 26578 h 204378"/>
              <a:gd name="connsiteX6" fmla="*/ 124684 w 164548"/>
              <a:gd name="connsiteY6" fmla="*/ 0 h 204378"/>
              <a:gd name="connsiteX7" fmla="*/ 45940 w 164548"/>
              <a:gd name="connsiteY7" fmla="*/ 0 h 204378"/>
              <a:gd name="connsiteX8" fmla="*/ 23227 w 164548"/>
              <a:gd name="connsiteY8" fmla="*/ 3504 h 204378"/>
              <a:gd name="connsiteX9" fmla="*/ 0 w 164548"/>
              <a:gd name="connsiteY9" fmla="*/ 26578 h 204378"/>
              <a:gd name="connsiteX10" fmla="*/ 0 w 164548"/>
              <a:gd name="connsiteY10" fmla="*/ 177760 h 204378"/>
              <a:gd name="connsiteX11" fmla="*/ 23227 w 164548"/>
              <a:gd name="connsiteY11" fmla="*/ 202587 h 204378"/>
              <a:gd name="connsiteX12" fmla="*/ 45940 w 164548"/>
              <a:gd name="connsiteY12" fmla="*/ 204339 h 204378"/>
              <a:gd name="connsiteX13" fmla="*/ 157028 w 164548"/>
              <a:gd name="connsiteY13" fmla="*/ 204028 h 204378"/>
              <a:gd name="connsiteX14" fmla="*/ 164549 w 164548"/>
              <a:gd name="connsiteY14" fmla="*/ 193265 h 204378"/>
              <a:gd name="connsiteX15" fmla="*/ 157028 w 164548"/>
              <a:gd name="connsiteY15" fmla="*/ 183684 h 204378"/>
              <a:gd name="connsiteX16" fmla="*/ 157028 w 164548"/>
              <a:gd name="connsiteY16" fmla="*/ 183629 h 20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4548" h="204378">
                <a:moveTo>
                  <a:pt x="157028" y="183629"/>
                </a:moveTo>
                <a:lnTo>
                  <a:pt x="26574" y="183629"/>
                </a:lnTo>
                <a:cubicBezTo>
                  <a:pt x="23330" y="183578"/>
                  <a:pt x="20651" y="178994"/>
                  <a:pt x="20651" y="173330"/>
                </a:cubicBezTo>
                <a:cubicBezTo>
                  <a:pt x="20651" y="167665"/>
                  <a:pt x="23279" y="163077"/>
                  <a:pt x="26574" y="163077"/>
                </a:cubicBezTo>
                <a:lnTo>
                  <a:pt x="163260" y="163183"/>
                </a:lnTo>
                <a:lnTo>
                  <a:pt x="163260" y="26578"/>
                </a:lnTo>
                <a:cubicBezTo>
                  <a:pt x="163260" y="13340"/>
                  <a:pt x="146521" y="2062"/>
                  <a:pt x="124684" y="0"/>
                </a:cubicBezTo>
                <a:lnTo>
                  <a:pt x="45940" y="0"/>
                </a:lnTo>
                <a:cubicBezTo>
                  <a:pt x="37649" y="0"/>
                  <a:pt x="29924" y="1288"/>
                  <a:pt x="23227" y="3504"/>
                </a:cubicBezTo>
                <a:cubicBezTo>
                  <a:pt x="9375" y="8088"/>
                  <a:pt x="0" y="16691"/>
                  <a:pt x="0" y="26578"/>
                </a:cubicBezTo>
                <a:lnTo>
                  <a:pt x="0" y="177760"/>
                </a:lnTo>
                <a:cubicBezTo>
                  <a:pt x="0" y="187648"/>
                  <a:pt x="9375" y="198002"/>
                  <a:pt x="23227" y="202587"/>
                </a:cubicBezTo>
                <a:cubicBezTo>
                  <a:pt x="29924" y="204802"/>
                  <a:pt x="37649" y="204339"/>
                  <a:pt x="45940" y="204339"/>
                </a:cubicBezTo>
                <a:lnTo>
                  <a:pt x="157028" y="204028"/>
                </a:lnTo>
                <a:cubicBezTo>
                  <a:pt x="161199" y="204028"/>
                  <a:pt x="164549" y="200422"/>
                  <a:pt x="164549" y="193265"/>
                </a:cubicBezTo>
                <a:cubicBezTo>
                  <a:pt x="164549" y="186104"/>
                  <a:pt x="161199" y="183684"/>
                  <a:pt x="157028" y="183684"/>
                </a:cubicBezTo>
                <a:lnTo>
                  <a:pt x="157028" y="183629"/>
                </a:lnTo>
                <a:close/>
              </a:path>
            </a:pathLst>
          </a:custGeom>
          <a:solidFill>
            <a:srgbClr val="007B85"/>
          </a:solidFill>
          <a:ln w="3646" cap="flat">
            <a:noFill/>
            <a:prstDash val="solid"/>
            <a:miter/>
          </a:ln>
        </p:spPr>
        <p:txBody>
          <a:bodyPr rtlCol="0" anchor="ctr"/>
          <a:lstStyle/>
          <a:p>
            <a:endParaRPr lang="en-GR"/>
          </a:p>
        </p:txBody>
      </p:sp>
      <p:sp>
        <p:nvSpPr>
          <p:cNvPr id="415" name="Freeform 341">
            <a:extLst>
              <a:ext uri="{FF2B5EF4-FFF2-40B4-BE49-F238E27FC236}">
                <a16:creationId xmlns:a16="http://schemas.microsoft.com/office/drawing/2014/main" id="{1BBF2B64-1088-E6FA-DC11-EC178E97D715}"/>
              </a:ext>
            </a:extLst>
          </p:cNvPr>
          <p:cNvSpPr/>
          <p:nvPr/>
        </p:nvSpPr>
        <p:spPr>
          <a:xfrm>
            <a:off x="8254319" y="2850759"/>
            <a:ext cx="164684" cy="181006"/>
          </a:xfrm>
          <a:custGeom>
            <a:avLst/>
            <a:gdLst>
              <a:gd name="connsiteX0" fmla="*/ 174836 w 186002"/>
              <a:gd name="connsiteY0" fmla="*/ 67200 h 204437"/>
              <a:gd name="connsiteX1" fmla="*/ 159254 w 186002"/>
              <a:gd name="connsiteY1" fmla="*/ 75617 h 204437"/>
              <a:gd name="connsiteX2" fmla="*/ 168340 w 186002"/>
              <a:gd name="connsiteY2" fmla="*/ 111425 h 204437"/>
              <a:gd name="connsiteX3" fmla="*/ 92998 w 186002"/>
              <a:gd name="connsiteY3" fmla="*/ 186765 h 204437"/>
              <a:gd name="connsiteX4" fmla="*/ 17670 w 186002"/>
              <a:gd name="connsiteY4" fmla="*/ 111425 h 204437"/>
              <a:gd name="connsiteX5" fmla="*/ 83791 w 186002"/>
              <a:gd name="connsiteY5" fmla="*/ 36692 h 204437"/>
              <a:gd name="connsiteX6" fmla="*/ 83791 w 186002"/>
              <a:gd name="connsiteY6" fmla="*/ 49389 h 204437"/>
              <a:gd name="connsiteX7" fmla="*/ 30223 w 186002"/>
              <a:gd name="connsiteY7" fmla="*/ 111425 h 204437"/>
              <a:gd name="connsiteX8" fmla="*/ 92998 w 186002"/>
              <a:gd name="connsiteY8" fmla="*/ 174209 h 204437"/>
              <a:gd name="connsiteX9" fmla="*/ 155750 w 186002"/>
              <a:gd name="connsiteY9" fmla="*/ 111425 h 204437"/>
              <a:gd name="connsiteX10" fmla="*/ 148233 w 186002"/>
              <a:gd name="connsiteY10" fmla="*/ 81570 h 204437"/>
              <a:gd name="connsiteX11" fmla="*/ 132650 w 186002"/>
              <a:gd name="connsiteY11" fmla="*/ 89986 h 204437"/>
              <a:gd name="connsiteX12" fmla="*/ 138088 w 186002"/>
              <a:gd name="connsiteY12" fmla="*/ 111425 h 204437"/>
              <a:gd name="connsiteX13" fmla="*/ 92998 w 186002"/>
              <a:gd name="connsiteY13" fmla="*/ 156537 h 204437"/>
              <a:gd name="connsiteX14" fmla="*/ 47893 w 186002"/>
              <a:gd name="connsiteY14" fmla="*/ 111425 h 204437"/>
              <a:gd name="connsiteX15" fmla="*/ 83834 w 186002"/>
              <a:gd name="connsiteY15" fmla="*/ 67248 h 204437"/>
              <a:gd name="connsiteX16" fmla="*/ 83834 w 186002"/>
              <a:gd name="connsiteY16" fmla="*/ 82592 h 204437"/>
              <a:gd name="connsiteX17" fmla="*/ 71606 w 186002"/>
              <a:gd name="connsiteY17" fmla="*/ 90034 h 204437"/>
              <a:gd name="connsiteX18" fmla="*/ 71606 w 186002"/>
              <a:gd name="connsiteY18" fmla="*/ 132773 h 204437"/>
              <a:gd name="connsiteX19" fmla="*/ 92998 w 186002"/>
              <a:gd name="connsiteY19" fmla="*/ 141609 h 204437"/>
              <a:gd name="connsiteX20" fmla="*/ 114386 w 186002"/>
              <a:gd name="connsiteY20" fmla="*/ 132773 h 204437"/>
              <a:gd name="connsiteX21" fmla="*/ 119593 w 186002"/>
              <a:gd name="connsiteY21" fmla="*/ 97008 h 204437"/>
              <a:gd name="connsiteX22" fmla="*/ 104015 w 186002"/>
              <a:gd name="connsiteY22" fmla="*/ 105428 h 204437"/>
              <a:gd name="connsiteX23" fmla="*/ 105551 w 186002"/>
              <a:gd name="connsiteY23" fmla="*/ 111378 h 204437"/>
              <a:gd name="connsiteX24" fmla="*/ 101876 w 186002"/>
              <a:gd name="connsiteY24" fmla="*/ 120261 h 204437"/>
              <a:gd name="connsiteX25" fmla="*/ 92998 w 186002"/>
              <a:gd name="connsiteY25" fmla="*/ 123937 h 204437"/>
              <a:gd name="connsiteX26" fmla="*/ 84115 w 186002"/>
              <a:gd name="connsiteY26" fmla="*/ 120261 h 204437"/>
              <a:gd name="connsiteX27" fmla="*/ 80441 w 186002"/>
              <a:gd name="connsiteY27" fmla="*/ 111378 h 204437"/>
              <a:gd name="connsiteX28" fmla="*/ 84115 w 186002"/>
              <a:gd name="connsiteY28" fmla="*/ 102498 h 204437"/>
              <a:gd name="connsiteX29" fmla="*/ 92626 w 186002"/>
              <a:gd name="connsiteY29" fmla="*/ 98870 h 204437"/>
              <a:gd name="connsiteX30" fmla="*/ 93180 w 186002"/>
              <a:gd name="connsiteY30" fmla="*/ 98870 h 204437"/>
              <a:gd name="connsiteX31" fmla="*/ 102296 w 186002"/>
              <a:gd name="connsiteY31" fmla="*/ 93709 h 204437"/>
              <a:gd name="connsiteX32" fmla="*/ 102110 w 186002"/>
              <a:gd name="connsiteY32" fmla="*/ 5022 h 204437"/>
              <a:gd name="connsiteX33" fmla="*/ 92855 w 186002"/>
              <a:gd name="connsiteY33" fmla="*/ 0 h 204437"/>
              <a:gd name="connsiteX34" fmla="*/ 83743 w 186002"/>
              <a:gd name="connsiteY34" fmla="*/ 5161 h 204437"/>
              <a:gd name="connsiteX35" fmla="*/ 83743 w 186002"/>
              <a:gd name="connsiteY35" fmla="*/ 18833 h 204437"/>
              <a:gd name="connsiteX36" fmla="*/ 0 w 186002"/>
              <a:gd name="connsiteY36" fmla="*/ 111425 h 204437"/>
              <a:gd name="connsiteX37" fmla="*/ 92998 w 186002"/>
              <a:gd name="connsiteY37" fmla="*/ 204437 h 204437"/>
              <a:gd name="connsiteX38" fmla="*/ 186003 w 186002"/>
              <a:gd name="connsiteY38" fmla="*/ 111425 h 204437"/>
              <a:gd name="connsiteX39" fmla="*/ 174836 w 186002"/>
              <a:gd name="connsiteY39" fmla="*/ 67200 h 204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86002" h="204437">
                <a:moveTo>
                  <a:pt x="174836" y="67200"/>
                </a:moveTo>
                <a:lnTo>
                  <a:pt x="159254" y="75617"/>
                </a:lnTo>
                <a:cubicBezTo>
                  <a:pt x="165019" y="86267"/>
                  <a:pt x="168340" y="98450"/>
                  <a:pt x="168340" y="111425"/>
                </a:cubicBezTo>
                <a:cubicBezTo>
                  <a:pt x="168340" y="152956"/>
                  <a:pt x="134512" y="186765"/>
                  <a:pt x="92998" y="186765"/>
                </a:cubicBezTo>
                <a:cubicBezTo>
                  <a:pt x="51473" y="186765"/>
                  <a:pt x="17670" y="152956"/>
                  <a:pt x="17670" y="111425"/>
                </a:cubicBezTo>
                <a:cubicBezTo>
                  <a:pt x="17670" y="73015"/>
                  <a:pt x="46590" y="41298"/>
                  <a:pt x="83791" y="36692"/>
                </a:cubicBezTo>
                <a:lnTo>
                  <a:pt x="83791" y="49389"/>
                </a:lnTo>
                <a:cubicBezTo>
                  <a:pt x="53520" y="53853"/>
                  <a:pt x="30223" y="79894"/>
                  <a:pt x="30223" y="111425"/>
                </a:cubicBezTo>
                <a:cubicBezTo>
                  <a:pt x="30223" y="146120"/>
                  <a:pt x="58308" y="174209"/>
                  <a:pt x="92998" y="174209"/>
                </a:cubicBezTo>
                <a:cubicBezTo>
                  <a:pt x="127687" y="174209"/>
                  <a:pt x="155750" y="146120"/>
                  <a:pt x="155750" y="111425"/>
                </a:cubicBezTo>
                <a:cubicBezTo>
                  <a:pt x="155750" y="100636"/>
                  <a:pt x="153013" y="90453"/>
                  <a:pt x="148233" y="81570"/>
                </a:cubicBezTo>
                <a:lnTo>
                  <a:pt x="132650" y="89986"/>
                </a:lnTo>
                <a:cubicBezTo>
                  <a:pt x="136117" y="96359"/>
                  <a:pt x="138088" y="103658"/>
                  <a:pt x="138088" y="111425"/>
                </a:cubicBezTo>
                <a:cubicBezTo>
                  <a:pt x="138088" y="136306"/>
                  <a:pt x="117871" y="156537"/>
                  <a:pt x="92998" y="156537"/>
                </a:cubicBezTo>
                <a:cubicBezTo>
                  <a:pt x="68121" y="156537"/>
                  <a:pt x="47893" y="136306"/>
                  <a:pt x="47893" y="111425"/>
                </a:cubicBezTo>
                <a:cubicBezTo>
                  <a:pt x="47893" y="89709"/>
                  <a:pt x="63329" y="71478"/>
                  <a:pt x="83834" y="67248"/>
                </a:cubicBezTo>
                <a:lnTo>
                  <a:pt x="83834" y="82592"/>
                </a:lnTo>
                <a:cubicBezTo>
                  <a:pt x="79371" y="83990"/>
                  <a:pt x="75186" y="86453"/>
                  <a:pt x="71606" y="90034"/>
                </a:cubicBezTo>
                <a:cubicBezTo>
                  <a:pt x="59797" y="101844"/>
                  <a:pt x="59797" y="120958"/>
                  <a:pt x="71606" y="132773"/>
                </a:cubicBezTo>
                <a:cubicBezTo>
                  <a:pt x="77510" y="138678"/>
                  <a:pt x="85232" y="141609"/>
                  <a:pt x="92998" y="141609"/>
                </a:cubicBezTo>
                <a:cubicBezTo>
                  <a:pt x="100760" y="141609"/>
                  <a:pt x="108481" y="138678"/>
                  <a:pt x="114386" y="132773"/>
                </a:cubicBezTo>
                <a:cubicBezTo>
                  <a:pt x="124038" y="123097"/>
                  <a:pt x="125790" y="108498"/>
                  <a:pt x="119593" y="97008"/>
                </a:cubicBezTo>
                <a:lnTo>
                  <a:pt x="104015" y="105428"/>
                </a:lnTo>
                <a:cubicBezTo>
                  <a:pt x="104993" y="107239"/>
                  <a:pt x="105551" y="109239"/>
                  <a:pt x="105551" y="111378"/>
                </a:cubicBezTo>
                <a:cubicBezTo>
                  <a:pt x="105551" y="114728"/>
                  <a:pt x="104248" y="117889"/>
                  <a:pt x="101876" y="120261"/>
                </a:cubicBezTo>
                <a:cubicBezTo>
                  <a:pt x="99504" y="122634"/>
                  <a:pt x="96344" y="123937"/>
                  <a:pt x="92998" y="123937"/>
                </a:cubicBezTo>
                <a:cubicBezTo>
                  <a:pt x="89648" y="123937"/>
                  <a:pt x="86487" y="122634"/>
                  <a:pt x="84115" y="120261"/>
                </a:cubicBezTo>
                <a:cubicBezTo>
                  <a:pt x="81743" y="117889"/>
                  <a:pt x="80441" y="114728"/>
                  <a:pt x="80441" y="111378"/>
                </a:cubicBezTo>
                <a:cubicBezTo>
                  <a:pt x="80441" y="108031"/>
                  <a:pt x="81743" y="104870"/>
                  <a:pt x="84115" y="102498"/>
                </a:cubicBezTo>
                <a:cubicBezTo>
                  <a:pt x="86487" y="100125"/>
                  <a:pt x="89414" y="98961"/>
                  <a:pt x="92626" y="98870"/>
                </a:cubicBezTo>
                <a:cubicBezTo>
                  <a:pt x="92812" y="98870"/>
                  <a:pt x="92998" y="98870"/>
                  <a:pt x="93180" y="98870"/>
                </a:cubicBezTo>
                <a:cubicBezTo>
                  <a:pt x="98158" y="98870"/>
                  <a:pt x="102296" y="96917"/>
                  <a:pt x="102296" y="93709"/>
                </a:cubicBezTo>
                <a:lnTo>
                  <a:pt x="102110" y="5022"/>
                </a:lnTo>
                <a:cubicBezTo>
                  <a:pt x="102110" y="2000"/>
                  <a:pt x="98158" y="0"/>
                  <a:pt x="92855" y="0"/>
                </a:cubicBezTo>
                <a:cubicBezTo>
                  <a:pt x="87881" y="0"/>
                  <a:pt x="83743" y="1953"/>
                  <a:pt x="83743" y="5161"/>
                </a:cubicBezTo>
                <a:lnTo>
                  <a:pt x="83743" y="18833"/>
                </a:lnTo>
                <a:cubicBezTo>
                  <a:pt x="36733" y="23530"/>
                  <a:pt x="0" y="63153"/>
                  <a:pt x="0" y="111425"/>
                </a:cubicBezTo>
                <a:cubicBezTo>
                  <a:pt x="0" y="162815"/>
                  <a:pt x="41616" y="204437"/>
                  <a:pt x="92998" y="204437"/>
                </a:cubicBezTo>
                <a:cubicBezTo>
                  <a:pt x="144365" y="204437"/>
                  <a:pt x="186003" y="162815"/>
                  <a:pt x="186003" y="111425"/>
                </a:cubicBezTo>
                <a:cubicBezTo>
                  <a:pt x="186003" y="95428"/>
                  <a:pt x="181952" y="80362"/>
                  <a:pt x="174836" y="67200"/>
                </a:cubicBezTo>
                <a:close/>
              </a:path>
            </a:pathLst>
          </a:custGeom>
          <a:solidFill>
            <a:srgbClr val="007B85"/>
          </a:solidFill>
          <a:ln w="3646" cap="flat">
            <a:noFill/>
            <a:prstDash val="solid"/>
            <a:miter/>
          </a:ln>
        </p:spPr>
        <p:txBody>
          <a:bodyPr rtlCol="0" anchor="ctr"/>
          <a:lstStyle/>
          <a:p>
            <a:endParaRPr lang="en-GR"/>
          </a:p>
        </p:txBody>
      </p:sp>
      <p:grpSp>
        <p:nvGrpSpPr>
          <p:cNvPr id="416" name="Group 415">
            <a:extLst>
              <a:ext uri="{FF2B5EF4-FFF2-40B4-BE49-F238E27FC236}">
                <a16:creationId xmlns:a16="http://schemas.microsoft.com/office/drawing/2014/main" id="{963E145A-1FF8-62A7-F0D2-F30E61D41A6D}"/>
              </a:ext>
            </a:extLst>
          </p:cNvPr>
          <p:cNvGrpSpPr/>
          <p:nvPr/>
        </p:nvGrpSpPr>
        <p:grpSpPr>
          <a:xfrm>
            <a:off x="8577431" y="2860434"/>
            <a:ext cx="181572" cy="181388"/>
            <a:chOff x="7425275" y="2860434"/>
            <a:chExt cx="181572" cy="181388"/>
          </a:xfrm>
        </p:grpSpPr>
        <p:sp>
          <p:nvSpPr>
            <p:cNvPr id="417" name="Freeform 342">
              <a:extLst>
                <a:ext uri="{FF2B5EF4-FFF2-40B4-BE49-F238E27FC236}">
                  <a16:creationId xmlns:a16="http://schemas.microsoft.com/office/drawing/2014/main" id="{84BB0359-6590-219C-DD1A-3438CDCC9515}"/>
                </a:ext>
              </a:extLst>
            </p:cNvPr>
            <p:cNvSpPr/>
            <p:nvPr/>
          </p:nvSpPr>
          <p:spPr>
            <a:xfrm>
              <a:off x="7425275" y="2860434"/>
              <a:ext cx="148272" cy="67809"/>
            </a:xfrm>
            <a:custGeom>
              <a:avLst/>
              <a:gdLst>
                <a:gd name="connsiteX0" fmla="*/ 151906 w 167465"/>
                <a:gd name="connsiteY0" fmla="*/ 76587 h 76587"/>
                <a:gd name="connsiteX1" fmla="*/ 167050 w 167465"/>
                <a:gd name="connsiteY1" fmla="*/ 51429 h 76587"/>
                <a:gd name="connsiteX2" fmla="*/ 149607 w 167465"/>
                <a:gd name="connsiteY2" fmla="*/ 215 h 76587"/>
                <a:gd name="connsiteX3" fmla="*/ 35093 w 167465"/>
                <a:gd name="connsiteY3" fmla="*/ 215 h 76587"/>
                <a:gd name="connsiteX4" fmla="*/ 3928 w 167465"/>
                <a:gd name="connsiteY4" fmla="*/ 8890 h 76587"/>
                <a:gd name="connsiteX5" fmla="*/ 316 w 167465"/>
                <a:gd name="connsiteY5" fmla="*/ 51378 h 76587"/>
                <a:gd name="connsiteX6" fmla="*/ 15424 w 167465"/>
                <a:gd name="connsiteY6" fmla="*/ 76536 h 76587"/>
                <a:gd name="connsiteX7" fmla="*/ 151906 w 167465"/>
                <a:gd name="connsiteY7" fmla="*/ 76536 h 76587"/>
                <a:gd name="connsiteX8" fmla="*/ 151906 w 167465"/>
                <a:gd name="connsiteY8" fmla="*/ 76587 h 76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465" h="76587">
                  <a:moveTo>
                    <a:pt x="151906" y="76587"/>
                  </a:moveTo>
                  <a:cubicBezTo>
                    <a:pt x="164204" y="76587"/>
                    <a:pt x="167050" y="60926"/>
                    <a:pt x="167050" y="51429"/>
                  </a:cubicBezTo>
                  <a:cubicBezTo>
                    <a:pt x="167853" y="37881"/>
                    <a:pt x="169495" y="3536"/>
                    <a:pt x="149607" y="215"/>
                  </a:cubicBezTo>
                  <a:cubicBezTo>
                    <a:pt x="147162" y="-212"/>
                    <a:pt x="65491" y="113"/>
                    <a:pt x="35093" y="215"/>
                  </a:cubicBezTo>
                  <a:cubicBezTo>
                    <a:pt x="24656" y="251"/>
                    <a:pt x="9731" y="-2154"/>
                    <a:pt x="3928" y="8890"/>
                  </a:cubicBezTo>
                  <a:cubicBezTo>
                    <a:pt x="-1582" y="19373"/>
                    <a:pt x="316" y="51378"/>
                    <a:pt x="316" y="51378"/>
                  </a:cubicBezTo>
                  <a:cubicBezTo>
                    <a:pt x="316" y="60086"/>
                    <a:pt x="3928" y="76536"/>
                    <a:pt x="15424" y="76536"/>
                  </a:cubicBezTo>
                  <a:lnTo>
                    <a:pt x="151906" y="76536"/>
                  </a:lnTo>
                  <a:lnTo>
                    <a:pt x="151906" y="76587"/>
                  </a:lnTo>
                  <a:close/>
                </a:path>
              </a:pathLst>
            </a:custGeom>
            <a:solidFill>
              <a:srgbClr val="007B85"/>
            </a:solidFill>
            <a:ln w="3646" cap="flat">
              <a:noFill/>
              <a:prstDash val="solid"/>
              <a:miter/>
            </a:ln>
          </p:spPr>
          <p:txBody>
            <a:bodyPr rtlCol="0" anchor="ctr"/>
            <a:lstStyle/>
            <a:p>
              <a:endParaRPr lang="en-GR"/>
            </a:p>
          </p:txBody>
        </p:sp>
        <p:sp>
          <p:nvSpPr>
            <p:cNvPr id="418" name="Freeform 343">
              <a:extLst>
                <a:ext uri="{FF2B5EF4-FFF2-40B4-BE49-F238E27FC236}">
                  <a16:creationId xmlns:a16="http://schemas.microsoft.com/office/drawing/2014/main" id="{11C5BC95-F1E6-71CC-4109-A0A8D364BCCB}"/>
                </a:ext>
              </a:extLst>
            </p:cNvPr>
            <p:cNvSpPr/>
            <p:nvPr/>
          </p:nvSpPr>
          <p:spPr>
            <a:xfrm>
              <a:off x="7498220" y="2886687"/>
              <a:ext cx="108627" cy="82390"/>
            </a:xfrm>
            <a:custGeom>
              <a:avLst/>
              <a:gdLst>
                <a:gd name="connsiteX0" fmla="*/ 98165 w 122688"/>
                <a:gd name="connsiteY0" fmla="*/ 0 h 93055"/>
                <a:gd name="connsiteX1" fmla="*/ 98165 w 122688"/>
                <a:gd name="connsiteY1" fmla="*/ 46988 h 93055"/>
                <a:gd name="connsiteX2" fmla="*/ 85904 w 122688"/>
                <a:gd name="connsiteY2" fmla="*/ 59258 h 93055"/>
                <a:gd name="connsiteX3" fmla="*/ 30690 w 122688"/>
                <a:gd name="connsiteY3" fmla="*/ 59258 h 93055"/>
                <a:gd name="connsiteX4" fmla="*/ 0 w 122688"/>
                <a:gd name="connsiteY4" fmla="*/ 93056 h 93055"/>
                <a:gd name="connsiteX5" fmla="*/ 24560 w 122688"/>
                <a:gd name="connsiteY5" fmla="*/ 93056 h 93055"/>
                <a:gd name="connsiteX6" fmla="*/ 30690 w 122688"/>
                <a:gd name="connsiteY6" fmla="*/ 83800 h 93055"/>
                <a:gd name="connsiteX7" fmla="*/ 85904 w 122688"/>
                <a:gd name="connsiteY7" fmla="*/ 83800 h 93055"/>
                <a:gd name="connsiteX8" fmla="*/ 122688 w 122688"/>
                <a:gd name="connsiteY8" fmla="*/ 46988 h 93055"/>
                <a:gd name="connsiteX9" fmla="*/ 122688 w 122688"/>
                <a:gd name="connsiteY9" fmla="*/ 34717 h 93055"/>
                <a:gd name="connsiteX10" fmla="*/ 98165 w 122688"/>
                <a:gd name="connsiteY10" fmla="*/ 0 h 93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688" h="93055">
                  <a:moveTo>
                    <a:pt x="98165" y="0"/>
                  </a:moveTo>
                  <a:lnTo>
                    <a:pt x="98165" y="46988"/>
                  </a:lnTo>
                  <a:cubicBezTo>
                    <a:pt x="98165" y="53787"/>
                    <a:pt x="92691" y="59258"/>
                    <a:pt x="85904" y="59258"/>
                  </a:cubicBezTo>
                  <a:lnTo>
                    <a:pt x="30690" y="59258"/>
                  </a:lnTo>
                  <a:cubicBezTo>
                    <a:pt x="11568" y="59258"/>
                    <a:pt x="0" y="75296"/>
                    <a:pt x="0" y="93056"/>
                  </a:cubicBezTo>
                  <a:lnTo>
                    <a:pt x="24560" y="93056"/>
                  </a:lnTo>
                  <a:cubicBezTo>
                    <a:pt x="24560" y="88869"/>
                    <a:pt x="25216" y="83800"/>
                    <a:pt x="30690" y="83800"/>
                  </a:cubicBezTo>
                  <a:lnTo>
                    <a:pt x="85904" y="83800"/>
                  </a:lnTo>
                  <a:cubicBezTo>
                    <a:pt x="106230" y="83800"/>
                    <a:pt x="122688" y="67288"/>
                    <a:pt x="122688" y="46988"/>
                  </a:cubicBezTo>
                  <a:lnTo>
                    <a:pt x="122688" y="34717"/>
                  </a:lnTo>
                  <a:cubicBezTo>
                    <a:pt x="122688" y="18662"/>
                    <a:pt x="112470" y="5062"/>
                    <a:pt x="98165" y="0"/>
                  </a:cubicBezTo>
                  <a:close/>
                </a:path>
              </a:pathLst>
            </a:custGeom>
            <a:solidFill>
              <a:srgbClr val="007B85"/>
            </a:solidFill>
            <a:ln w="3646" cap="flat">
              <a:noFill/>
              <a:prstDash val="solid"/>
              <a:miter/>
            </a:ln>
          </p:spPr>
          <p:txBody>
            <a:bodyPr rtlCol="0" anchor="ctr"/>
            <a:lstStyle/>
            <a:p>
              <a:endParaRPr lang="en-GR"/>
            </a:p>
          </p:txBody>
        </p:sp>
        <p:sp>
          <p:nvSpPr>
            <p:cNvPr id="419" name="Freeform 344">
              <a:extLst>
                <a:ext uri="{FF2B5EF4-FFF2-40B4-BE49-F238E27FC236}">
                  <a16:creationId xmlns:a16="http://schemas.microsoft.com/office/drawing/2014/main" id="{54024782-B2EE-1655-A111-2D86F986BD72}"/>
                </a:ext>
              </a:extLst>
            </p:cNvPr>
            <p:cNvSpPr/>
            <p:nvPr/>
          </p:nvSpPr>
          <p:spPr>
            <a:xfrm>
              <a:off x="7486459" y="2980801"/>
              <a:ext cx="42585" cy="61021"/>
            </a:xfrm>
            <a:custGeom>
              <a:avLst/>
              <a:gdLst>
                <a:gd name="connsiteX0" fmla="*/ 37 w 48097"/>
                <a:gd name="connsiteY0" fmla="*/ 54557 h 68920"/>
                <a:gd name="connsiteX1" fmla="*/ 0 w 48097"/>
                <a:gd name="connsiteY1" fmla="*/ 54557 h 68920"/>
                <a:gd name="connsiteX2" fmla="*/ 0 w 48097"/>
                <a:gd name="connsiteY2" fmla="*/ 0 h 68920"/>
                <a:gd name="connsiteX3" fmla="*/ 48097 w 48097"/>
                <a:gd name="connsiteY3" fmla="*/ 0 h 68920"/>
                <a:gd name="connsiteX4" fmla="*/ 48097 w 48097"/>
                <a:gd name="connsiteY4" fmla="*/ 54557 h 68920"/>
                <a:gd name="connsiteX5" fmla="*/ 37 w 48097"/>
                <a:gd name="connsiteY5" fmla="*/ 54557 h 68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097" h="68920">
                  <a:moveTo>
                    <a:pt x="37" y="54557"/>
                  </a:moveTo>
                  <a:lnTo>
                    <a:pt x="0" y="54557"/>
                  </a:lnTo>
                  <a:lnTo>
                    <a:pt x="0" y="0"/>
                  </a:lnTo>
                  <a:lnTo>
                    <a:pt x="48097" y="0"/>
                  </a:lnTo>
                  <a:lnTo>
                    <a:pt x="48097" y="54557"/>
                  </a:lnTo>
                  <a:cubicBezTo>
                    <a:pt x="48097" y="73708"/>
                    <a:pt x="37" y="73708"/>
                    <a:pt x="37" y="54557"/>
                  </a:cubicBezTo>
                  <a:close/>
                </a:path>
              </a:pathLst>
            </a:custGeom>
            <a:solidFill>
              <a:srgbClr val="007B85"/>
            </a:solidFill>
            <a:ln w="3646" cap="flat">
              <a:noFill/>
              <a:prstDash val="solid"/>
              <a:miter/>
            </a:ln>
          </p:spPr>
          <p:txBody>
            <a:bodyPr rtlCol="0" anchor="ctr"/>
            <a:lstStyle/>
            <a:p>
              <a:endParaRPr lang="en-GR"/>
            </a:p>
          </p:txBody>
        </p:sp>
      </p:grpSp>
      <p:grpSp>
        <p:nvGrpSpPr>
          <p:cNvPr id="420" name="Group 419">
            <a:extLst>
              <a:ext uri="{FF2B5EF4-FFF2-40B4-BE49-F238E27FC236}">
                <a16:creationId xmlns:a16="http://schemas.microsoft.com/office/drawing/2014/main" id="{77999A45-FFD6-96A1-7EC7-BC550B362A97}"/>
              </a:ext>
            </a:extLst>
          </p:cNvPr>
          <p:cNvGrpSpPr/>
          <p:nvPr/>
        </p:nvGrpSpPr>
        <p:grpSpPr>
          <a:xfrm>
            <a:off x="8910214" y="2860455"/>
            <a:ext cx="180936" cy="181879"/>
            <a:chOff x="7758058" y="2860453"/>
            <a:chExt cx="180936" cy="181879"/>
          </a:xfrm>
        </p:grpSpPr>
        <p:sp>
          <p:nvSpPr>
            <p:cNvPr id="421" name="Freeform 345">
              <a:extLst>
                <a:ext uri="{FF2B5EF4-FFF2-40B4-BE49-F238E27FC236}">
                  <a16:creationId xmlns:a16="http://schemas.microsoft.com/office/drawing/2014/main" id="{301F4952-BCF9-4D71-A725-D71C9B8E52AF}"/>
                </a:ext>
              </a:extLst>
            </p:cNvPr>
            <p:cNvSpPr/>
            <p:nvPr/>
          </p:nvSpPr>
          <p:spPr>
            <a:xfrm>
              <a:off x="7833825" y="2860453"/>
              <a:ext cx="29402" cy="9807"/>
            </a:xfrm>
            <a:custGeom>
              <a:avLst/>
              <a:gdLst>
                <a:gd name="connsiteX0" fmla="*/ 33209 w 33208"/>
                <a:gd name="connsiteY0" fmla="*/ 8614 h 11077"/>
                <a:gd name="connsiteX1" fmla="*/ 33209 w 33208"/>
                <a:gd name="connsiteY1" fmla="*/ 11077 h 11077"/>
                <a:gd name="connsiteX2" fmla="*/ 16604 w 33208"/>
                <a:gd name="connsiteY2" fmla="*/ 10256 h 11077"/>
                <a:gd name="connsiteX3" fmla="*/ 0 w 33208"/>
                <a:gd name="connsiteY3" fmla="*/ 11077 h 11077"/>
                <a:gd name="connsiteX4" fmla="*/ 0 w 33208"/>
                <a:gd name="connsiteY4" fmla="*/ 8614 h 11077"/>
                <a:gd name="connsiteX5" fmla="*/ 14561 w 33208"/>
                <a:gd name="connsiteY5" fmla="*/ 0 h 11077"/>
                <a:gd name="connsiteX6" fmla="*/ 18648 w 33208"/>
                <a:gd name="connsiteY6" fmla="*/ 0 h 11077"/>
                <a:gd name="connsiteX7" fmla="*/ 33209 w 33208"/>
                <a:gd name="connsiteY7" fmla="*/ 8614 h 11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208" h="11077">
                  <a:moveTo>
                    <a:pt x="33209" y="8614"/>
                  </a:moveTo>
                  <a:lnTo>
                    <a:pt x="33209" y="11077"/>
                  </a:lnTo>
                  <a:cubicBezTo>
                    <a:pt x="27771" y="10614"/>
                    <a:pt x="22224" y="10256"/>
                    <a:pt x="16604" y="10256"/>
                  </a:cubicBezTo>
                  <a:cubicBezTo>
                    <a:pt x="10948" y="10256"/>
                    <a:pt x="5437" y="10562"/>
                    <a:pt x="0" y="11077"/>
                  </a:cubicBezTo>
                  <a:lnTo>
                    <a:pt x="0" y="8614"/>
                  </a:lnTo>
                  <a:cubicBezTo>
                    <a:pt x="110" y="3847"/>
                    <a:pt x="6605" y="0"/>
                    <a:pt x="14561" y="0"/>
                  </a:cubicBezTo>
                  <a:lnTo>
                    <a:pt x="18648" y="0"/>
                  </a:lnTo>
                  <a:cubicBezTo>
                    <a:pt x="26603" y="0"/>
                    <a:pt x="33062" y="3847"/>
                    <a:pt x="33209" y="8614"/>
                  </a:cubicBezTo>
                  <a:close/>
                </a:path>
              </a:pathLst>
            </a:custGeom>
            <a:solidFill>
              <a:srgbClr val="007B85"/>
            </a:solidFill>
            <a:ln w="3646" cap="flat">
              <a:noFill/>
              <a:prstDash val="solid"/>
              <a:miter/>
            </a:ln>
          </p:spPr>
          <p:txBody>
            <a:bodyPr rtlCol="0" anchor="ctr"/>
            <a:lstStyle/>
            <a:p>
              <a:endParaRPr lang="en-GR"/>
            </a:p>
          </p:txBody>
        </p:sp>
        <p:sp>
          <p:nvSpPr>
            <p:cNvPr id="422" name="Freeform 346">
              <a:extLst>
                <a:ext uri="{FF2B5EF4-FFF2-40B4-BE49-F238E27FC236}">
                  <a16:creationId xmlns:a16="http://schemas.microsoft.com/office/drawing/2014/main" id="{E354723D-D995-5770-B516-EB172EBF6A2B}"/>
                </a:ext>
              </a:extLst>
            </p:cNvPr>
            <p:cNvSpPr/>
            <p:nvPr/>
          </p:nvSpPr>
          <p:spPr>
            <a:xfrm>
              <a:off x="7758058" y="2878614"/>
              <a:ext cx="180936" cy="65195"/>
            </a:xfrm>
            <a:custGeom>
              <a:avLst/>
              <a:gdLst>
                <a:gd name="connsiteX0" fmla="*/ 102179 w 204358"/>
                <a:gd name="connsiteY0" fmla="*/ 0 h 73634"/>
                <a:gd name="connsiteX1" fmla="*/ 0 w 204358"/>
                <a:gd name="connsiteY1" fmla="*/ 61277 h 73634"/>
                <a:gd name="connsiteX2" fmla="*/ 0 w 204358"/>
                <a:gd name="connsiteY2" fmla="*/ 73635 h 73634"/>
                <a:gd name="connsiteX3" fmla="*/ 5729 w 204358"/>
                <a:gd name="connsiteY3" fmla="*/ 73635 h 73634"/>
                <a:gd name="connsiteX4" fmla="*/ 102179 w 204358"/>
                <a:gd name="connsiteY4" fmla="*/ 71328 h 73634"/>
                <a:gd name="connsiteX5" fmla="*/ 193885 w 204358"/>
                <a:gd name="connsiteY5" fmla="*/ 73379 h 73634"/>
                <a:gd name="connsiteX6" fmla="*/ 204358 w 204358"/>
                <a:gd name="connsiteY6" fmla="*/ 73379 h 73634"/>
                <a:gd name="connsiteX7" fmla="*/ 204358 w 204358"/>
                <a:gd name="connsiteY7" fmla="*/ 61277 h 73634"/>
                <a:gd name="connsiteX8" fmla="*/ 102179 w 204358"/>
                <a:gd name="connsiteY8" fmla="*/ 0 h 73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4358" h="73634">
                  <a:moveTo>
                    <a:pt x="102179" y="0"/>
                  </a:moveTo>
                  <a:cubicBezTo>
                    <a:pt x="45725" y="0"/>
                    <a:pt x="0" y="27436"/>
                    <a:pt x="0" y="61277"/>
                  </a:cubicBezTo>
                  <a:lnTo>
                    <a:pt x="0" y="73635"/>
                  </a:lnTo>
                  <a:lnTo>
                    <a:pt x="5729" y="73635"/>
                  </a:lnTo>
                  <a:cubicBezTo>
                    <a:pt x="37588" y="72150"/>
                    <a:pt x="69737" y="71328"/>
                    <a:pt x="102179" y="71328"/>
                  </a:cubicBezTo>
                  <a:cubicBezTo>
                    <a:pt x="134621" y="71328"/>
                    <a:pt x="163596" y="72047"/>
                    <a:pt x="193885" y="73379"/>
                  </a:cubicBezTo>
                  <a:lnTo>
                    <a:pt x="204358" y="73379"/>
                  </a:lnTo>
                  <a:lnTo>
                    <a:pt x="204358" y="61277"/>
                  </a:lnTo>
                  <a:cubicBezTo>
                    <a:pt x="204358" y="27436"/>
                    <a:pt x="158633" y="0"/>
                    <a:pt x="102179" y="0"/>
                  </a:cubicBezTo>
                  <a:close/>
                </a:path>
              </a:pathLst>
            </a:custGeom>
            <a:solidFill>
              <a:srgbClr val="007B85"/>
            </a:solidFill>
            <a:ln w="3646" cap="flat">
              <a:noFill/>
              <a:prstDash val="solid"/>
              <a:miter/>
            </a:ln>
          </p:spPr>
          <p:txBody>
            <a:bodyPr rtlCol="0" anchor="ctr"/>
            <a:lstStyle/>
            <a:p>
              <a:endParaRPr lang="en-GR"/>
            </a:p>
          </p:txBody>
        </p:sp>
        <p:sp>
          <p:nvSpPr>
            <p:cNvPr id="423" name="Freeform 347">
              <a:extLst>
                <a:ext uri="{FF2B5EF4-FFF2-40B4-BE49-F238E27FC236}">
                  <a16:creationId xmlns:a16="http://schemas.microsoft.com/office/drawing/2014/main" id="{15AB34FC-6822-A3B0-4AD3-9B01D6747E8A}"/>
                </a:ext>
              </a:extLst>
            </p:cNvPr>
            <p:cNvSpPr/>
            <p:nvPr/>
          </p:nvSpPr>
          <p:spPr>
            <a:xfrm>
              <a:off x="7809076" y="2950939"/>
              <a:ext cx="48562" cy="91393"/>
            </a:xfrm>
            <a:custGeom>
              <a:avLst/>
              <a:gdLst>
                <a:gd name="connsiteX0" fmla="*/ 34303 w 54848"/>
                <a:gd name="connsiteY0" fmla="*/ 0 h 103224"/>
                <a:gd name="connsiteX1" fmla="*/ 34303 w 54848"/>
                <a:gd name="connsiteY1" fmla="*/ 75686 h 103224"/>
                <a:gd name="connsiteX2" fmla="*/ 27369 w 54848"/>
                <a:gd name="connsiteY2" fmla="*/ 82610 h 103224"/>
                <a:gd name="connsiteX3" fmla="*/ 20472 w 54848"/>
                <a:gd name="connsiteY3" fmla="*/ 75945 h 103224"/>
                <a:gd name="connsiteX4" fmla="*/ 20472 w 54848"/>
                <a:gd name="connsiteY4" fmla="*/ 71945 h 103224"/>
                <a:gd name="connsiteX5" fmla="*/ 11495 w 54848"/>
                <a:gd name="connsiteY5" fmla="*/ 66664 h 103224"/>
                <a:gd name="connsiteX6" fmla="*/ 8977 w 54848"/>
                <a:gd name="connsiteY6" fmla="*/ 66664 h 103224"/>
                <a:gd name="connsiteX7" fmla="*/ 0 w 54848"/>
                <a:gd name="connsiteY7" fmla="*/ 71996 h 103224"/>
                <a:gd name="connsiteX8" fmla="*/ 0 w 54848"/>
                <a:gd name="connsiteY8" fmla="*/ 77533 h 103224"/>
                <a:gd name="connsiteX9" fmla="*/ 146 w 54848"/>
                <a:gd name="connsiteY9" fmla="*/ 77533 h 103224"/>
                <a:gd name="connsiteX10" fmla="*/ 27442 w 54848"/>
                <a:gd name="connsiteY10" fmla="*/ 103224 h 103224"/>
                <a:gd name="connsiteX11" fmla="*/ 54848 w 54848"/>
                <a:gd name="connsiteY11" fmla="*/ 75788 h 103224"/>
                <a:gd name="connsiteX12" fmla="*/ 54848 w 54848"/>
                <a:gd name="connsiteY12" fmla="*/ 102 h 103224"/>
                <a:gd name="connsiteX13" fmla="*/ 34339 w 54848"/>
                <a:gd name="connsiteY13" fmla="*/ 102 h 103224"/>
                <a:gd name="connsiteX14" fmla="*/ 34303 w 54848"/>
                <a:gd name="connsiteY14" fmla="*/ 0 h 10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4848" h="103224">
                  <a:moveTo>
                    <a:pt x="34303" y="0"/>
                  </a:moveTo>
                  <a:lnTo>
                    <a:pt x="34303" y="75686"/>
                  </a:lnTo>
                  <a:cubicBezTo>
                    <a:pt x="34303" y="79533"/>
                    <a:pt x="31164" y="82610"/>
                    <a:pt x="27369" y="82610"/>
                  </a:cubicBezTo>
                  <a:cubicBezTo>
                    <a:pt x="23574" y="82610"/>
                    <a:pt x="20618" y="79635"/>
                    <a:pt x="20472" y="75945"/>
                  </a:cubicBezTo>
                  <a:lnTo>
                    <a:pt x="20472" y="71945"/>
                  </a:lnTo>
                  <a:cubicBezTo>
                    <a:pt x="20363" y="69022"/>
                    <a:pt x="16349" y="66664"/>
                    <a:pt x="11495" y="66664"/>
                  </a:cubicBezTo>
                  <a:lnTo>
                    <a:pt x="8977" y="66664"/>
                  </a:lnTo>
                  <a:cubicBezTo>
                    <a:pt x="4051" y="66664"/>
                    <a:pt x="73" y="69022"/>
                    <a:pt x="0" y="71996"/>
                  </a:cubicBezTo>
                  <a:lnTo>
                    <a:pt x="0" y="77533"/>
                  </a:lnTo>
                  <a:lnTo>
                    <a:pt x="146" y="77533"/>
                  </a:lnTo>
                  <a:cubicBezTo>
                    <a:pt x="1095" y="91840"/>
                    <a:pt x="12918" y="103224"/>
                    <a:pt x="27442" y="103224"/>
                  </a:cubicBezTo>
                  <a:cubicBezTo>
                    <a:pt x="41930" y="103224"/>
                    <a:pt x="54848" y="90917"/>
                    <a:pt x="54848" y="75788"/>
                  </a:cubicBezTo>
                  <a:lnTo>
                    <a:pt x="54848" y="102"/>
                  </a:lnTo>
                  <a:lnTo>
                    <a:pt x="34339" y="102"/>
                  </a:lnTo>
                  <a:lnTo>
                    <a:pt x="34303" y="0"/>
                  </a:lnTo>
                  <a:close/>
                </a:path>
              </a:pathLst>
            </a:custGeom>
            <a:solidFill>
              <a:srgbClr val="007B85"/>
            </a:solidFill>
            <a:ln w="3646" cap="flat">
              <a:noFill/>
              <a:prstDash val="solid"/>
              <a:miter/>
            </a:ln>
          </p:spPr>
          <p:txBody>
            <a:bodyPr rtlCol="0" anchor="ctr"/>
            <a:lstStyle/>
            <a:p>
              <a:endParaRPr lang="en-GR"/>
            </a:p>
          </p:txBody>
        </p:sp>
      </p:grpSp>
      <p:sp>
        <p:nvSpPr>
          <p:cNvPr id="424" name="Freeform 348">
            <a:extLst>
              <a:ext uri="{FF2B5EF4-FFF2-40B4-BE49-F238E27FC236}">
                <a16:creationId xmlns:a16="http://schemas.microsoft.com/office/drawing/2014/main" id="{8C1B0C9A-D671-FF8B-4534-A3DD5B2A64A2}"/>
              </a:ext>
            </a:extLst>
          </p:cNvPr>
          <p:cNvSpPr/>
          <p:nvPr/>
        </p:nvSpPr>
        <p:spPr>
          <a:xfrm>
            <a:off x="9243009" y="2860453"/>
            <a:ext cx="180936" cy="180964"/>
          </a:xfrm>
          <a:custGeom>
            <a:avLst/>
            <a:gdLst>
              <a:gd name="connsiteX0" fmla="*/ 102179 w 204358"/>
              <a:gd name="connsiteY0" fmla="*/ 0 h 204389"/>
              <a:gd name="connsiteX1" fmla="*/ 0 w 204358"/>
              <a:gd name="connsiteY1" fmla="*/ 102195 h 204389"/>
              <a:gd name="connsiteX2" fmla="*/ 102179 w 204358"/>
              <a:gd name="connsiteY2" fmla="*/ 204390 h 204389"/>
              <a:gd name="connsiteX3" fmla="*/ 204358 w 204358"/>
              <a:gd name="connsiteY3" fmla="*/ 102195 h 204389"/>
              <a:gd name="connsiteX4" fmla="*/ 102179 w 204358"/>
              <a:gd name="connsiteY4" fmla="*/ 0 h 204389"/>
              <a:gd name="connsiteX5" fmla="*/ 102179 w 204358"/>
              <a:gd name="connsiteY5" fmla="*/ 185484 h 204389"/>
              <a:gd name="connsiteX6" fmla="*/ 18903 w 204358"/>
              <a:gd name="connsiteY6" fmla="*/ 102195 h 204389"/>
              <a:gd name="connsiteX7" fmla="*/ 102179 w 204358"/>
              <a:gd name="connsiteY7" fmla="*/ 18906 h 204389"/>
              <a:gd name="connsiteX8" fmla="*/ 185455 w 204358"/>
              <a:gd name="connsiteY8" fmla="*/ 102195 h 204389"/>
              <a:gd name="connsiteX9" fmla="*/ 102179 w 204358"/>
              <a:gd name="connsiteY9" fmla="*/ 185484 h 204389"/>
              <a:gd name="connsiteX10" fmla="*/ 102179 w 204358"/>
              <a:gd name="connsiteY10" fmla="*/ 33264 h 204389"/>
              <a:gd name="connsiteX11" fmla="*/ 33245 w 204358"/>
              <a:gd name="connsiteY11" fmla="*/ 102195 h 204389"/>
              <a:gd name="connsiteX12" fmla="*/ 102179 w 204358"/>
              <a:gd name="connsiteY12" fmla="*/ 171125 h 204389"/>
              <a:gd name="connsiteX13" fmla="*/ 171114 w 204358"/>
              <a:gd name="connsiteY13" fmla="*/ 102195 h 204389"/>
              <a:gd name="connsiteX14" fmla="*/ 102179 w 204358"/>
              <a:gd name="connsiteY14" fmla="*/ 33264 h 204389"/>
              <a:gd name="connsiteX15" fmla="*/ 102179 w 204358"/>
              <a:gd name="connsiteY15" fmla="*/ 152219 h 204389"/>
              <a:gd name="connsiteX16" fmla="*/ 52148 w 204358"/>
              <a:gd name="connsiteY16" fmla="*/ 102195 h 204389"/>
              <a:gd name="connsiteX17" fmla="*/ 102179 w 204358"/>
              <a:gd name="connsiteY17" fmla="*/ 52170 h 204389"/>
              <a:gd name="connsiteX18" fmla="*/ 152210 w 204358"/>
              <a:gd name="connsiteY18" fmla="*/ 102195 h 204389"/>
              <a:gd name="connsiteX19" fmla="*/ 102179 w 204358"/>
              <a:gd name="connsiteY19" fmla="*/ 152219 h 204389"/>
              <a:gd name="connsiteX20" fmla="*/ 69226 w 204358"/>
              <a:gd name="connsiteY20" fmla="*/ 102195 h 204389"/>
              <a:gd name="connsiteX21" fmla="*/ 102179 w 204358"/>
              <a:gd name="connsiteY21" fmla="*/ 69237 h 204389"/>
              <a:gd name="connsiteX22" fmla="*/ 135132 w 204358"/>
              <a:gd name="connsiteY22" fmla="*/ 102195 h 204389"/>
              <a:gd name="connsiteX23" fmla="*/ 102179 w 204358"/>
              <a:gd name="connsiteY23" fmla="*/ 135153 h 204389"/>
              <a:gd name="connsiteX24" fmla="*/ 69226 w 204358"/>
              <a:gd name="connsiteY24" fmla="*/ 102195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4358" h="204389">
                <a:moveTo>
                  <a:pt x="102179" y="0"/>
                </a:moveTo>
                <a:cubicBezTo>
                  <a:pt x="45725" y="0"/>
                  <a:pt x="0" y="45732"/>
                  <a:pt x="0" y="102195"/>
                </a:cubicBezTo>
                <a:cubicBezTo>
                  <a:pt x="0" y="158657"/>
                  <a:pt x="45725" y="204390"/>
                  <a:pt x="102179" y="204390"/>
                </a:cubicBezTo>
                <a:cubicBezTo>
                  <a:pt x="158633" y="204390"/>
                  <a:pt x="204358" y="158657"/>
                  <a:pt x="204358" y="102195"/>
                </a:cubicBezTo>
                <a:cubicBezTo>
                  <a:pt x="204358" y="45732"/>
                  <a:pt x="158633" y="0"/>
                  <a:pt x="102179" y="0"/>
                </a:cubicBezTo>
                <a:close/>
                <a:moveTo>
                  <a:pt x="102179" y="185484"/>
                </a:moveTo>
                <a:cubicBezTo>
                  <a:pt x="56235" y="185484"/>
                  <a:pt x="18903" y="148131"/>
                  <a:pt x="18903" y="102195"/>
                </a:cubicBezTo>
                <a:cubicBezTo>
                  <a:pt x="18903" y="56258"/>
                  <a:pt x="56235" y="18906"/>
                  <a:pt x="102179" y="18906"/>
                </a:cubicBezTo>
                <a:cubicBezTo>
                  <a:pt x="148123" y="18906"/>
                  <a:pt x="185455" y="56258"/>
                  <a:pt x="185455" y="102195"/>
                </a:cubicBezTo>
                <a:cubicBezTo>
                  <a:pt x="185455" y="148131"/>
                  <a:pt x="148123" y="185484"/>
                  <a:pt x="102179" y="185484"/>
                </a:cubicBezTo>
                <a:close/>
                <a:moveTo>
                  <a:pt x="102179" y="33264"/>
                </a:moveTo>
                <a:cubicBezTo>
                  <a:pt x="64117" y="33264"/>
                  <a:pt x="33245" y="64127"/>
                  <a:pt x="33245" y="102195"/>
                </a:cubicBezTo>
                <a:cubicBezTo>
                  <a:pt x="33245" y="140262"/>
                  <a:pt x="64117" y="171125"/>
                  <a:pt x="102179" y="171125"/>
                </a:cubicBezTo>
                <a:cubicBezTo>
                  <a:pt x="140241" y="171125"/>
                  <a:pt x="171114" y="140262"/>
                  <a:pt x="171114" y="102195"/>
                </a:cubicBezTo>
                <a:cubicBezTo>
                  <a:pt x="171114" y="64127"/>
                  <a:pt x="140241" y="33264"/>
                  <a:pt x="102179" y="33264"/>
                </a:cubicBezTo>
                <a:close/>
                <a:moveTo>
                  <a:pt x="102179" y="152219"/>
                </a:moveTo>
                <a:cubicBezTo>
                  <a:pt x="74591" y="152219"/>
                  <a:pt x="52148" y="129787"/>
                  <a:pt x="52148" y="102195"/>
                </a:cubicBezTo>
                <a:cubicBezTo>
                  <a:pt x="52148" y="74602"/>
                  <a:pt x="74591" y="52170"/>
                  <a:pt x="102179" y="52170"/>
                </a:cubicBezTo>
                <a:cubicBezTo>
                  <a:pt x="129768" y="52170"/>
                  <a:pt x="152210" y="74602"/>
                  <a:pt x="152210" y="102195"/>
                </a:cubicBezTo>
                <a:cubicBezTo>
                  <a:pt x="152210" y="129787"/>
                  <a:pt x="129768" y="152219"/>
                  <a:pt x="102179" y="152219"/>
                </a:cubicBezTo>
                <a:close/>
                <a:moveTo>
                  <a:pt x="69226" y="102195"/>
                </a:moveTo>
                <a:cubicBezTo>
                  <a:pt x="69226" y="84004"/>
                  <a:pt x="84006" y="69237"/>
                  <a:pt x="102179" y="69237"/>
                </a:cubicBezTo>
                <a:cubicBezTo>
                  <a:pt x="120352" y="69237"/>
                  <a:pt x="135132" y="84004"/>
                  <a:pt x="135132" y="102195"/>
                </a:cubicBezTo>
                <a:cubicBezTo>
                  <a:pt x="135132" y="120385"/>
                  <a:pt x="120352" y="135153"/>
                  <a:pt x="102179" y="135153"/>
                </a:cubicBezTo>
                <a:cubicBezTo>
                  <a:pt x="84006" y="135153"/>
                  <a:pt x="69226" y="120385"/>
                  <a:pt x="69226" y="102195"/>
                </a:cubicBezTo>
                <a:close/>
              </a:path>
            </a:pathLst>
          </a:custGeom>
          <a:solidFill>
            <a:srgbClr val="007B85"/>
          </a:solidFill>
          <a:ln w="3646" cap="flat">
            <a:noFill/>
            <a:prstDash val="solid"/>
            <a:miter/>
          </a:ln>
        </p:spPr>
        <p:txBody>
          <a:bodyPr rtlCol="0" anchor="ctr"/>
          <a:lstStyle/>
          <a:p>
            <a:endParaRPr lang="en-GR"/>
          </a:p>
        </p:txBody>
      </p:sp>
      <p:grpSp>
        <p:nvGrpSpPr>
          <p:cNvPr id="425" name="Group 424">
            <a:extLst>
              <a:ext uri="{FF2B5EF4-FFF2-40B4-BE49-F238E27FC236}">
                <a16:creationId xmlns:a16="http://schemas.microsoft.com/office/drawing/2014/main" id="{DCD62D20-9E97-5431-705E-A709F15E8B39}"/>
              </a:ext>
            </a:extLst>
          </p:cNvPr>
          <p:cNvGrpSpPr/>
          <p:nvPr/>
        </p:nvGrpSpPr>
        <p:grpSpPr>
          <a:xfrm>
            <a:off x="9579034" y="2863687"/>
            <a:ext cx="172544" cy="174501"/>
            <a:chOff x="8426878" y="2863685"/>
            <a:chExt cx="172544" cy="174501"/>
          </a:xfrm>
        </p:grpSpPr>
        <p:sp>
          <p:nvSpPr>
            <p:cNvPr id="426" name="Freeform 349">
              <a:extLst>
                <a:ext uri="{FF2B5EF4-FFF2-40B4-BE49-F238E27FC236}">
                  <a16:creationId xmlns:a16="http://schemas.microsoft.com/office/drawing/2014/main" id="{3983640A-D496-11F6-4A87-003F08AA02C4}"/>
                </a:ext>
              </a:extLst>
            </p:cNvPr>
            <p:cNvSpPr/>
            <p:nvPr/>
          </p:nvSpPr>
          <p:spPr>
            <a:xfrm>
              <a:off x="8498930" y="2863685"/>
              <a:ext cx="21065" cy="33275"/>
            </a:xfrm>
            <a:custGeom>
              <a:avLst/>
              <a:gdLst>
                <a:gd name="connsiteX0" fmla="*/ 13356 w 23792"/>
                <a:gd name="connsiteY0" fmla="*/ 0 h 37582"/>
                <a:gd name="connsiteX1" fmla="*/ 23793 w 23792"/>
                <a:gd name="connsiteY1" fmla="*/ 6121 h 37582"/>
                <a:gd name="connsiteX2" fmla="*/ 23757 w 23792"/>
                <a:gd name="connsiteY2" fmla="*/ 6176 h 37582"/>
                <a:gd name="connsiteX3" fmla="*/ 23757 w 23792"/>
                <a:gd name="connsiteY3" fmla="*/ 37582 h 37582"/>
                <a:gd name="connsiteX4" fmla="*/ 0 w 23792"/>
                <a:gd name="connsiteY4" fmla="*/ 37582 h 37582"/>
                <a:gd name="connsiteX5" fmla="*/ 0 w 23792"/>
                <a:gd name="connsiteY5" fmla="*/ 6176 h 37582"/>
                <a:gd name="connsiteX6" fmla="*/ 10437 w 23792"/>
                <a:gd name="connsiteY6" fmla="*/ 0 h 37582"/>
                <a:gd name="connsiteX7" fmla="*/ 13356 w 23792"/>
                <a:gd name="connsiteY7" fmla="*/ 0 h 37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792" h="37582">
                  <a:moveTo>
                    <a:pt x="13356" y="0"/>
                  </a:moveTo>
                  <a:cubicBezTo>
                    <a:pt x="19122" y="0"/>
                    <a:pt x="23684" y="2734"/>
                    <a:pt x="23793" y="6121"/>
                  </a:cubicBezTo>
                  <a:lnTo>
                    <a:pt x="23757" y="6176"/>
                  </a:lnTo>
                  <a:lnTo>
                    <a:pt x="23757" y="37582"/>
                  </a:lnTo>
                  <a:lnTo>
                    <a:pt x="0" y="37582"/>
                  </a:lnTo>
                  <a:lnTo>
                    <a:pt x="0" y="6176"/>
                  </a:lnTo>
                  <a:cubicBezTo>
                    <a:pt x="109" y="2734"/>
                    <a:pt x="4744" y="0"/>
                    <a:pt x="10437" y="0"/>
                  </a:cubicBezTo>
                  <a:lnTo>
                    <a:pt x="13356" y="0"/>
                  </a:lnTo>
                  <a:close/>
                </a:path>
              </a:pathLst>
            </a:custGeom>
            <a:solidFill>
              <a:srgbClr val="007B85"/>
            </a:solidFill>
            <a:ln w="3646" cap="flat">
              <a:noFill/>
              <a:prstDash val="solid"/>
              <a:miter/>
            </a:ln>
          </p:spPr>
          <p:txBody>
            <a:bodyPr rtlCol="0" anchor="ctr"/>
            <a:lstStyle/>
            <a:p>
              <a:endParaRPr lang="en-GR"/>
            </a:p>
          </p:txBody>
        </p:sp>
        <p:sp>
          <p:nvSpPr>
            <p:cNvPr id="427" name="Freeform 350">
              <a:extLst>
                <a:ext uri="{FF2B5EF4-FFF2-40B4-BE49-F238E27FC236}">
                  <a16:creationId xmlns:a16="http://schemas.microsoft.com/office/drawing/2014/main" id="{7CEDDFE2-A6DC-AEB3-C9BF-91BB850B38EA}"/>
                </a:ext>
              </a:extLst>
            </p:cNvPr>
            <p:cNvSpPr/>
            <p:nvPr/>
          </p:nvSpPr>
          <p:spPr>
            <a:xfrm>
              <a:off x="8426878" y="2906008"/>
              <a:ext cx="172544" cy="132178"/>
            </a:xfrm>
            <a:custGeom>
              <a:avLst/>
              <a:gdLst>
                <a:gd name="connsiteX0" fmla="*/ 159983 w 194879"/>
                <a:gd name="connsiteY0" fmla="*/ 818 h 149288"/>
                <a:gd name="connsiteX1" fmla="*/ 190820 w 194879"/>
                <a:gd name="connsiteY1" fmla="*/ 19946 h 149288"/>
                <a:gd name="connsiteX2" fmla="*/ 190747 w 194879"/>
                <a:gd name="connsiteY2" fmla="*/ 19892 h 149288"/>
                <a:gd name="connsiteX3" fmla="*/ 190747 w 194879"/>
                <a:gd name="connsiteY3" fmla="*/ 34867 h 149288"/>
                <a:gd name="connsiteX4" fmla="*/ 159947 w 194879"/>
                <a:gd name="connsiteY4" fmla="*/ 53995 h 149288"/>
                <a:gd name="connsiteX5" fmla="*/ 157028 w 194879"/>
                <a:gd name="connsiteY5" fmla="*/ 54817 h 149288"/>
                <a:gd name="connsiteX6" fmla="*/ 105135 w 194879"/>
                <a:gd name="connsiteY6" fmla="*/ 54817 h 149288"/>
                <a:gd name="connsiteX7" fmla="*/ 105135 w 194879"/>
                <a:gd name="connsiteY7" fmla="*/ 143168 h 149288"/>
                <a:gd name="connsiteX8" fmla="*/ 95172 w 194879"/>
                <a:gd name="connsiteY8" fmla="*/ 149288 h 149288"/>
                <a:gd name="connsiteX9" fmla="*/ 91305 w 194879"/>
                <a:gd name="connsiteY9" fmla="*/ 149288 h 149288"/>
                <a:gd name="connsiteX10" fmla="*/ 81379 w 194879"/>
                <a:gd name="connsiteY10" fmla="*/ 143168 h 149288"/>
                <a:gd name="connsiteX11" fmla="*/ 81379 w 194879"/>
                <a:gd name="connsiteY11" fmla="*/ 54817 h 149288"/>
                <a:gd name="connsiteX12" fmla="*/ 13612 w 194879"/>
                <a:gd name="connsiteY12" fmla="*/ 54817 h 149288"/>
                <a:gd name="connsiteX13" fmla="*/ 0 w 194879"/>
                <a:gd name="connsiteY13" fmla="*/ 46506 h 149288"/>
                <a:gd name="connsiteX14" fmla="*/ 0 w 194879"/>
                <a:gd name="connsiteY14" fmla="*/ 8307 h 149288"/>
                <a:gd name="connsiteX15" fmla="*/ 13612 w 194879"/>
                <a:gd name="connsiteY15" fmla="*/ 0 h 149288"/>
                <a:gd name="connsiteX16" fmla="*/ 157101 w 194879"/>
                <a:gd name="connsiteY16" fmla="*/ 0 h 149288"/>
                <a:gd name="connsiteX17" fmla="*/ 159983 w 194879"/>
                <a:gd name="connsiteY17" fmla="*/ 818 h 1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4879" h="149288">
                  <a:moveTo>
                    <a:pt x="159983" y="818"/>
                  </a:moveTo>
                  <a:lnTo>
                    <a:pt x="190820" y="19946"/>
                  </a:lnTo>
                  <a:lnTo>
                    <a:pt x="190747" y="19892"/>
                  </a:lnTo>
                  <a:cubicBezTo>
                    <a:pt x="196257" y="23337"/>
                    <a:pt x="196257" y="31425"/>
                    <a:pt x="190747" y="34867"/>
                  </a:cubicBezTo>
                  <a:lnTo>
                    <a:pt x="159947" y="53995"/>
                  </a:lnTo>
                  <a:cubicBezTo>
                    <a:pt x="159071" y="54543"/>
                    <a:pt x="158086" y="54817"/>
                    <a:pt x="157028" y="54817"/>
                  </a:cubicBezTo>
                  <a:lnTo>
                    <a:pt x="105135" y="54817"/>
                  </a:lnTo>
                  <a:lnTo>
                    <a:pt x="105135" y="143168"/>
                  </a:lnTo>
                  <a:cubicBezTo>
                    <a:pt x="105026" y="146445"/>
                    <a:pt x="100646" y="149124"/>
                    <a:pt x="95172" y="149288"/>
                  </a:cubicBezTo>
                  <a:lnTo>
                    <a:pt x="91305" y="149288"/>
                  </a:lnTo>
                  <a:cubicBezTo>
                    <a:pt x="85831" y="149124"/>
                    <a:pt x="81488" y="146500"/>
                    <a:pt x="81379" y="143168"/>
                  </a:cubicBezTo>
                  <a:lnTo>
                    <a:pt x="81379" y="54817"/>
                  </a:lnTo>
                  <a:lnTo>
                    <a:pt x="13612" y="54817"/>
                  </a:lnTo>
                  <a:cubicBezTo>
                    <a:pt x="6058" y="54762"/>
                    <a:pt x="0" y="51043"/>
                    <a:pt x="0" y="46506"/>
                  </a:cubicBezTo>
                  <a:lnTo>
                    <a:pt x="0" y="8307"/>
                  </a:lnTo>
                  <a:cubicBezTo>
                    <a:pt x="0" y="3770"/>
                    <a:pt x="6058" y="110"/>
                    <a:pt x="13612" y="0"/>
                  </a:cubicBezTo>
                  <a:lnTo>
                    <a:pt x="157101" y="0"/>
                  </a:lnTo>
                  <a:cubicBezTo>
                    <a:pt x="158122" y="0"/>
                    <a:pt x="159108" y="274"/>
                    <a:pt x="159983" y="818"/>
                  </a:cubicBezTo>
                  <a:close/>
                </a:path>
              </a:pathLst>
            </a:custGeom>
            <a:solidFill>
              <a:srgbClr val="007B85"/>
            </a:solidFill>
            <a:ln w="3646" cap="flat">
              <a:noFill/>
              <a:prstDash val="solid"/>
              <a:miter/>
            </a:ln>
          </p:spPr>
          <p:txBody>
            <a:bodyPr rtlCol="0" anchor="ctr"/>
            <a:lstStyle/>
            <a:p>
              <a:endParaRPr lang="en-GR"/>
            </a:p>
          </p:txBody>
        </p:sp>
      </p:grpSp>
      <p:grpSp>
        <p:nvGrpSpPr>
          <p:cNvPr id="428" name="Group 427">
            <a:extLst>
              <a:ext uri="{FF2B5EF4-FFF2-40B4-BE49-F238E27FC236}">
                <a16:creationId xmlns:a16="http://schemas.microsoft.com/office/drawing/2014/main" id="{177D3080-FF92-F298-1DC5-5A8F7A17DB45}"/>
              </a:ext>
            </a:extLst>
          </p:cNvPr>
          <p:cNvGrpSpPr/>
          <p:nvPr/>
        </p:nvGrpSpPr>
        <p:grpSpPr>
          <a:xfrm>
            <a:off x="9915053" y="2863687"/>
            <a:ext cx="168635" cy="174501"/>
            <a:chOff x="8762895" y="2863685"/>
            <a:chExt cx="168635" cy="174501"/>
          </a:xfrm>
        </p:grpSpPr>
        <p:sp>
          <p:nvSpPr>
            <p:cNvPr id="429" name="Freeform 351">
              <a:extLst>
                <a:ext uri="{FF2B5EF4-FFF2-40B4-BE49-F238E27FC236}">
                  <a16:creationId xmlns:a16="http://schemas.microsoft.com/office/drawing/2014/main" id="{691889F3-E07F-E66B-6793-EF6E97C2D12E}"/>
                </a:ext>
              </a:extLst>
            </p:cNvPr>
            <p:cNvSpPr/>
            <p:nvPr/>
          </p:nvSpPr>
          <p:spPr>
            <a:xfrm>
              <a:off x="8835957" y="2863685"/>
              <a:ext cx="21098" cy="15682"/>
            </a:xfrm>
            <a:custGeom>
              <a:avLst/>
              <a:gdLst>
                <a:gd name="connsiteX0" fmla="*/ 13393 w 23829"/>
                <a:gd name="connsiteY0" fmla="*/ 0 h 17712"/>
                <a:gd name="connsiteX1" fmla="*/ 23830 w 23829"/>
                <a:gd name="connsiteY1" fmla="*/ 6121 h 17712"/>
                <a:gd name="connsiteX2" fmla="*/ 23793 w 23829"/>
                <a:gd name="connsiteY2" fmla="*/ 6176 h 17712"/>
                <a:gd name="connsiteX3" fmla="*/ 23793 w 23829"/>
                <a:gd name="connsiteY3" fmla="*/ 17713 h 17712"/>
                <a:gd name="connsiteX4" fmla="*/ 0 w 23829"/>
                <a:gd name="connsiteY4" fmla="*/ 17713 h 17712"/>
                <a:gd name="connsiteX5" fmla="*/ 0 w 23829"/>
                <a:gd name="connsiteY5" fmla="*/ 6176 h 17712"/>
                <a:gd name="connsiteX6" fmla="*/ 10437 w 23829"/>
                <a:gd name="connsiteY6" fmla="*/ 0 h 17712"/>
                <a:gd name="connsiteX7" fmla="*/ 13393 w 23829"/>
                <a:gd name="connsiteY7" fmla="*/ 0 h 1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29" h="17712">
                  <a:moveTo>
                    <a:pt x="13393" y="0"/>
                  </a:moveTo>
                  <a:cubicBezTo>
                    <a:pt x="19122" y="0"/>
                    <a:pt x="23720" y="2734"/>
                    <a:pt x="23830" y="6121"/>
                  </a:cubicBezTo>
                  <a:lnTo>
                    <a:pt x="23793" y="6176"/>
                  </a:lnTo>
                  <a:lnTo>
                    <a:pt x="23793" y="17713"/>
                  </a:lnTo>
                  <a:lnTo>
                    <a:pt x="0" y="17713"/>
                  </a:lnTo>
                  <a:lnTo>
                    <a:pt x="0" y="6176"/>
                  </a:lnTo>
                  <a:cubicBezTo>
                    <a:pt x="110" y="2734"/>
                    <a:pt x="4744" y="0"/>
                    <a:pt x="10437" y="0"/>
                  </a:cubicBezTo>
                  <a:lnTo>
                    <a:pt x="13393" y="0"/>
                  </a:lnTo>
                  <a:close/>
                </a:path>
              </a:pathLst>
            </a:custGeom>
            <a:solidFill>
              <a:srgbClr val="007B85"/>
            </a:solidFill>
            <a:ln w="3646" cap="flat">
              <a:noFill/>
              <a:prstDash val="solid"/>
              <a:miter/>
            </a:ln>
          </p:spPr>
          <p:txBody>
            <a:bodyPr rtlCol="0" anchor="ctr"/>
            <a:lstStyle/>
            <a:p>
              <a:endParaRPr lang="en-GR"/>
            </a:p>
          </p:txBody>
        </p:sp>
        <p:sp>
          <p:nvSpPr>
            <p:cNvPr id="430" name="Freeform 352">
              <a:extLst>
                <a:ext uri="{FF2B5EF4-FFF2-40B4-BE49-F238E27FC236}">
                  <a16:creationId xmlns:a16="http://schemas.microsoft.com/office/drawing/2014/main" id="{0CA8B574-FF34-7EA2-64ED-89C8E15982A8}"/>
                </a:ext>
              </a:extLst>
            </p:cNvPr>
            <p:cNvSpPr/>
            <p:nvPr/>
          </p:nvSpPr>
          <p:spPr>
            <a:xfrm>
              <a:off x="8770109" y="2888415"/>
              <a:ext cx="161421" cy="59372"/>
            </a:xfrm>
            <a:custGeom>
              <a:avLst/>
              <a:gdLst>
                <a:gd name="connsiteX0" fmla="*/ 178266 w 182316"/>
                <a:gd name="connsiteY0" fmla="*/ 18260 h 67057"/>
                <a:gd name="connsiteX1" fmla="*/ 150131 w 182316"/>
                <a:gd name="connsiteY1" fmla="*/ 821 h 67057"/>
                <a:gd name="connsiteX2" fmla="*/ 147247 w 182316"/>
                <a:gd name="connsiteY2" fmla="*/ 0 h 67057"/>
                <a:gd name="connsiteX3" fmla="*/ 12772 w 182316"/>
                <a:gd name="connsiteY3" fmla="*/ 0 h 67057"/>
                <a:gd name="connsiteX4" fmla="*/ 0 w 182316"/>
                <a:gd name="connsiteY4" fmla="*/ 7818 h 67057"/>
                <a:gd name="connsiteX5" fmla="*/ 0 w 182316"/>
                <a:gd name="connsiteY5" fmla="*/ 43626 h 67057"/>
                <a:gd name="connsiteX6" fmla="*/ 12772 w 182316"/>
                <a:gd name="connsiteY6" fmla="*/ 51440 h 67057"/>
                <a:gd name="connsiteX7" fmla="*/ 74372 w 182316"/>
                <a:gd name="connsiteY7" fmla="*/ 51440 h 67057"/>
                <a:gd name="connsiteX8" fmla="*/ 74372 w 182316"/>
                <a:gd name="connsiteY8" fmla="*/ 67058 h 67057"/>
                <a:gd name="connsiteX9" fmla="*/ 98165 w 182316"/>
                <a:gd name="connsiteY9" fmla="*/ 67058 h 67057"/>
                <a:gd name="connsiteX10" fmla="*/ 98165 w 182316"/>
                <a:gd name="connsiteY10" fmla="*/ 51440 h 67057"/>
                <a:gd name="connsiteX11" fmla="*/ 147175 w 182316"/>
                <a:gd name="connsiteY11" fmla="*/ 51440 h 67057"/>
                <a:gd name="connsiteX12" fmla="*/ 178157 w 182316"/>
                <a:gd name="connsiteY12" fmla="*/ 33184 h 67057"/>
                <a:gd name="connsiteX13" fmla="*/ 178157 w 182316"/>
                <a:gd name="connsiteY13" fmla="*/ 18315 h 67057"/>
                <a:gd name="connsiteX14" fmla="*/ 178266 w 182316"/>
                <a:gd name="connsiteY14" fmla="*/ 18260 h 67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2316" h="67057">
                  <a:moveTo>
                    <a:pt x="178266" y="18260"/>
                  </a:moveTo>
                  <a:lnTo>
                    <a:pt x="150131" y="821"/>
                  </a:lnTo>
                  <a:cubicBezTo>
                    <a:pt x="149255" y="274"/>
                    <a:pt x="148269" y="0"/>
                    <a:pt x="147247" y="0"/>
                  </a:cubicBezTo>
                  <a:lnTo>
                    <a:pt x="12772" y="0"/>
                  </a:lnTo>
                  <a:cubicBezTo>
                    <a:pt x="5730" y="109"/>
                    <a:pt x="0" y="3555"/>
                    <a:pt x="0" y="7818"/>
                  </a:cubicBezTo>
                  <a:lnTo>
                    <a:pt x="0" y="43626"/>
                  </a:lnTo>
                  <a:cubicBezTo>
                    <a:pt x="0" y="47889"/>
                    <a:pt x="5693" y="51331"/>
                    <a:pt x="12772" y="51440"/>
                  </a:cubicBezTo>
                  <a:lnTo>
                    <a:pt x="74372" y="51440"/>
                  </a:lnTo>
                  <a:lnTo>
                    <a:pt x="74372" y="67058"/>
                  </a:lnTo>
                  <a:lnTo>
                    <a:pt x="98165" y="67058"/>
                  </a:lnTo>
                  <a:lnTo>
                    <a:pt x="98165" y="51440"/>
                  </a:lnTo>
                  <a:lnTo>
                    <a:pt x="147175" y="51440"/>
                  </a:lnTo>
                  <a:cubicBezTo>
                    <a:pt x="148233" y="51440"/>
                    <a:pt x="178157" y="33184"/>
                    <a:pt x="178157" y="33184"/>
                  </a:cubicBezTo>
                  <a:cubicBezTo>
                    <a:pt x="183704" y="29739"/>
                    <a:pt x="183704" y="21760"/>
                    <a:pt x="178157" y="18315"/>
                  </a:cubicBezTo>
                  <a:lnTo>
                    <a:pt x="178266" y="18260"/>
                  </a:lnTo>
                  <a:close/>
                </a:path>
              </a:pathLst>
            </a:custGeom>
            <a:solidFill>
              <a:srgbClr val="007B85"/>
            </a:solidFill>
            <a:ln w="3646" cap="flat">
              <a:noFill/>
              <a:prstDash val="solid"/>
              <a:miter/>
            </a:ln>
          </p:spPr>
          <p:txBody>
            <a:bodyPr rtlCol="0" anchor="ctr"/>
            <a:lstStyle/>
            <a:p>
              <a:endParaRPr lang="en-GR"/>
            </a:p>
          </p:txBody>
        </p:sp>
        <p:sp>
          <p:nvSpPr>
            <p:cNvPr id="431" name="Freeform 353">
              <a:extLst>
                <a:ext uri="{FF2B5EF4-FFF2-40B4-BE49-F238E27FC236}">
                  <a16:creationId xmlns:a16="http://schemas.microsoft.com/office/drawing/2014/main" id="{FEECD91C-A7FE-6A9D-1A34-BBA64C2B3448}"/>
                </a:ext>
              </a:extLst>
            </p:cNvPr>
            <p:cNvSpPr/>
            <p:nvPr/>
          </p:nvSpPr>
          <p:spPr>
            <a:xfrm>
              <a:off x="8762895" y="2956791"/>
              <a:ext cx="161461" cy="81395"/>
            </a:xfrm>
            <a:custGeom>
              <a:avLst/>
              <a:gdLst>
                <a:gd name="connsiteX0" fmla="*/ 169590 w 182362"/>
                <a:gd name="connsiteY0" fmla="*/ 55 h 91931"/>
                <a:gd name="connsiteX1" fmla="*/ 35152 w 182362"/>
                <a:gd name="connsiteY1" fmla="*/ 55 h 91931"/>
                <a:gd name="connsiteX2" fmla="*/ 4133 w 182362"/>
                <a:gd name="connsiteY2" fmla="*/ 18315 h 91931"/>
                <a:gd name="connsiteX3" fmla="*/ 4133 w 182362"/>
                <a:gd name="connsiteY3" fmla="*/ 33184 h 91931"/>
                <a:gd name="connsiteX4" fmla="*/ 35152 w 182362"/>
                <a:gd name="connsiteY4" fmla="*/ 51440 h 91931"/>
                <a:gd name="connsiteX5" fmla="*/ 82592 w 182362"/>
                <a:gd name="connsiteY5" fmla="*/ 51440 h 91931"/>
                <a:gd name="connsiteX6" fmla="*/ 82592 w 182362"/>
                <a:gd name="connsiteY6" fmla="*/ 85811 h 91931"/>
                <a:gd name="connsiteX7" fmla="*/ 92518 w 182362"/>
                <a:gd name="connsiteY7" fmla="*/ 91931 h 91931"/>
                <a:gd name="connsiteX8" fmla="*/ 96423 w 182362"/>
                <a:gd name="connsiteY8" fmla="*/ 91931 h 91931"/>
                <a:gd name="connsiteX9" fmla="*/ 106349 w 182362"/>
                <a:gd name="connsiteY9" fmla="*/ 85811 h 91931"/>
                <a:gd name="connsiteX10" fmla="*/ 106349 w 182362"/>
                <a:gd name="connsiteY10" fmla="*/ 51440 h 91931"/>
                <a:gd name="connsiteX11" fmla="*/ 169590 w 182362"/>
                <a:gd name="connsiteY11" fmla="*/ 51440 h 91931"/>
                <a:gd name="connsiteX12" fmla="*/ 182362 w 182362"/>
                <a:gd name="connsiteY12" fmla="*/ 43622 h 91931"/>
                <a:gd name="connsiteX13" fmla="*/ 182362 w 182362"/>
                <a:gd name="connsiteY13" fmla="*/ 7818 h 91931"/>
                <a:gd name="connsiteX14" fmla="*/ 169590 w 182362"/>
                <a:gd name="connsiteY14" fmla="*/ 0 h 91931"/>
                <a:gd name="connsiteX15" fmla="*/ 169590 w 182362"/>
                <a:gd name="connsiteY15" fmla="*/ 55 h 9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2362" h="91931">
                  <a:moveTo>
                    <a:pt x="169590" y="55"/>
                  </a:moveTo>
                  <a:lnTo>
                    <a:pt x="35152" y="55"/>
                  </a:lnTo>
                  <a:cubicBezTo>
                    <a:pt x="34093" y="55"/>
                    <a:pt x="4133" y="18315"/>
                    <a:pt x="4133" y="18315"/>
                  </a:cubicBezTo>
                  <a:cubicBezTo>
                    <a:pt x="-1378" y="21757"/>
                    <a:pt x="-1378" y="29739"/>
                    <a:pt x="4133" y="33184"/>
                  </a:cubicBezTo>
                  <a:cubicBezTo>
                    <a:pt x="4133" y="33184"/>
                    <a:pt x="34166" y="51440"/>
                    <a:pt x="35152" y="51440"/>
                  </a:cubicBezTo>
                  <a:lnTo>
                    <a:pt x="82592" y="51440"/>
                  </a:lnTo>
                  <a:lnTo>
                    <a:pt x="82592" y="85811"/>
                  </a:lnTo>
                  <a:cubicBezTo>
                    <a:pt x="82701" y="89143"/>
                    <a:pt x="87044" y="91767"/>
                    <a:pt x="92518" y="91931"/>
                  </a:cubicBezTo>
                  <a:lnTo>
                    <a:pt x="96423" y="91931"/>
                  </a:lnTo>
                  <a:cubicBezTo>
                    <a:pt x="101860" y="91767"/>
                    <a:pt x="106239" y="89088"/>
                    <a:pt x="106349" y="85811"/>
                  </a:cubicBezTo>
                  <a:lnTo>
                    <a:pt x="106349" y="51440"/>
                  </a:lnTo>
                  <a:lnTo>
                    <a:pt x="169590" y="51440"/>
                  </a:lnTo>
                  <a:cubicBezTo>
                    <a:pt x="176633" y="51331"/>
                    <a:pt x="182362" y="47886"/>
                    <a:pt x="182362" y="43622"/>
                  </a:cubicBezTo>
                  <a:lnTo>
                    <a:pt x="182362" y="7818"/>
                  </a:lnTo>
                  <a:cubicBezTo>
                    <a:pt x="182362" y="3555"/>
                    <a:pt x="176706" y="109"/>
                    <a:pt x="169590" y="0"/>
                  </a:cubicBezTo>
                  <a:lnTo>
                    <a:pt x="169590" y="55"/>
                  </a:lnTo>
                  <a:close/>
                </a:path>
              </a:pathLst>
            </a:custGeom>
            <a:solidFill>
              <a:srgbClr val="007B85"/>
            </a:solidFill>
            <a:ln w="3646" cap="flat">
              <a:noFill/>
              <a:prstDash val="solid"/>
              <a:miter/>
            </a:ln>
          </p:spPr>
          <p:txBody>
            <a:bodyPr rtlCol="0" anchor="ctr"/>
            <a:lstStyle/>
            <a:p>
              <a:endParaRPr lang="en-GR"/>
            </a:p>
          </p:txBody>
        </p:sp>
      </p:grpSp>
      <p:sp>
        <p:nvSpPr>
          <p:cNvPr id="432" name="Freeform 354">
            <a:extLst>
              <a:ext uri="{FF2B5EF4-FFF2-40B4-BE49-F238E27FC236}">
                <a16:creationId xmlns:a16="http://schemas.microsoft.com/office/drawing/2014/main" id="{0814DF4F-2019-88FF-A6ED-6ACC6C990740}"/>
              </a:ext>
            </a:extLst>
          </p:cNvPr>
          <p:cNvSpPr/>
          <p:nvPr/>
        </p:nvSpPr>
        <p:spPr>
          <a:xfrm>
            <a:off x="10247859" y="2870149"/>
            <a:ext cx="165146" cy="161574"/>
          </a:xfrm>
          <a:custGeom>
            <a:avLst/>
            <a:gdLst>
              <a:gd name="connsiteX0" fmla="*/ 179976 w 186524"/>
              <a:gd name="connsiteY0" fmla="*/ 911 h 182489"/>
              <a:gd name="connsiteX1" fmla="*/ 172167 w 186524"/>
              <a:gd name="connsiteY1" fmla="*/ 568 h 182489"/>
              <a:gd name="connsiteX2" fmla="*/ 7220 w 186524"/>
              <a:gd name="connsiteY2" fmla="*/ 54334 h 182489"/>
              <a:gd name="connsiteX3" fmla="*/ 871 w 186524"/>
              <a:gd name="connsiteY3" fmla="*/ 60115 h 182489"/>
              <a:gd name="connsiteX4" fmla="*/ 6272 w 186524"/>
              <a:gd name="connsiteY4" fmla="*/ 73860 h 182489"/>
              <a:gd name="connsiteX5" fmla="*/ 57507 w 186524"/>
              <a:gd name="connsiteY5" fmla="*/ 96215 h 182489"/>
              <a:gd name="connsiteX6" fmla="*/ 77980 w 186524"/>
              <a:gd name="connsiteY6" fmla="*/ 118589 h 182489"/>
              <a:gd name="connsiteX7" fmla="*/ 95934 w 186524"/>
              <a:gd name="connsiteY7" fmla="*/ 175219 h 182489"/>
              <a:gd name="connsiteX8" fmla="*/ 101736 w 186524"/>
              <a:gd name="connsiteY8" fmla="*/ 181621 h 182489"/>
              <a:gd name="connsiteX9" fmla="*/ 115421 w 186524"/>
              <a:gd name="connsiteY9" fmla="*/ 176252 h 182489"/>
              <a:gd name="connsiteX10" fmla="*/ 185596 w 186524"/>
              <a:gd name="connsiteY10" fmla="*/ 15350 h 182489"/>
              <a:gd name="connsiteX11" fmla="*/ 179940 w 186524"/>
              <a:gd name="connsiteY11" fmla="*/ 890 h 182489"/>
              <a:gd name="connsiteX12" fmla="*/ 179976 w 186524"/>
              <a:gd name="connsiteY12" fmla="*/ 911 h 182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6524" h="182489">
                <a:moveTo>
                  <a:pt x="179976" y="911"/>
                </a:moveTo>
                <a:cubicBezTo>
                  <a:pt x="177495" y="-173"/>
                  <a:pt x="174758" y="-293"/>
                  <a:pt x="172167" y="568"/>
                </a:cubicBezTo>
                <a:lnTo>
                  <a:pt x="7220" y="54334"/>
                </a:lnTo>
                <a:cubicBezTo>
                  <a:pt x="4374" y="55301"/>
                  <a:pt x="2075" y="57359"/>
                  <a:pt x="871" y="60115"/>
                </a:cubicBezTo>
                <a:cubicBezTo>
                  <a:pt x="-1428" y="65396"/>
                  <a:pt x="980" y="71557"/>
                  <a:pt x="6272" y="73860"/>
                </a:cubicBezTo>
                <a:cubicBezTo>
                  <a:pt x="6272" y="73860"/>
                  <a:pt x="45939" y="88328"/>
                  <a:pt x="57507" y="96215"/>
                </a:cubicBezTo>
                <a:cubicBezTo>
                  <a:pt x="67068" y="102752"/>
                  <a:pt x="73126" y="109004"/>
                  <a:pt x="77980" y="118589"/>
                </a:cubicBezTo>
                <a:cubicBezTo>
                  <a:pt x="84731" y="131845"/>
                  <a:pt x="95934" y="175219"/>
                  <a:pt x="95934" y="175219"/>
                </a:cubicBezTo>
                <a:cubicBezTo>
                  <a:pt x="96846" y="178084"/>
                  <a:pt x="98999" y="180420"/>
                  <a:pt x="101736" y="181621"/>
                </a:cubicBezTo>
                <a:cubicBezTo>
                  <a:pt x="106991" y="183906"/>
                  <a:pt x="113122" y="181533"/>
                  <a:pt x="115421" y="176252"/>
                </a:cubicBezTo>
                <a:lnTo>
                  <a:pt x="185596" y="15350"/>
                </a:lnTo>
                <a:cubicBezTo>
                  <a:pt x="188041" y="9795"/>
                  <a:pt x="185487" y="3313"/>
                  <a:pt x="179940" y="890"/>
                </a:cubicBezTo>
                <a:lnTo>
                  <a:pt x="179976" y="911"/>
                </a:lnTo>
                <a:close/>
              </a:path>
            </a:pathLst>
          </a:custGeom>
          <a:solidFill>
            <a:srgbClr val="007B85"/>
          </a:solidFill>
          <a:ln w="3646" cap="flat">
            <a:noFill/>
            <a:prstDash val="solid"/>
            <a:miter/>
          </a:ln>
        </p:spPr>
        <p:txBody>
          <a:bodyPr rtlCol="0" anchor="ctr"/>
          <a:lstStyle/>
          <a:p>
            <a:endParaRPr lang="en-GR"/>
          </a:p>
        </p:txBody>
      </p:sp>
      <p:sp>
        <p:nvSpPr>
          <p:cNvPr id="433" name="Freeform 355">
            <a:extLst>
              <a:ext uri="{FF2B5EF4-FFF2-40B4-BE49-F238E27FC236}">
                <a16:creationId xmlns:a16="http://schemas.microsoft.com/office/drawing/2014/main" id="{81C60B93-9A10-2517-7B4A-D5263A1B38BE}"/>
              </a:ext>
            </a:extLst>
          </p:cNvPr>
          <p:cNvSpPr/>
          <p:nvPr/>
        </p:nvSpPr>
        <p:spPr>
          <a:xfrm>
            <a:off x="10593572" y="2857224"/>
            <a:ext cx="140904" cy="187427"/>
          </a:xfrm>
          <a:custGeom>
            <a:avLst/>
            <a:gdLst>
              <a:gd name="connsiteX0" fmla="*/ 79591 w 159144"/>
              <a:gd name="connsiteY0" fmla="*/ 0 h 211689"/>
              <a:gd name="connsiteX1" fmla="*/ 0 w 159144"/>
              <a:gd name="connsiteY1" fmla="*/ 79606 h 211689"/>
              <a:gd name="connsiteX2" fmla="*/ 69737 w 159144"/>
              <a:gd name="connsiteY2" fmla="*/ 206948 h 211689"/>
              <a:gd name="connsiteX3" fmla="*/ 89407 w 159144"/>
              <a:gd name="connsiteY3" fmla="*/ 206948 h 211689"/>
              <a:gd name="connsiteX4" fmla="*/ 159144 w 159144"/>
              <a:gd name="connsiteY4" fmla="*/ 79606 h 211689"/>
              <a:gd name="connsiteX5" fmla="*/ 79554 w 159144"/>
              <a:gd name="connsiteY5" fmla="*/ 0 h 211689"/>
              <a:gd name="connsiteX6" fmla="*/ 79591 w 159144"/>
              <a:gd name="connsiteY6" fmla="*/ 0 h 211689"/>
              <a:gd name="connsiteX7" fmla="*/ 79591 w 159144"/>
              <a:gd name="connsiteY7" fmla="*/ 99910 h 211689"/>
              <a:gd name="connsiteX8" fmla="*/ 41602 w 159144"/>
              <a:gd name="connsiteY8" fmla="*/ 77945 h 211689"/>
              <a:gd name="connsiteX9" fmla="*/ 79591 w 159144"/>
              <a:gd name="connsiteY9" fmla="*/ 55981 h 211689"/>
              <a:gd name="connsiteX10" fmla="*/ 117579 w 159144"/>
              <a:gd name="connsiteY10" fmla="*/ 77945 h 211689"/>
              <a:gd name="connsiteX11" fmla="*/ 79591 w 159144"/>
              <a:gd name="connsiteY11" fmla="*/ 99910 h 211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9144" h="211689">
                <a:moveTo>
                  <a:pt x="79591" y="0"/>
                </a:moveTo>
                <a:cubicBezTo>
                  <a:pt x="35690" y="0"/>
                  <a:pt x="0" y="35626"/>
                  <a:pt x="0" y="79606"/>
                </a:cubicBezTo>
                <a:cubicBezTo>
                  <a:pt x="0" y="115823"/>
                  <a:pt x="48462" y="180323"/>
                  <a:pt x="69737" y="206948"/>
                </a:cubicBezTo>
                <a:cubicBezTo>
                  <a:pt x="74810" y="213270"/>
                  <a:pt x="84298" y="213270"/>
                  <a:pt x="89407" y="206948"/>
                </a:cubicBezTo>
                <a:cubicBezTo>
                  <a:pt x="110645" y="180323"/>
                  <a:pt x="159144" y="115823"/>
                  <a:pt x="159144" y="79606"/>
                </a:cubicBezTo>
                <a:cubicBezTo>
                  <a:pt x="159144" y="35681"/>
                  <a:pt x="123527" y="0"/>
                  <a:pt x="79554" y="0"/>
                </a:cubicBezTo>
                <a:lnTo>
                  <a:pt x="79591" y="0"/>
                </a:lnTo>
                <a:close/>
                <a:moveTo>
                  <a:pt x="79591" y="99910"/>
                </a:moveTo>
                <a:cubicBezTo>
                  <a:pt x="58607" y="99910"/>
                  <a:pt x="41602" y="90056"/>
                  <a:pt x="41602" y="77945"/>
                </a:cubicBezTo>
                <a:cubicBezTo>
                  <a:pt x="41602" y="65839"/>
                  <a:pt x="58643" y="55981"/>
                  <a:pt x="79591" y="55981"/>
                </a:cubicBezTo>
                <a:cubicBezTo>
                  <a:pt x="100537" y="55981"/>
                  <a:pt x="117579" y="65839"/>
                  <a:pt x="117579" y="77945"/>
                </a:cubicBezTo>
                <a:cubicBezTo>
                  <a:pt x="117579" y="90056"/>
                  <a:pt x="100537" y="99910"/>
                  <a:pt x="79591" y="99910"/>
                </a:cubicBezTo>
                <a:close/>
              </a:path>
            </a:pathLst>
          </a:custGeom>
          <a:solidFill>
            <a:srgbClr val="007B85"/>
          </a:solidFill>
          <a:ln w="3646" cap="flat">
            <a:noFill/>
            <a:prstDash val="solid"/>
            <a:miter/>
          </a:ln>
        </p:spPr>
        <p:txBody>
          <a:bodyPr rtlCol="0" anchor="ctr"/>
          <a:lstStyle/>
          <a:p>
            <a:endParaRPr lang="en-GR"/>
          </a:p>
        </p:txBody>
      </p:sp>
      <p:grpSp>
        <p:nvGrpSpPr>
          <p:cNvPr id="434" name="Group 433">
            <a:extLst>
              <a:ext uri="{FF2B5EF4-FFF2-40B4-BE49-F238E27FC236}">
                <a16:creationId xmlns:a16="http://schemas.microsoft.com/office/drawing/2014/main" id="{FF993ADE-D30D-A742-1C43-AF2F3C10F29F}"/>
              </a:ext>
            </a:extLst>
          </p:cNvPr>
          <p:cNvGrpSpPr/>
          <p:nvPr/>
        </p:nvGrpSpPr>
        <p:grpSpPr>
          <a:xfrm>
            <a:off x="10939293" y="2857224"/>
            <a:ext cx="116639" cy="187427"/>
            <a:chOff x="9787135" y="2857222"/>
            <a:chExt cx="116639" cy="187427"/>
          </a:xfrm>
        </p:grpSpPr>
        <p:sp>
          <p:nvSpPr>
            <p:cNvPr id="435" name="Freeform 356">
              <a:extLst>
                <a:ext uri="{FF2B5EF4-FFF2-40B4-BE49-F238E27FC236}">
                  <a16:creationId xmlns:a16="http://schemas.microsoft.com/office/drawing/2014/main" id="{DD2A3027-CDFB-D434-6754-33ED27CC83E7}"/>
                </a:ext>
              </a:extLst>
            </p:cNvPr>
            <p:cNvSpPr/>
            <p:nvPr/>
          </p:nvSpPr>
          <p:spPr>
            <a:xfrm>
              <a:off x="9788750" y="2857222"/>
              <a:ext cx="113311" cy="99284"/>
            </a:xfrm>
            <a:custGeom>
              <a:avLst/>
              <a:gdLst>
                <a:gd name="connsiteX0" fmla="*/ 127979 w 127979"/>
                <a:gd name="connsiteY0" fmla="*/ 112137 h 112136"/>
                <a:gd name="connsiteX1" fmla="*/ 100975 w 127979"/>
                <a:gd name="connsiteY1" fmla="*/ 69697 h 112136"/>
                <a:gd name="connsiteX2" fmla="*/ 96267 w 127979"/>
                <a:gd name="connsiteY2" fmla="*/ 18034 h 112136"/>
                <a:gd name="connsiteX3" fmla="*/ 103602 w 127979"/>
                <a:gd name="connsiteY3" fmla="*/ 18034 h 112136"/>
                <a:gd name="connsiteX4" fmla="*/ 108237 w 127979"/>
                <a:gd name="connsiteY4" fmla="*/ 10139 h 112136"/>
                <a:gd name="connsiteX5" fmla="*/ 108237 w 127979"/>
                <a:gd name="connsiteY5" fmla="*/ 7898 h 112136"/>
                <a:gd name="connsiteX6" fmla="*/ 103602 w 127979"/>
                <a:gd name="connsiteY6" fmla="*/ 0 h 112136"/>
                <a:gd name="connsiteX7" fmla="*/ 23501 w 127979"/>
                <a:gd name="connsiteY7" fmla="*/ 0 h 112136"/>
                <a:gd name="connsiteX8" fmla="*/ 18867 w 127979"/>
                <a:gd name="connsiteY8" fmla="*/ 7540 h 112136"/>
                <a:gd name="connsiteX9" fmla="*/ 18867 w 127979"/>
                <a:gd name="connsiteY9" fmla="*/ 10493 h 112136"/>
                <a:gd name="connsiteX10" fmla="*/ 23501 w 127979"/>
                <a:gd name="connsiteY10" fmla="*/ 18034 h 112136"/>
                <a:gd name="connsiteX11" fmla="*/ 30873 w 127979"/>
                <a:gd name="connsiteY11" fmla="*/ 18034 h 112136"/>
                <a:gd name="connsiteX12" fmla="*/ 26129 w 127979"/>
                <a:gd name="connsiteY12" fmla="*/ 70157 h 112136"/>
                <a:gd name="connsiteX13" fmla="*/ 0 w 127979"/>
                <a:gd name="connsiteY13" fmla="*/ 112137 h 112136"/>
                <a:gd name="connsiteX14" fmla="*/ 127979 w 127979"/>
                <a:gd name="connsiteY14" fmla="*/ 112137 h 11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7979" h="112136">
                  <a:moveTo>
                    <a:pt x="127979" y="112137"/>
                  </a:moveTo>
                  <a:cubicBezTo>
                    <a:pt x="127979" y="93337"/>
                    <a:pt x="116922" y="77186"/>
                    <a:pt x="100975" y="69697"/>
                  </a:cubicBezTo>
                  <a:lnTo>
                    <a:pt x="96267" y="18034"/>
                  </a:lnTo>
                  <a:lnTo>
                    <a:pt x="103602" y="18034"/>
                  </a:lnTo>
                  <a:cubicBezTo>
                    <a:pt x="106230" y="17932"/>
                    <a:pt x="108237" y="14468"/>
                    <a:pt x="108237" y="10139"/>
                  </a:cubicBezTo>
                  <a:lnTo>
                    <a:pt x="108237" y="7898"/>
                  </a:lnTo>
                  <a:cubicBezTo>
                    <a:pt x="108237" y="3566"/>
                    <a:pt x="106157" y="51"/>
                    <a:pt x="103602" y="0"/>
                  </a:cubicBezTo>
                  <a:lnTo>
                    <a:pt x="23501" y="0"/>
                  </a:lnTo>
                  <a:cubicBezTo>
                    <a:pt x="20983" y="51"/>
                    <a:pt x="18939" y="3413"/>
                    <a:pt x="18867" y="7540"/>
                  </a:cubicBezTo>
                  <a:lnTo>
                    <a:pt x="18867" y="10493"/>
                  </a:lnTo>
                  <a:cubicBezTo>
                    <a:pt x="18939" y="14672"/>
                    <a:pt x="20983" y="17983"/>
                    <a:pt x="23501" y="18034"/>
                  </a:cubicBezTo>
                  <a:lnTo>
                    <a:pt x="30873" y="18034"/>
                  </a:lnTo>
                  <a:lnTo>
                    <a:pt x="26129" y="70157"/>
                  </a:lnTo>
                  <a:cubicBezTo>
                    <a:pt x="10693" y="77799"/>
                    <a:pt x="0" y="93694"/>
                    <a:pt x="0" y="112137"/>
                  </a:cubicBezTo>
                  <a:lnTo>
                    <a:pt x="127979" y="112137"/>
                  </a:lnTo>
                  <a:close/>
                </a:path>
              </a:pathLst>
            </a:custGeom>
            <a:solidFill>
              <a:srgbClr val="007B85"/>
            </a:solidFill>
            <a:ln w="3646" cap="flat">
              <a:noFill/>
              <a:prstDash val="solid"/>
              <a:miter/>
            </a:ln>
          </p:spPr>
          <p:txBody>
            <a:bodyPr rtlCol="0" anchor="ctr"/>
            <a:lstStyle/>
            <a:p>
              <a:endParaRPr lang="en-GR"/>
            </a:p>
          </p:txBody>
        </p:sp>
        <p:sp>
          <p:nvSpPr>
            <p:cNvPr id="436" name="Freeform 357">
              <a:extLst>
                <a:ext uri="{FF2B5EF4-FFF2-40B4-BE49-F238E27FC236}">
                  <a16:creationId xmlns:a16="http://schemas.microsoft.com/office/drawing/2014/main" id="{FE53AF1C-8B0E-31DE-24D6-F9A820FAC95E}"/>
                </a:ext>
              </a:extLst>
            </p:cNvPr>
            <p:cNvSpPr/>
            <p:nvPr/>
          </p:nvSpPr>
          <p:spPr>
            <a:xfrm>
              <a:off x="9835406" y="2965574"/>
              <a:ext cx="19967" cy="45108"/>
            </a:xfrm>
            <a:custGeom>
              <a:avLst/>
              <a:gdLst>
                <a:gd name="connsiteX0" fmla="*/ 37 w 22552"/>
                <a:gd name="connsiteY0" fmla="*/ 45141 h 50947"/>
                <a:gd name="connsiteX1" fmla="*/ 9452 w 22552"/>
                <a:gd name="connsiteY1" fmla="*/ 50948 h 50947"/>
                <a:gd name="connsiteX2" fmla="*/ 13138 w 22552"/>
                <a:gd name="connsiteY2" fmla="*/ 50948 h 50947"/>
                <a:gd name="connsiteX3" fmla="*/ 22553 w 22552"/>
                <a:gd name="connsiteY3" fmla="*/ 45141 h 50947"/>
                <a:gd name="connsiteX4" fmla="*/ 22553 w 22552"/>
                <a:gd name="connsiteY4" fmla="*/ 0 h 50947"/>
                <a:gd name="connsiteX5" fmla="*/ 0 w 22552"/>
                <a:gd name="connsiteY5" fmla="*/ 0 h 50947"/>
                <a:gd name="connsiteX6" fmla="*/ 0 w 22552"/>
                <a:gd name="connsiteY6" fmla="*/ 45141 h 50947"/>
                <a:gd name="connsiteX7" fmla="*/ 37 w 22552"/>
                <a:gd name="connsiteY7" fmla="*/ 45141 h 50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52" h="50947">
                  <a:moveTo>
                    <a:pt x="37" y="45141"/>
                  </a:moveTo>
                  <a:cubicBezTo>
                    <a:pt x="146" y="48298"/>
                    <a:pt x="4270" y="50794"/>
                    <a:pt x="9452" y="50948"/>
                  </a:cubicBezTo>
                  <a:lnTo>
                    <a:pt x="13138" y="50948"/>
                  </a:lnTo>
                  <a:cubicBezTo>
                    <a:pt x="18319" y="50794"/>
                    <a:pt x="22443" y="48298"/>
                    <a:pt x="22553" y="45141"/>
                  </a:cubicBezTo>
                  <a:lnTo>
                    <a:pt x="22553" y="0"/>
                  </a:lnTo>
                  <a:lnTo>
                    <a:pt x="0" y="0"/>
                  </a:lnTo>
                  <a:lnTo>
                    <a:pt x="0" y="45141"/>
                  </a:lnTo>
                  <a:lnTo>
                    <a:pt x="37" y="45141"/>
                  </a:lnTo>
                  <a:close/>
                </a:path>
              </a:pathLst>
            </a:custGeom>
            <a:solidFill>
              <a:srgbClr val="007B85"/>
            </a:solidFill>
            <a:ln w="3646" cap="flat">
              <a:noFill/>
              <a:prstDash val="solid"/>
              <a:miter/>
            </a:ln>
          </p:spPr>
          <p:txBody>
            <a:bodyPr rtlCol="0" anchor="ctr"/>
            <a:lstStyle/>
            <a:p>
              <a:endParaRPr lang="en-GR"/>
            </a:p>
          </p:txBody>
        </p:sp>
        <p:sp>
          <p:nvSpPr>
            <p:cNvPr id="437" name="Freeform 358">
              <a:extLst>
                <a:ext uri="{FF2B5EF4-FFF2-40B4-BE49-F238E27FC236}">
                  <a16:creationId xmlns:a16="http://schemas.microsoft.com/office/drawing/2014/main" id="{6AFFCDE0-F95D-3332-660D-73B21FAF4175}"/>
                </a:ext>
              </a:extLst>
            </p:cNvPr>
            <p:cNvSpPr/>
            <p:nvPr/>
          </p:nvSpPr>
          <p:spPr>
            <a:xfrm>
              <a:off x="9787135" y="2968641"/>
              <a:ext cx="116639" cy="76008"/>
            </a:xfrm>
            <a:custGeom>
              <a:avLst/>
              <a:gdLst>
                <a:gd name="connsiteX0" fmla="*/ 91596 w 131738"/>
                <a:gd name="connsiteY0" fmla="*/ 21654 h 85847"/>
                <a:gd name="connsiteX1" fmla="*/ 91596 w 131738"/>
                <a:gd name="connsiteY1" fmla="*/ 0 h 85847"/>
                <a:gd name="connsiteX2" fmla="*/ 131738 w 131738"/>
                <a:gd name="connsiteY2" fmla="*/ 41166 h 85847"/>
                <a:gd name="connsiteX3" fmla="*/ 65869 w 131738"/>
                <a:gd name="connsiteY3" fmla="*/ 85847 h 85847"/>
                <a:gd name="connsiteX4" fmla="*/ 0 w 131738"/>
                <a:gd name="connsiteY4" fmla="*/ 41166 h 85847"/>
                <a:gd name="connsiteX5" fmla="*/ 40142 w 131738"/>
                <a:gd name="connsiteY5" fmla="*/ 51 h 85847"/>
                <a:gd name="connsiteX6" fmla="*/ 40142 w 131738"/>
                <a:gd name="connsiteY6" fmla="*/ 21654 h 85847"/>
                <a:gd name="connsiteX7" fmla="*/ 20363 w 131738"/>
                <a:gd name="connsiteY7" fmla="*/ 41217 h 85847"/>
                <a:gd name="connsiteX8" fmla="*/ 65869 w 131738"/>
                <a:gd name="connsiteY8" fmla="*/ 65518 h 85847"/>
                <a:gd name="connsiteX9" fmla="*/ 111339 w 131738"/>
                <a:gd name="connsiteY9" fmla="*/ 41217 h 85847"/>
                <a:gd name="connsiteX10" fmla="*/ 91596 w 131738"/>
                <a:gd name="connsiteY10" fmla="*/ 21654 h 85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1738" h="85847">
                  <a:moveTo>
                    <a:pt x="91596" y="21654"/>
                  </a:moveTo>
                  <a:lnTo>
                    <a:pt x="91596" y="0"/>
                  </a:lnTo>
                  <a:cubicBezTo>
                    <a:pt x="115171" y="6825"/>
                    <a:pt x="131738" y="22673"/>
                    <a:pt x="131738" y="41166"/>
                  </a:cubicBezTo>
                  <a:cubicBezTo>
                    <a:pt x="131738" y="65824"/>
                    <a:pt x="102216" y="85847"/>
                    <a:pt x="65869" y="85847"/>
                  </a:cubicBezTo>
                  <a:cubicBezTo>
                    <a:pt x="29486" y="85847"/>
                    <a:pt x="0" y="65824"/>
                    <a:pt x="0" y="41166"/>
                  </a:cubicBezTo>
                  <a:cubicBezTo>
                    <a:pt x="0" y="22724"/>
                    <a:pt x="16568" y="6825"/>
                    <a:pt x="40142" y="51"/>
                  </a:cubicBezTo>
                  <a:lnTo>
                    <a:pt x="40142" y="21654"/>
                  </a:lnTo>
                  <a:cubicBezTo>
                    <a:pt x="28829" y="25983"/>
                    <a:pt x="20363" y="32961"/>
                    <a:pt x="20363" y="41217"/>
                  </a:cubicBezTo>
                  <a:cubicBezTo>
                    <a:pt x="20363" y="55127"/>
                    <a:pt x="44412" y="65518"/>
                    <a:pt x="65869" y="65518"/>
                  </a:cubicBezTo>
                  <a:cubicBezTo>
                    <a:pt x="87327" y="65518"/>
                    <a:pt x="111339" y="55127"/>
                    <a:pt x="111339" y="41217"/>
                  </a:cubicBezTo>
                  <a:cubicBezTo>
                    <a:pt x="111339" y="32961"/>
                    <a:pt x="102909" y="25983"/>
                    <a:pt x="91596" y="21654"/>
                  </a:cubicBezTo>
                  <a:close/>
                </a:path>
              </a:pathLst>
            </a:custGeom>
            <a:solidFill>
              <a:srgbClr val="007B85"/>
            </a:solidFill>
            <a:ln w="3646" cap="flat">
              <a:noFill/>
              <a:prstDash val="solid"/>
              <a:miter/>
            </a:ln>
          </p:spPr>
          <p:txBody>
            <a:bodyPr rtlCol="0" anchor="ctr"/>
            <a:lstStyle/>
            <a:p>
              <a:endParaRPr lang="en-GR"/>
            </a:p>
          </p:txBody>
        </p:sp>
      </p:grpSp>
      <p:grpSp>
        <p:nvGrpSpPr>
          <p:cNvPr id="438" name="Group 437">
            <a:extLst>
              <a:ext uri="{FF2B5EF4-FFF2-40B4-BE49-F238E27FC236}">
                <a16:creationId xmlns:a16="http://schemas.microsoft.com/office/drawing/2014/main" id="{F7307BD6-84CA-B027-6431-8966F045CEAD}"/>
              </a:ext>
            </a:extLst>
          </p:cNvPr>
          <p:cNvGrpSpPr/>
          <p:nvPr/>
        </p:nvGrpSpPr>
        <p:grpSpPr>
          <a:xfrm>
            <a:off x="5569346" y="3193299"/>
            <a:ext cx="206784" cy="180240"/>
            <a:chOff x="4417190" y="3193299"/>
            <a:chExt cx="206784" cy="180240"/>
          </a:xfrm>
        </p:grpSpPr>
        <p:sp>
          <p:nvSpPr>
            <p:cNvPr id="439" name="Freeform 359">
              <a:extLst>
                <a:ext uri="{FF2B5EF4-FFF2-40B4-BE49-F238E27FC236}">
                  <a16:creationId xmlns:a16="http://schemas.microsoft.com/office/drawing/2014/main" id="{A4E25F72-F805-00E2-0CBB-D1157FA556AD}"/>
                </a:ext>
              </a:extLst>
            </p:cNvPr>
            <p:cNvSpPr/>
            <p:nvPr/>
          </p:nvSpPr>
          <p:spPr>
            <a:xfrm>
              <a:off x="4417190" y="3193299"/>
              <a:ext cx="206784" cy="180240"/>
            </a:xfrm>
            <a:custGeom>
              <a:avLst/>
              <a:gdLst>
                <a:gd name="connsiteX0" fmla="*/ 229319 w 233552"/>
                <a:gd name="connsiteY0" fmla="*/ 1682 h 203571"/>
                <a:gd name="connsiteX1" fmla="*/ 210099 w 233552"/>
                <a:gd name="connsiteY1" fmla="*/ 4456 h 203571"/>
                <a:gd name="connsiteX2" fmla="*/ 155411 w 233552"/>
                <a:gd name="connsiteY2" fmla="*/ 25281 h 203571"/>
                <a:gd name="connsiteX3" fmla="*/ 80915 w 233552"/>
                <a:gd name="connsiteY3" fmla="*/ 514 h 203571"/>
                <a:gd name="connsiteX4" fmla="*/ 74397 w 233552"/>
                <a:gd name="connsiteY4" fmla="*/ 660 h 203571"/>
                <a:gd name="connsiteX5" fmla="*/ 12601 w 233552"/>
                <a:gd name="connsiteY5" fmla="*/ 24164 h 203571"/>
                <a:gd name="connsiteX6" fmla="*/ 0 w 233552"/>
                <a:gd name="connsiteY6" fmla="*/ 35647 h 203571"/>
                <a:gd name="connsiteX7" fmla="*/ 0 w 233552"/>
                <a:gd name="connsiteY7" fmla="*/ 183344 h 203571"/>
                <a:gd name="connsiteX8" fmla="*/ 4186 w 233552"/>
                <a:gd name="connsiteY8" fmla="*/ 201838 h 203571"/>
                <a:gd name="connsiteX9" fmla="*/ 13185 w 233552"/>
                <a:gd name="connsiteY9" fmla="*/ 202954 h 203571"/>
                <a:gd name="connsiteX10" fmla="*/ 78047 w 233552"/>
                <a:gd name="connsiteY10" fmla="*/ 178234 h 203571"/>
                <a:gd name="connsiteX11" fmla="*/ 152637 w 233552"/>
                <a:gd name="connsiteY11" fmla="*/ 203053 h 203571"/>
                <a:gd name="connsiteX12" fmla="*/ 159155 w 233552"/>
                <a:gd name="connsiteY12" fmla="*/ 202954 h 203571"/>
                <a:gd name="connsiteX13" fmla="*/ 227276 w 233552"/>
                <a:gd name="connsiteY13" fmla="*/ 177019 h 203571"/>
                <a:gd name="connsiteX14" fmla="*/ 233552 w 233552"/>
                <a:gd name="connsiteY14" fmla="*/ 161543 h 203571"/>
                <a:gd name="connsiteX15" fmla="*/ 233552 w 233552"/>
                <a:gd name="connsiteY15" fmla="*/ 19442 h 203571"/>
                <a:gd name="connsiteX16" fmla="*/ 229319 w 233552"/>
                <a:gd name="connsiteY16" fmla="*/ 1682 h 203571"/>
                <a:gd name="connsiteX17" fmla="*/ 75759 w 233552"/>
                <a:gd name="connsiteY17" fmla="*/ 157405 h 203571"/>
                <a:gd name="connsiteX18" fmla="*/ 19461 w 233552"/>
                <a:gd name="connsiteY18" fmla="*/ 179694 h 203571"/>
                <a:gd name="connsiteX19" fmla="*/ 19461 w 233552"/>
                <a:gd name="connsiteY19" fmla="*/ 42362 h 203571"/>
                <a:gd name="connsiteX20" fmla="*/ 75759 w 233552"/>
                <a:gd name="connsiteY20" fmla="*/ 20077 h 203571"/>
                <a:gd name="connsiteX21" fmla="*/ 75759 w 233552"/>
                <a:gd name="connsiteY21" fmla="*/ 157456 h 203571"/>
                <a:gd name="connsiteX22" fmla="*/ 75759 w 233552"/>
                <a:gd name="connsiteY22" fmla="*/ 157405 h 203571"/>
                <a:gd name="connsiteX23" fmla="*/ 214091 w 233552"/>
                <a:gd name="connsiteY23" fmla="*/ 161153 h 203571"/>
                <a:gd name="connsiteX24" fmla="*/ 155652 w 233552"/>
                <a:gd name="connsiteY24" fmla="*/ 182421 h 203571"/>
                <a:gd name="connsiteX25" fmla="*/ 155652 w 233552"/>
                <a:gd name="connsiteY25" fmla="*/ 46403 h 203571"/>
                <a:gd name="connsiteX26" fmla="*/ 214091 w 233552"/>
                <a:gd name="connsiteY26" fmla="*/ 23821 h 203571"/>
                <a:gd name="connsiteX27" fmla="*/ 214091 w 233552"/>
                <a:gd name="connsiteY27" fmla="*/ 161200 h 203571"/>
                <a:gd name="connsiteX28" fmla="*/ 214091 w 233552"/>
                <a:gd name="connsiteY28" fmla="*/ 161153 h 203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33552" h="203571">
                  <a:moveTo>
                    <a:pt x="229319" y="1682"/>
                  </a:moveTo>
                  <a:cubicBezTo>
                    <a:pt x="226692" y="-169"/>
                    <a:pt x="221583" y="-997"/>
                    <a:pt x="210099" y="4456"/>
                  </a:cubicBezTo>
                  <a:lnTo>
                    <a:pt x="155411" y="25281"/>
                  </a:lnTo>
                  <a:lnTo>
                    <a:pt x="80915" y="514"/>
                  </a:lnTo>
                  <a:cubicBezTo>
                    <a:pt x="78824" y="-216"/>
                    <a:pt x="76488" y="-169"/>
                    <a:pt x="74397" y="660"/>
                  </a:cubicBezTo>
                  <a:lnTo>
                    <a:pt x="12601" y="24164"/>
                  </a:lnTo>
                  <a:cubicBezTo>
                    <a:pt x="6521" y="26157"/>
                    <a:pt x="0" y="31610"/>
                    <a:pt x="0" y="35647"/>
                  </a:cubicBezTo>
                  <a:lnTo>
                    <a:pt x="0" y="183344"/>
                  </a:lnTo>
                  <a:cubicBezTo>
                    <a:pt x="0" y="192202"/>
                    <a:pt x="1558" y="200034"/>
                    <a:pt x="4186" y="201838"/>
                  </a:cubicBezTo>
                  <a:cubicBezTo>
                    <a:pt x="6813" y="203637"/>
                    <a:pt x="10170" y="204075"/>
                    <a:pt x="13185" y="202954"/>
                  </a:cubicBezTo>
                  <a:lnTo>
                    <a:pt x="78047" y="178234"/>
                  </a:lnTo>
                  <a:lnTo>
                    <a:pt x="152637" y="203053"/>
                  </a:lnTo>
                  <a:cubicBezTo>
                    <a:pt x="154729" y="203783"/>
                    <a:pt x="157064" y="203735"/>
                    <a:pt x="159155" y="202954"/>
                  </a:cubicBezTo>
                  <a:lnTo>
                    <a:pt x="227276" y="177019"/>
                  </a:lnTo>
                  <a:cubicBezTo>
                    <a:pt x="232823" y="174829"/>
                    <a:pt x="233552" y="165580"/>
                    <a:pt x="233552" y="161543"/>
                  </a:cubicBezTo>
                  <a:lnTo>
                    <a:pt x="233552" y="19442"/>
                  </a:lnTo>
                  <a:cubicBezTo>
                    <a:pt x="233552" y="9419"/>
                    <a:pt x="231947" y="3481"/>
                    <a:pt x="229319" y="1682"/>
                  </a:cubicBezTo>
                  <a:close/>
                  <a:moveTo>
                    <a:pt x="75759" y="157405"/>
                  </a:moveTo>
                  <a:lnTo>
                    <a:pt x="19461" y="179694"/>
                  </a:lnTo>
                  <a:lnTo>
                    <a:pt x="19461" y="42362"/>
                  </a:lnTo>
                  <a:lnTo>
                    <a:pt x="75759" y="20077"/>
                  </a:lnTo>
                  <a:lnTo>
                    <a:pt x="75759" y="157456"/>
                  </a:lnTo>
                  <a:lnTo>
                    <a:pt x="75759" y="157405"/>
                  </a:lnTo>
                  <a:close/>
                  <a:moveTo>
                    <a:pt x="214091" y="161153"/>
                  </a:moveTo>
                  <a:lnTo>
                    <a:pt x="155652" y="182421"/>
                  </a:lnTo>
                  <a:lnTo>
                    <a:pt x="155652" y="46403"/>
                  </a:lnTo>
                  <a:lnTo>
                    <a:pt x="214091" y="23821"/>
                  </a:lnTo>
                  <a:lnTo>
                    <a:pt x="214091" y="161200"/>
                  </a:lnTo>
                  <a:lnTo>
                    <a:pt x="214091" y="161153"/>
                  </a:lnTo>
                  <a:close/>
                </a:path>
              </a:pathLst>
            </a:custGeom>
            <a:solidFill>
              <a:srgbClr val="007B85"/>
            </a:solidFill>
            <a:ln w="3646" cap="flat">
              <a:noFill/>
              <a:prstDash val="solid"/>
              <a:miter/>
            </a:ln>
          </p:spPr>
          <p:txBody>
            <a:bodyPr rtlCol="0" anchor="ctr"/>
            <a:lstStyle/>
            <a:p>
              <a:endParaRPr lang="en-GR"/>
            </a:p>
          </p:txBody>
        </p:sp>
        <p:sp>
          <p:nvSpPr>
            <p:cNvPr id="440" name="Freeform 360">
              <a:extLst>
                <a:ext uri="{FF2B5EF4-FFF2-40B4-BE49-F238E27FC236}">
                  <a16:creationId xmlns:a16="http://schemas.microsoft.com/office/drawing/2014/main" id="{841660DD-D9B8-C8EB-D6BE-F92F4145AA8E}"/>
                </a:ext>
              </a:extLst>
            </p:cNvPr>
            <p:cNvSpPr/>
            <p:nvPr/>
          </p:nvSpPr>
          <p:spPr>
            <a:xfrm>
              <a:off x="4564466" y="3252787"/>
              <a:ext cx="32771" cy="22362"/>
            </a:xfrm>
            <a:custGeom>
              <a:avLst/>
              <a:gdLst>
                <a:gd name="connsiteX0" fmla="*/ 22593 w 37013"/>
                <a:gd name="connsiteY0" fmla="*/ 23060 h 25257"/>
                <a:gd name="connsiteX1" fmla="*/ 36558 w 37013"/>
                <a:gd name="connsiteY1" fmla="*/ 5541 h 25257"/>
                <a:gd name="connsiteX2" fmla="*/ 14418 w 37013"/>
                <a:gd name="connsiteY2" fmla="*/ 2184 h 25257"/>
                <a:gd name="connsiteX3" fmla="*/ 456 w 37013"/>
                <a:gd name="connsiteY3" fmla="*/ 19703 h 25257"/>
                <a:gd name="connsiteX4" fmla="*/ 22593 w 37013"/>
                <a:gd name="connsiteY4" fmla="*/ 23060 h 252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13" h="25257">
                  <a:moveTo>
                    <a:pt x="22593" y="23060"/>
                  </a:moveTo>
                  <a:cubicBezTo>
                    <a:pt x="32570" y="19170"/>
                    <a:pt x="38795" y="11334"/>
                    <a:pt x="36558" y="5541"/>
                  </a:cubicBezTo>
                  <a:cubicBezTo>
                    <a:pt x="34321" y="-200"/>
                    <a:pt x="24395" y="-1758"/>
                    <a:pt x="14418" y="2184"/>
                  </a:cubicBezTo>
                  <a:cubicBezTo>
                    <a:pt x="4445" y="6078"/>
                    <a:pt x="-1784" y="13914"/>
                    <a:pt x="456" y="19703"/>
                  </a:cubicBezTo>
                  <a:cubicBezTo>
                    <a:pt x="2693" y="25495"/>
                    <a:pt x="12619" y="27002"/>
                    <a:pt x="22593" y="23060"/>
                  </a:cubicBezTo>
                  <a:close/>
                </a:path>
              </a:pathLst>
            </a:custGeom>
            <a:solidFill>
              <a:srgbClr val="007B85"/>
            </a:solidFill>
            <a:ln w="3646" cap="flat">
              <a:noFill/>
              <a:prstDash val="solid"/>
              <a:miter/>
            </a:ln>
          </p:spPr>
          <p:txBody>
            <a:bodyPr rtlCol="0" anchor="ctr"/>
            <a:lstStyle/>
            <a:p>
              <a:endParaRPr lang="en-GR"/>
            </a:p>
          </p:txBody>
        </p:sp>
      </p:grpSp>
      <p:grpSp>
        <p:nvGrpSpPr>
          <p:cNvPr id="441" name="Group 440">
            <a:extLst>
              <a:ext uri="{FF2B5EF4-FFF2-40B4-BE49-F238E27FC236}">
                <a16:creationId xmlns:a16="http://schemas.microsoft.com/office/drawing/2014/main" id="{AF383815-6256-9165-8660-51E8D6AD9BD7}"/>
              </a:ext>
            </a:extLst>
          </p:cNvPr>
          <p:cNvGrpSpPr/>
          <p:nvPr/>
        </p:nvGrpSpPr>
        <p:grpSpPr>
          <a:xfrm>
            <a:off x="5915064" y="3193298"/>
            <a:ext cx="180930" cy="180964"/>
            <a:chOff x="4762908" y="3193298"/>
            <a:chExt cx="180930" cy="180964"/>
          </a:xfrm>
        </p:grpSpPr>
        <p:sp>
          <p:nvSpPr>
            <p:cNvPr id="442" name="Freeform 361">
              <a:extLst>
                <a:ext uri="{FF2B5EF4-FFF2-40B4-BE49-F238E27FC236}">
                  <a16:creationId xmlns:a16="http://schemas.microsoft.com/office/drawing/2014/main" id="{CA5B984C-D9AE-9583-00D1-3F7A97DF8063}"/>
                </a:ext>
              </a:extLst>
            </p:cNvPr>
            <p:cNvSpPr/>
            <p:nvPr/>
          </p:nvSpPr>
          <p:spPr>
            <a:xfrm>
              <a:off x="4811321" y="3241557"/>
              <a:ext cx="84046" cy="84120"/>
            </a:xfrm>
            <a:custGeom>
              <a:avLst/>
              <a:gdLst>
                <a:gd name="connsiteX0" fmla="*/ 80499 w 94926"/>
                <a:gd name="connsiteY0" fmla="*/ 1140 h 95009"/>
                <a:gd name="connsiteX1" fmla="*/ 92710 w 94926"/>
                <a:gd name="connsiteY1" fmla="*/ 2264 h 95009"/>
                <a:gd name="connsiteX2" fmla="*/ 92659 w 94926"/>
                <a:gd name="connsiteY2" fmla="*/ 2315 h 95009"/>
                <a:gd name="connsiteX3" fmla="*/ 93885 w 94926"/>
                <a:gd name="connsiteY3" fmla="*/ 14169 h 95009"/>
                <a:gd name="connsiteX4" fmla="*/ 76518 w 94926"/>
                <a:gd name="connsiteY4" fmla="*/ 58602 h 95009"/>
                <a:gd name="connsiteX5" fmla="*/ 75033 w 94926"/>
                <a:gd name="connsiteY5" fmla="*/ 62405 h 95009"/>
                <a:gd name="connsiteX6" fmla="*/ 74365 w 94926"/>
                <a:gd name="connsiteY6" fmla="*/ 64274 h 95009"/>
                <a:gd name="connsiteX7" fmla="*/ 71763 w 94926"/>
                <a:gd name="connsiteY7" fmla="*/ 69917 h 95009"/>
                <a:gd name="connsiteX8" fmla="*/ 62742 w 94926"/>
                <a:gd name="connsiteY8" fmla="*/ 75173 h 95009"/>
                <a:gd name="connsiteX9" fmla="*/ 60319 w 94926"/>
                <a:gd name="connsiteY9" fmla="*/ 76048 h 95009"/>
                <a:gd name="connsiteX10" fmla="*/ 14134 w 94926"/>
                <a:gd name="connsiteY10" fmla="*/ 93984 h 95009"/>
                <a:gd name="connsiteX11" fmla="*/ 2285 w 94926"/>
                <a:gd name="connsiteY11" fmla="*/ 92757 h 95009"/>
                <a:gd name="connsiteX12" fmla="*/ 1161 w 94926"/>
                <a:gd name="connsiteY12" fmla="*/ 80545 h 95009"/>
                <a:gd name="connsiteX13" fmla="*/ 1212 w 94926"/>
                <a:gd name="connsiteY13" fmla="*/ 80392 h 95009"/>
                <a:gd name="connsiteX14" fmla="*/ 20469 w 94926"/>
                <a:gd name="connsiteY14" fmla="*/ 31134 h 95009"/>
                <a:gd name="connsiteX15" fmla="*/ 21017 w 94926"/>
                <a:gd name="connsiteY15" fmla="*/ 29615 h 95009"/>
                <a:gd name="connsiteX16" fmla="*/ 23126 w 94926"/>
                <a:gd name="connsiteY16" fmla="*/ 25053 h 95009"/>
                <a:gd name="connsiteX17" fmla="*/ 32045 w 94926"/>
                <a:gd name="connsiteY17" fmla="*/ 19987 h 95009"/>
                <a:gd name="connsiteX18" fmla="*/ 34774 w 94926"/>
                <a:gd name="connsiteY18" fmla="*/ 19024 h 95009"/>
                <a:gd name="connsiteX19" fmla="*/ 70267 w 94926"/>
                <a:gd name="connsiteY19" fmla="*/ 5136 h 95009"/>
                <a:gd name="connsiteX20" fmla="*/ 80499 w 94926"/>
                <a:gd name="connsiteY20" fmla="*/ 1140 h 95009"/>
                <a:gd name="connsiteX21" fmla="*/ 34979 w 94926"/>
                <a:gd name="connsiteY21" fmla="*/ 59953 h 95009"/>
                <a:gd name="connsiteX22" fmla="*/ 54699 w 94926"/>
                <a:gd name="connsiteY22" fmla="*/ 54690 h 95009"/>
                <a:gd name="connsiteX23" fmla="*/ 59961 w 94926"/>
                <a:gd name="connsiteY23" fmla="*/ 34966 h 95009"/>
                <a:gd name="connsiteX24" fmla="*/ 40241 w 94926"/>
                <a:gd name="connsiteY24" fmla="*/ 40229 h 95009"/>
                <a:gd name="connsiteX25" fmla="*/ 34979 w 94926"/>
                <a:gd name="connsiteY25" fmla="*/ 59953 h 95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4926" h="95009">
                  <a:moveTo>
                    <a:pt x="80499" y="1140"/>
                  </a:moveTo>
                  <a:cubicBezTo>
                    <a:pt x="85455" y="-598"/>
                    <a:pt x="90002" y="-444"/>
                    <a:pt x="92710" y="2264"/>
                  </a:cubicBezTo>
                  <a:lnTo>
                    <a:pt x="92659" y="2315"/>
                  </a:lnTo>
                  <a:cubicBezTo>
                    <a:pt x="95315" y="4972"/>
                    <a:pt x="95520" y="9366"/>
                    <a:pt x="93885" y="14169"/>
                  </a:cubicBezTo>
                  <a:cubicBezTo>
                    <a:pt x="90644" y="22425"/>
                    <a:pt x="80740" y="47788"/>
                    <a:pt x="76518" y="58602"/>
                  </a:cubicBezTo>
                  <a:cubicBezTo>
                    <a:pt x="75880" y="60241"/>
                    <a:pt x="75369" y="61544"/>
                    <a:pt x="75033" y="62405"/>
                  </a:cubicBezTo>
                  <a:cubicBezTo>
                    <a:pt x="74807" y="62997"/>
                    <a:pt x="74588" y="63628"/>
                    <a:pt x="74365" y="64274"/>
                  </a:cubicBezTo>
                  <a:cubicBezTo>
                    <a:pt x="73686" y="66256"/>
                    <a:pt x="72956" y="68377"/>
                    <a:pt x="71763" y="69917"/>
                  </a:cubicBezTo>
                  <a:cubicBezTo>
                    <a:pt x="69592" y="72785"/>
                    <a:pt x="66078" y="74008"/>
                    <a:pt x="62742" y="75173"/>
                  </a:cubicBezTo>
                  <a:cubicBezTo>
                    <a:pt x="61914" y="75461"/>
                    <a:pt x="61100" y="75746"/>
                    <a:pt x="60319" y="76048"/>
                  </a:cubicBezTo>
                  <a:cubicBezTo>
                    <a:pt x="54188" y="78450"/>
                    <a:pt x="23381" y="90407"/>
                    <a:pt x="14134" y="93984"/>
                  </a:cubicBezTo>
                  <a:cubicBezTo>
                    <a:pt x="9335" y="95619"/>
                    <a:pt x="4942" y="95363"/>
                    <a:pt x="2285" y="92757"/>
                  </a:cubicBezTo>
                  <a:cubicBezTo>
                    <a:pt x="-423" y="90049"/>
                    <a:pt x="-627" y="85501"/>
                    <a:pt x="1161" y="80545"/>
                  </a:cubicBezTo>
                  <a:cubicBezTo>
                    <a:pt x="1212" y="80494"/>
                    <a:pt x="1212" y="80443"/>
                    <a:pt x="1212" y="80392"/>
                  </a:cubicBezTo>
                  <a:cubicBezTo>
                    <a:pt x="5248" y="70019"/>
                    <a:pt x="18068" y="37163"/>
                    <a:pt x="20469" y="31134"/>
                  </a:cubicBezTo>
                  <a:cubicBezTo>
                    <a:pt x="20659" y="30648"/>
                    <a:pt x="20838" y="30134"/>
                    <a:pt x="21017" y="29615"/>
                  </a:cubicBezTo>
                  <a:cubicBezTo>
                    <a:pt x="21575" y="28009"/>
                    <a:pt x="22162" y="26327"/>
                    <a:pt x="23126" y="25053"/>
                  </a:cubicBezTo>
                  <a:cubicBezTo>
                    <a:pt x="25235" y="22268"/>
                    <a:pt x="28738" y="21093"/>
                    <a:pt x="32045" y="19987"/>
                  </a:cubicBezTo>
                  <a:cubicBezTo>
                    <a:pt x="32982" y="19673"/>
                    <a:pt x="33906" y="19363"/>
                    <a:pt x="34774" y="19024"/>
                  </a:cubicBezTo>
                  <a:cubicBezTo>
                    <a:pt x="38690" y="17473"/>
                    <a:pt x="57173" y="10253"/>
                    <a:pt x="70267" y="5136"/>
                  </a:cubicBezTo>
                  <a:cubicBezTo>
                    <a:pt x="74442" y="3508"/>
                    <a:pt x="78065" y="2092"/>
                    <a:pt x="80499" y="1140"/>
                  </a:cubicBezTo>
                  <a:close/>
                  <a:moveTo>
                    <a:pt x="34979" y="59953"/>
                  </a:moveTo>
                  <a:cubicBezTo>
                    <a:pt x="38964" y="63938"/>
                    <a:pt x="47802" y="61588"/>
                    <a:pt x="54699" y="54690"/>
                  </a:cubicBezTo>
                  <a:cubicBezTo>
                    <a:pt x="61596" y="47792"/>
                    <a:pt x="63946" y="38952"/>
                    <a:pt x="59961" y="34966"/>
                  </a:cubicBezTo>
                  <a:cubicBezTo>
                    <a:pt x="55976" y="30980"/>
                    <a:pt x="47138" y="33331"/>
                    <a:pt x="40241" y="40229"/>
                  </a:cubicBezTo>
                  <a:cubicBezTo>
                    <a:pt x="33344" y="47127"/>
                    <a:pt x="30994" y="55967"/>
                    <a:pt x="34979" y="59953"/>
                  </a:cubicBezTo>
                  <a:close/>
                </a:path>
              </a:pathLst>
            </a:custGeom>
            <a:solidFill>
              <a:srgbClr val="007B85"/>
            </a:solidFill>
            <a:ln w="3646" cap="flat">
              <a:noFill/>
              <a:prstDash val="solid"/>
              <a:miter/>
            </a:ln>
          </p:spPr>
          <p:txBody>
            <a:bodyPr rtlCol="0" anchor="ctr"/>
            <a:lstStyle/>
            <a:p>
              <a:endParaRPr lang="en-GR"/>
            </a:p>
          </p:txBody>
        </p:sp>
        <p:sp>
          <p:nvSpPr>
            <p:cNvPr id="443" name="Freeform 362">
              <a:extLst>
                <a:ext uri="{FF2B5EF4-FFF2-40B4-BE49-F238E27FC236}">
                  <a16:creationId xmlns:a16="http://schemas.microsoft.com/office/drawing/2014/main" id="{B552288C-D4F3-E43E-9583-A41E7F682BD4}"/>
                </a:ext>
              </a:extLst>
            </p:cNvPr>
            <p:cNvSpPr/>
            <p:nvPr/>
          </p:nvSpPr>
          <p:spPr>
            <a:xfrm>
              <a:off x="4762908" y="3193298"/>
              <a:ext cx="180930" cy="180964"/>
            </a:xfrm>
            <a:custGeom>
              <a:avLst/>
              <a:gdLst>
                <a:gd name="connsiteX0" fmla="*/ 0 w 204351"/>
                <a:gd name="connsiteY0" fmla="*/ 102195 h 204389"/>
                <a:gd name="connsiteX1" fmla="*/ 102176 w 204351"/>
                <a:gd name="connsiteY1" fmla="*/ 0 h 204389"/>
                <a:gd name="connsiteX2" fmla="*/ 204351 w 204351"/>
                <a:gd name="connsiteY2" fmla="*/ 102195 h 204389"/>
                <a:gd name="connsiteX3" fmla="*/ 102176 w 204351"/>
                <a:gd name="connsiteY3" fmla="*/ 204390 h 204389"/>
                <a:gd name="connsiteX4" fmla="*/ 0 w 204351"/>
                <a:gd name="connsiteY4" fmla="*/ 102195 h 204389"/>
                <a:gd name="connsiteX5" fmla="*/ 25545 w 204351"/>
                <a:gd name="connsiteY5" fmla="*/ 102195 h 204389"/>
                <a:gd name="connsiteX6" fmla="*/ 102176 w 204351"/>
                <a:gd name="connsiteY6" fmla="*/ 178841 h 204389"/>
                <a:gd name="connsiteX7" fmla="*/ 178806 w 204351"/>
                <a:gd name="connsiteY7" fmla="*/ 102195 h 204389"/>
                <a:gd name="connsiteX8" fmla="*/ 102176 w 204351"/>
                <a:gd name="connsiteY8" fmla="*/ 25549 h 204389"/>
                <a:gd name="connsiteX9" fmla="*/ 25545 w 204351"/>
                <a:gd name="connsiteY9" fmla="*/ 102195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4351" h="204389">
                  <a:moveTo>
                    <a:pt x="0" y="102195"/>
                  </a:moveTo>
                  <a:cubicBezTo>
                    <a:pt x="0" y="45886"/>
                    <a:pt x="45878" y="0"/>
                    <a:pt x="102176" y="0"/>
                  </a:cubicBezTo>
                  <a:cubicBezTo>
                    <a:pt x="158476" y="0"/>
                    <a:pt x="204351" y="45886"/>
                    <a:pt x="204351" y="102195"/>
                  </a:cubicBezTo>
                  <a:cubicBezTo>
                    <a:pt x="204351" y="158504"/>
                    <a:pt x="158476" y="204390"/>
                    <a:pt x="102176" y="204390"/>
                  </a:cubicBezTo>
                  <a:cubicBezTo>
                    <a:pt x="45878" y="204390"/>
                    <a:pt x="0" y="158504"/>
                    <a:pt x="0" y="102195"/>
                  </a:cubicBezTo>
                  <a:close/>
                  <a:moveTo>
                    <a:pt x="25545" y="102195"/>
                  </a:moveTo>
                  <a:cubicBezTo>
                    <a:pt x="25545" y="144452"/>
                    <a:pt x="59924" y="178841"/>
                    <a:pt x="102176" y="178841"/>
                  </a:cubicBezTo>
                  <a:cubicBezTo>
                    <a:pt x="144427" y="178841"/>
                    <a:pt x="178806" y="144452"/>
                    <a:pt x="178806" y="102195"/>
                  </a:cubicBezTo>
                  <a:cubicBezTo>
                    <a:pt x="178806" y="59937"/>
                    <a:pt x="144427" y="25549"/>
                    <a:pt x="102176" y="25549"/>
                  </a:cubicBezTo>
                  <a:cubicBezTo>
                    <a:pt x="59924" y="25549"/>
                    <a:pt x="25545" y="59937"/>
                    <a:pt x="25545" y="102195"/>
                  </a:cubicBezTo>
                  <a:close/>
                </a:path>
              </a:pathLst>
            </a:custGeom>
            <a:solidFill>
              <a:srgbClr val="007B85"/>
            </a:solidFill>
            <a:ln w="3646" cap="flat">
              <a:noFill/>
              <a:prstDash val="solid"/>
              <a:miter/>
            </a:ln>
          </p:spPr>
          <p:txBody>
            <a:bodyPr rtlCol="0" anchor="ctr"/>
            <a:lstStyle/>
            <a:p>
              <a:endParaRPr lang="en-GR"/>
            </a:p>
          </p:txBody>
        </p:sp>
      </p:grpSp>
      <p:grpSp>
        <p:nvGrpSpPr>
          <p:cNvPr id="444" name="Group 443">
            <a:extLst>
              <a:ext uri="{FF2B5EF4-FFF2-40B4-BE49-F238E27FC236}">
                <a16:creationId xmlns:a16="http://schemas.microsoft.com/office/drawing/2014/main" id="{DDFA6090-0FD0-44E8-AB7C-648465DA2DE8}"/>
              </a:ext>
            </a:extLst>
          </p:cNvPr>
          <p:cNvGrpSpPr/>
          <p:nvPr/>
        </p:nvGrpSpPr>
        <p:grpSpPr>
          <a:xfrm>
            <a:off x="6247861" y="3193300"/>
            <a:ext cx="181647" cy="181009"/>
            <a:chOff x="5095703" y="3193298"/>
            <a:chExt cx="181647" cy="181009"/>
          </a:xfrm>
        </p:grpSpPr>
        <p:sp>
          <p:nvSpPr>
            <p:cNvPr id="445" name="Freeform 363">
              <a:extLst>
                <a:ext uri="{FF2B5EF4-FFF2-40B4-BE49-F238E27FC236}">
                  <a16:creationId xmlns:a16="http://schemas.microsoft.com/office/drawing/2014/main" id="{E704E096-7A90-7E38-952A-99E735175199}"/>
                </a:ext>
              </a:extLst>
            </p:cNvPr>
            <p:cNvSpPr/>
            <p:nvPr/>
          </p:nvSpPr>
          <p:spPr>
            <a:xfrm>
              <a:off x="5160788" y="3293159"/>
              <a:ext cx="18976" cy="18358"/>
            </a:xfrm>
            <a:custGeom>
              <a:avLst/>
              <a:gdLst>
                <a:gd name="connsiteX0" fmla="*/ 10718 w 21432"/>
                <a:gd name="connsiteY0" fmla="*/ 0 h 20734"/>
                <a:gd name="connsiteX1" fmla="*/ 0 w 21432"/>
                <a:gd name="connsiteY1" fmla="*/ 10318 h 20734"/>
                <a:gd name="connsiteX2" fmla="*/ 10718 w 21432"/>
                <a:gd name="connsiteY2" fmla="*/ 20735 h 20734"/>
                <a:gd name="connsiteX3" fmla="*/ 21432 w 21432"/>
                <a:gd name="connsiteY3" fmla="*/ 10318 h 20734"/>
                <a:gd name="connsiteX4" fmla="*/ 10718 w 21432"/>
                <a:gd name="connsiteY4" fmla="*/ 0 h 20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32" h="20734">
                  <a:moveTo>
                    <a:pt x="10718" y="0"/>
                  </a:moveTo>
                  <a:cubicBezTo>
                    <a:pt x="4656" y="0"/>
                    <a:pt x="0" y="4259"/>
                    <a:pt x="0" y="10318"/>
                  </a:cubicBezTo>
                  <a:cubicBezTo>
                    <a:pt x="0" y="16377"/>
                    <a:pt x="4656" y="20735"/>
                    <a:pt x="10718" y="20735"/>
                  </a:cubicBezTo>
                  <a:cubicBezTo>
                    <a:pt x="16776" y="20735"/>
                    <a:pt x="21432" y="16329"/>
                    <a:pt x="21432" y="10318"/>
                  </a:cubicBezTo>
                  <a:cubicBezTo>
                    <a:pt x="21432" y="4307"/>
                    <a:pt x="16776" y="0"/>
                    <a:pt x="10718" y="0"/>
                  </a:cubicBezTo>
                  <a:close/>
                </a:path>
              </a:pathLst>
            </a:custGeom>
            <a:solidFill>
              <a:srgbClr val="007B85"/>
            </a:solidFill>
            <a:ln w="3646" cap="flat">
              <a:noFill/>
              <a:prstDash val="solid"/>
              <a:miter/>
            </a:ln>
          </p:spPr>
          <p:txBody>
            <a:bodyPr rtlCol="0" anchor="ctr"/>
            <a:lstStyle/>
            <a:p>
              <a:endParaRPr lang="en-GR"/>
            </a:p>
          </p:txBody>
        </p:sp>
        <p:sp>
          <p:nvSpPr>
            <p:cNvPr id="446" name="Freeform 364">
              <a:extLst>
                <a:ext uri="{FF2B5EF4-FFF2-40B4-BE49-F238E27FC236}">
                  <a16:creationId xmlns:a16="http://schemas.microsoft.com/office/drawing/2014/main" id="{EF083573-FAB7-D07F-EA57-E18ABF7299B0}"/>
                </a:ext>
              </a:extLst>
            </p:cNvPr>
            <p:cNvSpPr/>
            <p:nvPr/>
          </p:nvSpPr>
          <p:spPr>
            <a:xfrm>
              <a:off x="5143144" y="3230238"/>
              <a:ext cx="55509" cy="54851"/>
            </a:xfrm>
            <a:custGeom>
              <a:avLst/>
              <a:gdLst>
                <a:gd name="connsiteX0" fmla="*/ 31946 w 62694"/>
                <a:gd name="connsiteY0" fmla="*/ 0 h 61951"/>
                <a:gd name="connsiteX1" fmla="*/ 0 w 62694"/>
                <a:gd name="connsiteY1" fmla="*/ 31301 h 61951"/>
                <a:gd name="connsiteX2" fmla="*/ 18425 w 62694"/>
                <a:gd name="connsiteY2" fmla="*/ 31301 h 61951"/>
                <a:gd name="connsiteX3" fmla="*/ 32099 w 62694"/>
                <a:gd name="connsiteY3" fmla="*/ 15574 h 61951"/>
                <a:gd name="connsiteX4" fmla="*/ 43966 w 62694"/>
                <a:gd name="connsiteY4" fmla="*/ 25990 h 61951"/>
                <a:gd name="connsiteX5" fmla="*/ 35350 w 62694"/>
                <a:gd name="connsiteY5" fmla="*/ 38611 h 61951"/>
                <a:gd name="connsiteX6" fmla="*/ 21680 w 62694"/>
                <a:gd name="connsiteY6" fmla="*/ 58346 h 61951"/>
                <a:gd name="connsiteX7" fmla="*/ 21680 w 62694"/>
                <a:gd name="connsiteY7" fmla="*/ 61952 h 61951"/>
                <a:gd name="connsiteX8" fmla="*/ 38708 w 62694"/>
                <a:gd name="connsiteY8" fmla="*/ 61952 h 61951"/>
                <a:gd name="connsiteX9" fmla="*/ 38708 w 62694"/>
                <a:gd name="connsiteY9" fmla="*/ 60299 h 61951"/>
                <a:gd name="connsiteX10" fmla="*/ 49272 w 62694"/>
                <a:gd name="connsiteY10" fmla="*/ 46874 h 61951"/>
                <a:gd name="connsiteX11" fmla="*/ 62694 w 62694"/>
                <a:gd name="connsiteY11" fmla="*/ 24337 h 61951"/>
                <a:gd name="connsiteX12" fmla="*/ 31997 w 62694"/>
                <a:gd name="connsiteY12" fmla="*/ 0 h 61951"/>
                <a:gd name="connsiteX13" fmla="*/ 31946 w 62694"/>
                <a:gd name="connsiteY13" fmla="*/ 0 h 61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694" h="61951">
                  <a:moveTo>
                    <a:pt x="31946" y="0"/>
                  </a:moveTo>
                  <a:cubicBezTo>
                    <a:pt x="11564" y="0"/>
                    <a:pt x="0" y="14322"/>
                    <a:pt x="0" y="31301"/>
                  </a:cubicBezTo>
                  <a:lnTo>
                    <a:pt x="18425" y="31301"/>
                  </a:lnTo>
                  <a:cubicBezTo>
                    <a:pt x="18425" y="21884"/>
                    <a:pt x="23833" y="15574"/>
                    <a:pt x="32099" y="15574"/>
                  </a:cubicBezTo>
                  <a:cubicBezTo>
                    <a:pt x="39310" y="15574"/>
                    <a:pt x="43966" y="19829"/>
                    <a:pt x="43966" y="25990"/>
                  </a:cubicBezTo>
                  <a:cubicBezTo>
                    <a:pt x="43966" y="31151"/>
                    <a:pt x="41262" y="34907"/>
                    <a:pt x="35350" y="38611"/>
                  </a:cubicBezTo>
                  <a:cubicBezTo>
                    <a:pt x="27242" y="43371"/>
                    <a:pt x="21680" y="47626"/>
                    <a:pt x="21680" y="58346"/>
                  </a:cubicBezTo>
                  <a:lnTo>
                    <a:pt x="21680" y="61952"/>
                  </a:lnTo>
                  <a:lnTo>
                    <a:pt x="38708" y="61952"/>
                  </a:lnTo>
                  <a:lnTo>
                    <a:pt x="38708" y="60299"/>
                  </a:lnTo>
                  <a:cubicBezTo>
                    <a:pt x="38708" y="54740"/>
                    <a:pt x="42163" y="51685"/>
                    <a:pt x="49272" y="46874"/>
                  </a:cubicBezTo>
                  <a:cubicBezTo>
                    <a:pt x="56385" y="41969"/>
                    <a:pt x="62694" y="36710"/>
                    <a:pt x="62694" y="24337"/>
                  </a:cubicBezTo>
                  <a:cubicBezTo>
                    <a:pt x="62694" y="10165"/>
                    <a:pt x="51075" y="0"/>
                    <a:pt x="31997" y="0"/>
                  </a:cubicBezTo>
                  <a:lnTo>
                    <a:pt x="31946" y="0"/>
                  </a:lnTo>
                  <a:close/>
                </a:path>
              </a:pathLst>
            </a:custGeom>
            <a:solidFill>
              <a:srgbClr val="007B85"/>
            </a:solidFill>
            <a:ln w="3646" cap="flat">
              <a:noFill/>
              <a:prstDash val="solid"/>
              <a:miter/>
            </a:ln>
          </p:spPr>
          <p:txBody>
            <a:bodyPr rtlCol="0" anchor="ctr"/>
            <a:lstStyle/>
            <a:p>
              <a:endParaRPr lang="en-GR"/>
            </a:p>
          </p:txBody>
        </p:sp>
        <p:sp>
          <p:nvSpPr>
            <p:cNvPr id="447" name="Freeform 365">
              <a:extLst>
                <a:ext uri="{FF2B5EF4-FFF2-40B4-BE49-F238E27FC236}">
                  <a16:creationId xmlns:a16="http://schemas.microsoft.com/office/drawing/2014/main" id="{C01141EB-0BA2-C82F-5F79-D1389C3DDBFC}"/>
                </a:ext>
              </a:extLst>
            </p:cNvPr>
            <p:cNvSpPr/>
            <p:nvPr/>
          </p:nvSpPr>
          <p:spPr>
            <a:xfrm>
              <a:off x="5095703" y="3193298"/>
              <a:ext cx="181647" cy="181009"/>
            </a:xfrm>
            <a:custGeom>
              <a:avLst/>
              <a:gdLst>
                <a:gd name="connsiteX0" fmla="*/ 154433 w 205161"/>
                <a:gd name="connsiteY0" fmla="*/ 135977 h 204440"/>
                <a:gd name="connsiteX1" fmla="*/ 171008 w 205161"/>
                <a:gd name="connsiteY1" fmla="*/ 85541 h 204440"/>
                <a:gd name="connsiteX2" fmla="*/ 85528 w 205161"/>
                <a:gd name="connsiteY2" fmla="*/ 0 h 204440"/>
                <a:gd name="connsiteX3" fmla="*/ 0 w 205161"/>
                <a:gd name="connsiteY3" fmla="*/ 85541 h 204440"/>
                <a:gd name="connsiteX4" fmla="*/ 85528 w 205161"/>
                <a:gd name="connsiteY4" fmla="*/ 171085 h 204440"/>
                <a:gd name="connsiteX5" fmla="*/ 136858 w 205161"/>
                <a:gd name="connsiteY5" fmla="*/ 153854 h 204440"/>
                <a:gd name="connsiteX6" fmla="*/ 187433 w 205161"/>
                <a:gd name="connsiteY6" fmla="*/ 204441 h 204440"/>
                <a:gd name="connsiteX7" fmla="*/ 205161 w 205161"/>
                <a:gd name="connsiteY7" fmla="*/ 186710 h 204440"/>
                <a:gd name="connsiteX8" fmla="*/ 154433 w 205161"/>
                <a:gd name="connsiteY8" fmla="*/ 135977 h 204440"/>
                <a:gd name="connsiteX9" fmla="*/ 85480 w 205161"/>
                <a:gd name="connsiteY9" fmla="*/ 145993 h 204440"/>
                <a:gd name="connsiteX10" fmla="*/ 24986 w 205161"/>
                <a:gd name="connsiteY10" fmla="*/ 85493 h 204440"/>
                <a:gd name="connsiteX11" fmla="*/ 85480 w 205161"/>
                <a:gd name="connsiteY11" fmla="*/ 24990 h 204440"/>
                <a:gd name="connsiteX12" fmla="*/ 145970 w 205161"/>
                <a:gd name="connsiteY12" fmla="*/ 85493 h 204440"/>
                <a:gd name="connsiteX13" fmla="*/ 85480 w 205161"/>
                <a:gd name="connsiteY13" fmla="*/ 145993 h 204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5161" h="204440">
                  <a:moveTo>
                    <a:pt x="154433" y="135977"/>
                  </a:moveTo>
                  <a:cubicBezTo>
                    <a:pt x="164800" y="121802"/>
                    <a:pt x="171008" y="104425"/>
                    <a:pt x="171008" y="85541"/>
                  </a:cubicBezTo>
                  <a:cubicBezTo>
                    <a:pt x="171008" y="38312"/>
                    <a:pt x="132749" y="0"/>
                    <a:pt x="85528" y="0"/>
                  </a:cubicBezTo>
                  <a:cubicBezTo>
                    <a:pt x="38306" y="0"/>
                    <a:pt x="0" y="38312"/>
                    <a:pt x="0" y="85541"/>
                  </a:cubicBezTo>
                  <a:cubicBezTo>
                    <a:pt x="0" y="132769"/>
                    <a:pt x="38306" y="171085"/>
                    <a:pt x="85528" y="171085"/>
                  </a:cubicBezTo>
                  <a:cubicBezTo>
                    <a:pt x="104807" y="171085"/>
                    <a:pt x="122586" y="164625"/>
                    <a:pt x="136858" y="153854"/>
                  </a:cubicBezTo>
                  <a:lnTo>
                    <a:pt x="187433" y="204441"/>
                  </a:lnTo>
                  <a:lnTo>
                    <a:pt x="205161" y="186710"/>
                  </a:lnTo>
                  <a:lnTo>
                    <a:pt x="154433" y="135977"/>
                  </a:lnTo>
                  <a:close/>
                  <a:moveTo>
                    <a:pt x="85480" y="145993"/>
                  </a:moveTo>
                  <a:cubicBezTo>
                    <a:pt x="52130" y="145993"/>
                    <a:pt x="24986" y="118849"/>
                    <a:pt x="24986" y="85493"/>
                  </a:cubicBezTo>
                  <a:cubicBezTo>
                    <a:pt x="24986" y="52137"/>
                    <a:pt x="52130" y="24990"/>
                    <a:pt x="85480" y="24990"/>
                  </a:cubicBezTo>
                  <a:cubicBezTo>
                    <a:pt x="118831" y="24990"/>
                    <a:pt x="145970" y="52137"/>
                    <a:pt x="145970" y="85493"/>
                  </a:cubicBezTo>
                  <a:cubicBezTo>
                    <a:pt x="145970" y="118849"/>
                    <a:pt x="118831" y="145993"/>
                    <a:pt x="85480" y="145993"/>
                  </a:cubicBezTo>
                  <a:close/>
                </a:path>
              </a:pathLst>
            </a:custGeom>
            <a:solidFill>
              <a:srgbClr val="007B85"/>
            </a:solidFill>
            <a:ln w="3646" cap="flat">
              <a:noFill/>
              <a:prstDash val="solid"/>
              <a:miter/>
            </a:ln>
          </p:spPr>
          <p:txBody>
            <a:bodyPr rtlCol="0" anchor="ctr"/>
            <a:lstStyle/>
            <a:p>
              <a:endParaRPr lang="en-GR"/>
            </a:p>
          </p:txBody>
        </p:sp>
      </p:grpSp>
      <p:sp>
        <p:nvSpPr>
          <p:cNvPr id="448" name="Freeform 366">
            <a:extLst>
              <a:ext uri="{FF2B5EF4-FFF2-40B4-BE49-F238E27FC236}">
                <a16:creationId xmlns:a16="http://schemas.microsoft.com/office/drawing/2014/main" id="{6E828DAC-8185-DEDA-B09E-49D265C03A01}"/>
              </a:ext>
            </a:extLst>
          </p:cNvPr>
          <p:cNvSpPr/>
          <p:nvPr/>
        </p:nvSpPr>
        <p:spPr>
          <a:xfrm>
            <a:off x="6580653" y="3193298"/>
            <a:ext cx="180930" cy="180964"/>
          </a:xfrm>
          <a:custGeom>
            <a:avLst/>
            <a:gdLst>
              <a:gd name="connsiteX0" fmla="*/ 0 w 204351"/>
              <a:gd name="connsiteY0" fmla="*/ 102195 h 204389"/>
              <a:gd name="connsiteX1" fmla="*/ 102176 w 204351"/>
              <a:gd name="connsiteY1" fmla="*/ 0 h 204389"/>
              <a:gd name="connsiteX2" fmla="*/ 204351 w 204351"/>
              <a:gd name="connsiteY2" fmla="*/ 102195 h 204389"/>
              <a:gd name="connsiteX3" fmla="*/ 102176 w 204351"/>
              <a:gd name="connsiteY3" fmla="*/ 204390 h 204389"/>
              <a:gd name="connsiteX4" fmla="*/ 0 w 204351"/>
              <a:gd name="connsiteY4" fmla="*/ 102195 h 204389"/>
              <a:gd name="connsiteX5" fmla="*/ 73157 w 204351"/>
              <a:gd name="connsiteY5" fmla="*/ 74347 h 204389"/>
              <a:gd name="connsiteX6" fmla="*/ 102073 w 204351"/>
              <a:gd name="connsiteY6" fmla="*/ 103268 h 204389"/>
              <a:gd name="connsiteX7" fmla="*/ 130990 w 204351"/>
              <a:gd name="connsiteY7" fmla="*/ 74347 h 204389"/>
              <a:gd name="connsiteX8" fmla="*/ 102073 w 204351"/>
              <a:gd name="connsiteY8" fmla="*/ 45426 h 204389"/>
              <a:gd name="connsiteX9" fmla="*/ 73157 w 204351"/>
              <a:gd name="connsiteY9" fmla="*/ 74347 h 204389"/>
              <a:gd name="connsiteX10" fmla="*/ 55122 w 204351"/>
              <a:gd name="connsiteY10" fmla="*/ 150584 h 204389"/>
              <a:gd name="connsiteX11" fmla="*/ 67945 w 204351"/>
              <a:gd name="connsiteY11" fmla="*/ 158964 h 204389"/>
              <a:gd name="connsiteX12" fmla="*/ 67945 w 204351"/>
              <a:gd name="connsiteY12" fmla="*/ 158913 h 204389"/>
              <a:gd name="connsiteX13" fmla="*/ 136457 w 204351"/>
              <a:gd name="connsiteY13" fmla="*/ 158913 h 204389"/>
              <a:gd name="connsiteX14" fmla="*/ 149331 w 204351"/>
              <a:gd name="connsiteY14" fmla="*/ 150431 h 204389"/>
              <a:gd name="connsiteX15" fmla="*/ 149331 w 204351"/>
              <a:gd name="connsiteY15" fmla="*/ 139292 h 204389"/>
              <a:gd name="connsiteX16" fmla="*/ 102227 w 204351"/>
              <a:gd name="connsiteY16" fmla="*/ 111035 h 204389"/>
              <a:gd name="connsiteX17" fmla="*/ 55122 w 204351"/>
              <a:gd name="connsiteY17" fmla="*/ 139292 h 204389"/>
              <a:gd name="connsiteX18" fmla="*/ 55122 w 204351"/>
              <a:gd name="connsiteY18" fmla="*/ 150584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351" h="204389">
                <a:moveTo>
                  <a:pt x="0" y="102195"/>
                </a:moveTo>
                <a:cubicBezTo>
                  <a:pt x="0" y="45732"/>
                  <a:pt x="45725" y="0"/>
                  <a:pt x="102176" y="0"/>
                </a:cubicBezTo>
                <a:cubicBezTo>
                  <a:pt x="158630" y="0"/>
                  <a:pt x="204351" y="45732"/>
                  <a:pt x="204351" y="102195"/>
                </a:cubicBezTo>
                <a:cubicBezTo>
                  <a:pt x="204351" y="158657"/>
                  <a:pt x="158630" y="204390"/>
                  <a:pt x="102176" y="204390"/>
                </a:cubicBezTo>
                <a:cubicBezTo>
                  <a:pt x="45725" y="204390"/>
                  <a:pt x="0" y="158657"/>
                  <a:pt x="0" y="102195"/>
                </a:cubicBezTo>
                <a:close/>
                <a:moveTo>
                  <a:pt x="73157" y="74347"/>
                </a:moveTo>
                <a:cubicBezTo>
                  <a:pt x="73157" y="90340"/>
                  <a:pt x="86133" y="103268"/>
                  <a:pt x="102073" y="103268"/>
                </a:cubicBezTo>
                <a:cubicBezTo>
                  <a:pt x="118064" y="103268"/>
                  <a:pt x="130990" y="90340"/>
                  <a:pt x="130990" y="74347"/>
                </a:cubicBezTo>
                <a:cubicBezTo>
                  <a:pt x="130990" y="58353"/>
                  <a:pt x="118064" y="45426"/>
                  <a:pt x="102073" y="45426"/>
                </a:cubicBezTo>
                <a:cubicBezTo>
                  <a:pt x="86082" y="45426"/>
                  <a:pt x="73157" y="58353"/>
                  <a:pt x="73157" y="74347"/>
                </a:cubicBezTo>
                <a:close/>
                <a:moveTo>
                  <a:pt x="55122" y="150584"/>
                </a:moveTo>
                <a:cubicBezTo>
                  <a:pt x="55275" y="154978"/>
                  <a:pt x="60844" y="158555"/>
                  <a:pt x="67945" y="158964"/>
                </a:cubicBezTo>
                <a:lnTo>
                  <a:pt x="67945" y="158913"/>
                </a:lnTo>
                <a:lnTo>
                  <a:pt x="136457" y="158913"/>
                </a:lnTo>
                <a:cubicBezTo>
                  <a:pt x="143660" y="158453"/>
                  <a:pt x="149280" y="154825"/>
                  <a:pt x="149331" y="150431"/>
                </a:cubicBezTo>
                <a:lnTo>
                  <a:pt x="149331" y="139292"/>
                </a:lnTo>
                <a:cubicBezTo>
                  <a:pt x="149331" y="123656"/>
                  <a:pt x="128231" y="111035"/>
                  <a:pt x="102227" y="111035"/>
                </a:cubicBezTo>
                <a:cubicBezTo>
                  <a:pt x="76222" y="111035"/>
                  <a:pt x="55122" y="123707"/>
                  <a:pt x="55122" y="139292"/>
                </a:cubicBezTo>
                <a:lnTo>
                  <a:pt x="55122" y="150584"/>
                </a:lnTo>
                <a:close/>
              </a:path>
            </a:pathLst>
          </a:custGeom>
          <a:solidFill>
            <a:srgbClr val="007B85"/>
          </a:solidFill>
          <a:ln w="3646" cap="flat">
            <a:noFill/>
            <a:prstDash val="solid"/>
            <a:miter/>
          </a:ln>
        </p:spPr>
        <p:txBody>
          <a:bodyPr rtlCol="0" anchor="ctr"/>
          <a:lstStyle/>
          <a:p>
            <a:endParaRPr lang="en-GR"/>
          </a:p>
        </p:txBody>
      </p:sp>
      <p:grpSp>
        <p:nvGrpSpPr>
          <p:cNvPr id="449" name="Group 448">
            <a:extLst>
              <a:ext uri="{FF2B5EF4-FFF2-40B4-BE49-F238E27FC236}">
                <a16:creationId xmlns:a16="http://schemas.microsoft.com/office/drawing/2014/main" id="{036E5C7A-8597-58D0-0972-4053D7D241B6}"/>
              </a:ext>
            </a:extLst>
          </p:cNvPr>
          <p:cNvGrpSpPr/>
          <p:nvPr/>
        </p:nvGrpSpPr>
        <p:grpSpPr>
          <a:xfrm>
            <a:off x="6932833" y="3199762"/>
            <a:ext cx="139376" cy="168038"/>
            <a:chOff x="5780677" y="3199762"/>
            <a:chExt cx="139376" cy="168038"/>
          </a:xfrm>
        </p:grpSpPr>
        <p:sp>
          <p:nvSpPr>
            <p:cNvPr id="450" name="Freeform 367">
              <a:extLst>
                <a:ext uri="{FF2B5EF4-FFF2-40B4-BE49-F238E27FC236}">
                  <a16:creationId xmlns:a16="http://schemas.microsoft.com/office/drawing/2014/main" id="{1FD631E0-7AF2-C064-940A-D53A6713793B}"/>
                </a:ext>
              </a:extLst>
            </p:cNvPr>
            <p:cNvSpPr/>
            <p:nvPr/>
          </p:nvSpPr>
          <p:spPr>
            <a:xfrm>
              <a:off x="5807444" y="3199762"/>
              <a:ext cx="85557" cy="85576"/>
            </a:xfrm>
            <a:custGeom>
              <a:avLst/>
              <a:gdLst>
                <a:gd name="connsiteX0" fmla="*/ 96632 w 96632"/>
                <a:gd name="connsiteY0" fmla="*/ 48327 h 96654"/>
                <a:gd name="connsiteX1" fmla="*/ 48316 w 96632"/>
                <a:gd name="connsiteY1" fmla="*/ 96654 h 96654"/>
                <a:gd name="connsiteX2" fmla="*/ 0 w 96632"/>
                <a:gd name="connsiteY2" fmla="*/ 48327 h 96654"/>
                <a:gd name="connsiteX3" fmla="*/ 48316 w 96632"/>
                <a:gd name="connsiteY3" fmla="*/ 0 h 96654"/>
                <a:gd name="connsiteX4" fmla="*/ 96632 w 96632"/>
                <a:gd name="connsiteY4" fmla="*/ 48327 h 9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32" h="96654">
                  <a:moveTo>
                    <a:pt x="96632" y="48327"/>
                  </a:moveTo>
                  <a:cubicBezTo>
                    <a:pt x="96632" y="75018"/>
                    <a:pt x="75000" y="96654"/>
                    <a:pt x="48316" y="96654"/>
                  </a:cubicBezTo>
                  <a:cubicBezTo>
                    <a:pt x="21633" y="96654"/>
                    <a:pt x="0" y="75018"/>
                    <a:pt x="0" y="48327"/>
                  </a:cubicBezTo>
                  <a:cubicBezTo>
                    <a:pt x="0" y="21636"/>
                    <a:pt x="21633" y="0"/>
                    <a:pt x="48316" y="0"/>
                  </a:cubicBezTo>
                  <a:cubicBezTo>
                    <a:pt x="75000" y="0"/>
                    <a:pt x="96632" y="21636"/>
                    <a:pt x="96632" y="48327"/>
                  </a:cubicBezTo>
                  <a:close/>
                </a:path>
              </a:pathLst>
            </a:custGeom>
            <a:solidFill>
              <a:srgbClr val="007B85"/>
            </a:solidFill>
            <a:ln w="3646" cap="flat">
              <a:noFill/>
              <a:prstDash val="solid"/>
              <a:miter/>
            </a:ln>
          </p:spPr>
          <p:txBody>
            <a:bodyPr rtlCol="0" anchor="ctr"/>
            <a:lstStyle/>
            <a:p>
              <a:endParaRPr lang="en-GR"/>
            </a:p>
          </p:txBody>
        </p:sp>
        <p:sp>
          <p:nvSpPr>
            <p:cNvPr id="451" name="Freeform 368">
              <a:extLst>
                <a:ext uri="{FF2B5EF4-FFF2-40B4-BE49-F238E27FC236}">
                  <a16:creationId xmlns:a16="http://schemas.microsoft.com/office/drawing/2014/main" id="{58A898F5-F3CE-E968-213E-D376F13436A1}"/>
                </a:ext>
              </a:extLst>
            </p:cNvPr>
            <p:cNvSpPr/>
            <p:nvPr/>
          </p:nvSpPr>
          <p:spPr>
            <a:xfrm>
              <a:off x="5780677" y="3296959"/>
              <a:ext cx="139376" cy="70841"/>
            </a:xfrm>
            <a:custGeom>
              <a:avLst/>
              <a:gdLst>
                <a:gd name="connsiteX0" fmla="*/ 0 w 157418"/>
                <a:gd name="connsiteY0" fmla="*/ 47199 h 80011"/>
                <a:gd name="connsiteX1" fmla="*/ 78711 w 157418"/>
                <a:gd name="connsiteY1" fmla="*/ 0 h 80011"/>
                <a:gd name="connsiteX2" fmla="*/ 157418 w 157418"/>
                <a:gd name="connsiteY2" fmla="*/ 47199 h 80011"/>
                <a:gd name="connsiteX3" fmla="*/ 157418 w 157418"/>
                <a:gd name="connsiteY3" fmla="*/ 65857 h 80011"/>
                <a:gd name="connsiteX4" fmla="*/ 135953 w 157418"/>
                <a:gd name="connsiteY4" fmla="*/ 80011 h 80011"/>
                <a:gd name="connsiteX5" fmla="*/ 21465 w 157418"/>
                <a:gd name="connsiteY5" fmla="*/ 80011 h 80011"/>
                <a:gd name="connsiteX6" fmla="*/ 0 w 157418"/>
                <a:gd name="connsiteY6" fmla="*/ 66043 h 80011"/>
                <a:gd name="connsiteX7" fmla="*/ 0 w 157418"/>
                <a:gd name="connsiteY7" fmla="*/ 47199 h 80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418" h="80011">
                  <a:moveTo>
                    <a:pt x="0" y="47199"/>
                  </a:moveTo>
                  <a:cubicBezTo>
                    <a:pt x="0" y="21143"/>
                    <a:pt x="35230" y="7"/>
                    <a:pt x="78711" y="0"/>
                  </a:cubicBezTo>
                  <a:cubicBezTo>
                    <a:pt x="122188" y="7"/>
                    <a:pt x="157418" y="21143"/>
                    <a:pt x="157418" y="47199"/>
                  </a:cubicBezTo>
                  <a:lnTo>
                    <a:pt x="157418" y="65857"/>
                  </a:lnTo>
                  <a:cubicBezTo>
                    <a:pt x="157323" y="73215"/>
                    <a:pt x="147952" y="79263"/>
                    <a:pt x="135953" y="80011"/>
                  </a:cubicBezTo>
                  <a:lnTo>
                    <a:pt x="21465" y="80011"/>
                  </a:lnTo>
                  <a:cubicBezTo>
                    <a:pt x="9561" y="79307"/>
                    <a:pt x="234" y="73354"/>
                    <a:pt x="0" y="66043"/>
                  </a:cubicBezTo>
                  <a:lnTo>
                    <a:pt x="0" y="47199"/>
                  </a:lnTo>
                  <a:close/>
                </a:path>
              </a:pathLst>
            </a:custGeom>
            <a:solidFill>
              <a:srgbClr val="007B85"/>
            </a:solidFill>
            <a:ln w="3646" cap="flat">
              <a:noFill/>
              <a:prstDash val="solid"/>
              <a:miter/>
            </a:ln>
          </p:spPr>
          <p:txBody>
            <a:bodyPr rtlCol="0" anchor="ctr"/>
            <a:lstStyle/>
            <a:p>
              <a:endParaRPr lang="en-GR"/>
            </a:p>
          </p:txBody>
        </p:sp>
        <p:sp>
          <p:nvSpPr>
            <p:cNvPr id="452" name="Freeform 369">
              <a:extLst>
                <a:ext uri="{FF2B5EF4-FFF2-40B4-BE49-F238E27FC236}">
                  <a16:creationId xmlns:a16="http://schemas.microsoft.com/office/drawing/2014/main" id="{9F328E47-CC41-EE71-932D-97471381D5E4}"/>
                </a:ext>
              </a:extLst>
            </p:cNvPr>
            <p:cNvSpPr/>
            <p:nvPr/>
          </p:nvSpPr>
          <p:spPr>
            <a:xfrm>
              <a:off x="5850345" y="3296959"/>
              <a:ext cx="42" cy="3231"/>
            </a:xfrm>
            <a:custGeom>
              <a:avLst/>
              <a:gdLst>
                <a:gd name="connsiteX0" fmla="*/ 25 w 47"/>
                <a:gd name="connsiteY0" fmla="*/ 0 h 3649"/>
                <a:gd name="connsiteX1" fmla="*/ 47 w 47"/>
                <a:gd name="connsiteY1" fmla="*/ 0 h 3649"/>
                <a:gd name="connsiteX2" fmla="*/ 0 w 47"/>
                <a:gd name="connsiteY2" fmla="*/ 0 h 3649"/>
                <a:gd name="connsiteX3" fmla="*/ 25 w 47"/>
                <a:gd name="connsiteY3" fmla="*/ 0 h 3649"/>
              </a:gdLst>
              <a:ahLst/>
              <a:cxnLst>
                <a:cxn ang="0">
                  <a:pos x="connsiteX0" y="connsiteY0"/>
                </a:cxn>
                <a:cxn ang="0">
                  <a:pos x="connsiteX1" y="connsiteY1"/>
                </a:cxn>
                <a:cxn ang="0">
                  <a:pos x="connsiteX2" y="connsiteY2"/>
                </a:cxn>
                <a:cxn ang="0">
                  <a:pos x="connsiteX3" y="connsiteY3"/>
                </a:cxn>
              </a:cxnLst>
              <a:rect l="l" t="t" r="r" b="b"/>
              <a:pathLst>
                <a:path w="47" h="3649">
                  <a:moveTo>
                    <a:pt x="25" y="0"/>
                  </a:moveTo>
                  <a:cubicBezTo>
                    <a:pt x="33" y="0"/>
                    <a:pt x="40" y="0"/>
                    <a:pt x="47" y="0"/>
                  </a:cubicBezTo>
                  <a:lnTo>
                    <a:pt x="0" y="0"/>
                  </a:lnTo>
                  <a:cubicBezTo>
                    <a:pt x="7" y="0"/>
                    <a:pt x="14" y="0"/>
                    <a:pt x="25" y="0"/>
                  </a:cubicBezTo>
                  <a:close/>
                </a:path>
              </a:pathLst>
            </a:custGeom>
            <a:solidFill>
              <a:srgbClr val="007B85"/>
            </a:solidFill>
            <a:ln w="3646" cap="flat">
              <a:noFill/>
              <a:prstDash val="solid"/>
              <a:miter/>
            </a:ln>
          </p:spPr>
          <p:txBody>
            <a:bodyPr rtlCol="0" anchor="ctr"/>
            <a:lstStyle/>
            <a:p>
              <a:endParaRPr lang="en-GR"/>
            </a:p>
          </p:txBody>
        </p:sp>
      </p:grpSp>
      <p:grpSp>
        <p:nvGrpSpPr>
          <p:cNvPr id="453" name="Group 452">
            <a:extLst>
              <a:ext uri="{FF2B5EF4-FFF2-40B4-BE49-F238E27FC236}">
                <a16:creationId xmlns:a16="http://schemas.microsoft.com/office/drawing/2014/main" id="{D77E1379-1BA1-0450-47E5-8051A93992ED}"/>
              </a:ext>
            </a:extLst>
          </p:cNvPr>
          <p:cNvGrpSpPr/>
          <p:nvPr/>
        </p:nvGrpSpPr>
        <p:grpSpPr>
          <a:xfrm>
            <a:off x="7233320" y="3212689"/>
            <a:ext cx="206785" cy="143925"/>
            <a:chOff x="6081162" y="3212687"/>
            <a:chExt cx="206785" cy="143925"/>
          </a:xfrm>
        </p:grpSpPr>
        <p:sp>
          <p:nvSpPr>
            <p:cNvPr id="454" name="Freeform 371">
              <a:extLst>
                <a:ext uri="{FF2B5EF4-FFF2-40B4-BE49-F238E27FC236}">
                  <a16:creationId xmlns:a16="http://schemas.microsoft.com/office/drawing/2014/main" id="{F1EE7F19-899A-4A30-E3C3-85CDAC018D4A}"/>
                </a:ext>
              </a:extLst>
            </p:cNvPr>
            <p:cNvSpPr/>
            <p:nvPr/>
          </p:nvSpPr>
          <p:spPr>
            <a:xfrm>
              <a:off x="6104038" y="3212687"/>
              <a:ext cx="73301" cy="73313"/>
            </a:xfrm>
            <a:custGeom>
              <a:avLst/>
              <a:gdLst>
                <a:gd name="connsiteX0" fmla="*/ 0 w 82790"/>
                <a:gd name="connsiteY0" fmla="*/ 41403 h 82803"/>
                <a:gd name="connsiteX1" fmla="*/ 41393 w 82790"/>
                <a:gd name="connsiteY1" fmla="*/ 0 h 82803"/>
                <a:gd name="connsiteX2" fmla="*/ 82791 w 82790"/>
                <a:gd name="connsiteY2" fmla="*/ 41403 h 82803"/>
                <a:gd name="connsiteX3" fmla="*/ 41393 w 82790"/>
                <a:gd name="connsiteY3" fmla="*/ 82803 h 82803"/>
                <a:gd name="connsiteX4" fmla="*/ 0 w 82790"/>
                <a:gd name="connsiteY4" fmla="*/ 41403 h 82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790" h="82803">
                  <a:moveTo>
                    <a:pt x="0" y="41403"/>
                  </a:moveTo>
                  <a:cubicBezTo>
                    <a:pt x="0" y="18534"/>
                    <a:pt x="18531" y="0"/>
                    <a:pt x="41393" y="0"/>
                  </a:cubicBezTo>
                  <a:cubicBezTo>
                    <a:pt x="64260" y="0"/>
                    <a:pt x="82791" y="18534"/>
                    <a:pt x="82791" y="41403"/>
                  </a:cubicBezTo>
                  <a:cubicBezTo>
                    <a:pt x="82791" y="64270"/>
                    <a:pt x="64260" y="82803"/>
                    <a:pt x="41393" y="82803"/>
                  </a:cubicBezTo>
                  <a:cubicBezTo>
                    <a:pt x="18531" y="82803"/>
                    <a:pt x="0" y="64270"/>
                    <a:pt x="0" y="41403"/>
                  </a:cubicBezTo>
                  <a:close/>
                </a:path>
              </a:pathLst>
            </a:custGeom>
            <a:solidFill>
              <a:srgbClr val="007B85"/>
            </a:solidFill>
            <a:ln w="3646" cap="flat">
              <a:noFill/>
              <a:prstDash val="solid"/>
              <a:miter/>
            </a:ln>
          </p:spPr>
          <p:txBody>
            <a:bodyPr rtlCol="0" anchor="ctr"/>
            <a:lstStyle/>
            <a:p>
              <a:endParaRPr lang="en-GR"/>
            </a:p>
          </p:txBody>
        </p:sp>
        <p:sp>
          <p:nvSpPr>
            <p:cNvPr id="455" name="Freeform 372">
              <a:extLst>
                <a:ext uri="{FF2B5EF4-FFF2-40B4-BE49-F238E27FC236}">
                  <a16:creationId xmlns:a16="http://schemas.microsoft.com/office/drawing/2014/main" id="{F4B23B43-9855-8A03-C2D9-77943574A75C}"/>
                </a:ext>
              </a:extLst>
            </p:cNvPr>
            <p:cNvSpPr/>
            <p:nvPr/>
          </p:nvSpPr>
          <p:spPr>
            <a:xfrm>
              <a:off x="6081162" y="3295905"/>
              <a:ext cx="88940" cy="60707"/>
            </a:xfrm>
            <a:custGeom>
              <a:avLst/>
              <a:gdLst>
                <a:gd name="connsiteX0" fmla="*/ 0 w 100453"/>
                <a:gd name="connsiteY0" fmla="*/ 40454 h 68565"/>
                <a:gd name="connsiteX1" fmla="*/ 67438 w 100453"/>
                <a:gd name="connsiteY1" fmla="*/ 0 h 68565"/>
                <a:gd name="connsiteX2" fmla="*/ 100453 w 100453"/>
                <a:gd name="connsiteY2" fmla="*/ 5201 h 68565"/>
                <a:gd name="connsiteX3" fmla="*/ 82623 w 100453"/>
                <a:gd name="connsiteY3" fmla="*/ 40454 h 68565"/>
                <a:gd name="connsiteX4" fmla="*/ 82623 w 100453"/>
                <a:gd name="connsiteY4" fmla="*/ 57171 h 68565"/>
                <a:gd name="connsiteX5" fmla="*/ 86050 w 100453"/>
                <a:gd name="connsiteY5" fmla="*/ 68565 h 68565"/>
                <a:gd name="connsiteX6" fmla="*/ 18407 w 100453"/>
                <a:gd name="connsiteY6" fmla="*/ 68565 h 68565"/>
                <a:gd name="connsiteX7" fmla="*/ 0 w 100453"/>
                <a:gd name="connsiteY7" fmla="*/ 56594 h 68565"/>
                <a:gd name="connsiteX8" fmla="*/ 0 w 100453"/>
                <a:gd name="connsiteY8" fmla="*/ 40454 h 68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453" h="68565">
                  <a:moveTo>
                    <a:pt x="0" y="40454"/>
                  </a:moveTo>
                  <a:cubicBezTo>
                    <a:pt x="0" y="18121"/>
                    <a:pt x="30212" y="0"/>
                    <a:pt x="67438" y="0"/>
                  </a:cubicBezTo>
                  <a:cubicBezTo>
                    <a:pt x="79448" y="0"/>
                    <a:pt x="90673" y="1902"/>
                    <a:pt x="100453" y="5201"/>
                  </a:cubicBezTo>
                  <a:cubicBezTo>
                    <a:pt x="89268" y="14822"/>
                    <a:pt x="82623" y="26998"/>
                    <a:pt x="82623" y="40454"/>
                  </a:cubicBezTo>
                  <a:lnTo>
                    <a:pt x="82623" y="57171"/>
                  </a:lnTo>
                  <a:cubicBezTo>
                    <a:pt x="82747" y="61258"/>
                    <a:pt x="83988" y="65098"/>
                    <a:pt x="86050" y="68565"/>
                  </a:cubicBezTo>
                  <a:lnTo>
                    <a:pt x="18407" y="68565"/>
                  </a:lnTo>
                  <a:cubicBezTo>
                    <a:pt x="8171" y="67945"/>
                    <a:pt x="208" y="62828"/>
                    <a:pt x="0" y="56594"/>
                  </a:cubicBezTo>
                  <a:lnTo>
                    <a:pt x="0" y="40454"/>
                  </a:lnTo>
                  <a:close/>
                </a:path>
              </a:pathLst>
            </a:custGeom>
            <a:solidFill>
              <a:srgbClr val="007B85"/>
            </a:solidFill>
            <a:ln w="3646" cap="flat">
              <a:noFill/>
              <a:prstDash val="solid"/>
              <a:miter/>
            </a:ln>
          </p:spPr>
          <p:txBody>
            <a:bodyPr rtlCol="0" anchor="ctr"/>
            <a:lstStyle/>
            <a:p>
              <a:endParaRPr lang="en-GR"/>
            </a:p>
          </p:txBody>
        </p:sp>
        <p:sp>
          <p:nvSpPr>
            <p:cNvPr id="456" name="Freeform 373">
              <a:extLst>
                <a:ext uri="{FF2B5EF4-FFF2-40B4-BE49-F238E27FC236}">
                  <a16:creationId xmlns:a16="http://schemas.microsoft.com/office/drawing/2014/main" id="{954C6A07-DBA3-57FD-6B56-D24CBD4CD6E1}"/>
                </a:ext>
              </a:extLst>
            </p:cNvPr>
            <p:cNvSpPr/>
            <p:nvPr/>
          </p:nvSpPr>
          <p:spPr>
            <a:xfrm>
              <a:off x="6191404" y="3212687"/>
              <a:ext cx="73301" cy="73313"/>
            </a:xfrm>
            <a:custGeom>
              <a:avLst/>
              <a:gdLst>
                <a:gd name="connsiteX0" fmla="*/ 0 w 82790"/>
                <a:gd name="connsiteY0" fmla="*/ 41403 h 82803"/>
                <a:gd name="connsiteX1" fmla="*/ 41397 w 82790"/>
                <a:gd name="connsiteY1" fmla="*/ 0 h 82803"/>
                <a:gd name="connsiteX2" fmla="*/ 82791 w 82790"/>
                <a:gd name="connsiteY2" fmla="*/ 41403 h 82803"/>
                <a:gd name="connsiteX3" fmla="*/ 41397 w 82790"/>
                <a:gd name="connsiteY3" fmla="*/ 82803 h 82803"/>
                <a:gd name="connsiteX4" fmla="*/ 0 w 82790"/>
                <a:gd name="connsiteY4" fmla="*/ 41403 h 82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790" h="82803">
                  <a:moveTo>
                    <a:pt x="0" y="41403"/>
                  </a:moveTo>
                  <a:cubicBezTo>
                    <a:pt x="0" y="18534"/>
                    <a:pt x="18531" y="0"/>
                    <a:pt x="41397" y="0"/>
                  </a:cubicBezTo>
                  <a:cubicBezTo>
                    <a:pt x="64260" y="0"/>
                    <a:pt x="82791" y="18534"/>
                    <a:pt x="82791" y="41403"/>
                  </a:cubicBezTo>
                  <a:cubicBezTo>
                    <a:pt x="82791" y="64270"/>
                    <a:pt x="64260" y="82803"/>
                    <a:pt x="41397" y="82803"/>
                  </a:cubicBezTo>
                  <a:cubicBezTo>
                    <a:pt x="18531" y="82803"/>
                    <a:pt x="0" y="64270"/>
                    <a:pt x="0" y="41403"/>
                  </a:cubicBezTo>
                  <a:close/>
                </a:path>
              </a:pathLst>
            </a:custGeom>
            <a:solidFill>
              <a:srgbClr val="007B85"/>
            </a:solidFill>
            <a:ln w="3646" cap="flat">
              <a:noFill/>
              <a:prstDash val="solid"/>
              <a:miter/>
            </a:ln>
          </p:spPr>
          <p:txBody>
            <a:bodyPr rtlCol="0" anchor="ctr"/>
            <a:lstStyle/>
            <a:p>
              <a:endParaRPr lang="en-GR"/>
            </a:p>
          </p:txBody>
        </p:sp>
        <p:sp>
          <p:nvSpPr>
            <p:cNvPr id="457" name="Freeform 374">
              <a:extLst>
                <a:ext uri="{FF2B5EF4-FFF2-40B4-BE49-F238E27FC236}">
                  <a16:creationId xmlns:a16="http://schemas.microsoft.com/office/drawing/2014/main" id="{50FFFA5B-DA1B-C524-FE34-A8CA87180453}"/>
                </a:ext>
              </a:extLst>
            </p:cNvPr>
            <p:cNvSpPr/>
            <p:nvPr/>
          </p:nvSpPr>
          <p:spPr>
            <a:xfrm>
              <a:off x="6168497" y="3295905"/>
              <a:ext cx="119450" cy="60707"/>
            </a:xfrm>
            <a:custGeom>
              <a:avLst/>
              <a:gdLst>
                <a:gd name="connsiteX0" fmla="*/ 0 w 134912"/>
                <a:gd name="connsiteY0" fmla="*/ 40454 h 68565"/>
                <a:gd name="connsiteX1" fmla="*/ 67434 w 134912"/>
                <a:gd name="connsiteY1" fmla="*/ 0 h 68565"/>
                <a:gd name="connsiteX2" fmla="*/ 67478 w 134912"/>
                <a:gd name="connsiteY2" fmla="*/ 0 h 68565"/>
                <a:gd name="connsiteX3" fmla="*/ 134913 w 134912"/>
                <a:gd name="connsiteY3" fmla="*/ 40454 h 68565"/>
                <a:gd name="connsiteX4" fmla="*/ 134913 w 134912"/>
                <a:gd name="connsiteY4" fmla="*/ 56430 h 68565"/>
                <a:gd name="connsiteX5" fmla="*/ 116506 w 134912"/>
                <a:gd name="connsiteY5" fmla="*/ 68565 h 68565"/>
                <a:gd name="connsiteX6" fmla="*/ 18407 w 134912"/>
                <a:gd name="connsiteY6" fmla="*/ 68565 h 68565"/>
                <a:gd name="connsiteX7" fmla="*/ 0 w 134912"/>
                <a:gd name="connsiteY7" fmla="*/ 56594 h 68565"/>
                <a:gd name="connsiteX8" fmla="*/ 0 w 134912"/>
                <a:gd name="connsiteY8" fmla="*/ 40454 h 68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12" h="68565">
                  <a:moveTo>
                    <a:pt x="0" y="40454"/>
                  </a:moveTo>
                  <a:cubicBezTo>
                    <a:pt x="0" y="18121"/>
                    <a:pt x="30208" y="0"/>
                    <a:pt x="67434" y="0"/>
                  </a:cubicBezTo>
                  <a:lnTo>
                    <a:pt x="67478" y="0"/>
                  </a:lnTo>
                  <a:cubicBezTo>
                    <a:pt x="104704" y="0"/>
                    <a:pt x="134913" y="18121"/>
                    <a:pt x="134913" y="40454"/>
                  </a:cubicBezTo>
                  <a:lnTo>
                    <a:pt x="134913" y="56430"/>
                  </a:lnTo>
                  <a:cubicBezTo>
                    <a:pt x="134833" y="62744"/>
                    <a:pt x="126782" y="67945"/>
                    <a:pt x="116506" y="68565"/>
                  </a:cubicBezTo>
                  <a:lnTo>
                    <a:pt x="18407" y="68565"/>
                  </a:lnTo>
                  <a:cubicBezTo>
                    <a:pt x="8171" y="67945"/>
                    <a:pt x="204" y="62828"/>
                    <a:pt x="0" y="56594"/>
                  </a:cubicBezTo>
                  <a:lnTo>
                    <a:pt x="0" y="40454"/>
                  </a:lnTo>
                  <a:close/>
                </a:path>
              </a:pathLst>
            </a:custGeom>
            <a:solidFill>
              <a:srgbClr val="007B85"/>
            </a:solidFill>
            <a:ln w="3646" cap="flat">
              <a:noFill/>
              <a:prstDash val="solid"/>
              <a:miter/>
            </a:ln>
          </p:spPr>
          <p:txBody>
            <a:bodyPr rtlCol="0" anchor="ctr"/>
            <a:lstStyle/>
            <a:p>
              <a:endParaRPr lang="en-GR"/>
            </a:p>
          </p:txBody>
        </p:sp>
      </p:grpSp>
      <p:grpSp>
        <p:nvGrpSpPr>
          <p:cNvPr id="458" name="Group 457">
            <a:extLst>
              <a:ext uri="{FF2B5EF4-FFF2-40B4-BE49-F238E27FC236}">
                <a16:creationId xmlns:a16="http://schemas.microsoft.com/office/drawing/2014/main" id="{08EE0992-631C-DAA5-00EA-F25B2DCB4855}"/>
              </a:ext>
            </a:extLst>
          </p:cNvPr>
          <p:cNvGrpSpPr/>
          <p:nvPr/>
        </p:nvGrpSpPr>
        <p:grpSpPr>
          <a:xfrm>
            <a:off x="7582267" y="3202995"/>
            <a:ext cx="172734" cy="161575"/>
            <a:chOff x="6430111" y="3202993"/>
            <a:chExt cx="172734" cy="161575"/>
          </a:xfrm>
        </p:grpSpPr>
        <p:sp>
          <p:nvSpPr>
            <p:cNvPr id="459" name="Freeform 375">
              <a:extLst>
                <a:ext uri="{FF2B5EF4-FFF2-40B4-BE49-F238E27FC236}">
                  <a16:creationId xmlns:a16="http://schemas.microsoft.com/office/drawing/2014/main" id="{6AA998C2-CF88-4AE7-74AE-FA0127AD5224}"/>
                </a:ext>
              </a:extLst>
            </p:cNvPr>
            <p:cNvSpPr/>
            <p:nvPr/>
          </p:nvSpPr>
          <p:spPr>
            <a:xfrm>
              <a:off x="6455843" y="3202993"/>
              <a:ext cx="77815" cy="82316"/>
            </a:xfrm>
            <a:custGeom>
              <a:avLst/>
              <a:gdLst>
                <a:gd name="connsiteX0" fmla="*/ 0 w 87888"/>
                <a:gd name="connsiteY0" fmla="*/ 46488 h 92971"/>
                <a:gd name="connsiteX1" fmla="*/ 46477 w 87888"/>
                <a:gd name="connsiteY1" fmla="*/ 0 h 92971"/>
                <a:gd name="connsiteX2" fmla="*/ 46477 w 87888"/>
                <a:gd name="connsiteY2" fmla="*/ 47 h 92971"/>
                <a:gd name="connsiteX3" fmla="*/ 87889 w 87888"/>
                <a:gd name="connsiteY3" fmla="*/ 25563 h 92971"/>
                <a:gd name="connsiteX4" fmla="*/ 54049 w 87888"/>
                <a:gd name="connsiteY4" fmla="*/ 75836 h 92971"/>
                <a:gd name="connsiteX5" fmla="*/ 56461 w 87888"/>
                <a:gd name="connsiteY5" fmla="*/ 91884 h 92971"/>
                <a:gd name="connsiteX6" fmla="*/ 46477 w 87888"/>
                <a:gd name="connsiteY6" fmla="*/ 92972 h 92971"/>
                <a:gd name="connsiteX7" fmla="*/ 0 w 87888"/>
                <a:gd name="connsiteY7" fmla="*/ 46488 h 92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888" h="92971">
                  <a:moveTo>
                    <a:pt x="0" y="46488"/>
                  </a:moveTo>
                  <a:cubicBezTo>
                    <a:pt x="0" y="20829"/>
                    <a:pt x="20823" y="0"/>
                    <a:pt x="46477" y="0"/>
                  </a:cubicBezTo>
                  <a:lnTo>
                    <a:pt x="46477" y="47"/>
                  </a:lnTo>
                  <a:cubicBezTo>
                    <a:pt x="64555" y="47"/>
                    <a:pt x="80222" y="10460"/>
                    <a:pt x="87889" y="25563"/>
                  </a:cubicBezTo>
                  <a:cubicBezTo>
                    <a:pt x="68059" y="33659"/>
                    <a:pt x="54049" y="53116"/>
                    <a:pt x="54049" y="75836"/>
                  </a:cubicBezTo>
                  <a:cubicBezTo>
                    <a:pt x="54049" y="81424"/>
                    <a:pt x="54899" y="86818"/>
                    <a:pt x="56461" y="91884"/>
                  </a:cubicBezTo>
                  <a:cubicBezTo>
                    <a:pt x="53246" y="92596"/>
                    <a:pt x="49933" y="92972"/>
                    <a:pt x="46477" y="92972"/>
                  </a:cubicBezTo>
                  <a:cubicBezTo>
                    <a:pt x="20823" y="92972"/>
                    <a:pt x="0" y="72146"/>
                    <a:pt x="0" y="46488"/>
                  </a:cubicBezTo>
                  <a:close/>
                </a:path>
              </a:pathLst>
            </a:custGeom>
            <a:solidFill>
              <a:srgbClr val="007B85"/>
            </a:solidFill>
            <a:ln w="3646" cap="flat">
              <a:noFill/>
              <a:prstDash val="solid"/>
              <a:miter/>
            </a:ln>
          </p:spPr>
          <p:txBody>
            <a:bodyPr rtlCol="0" anchor="ctr"/>
            <a:lstStyle/>
            <a:p>
              <a:endParaRPr lang="en-GR"/>
            </a:p>
          </p:txBody>
        </p:sp>
        <p:sp>
          <p:nvSpPr>
            <p:cNvPr id="460" name="Freeform 376">
              <a:extLst>
                <a:ext uri="{FF2B5EF4-FFF2-40B4-BE49-F238E27FC236}">
                  <a16:creationId xmlns:a16="http://schemas.microsoft.com/office/drawing/2014/main" id="{BD4CC0E1-B060-86C8-A4E8-686498F5AA60}"/>
                </a:ext>
              </a:extLst>
            </p:cNvPr>
            <p:cNvSpPr/>
            <p:nvPr/>
          </p:nvSpPr>
          <p:spPr>
            <a:xfrm>
              <a:off x="6430111" y="3296420"/>
              <a:ext cx="94203" cy="68148"/>
            </a:xfrm>
            <a:custGeom>
              <a:avLst/>
              <a:gdLst>
                <a:gd name="connsiteX0" fmla="*/ 0 w 106397"/>
                <a:gd name="connsiteY0" fmla="*/ 45396 h 76970"/>
                <a:gd name="connsiteX1" fmla="*/ 75729 w 106397"/>
                <a:gd name="connsiteY1" fmla="*/ 0 h 76970"/>
                <a:gd name="connsiteX2" fmla="*/ 106398 w 106397"/>
                <a:gd name="connsiteY2" fmla="*/ 3927 h 76970"/>
                <a:gd name="connsiteX3" fmla="*/ 61008 w 106397"/>
                <a:gd name="connsiteY3" fmla="*/ 52922 h 76970"/>
                <a:gd name="connsiteX4" fmla="*/ 61008 w 106397"/>
                <a:gd name="connsiteY4" fmla="*/ 67408 h 76970"/>
                <a:gd name="connsiteX5" fmla="*/ 63282 w 106397"/>
                <a:gd name="connsiteY5" fmla="*/ 76971 h 76970"/>
                <a:gd name="connsiteX6" fmla="*/ 20637 w 106397"/>
                <a:gd name="connsiteY6" fmla="*/ 76971 h 76970"/>
                <a:gd name="connsiteX7" fmla="*/ 0 w 106397"/>
                <a:gd name="connsiteY7" fmla="*/ 63529 h 76970"/>
                <a:gd name="connsiteX8" fmla="*/ 0 w 106397"/>
                <a:gd name="connsiteY8" fmla="*/ 45396 h 76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97" h="76970">
                  <a:moveTo>
                    <a:pt x="0" y="45396"/>
                  </a:moveTo>
                  <a:cubicBezTo>
                    <a:pt x="0" y="20307"/>
                    <a:pt x="33887" y="0"/>
                    <a:pt x="75729" y="0"/>
                  </a:cubicBezTo>
                  <a:cubicBezTo>
                    <a:pt x="86663" y="0"/>
                    <a:pt x="97027" y="1420"/>
                    <a:pt x="106398" y="3927"/>
                  </a:cubicBezTo>
                  <a:cubicBezTo>
                    <a:pt x="79419" y="12117"/>
                    <a:pt x="61008" y="30720"/>
                    <a:pt x="61008" y="52922"/>
                  </a:cubicBezTo>
                  <a:lnTo>
                    <a:pt x="61008" y="67408"/>
                  </a:lnTo>
                  <a:cubicBezTo>
                    <a:pt x="61151" y="70817"/>
                    <a:pt x="61953" y="73989"/>
                    <a:pt x="63282" y="76971"/>
                  </a:cubicBezTo>
                  <a:lnTo>
                    <a:pt x="20637" y="76971"/>
                  </a:lnTo>
                  <a:cubicBezTo>
                    <a:pt x="9182" y="76259"/>
                    <a:pt x="237" y="70533"/>
                    <a:pt x="0" y="63529"/>
                  </a:cubicBezTo>
                  <a:lnTo>
                    <a:pt x="0" y="45396"/>
                  </a:lnTo>
                  <a:close/>
                </a:path>
              </a:pathLst>
            </a:custGeom>
            <a:solidFill>
              <a:srgbClr val="007B85"/>
            </a:solidFill>
            <a:ln w="3646" cap="flat">
              <a:noFill/>
              <a:prstDash val="solid"/>
              <a:miter/>
            </a:ln>
          </p:spPr>
          <p:txBody>
            <a:bodyPr rtlCol="0" anchor="ctr"/>
            <a:lstStyle/>
            <a:p>
              <a:endParaRPr lang="en-GR"/>
            </a:p>
          </p:txBody>
        </p:sp>
        <p:sp>
          <p:nvSpPr>
            <p:cNvPr id="461" name="Freeform 377">
              <a:extLst>
                <a:ext uri="{FF2B5EF4-FFF2-40B4-BE49-F238E27FC236}">
                  <a16:creationId xmlns:a16="http://schemas.microsoft.com/office/drawing/2014/main" id="{7C99DEBF-6EE5-EACE-FF4B-84F366ED9AC1}"/>
                </a:ext>
              </a:extLst>
            </p:cNvPr>
            <p:cNvSpPr/>
            <p:nvPr/>
          </p:nvSpPr>
          <p:spPr>
            <a:xfrm>
              <a:off x="6520415" y="3238789"/>
              <a:ext cx="62691" cy="62701"/>
            </a:xfrm>
            <a:custGeom>
              <a:avLst/>
              <a:gdLst>
                <a:gd name="connsiteX0" fmla="*/ 0 w 70806"/>
                <a:gd name="connsiteY0" fmla="*/ 35407 h 70817"/>
                <a:gd name="connsiteX1" fmla="*/ 35402 w 70806"/>
                <a:gd name="connsiteY1" fmla="*/ 0 h 70817"/>
                <a:gd name="connsiteX2" fmla="*/ 70807 w 70806"/>
                <a:gd name="connsiteY2" fmla="*/ 35407 h 70817"/>
                <a:gd name="connsiteX3" fmla="*/ 35402 w 70806"/>
                <a:gd name="connsiteY3" fmla="*/ 70817 h 70817"/>
                <a:gd name="connsiteX4" fmla="*/ 0 w 70806"/>
                <a:gd name="connsiteY4" fmla="*/ 35407 h 70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806" h="70817">
                  <a:moveTo>
                    <a:pt x="0" y="35407"/>
                  </a:moveTo>
                  <a:cubicBezTo>
                    <a:pt x="0" y="15858"/>
                    <a:pt x="15856" y="0"/>
                    <a:pt x="35402" y="0"/>
                  </a:cubicBezTo>
                  <a:cubicBezTo>
                    <a:pt x="54951" y="0"/>
                    <a:pt x="70807" y="15858"/>
                    <a:pt x="70807" y="35407"/>
                  </a:cubicBezTo>
                  <a:cubicBezTo>
                    <a:pt x="70807" y="54959"/>
                    <a:pt x="54951" y="70817"/>
                    <a:pt x="35402" y="70817"/>
                  </a:cubicBezTo>
                  <a:cubicBezTo>
                    <a:pt x="15856" y="70817"/>
                    <a:pt x="0" y="54959"/>
                    <a:pt x="0" y="35407"/>
                  </a:cubicBezTo>
                  <a:close/>
                </a:path>
              </a:pathLst>
            </a:custGeom>
            <a:solidFill>
              <a:srgbClr val="007B85"/>
            </a:solidFill>
            <a:ln w="3646" cap="flat">
              <a:noFill/>
              <a:prstDash val="solid"/>
              <a:miter/>
            </a:ln>
          </p:spPr>
          <p:txBody>
            <a:bodyPr rtlCol="0" anchor="ctr"/>
            <a:lstStyle/>
            <a:p>
              <a:endParaRPr lang="en-GR"/>
            </a:p>
          </p:txBody>
        </p:sp>
        <p:sp>
          <p:nvSpPr>
            <p:cNvPr id="462" name="Freeform 378">
              <a:extLst>
                <a:ext uri="{FF2B5EF4-FFF2-40B4-BE49-F238E27FC236}">
                  <a16:creationId xmlns:a16="http://schemas.microsoft.com/office/drawing/2014/main" id="{A59C74E3-4D2A-FA4B-3834-A33FA76E62BF}"/>
                </a:ext>
              </a:extLst>
            </p:cNvPr>
            <p:cNvSpPr/>
            <p:nvPr/>
          </p:nvSpPr>
          <p:spPr>
            <a:xfrm>
              <a:off x="6500761" y="3312680"/>
              <a:ext cx="102084" cy="51888"/>
            </a:xfrm>
            <a:custGeom>
              <a:avLst/>
              <a:gdLst>
                <a:gd name="connsiteX0" fmla="*/ 0 w 115298"/>
                <a:gd name="connsiteY0" fmla="*/ 34557 h 58605"/>
                <a:gd name="connsiteX1" fmla="*/ 57647 w 115298"/>
                <a:gd name="connsiteY1" fmla="*/ 0 h 58605"/>
                <a:gd name="connsiteX2" fmla="*/ 115298 w 115298"/>
                <a:gd name="connsiteY2" fmla="*/ 34557 h 58605"/>
                <a:gd name="connsiteX3" fmla="*/ 115298 w 115298"/>
                <a:gd name="connsiteY3" fmla="*/ 48236 h 58605"/>
                <a:gd name="connsiteX4" fmla="*/ 99585 w 115298"/>
                <a:gd name="connsiteY4" fmla="*/ 58605 h 58605"/>
                <a:gd name="connsiteX5" fmla="*/ 15714 w 115298"/>
                <a:gd name="connsiteY5" fmla="*/ 58605 h 58605"/>
                <a:gd name="connsiteX6" fmla="*/ 0 w 115298"/>
                <a:gd name="connsiteY6" fmla="*/ 48378 h 58605"/>
                <a:gd name="connsiteX7" fmla="*/ 0 w 115298"/>
                <a:gd name="connsiteY7" fmla="*/ 34557 h 58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5298" h="58605">
                  <a:moveTo>
                    <a:pt x="0" y="34557"/>
                  </a:moveTo>
                  <a:cubicBezTo>
                    <a:pt x="0" y="15479"/>
                    <a:pt x="25796" y="0"/>
                    <a:pt x="57647" y="0"/>
                  </a:cubicBezTo>
                  <a:cubicBezTo>
                    <a:pt x="89502" y="0"/>
                    <a:pt x="115298" y="15479"/>
                    <a:pt x="115298" y="34557"/>
                  </a:cubicBezTo>
                  <a:lnTo>
                    <a:pt x="115298" y="48236"/>
                  </a:lnTo>
                  <a:cubicBezTo>
                    <a:pt x="115251" y="53634"/>
                    <a:pt x="108387" y="58083"/>
                    <a:pt x="99585" y="58605"/>
                  </a:cubicBezTo>
                  <a:lnTo>
                    <a:pt x="15714" y="58605"/>
                  </a:lnTo>
                  <a:cubicBezTo>
                    <a:pt x="7007" y="58083"/>
                    <a:pt x="190" y="53729"/>
                    <a:pt x="0" y="48378"/>
                  </a:cubicBezTo>
                  <a:lnTo>
                    <a:pt x="0" y="34557"/>
                  </a:lnTo>
                  <a:close/>
                </a:path>
              </a:pathLst>
            </a:custGeom>
            <a:solidFill>
              <a:srgbClr val="007B85"/>
            </a:solidFill>
            <a:ln w="3646" cap="flat">
              <a:noFill/>
              <a:prstDash val="solid"/>
              <a:miter/>
            </a:ln>
          </p:spPr>
          <p:txBody>
            <a:bodyPr rtlCol="0" anchor="ctr"/>
            <a:lstStyle/>
            <a:p>
              <a:endParaRPr lang="en-GR"/>
            </a:p>
          </p:txBody>
        </p:sp>
      </p:grpSp>
      <p:grpSp>
        <p:nvGrpSpPr>
          <p:cNvPr id="463" name="Group 462">
            <a:extLst>
              <a:ext uri="{FF2B5EF4-FFF2-40B4-BE49-F238E27FC236}">
                <a16:creationId xmlns:a16="http://schemas.microsoft.com/office/drawing/2014/main" id="{9EDFE718-5976-F47E-E94A-AD64C2C3C090}"/>
              </a:ext>
            </a:extLst>
          </p:cNvPr>
          <p:cNvGrpSpPr/>
          <p:nvPr/>
        </p:nvGrpSpPr>
        <p:grpSpPr>
          <a:xfrm>
            <a:off x="7898865" y="3180417"/>
            <a:ext cx="206826" cy="205739"/>
            <a:chOff x="6746709" y="3180415"/>
            <a:chExt cx="206826" cy="205739"/>
          </a:xfrm>
        </p:grpSpPr>
        <p:sp>
          <p:nvSpPr>
            <p:cNvPr id="464" name="Freeform 380">
              <a:extLst>
                <a:ext uri="{FF2B5EF4-FFF2-40B4-BE49-F238E27FC236}">
                  <a16:creationId xmlns:a16="http://schemas.microsoft.com/office/drawing/2014/main" id="{B5CBF917-4DF9-40FB-59D9-E2C70EAD7D0B}"/>
                </a:ext>
              </a:extLst>
            </p:cNvPr>
            <p:cNvSpPr/>
            <p:nvPr/>
          </p:nvSpPr>
          <p:spPr>
            <a:xfrm>
              <a:off x="6869700" y="3180460"/>
              <a:ext cx="63674" cy="63637"/>
            </a:xfrm>
            <a:custGeom>
              <a:avLst/>
              <a:gdLst>
                <a:gd name="connsiteX0" fmla="*/ 1558 w 71916"/>
                <a:gd name="connsiteY0" fmla="*/ 46572 h 71875"/>
                <a:gd name="connsiteX1" fmla="*/ 4284 w 71916"/>
                <a:gd name="connsiteY1" fmla="*/ 53043 h 71875"/>
                <a:gd name="connsiteX2" fmla="*/ 35909 w 71916"/>
                <a:gd name="connsiteY2" fmla="*/ 71876 h 71875"/>
                <a:gd name="connsiteX3" fmla="*/ 48707 w 71916"/>
                <a:gd name="connsiteY3" fmla="*/ 69493 h 71875"/>
                <a:gd name="connsiteX4" fmla="*/ 54206 w 71916"/>
                <a:gd name="connsiteY4" fmla="*/ 66865 h 71875"/>
                <a:gd name="connsiteX5" fmla="*/ 61359 w 71916"/>
                <a:gd name="connsiteY5" fmla="*/ 61365 h 71875"/>
                <a:gd name="connsiteX6" fmla="*/ 63694 w 71916"/>
                <a:gd name="connsiteY6" fmla="*/ 58835 h 71875"/>
                <a:gd name="connsiteX7" fmla="*/ 66468 w 71916"/>
                <a:gd name="connsiteY7" fmla="*/ 54941 h 71875"/>
                <a:gd name="connsiteX8" fmla="*/ 70310 w 71916"/>
                <a:gd name="connsiteY8" fmla="*/ 46667 h 71875"/>
                <a:gd name="connsiteX9" fmla="*/ 71916 w 71916"/>
                <a:gd name="connsiteY9" fmla="*/ 35962 h 71875"/>
                <a:gd name="connsiteX10" fmla="*/ 70310 w 71916"/>
                <a:gd name="connsiteY10" fmla="*/ 25257 h 71875"/>
                <a:gd name="connsiteX11" fmla="*/ 65785 w 71916"/>
                <a:gd name="connsiteY11" fmla="*/ 15862 h 71875"/>
                <a:gd name="connsiteX12" fmla="*/ 63694 w 71916"/>
                <a:gd name="connsiteY12" fmla="*/ 13088 h 71875"/>
                <a:gd name="connsiteX13" fmla="*/ 35960 w 71916"/>
                <a:gd name="connsiteY13" fmla="*/ 0 h 71875"/>
                <a:gd name="connsiteX14" fmla="*/ 29245 w 71916"/>
                <a:gd name="connsiteY14" fmla="*/ 632 h 71875"/>
                <a:gd name="connsiteX15" fmla="*/ 27833 w 71916"/>
                <a:gd name="connsiteY15" fmla="*/ 924 h 71875"/>
                <a:gd name="connsiteX16" fmla="*/ 17663 w 71916"/>
                <a:gd name="connsiteY16" fmla="*/ 5011 h 71875"/>
                <a:gd name="connsiteX17" fmla="*/ 10754 w 71916"/>
                <a:gd name="connsiteY17" fmla="*/ 10267 h 71875"/>
                <a:gd name="connsiteX18" fmla="*/ 10510 w 71916"/>
                <a:gd name="connsiteY18" fmla="*/ 10460 h 71875"/>
                <a:gd name="connsiteX19" fmla="*/ 4332 w 71916"/>
                <a:gd name="connsiteY19" fmla="*/ 18734 h 71875"/>
                <a:gd name="connsiteX20" fmla="*/ 1606 w 71916"/>
                <a:gd name="connsiteY20" fmla="*/ 25206 h 71875"/>
                <a:gd name="connsiteX21" fmla="*/ 197 w 71916"/>
                <a:gd name="connsiteY21" fmla="*/ 32213 h 71875"/>
                <a:gd name="connsiteX22" fmla="*/ 0 w 71916"/>
                <a:gd name="connsiteY22" fmla="*/ 35914 h 71875"/>
                <a:gd name="connsiteX23" fmla="*/ 197 w 71916"/>
                <a:gd name="connsiteY23" fmla="*/ 39612 h 71875"/>
                <a:gd name="connsiteX24" fmla="*/ 1606 w 71916"/>
                <a:gd name="connsiteY24" fmla="*/ 46619 h 71875"/>
                <a:gd name="connsiteX25" fmla="*/ 1558 w 71916"/>
                <a:gd name="connsiteY25" fmla="*/ 46572 h 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916" h="71875">
                  <a:moveTo>
                    <a:pt x="1558" y="46572"/>
                  </a:moveTo>
                  <a:cubicBezTo>
                    <a:pt x="2241" y="48809"/>
                    <a:pt x="3164" y="50999"/>
                    <a:pt x="4284" y="53043"/>
                  </a:cubicBezTo>
                  <a:cubicBezTo>
                    <a:pt x="10364" y="64237"/>
                    <a:pt x="22239" y="71876"/>
                    <a:pt x="35909" y="71876"/>
                  </a:cubicBezTo>
                  <a:cubicBezTo>
                    <a:pt x="40434" y="71876"/>
                    <a:pt x="44718" y="71000"/>
                    <a:pt x="48707" y="69493"/>
                  </a:cubicBezTo>
                  <a:cubicBezTo>
                    <a:pt x="50604" y="68763"/>
                    <a:pt x="52455" y="67887"/>
                    <a:pt x="54206" y="66865"/>
                  </a:cubicBezTo>
                  <a:cubicBezTo>
                    <a:pt x="56834" y="65306"/>
                    <a:pt x="59217" y="63507"/>
                    <a:pt x="61359" y="61365"/>
                  </a:cubicBezTo>
                  <a:cubicBezTo>
                    <a:pt x="62183" y="60536"/>
                    <a:pt x="62964" y="59711"/>
                    <a:pt x="63694" y="58835"/>
                  </a:cubicBezTo>
                  <a:cubicBezTo>
                    <a:pt x="64716" y="57616"/>
                    <a:pt x="65592" y="56302"/>
                    <a:pt x="66468" y="54941"/>
                  </a:cubicBezTo>
                  <a:cubicBezTo>
                    <a:pt x="68073" y="52360"/>
                    <a:pt x="69387" y="49586"/>
                    <a:pt x="70310" y="46667"/>
                  </a:cubicBezTo>
                  <a:cubicBezTo>
                    <a:pt x="71379" y="43309"/>
                    <a:pt x="71916" y="39710"/>
                    <a:pt x="71916" y="35962"/>
                  </a:cubicBezTo>
                  <a:cubicBezTo>
                    <a:pt x="71916" y="32213"/>
                    <a:pt x="71332" y="28662"/>
                    <a:pt x="70310" y="25257"/>
                  </a:cubicBezTo>
                  <a:cubicBezTo>
                    <a:pt x="69241" y="21899"/>
                    <a:pt x="67730" y="18734"/>
                    <a:pt x="65785" y="15862"/>
                  </a:cubicBezTo>
                  <a:cubicBezTo>
                    <a:pt x="65154" y="14891"/>
                    <a:pt x="64471" y="13964"/>
                    <a:pt x="63694" y="13088"/>
                  </a:cubicBezTo>
                  <a:cubicBezTo>
                    <a:pt x="57074" y="5110"/>
                    <a:pt x="47101" y="0"/>
                    <a:pt x="35960" y="0"/>
                  </a:cubicBezTo>
                  <a:cubicBezTo>
                    <a:pt x="33672" y="0"/>
                    <a:pt x="31435" y="241"/>
                    <a:pt x="29245" y="632"/>
                  </a:cubicBezTo>
                  <a:cubicBezTo>
                    <a:pt x="28756" y="730"/>
                    <a:pt x="28271" y="825"/>
                    <a:pt x="27833" y="924"/>
                  </a:cubicBezTo>
                  <a:cubicBezTo>
                    <a:pt x="24184" y="1752"/>
                    <a:pt x="20779" y="3161"/>
                    <a:pt x="17663" y="5011"/>
                  </a:cubicBezTo>
                  <a:cubicBezTo>
                    <a:pt x="15181" y="6519"/>
                    <a:pt x="12845" y="8271"/>
                    <a:pt x="10754" y="10267"/>
                  </a:cubicBezTo>
                  <a:cubicBezTo>
                    <a:pt x="10656" y="10366"/>
                    <a:pt x="10609" y="10413"/>
                    <a:pt x="10510" y="10460"/>
                  </a:cubicBezTo>
                  <a:cubicBezTo>
                    <a:pt x="8080" y="12895"/>
                    <a:pt x="5985" y="15669"/>
                    <a:pt x="4332" y="18734"/>
                  </a:cubicBezTo>
                  <a:cubicBezTo>
                    <a:pt x="3211" y="20778"/>
                    <a:pt x="2288" y="22921"/>
                    <a:pt x="1606" y="25206"/>
                  </a:cubicBezTo>
                  <a:cubicBezTo>
                    <a:pt x="927" y="27447"/>
                    <a:pt x="438" y="29830"/>
                    <a:pt x="197" y="32213"/>
                  </a:cubicBezTo>
                  <a:cubicBezTo>
                    <a:pt x="51" y="33432"/>
                    <a:pt x="0" y="34648"/>
                    <a:pt x="0" y="35914"/>
                  </a:cubicBezTo>
                  <a:cubicBezTo>
                    <a:pt x="0" y="37177"/>
                    <a:pt x="51" y="38396"/>
                    <a:pt x="197" y="39612"/>
                  </a:cubicBezTo>
                  <a:cubicBezTo>
                    <a:pt x="438" y="42046"/>
                    <a:pt x="927" y="44382"/>
                    <a:pt x="1606" y="46619"/>
                  </a:cubicBezTo>
                  <a:lnTo>
                    <a:pt x="1558" y="46572"/>
                  </a:lnTo>
                  <a:close/>
                </a:path>
              </a:pathLst>
            </a:custGeom>
            <a:solidFill>
              <a:srgbClr val="007B85"/>
            </a:solidFill>
            <a:ln w="3646" cap="flat">
              <a:noFill/>
              <a:prstDash val="solid"/>
              <a:miter/>
            </a:ln>
          </p:spPr>
          <p:txBody>
            <a:bodyPr rtlCol="0" anchor="ctr"/>
            <a:lstStyle/>
            <a:p>
              <a:endParaRPr lang="en-GR"/>
            </a:p>
          </p:txBody>
        </p:sp>
        <p:sp>
          <p:nvSpPr>
            <p:cNvPr id="465" name="Freeform 381">
              <a:extLst>
                <a:ext uri="{FF2B5EF4-FFF2-40B4-BE49-F238E27FC236}">
                  <a16:creationId xmlns:a16="http://schemas.microsoft.com/office/drawing/2014/main" id="{CD5668B2-CD06-8B51-FA48-6BA4F6CA3ABD}"/>
                </a:ext>
              </a:extLst>
            </p:cNvPr>
            <p:cNvSpPr/>
            <p:nvPr/>
          </p:nvSpPr>
          <p:spPr>
            <a:xfrm>
              <a:off x="6766825" y="3180415"/>
              <a:ext cx="63631" cy="63683"/>
            </a:xfrm>
            <a:custGeom>
              <a:avLst/>
              <a:gdLst>
                <a:gd name="connsiteX0" fmla="*/ 4186 w 71868"/>
                <a:gd name="connsiteY0" fmla="*/ 53094 h 71926"/>
                <a:gd name="connsiteX1" fmla="*/ 18684 w 71868"/>
                <a:gd name="connsiteY1" fmla="*/ 67595 h 71926"/>
                <a:gd name="connsiteX2" fmla="*/ 21848 w 71868"/>
                <a:gd name="connsiteY2" fmla="*/ 69106 h 71926"/>
                <a:gd name="connsiteX3" fmla="*/ 35861 w 71868"/>
                <a:gd name="connsiteY3" fmla="*/ 71927 h 71926"/>
                <a:gd name="connsiteX4" fmla="*/ 49874 w 71868"/>
                <a:gd name="connsiteY4" fmla="*/ 69106 h 71926"/>
                <a:gd name="connsiteX5" fmla="*/ 53038 w 71868"/>
                <a:gd name="connsiteY5" fmla="*/ 67595 h 71926"/>
                <a:gd name="connsiteX6" fmla="*/ 67537 w 71868"/>
                <a:gd name="connsiteY6" fmla="*/ 53094 h 71926"/>
                <a:gd name="connsiteX7" fmla="*/ 71868 w 71868"/>
                <a:gd name="connsiteY7" fmla="*/ 35965 h 71926"/>
                <a:gd name="connsiteX8" fmla="*/ 63643 w 71868"/>
                <a:gd name="connsiteY8" fmla="*/ 13092 h 71926"/>
                <a:gd name="connsiteX9" fmla="*/ 58779 w 71868"/>
                <a:gd name="connsiteY9" fmla="*/ 8227 h 71926"/>
                <a:gd name="connsiteX10" fmla="*/ 56005 w 71868"/>
                <a:gd name="connsiteY10" fmla="*/ 6132 h 71926"/>
                <a:gd name="connsiteX11" fmla="*/ 35909 w 71868"/>
                <a:gd name="connsiteY11" fmla="*/ 0 h 71926"/>
                <a:gd name="connsiteX12" fmla="*/ 16933 w 71868"/>
                <a:gd name="connsiteY12" fmla="*/ 5453 h 71926"/>
                <a:gd name="connsiteX13" fmla="*/ 13042 w 71868"/>
                <a:gd name="connsiteY13" fmla="*/ 8227 h 71926"/>
                <a:gd name="connsiteX14" fmla="*/ 10510 w 71868"/>
                <a:gd name="connsiteY14" fmla="*/ 10562 h 71926"/>
                <a:gd name="connsiteX15" fmla="*/ 4332 w 71868"/>
                <a:gd name="connsiteY15" fmla="*/ 18833 h 71926"/>
                <a:gd name="connsiteX16" fmla="*/ 2824 w 71868"/>
                <a:gd name="connsiteY16" fmla="*/ 21997 h 71926"/>
                <a:gd name="connsiteX17" fmla="*/ 0 w 71868"/>
                <a:gd name="connsiteY17" fmla="*/ 36013 h 71926"/>
                <a:gd name="connsiteX18" fmla="*/ 2824 w 71868"/>
                <a:gd name="connsiteY18" fmla="*/ 50028 h 71926"/>
                <a:gd name="connsiteX19" fmla="*/ 4332 w 71868"/>
                <a:gd name="connsiteY19" fmla="*/ 53192 h 71926"/>
                <a:gd name="connsiteX20" fmla="*/ 4186 w 71868"/>
                <a:gd name="connsiteY20" fmla="*/ 53094 h 7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1868" h="71926">
                  <a:moveTo>
                    <a:pt x="4186" y="53094"/>
                  </a:moveTo>
                  <a:cubicBezTo>
                    <a:pt x="7496" y="59225"/>
                    <a:pt x="12553" y="64237"/>
                    <a:pt x="18684" y="67595"/>
                  </a:cubicBezTo>
                  <a:cubicBezTo>
                    <a:pt x="19706" y="68131"/>
                    <a:pt x="20779" y="68668"/>
                    <a:pt x="21848" y="69106"/>
                  </a:cubicBezTo>
                  <a:cubicBezTo>
                    <a:pt x="26129" y="70905"/>
                    <a:pt x="30898" y="71927"/>
                    <a:pt x="35861" y="71927"/>
                  </a:cubicBezTo>
                  <a:cubicBezTo>
                    <a:pt x="40824" y="71927"/>
                    <a:pt x="45543" y="70905"/>
                    <a:pt x="49874" y="69106"/>
                  </a:cubicBezTo>
                  <a:cubicBezTo>
                    <a:pt x="50943" y="68668"/>
                    <a:pt x="52016" y="68131"/>
                    <a:pt x="53038" y="67595"/>
                  </a:cubicBezTo>
                  <a:cubicBezTo>
                    <a:pt x="59169" y="64288"/>
                    <a:pt x="64179" y="59225"/>
                    <a:pt x="67537" y="53094"/>
                  </a:cubicBezTo>
                  <a:cubicBezTo>
                    <a:pt x="70310" y="47984"/>
                    <a:pt x="71868" y="42144"/>
                    <a:pt x="71868" y="35965"/>
                  </a:cubicBezTo>
                  <a:cubicBezTo>
                    <a:pt x="71868" y="27253"/>
                    <a:pt x="68803" y="19322"/>
                    <a:pt x="63643" y="13092"/>
                  </a:cubicBezTo>
                  <a:cubicBezTo>
                    <a:pt x="62183" y="11293"/>
                    <a:pt x="60530" y="9687"/>
                    <a:pt x="58779" y="8227"/>
                  </a:cubicBezTo>
                  <a:cubicBezTo>
                    <a:pt x="57903" y="7497"/>
                    <a:pt x="56980" y="6814"/>
                    <a:pt x="56005" y="6132"/>
                  </a:cubicBezTo>
                  <a:cubicBezTo>
                    <a:pt x="50265" y="2241"/>
                    <a:pt x="43353" y="0"/>
                    <a:pt x="35909" y="0"/>
                  </a:cubicBezTo>
                  <a:cubicBezTo>
                    <a:pt x="28953" y="0"/>
                    <a:pt x="22432" y="2044"/>
                    <a:pt x="16933" y="5453"/>
                  </a:cubicBezTo>
                  <a:cubicBezTo>
                    <a:pt x="15571" y="6278"/>
                    <a:pt x="14258" y="7205"/>
                    <a:pt x="13042" y="8227"/>
                  </a:cubicBezTo>
                  <a:cubicBezTo>
                    <a:pt x="12167" y="8957"/>
                    <a:pt x="11291" y="9734"/>
                    <a:pt x="10510" y="10562"/>
                  </a:cubicBezTo>
                  <a:cubicBezTo>
                    <a:pt x="8079" y="12993"/>
                    <a:pt x="5985" y="15767"/>
                    <a:pt x="4332" y="18833"/>
                  </a:cubicBezTo>
                  <a:cubicBezTo>
                    <a:pt x="3795" y="19855"/>
                    <a:pt x="3262" y="20928"/>
                    <a:pt x="2824" y="21997"/>
                  </a:cubicBezTo>
                  <a:cubicBezTo>
                    <a:pt x="1022" y="26279"/>
                    <a:pt x="0" y="31049"/>
                    <a:pt x="0" y="36013"/>
                  </a:cubicBezTo>
                  <a:cubicBezTo>
                    <a:pt x="0" y="40976"/>
                    <a:pt x="1022" y="45696"/>
                    <a:pt x="2824" y="50028"/>
                  </a:cubicBezTo>
                  <a:cubicBezTo>
                    <a:pt x="3262" y="51097"/>
                    <a:pt x="3795" y="52170"/>
                    <a:pt x="4332" y="53192"/>
                  </a:cubicBezTo>
                  <a:lnTo>
                    <a:pt x="4186" y="53094"/>
                  </a:lnTo>
                  <a:close/>
                </a:path>
              </a:pathLst>
            </a:custGeom>
            <a:solidFill>
              <a:srgbClr val="007B85"/>
            </a:solidFill>
            <a:ln w="3646" cap="flat">
              <a:noFill/>
              <a:prstDash val="solid"/>
              <a:miter/>
            </a:ln>
          </p:spPr>
          <p:txBody>
            <a:bodyPr rtlCol="0" anchor="ctr"/>
            <a:lstStyle/>
            <a:p>
              <a:endParaRPr lang="en-GR"/>
            </a:p>
          </p:txBody>
        </p:sp>
        <p:sp>
          <p:nvSpPr>
            <p:cNvPr id="466" name="Freeform 382">
              <a:extLst>
                <a:ext uri="{FF2B5EF4-FFF2-40B4-BE49-F238E27FC236}">
                  <a16:creationId xmlns:a16="http://schemas.microsoft.com/office/drawing/2014/main" id="{6371B4BC-33AA-DD37-F72C-AB9C1459FAC2}"/>
                </a:ext>
              </a:extLst>
            </p:cNvPr>
            <p:cNvSpPr/>
            <p:nvPr/>
          </p:nvSpPr>
          <p:spPr>
            <a:xfrm>
              <a:off x="6871943" y="3252717"/>
              <a:ext cx="81592" cy="52692"/>
            </a:xfrm>
            <a:custGeom>
              <a:avLst/>
              <a:gdLst>
                <a:gd name="connsiteX0" fmla="*/ 91815 w 92154"/>
                <a:gd name="connsiteY0" fmla="*/ 31534 h 59513"/>
                <a:gd name="connsiteX1" fmla="*/ 89480 w 92154"/>
                <a:gd name="connsiteY1" fmla="*/ 24673 h 59513"/>
                <a:gd name="connsiteX2" fmla="*/ 85049 w 92154"/>
                <a:gd name="connsiteY2" fmla="*/ 18395 h 59513"/>
                <a:gd name="connsiteX3" fmla="*/ 73470 w 92154"/>
                <a:gd name="connsiteY3" fmla="*/ 9489 h 59513"/>
                <a:gd name="connsiteX4" fmla="*/ 66270 w 92154"/>
                <a:gd name="connsiteY4" fmla="*/ 5986 h 59513"/>
                <a:gd name="connsiteX5" fmla="*/ 60286 w 92154"/>
                <a:gd name="connsiteY5" fmla="*/ 3891 h 59513"/>
                <a:gd name="connsiteX6" fmla="*/ 50943 w 92154"/>
                <a:gd name="connsiteY6" fmla="*/ 1555 h 59513"/>
                <a:gd name="connsiteX7" fmla="*/ 33522 w 92154"/>
                <a:gd name="connsiteY7" fmla="*/ 0 h 59513"/>
                <a:gd name="connsiteX8" fmla="*/ 27537 w 92154"/>
                <a:gd name="connsiteY8" fmla="*/ 193 h 59513"/>
                <a:gd name="connsiteX9" fmla="*/ 5594 w 92154"/>
                <a:gd name="connsiteY9" fmla="*/ 4234 h 59513"/>
                <a:gd name="connsiteX10" fmla="*/ 777 w 92154"/>
                <a:gd name="connsiteY10" fmla="*/ 5986 h 59513"/>
                <a:gd name="connsiteX11" fmla="*/ 0 w 92154"/>
                <a:gd name="connsiteY11" fmla="*/ 6325 h 59513"/>
                <a:gd name="connsiteX12" fmla="*/ 23355 w 92154"/>
                <a:gd name="connsiteY12" fmla="*/ 47641 h 59513"/>
                <a:gd name="connsiteX13" fmla="*/ 21797 w 92154"/>
                <a:gd name="connsiteY13" fmla="*/ 59514 h 59513"/>
                <a:gd name="connsiteX14" fmla="*/ 76145 w 92154"/>
                <a:gd name="connsiteY14" fmla="*/ 59514 h 59513"/>
                <a:gd name="connsiteX15" fmla="*/ 79408 w 92154"/>
                <a:gd name="connsiteY15" fmla="*/ 59127 h 59513"/>
                <a:gd name="connsiteX16" fmla="*/ 82422 w 92154"/>
                <a:gd name="connsiteY16" fmla="*/ 58397 h 59513"/>
                <a:gd name="connsiteX17" fmla="*/ 90888 w 92154"/>
                <a:gd name="connsiteY17" fmla="*/ 52849 h 59513"/>
                <a:gd name="connsiteX18" fmla="*/ 92155 w 92154"/>
                <a:gd name="connsiteY18" fmla="*/ 48955 h 59513"/>
                <a:gd name="connsiteX19" fmla="*/ 92155 w 92154"/>
                <a:gd name="connsiteY19" fmla="*/ 35086 h 59513"/>
                <a:gd name="connsiteX20" fmla="*/ 91863 w 92154"/>
                <a:gd name="connsiteY20" fmla="*/ 31483 h 59513"/>
                <a:gd name="connsiteX21" fmla="*/ 91815 w 92154"/>
                <a:gd name="connsiteY21" fmla="*/ 31534 h 59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154" h="59513">
                  <a:moveTo>
                    <a:pt x="91815" y="31534"/>
                  </a:moveTo>
                  <a:cubicBezTo>
                    <a:pt x="91425" y="29147"/>
                    <a:pt x="90647" y="26863"/>
                    <a:pt x="89480" y="24673"/>
                  </a:cubicBezTo>
                  <a:cubicBezTo>
                    <a:pt x="88312" y="22483"/>
                    <a:pt x="86852" y="20340"/>
                    <a:pt x="85049" y="18395"/>
                  </a:cubicBezTo>
                  <a:cubicBezTo>
                    <a:pt x="82035" y="15037"/>
                    <a:pt x="78094" y="12066"/>
                    <a:pt x="73470" y="9489"/>
                  </a:cubicBezTo>
                  <a:cubicBezTo>
                    <a:pt x="71234" y="8223"/>
                    <a:pt x="68847" y="7055"/>
                    <a:pt x="66270" y="5986"/>
                  </a:cubicBezTo>
                  <a:cubicBezTo>
                    <a:pt x="64373" y="5205"/>
                    <a:pt x="62329" y="4526"/>
                    <a:pt x="60286" y="3891"/>
                  </a:cubicBezTo>
                  <a:cubicBezTo>
                    <a:pt x="57315" y="2967"/>
                    <a:pt x="54202" y="2190"/>
                    <a:pt x="50943" y="1555"/>
                  </a:cubicBezTo>
                  <a:cubicBezTo>
                    <a:pt x="45444" y="533"/>
                    <a:pt x="39605" y="0"/>
                    <a:pt x="33522" y="0"/>
                  </a:cubicBezTo>
                  <a:cubicBezTo>
                    <a:pt x="31478" y="0"/>
                    <a:pt x="29486" y="47"/>
                    <a:pt x="27537" y="193"/>
                  </a:cubicBezTo>
                  <a:cubicBezTo>
                    <a:pt x="19655" y="679"/>
                    <a:pt x="12261" y="2091"/>
                    <a:pt x="5594" y="4234"/>
                  </a:cubicBezTo>
                  <a:cubicBezTo>
                    <a:pt x="3941" y="4767"/>
                    <a:pt x="2336" y="5351"/>
                    <a:pt x="777" y="5986"/>
                  </a:cubicBezTo>
                  <a:cubicBezTo>
                    <a:pt x="485" y="6080"/>
                    <a:pt x="241" y="6227"/>
                    <a:pt x="0" y="6325"/>
                  </a:cubicBezTo>
                  <a:cubicBezTo>
                    <a:pt x="13962" y="14793"/>
                    <a:pt x="23355" y="30122"/>
                    <a:pt x="23355" y="47641"/>
                  </a:cubicBezTo>
                  <a:cubicBezTo>
                    <a:pt x="23355" y="51776"/>
                    <a:pt x="22771" y="55718"/>
                    <a:pt x="21797" y="59514"/>
                  </a:cubicBezTo>
                  <a:lnTo>
                    <a:pt x="76145" y="59514"/>
                  </a:lnTo>
                  <a:cubicBezTo>
                    <a:pt x="77266" y="59466"/>
                    <a:pt x="78335" y="59320"/>
                    <a:pt x="79408" y="59127"/>
                  </a:cubicBezTo>
                  <a:cubicBezTo>
                    <a:pt x="80430" y="58930"/>
                    <a:pt x="81451" y="58689"/>
                    <a:pt x="82422" y="58397"/>
                  </a:cubicBezTo>
                  <a:cubicBezTo>
                    <a:pt x="86269" y="57229"/>
                    <a:pt x="89283" y="55233"/>
                    <a:pt x="90888" y="52849"/>
                  </a:cubicBezTo>
                  <a:cubicBezTo>
                    <a:pt x="91717" y="51630"/>
                    <a:pt x="92155" y="50316"/>
                    <a:pt x="92155" y="48955"/>
                  </a:cubicBezTo>
                  <a:lnTo>
                    <a:pt x="92155" y="35086"/>
                  </a:lnTo>
                  <a:cubicBezTo>
                    <a:pt x="92155" y="33870"/>
                    <a:pt x="92056" y="32651"/>
                    <a:pt x="91863" y="31483"/>
                  </a:cubicBezTo>
                  <a:lnTo>
                    <a:pt x="91815" y="31534"/>
                  </a:lnTo>
                  <a:close/>
                </a:path>
              </a:pathLst>
            </a:custGeom>
            <a:solidFill>
              <a:srgbClr val="007B85"/>
            </a:solidFill>
            <a:ln w="3646" cap="flat">
              <a:noFill/>
              <a:prstDash val="solid"/>
              <a:miter/>
            </a:ln>
          </p:spPr>
          <p:txBody>
            <a:bodyPr rtlCol="0" anchor="ctr"/>
            <a:lstStyle/>
            <a:p>
              <a:endParaRPr lang="en-GR"/>
            </a:p>
          </p:txBody>
        </p:sp>
        <p:sp>
          <p:nvSpPr>
            <p:cNvPr id="467" name="Freeform 383">
              <a:extLst>
                <a:ext uri="{FF2B5EF4-FFF2-40B4-BE49-F238E27FC236}">
                  <a16:creationId xmlns:a16="http://schemas.microsoft.com/office/drawing/2014/main" id="{9B4B80C3-A16E-CF21-063A-22FE0E141CE5}"/>
                </a:ext>
              </a:extLst>
            </p:cNvPr>
            <p:cNvSpPr/>
            <p:nvPr/>
          </p:nvSpPr>
          <p:spPr>
            <a:xfrm>
              <a:off x="6799181" y="3334538"/>
              <a:ext cx="101537" cy="51616"/>
            </a:xfrm>
            <a:custGeom>
              <a:avLst/>
              <a:gdLst>
                <a:gd name="connsiteX0" fmla="*/ 57315 w 114681"/>
                <a:gd name="connsiteY0" fmla="*/ 0 h 58298"/>
                <a:gd name="connsiteX1" fmla="*/ 0 w 114681"/>
                <a:gd name="connsiteY1" fmla="*/ 34403 h 58298"/>
                <a:gd name="connsiteX2" fmla="*/ 0 w 114681"/>
                <a:gd name="connsiteY2" fmla="*/ 48127 h 58298"/>
                <a:gd name="connsiteX3" fmla="*/ 15619 w 114681"/>
                <a:gd name="connsiteY3" fmla="*/ 58299 h 58298"/>
                <a:gd name="connsiteX4" fmla="*/ 99015 w 114681"/>
                <a:gd name="connsiteY4" fmla="*/ 58299 h 58298"/>
                <a:gd name="connsiteX5" fmla="*/ 114682 w 114681"/>
                <a:gd name="connsiteY5" fmla="*/ 47981 h 58298"/>
                <a:gd name="connsiteX6" fmla="*/ 114682 w 114681"/>
                <a:gd name="connsiteY6" fmla="*/ 34403 h 58298"/>
                <a:gd name="connsiteX7" fmla="*/ 57366 w 114681"/>
                <a:gd name="connsiteY7" fmla="*/ 0 h 58298"/>
                <a:gd name="connsiteX8" fmla="*/ 57315 w 114681"/>
                <a:gd name="connsiteY8" fmla="*/ 0 h 58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681" h="58298">
                  <a:moveTo>
                    <a:pt x="57315" y="0"/>
                  </a:moveTo>
                  <a:cubicBezTo>
                    <a:pt x="25640" y="0"/>
                    <a:pt x="0" y="15377"/>
                    <a:pt x="0" y="34403"/>
                  </a:cubicBezTo>
                  <a:lnTo>
                    <a:pt x="0" y="48127"/>
                  </a:lnTo>
                  <a:cubicBezTo>
                    <a:pt x="194" y="53433"/>
                    <a:pt x="6956" y="57762"/>
                    <a:pt x="15619" y="58299"/>
                  </a:cubicBezTo>
                  <a:lnTo>
                    <a:pt x="99015" y="58299"/>
                  </a:lnTo>
                  <a:cubicBezTo>
                    <a:pt x="107774" y="57762"/>
                    <a:pt x="114587" y="53382"/>
                    <a:pt x="114682" y="47981"/>
                  </a:cubicBezTo>
                  <a:lnTo>
                    <a:pt x="114682" y="34403"/>
                  </a:lnTo>
                  <a:cubicBezTo>
                    <a:pt x="114682" y="15424"/>
                    <a:pt x="88991" y="0"/>
                    <a:pt x="57366" y="0"/>
                  </a:cubicBezTo>
                  <a:lnTo>
                    <a:pt x="57315" y="0"/>
                  </a:lnTo>
                  <a:close/>
                </a:path>
              </a:pathLst>
            </a:custGeom>
            <a:solidFill>
              <a:srgbClr val="007B85"/>
            </a:solidFill>
            <a:ln w="3646" cap="flat">
              <a:noFill/>
              <a:prstDash val="solid"/>
              <a:miter/>
            </a:ln>
          </p:spPr>
          <p:txBody>
            <a:bodyPr rtlCol="0" anchor="ctr"/>
            <a:lstStyle/>
            <a:p>
              <a:endParaRPr lang="en-GR"/>
            </a:p>
          </p:txBody>
        </p:sp>
        <p:sp>
          <p:nvSpPr>
            <p:cNvPr id="468" name="Freeform 384">
              <a:extLst>
                <a:ext uri="{FF2B5EF4-FFF2-40B4-BE49-F238E27FC236}">
                  <a16:creationId xmlns:a16="http://schemas.microsoft.com/office/drawing/2014/main" id="{5E51C89A-2475-F2B9-DFA3-089CF773343A}"/>
                </a:ext>
              </a:extLst>
            </p:cNvPr>
            <p:cNvSpPr/>
            <p:nvPr/>
          </p:nvSpPr>
          <p:spPr>
            <a:xfrm>
              <a:off x="6818650" y="3263745"/>
              <a:ext cx="62293" cy="62303"/>
            </a:xfrm>
            <a:custGeom>
              <a:avLst/>
              <a:gdLst>
                <a:gd name="connsiteX0" fmla="*/ 0 w 70357"/>
                <a:gd name="connsiteY0" fmla="*/ 35184 h 70368"/>
                <a:gd name="connsiteX1" fmla="*/ 35179 w 70357"/>
                <a:gd name="connsiteY1" fmla="*/ 70369 h 70368"/>
                <a:gd name="connsiteX2" fmla="*/ 70358 w 70357"/>
                <a:gd name="connsiteY2" fmla="*/ 35184 h 70368"/>
                <a:gd name="connsiteX3" fmla="*/ 35179 w 70357"/>
                <a:gd name="connsiteY3" fmla="*/ 0 h 70368"/>
                <a:gd name="connsiteX4" fmla="*/ 0 w 70357"/>
                <a:gd name="connsiteY4" fmla="*/ 35184 h 70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357" h="70368">
                  <a:moveTo>
                    <a:pt x="0" y="35184"/>
                  </a:moveTo>
                  <a:cubicBezTo>
                    <a:pt x="0" y="54601"/>
                    <a:pt x="15765" y="70369"/>
                    <a:pt x="35179" y="70369"/>
                  </a:cubicBezTo>
                  <a:cubicBezTo>
                    <a:pt x="54593" y="70369"/>
                    <a:pt x="70358" y="54601"/>
                    <a:pt x="70358" y="35184"/>
                  </a:cubicBezTo>
                  <a:cubicBezTo>
                    <a:pt x="70358" y="15767"/>
                    <a:pt x="54593" y="0"/>
                    <a:pt x="35179" y="0"/>
                  </a:cubicBezTo>
                  <a:cubicBezTo>
                    <a:pt x="15765" y="0"/>
                    <a:pt x="0" y="15767"/>
                    <a:pt x="0" y="35184"/>
                  </a:cubicBezTo>
                  <a:close/>
                </a:path>
              </a:pathLst>
            </a:custGeom>
            <a:solidFill>
              <a:srgbClr val="007B85"/>
            </a:solidFill>
            <a:ln w="3646" cap="flat">
              <a:noFill/>
              <a:prstDash val="solid"/>
              <a:miter/>
            </a:ln>
          </p:spPr>
          <p:txBody>
            <a:bodyPr rtlCol="0" anchor="ctr"/>
            <a:lstStyle/>
            <a:p>
              <a:endParaRPr lang="en-GR"/>
            </a:p>
          </p:txBody>
        </p:sp>
        <p:sp>
          <p:nvSpPr>
            <p:cNvPr id="469" name="Freeform 385">
              <a:extLst>
                <a:ext uri="{FF2B5EF4-FFF2-40B4-BE49-F238E27FC236}">
                  <a16:creationId xmlns:a16="http://schemas.microsoft.com/office/drawing/2014/main" id="{C240DCD5-0C6E-3A30-A9B8-1640BF592C97}"/>
                </a:ext>
              </a:extLst>
            </p:cNvPr>
            <p:cNvSpPr/>
            <p:nvPr/>
          </p:nvSpPr>
          <p:spPr>
            <a:xfrm>
              <a:off x="6746709" y="3252717"/>
              <a:ext cx="81204" cy="52780"/>
            </a:xfrm>
            <a:custGeom>
              <a:avLst/>
              <a:gdLst>
                <a:gd name="connsiteX0" fmla="*/ 68117 w 91716"/>
                <a:gd name="connsiteY0" fmla="*/ 47641 h 59612"/>
                <a:gd name="connsiteX1" fmla="*/ 91717 w 91716"/>
                <a:gd name="connsiteY1" fmla="*/ 6179 h 59612"/>
                <a:gd name="connsiteX2" fmla="*/ 86560 w 91716"/>
                <a:gd name="connsiteY2" fmla="*/ 4234 h 59612"/>
                <a:gd name="connsiteX3" fmla="*/ 77218 w 91716"/>
                <a:gd name="connsiteY3" fmla="*/ 1847 h 59612"/>
                <a:gd name="connsiteX4" fmla="*/ 58629 w 91716"/>
                <a:gd name="connsiteY4" fmla="*/ 0 h 59612"/>
                <a:gd name="connsiteX5" fmla="*/ 17173 w 91716"/>
                <a:gd name="connsiteY5" fmla="*/ 10314 h 59612"/>
                <a:gd name="connsiteX6" fmla="*/ 2627 w 91716"/>
                <a:gd name="connsiteY6" fmla="*/ 24720 h 59612"/>
                <a:gd name="connsiteX7" fmla="*/ 292 w 91716"/>
                <a:gd name="connsiteY7" fmla="*/ 31582 h 59612"/>
                <a:gd name="connsiteX8" fmla="*/ 0 w 91716"/>
                <a:gd name="connsiteY8" fmla="*/ 35184 h 59612"/>
                <a:gd name="connsiteX9" fmla="*/ 0 w 91716"/>
                <a:gd name="connsiteY9" fmla="*/ 49199 h 59612"/>
                <a:gd name="connsiteX10" fmla="*/ 15958 w 91716"/>
                <a:gd name="connsiteY10" fmla="*/ 59612 h 59612"/>
                <a:gd name="connsiteX11" fmla="*/ 69577 w 91716"/>
                <a:gd name="connsiteY11" fmla="*/ 59612 h 59612"/>
                <a:gd name="connsiteX12" fmla="*/ 68022 w 91716"/>
                <a:gd name="connsiteY12" fmla="*/ 47739 h 59612"/>
                <a:gd name="connsiteX13" fmla="*/ 68117 w 91716"/>
                <a:gd name="connsiteY13" fmla="*/ 47641 h 59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716" h="59612">
                  <a:moveTo>
                    <a:pt x="68117" y="47641"/>
                  </a:moveTo>
                  <a:cubicBezTo>
                    <a:pt x="68117" y="30023"/>
                    <a:pt x="77605" y="14647"/>
                    <a:pt x="91717" y="6179"/>
                  </a:cubicBezTo>
                  <a:cubicBezTo>
                    <a:pt x="90064" y="5497"/>
                    <a:pt x="88360" y="4818"/>
                    <a:pt x="86560" y="4234"/>
                  </a:cubicBezTo>
                  <a:cubicBezTo>
                    <a:pt x="83590" y="3259"/>
                    <a:pt x="80477" y="2482"/>
                    <a:pt x="77218" y="1847"/>
                  </a:cubicBezTo>
                  <a:cubicBezTo>
                    <a:pt x="71379" y="679"/>
                    <a:pt x="65103" y="0"/>
                    <a:pt x="58629" y="0"/>
                  </a:cubicBezTo>
                  <a:cubicBezTo>
                    <a:pt x="42426" y="0"/>
                    <a:pt x="27782" y="3942"/>
                    <a:pt x="17173" y="10314"/>
                  </a:cubicBezTo>
                  <a:cubicBezTo>
                    <a:pt x="10557" y="14307"/>
                    <a:pt x="5496" y="19220"/>
                    <a:pt x="2627" y="24720"/>
                  </a:cubicBezTo>
                  <a:cubicBezTo>
                    <a:pt x="1507" y="26910"/>
                    <a:pt x="679" y="29199"/>
                    <a:pt x="292" y="31582"/>
                  </a:cubicBezTo>
                  <a:cubicBezTo>
                    <a:pt x="95" y="32750"/>
                    <a:pt x="0" y="33965"/>
                    <a:pt x="0" y="35184"/>
                  </a:cubicBezTo>
                  <a:lnTo>
                    <a:pt x="0" y="49199"/>
                  </a:lnTo>
                  <a:cubicBezTo>
                    <a:pt x="193" y="54649"/>
                    <a:pt x="7101" y="59076"/>
                    <a:pt x="15958" y="59612"/>
                  </a:cubicBezTo>
                  <a:lnTo>
                    <a:pt x="69577" y="59612"/>
                  </a:lnTo>
                  <a:cubicBezTo>
                    <a:pt x="68606" y="55816"/>
                    <a:pt x="68022" y="51827"/>
                    <a:pt x="68022" y="47739"/>
                  </a:cubicBezTo>
                  <a:lnTo>
                    <a:pt x="68117" y="47641"/>
                  </a:lnTo>
                  <a:close/>
                </a:path>
              </a:pathLst>
            </a:custGeom>
            <a:solidFill>
              <a:srgbClr val="007B85"/>
            </a:solidFill>
            <a:ln w="3646" cap="flat">
              <a:noFill/>
              <a:prstDash val="solid"/>
              <a:miter/>
            </a:ln>
          </p:spPr>
          <p:txBody>
            <a:bodyPr rtlCol="0" anchor="ctr"/>
            <a:lstStyle/>
            <a:p>
              <a:endParaRPr lang="en-GR"/>
            </a:p>
          </p:txBody>
        </p:sp>
      </p:grpSp>
      <p:grpSp>
        <p:nvGrpSpPr>
          <p:cNvPr id="470" name="Group 469">
            <a:extLst>
              <a:ext uri="{FF2B5EF4-FFF2-40B4-BE49-F238E27FC236}">
                <a16:creationId xmlns:a16="http://schemas.microsoft.com/office/drawing/2014/main" id="{39410519-2B4F-1423-0B5A-F8BEFF9416E1}"/>
              </a:ext>
            </a:extLst>
          </p:cNvPr>
          <p:cNvGrpSpPr/>
          <p:nvPr/>
        </p:nvGrpSpPr>
        <p:grpSpPr>
          <a:xfrm>
            <a:off x="8247856" y="3193299"/>
            <a:ext cx="175896" cy="180964"/>
            <a:chOff x="7095700" y="3193299"/>
            <a:chExt cx="175896" cy="180964"/>
          </a:xfrm>
        </p:grpSpPr>
        <p:sp>
          <p:nvSpPr>
            <p:cNvPr id="471" name="Freeform 386">
              <a:extLst>
                <a:ext uri="{FF2B5EF4-FFF2-40B4-BE49-F238E27FC236}">
                  <a16:creationId xmlns:a16="http://schemas.microsoft.com/office/drawing/2014/main" id="{CE04E8A8-CD49-7B45-C157-64769E9443C3}"/>
                </a:ext>
              </a:extLst>
            </p:cNvPr>
            <p:cNvSpPr/>
            <p:nvPr/>
          </p:nvSpPr>
          <p:spPr>
            <a:xfrm>
              <a:off x="7124347" y="3193299"/>
              <a:ext cx="91611" cy="91631"/>
            </a:xfrm>
            <a:custGeom>
              <a:avLst/>
              <a:gdLst>
                <a:gd name="connsiteX0" fmla="*/ 71532 w 103470"/>
                <a:gd name="connsiteY0" fmla="*/ 3952 h 103492"/>
                <a:gd name="connsiteX1" fmla="*/ 3951 w 103470"/>
                <a:gd name="connsiteY1" fmla="*/ 31950 h 103492"/>
                <a:gd name="connsiteX2" fmla="*/ 31945 w 103470"/>
                <a:gd name="connsiteY2" fmla="*/ 99541 h 103492"/>
                <a:gd name="connsiteX3" fmla="*/ 99529 w 103470"/>
                <a:gd name="connsiteY3" fmla="*/ 71543 h 103492"/>
                <a:gd name="connsiteX4" fmla="*/ 71532 w 103470"/>
                <a:gd name="connsiteY4" fmla="*/ 3952 h 103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70" h="103492">
                  <a:moveTo>
                    <a:pt x="71532" y="3952"/>
                  </a:moveTo>
                  <a:cubicBezTo>
                    <a:pt x="45140" y="-6983"/>
                    <a:pt x="14884" y="5551"/>
                    <a:pt x="3951" y="31950"/>
                  </a:cubicBezTo>
                  <a:cubicBezTo>
                    <a:pt x="-6982" y="58346"/>
                    <a:pt x="5553" y="88606"/>
                    <a:pt x="31945" y="99541"/>
                  </a:cubicBezTo>
                  <a:cubicBezTo>
                    <a:pt x="58336" y="110476"/>
                    <a:pt x="88592" y="97939"/>
                    <a:pt x="99529" y="71543"/>
                  </a:cubicBezTo>
                  <a:cubicBezTo>
                    <a:pt x="110440" y="45148"/>
                    <a:pt x="97923" y="14884"/>
                    <a:pt x="71532" y="3952"/>
                  </a:cubicBezTo>
                  <a:close/>
                </a:path>
              </a:pathLst>
            </a:custGeom>
            <a:solidFill>
              <a:srgbClr val="007B85"/>
            </a:solidFill>
            <a:ln w="3646" cap="flat">
              <a:noFill/>
              <a:prstDash val="solid"/>
              <a:miter/>
            </a:ln>
          </p:spPr>
          <p:txBody>
            <a:bodyPr rtlCol="0" anchor="ctr"/>
            <a:lstStyle/>
            <a:p>
              <a:endParaRPr lang="en-GR"/>
            </a:p>
          </p:txBody>
        </p:sp>
        <p:sp>
          <p:nvSpPr>
            <p:cNvPr id="472" name="Freeform 387">
              <a:extLst>
                <a:ext uri="{FF2B5EF4-FFF2-40B4-BE49-F238E27FC236}">
                  <a16:creationId xmlns:a16="http://schemas.microsoft.com/office/drawing/2014/main" id="{D2A49C73-C661-DE79-91AE-F5C8359C8CAE}"/>
                </a:ext>
              </a:extLst>
            </p:cNvPr>
            <p:cNvSpPr/>
            <p:nvPr/>
          </p:nvSpPr>
          <p:spPr>
            <a:xfrm>
              <a:off x="7095700" y="3297360"/>
              <a:ext cx="102917" cy="75836"/>
            </a:xfrm>
            <a:custGeom>
              <a:avLst/>
              <a:gdLst>
                <a:gd name="connsiteX0" fmla="*/ 97023 w 116239"/>
                <a:gd name="connsiteY0" fmla="*/ 42801 h 85653"/>
                <a:gd name="connsiteX1" fmla="*/ 113029 w 116239"/>
                <a:gd name="connsiteY1" fmla="*/ 3062 h 85653"/>
                <a:gd name="connsiteX2" fmla="*/ 84283 w 116239"/>
                <a:gd name="connsiteY2" fmla="*/ 0 h 85653"/>
                <a:gd name="connsiteX3" fmla="*/ 0 w 116239"/>
                <a:gd name="connsiteY3" fmla="*/ 50532 h 85653"/>
                <a:gd name="connsiteX4" fmla="*/ 0 w 116239"/>
                <a:gd name="connsiteY4" fmla="*/ 70700 h 85653"/>
                <a:gd name="connsiteX5" fmla="*/ 22976 w 116239"/>
                <a:gd name="connsiteY5" fmla="*/ 85654 h 85653"/>
                <a:gd name="connsiteX6" fmla="*/ 116240 w 116239"/>
                <a:gd name="connsiteY6" fmla="*/ 85654 h 85653"/>
                <a:gd name="connsiteX7" fmla="*/ 97023 w 116239"/>
                <a:gd name="connsiteY7" fmla="*/ 42801 h 85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239" h="85653">
                  <a:moveTo>
                    <a:pt x="97023" y="42801"/>
                  </a:moveTo>
                  <a:cubicBezTo>
                    <a:pt x="97023" y="27399"/>
                    <a:pt x="103146" y="13398"/>
                    <a:pt x="113029" y="3062"/>
                  </a:cubicBezTo>
                  <a:cubicBezTo>
                    <a:pt x="104048" y="1106"/>
                    <a:pt x="94417" y="0"/>
                    <a:pt x="84283" y="0"/>
                  </a:cubicBezTo>
                  <a:cubicBezTo>
                    <a:pt x="37726" y="0"/>
                    <a:pt x="0" y="22632"/>
                    <a:pt x="0" y="50532"/>
                  </a:cubicBezTo>
                  <a:lnTo>
                    <a:pt x="0" y="70700"/>
                  </a:lnTo>
                  <a:cubicBezTo>
                    <a:pt x="252" y="78529"/>
                    <a:pt x="10233" y="84902"/>
                    <a:pt x="22976" y="85654"/>
                  </a:cubicBezTo>
                  <a:lnTo>
                    <a:pt x="116240" y="85654"/>
                  </a:lnTo>
                  <a:cubicBezTo>
                    <a:pt x="104500" y="75117"/>
                    <a:pt x="97023" y="59813"/>
                    <a:pt x="97023" y="42801"/>
                  </a:cubicBezTo>
                  <a:close/>
                </a:path>
              </a:pathLst>
            </a:custGeom>
            <a:solidFill>
              <a:srgbClr val="007B85"/>
            </a:solidFill>
            <a:ln w="3646" cap="flat">
              <a:noFill/>
              <a:prstDash val="solid"/>
              <a:miter/>
            </a:ln>
          </p:spPr>
          <p:txBody>
            <a:bodyPr rtlCol="0" anchor="ctr"/>
            <a:lstStyle/>
            <a:p>
              <a:endParaRPr lang="en-GR"/>
            </a:p>
          </p:txBody>
        </p:sp>
        <p:sp>
          <p:nvSpPr>
            <p:cNvPr id="473" name="Freeform 388">
              <a:extLst>
                <a:ext uri="{FF2B5EF4-FFF2-40B4-BE49-F238E27FC236}">
                  <a16:creationId xmlns:a16="http://schemas.microsoft.com/office/drawing/2014/main" id="{40F64129-C538-CE41-13AB-5B79C5E5B674}"/>
                </a:ext>
              </a:extLst>
            </p:cNvPr>
            <p:cNvSpPr/>
            <p:nvPr/>
          </p:nvSpPr>
          <p:spPr>
            <a:xfrm>
              <a:off x="7193597" y="3296251"/>
              <a:ext cx="77999" cy="78012"/>
            </a:xfrm>
            <a:custGeom>
              <a:avLst/>
              <a:gdLst>
                <a:gd name="connsiteX0" fmla="*/ 0 w 88096"/>
                <a:gd name="connsiteY0" fmla="*/ 44053 h 88110"/>
                <a:gd name="connsiteX1" fmla="*/ 44050 w 88096"/>
                <a:gd name="connsiteY1" fmla="*/ 0 h 88110"/>
                <a:gd name="connsiteX2" fmla="*/ 88097 w 88096"/>
                <a:gd name="connsiteY2" fmla="*/ 44053 h 88110"/>
                <a:gd name="connsiteX3" fmla="*/ 44050 w 88096"/>
                <a:gd name="connsiteY3" fmla="*/ 88110 h 88110"/>
                <a:gd name="connsiteX4" fmla="*/ 0 w 88096"/>
                <a:gd name="connsiteY4" fmla="*/ 44053 h 88110"/>
                <a:gd name="connsiteX5" fmla="*/ 49050 w 88096"/>
                <a:gd name="connsiteY5" fmla="*/ 49072 h 88110"/>
                <a:gd name="connsiteX6" fmla="*/ 70872 w 88096"/>
                <a:gd name="connsiteY6" fmla="*/ 49072 h 88110"/>
                <a:gd name="connsiteX7" fmla="*/ 70872 w 88096"/>
                <a:gd name="connsiteY7" fmla="*/ 39038 h 88110"/>
                <a:gd name="connsiteX8" fmla="*/ 49050 w 88096"/>
                <a:gd name="connsiteY8" fmla="*/ 39038 h 88110"/>
                <a:gd name="connsiteX9" fmla="*/ 49050 w 88096"/>
                <a:gd name="connsiteY9" fmla="*/ 17209 h 88110"/>
                <a:gd name="connsiteX10" fmla="*/ 39014 w 88096"/>
                <a:gd name="connsiteY10" fmla="*/ 17209 h 88110"/>
                <a:gd name="connsiteX11" fmla="*/ 39014 w 88096"/>
                <a:gd name="connsiteY11" fmla="*/ 39038 h 88110"/>
                <a:gd name="connsiteX12" fmla="*/ 17192 w 88096"/>
                <a:gd name="connsiteY12" fmla="*/ 39038 h 88110"/>
                <a:gd name="connsiteX13" fmla="*/ 17192 w 88096"/>
                <a:gd name="connsiteY13" fmla="*/ 49072 h 88110"/>
                <a:gd name="connsiteX14" fmla="*/ 39014 w 88096"/>
                <a:gd name="connsiteY14" fmla="*/ 49072 h 88110"/>
                <a:gd name="connsiteX15" fmla="*/ 39014 w 88096"/>
                <a:gd name="connsiteY15" fmla="*/ 70901 h 88110"/>
                <a:gd name="connsiteX16" fmla="*/ 49050 w 88096"/>
                <a:gd name="connsiteY16" fmla="*/ 70901 h 88110"/>
                <a:gd name="connsiteX17" fmla="*/ 49050 w 88096"/>
                <a:gd name="connsiteY17" fmla="*/ 49072 h 88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8096" h="88110">
                  <a:moveTo>
                    <a:pt x="0" y="44053"/>
                  </a:moveTo>
                  <a:cubicBezTo>
                    <a:pt x="0" y="19720"/>
                    <a:pt x="19710" y="0"/>
                    <a:pt x="44050" y="0"/>
                  </a:cubicBezTo>
                  <a:cubicBezTo>
                    <a:pt x="68391" y="0"/>
                    <a:pt x="88097" y="19720"/>
                    <a:pt x="88097" y="44053"/>
                  </a:cubicBezTo>
                  <a:cubicBezTo>
                    <a:pt x="88097" y="68390"/>
                    <a:pt x="68391" y="88110"/>
                    <a:pt x="44050" y="88110"/>
                  </a:cubicBezTo>
                  <a:cubicBezTo>
                    <a:pt x="19710" y="88110"/>
                    <a:pt x="0" y="68390"/>
                    <a:pt x="0" y="44053"/>
                  </a:cubicBezTo>
                  <a:close/>
                  <a:moveTo>
                    <a:pt x="49050" y="49072"/>
                  </a:moveTo>
                  <a:lnTo>
                    <a:pt x="70872" y="49072"/>
                  </a:lnTo>
                  <a:lnTo>
                    <a:pt x="70872" y="39038"/>
                  </a:lnTo>
                  <a:lnTo>
                    <a:pt x="49050" y="39038"/>
                  </a:lnTo>
                  <a:lnTo>
                    <a:pt x="49050" y="17209"/>
                  </a:lnTo>
                  <a:lnTo>
                    <a:pt x="39014" y="17209"/>
                  </a:lnTo>
                  <a:lnTo>
                    <a:pt x="39014" y="39038"/>
                  </a:lnTo>
                  <a:lnTo>
                    <a:pt x="17192" y="39038"/>
                  </a:lnTo>
                  <a:lnTo>
                    <a:pt x="17192" y="49072"/>
                  </a:lnTo>
                  <a:lnTo>
                    <a:pt x="39014" y="49072"/>
                  </a:lnTo>
                  <a:lnTo>
                    <a:pt x="39014" y="70901"/>
                  </a:lnTo>
                  <a:lnTo>
                    <a:pt x="49050" y="70901"/>
                  </a:lnTo>
                  <a:lnTo>
                    <a:pt x="49050" y="49072"/>
                  </a:lnTo>
                  <a:close/>
                </a:path>
              </a:pathLst>
            </a:custGeom>
            <a:solidFill>
              <a:srgbClr val="007B85"/>
            </a:solidFill>
            <a:ln w="3646" cap="flat">
              <a:noFill/>
              <a:prstDash val="solid"/>
              <a:miter/>
            </a:ln>
          </p:spPr>
          <p:txBody>
            <a:bodyPr rtlCol="0" anchor="ctr"/>
            <a:lstStyle/>
            <a:p>
              <a:endParaRPr lang="en-GR"/>
            </a:p>
          </p:txBody>
        </p:sp>
      </p:grpSp>
      <p:grpSp>
        <p:nvGrpSpPr>
          <p:cNvPr id="474" name="Group 473">
            <a:extLst>
              <a:ext uri="{FF2B5EF4-FFF2-40B4-BE49-F238E27FC236}">
                <a16:creationId xmlns:a16="http://schemas.microsoft.com/office/drawing/2014/main" id="{AC00AA99-BD20-0E64-2EC5-CCA72E589BF2}"/>
              </a:ext>
            </a:extLst>
          </p:cNvPr>
          <p:cNvGrpSpPr/>
          <p:nvPr/>
        </p:nvGrpSpPr>
        <p:grpSpPr>
          <a:xfrm>
            <a:off x="8574189" y="3202993"/>
            <a:ext cx="187366" cy="158670"/>
            <a:chOff x="7422033" y="3202993"/>
            <a:chExt cx="187366" cy="158670"/>
          </a:xfrm>
        </p:grpSpPr>
        <p:sp>
          <p:nvSpPr>
            <p:cNvPr id="475" name="Freeform 389">
              <a:extLst>
                <a:ext uri="{FF2B5EF4-FFF2-40B4-BE49-F238E27FC236}">
                  <a16:creationId xmlns:a16="http://schemas.microsoft.com/office/drawing/2014/main" id="{69C2775B-BCE0-2A96-AA30-0DE72ACAFD9F}"/>
                </a:ext>
              </a:extLst>
            </p:cNvPr>
            <p:cNvSpPr/>
            <p:nvPr/>
          </p:nvSpPr>
          <p:spPr>
            <a:xfrm>
              <a:off x="7483067" y="3274157"/>
              <a:ext cx="7657" cy="11739"/>
            </a:xfrm>
            <a:custGeom>
              <a:avLst/>
              <a:gdLst>
                <a:gd name="connsiteX0" fmla="*/ 0 w 8648"/>
                <a:gd name="connsiteY0" fmla="*/ 13260 h 13259"/>
                <a:gd name="connsiteX1" fmla="*/ 8649 w 8648"/>
                <a:gd name="connsiteY1" fmla="*/ 13260 h 13259"/>
                <a:gd name="connsiteX2" fmla="*/ 4306 w 8648"/>
                <a:gd name="connsiteY2" fmla="*/ 0 h 13259"/>
                <a:gd name="connsiteX3" fmla="*/ 0 w 8648"/>
                <a:gd name="connsiteY3" fmla="*/ 13260 h 13259"/>
              </a:gdLst>
              <a:ahLst/>
              <a:cxnLst>
                <a:cxn ang="0">
                  <a:pos x="connsiteX0" y="connsiteY0"/>
                </a:cxn>
                <a:cxn ang="0">
                  <a:pos x="connsiteX1" y="connsiteY1"/>
                </a:cxn>
                <a:cxn ang="0">
                  <a:pos x="connsiteX2" y="connsiteY2"/>
                </a:cxn>
                <a:cxn ang="0">
                  <a:pos x="connsiteX3" y="connsiteY3"/>
                </a:cxn>
              </a:cxnLst>
              <a:rect l="l" t="t" r="r" b="b"/>
              <a:pathLst>
                <a:path w="8648" h="13259">
                  <a:moveTo>
                    <a:pt x="0" y="13260"/>
                  </a:moveTo>
                  <a:lnTo>
                    <a:pt x="8649" y="13260"/>
                  </a:lnTo>
                  <a:lnTo>
                    <a:pt x="4306" y="0"/>
                  </a:lnTo>
                  <a:lnTo>
                    <a:pt x="0" y="13260"/>
                  </a:lnTo>
                  <a:close/>
                </a:path>
              </a:pathLst>
            </a:custGeom>
            <a:solidFill>
              <a:srgbClr val="007B85"/>
            </a:solidFill>
            <a:ln w="3646" cap="flat">
              <a:noFill/>
              <a:prstDash val="solid"/>
              <a:miter/>
            </a:ln>
          </p:spPr>
          <p:txBody>
            <a:bodyPr rtlCol="0" anchor="ctr"/>
            <a:lstStyle/>
            <a:p>
              <a:endParaRPr lang="en-GR"/>
            </a:p>
          </p:txBody>
        </p:sp>
        <p:sp>
          <p:nvSpPr>
            <p:cNvPr id="476" name="Freeform 390">
              <a:extLst>
                <a:ext uri="{FF2B5EF4-FFF2-40B4-BE49-F238E27FC236}">
                  <a16:creationId xmlns:a16="http://schemas.microsoft.com/office/drawing/2014/main" id="{D9B00CDE-E429-B7B0-697B-E05C8A623F09}"/>
                </a:ext>
              </a:extLst>
            </p:cNvPr>
            <p:cNvSpPr/>
            <p:nvPr/>
          </p:nvSpPr>
          <p:spPr>
            <a:xfrm>
              <a:off x="7422033" y="3202993"/>
              <a:ext cx="187366" cy="158670"/>
            </a:xfrm>
            <a:custGeom>
              <a:avLst/>
              <a:gdLst>
                <a:gd name="connsiteX0" fmla="*/ 154583 w 211620"/>
                <a:gd name="connsiteY0" fmla="*/ 0 h 179209"/>
                <a:gd name="connsiteX1" fmla="*/ 153926 w 211620"/>
                <a:gd name="connsiteY1" fmla="*/ 0 h 179209"/>
                <a:gd name="connsiteX2" fmla="*/ 53973 w 211620"/>
                <a:gd name="connsiteY2" fmla="*/ 91 h 179209"/>
                <a:gd name="connsiteX3" fmla="*/ 0 w 211620"/>
                <a:gd name="connsiteY3" fmla="*/ 33378 h 179209"/>
                <a:gd name="connsiteX4" fmla="*/ 0 w 211620"/>
                <a:gd name="connsiteY4" fmla="*/ 145832 h 179209"/>
                <a:gd name="connsiteX5" fmla="*/ 57038 w 211620"/>
                <a:gd name="connsiteY5" fmla="*/ 179210 h 179209"/>
                <a:gd name="connsiteX6" fmla="*/ 57695 w 211620"/>
                <a:gd name="connsiteY6" fmla="*/ 179210 h 179209"/>
                <a:gd name="connsiteX7" fmla="*/ 157648 w 211620"/>
                <a:gd name="connsiteY7" fmla="*/ 179118 h 179209"/>
                <a:gd name="connsiteX8" fmla="*/ 211620 w 211620"/>
                <a:gd name="connsiteY8" fmla="*/ 145832 h 179209"/>
                <a:gd name="connsiteX9" fmla="*/ 211620 w 211620"/>
                <a:gd name="connsiteY9" fmla="*/ 33378 h 179209"/>
                <a:gd name="connsiteX10" fmla="*/ 154583 w 211620"/>
                <a:gd name="connsiteY10" fmla="*/ 0 h 179209"/>
                <a:gd name="connsiteX11" fmla="*/ 82948 w 211620"/>
                <a:gd name="connsiteY11" fmla="*/ 109808 h 179209"/>
                <a:gd name="connsiteX12" fmla="*/ 80393 w 211620"/>
                <a:gd name="connsiteY12" fmla="*/ 102060 h 179209"/>
                <a:gd name="connsiteX13" fmla="*/ 66198 w 211620"/>
                <a:gd name="connsiteY13" fmla="*/ 102060 h 179209"/>
                <a:gd name="connsiteX14" fmla="*/ 63716 w 211620"/>
                <a:gd name="connsiteY14" fmla="*/ 109808 h 179209"/>
                <a:gd name="connsiteX15" fmla="*/ 52586 w 211620"/>
                <a:gd name="connsiteY15" fmla="*/ 109808 h 179209"/>
                <a:gd name="connsiteX16" fmla="*/ 67146 w 211620"/>
                <a:gd name="connsiteY16" fmla="*/ 69040 h 179209"/>
                <a:gd name="connsiteX17" fmla="*/ 80101 w 211620"/>
                <a:gd name="connsiteY17" fmla="*/ 69040 h 179209"/>
                <a:gd name="connsiteX18" fmla="*/ 94516 w 211620"/>
                <a:gd name="connsiteY18" fmla="*/ 109808 h 179209"/>
                <a:gd name="connsiteX19" fmla="*/ 82948 w 211620"/>
                <a:gd name="connsiteY19" fmla="*/ 109808 h 179209"/>
                <a:gd name="connsiteX20" fmla="*/ 103201 w 211620"/>
                <a:gd name="connsiteY20" fmla="*/ 110170 h 179209"/>
                <a:gd name="connsiteX21" fmla="*/ 97398 w 211620"/>
                <a:gd name="connsiteY21" fmla="*/ 104479 h 179209"/>
                <a:gd name="connsiteX22" fmla="*/ 103201 w 211620"/>
                <a:gd name="connsiteY22" fmla="*/ 98790 h 179209"/>
                <a:gd name="connsiteX23" fmla="*/ 109040 w 211620"/>
                <a:gd name="connsiteY23" fmla="*/ 104479 h 179209"/>
                <a:gd name="connsiteX24" fmla="*/ 103201 w 211620"/>
                <a:gd name="connsiteY24" fmla="*/ 110170 h 179209"/>
                <a:gd name="connsiteX25" fmla="*/ 143014 w 211620"/>
                <a:gd name="connsiteY25" fmla="*/ 109808 h 179209"/>
                <a:gd name="connsiteX26" fmla="*/ 114258 w 211620"/>
                <a:gd name="connsiteY26" fmla="*/ 109808 h 179209"/>
                <a:gd name="connsiteX27" fmla="*/ 114258 w 211620"/>
                <a:gd name="connsiteY27" fmla="*/ 69040 h 179209"/>
                <a:gd name="connsiteX28" fmla="*/ 142394 w 211620"/>
                <a:gd name="connsiteY28" fmla="*/ 69040 h 179209"/>
                <a:gd name="connsiteX29" fmla="*/ 142394 w 211620"/>
                <a:gd name="connsiteY29" fmla="*/ 78135 h 179209"/>
                <a:gd name="connsiteX30" fmla="*/ 124987 w 211620"/>
                <a:gd name="connsiteY30" fmla="*/ 78135 h 179209"/>
                <a:gd name="connsiteX31" fmla="*/ 124987 w 211620"/>
                <a:gd name="connsiteY31" fmla="*/ 85125 h 179209"/>
                <a:gd name="connsiteX32" fmla="*/ 138927 w 211620"/>
                <a:gd name="connsiteY32" fmla="*/ 85125 h 179209"/>
                <a:gd name="connsiteX33" fmla="*/ 138927 w 211620"/>
                <a:gd name="connsiteY33" fmla="*/ 93636 h 179209"/>
                <a:gd name="connsiteX34" fmla="*/ 124987 w 211620"/>
                <a:gd name="connsiteY34" fmla="*/ 93636 h 179209"/>
                <a:gd name="connsiteX35" fmla="*/ 124987 w 211620"/>
                <a:gd name="connsiteY35" fmla="*/ 100760 h 179209"/>
                <a:gd name="connsiteX36" fmla="*/ 143014 w 211620"/>
                <a:gd name="connsiteY36" fmla="*/ 100760 h 179209"/>
                <a:gd name="connsiteX37" fmla="*/ 143014 w 211620"/>
                <a:gd name="connsiteY37" fmla="*/ 109856 h 179209"/>
                <a:gd name="connsiteX38" fmla="*/ 143014 w 211620"/>
                <a:gd name="connsiteY38" fmla="*/ 109808 h 179209"/>
                <a:gd name="connsiteX39" fmla="*/ 153196 w 211620"/>
                <a:gd name="connsiteY39" fmla="*/ 110170 h 179209"/>
                <a:gd name="connsiteX40" fmla="*/ 147394 w 211620"/>
                <a:gd name="connsiteY40" fmla="*/ 104479 h 179209"/>
                <a:gd name="connsiteX41" fmla="*/ 153196 w 211620"/>
                <a:gd name="connsiteY41" fmla="*/ 98790 h 179209"/>
                <a:gd name="connsiteX42" fmla="*/ 159034 w 211620"/>
                <a:gd name="connsiteY42" fmla="*/ 104479 h 179209"/>
                <a:gd name="connsiteX43" fmla="*/ 153196 w 211620"/>
                <a:gd name="connsiteY43" fmla="*/ 110170 h 179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11620" h="179209">
                  <a:moveTo>
                    <a:pt x="154583" y="0"/>
                  </a:moveTo>
                  <a:cubicBezTo>
                    <a:pt x="154583" y="0"/>
                    <a:pt x="154145" y="0"/>
                    <a:pt x="153926" y="0"/>
                  </a:cubicBezTo>
                  <a:cubicBezTo>
                    <a:pt x="153707" y="0"/>
                    <a:pt x="53973" y="91"/>
                    <a:pt x="53973" y="91"/>
                  </a:cubicBezTo>
                  <a:cubicBezTo>
                    <a:pt x="23866" y="1208"/>
                    <a:pt x="0" y="15680"/>
                    <a:pt x="0" y="33378"/>
                  </a:cubicBezTo>
                  <a:lnTo>
                    <a:pt x="0" y="145832"/>
                  </a:lnTo>
                  <a:cubicBezTo>
                    <a:pt x="0" y="164154"/>
                    <a:pt x="25472" y="178983"/>
                    <a:pt x="57038" y="179210"/>
                  </a:cubicBezTo>
                  <a:cubicBezTo>
                    <a:pt x="57257" y="179210"/>
                    <a:pt x="57476" y="179210"/>
                    <a:pt x="57695" y="179210"/>
                  </a:cubicBezTo>
                  <a:cubicBezTo>
                    <a:pt x="57914" y="179210"/>
                    <a:pt x="157648" y="179118"/>
                    <a:pt x="157648" y="179118"/>
                  </a:cubicBezTo>
                  <a:cubicBezTo>
                    <a:pt x="187791" y="177998"/>
                    <a:pt x="211620" y="163574"/>
                    <a:pt x="211620" y="145832"/>
                  </a:cubicBezTo>
                  <a:lnTo>
                    <a:pt x="211620" y="33378"/>
                  </a:lnTo>
                  <a:cubicBezTo>
                    <a:pt x="211657" y="15052"/>
                    <a:pt x="186185" y="223"/>
                    <a:pt x="154583" y="0"/>
                  </a:cubicBezTo>
                  <a:close/>
                  <a:moveTo>
                    <a:pt x="82948" y="109808"/>
                  </a:moveTo>
                  <a:lnTo>
                    <a:pt x="80393" y="102060"/>
                  </a:lnTo>
                  <a:lnTo>
                    <a:pt x="66198" y="102060"/>
                  </a:lnTo>
                  <a:lnTo>
                    <a:pt x="63716" y="109808"/>
                  </a:lnTo>
                  <a:lnTo>
                    <a:pt x="52586" y="109808"/>
                  </a:lnTo>
                  <a:lnTo>
                    <a:pt x="67146" y="69040"/>
                  </a:lnTo>
                  <a:lnTo>
                    <a:pt x="80101" y="69040"/>
                  </a:lnTo>
                  <a:lnTo>
                    <a:pt x="94516" y="109808"/>
                  </a:lnTo>
                  <a:lnTo>
                    <a:pt x="82948" y="109808"/>
                  </a:lnTo>
                  <a:close/>
                  <a:moveTo>
                    <a:pt x="103201" y="110170"/>
                  </a:moveTo>
                  <a:cubicBezTo>
                    <a:pt x="99880" y="110170"/>
                    <a:pt x="97398" y="107702"/>
                    <a:pt x="97398" y="104479"/>
                  </a:cubicBezTo>
                  <a:cubicBezTo>
                    <a:pt x="97398" y="101253"/>
                    <a:pt x="99880" y="98790"/>
                    <a:pt x="103201" y="98790"/>
                  </a:cubicBezTo>
                  <a:cubicBezTo>
                    <a:pt x="106522" y="98790"/>
                    <a:pt x="109040" y="101253"/>
                    <a:pt x="109040" y="104479"/>
                  </a:cubicBezTo>
                  <a:cubicBezTo>
                    <a:pt x="109040" y="107702"/>
                    <a:pt x="106522" y="110170"/>
                    <a:pt x="103201" y="110170"/>
                  </a:cubicBezTo>
                  <a:close/>
                  <a:moveTo>
                    <a:pt x="143014" y="109808"/>
                  </a:moveTo>
                  <a:lnTo>
                    <a:pt x="114258" y="109808"/>
                  </a:lnTo>
                  <a:lnTo>
                    <a:pt x="114258" y="69040"/>
                  </a:lnTo>
                  <a:lnTo>
                    <a:pt x="142394" y="69040"/>
                  </a:lnTo>
                  <a:lnTo>
                    <a:pt x="142394" y="78135"/>
                  </a:lnTo>
                  <a:lnTo>
                    <a:pt x="124987" y="78135"/>
                  </a:lnTo>
                  <a:lnTo>
                    <a:pt x="124987" y="85125"/>
                  </a:lnTo>
                  <a:lnTo>
                    <a:pt x="138927" y="85125"/>
                  </a:lnTo>
                  <a:lnTo>
                    <a:pt x="138927" y="93636"/>
                  </a:lnTo>
                  <a:lnTo>
                    <a:pt x="124987" y="93636"/>
                  </a:lnTo>
                  <a:lnTo>
                    <a:pt x="124987" y="100760"/>
                  </a:lnTo>
                  <a:lnTo>
                    <a:pt x="143014" y="100760"/>
                  </a:lnTo>
                  <a:lnTo>
                    <a:pt x="143014" y="109856"/>
                  </a:lnTo>
                  <a:lnTo>
                    <a:pt x="143014" y="109808"/>
                  </a:lnTo>
                  <a:close/>
                  <a:moveTo>
                    <a:pt x="153196" y="110170"/>
                  </a:moveTo>
                  <a:cubicBezTo>
                    <a:pt x="149875" y="110170"/>
                    <a:pt x="147394" y="107702"/>
                    <a:pt x="147394" y="104479"/>
                  </a:cubicBezTo>
                  <a:cubicBezTo>
                    <a:pt x="147394" y="101253"/>
                    <a:pt x="149875" y="98790"/>
                    <a:pt x="153196" y="98790"/>
                  </a:cubicBezTo>
                  <a:cubicBezTo>
                    <a:pt x="156517" y="98790"/>
                    <a:pt x="159034" y="101253"/>
                    <a:pt x="159034" y="104479"/>
                  </a:cubicBezTo>
                  <a:cubicBezTo>
                    <a:pt x="159034" y="107702"/>
                    <a:pt x="156517" y="110170"/>
                    <a:pt x="153196" y="110170"/>
                  </a:cubicBezTo>
                  <a:close/>
                </a:path>
              </a:pathLst>
            </a:custGeom>
            <a:solidFill>
              <a:srgbClr val="007B85"/>
            </a:solidFill>
            <a:ln w="3646" cap="flat">
              <a:noFill/>
              <a:prstDash val="solid"/>
              <a:miter/>
            </a:ln>
          </p:spPr>
          <p:txBody>
            <a:bodyPr rtlCol="0" anchor="ctr"/>
            <a:lstStyle/>
            <a:p>
              <a:endParaRPr lang="en-GR"/>
            </a:p>
          </p:txBody>
        </p:sp>
      </p:grpSp>
      <p:grpSp>
        <p:nvGrpSpPr>
          <p:cNvPr id="477" name="Group 476">
            <a:extLst>
              <a:ext uri="{FF2B5EF4-FFF2-40B4-BE49-F238E27FC236}">
                <a16:creationId xmlns:a16="http://schemas.microsoft.com/office/drawing/2014/main" id="{0E646C5F-A3AB-52D8-4D5D-C7C4BA67B31D}"/>
              </a:ext>
            </a:extLst>
          </p:cNvPr>
          <p:cNvGrpSpPr/>
          <p:nvPr/>
        </p:nvGrpSpPr>
        <p:grpSpPr>
          <a:xfrm>
            <a:off x="8913445" y="3193298"/>
            <a:ext cx="175896" cy="180964"/>
            <a:chOff x="7761289" y="3193298"/>
            <a:chExt cx="175896" cy="180964"/>
          </a:xfrm>
        </p:grpSpPr>
        <p:grpSp>
          <p:nvGrpSpPr>
            <p:cNvPr id="478" name="Group 477">
              <a:extLst>
                <a:ext uri="{FF2B5EF4-FFF2-40B4-BE49-F238E27FC236}">
                  <a16:creationId xmlns:a16="http://schemas.microsoft.com/office/drawing/2014/main" id="{530DF2A3-6030-5902-426B-DB247D0E1353}"/>
                </a:ext>
              </a:extLst>
            </p:cNvPr>
            <p:cNvGrpSpPr/>
            <p:nvPr/>
          </p:nvGrpSpPr>
          <p:grpSpPr>
            <a:xfrm>
              <a:off x="7761289" y="3193298"/>
              <a:ext cx="120258" cy="179898"/>
              <a:chOff x="7761289" y="3193298"/>
              <a:chExt cx="120258" cy="179898"/>
            </a:xfrm>
          </p:grpSpPr>
          <p:sp>
            <p:nvSpPr>
              <p:cNvPr id="480" name="Freeform 391">
                <a:extLst>
                  <a:ext uri="{FF2B5EF4-FFF2-40B4-BE49-F238E27FC236}">
                    <a16:creationId xmlns:a16="http://schemas.microsoft.com/office/drawing/2014/main" id="{8DEA4753-4EF8-64DF-3F12-DEAF91DA65C3}"/>
                  </a:ext>
                </a:extLst>
              </p:cNvPr>
              <p:cNvSpPr/>
              <p:nvPr/>
            </p:nvSpPr>
            <p:spPr>
              <a:xfrm>
                <a:off x="7789948" y="3193298"/>
                <a:ext cx="91599" cy="91616"/>
              </a:xfrm>
              <a:custGeom>
                <a:avLst/>
                <a:gdLst>
                  <a:gd name="connsiteX0" fmla="*/ 51710 w 103456"/>
                  <a:gd name="connsiteY0" fmla="*/ 103476 h 103475"/>
                  <a:gd name="connsiteX1" fmla="*/ 103456 w 103456"/>
                  <a:gd name="connsiteY1" fmla="*/ 51736 h 103475"/>
                  <a:gd name="connsiteX2" fmla="*/ 51710 w 103456"/>
                  <a:gd name="connsiteY2" fmla="*/ 0 h 103475"/>
                  <a:gd name="connsiteX3" fmla="*/ 0 w 103456"/>
                  <a:gd name="connsiteY3" fmla="*/ 51736 h 103475"/>
                  <a:gd name="connsiteX4" fmla="*/ 51710 w 103456"/>
                  <a:gd name="connsiteY4" fmla="*/ 103476 h 103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56" h="103475">
                    <a:moveTo>
                      <a:pt x="51710" y="103476"/>
                    </a:moveTo>
                    <a:cubicBezTo>
                      <a:pt x="80284" y="103476"/>
                      <a:pt x="103456" y="80311"/>
                      <a:pt x="103456" y="51736"/>
                    </a:cubicBezTo>
                    <a:cubicBezTo>
                      <a:pt x="103456" y="23162"/>
                      <a:pt x="80284" y="0"/>
                      <a:pt x="51710" y="0"/>
                    </a:cubicBezTo>
                    <a:cubicBezTo>
                      <a:pt x="23136" y="0"/>
                      <a:pt x="0" y="23162"/>
                      <a:pt x="0" y="51736"/>
                    </a:cubicBezTo>
                    <a:cubicBezTo>
                      <a:pt x="0" y="80311"/>
                      <a:pt x="23136" y="103476"/>
                      <a:pt x="51710" y="103476"/>
                    </a:cubicBezTo>
                    <a:close/>
                  </a:path>
                </a:pathLst>
              </a:custGeom>
              <a:solidFill>
                <a:srgbClr val="007B85"/>
              </a:solidFill>
              <a:ln w="3646" cap="flat">
                <a:noFill/>
                <a:prstDash val="solid"/>
                <a:miter/>
              </a:ln>
            </p:spPr>
            <p:txBody>
              <a:bodyPr rtlCol="0" anchor="ctr"/>
              <a:lstStyle/>
              <a:p>
                <a:endParaRPr lang="en-GR"/>
              </a:p>
            </p:txBody>
          </p:sp>
          <p:sp>
            <p:nvSpPr>
              <p:cNvPr id="481" name="Freeform 392">
                <a:extLst>
                  <a:ext uri="{FF2B5EF4-FFF2-40B4-BE49-F238E27FC236}">
                    <a16:creationId xmlns:a16="http://schemas.microsoft.com/office/drawing/2014/main" id="{445009A2-6F9E-79E0-3900-78B1B3258354}"/>
                  </a:ext>
                </a:extLst>
              </p:cNvPr>
              <p:cNvSpPr/>
              <p:nvPr/>
            </p:nvSpPr>
            <p:spPr>
              <a:xfrm>
                <a:off x="7761289" y="3297353"/>
                <a:ext cx="102940" cy="75843"/>
              </a:xfrm>
              <a:custGeom>
                <a:avLst/>
                <a:gdLst>
                  <a:gd name="connsiteX0" fmla="*/ 97034 w 116265"/>
                  <a:gd name="connsiteY0" fmla="*/ 42805 h 85661"/>
                  <a:gd name="connsiteX1" fmla="*/ 113054 w 116265"/>
                  <a:gd name="connsiteY1" fmla="*/ 3062 h 85661"/>
                  <a:gd name="connsiteX2" fmla="*/ 84298 w 116265"/>
                  <a:gd name="connsiteY2" fmla="*/ 0 h 85661"/>
                  <a:gd name="connsiteX3" fmla="*/ 0 w 116265"/>
                  <a:gd name="connsiteY3" fmla="*/ 50535 h 85661"/>
                  <a:gd name="connsiteX4" fmla="*/ 0 w 116265"/>
                  <a:gd name="connsiteY4" fmla="*/ 70708 h 85661"/>
                  <a:gd name="connsiteX5" fmla="*/ 22991 w 116265"/>
                  <a:gd name="connsiteY5" fmla="*/ 85661 h 85661"/>
                  <a:gd name="connsiteX6" fmla="*/ 116265 w 116265"/>
                  <a:gd name="connsiteY6" fmla="*/ 85661 h 85661"/>
                  <a:gd name="connsiteX7" fmla="*/ 97034 w 116265"/>
                  <a:gd name="connsiteY7" fmla="*/ 42805 h 85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265" h="85661">
                    <a:moveTo>
                      <a:pt x="97034" y="42805"/>
                    </a:moveTo>
                    <a:cubicBezTo>
                      <a:pt x="97034" y="27399"/>
                      <a:pt x="103165" y="13398"/>
                      <a:pt x="113054" y="3062"/>
                    </a:cubicBezTo>
                    <a:cubicBezTo>
                      <a:pt x="104040" y="1106"/>
                      <a:pt x="94406" y="0"/>
                      <a:pt x="84298" y="0"/>
                    </a:cubicBezTo>
                    <a:cubicBezTo>
                      <a:pt x="37733" y="0"/>
                      <a:pt x="0" y="22632"/>
                      <a:pt x="0" y="50535"/>
                    </a:cubicBezTo>
                    <a:lnTo>
                      <a:pt x="0" y="70708"/>
                    </a:lnTo>
                    <a:cubicBezTo>
                      <a:pt x="255" y="78537"/>
                      <a:pt x="10218" y="84909"/>
                      <a:pt x="22991" y="85661"/>
                    </a:cubicBezTo>
                    <a:lnTo>
                      <a:pt x="116265" y="85661"/>
                    </a:lnTo>
                    <a:cubicBezTo>
                      <a:pt x="104515" y="75124"/>
                      <a:pt x="97034" y="59817"/>
                      <a:pt x="97034" y="42805"/>
                    </a:cubicBezTo>
                    <a:close/>
                  </a:path>
                </a:pathLst>
              </a:custGeom>
              <a:solidFill>
                <a:srgbClr val="007B85"/>
              </a:solidFill>
              <a:ln w="3646" cap="flat">
                <a:noFill/>
                <a:prstDash val="solid"/>
                <a:miter/>
              </a:ln>
            </p:spPr>
            <p:txBody>
              <a:bodyPr rtlCol="0" anchor="ctr"/>
              <a:lstStyle/>
              <a:p>
                <a:endParaRPr lang="en-GR"/>
              </a:p>
            </p:txBody>
          </p:sp>
        </p:grpSp>
        <p:sp>
          <p:nvSpPr>
            <p:cNvPr id="479" name="Freeform 393">
              <a:extLst>
                <a:ext uri="{FF2B5EF4-FFF2-40B4-BE49-F238E27FC236}">
                  <a16:creationId xmlns:a16="http://schemas.microsoft.com/office/drawing/2014/main" id="{AEE4035B-BA1F-EFF6-CED5-0287539C8573}"/>
                </a:ext>
              </a:extLst>
            </p:cNvPr>
            <p:cNvSpPr/>
            <p:nvPr/>
          </p:nvSpPr>
          <p:spPr>
            <a:xfrm>
              <a:off x="7859189" y="3296244"/>
              <a:ext cx="77996" cy="78018"/>
            </a:xfrm>
            <a:custGeom>
              <a:avLst/>
              <a:gdLst>
                <a:gd name="connsiteX0" fmla="*/ 0 w 88092"/>
                <a:gd name="connsiteY0" fmla="*/ 44057 h 88117"/>
                <a:gd name="connsiteX1" fmla="*/ 44046 w 88092"/>
                <a:gd name="connsiteY1" fmla="*/ 0 h 88117"/>
                <a:gd name="connsiteX2" fmla="*/ 88093 w 88092"/>
                <a:gd name="connsiteY2" fmla="*/ 44057 h 88117"/>
                <a:gd name="connsiteX3" fmla="*/ 44046 w 88092"/>
                <a:gd name="connsiteY3" fmla="*/ 88117 h 88117"/>
                <a:gd name="connsiteX4" fmla="*/ 0 w 88092"/>
                <a:gd name="connsiteY4" fmla="*/ 44057 h 88117"/>
                <a:gd name="connsiteX5" fmla="*/ 35544 w 88092"/>
                <a:gd name="connsiteY5" fmla="*/ 67241 h 88117"/>
                <a:gd name="connsiteX6" fmla="*/ 73240 w 88092"/>
                <a:gd name="connsiteY6" fmla="*/ 29808 h 88117"/>
                <a:gd name="connsiteX7" fmla="*/ 66197 w 88092"/>
                <a:gd name="connsiteY7" fmla="*/ 22680 h 88117"/>
                <a:gd name="connsiteX8" fmla="*/ 35836 w 88092"/>
                <a:gd name="connsiteY8" fmla="*/ 52838 h 88117"/>
                <a:gd name="connsiteX9" fmla="*/ 23501 w 88092"/>
                <a:gd name="connsiteY9" fmla="*/ 39641 h 88117"/>
                <a:gd name="connsiteX10" fmla="*/ 16166 w 88092"/>
                <a:gd name="connsiteY10" fmla="*/ 46517 h 88117"/>
                <a:gd name="connsiteX11" fmla="*/ 35544 w 88092"/>
                <a:gd name="connsiteY11" fmla="*/ 67241 h 88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092" h="88117">
                  <a:moveTo>
                    <a:pt x="0" y="44057"/>
                  </a:moveTo>
                  <a:cubicBezTo>
                    <a:pt x="0" y="19720"/>
                    <a:pt x="19742" y="0"/>
                    <a:pt x="44046" y="0"/>
                  </a:cubicBezTo>
                  <a:cubicBezTo>
                    <a:pt x="68387" y="0"/>
                    <a:pt x="88093" y="19720"/>
                    <a:pt x="88093" y="44057"/>
                  </a:cubicBezTo>
                  <a:cubicBezTo>
                    <a:pt x="88093" y="68397"/>
                    <a:pt x="68387" y="88117"/>
                    <a:pt x="44046" y="88117"/>
                  </a:cubicBezTo>
                  <a:cubicBezTo>
                    <a:pt x="19742" y="88117"/>
                    <a:pt x="0" y="68397"/>
                    <a:pt x="0" y="44057"/>
                  </a:cubicBezTo>
                  <a:close/>
                  <a:moveTo>
                    <a:pt x="35544" y="67241"/>
                  </a:moveTo>
                  <a:lnTo>
                    <a:pt x="73240" y="29808"/>
                  </a:lnTo>
                  <a:lnTo>
                    <a:pt x="66197" y="22680"/>
                  </a:lnTo>
                  <a:lnTo>
                    <a:pt x="35836" y="52838"/>
                  </a:lnTo>
                  <a:lnTo>
                    <a:pt x="23501" y="39641"/>
                  </a:lnTo>
                  <a:lnTo>
                    <a:pt x="16166" y="46517"/>
                  </a:lnTo>
                  <a:lnTo>
                    <a:pt x="35544" y="67241"/>
                  </a:lnTo>
                  <a:close/>
                </a:path>
              </a:pathLst>
            </a:custGeom>
            <a:solidFill>
              <a:srgbClr val="007B85"/>
            </a:solidFill>
            <a:ln w="3646" cap="flat">
              <a:noFill/>
              <a:prstDash val="solid"/>
              <a:miter/>
            </a:ln>
          </p:spPr>
          <p:txBody>
            <a:bodyPr rtlCol="0" anchor="ctr"/>
            <a:lstStyle/>
            <a:p>
              <a:endParaRPr lang="en-GR"/>
            </a:p>
          </p:txBody>
        </p:sp>
      </p:grpSp>
      <p:grpSp>
        <p:nvGrpSpPr>
          <p:cNvPr id="482" name="Group 481">
            <a:extLst>
              <a:ext uri="{FF2B5EF4-FFF2-40B4-BE49-F238E27FC236}">
                <a16:creationId xmlns:a16="http://schemas.microsoft.com/office/drawing/2014/main" id="{E64F5C7B-9EA2-9DA7-69AE-36808EBE9F54}"/>
              </a:ext>
            </a:extLst>
          </p:cNvPr>
          <p:cNvGrpSpPr/>
          <p:nvPr/>
        </p:nvGrpSpPr>
        <p:grpSpPr>
          <a:xfrm>
            <a:off x="9246242" y="3193298"/>
            <a:ext cx="175927" cy="180964"/>
            <a:chOff x="8094084" y="3193298"/>
            <a:chExt cx="175927" cy="180964"/>
          </a:xfrm>
        </p:grpSpPr>
        <p:sp>
          <p:nvSpPr>
            <p:cNvPr id="483" name="Freeform 394">
              <a:extLst>
                <a:ext uri="{FF2B5EF4-FFF2-40B4-BE49-F238E27FC236}">
                  <a16:creationId xmlns:a16="http://schemas.microsoft.com/office/drawing/2014/main" id="{70A43DFC-0EDE-A5ED-1631-76F4A6E05CB6}"/>
                </a:ext>
              </a:extLst>
            </p:cNvPr>
            <p:cNvSpPr/>
            <p:nvPr/>
          </p:nvSpPr>
          <p:spPr>
            <a:xfrm>
              <a:off x="8122743" y="3193298"/>
              <a:ext cx="91599" cy="91616"/>
            </a:xfrm>
            <a:custGeom>
              <a:avLst/>
              <a:gdLst>
                <a:gd name="connsiteX0" fmla="*/ 51710 w 103456"/>
                <a:gd name="connsiteY0" fmla="*/ 103476 h 103475"/>
                <a:gd name="connsiteX1" fmla="*/ 103456 w 103456"/>
                <a:gd name="connsiteY1" fmla="*/ 51736 h 103475"/>
                <a:gd name="connsiteX2" fmla="*/ 51710 w 103456"/>
                <a:gd name="connsiteY2" fmla="*/ 0 h 103475"/>
                <a:gd name="connsiteX3" fmla="*/ 0 w 103456"/>
                <a:gd name="connsiteY3" fmla="*/ 51736 h 103475"/>
                <a:gd name="connsiteX4" fmla="*/ 51710 w 103456"/>
                <a:gd name="connsiteY4" fmla="*/ 103476 h 103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56" h="103475">
                  <a:moveTo>
                    <a:pt x="51710" y="103476"/>
                  </a:moveTo>
                  <a:cubicBezTo>
                    <a:pt x="80284" y="103476"/>
                    <a:pt x="103456" y="80311"/>
                    <a:pt x="103456" y="51736"/>
                  </a:cubicBezTo>
                  <a:cubicBezTo>
                    <a:pt x="103456" y="23162"/>
                    <a:pt x="80284" y="0"/>
                    <a:pt x="51710" y="0"/>
                  </a:cubicBezTo>
                  <a:cubicBezTo>
                    <a:pt x="23136" y="0"/>
                    <a:pt x="0" y="23162"/>
                    <a:pt x="0" y="51736"/>
                  </a:cubicBezTo>
                  <a:cubicBezTo>
                    <a:pt x="0" y="80311"/>
                    <a:pt x="23136" y="103476"/>
                    <a:pt x="51710" y="103476"/>
                  </a:cubicBezTo>
                  <a:close/>
                </a:path>
              </a:pathLst>
            </a:custGeom>
            <a:solidFill>
              <a:srgbClr val="007B85"/>
            </a:solidFill>
            <a:ln w="3646" cap="flat">
              <a:noFill/>
              <a:prstDash val="solid"/>
              <a:miter/>
            </a:ln>
          </p:spPr>
          <p:txBody>
            <a:bodyPr rtlCol="0" anchor="ctr"/>
            <a:lstStyle/>
            <a:p>
              <a:endParaRPr lang="en-GR"/>
            </a:p>
          </p:txBody>
        </p:sp>
        <p:sp>
          <p:nvSpPr>
            <p:cNvPr id="484" name="Freeform 395">
              <a:extLst>
                <a:ext uri="{FF2B5EF4-FFF2-40B4-BE49-F238E27FC236}">
                  <a16:creationId xmlns:a16="http://schemas.microsoft.com/office/drawing/2014/main" id="{285D9A2A-BEE6-B588-6345-D5C2D28B2B82}"/>
                </a:ext>
              </a:extLst>
            </p:cNvPr>
            <p:cNvSpPr/>
            <p:nvPr/>
          </p:nvSpPr>
          <p:spPr>
            <a:xfrm>
              <a:off x="8094084" y="3297353"/>
              <a:ext cx="102940" cy="75798"/>
            </a:xfrm>
            <a:custGeom>
              <a:avLst/>
              <a:gdLst>
                <a:gd name="connsiteX0" fmla="*/ 97034 w 116265"/>
                <a:gd name="connsiteY0" fmla="*/ 42805 h 85610"/>
                <a:gd name="connsiteX1" fmla="*/ 113054 w 116265"/>
                <a:gd name="connsiteY1" fmla="*/ 3062 h 85610"/>
                <a:gd name="connsiteX2" fmla="*/ 84298 w 116265"/>
                <a:gd name="connsiteY2" fmla="*/ 0 h 85610"/>
                <a:gd name="connsiteX3" fmla="*/ 0 w 116265"/>
                <a:gd name="connsiteY3" fmla="*/ 50484 h 85610"/>
                <a:gd name="connsiteX4" fmla="*/ 0 w 116265"/>
                <a:gd name="connsiteY4" fmla="*/ 70657 h 85610"/>
                <a:gd name="connsiteX5" fmla="*/ 22991 w 116265"/>
                <a:gd name="connsiteY5" fmla="*/ 85610 h 85610"/>
                <a:gd name="connsiteX6" fmla="*/ 116265 w 116265"/>
                <a:gd name="connsiteY6" fmla="*/ 85610 h 85610"/>
                <a:gd name="connsiteX7" fmla="*/ 97034 w 116265"/>
                <a:gd name="connsiteY7" fmla="*/ 42758 h 85610"/>
                <a:gd name="connsiteX8" fmla="*/ 97034 w 116265"/>
                <a:gd name="connsiteY8" fmla="*/ 42805 h 8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265" h="85610">
                  <a:moveTo>
                    <a:pt x="97034" y="42805"/>
                  </a:moveTo>
                  <a:cubicBezTo>
                    <a:pt x="97034" y="27399"/>
                    <a:pt x="103165" y="13398"/>
                    <a:pt x="113054" y="3062"/>
                  </a:cubicBezTo>
                  <a:cubicBezTo>
                    <a:pt x="104077" y="1106"/>
                    <a:pt x="94443" y="0"/>
                    <a:pt x="84298" y="0"/>
                  </a:cubicBezTo>
                  <a:cubicBezTo>
                    <a:pt x="37733" y="-47"/>
                    <a:pt x="0" y="22582"/>
                    <a:pt x="0" y="50484"/>
                  </a:cubicBezTo>
                  <a:lnTo>
                    <a:pt x="0" y="70657"/>
                  </a:lnTo>
                  <a:cubicBezTo>
                    <a:pt x="255" y="78486"/>
                    <a:pt x="10218" y="84858"/>
                    <a:pt x="22991" y="85610"/>
                  </a:cubicBezTo>
                  <a:lnTo>
                    <a:pt x="116265" y="85610"/>
                  </a:lnTo>
                  <a:cubicBezTo>
                    <a:pt x="104515" y="75073"/>
                    <a:pt x="97034" y="59766"/>
                    <a:pt x="97034" y="42758"/>
                  </a:cubicBezTo>
                  <a:lnTo>
                    <a:pt x="97034" y="42805"/>
                  </a:lnTo>
                  <a:close/>
                </a:path>
              </a:pathLst>
            </a:custGeom>
            <a:solidFill>
              <a:srgbClr val="007B85"/>
            </a:solidFill>
            <a:ln w="3646" cap="flat">
              <a:noFill/>
              <a:prstDash val="solid"/>
              <a:miter/>
            </a:ln>
          </p:spPr>
          <p:txBody>
            <a:bodyPr rtlCol="0" anchor="ctr"/>
            <a:lstStyle/>
            <a:p>
              <a:endParaRPr lang="en-GR"/>
            </a:p>
          </p:txBody>
        </p:sp>
        <p:sp>
          <p:nvSpPr>
            <p:cNvPr id="485" name="Freeform 396">
              <a:extLst>
                <a:ext uri="{FF2B5EF4-FFF2-40B4-BE49-F238E27FC236}">
                  <a16:creationId xmlns:a16="http://schemas.microsoft.com/office/drawing/2014/main" id="{614C1D74-41DF-BE47-73D0-39558574711E}"/>
                </a:ext>
              </a:extLst>
            </p:cNvPr>
            <p:cNvSpPr/>
            <p:nvPr/>
          </p:nvSpPr>
          <p:spPr>
            <a:xfrm>
              <a:off x="8191983" y="3296244"/>
              <a:ext cx="78028" cy="78018"/>
            </a:xfrm>
            <a:custGeom>
              <a:avLst/>
              <a:gdLst>
                <a:gd name="connsiteX0" fmla="*/ 44046 w 88129"/>
                <a:gd name="connsiteY0" fmla="*/ 0 h 88117"/>
                <a:gd name="connsiteX1" fmla="*/ 0 w 88129"/>
                <a:gd name="connsiteY1" fmla="*/ 44057 h 88117"/>
                <a:gd name="connsiteX2" fmla="*/ 44046 w 88129"/>
                <a:gd name="connsiteY2" fmla="*/ 88117 h 88117"/>
                <a:gd name="connsiteX3" fmla="*/ 88129 w 88129"/>
                <a:gd name="connsiteY3" fmla="*/ 44057 h 88117"/>
                <a:gd name="connsiteX4" fmla="*/ 44046 w 88129"/>
                <a:gd name="connsiteY4" fmla="*/ 0 h 88117"/>
                <a:gd name="connsiteX5" fmla="*/ 67183 w 88129"/>
                <a:gd name="connsiteY5" fmla="*/ 32969 h 88117"/>
                <a:gd name="connsiteX6" fmla="*/ 51746 w 88129"/>
                <a:gd name="connsiteY6" fmla="*/ 44612 h 88117"/>
                <a:gd name="connsiteX7" fmla="*/ 48936 w 88129"/>
                <a:gd name="connsiteY7" fmla="*/ 45061 h 88117"/>
                <a:gd name="connsiteX8" fmla="*/ 46929 w 88129"/>
                <a:gd name="connsiteY8" fmla="*/ 43053 h 88117"/>
                <a:gd name="connsiteX9" fmla="*/ 46929 w 88129"/>
                <a:gd name="connsiteY9" fmla="*/ 42703 h 88117"/>
                <a:gd name="connsiteX10" fmla="*/ 46783 w 88129"/>
                <a:gd name="connsiteY10" fmla="*/ 35980 h 88117"/>
                <a:gd name="connsiteX11" fmla="*/ 41309 w 88129"/>
                <a:gd name="connsiteY11" fmla="*/ 35980 h 88117"/>
                <a:gd name="connsiteX12" fmla="*/ 33281 w 88129"/>
                <a:gd name="connsiteY12" fmla="*/ 39841 h 88117"/>
                <a:gd name="connsiteX13" fmla="*/ 30763 w 88129"/>
                <a:gd name="connsiteY13" fmla="*/ 48473 h 88117"/>
                <a:gd name="connsiteX14" fmla="*/ 33281 w 88129"/>
                <a:gd name="connsiteY14" fmla="*/ 56955 h 88117"/>
                <a:gd name="connsiteX15" fmla="*/ 41309 w 88129"/>
                <a:gd name="connsiteY15" fmla="*/ 60821 h 88117"/>
                <a:gd name="connsiteX16" fmla="*/ 49265 w 88129"/>
                <a:gd name="connsiteY16" fmla="*/ 60821 h 88117"/>
                <a:gd name="connsiteX17" fmla="*/ 49374 w 88129"/>
                <a:gd name="connsiteY17" fmla="*/ 72259 h 88117"/>
                <a:gd name="connsiteX18" fmla="*/ 41309 w 88129"/>
                <a:gd name="connsiteY18" fmla="*/ 72259 h 88117"/>
                <a:gd name="connsiteX19" fmla="*/ 31310 w 88129"/>
                <a:gd name="connsiteY19" fmla="*/ 69803 h 88117"/>
                <a:gd name="connsiteX20" fmla="*/ 22698 w 88129"/>
                <a:gd name="connsiteY20" fmla="*/ 61722 h 88117"/>
                <a:gd name="connsiteX21" fmla="*/ 19633 w 88129"/>
                <a:gd name="connsiteY21" fmla="*/ 48375 h 88117"/>
                <a:gd name="connsiteX22" fmla="*/ 22698 w 88129"/>
                <a:gd name="connsiteY22" fmla="*/ 34976 h 88117"/>
                <a:gd name="connsiteX23" fmla="*/ 31310 w 88129"/>
                <a:gd name="connsiteY23" fmla="*/ 26896 h 88117"/>
                <a:gd name="connsiteX24" fmla="*/ 41309 w 88129"/>
                <a:gd name="connsiteY24" fmla="*/ 24436 h 88117"/>
                <a:gd name="connsiteX25" fmla="*/ 46820 w 88129"/>
                <a:gd name="connsiteY25" fmla="*/ 24436 h 88117"/>
                <a:gd name="connsiteX26" fmla="*/ 46966 w 88129"/>
                <a:gd name="connsiteY26" fmla="*/ 17815 h 88117"/>
                <a:gd name="connsiteX27" fmla="*/ 48936 w 88129"/>
                <a:gd name="connsiteY27" fmla="*/ 15855 h 88117"/>
                <a:gd name="connsiteX28" fmla="*/ 51746 w 88129"/>
                <a:gd name="connsiteY28" fmla="*/ 16307 h 88117"/>
                <a:gd name="connsiteX29" fmla="*/ 57257 w 88129"/>
                <a:gd name="connsiteY29" fmla="*/ 20421 h 88117"/>
                <a:gd name="connsiteX30" fmla="*/ 67329 w 88129"/>
                <a:gd name="connsiteY30" fmla="*/ 28049 h 88117"/>
                <a:gd name="connsiteX31" fmla="*/ 68387 w 88129"/>
                <a:gd name="connsiteY31" fmla="*/ 30710 h 88117"/>
                <a:gd name="connsiteX32" fmla="*/ 67183 w 88129"/>
                <a:gd name="connsiteY32" fmla="*/ 32819 h 88117"/>
                <a:gd name="connsiteX33" fmla="*/ 67183 w 88129"/>
                <a:gd name="connsiteY33" fmla="*/ 32969 h 88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8129" h="88117">
                  <a:moveTo>
                    <a:pt x="44046" y="0"/>
                  </a:moveTo>
                  <a:cubicBezTo>
                    <a:pt x="19742" y="0"/>
                    <a:pt x="0" y="19720"/>
                    <a:pt x="0" y="44057"/>
                  </a:cubicBezTo>
                  <a:cubicBezTo>
                    <a:pt x="0" y="68397"/>
                    <a:pt x="19742" y="88117"/>
                    <a:pt x="44046" y="88117"/>
                  </a:cubicBezTo>
                  <a:cubicBezTo>
                    <a:pt x="68387" y="88117"/>
                    <a:pt x="88129" y="68397"/>
                    <a:pt x="88129" y="44057"/>
                  </a:cubicBezTo>
                  <a:cubicBezTo>
                    <a:pt x="88129" y="19720"/>
                    <a:pt x="68387" y="0"/>
                    <a:pt x="44046" y="0"/>
                  </a:cubicBezTo>
                  <a:close/>
                  <a:moveTo>
                    <a:pt x="67183" y="32969"/>
                  </a:moveTo>
                  <a:cubicBezTo>
                    <a:pt x="67183" y="32969"/>
                    <a:pt x="51783" y="44612"/>
                    <a:pt x="51746" y="44612"/>
                  </a:cubicBezTo>
                  <a:cubicBezTo>
                    <a:pt x="50980" y="45214"/>
                    <a:pt x="49922" y="45364"/>
                    <a:pt x="48936" y="45061"/>
                  </a:cubicBezTo>
                  <a:cubicBezTo>
                    <a:pt x="47987" y="44761"/>
                    <a:pt x="47221" y="44009"/>
                    <a:pt x="46929" y="43053"/>
                  </a:cubicBezTo>
                  <a:lnTo>
                    <a:pt x="46929" y="42703"/>
                  </a:lnTo>
                  <a:lnTo>
                    <a:pt x="46783" y="35980"/>
                  </a:lnTo>
                  <a:lnTo>
                    <a:pt x="41309" y="35980"/>
                  </a:lnTo>
                  <a:cubicBezTo>
                    <a:pt x="38281" y="35980"/>
                    <a:pt x="35288" y="37432"/>
                    <a:pt x="33281" y="39841"/>
                  </a:cubicBezTo>
                  <a:cubicBezTo>
                    <a:pt x="31310" y="42250"/>
                    <a:pt x="31019" y="44962"/>
                    <a:pt x="30763" y="48473"/>
                  </a:cubicBezTo>
                  <a:cubicBezTo>
                    <a:pt x="30982" y="51886"/>
                    <a:pt x="31274" y="54546"/>
                    <a:pt x="33281" y="56955"/>
                  </a:cubicBezTo>
                  <a:cubicBezTo>
                    <a:pt x="35288" y="59364"/>
                    <a:pt x="38244" y="60821"/>
                    <a:pt x="41309" y="60821"/>
                  </a:cubicBezTo>
                  <a:lnTo>
                    <a:pt x="49265" y="60821"/>
                  </a:lnTo>
                  <a:lnTo>
                    <a:pt x="49374" y="72259"/>
                  </a:lnTo>
                  <a:lnTo>
                    <a:pt x="41309" y="72259"/>
                  </a:lnTo>
                  <a:cubicBezTo>
                    <a:pt x="37843" y="72259"/>
                    <a:pt x="34376" y="71409"/>
                    <a:pt x="31310" y="69803"/>
                  </a:cubicBezTo>
                  <a:cubicBezTo>
                    <a:pt x="27771" y="67945"/>
                    <a:pt x="24815" y="65135"/>
                    <a:pt x="22698" y="61722"/>
                  </a:cubicBezTo>
                  <a:cubicBezTo>
                    <a:pt x="19925" y="57207"/>
                    <a:pt x="19669" y="52488"/>
                    <a:pt x="19633" y="48375"/>
                  </a:cubicBezTo>
                  <a:cubicBezTo>
                    <a:pt x="19633" y="43104"/>
                    <a:pt x="20180" y="39038"/>
                    <a:pt x="22698" y="34976"/>
                  </a:cubicBezTo>
                  <a:cubicBezTo>
                    <a:pt x="24815" y="31564"/>
                    <a:pt x="27771" y="28753"/>
                    <a:pt x="31310" y="26896"/>
                  </a:cubicBezTo>
                  <a:cubicBezTo>
                    <a:pt x="34376" y="25290"/>
                    <a:pt x="37843" y="24436"/>
                    <a:pt x="41309" y="24436"/>
                  </a:cubicBezTo>
                  <a:lnTo>
                    <a:pt x="46820" y="24436"/>
                  </a:lnTo>
                  <a:cubicBezTo>
                    <a:pt x="46783" y="19921"/>
                    <a:pt x="46820" y="18366"/>
                    <a:pt x="46966" y="17815"/>
                  </a:cubicBezTo>
                  <a:cubicBezTo>
                    <a:pt x="47258" y="16910"/>
                    <a:pt x="47987" y="16158"/>
                    <a:pt x="48936" y="15855"/>
                  </a:cubicBezTo>
                  <a:cubicBezTo>
                    <a:pt x="49885" y="15556"/>
                    <a:pt x="50943" y="15705"/>
                    <a:pt x="51746" y="16307"/>
                  </a:cubicBezTo>
                  <a:lnTo>
                    <a:pt x="57257" y="20421"/>
                  </a:lnTo>
                  <a:cubicBezTo>
                    <a:pt x="64373" y="25742"/>
                    <a:pt x="66927" y="27698"/>
                    <a:pt x="67329" y="28049"/>
                  </a:cubicBezTo>
                  <a:cubicBezTo>
                    <a:pt x="68095" y="28804"/>
                    <a:pt x="68460" y="29757"/>
                    <a:pt x="68387" y="30710"/>
                  </a:cubicBezTo>
                  <a:cubicBezTo>
                    <a:pt x="68351" y="31564"/>
                    <a:pt x="67913" y="32315"/>
                    <a:pt x="67183" y="32819"/>
                  </a:cubicBezTo>
                  <a:lnTo>
                    <a:pt x="67183" y="32969"/>
                  </a:lnTo>
                  <a:close/>
                </a:path>
              </a:pathLst>
            </a:custGeom>
            <a:solidFill>
              <a:srgbClr val="007B85"/>
            </a:solidFill>
            <a:ln w="3646" cap="flat">
              <a:noFill/>
              <a:prstDash val="solid"/>
              <a:miter/>
            </a:ln>
          </p:spPr>
          <p:txBody>
            <a:bodyPr rtlCol="0" anchor="ctr"/>
            <a:lstStyle/>
            <a:p>
              <a:endParaRPr lang="en-GR"/>
            </a:p>
          </p:txBody>
        </p:sp>
      </p:grpSp>
      <p:grpSp>
        <p:nvGrpSpPr>
          <p:cNvPr id="486" name="Group 485">
            <a:extLst>
              <a:ext uri="{FF2B5EF4-FFF2-40B4-BE49-F238E27FC236}">
                <a16:creationId xmlns:a16="http://schemas.microsoft.com/office/drawing/2014/main" id="{7CDE72BC-0646-A3E3-6AD3-77AEB713E26D}"/>
              </a:ext>
            </a:extLst>
          </p:cNvPr>
          <p:cNvGrpSpPr/>
          <p:nvPr/>
        </p:nvGrpSpPr>
        <p:grpSpPr>
          <a:xfrm>
            <a:off x="9572572" y="3193301"/>
            <a:ext cx="188390" cy="180963"/>
            <a:chOff x="8420416" y="3193299"/>
            <a:chExt cx="188390" cy="180963"/>
          </a:xfrm>
        </p:grpSpPr>
        <p:sp>
          <p:nvSpPr>
            <p:cNvPr id="487" name="Freeform 397">
              <a:extLst>
                <a:ext uri="{FF2B5EF4-FFF2-40B4-BE49-F238E27FC236}">
                  <a16:creationId xmlns:a16="http://schemas.microsoft.com/office/drawing/2014/main" id="{17F0D9CC-59F9-31B5-41C0-D7402468F3EB}"/>
                </a:ext>
              </a:extLst>
            </p:cNvPr>
            <p:cNvSpPr/>
            <p:nvPr/>
          </p:nvSpPr>
          <p:spPr>
            <a:xfrm>
              <a:off x="8449244" y="3193299"/>
              <a:ext cx="92134" cy="92155"/>
            </a:xfrm>
            <a:custGeom>
              <a:avLst/>
              <a:gdLst>
                <a:gd name="connsiteX0" fmla="*/ 71955 w 104060"/>
                <a:gd name="connsiteY0" fmla="*/ 3974 h 104084"/>
                <a:gd name="connsiteX1" fmla="*/ 3970 w 104060"/>
                <a:gd name="connsiteY1" fmla="*/ 32133 h 104084"/>
                <a:gd name="connsiteX2" fmla="*/ 32142 w 104060"/>
                <a:gd name="connsiteY2" fmla="*/ 100111 h 104084"/>
                <a:gd name="connsiteX3" fmla="*/ 100091 w 104060"/>
                <a:gd name="connsiteY3" fmla="*/ 71952 h 104084"/>
                <a:gd name="connsiteX4" fmla="*/ 71955 w 104060"/>
                <a:gd name="connsiteY4" fmla="*/ 3974 h 104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60" h="104084">
                  <a:moveTo>
                    <a:pt x="71955" y="3974"/>
                  </a:moveTo>
                  <a:cubicBezTo>
                    <a:pt x="45388" y="-7022"/>
                    <a:pt x="14954" y="5584"/>
                    <a:pt x="3970" y="32133"/>
                  </a:cubicBezTo>
                  <a:cubicBezTo>
                    <a:pt x="-7015" y="58678"/>
                    <a:pt x="5575" y="89114"/>
                    <a:pt x="32142" y="100111"/>
                  </a:cubicBezTo>
                  <a:cubicBezTo>
                    <a:pt x="58672" y="111107"/>
                    <a:pt x="89107" y="98501"/>
                    <a:pt x="100091" y="71952"/>
                  </a:cubicBezTo>
                  <a:cubicBezTo>
                    <a:pt x="111075" y="45407"/>
                    <a:pt x="98485" y="14971"/>
                    <a:pt x="71955" y="3974"/>
                  </a:cubicBezTo>
                  <a:close/>
                </a:path>
              </a:pathLst>
            </a:custGeom>
            <a:solidFill>
              <a:srgbClr val="007B85"/>
            </a:solidFill>
            <a:ln w="3646" cap="flat">
              <a:noFill/>
              <a:prstDash val="solid"/>
              <a:miter/>
            </a:ln>
          </p:spPr>
          <p:txBody>
            <a:bodyPr rtlCol="0" anchor="ctr"/>
            <a:lstStyle/>
            <a:p>
              <a:endParaRPr lang="en-GR"/>
            </a:p>
          </p:txBody>
        </p:sp>
        <p:sp>
          <p:nvSpPr>
            <p:cNvPr id="488" name="Freeform 398">
              <a:extLst>
                <a:ext uri="{FF2B5EF4-FFF2-40B4-BE49-F238E27FC236}">
                  <a16:creationId xmlns:a16="http://schemas.microsoft.com/office/drawing/2014/main" id="{57789EAF-7EBD-D213-9E5B-9D5D841CE1E1}"/>
                </a:ext>
              </a:extLst>
            </p:cNvPr>
            <p:cNvSpPr/>
            <p:nvPr/>
          </p:nvSpPr>
          <p:spPr>
            <a:xfrm>
              <a:off x="8420416" y="3297993"/>
              <a:ext cx="110016" cy="76269"/>
            </a:xfrm>
            <a:custGeom>
              <a:avLst/>
              <a:gdLst>
                <a:gd name="connsiteX0" fmla="*/ 90319 w 124257"/>
                <a:gd name="connsiteY0" fmla="*/ 51422 h 86142"/>
                <a:gd name="connsiteX1" fmla="*/ 91815 w 124257"/>
                <a:gd name="connsiteY1" fmla="*/ 12968 h 86142"/>
                <a:gd name="connsiteX2" fmla="*/ 101778 w 124257"/>
                <a:gd name="connsiteY2" fmla="*/ 1011 h 86142"/>
                <a:gd name="connsiteX3" fmla="*/ 84772 w 124257"/>
                <a:gd name="connsiteY3" fmla="*/ 0 h 86142"/>
                <a:gd name="connsiteX4" fmla="*/ 0 w 124257"/>
                <a:gd name="connsiteY4" fmla="*/ 50816 h 86142"/>
                <a:gd name="connsiteX5" fmla="*/ 0 w 124257"/>
                <a:gd name="connsiteY5" fmla="*/ 71106 h 86142"/>
                <a:gd name="connsiteX6" fmla="*/ 23100 w 124257"/>
                <a:gd name="connsiteY6" fmla="*/ 86143 h 86142"/>
                <a:gd name="connsiteX7" fmla="*/ 124257 w 124257"/>
                <a:gd name="connsiteY7" fmla="*/ 86143 h 86142"/>
                <a:gd name="connsiteX8" fmla="*/ 90246 w 124257"/>
                <a:gd name="connsiteY8" fmla="*/ 51473 h 86142"/>
                <a:gd name="connsiteX9" fmla="*/ 90319 w 124257"/>
                <a:gd name="connsiteY9" fmla="*/ 51422 h 86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4257" h="86142">
                  <a:moveTo>
                    <a:pt x="90319" y="51422"/>
                  </a:moveTo>
                  <a:cubicBezTo>
                    <a:pt x="84626" y="38505"/>
                    <a:pt x="85100" y="25231"/>
                    <a:pt x="91815" y="12968"/>
                  </a:cubicBezTo>
                  <a:cubicBezTo>
                    <a:pt x="94333" y="8376"/>
                    <a:pt x="97800" y="4340"/>
                    <a:pt x="101778" y="1011"/>
                  </a:cubicBezTo>
                  <a:cubicBezTo>
                    <a:pt x="96267" y="354"/>
                    <a:pt x="90611" y="0"/>
                    <a:pt x="84772" y="0"/>
                  </a:cubicBezTo>
                  <a:cubicBezTo>
                    <a:pt x="37952" y="0"/>
                    <a:pt x="0" y="22760"/>
                    <a:pt x="0" y="50816"/>
                  </a:cubicBezTo>
                  <a:lnTo>
                    <a:pt x="0" y="71106"/>
                  </a:lnTo>
                  <a:cubicBezTo>
                    <a:pt x="255" y="78978"/>
                    <a:pt x="10291" y="85387"/>
                    <a:pt x="23100" y="86143"/>
                  </a:cubicBezTo>
                  <a:lnTo>
                    <a:pt x="124257" y="86143"/>
                  </a:lnTo>
                  <a:cubicBezTo>
                    <a:pt x="110354" y="78018"/>
                    <a:pt x="96815" y="66361"/>
                    <a:pt x="90246" y="51473"/>
                  </a:cubicBezTo>
                  <a:lnTo>
                    <a:pt x="90319" y="51422"/>
                  </a:lnTo>
                  <a:close/>
                </a:path>
              </a:pathLst>
            </a:custGeom>
            <a:solidFill>
              <a:srgbClr val="007B85"/>
            </a:solidFill>
            <a:ln w="3646" cap="flat">
              <a:noFill/>
              <a:prstDash val="solid"/>
              <a:miter/>
            </a:ln>
          </p:spPr>
          <p:txBody>
            <a:bodyPr rtlCol="0" anchor="ctr"/>
            <a:lstStyle/>
            <a:p>
              <a:endParaRPr lang="en-GR"/>
            </a:p>
          </p:txBody>
        </p:sp>
        <p:sp>
          <p:nvSpPr>
            <p:cNvPr id="489" name="Freeform 399">
              <a:extLst>
                <a:ext uri="{FF2B5EF4-FFF2-40B4-BE49-F238E27FC236}">
                  <a16:creationId xmlns:a16="http://schemas.microsoft.com/office/drawing/2014/main" id="{EA926730-2414-D4F4-7D9F-3F890BB1A6B9}"/>
                </a:ext>
              </a:extLst>
            </p:cNvPr>
            <p:cNvSpPr/>
            <p:nvPr/>
          </p:nvSpPr>
          <p:spPr>
            <a:xfrm>
              <a:off x="8508988" y="3301448"/>
              <a:ext cx="99818" cy="71609"/>
            </a:xfrm>
            <a:custGeom>
              <a:avLst/>
              <a:gdLst>
                <a:gd name="connsiteX0" fmla="*/ 56370 w 112739"/>
                <a:gd name="connsiteY0" fmla="*/ 10682 h 80879"/>
                <a:gd name="connsiteX1" fmla="*/ 108956 w 112739"/>
                <a:gd name="connsiteY1" fmla="*/ 15577 h 80879"/>
                <a:gd name="connsiteX2" fmla="*/ 56479 w 112739"/>
                <a:gd name="connsiteY2" fmla="*/ 80879 h 80879"/>
                <a:gd name="connsiteX3" fmla="*/ 56260 w 112739"/>
                <a:gd name="connsiteY3" fmla="*/ 80879 h 80879"/>
                <a:gd name="connsiteX4" fmla="*/ 3784 w 112739"/>
                <a:gd name="connsiteY4" fmla="*/ 15577 h 80879"/>
                <a:gd name="connsiteX5" fmla="*/ 56370 w 112739"/>
                <a:gd name="connsiteY5" fmla="*/ 10682 h 80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739" h="80879">
                  <a:moveTo>
                    <a:pt x="56370" y="10682"/>
                  </a:moveTo>
                  <a:cubicBezTo>
                    <a:pt x="78995" y="-8545"/>
                    <a:pt x="101183" y="1397"/>
                    <a:pt x="108956" y="15577"/>
                  </a:cubicBezTo>
                  <a:cubicBezTo>
                    <a:pt x="125706" y="46107"/>
                    <a:pt x="82973" y="74517"/>
                    <a:pt x="56479" y="80879"/>
                  </a:cubicBezTo>
                  <a:lnTo>
                    <a:pt x="56260" y="80879"/>
                  </a:lnTo>
                  <a:cubicBezTo>
                    <a:pt x="29766" y="74517"/>
                    <a:pt x="-12966" y="46158"/>
                    <a:pt x="3784" y="15577"/>
                  </a:cubicBezTo>
                  <a:cubicBezTo>
                    <a:pt x="11557" y="1346"/>
                    <a:pt x="33781" y="-8545"/>
                    <a:pt x="56370" y="10682"/>
                  </a:cubicBezTo>
                  <a:close/>
                </a:path>
              </a:pathLst>
            </a:custGeom>
            <a:solidFill>
              <a:srgbClr val="007B85"/>
            </a:solidFill>
            <a:ln w="3646" cap="flat">
              <a:noFill/>
              <a:prstDash val="solid"/>
              <a:miter/>
            </a:ln>
          </p:spPr>
          <p:txBody>
            <a:bodyPr rtlCol="0" anchor="ctr"/>
            <a:lstStyle/>
            <a:p>
              <a:endParaRPr lang="en-GR"/>
            </a:p>
          </p:txBody>
        </p:sp>
      </p:grpSp>
      <p:grpSp>
        <p:nvGrpSpPr>
          <p:cNvPr id="490" name="Group 489">
            <a:extLst>
              <a:ext uri="{FF2B5EF4-FFF2-40B4-BE49-F238E27FC236}">
                <a16:creationId xmlns:a16="http://schemas.microsoft.com/office/drawing/2014/main" id="{5D0B4FC4-B188-BB5C-7428-BCA786C7377D}"/>
              </a:ext>
            </a:extLst>
          </p:cNvPr>
          <p:cNvGrpSpPr/>
          <p:nvPr/>
        </p:nvGrpSpPr>
        <p:grpSpPr>
          <a:xfrm>
            <a:off x="9905368" y="3190069"/>
            <a:ext cx="188077" cy="187427"/>
            <a:chOff x="8753210" y="3190067"/>
            <a:chExt cx="188077" cy="187427"/>
          </a:xfrm>
        </p:grpSpPr>
        <p:sp>
          <p:nvSpPr>
            <p:cNvPr id="491" name="Freeform 400">
              <a:extLst>
                <a:ext uri="{FF2B5EF4-FFF2-40B4-BE49-F238E27FC236}">
                  <a16:creationId xmlns:a16="http://schemas.microsoft.com/office/drawing/2014/main" id="{2671ED1D-EB59-DE5A-5BF6-11F2A087A2DF}"/>
                </a:ext>
              </a:extLst>
            </p:cNvPr>
            <p:cNvSpPr/>
            <p:nvPr/>
          </p:nvSpPr>
          <p:spPr>
            <a:xfrm>
              <a:off x="8810303" y="3227856"/>
              <a:ext cx="42423" cy="42426"/>
            </a:xfrm>
            <a:custGeom>
              <a:avLst/>
              <a:gdLst>
                <a:gd name="connsiteX0" fmla="*/ 23975 w 47914"/>
                <a:gd name="connsiteY0" fmla="*/ 47919 h 47918"/>
                <a:gd name="connsiteX1" fmla="*/ 47915 w 47914"/>
                <a:gd name="connsiteY1" fmla="*/ 23957 h 47918"/>
                <a:gd name="connsiteX2" fmla="*/ 23975 w 47914"/>
                <a:gd name="connsiteY2" fmla="*/ 0 h 47918"/>
                <a:gd name="connsiteX3" fmla="*/ 0 w 47914"/>
                <a:gd name="connsiteY3" fmla="*/ 23957 h 47918"/>
                <a:gd name="connsiteX4" fmla="*/ 23975 w 47914"/>
                <a:gd name="connsiteY4" fmla="*/ 47919 h 47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14" h="47918">
                  <a:moveTo>
                    <a:pt x="23975" y="47919"/>
                  </a:moveTo>
                  <a:cubicBezTo>
                    <a:pt x="37186" y="47919"/>
                    <a:pt x="47915" y="37192"/>
                    <a:pt x="47915" y="23957"/>
                  </a:cubicBezTo>
                  <a:cubicBezTo>
                    <a:pt x="47915" y="10727"/>
                    <a:pt x="37186" y="0"/>
                    <a:pt x="23975" y="0"/>
                  </a:cubicBezTo>
                  <a:cubicBezTo>
                    <a:pt x="10729" y="0"/>
                    <a:pt x="0" y="10727"/>
                    <a:pt x="0" y="23957"/>
                  </a:cubicBezTo>
                  <a:cubicBezTo>
                    <a:pt x="0" y="37192"/>
                    <a:pt x="10729" y="47919"/>
                    <a:pt x="23975" y="47919"/>
                  </a:cubicBezTo>
                  <a:close/>
                </a:path>
              </a:pathLst>
            </a:custGeom>
            <a:solidFill>
              <a:srgbClr val="007B85"/>
            </a:solidFill>
            <a:ln w="3646" cap="flat">
              <a:noFill/>
              <a:prstDash val="solid"/>
              <a:miter/>
            </a:ln>
          </p:spPr>
          <p:txBody>
            <a:bodyPr rtlCol="0" anchor="ctr"/>
            <a:lstStyle/>
            <a:p>
              <a:endParaRPr lang="en-GR"/>
            </a:p>
          </p:txBody>
        </p:sp>
        <p:sp>
          <p:nvSpPr>
            <p:cNvPr id="492" name="Freeform 401">
              <a:extLst>
                <a:ext uri="{FF2B5EF4-FFF2-40B4-BE49-F238E27FC236}">
                  <a16:creationId xmlns:a16="http://schemas.microsoft.com/office/drawing/2014/main" id="{6A571406-5B5C-D956-41C2-B59579D00E27}"/>
                </a:ext>
              </a:extLst>
            </p:cNvPr>
            <p:cNvSpPr/>
            <p:nvPr/>
          </p:nvSpPr>
          <p:spPr>
            <a:xfrm>
              <a:off x="8797281" y="3276022"/>
              <a:ext cx="68691" cy="35171"/>
            </a:xfrm>
            <a:custGeom>
              <a:avLst/>
              <a:gdLst>
                <a:gd name="connsiteX0" fmla="*/ 38792 w 77583"/>
                <a:gd name="connsiteY0" fmla="*/ 0 h 39724"/>
                <a:gd name="connsiteX1" fmla="*/ 0 w 77583"/>
                <a:gd name="connsiteY1" fmla="*/ 20691 h 39724"/>
                <a:gd name="connsiteX2" fmla="*/ 32916 w 77583"/>
                <a:gd name="connsiteY2" fmla="*/ 39724 h 39724"/>
                <a:gd name="connsiteX3" fmla="*/ 44630 w 77583"/>
                <a:gd name="connsiteY3" fmla="*/ 39724 h 39724"/>
                <a:gd name="connsiteX4" fmla="*/ 77583 w 77583"/>
                <a:gd name="connsiteY4" fmla="*/ 20691 h 39724"/>
                <a:gd name="connsiteX5" fmla="*/ 38792 w 77583"/>
                <a:gd name="connsiteY5" fmla="*/ 0 h 39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83" h="39724">
                  <a:moveTo>
                    <a:pt x="38792" y="0"/>
                  </a:moveTo>
                  <a:cubicBezTo>
                    <a:pt x="18757" y="0"/>
                    <a:pt x="2299" y="9022"/>
                    <a:pt x="0" y="20691"/>
                  </a:cubicBezTo>
                  <a:cubicBezTo>
                    <a:pt x="7773" y="30958"/>
                    <a:pt x="19487" y="38064"/>
                    <a:pt x="32916" y="39724"/>
                  </a:cubicBezTo>
                  <a:lnTo>
                    <a:pt x="44630" y="39724"/>
                  </a:lnTo>
                  <a:cubicBezTo>
                    <a:pt x="58060" y="38115"/>
                    <a:pt x="69774" y="31009"/>
                    <a:pt x="77583" y="20691"/>
                  </a:cubicBezTo>
                  <a:cubicBezTo>
                    <a:pt x="75284" y="9074"/>
                    <a:pt x="58863" y="0"/>
                    <a:pt x="38792" y="0"/>
                  </a:cubicBezTo>
                  <a:close/>
                </a:path>
              </a:pathLst>
            </a:custGeom>
            <a:solidFill>
              <a:srgbClr val="007B85"/>
            </a:solidFill>
            <a:ln w="3646" cap="flat">
              <a:noFill/>
              <a:prstDash val="solid"/>
              <a:miter/>
            </a:ln>
          </p:spPr>
          <p:txBody>
            <a:bodyPr rtlCol="0" anchor="ctr"/>
            <a:lstStyle/>
            <a:p>
              <a:endParaRPr lang="en-GR"/>
            </a:p>
          </p:txBody>
        </p:sp>
        <p:sp>
          <p:nvSpPr>
            <p:cNvPr id="493" name="Freeform 402">
              <a:extLst>
                <a:ext uri="{FF2B5EF4-FFF2-40B4-BE49-F238E27FC236}">
                  <a16:creationId xmlns:a16="http://schemas.microsoft.com/office/drawing/2014/main" id="{475AB18A-6CFA-B008-A493-1682C1083298}"/>
                </a:ext>
              </a:extLst>
            </p:cNvPr>
            <p:cNvSpPr/>
            <p:nvPr/>
          </p:nvSpPr>
          <p:spPr>
            <a:xfrm>
              <a:off x="8753210" y="3190067"/>
              <a:ext cx="188077" cy="187427"/>
            </a:xfrm>
            <a:custGeom>
              <a:avLst/>
              <a:gdLst>
                <a:gd name="connsiteX0" fmla="*/ 177135 w 212423"/>
                <a:gd name="connsiteY0" fmla="*/ 88577 h 211689"/>
                <a:gd name="connsiteX1" fmla="*/ 159947 w 212423"/>
                <a:gd name="connsiteY1" fmla="*/ 140799 h 211689"/>
                <a:gd name="connsiteX2" fmla="*/ 159910 w 212423"/>
                <a:gd name="connsiteY2" fmla="*/ 140799 h 211689"/>
                <a:gd name="connsiteX3" fmla="*/ 212423 w 212423"/>
                <a:gd name="connsiteY3" fmla="*/ 193331 h 211689"/>
                <a:gd name="connsiteX4" fmla="*/ 194068 w 212423"/>
                <a:gd name="connsiteY4" fmla="*/ 211689 h 211689"/>
                <a:gd name="connsiteX5" fmla="*/ 141701 w 212423"/>
                <a:gd name="connsiteY5" fmla="*/ 159311 h 211689"/>
                <a:gd name="connsiteX6" fmla="*/ 88568 w 212423"/>
                <a:gd name="connsiteY6" fmla="*/ 177151 h 211689"/>
                <a:gd name="connsiteX7" fmla="*/ 0 w 212423"/>
                <a:gd name="connsiteY7" fmla="*/ 88577 h 211689"/>
                <a:gd name="connsiteX8" fmla="*/ 88568 w 212423"/>
                <a:gd name="connsiteY8" fmla="*/ 0 h 211689"/>
                <a:gd name="connsiteX9" fmla="*/ 177135 w 212423"/>
                <a:gd name="connsiteY9" fmla="*/ 88577 h 211689"/>
                <a:gd name="connsiteX10" fmla="*/ 25910 w 212423"/>
                <a:gd name="connsiteY10" fmla="*/ 88523 h 211689"/>
                <a:gd name="connsiteX11" fmla="*/ 88568 w 212423"/>
                <a:gd name="connsiteY11" fmla="*/ 151168 h 211689"/>
                <a:gd name="connsiteX12" fmla="*/ 151189 w 212423"/>
                <a:gd name="connsiteY12" fmla="*/ 88523 h 211689"/>
                <a:gd name="connsiteX13" fmla="*/ 88568 w 212423"/>
                <a:gd name="connsiteY13" fmla="*/ 25877 h 211689"/>
                <a:gd name="connsiteX14" fmla="*/ 25910 w 212423"/>
                <a:gd name="connsiteY14" fmla="*/ 88523 h 211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2423" h="211689">
                  <a:moveTo>
                    <a:pt x="177135" y="88577"/>
                  </a:moveTo>
                  <a:cubicBezTo>
                    <a:pt x="177135" y="108126"/>
                    <a:pt x="170676" y="126123"/>
                    <a:pt x="159947" y="140799"/>
                  </a:cubicBezTo>
                  <a:lnTo>
                    <a:pt x="159910" y="140799"/>
                  </a:lnTo>
                  <a:lnTo>
                    <a:pt x="212423" y="193331"/>
                  </a:lnTo>
                  <a:lnTo>
                    <a:pt x="194068" y="211689"/>
                  </a:lnTo>
                  <a:lnTo>
                    <a:pt x="141701" y="159311"/>
                  </a:lnTo>
                  <a:cubicBezTo>
                    <a:pt x="126921" y="170461"/>
                    <a:pt x="108529" y="177151"/>
                    <a:pt x="88568" y="177151"/>
                  </a:cubicBezTo>
                  <a:cubicBezTo>
                    <a:pt x="39667" y="177151"/>
                    <a:pt x="0" y="137478"/>
                    <a:pt x="0" y="88577"/>
                  </a:cubicBezTo>
                  <a:cubicBezTo>
                    <a:pt x="0" y="39673"/>
                    <a:pt x="39667" y="0"/>
                    <a:pt x="88568" y="0"/>
                  </a:cubicBezTo>
                  <a:cubicBezTo>
                    <a:pt x="137468" y="0"/>
                    <a:pt x="177135" y="39673"/>
                    <a:pt x="177135" y="88577"/>
                  </a:cubicBezTo>
                  <a:close/>
                  <a:moveTo>
                    <a:pt x="25910" y="88523"/>
                  </a:moveTo>
                  <a:cubicBezTo>
                    <a:pt x="25910" y="123061"/>
                    <a:pt x="54009" y="151168"/>
                    <a:pt x="88568" y="151168"/>
                  </a:cubicBezTo>
                  <a:cubicBezTo>
                    <a:pt x="123089" y="151168"/>
                    <a:pt x="151189" y="123061"/>
                    <a:pt x="151189" y="88523"/>
                  </a:cubicBezTo>
                  <a:cubicBezTo>
                    <a:pt x="151189" y="53984"/>
                    <a:pt x="123089" y="25877"/>
                    <a:pt x="88568" y="25877"/>
                  </a:cubicBezTo>
                  <a:cubicBezTo>
                    <a:pt x="54009" y="25877"/>
                    <a:pt x="25910" y="53984"/>
                    <a:pt x="25910" y="88523"/>
                  </a:cubicBezTo>
                  <a:close/>
                </a:path>
              </a:pathLst>
            </a:custGeom>
            <a:solidFill>
              <a:srgbClr val="007B85"/>
            </a:solidFill>
            <a:ln w="3646" cap="flat">
              <a:noFill/>
              <a:prstDash val="solid"/>
              <a:miter/>
            </a:ln>
          </p:spPr>
          <p:txBody>
            <a:bodyPr rtlCol="0" anchor="ctr"/>
            <a:lstStyle/>
            <a:p>
              <a:endParaRPr lang="en-GR"/>
            </a:p>
          </p:txBody>
        </p:sp>
      </p:grpSp>
      <p:sp>
        <p:nvSpPr>
          <p:cNvPr id="494" name="Freeform 403">
            <a:extLst>
              <a:ext uri="{FF2B5EF4-FFF2-40B4-BE49-F238E27FC236}">
                <a16:creationId xmlns:a16="http://schemas.microsoft.com/office/drawing/2014/main" id="{FB4B541C-84ED-75BA-C19A-6A0FB208359D}"/>
              </a:ext>
            </a:extLst>
          </p:cNvPr>
          <p:cNvSpPr/>
          <p:nvPr/>
        </p:nvSpPr>
        <p:spPr>
          <a:xfrm>
            <a:off x="10238161" y="3202995"/>
            <a:ext cx="187398" cy="158709"/>
          </a:xfrm>
          <a:custGeom>
            <a:avLst/>
            <a:gdLst>
              <a:gd name="connsiteX0" fmla="*/ 154619 w 211656"/>
              <a:gd name="connsiteY0" fmla="*/ 0 h 179253"/>
              <a:gd name="connsiteX1" fmla="*/ 53973 w 211656"/>
              <a:gd name="connsiteY1" fmla="*/ 91 h 179253"/>
              <a:gd name="connsiteX2" fmla="*/ 0 w 211656"/>
              <a:gd name="connsiteY2" fmla="*/ 33385 h 179253"/>
              <a:gd name="connsiteX3" fmla="*/ 0 w 211656"/>
              <a:gd name="connsiteY3" fmla="*/ 145865 h 179253"/>
              <a:gd name="connsiteX4" fmla="*/ 57038 w 211656"/>
              <a:gd name="connsiteY4" fmla="*/ 179253 h 179253"/>
              <a:gd name="connsiteX5" fmla="*/ 157684 w 211656"/>
              <a:gd name="connsiteY5" fmla="*/ 179162 h 179253"/>
              <a:gd name="connsiteX6" fmla="*/ 211657 w 211656"/>
              <a:gd name="connsiteY6" fmla="*/ 145865 h 179253"/>
              <a:gd name="connsiteX7" fmla="*/ 211657 w 211656"/>
              <a:gd name="connsiteY7" fmla="*/ 33385 h 179253"/>
              <a:gd name="connsiteX8" fmla="*/ 154619 w 211656"/>
              <a:gd name="connsiteY8" fmla="*/ 0 h 179253"/>
              <a:gd name="connsiteX9" fmla="*/ 86524 w 211656"/>
              <a:gd name="connsiteY9" fmla="*/ 69102 h 179253"/>
              <a:gd name="connsiteX10" fmla="*/ 86524 w 211656"/>
              <a:gd name="connsiteY10" fmla="*/ 78154 h 179253"/>
              <a:gd name="connsiteX11" fmla="*/ 69081 w 211656"/>
              <a:gd name="connsiteY11" fmla="*/ 78154 h 179253"/>
              <a:gd name="connsiteX12" fmla="*/ 69081 w 211656"/>
              <a:gd name="connsiteY12" fmla="*/ 85143 h 179253"/>
              <a:gd name="connsiteX13" fmla="*/ 83021 w 211656"/>
              <a:gd name="connsiteY13" fmla="*/ 85143 h 179253"/>
              <a:gd name="connsiteX14" fmla="*/ 83021 w 211656"/>
              <a:gd name="connsiteY14" fmla="*/ 93658 h 179253"/>
              <a:gd name="connsiteX15" fmla="*/ 69081 w 211656"/>
              <a:gd name="connsiteY15" fmla="*/ 93658 h 179253"/>
              <a:gd name="connsiteX16" fmla="*/ 69081 w 211656"/>
              <a:gd name="connsiteY16" fmla="*/ 100782 h 179253"/>
              <a:gd name="connsiteX17" fmla="*/ 87144 w 211656"/>
              <a:gd name="connsiteY17" fmla="*/ 100782 h 179253"/>
              <a:gd name="connsiteX18" fmla="*/ 87144 w 211656"/>
              <a:gd name="connsiteY18" fmla="*/ 109881 h 179253"/>
              <a:gd name="connsiteX19" fmla="*/ 58388 w 211656"/>
              <a:gd name="connsiteY19" fmla="*/ 109881 h 179253"/>
              <a:gd name="connsiteX20" fmla="*/ 58388 w 211656"/>
              <a:gd name="connsiteY20" fmla="*/ 69102 h 179253"/>
              <a:gd name="connsiteX21" fmla="*/ 86524 w 211656"/>
              <a:gd name="connsiteY21" fmla="*/ 69102 h 179253"/>
              <a:gd name="connsiteX22" fmla="*/ 103201 w 211656"/>
              <a:gd name="connsiteY22" fmla="*/ 104458 h 179253"/>
              <a:gd name="connsiteX23" fmla="*/ 97362 w 211656"/>
              <a:gd name="connsiteY23" fmla="*/ 98768 h 179253"/>
              <a:gd name="connsiteX24" fmla="*/ 91523 w 211656"/>
              <a:gd name="connsiteY24" fmla="*/ 104458 h 179253"/>
              <a:gd name="connsiteX25" fmla="*/ 97362 w 211656"/>
              <a:gd name="connsiteY25" fmla="*/ 110151 h 179253"/>
              <a:gd name="connsiteX26" fmla="*/ 103201 w 211656"/>
              <a:gd name="connsiteY26" fmla="*/ 104458 h 179253"/>
              <a:gd name="connsiteX27" fmla="*/ 136555 w 211656"/>
              <a:gd name="connsiteY27" fmla="*/ 69102 h 179253"/>
              <a:gd name="connsiteX28" fmla="*/ 136555 w 211656"/>
              <a:gd name="connsiteY28" fmla="*/ 78154 h 179253"/>
              <a:gd name="connsiteX29" fmla="*/ 119148 w 211656"/>
              <a:gd name="connsiteY29" fmla="*/ 78154 h 179253"/>
              <a:gd name="connsiteX30" fmla="*/ 119148 w 211656"/>
              <a:gd name="connsiteY30" fmla="*/ 85143 h 179253"/>
              <a:gd name="connsiteX31" fmla="*/ 133088 w 211656"/>
              <a:gd name="connsiteY31" fmla="*/ 85143 h 179253"/>
              <a:gd name="connsiteX32" fmla="*/ 133088 w 211656"/>
              <a:gd name="connsiteY32" fmla="*/ 93658 h 179253"/>
              <a:gd name="connsiteX33" fmla="*/ 119148 w 211656"/>
              <a:gd name="connsiteY33" fmla="*/ 93658 h 179253"/>
              <a:gd name="connsiteX34" fmla="*/ 119148 w 211656"/>
              <a:gd name="connsiteY34" fmla="*/ 100782 h 179253"/>
              <a:gd name="connsiteX35" fmla="*/ 137175 w 211656"/>
              <a:gd name="connsiteY35" fmla="*/ 100782 h 179253"/>
              <a:gd name="connsiteX36" fmla="*/ 137175 w 211656"/>
              <a:gd name="connsiteY36" fmla="*/ 109881 h 179253"/>
              <a:gd name="connsiteX37" fmla="*/ 108419 w 211656"/>
              <a:gd name="connsiteY37" fmla="*/ 109881 h 179253"/>
              <a:gd name="connsiteX38" fmla="*/ 108419 w 211656"/>
              <a:gd name="connsiteY38" fmla="*/ 69102 h 179253"/>
              <a:gd name="connsiteX39" fmla="*/ 136555 w 211656"/>
              <a:gd name="connsiteY39" fmla="*/ 69102 h 179253"/>
              <a:gd name="connsiteX40" fmla="*/ 153232 w 211656"/>
              <a:gd name="connsiteY40" fmla="*/ 104458 h 179253"/>
              <a:gd name="connsiteX41" fmla="*/ 147394 w 211656"/>
              <a:gd name="connsiteY41" fmla="*/ 98768 h 179253"/>
              <a:gd name="connsiteX42" fmla="*/ 141591 w 211656"/>
              <a:gd name="connsiteY42" fmla="*/ 104458 h 179253"/>
              <a:gd name="connsiteX43" fmla="*/ 147394 w 211656"/>
              <a:gd name="connsiteY43" fmla="*/ 110151 h 179253"/>
              <a:gd name="connsiteX44" fmla="*/ 153232 w 211656"/>
              <a:gd name="connsiteY44" fmla="*/ 104458 h 179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11656" h="179253">
                <a:moveTo>
                  <a:pt x="154619" y="0"/>
                </a:moveTo>
                <a:lnTo>
                  <a:pt x="53973" y="91"/>
                </a:lnTo>
                <a:cubicBezTo>
                  <a:pt x="23830" y="1212"/>
                  <a:pt x="0" y="15639"/>
                  <a:pt x="0" y="33385"/>
                </a:cubicBezTo>
                <a:lnTo>
                  <a:pt x="0" y="145865"/>
                </a:lnTo>
                <a:cubicBezTo>
                  <a:pt x="0" y="164194"/>
                  <a:pt x="25508" y="179027"/>
                  <a:pt x="57038" y="179253"/>
                </a:cubicBezTo>
                <a:lnTo>
                  <a:pt x="157684" y="179162"/>
                </a:lnTo>
                <a:cubicBezTo>
                  <a:pt x="187827" y="178042"/>
                  <a:pt x="211657" y="163610"/>
                  <a:pt x="211657" y="145865"/>
                </a:cubicBezTo>
                <a:lnTo>
                  <a:pt x="211657" y="33385"/>
                </a:lnTo>
                <a:cubicBezTo>
                  <a:pt x="211657" y="15055"/>
                  <a:pt x="186149" y="223"/>
                  <a:pt x="154619" y="0"/>
                </a:cubicBezTo>
                <a:close/>
                <a:moveTo>
                  <a:pt x="86524" y="69102"/>
                </a:moveTo>
                <a:lnTo>
                  <a:pt x="86524" y="78154"/>
                </a:lnTo>
                <a:lnTo>
                  <a:pt x="69081" y="78154"/>
                </a:lnTo>
                <a:lnTo>
                  <a:pt x="69081" y="85143"/>
                </a:lnTo>
                <a:lnTo>
                  <a:pt x="83021" y="85143"/>
                </a:lnTo>
                <a:lnTo>
                  <a:pt x="83021" y="93658"/>
                </a:lnTo>
                <a:lnTo>
                  <a:pt x="69081" y="93658"/>
                </a:lnTo>
                <a:lnTo>
                  <a:pt x="69081" y="100782"/>
                </a:lnTo>
                <a:lnTo>
                  <a:pt x="87144" y="100782"/>
                </a:lnTo>
                <a:lnTo>
                  <a:pt x="87144" y="109881"/>
                </a:lnTo>
                <a:lnTo>
                  <a:pt x="58388" y="109881"/>
                </a:lnTo>
                <a:lnTo>
                  <a:pt x="58388" y="69102"/>
                </a:lnTo>
                <a:lnTo>
                  <a:pt x="86524" y="69102"/>
                </a:lnTo>
                <a:close/>
                <a:moveTo>
                  <a:pt x="103201" y="104458"/>
                </a:moveTo>
                <a:cubicBezTo>
                  <a:pt x="103201" y="101231"/>
                  <a:pt x="100683" y="98768"/>
                  <a:pt x="97362" y="98768"/>
                </a:cubicBezTo>
                <a:cubicBezTo>
                  <a:pt x="94041" y="98768"/>
                  <a:pt x="91523" y="101231"/>
                  <a:pt x="91523" y="104458"/>
                </a:cubicBezTo>
                <a:cubicBezTo>
                  <a:pt x="91523" y="107684"/>
                  <a:pt x="94041" y="110151"/>
                  <a:pt x="97362" y="110151"/>
                </a:cubicBezTo>
                <a:cubicBezTo>
                  <a:pt x="100683" y="110151"/>
                  <a:pt x="103201" y="107684"/>
                  <a:pt x="103201" y="104458"/>
                </a:cubicBezTo>
                <a:close/>
                <a:moveTo>
                  <a:pt x="136555" y="69102"/>
                </a:moveTo>
                <a:lnTo>
                  <a:pt x="136555" y="78154"/>
                </a:lnTo>
                <a:lnTo>
                  <a:pt x="119148" y="78154"/>
                </a:lnTo>
                <a:lnTo>
                  <a:pt x="119148" y="85143"/>
                </a:lnTo>
                <a:lnTo>
                  <a:pt x="133088" y="85143"/>
                </a:lnTo>
                <a:lnTo>
                  <a:pt x="133088" y="93658"/>
                </a:lnTo>
                <a:lnTo>
                  <a:pt x="119148" y="93658"/>
                </a:lnTo>
                <a:lnTo>
                  <a:pt x="119148" y="100782"/>
                </a:lnTo>
                <a:lnTo>
                  <a:pt x="137175" y="100782"/>
                </a:lnTo>
                <a:lnTo>
                  <a:pt x="137175" y="109881"/>
                </a:lnTo>
                <a:lnTo>
                  <a:pt x="108419" y="109881"/>
                </a:lnTo>
                <a:lnTo>
                  <a:pt x="108419" y="69102"/>
                </a:lnTo>
                <a:lnTo>
                  <a:pt x="136555" y="69102"/>
                </a:lnTo>
                <a:close/>
                <a:moveTo>
                  <a:pt x="153232" y="104458"/>
                </a:moveTo>
                <a:cubicBezTo>
                  <a:pt x="153232" y="101231"/>
                  <a:pt x="150715" y="98768"/>
                  <a:pt x="147394" y="98768"/>
                </a:cubicBezTo>
                <a:cubicBezTo>
                  <a:pt x="144109" y="98768"/>
                  <a:pt x="141591" y="101231"/>
                  <a:pt x="141591" y="104458"/>
                </a:cubicBezTo>
                <a:cubicBezTo>
                  <a:pt x="141591" y="107684"/>
                  <a:pt x="144109" y="110151"/>
                  <a:pt x="147394" y="110151"/>
                </a:cubicBezTo>
                <a:cubicBezTo>
                  <a:pt x="150715" y="110151"/>
                  <a:pt x="153232" y="107684"/>
                  <a:pt x="153232" y="104458"/>
                </a:cubicBezTo>
                <a:close/>
              </a:path>
            </a:pathLst>
          </a:custGeom>
          <a:solidFill>
            <a:srgbClr val="007B85"/>
          </a:solidFill>
          <a:ln w="3646" cap="flat">
            <a:noFill/>
            <a:prstDash val="solid"/>
            <a:miter/>
          </a:ln>
        </p:spPr>
        <p:txBody>
          <a:bodyPr rtlCol="0" anchor="ctr"/>
          <a:lstStyle/>
          <a:p>
            <a:endParaRPr lang="en-GR"/>
          </a:p>
        </p:txBody>
      </p:sp>
      <p:grpSp>
        <p:nvGrpSpPr>
          <p:cNvPr id="495" name="Group 494">
            <a:extLst>
              <a:ext uri="{FF2B5EF4-FFF2-40B4-BE49-F238E27FC236}">
                <a16:creationId xmlns:a16="http://schemas.microsoft.com/office/drawing/2014/main" id="{8CAA8BB1-1FEA-B23D-E14A-5FAF29FD6BB9}"/>
              </a:ext>
            </a:extLst>
          </p:cNvPr>
          <p:cNvGrpSpPr/>
          <p:nvPr/>
        </p:nvGrpSpPr>
        <p:grpSpPr>
          <a:xfrm>
            <a:off x="10564493" y="3190067"/>
            <a:ext cx="200322" cy="189888"/>
            <a:chOff x="9412337" y="3190067"/>
            <a:chExt cx="200322" cy="189888"/>
          </a:xfrm>
        </p:grpSpPr>
        <p:sp>
          <p:nvSpPr>
            <p:cNvPr id="496" name="Freeform 404">
              <a:extLst>
                <a:ext uri="{FF2B5EF4-FFF2-40B4-BE49-F238E27FC236}">
                  <a16:creationId xmlns:a16="http://schemas.microsoft.com/office/drawing/2014/main" id="{ABF78DD6-D354-ECED-C590-93D453E2A843}"/>
                </a:ext>
              </a:extLst>
            </p:cNvPr>
            <p:cNvSpPr/>
            <p:nvPr/>
          </p:nvSpPr>
          <p:spPr>
            <a:xfrm>
              <a:off x="9491794" y="3190067"/>
              <a:ext cx="120865" cy="82115"/>
            </a:xfrm>
            <a:custGeom>
              <a:avLst/>
              <a:gdLst>
                <a:gd name="connsiteX0" fmla="*/ 56374 w 136511"/>
                <a:gd name="connsiteY0" fmla="*/ 52250 h 92744"/>
                <a:gd name="connsiteX1" fmla="*/ 76226 w 136511"/>
                <a:gd name="connsiteY1" fmla="*/ 52250 h 92744"/>
                <a:gd name="connsiteX2" fmla="*/ 102793 w 136511"/>
                <a:gd name="connsiteY2" fmla="*/ 65072 h 92744"/>
                <a:gd name="connsiteX3" fmla="*/ 110967 w 136511"/>
                <a:gd name="connsiteY3" fmla="*/ 92745 h 92744"/>
                <a:gd name="connsiteX4" fmla="*/ 136512 w 136511"/>
                <a:gd name="connsiteY4" fmla="*/ 92745 h 92744"/>
                <a:gd name="connsiteX5" fmla="*/ 128082 w 136511"/>
                <a:gd name="connsiteY5" fmla="*/ 55166 h 92744"/>
                <a:gd name="connsiteX6" fmla="*/ 103997 w 136511"/>
                <a:gd name="connsiteY6" fmla="*/ 32654 h 92744"/>
                <a:gd name="connsiteX7" fmla="*/ 76153 w 136511"/>
                <a:gd name="connsiteY7" fmla="*/ 25825 h 92744"/>
                <a:gd name="connsiteX8" fmla="*/ 56045 w 136511"/>
                <a:gd name="connsiteY8" fmla="*/ 25825 h 92744"/>
                <a:gd name="connsiteX9" fmla="*/ 56118 w 136511"/>
                <a:gd name="connsiteY9" fmla="*/ 22373 h 92744"/>
                <a:gd name="connsiteX10" fmla="*/ 55900 w 136511"/>
                <a:gd name="connsiteY10" fmla="*/ 3569 h 92744"/>
                <a:gd name="connsiteX11" fmla="*/ 47652 w 136511"/>
                <a:gd name="connsiteY11" fmla="*/ 1017 h 92744"/>
                <a:gd name="connsiteX12" fmla="*/ 31486 w 136511"/>
                <a:gd name="connsiteY12" fmla="*/ 13146 h 92744"/>
                <a:gd name="connsiteX13" fmla="*/ 2073 w 136511"/>
                <a:gd name="connsiteY13" fmla="*/ 35413 h 92744"/>
                <a:gd name="connsiteX14" fmla="*/ 2073 w 136511"/>
                <a:gd name="connsiteY14" fmla="*/ 44012 h 92744"/>
                <a:gd name="connsiteX15" fmla="*/ 47652 w 136511"/>
                <a:gd name="connsiteY15" fmla="*/ 78412 h 92744"/>
                <a:gd name="connsiteX16" fmla="*/ 56045 w 136511"/>
                <a:gd name="connsiteY16" fmla="*/ 75704 h 92744"/>
                <a:gd name="connsiteX17" fmla="*/ 56301 w 136511"/>
                <a:gd name="connsiteY17" fmla="*/ 52144 h 92744"/>
                <a:gd name="connsiteX18" fmla="*/ 56374 w 136511"/>
                <a:gd name="connsiteY18" fmla="*/ 52250 h 9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6511" h="92744">
                  <a:moveTo>
                    <a:pt x="56374" y="52250"/>
                  </a:moveTo>
                  <a:lnTo>
                    <a:pt x="76226" y="52250"/>
                  </a:lnTo>
                  <a:cubicBezTo>
                    <a:pt x="86480" y="52250"/>
                    <a:pt x="96333" y="57199"/>
                    <a:pt x="102793" y="65072"/>
                  </a:cubicBezTo>
                  <a:cubicBezTo>
                    <a:pt x="109580" y="73306"/>
                    <a:pt x="110346" y="82529"/>
                    <a:pt x="110967" y="92745"/>
                  </a:cubicBezTo>
                  <a:lnTo>
                    <a:pt x="136512" y="92745"/>
                  </a:lnTo>
                  <a:cubicBezTo>
                    <a:pt x="136402" y="79193"/>
                    <a:pt x="135271" y="66999"/>
                    <a:pt x="128082" y="55166"/>
                  </a:cubicBezTo>
                  <a:cubicBezTo>
                    <a:pt x="122279" y="45680"/>
                    <a:pt x="113886" y="37811"/>
                    <a:pt x="103997" y="32654"/>
                  </a:cubicBezTo>
                  <a:cubicBezTo>
                    <a:pt x="95457" y="28169"/>
                    <a:pt x="85860" y="25825"/>
                    <a:pt x="76153" y="25825"/>
                  </a:cubicBezTo>
                  <a:lnTo>
                    <a:pt x="56045" y="25825"/>
                  </a:lnTo>
                  <a:cubicBezTo>
                    <a:pt x="56045" y="25230"/>
                    <a:pt x="56082" y="23986"/>
                    <a:pt x="56118" y="22373"/>
                  </a:cubicBezTo>
                  <a:cubicBezTo>
                    <a:pt x="56191" y="16343"/>
                    <a:pt x="56411" y="5175"/>
                    <a:pt x="55900" y="3569"/>
                  </a:cubicBezTo>
                  <a:cubicBezTo>
                    <a:pt x="54841" y="182"/>
                    <a:pt x="50426" y="-1067"/>
                    <a:pt x="47652" y="1017"/>
                  </a:cubicBezTo>
                  <a:cubicBezTo>
                    <a:pt x="43492" y="4164"/>
                    <a:pt x="37617" y="8551"/>
                    <a:pt x="31486" y="13146"/>
                  </a:cubicBezTo>
                  <a:cubicBezTo>
                    <a:pt x="17984" y="23230"/>
                    <a:pt x="3168" y="34304"/>
                    <a:pt x="2073" y="35413"/>
                  </a:cubicBezTo>
                  <a:cubicBezTo>
                    <a:pt x="-372" y="37917"/>
                    <a:pt x="-993" y="41720"/>
                    <a:pt x="2073" y="44012"/>
                  </a:cubicBezTo>
                  <a:cubicBezTo>
                    <a:pt x="2073" y="44012"/>
                    <a:pt x="47616" y="78361"/>
                    <a:pt x="47652" y="78412"/>
                  </a:cubicBezTo>
                  <a:cubicBezTo>
                    <a:pt x="50462" y="80551"/>
                    <a:pt x="54951" y="79248"/>
                    <a:pt x="56045" y="75704"/>
                  </a:cubicBezTo>
                  <a:lnTo>
                    <a:pt x="56301" y="52144"/>
                  </a:lnTo>
                  <a:lnTo>
                    <a:pt x="56374" y="52250"/>
                  </a:lnTo>
                  <a:close/>
                </a:path>
              </a:pathLst>
            </a:custGeom>
            <a:solidFill>
              <a:srgbClr val="007B85"/>
            </a:solidFill>
            <a:ln w="3646" cap="flat">
              <a:noFill/>
              <a:prstDash val="solid"/>
              <a:miter/>
            </a:ln>
          </p:spPr>
          <p:txBody>
            <a:bodyPr rtlCol="0" anchor="ctr"/>
            <a:lstStyle/>
            <a:p>
              <a:endParaRPr lang="en-GR"/>
            </a:p>
          </p:txBody>
        </p:sp>
        <p:sp>
          <p:nvSpPr>
            <p:cNvPr id="497" name="Freeform 405">
              <a:extLst>
                <a:ext uri="{FF2B5EF4-FFF2-40B4-BE49-F238E27FC236}">
                  <a16:creationId xmlns:a16="http://schemas.microsoft.com/office/drawing/2014/main" id="{CEAFC631-5DFD-06E7-1E23-682DE66826C5}"/>
                </a:ext>
              </a:extLst>
            </p:cNvPr>
            <p:cNvSpPr/>
            <p:nvPr/>
          </p:nvSpPr>
          <p:spPr>
            <a:xfrm>
              <a:off x="9426004" y="3190090"/>
              <a:ext cx="43651" cy="43654"/>
            </a:xfrm>
            <a:custGeom>
              <a:avLst/>
              <a:gdLst>
                <a:gd name="connsiteX0" fmla="*/ 49302 w 49301"/>
                <a:gd name="connsiteY0" fmla="*/ 24655 h 49305"/>
                <a:gd name="connsiteX1" fmla="*/ 24632 w 49301"/>
                <a:gd name="connsiteY1" fmla="*/ 49305 h 49305"/>
                <a:gd name="connsiteX2" fmla="*/ 0 w 49301"/>
                <a:gd name="connsiteY2" fmla="*/ 24655 h 49305"/>
                <a:gd name="connsiteX3" fmla="*/ 24632 w 49301"/>
                <a:gd name="connsiteY3" fmla="*/ 0 h 49305"/>
                <a:gd name="connsiteX4" fmla="*/ 49302 w 49301"/>
                <a:gd name="connsiteY4" fmla="*/ 24655 h 49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01" h="49305">
                  <a:moveTo>
                    <a:pt x="49302" y="24655"/>
                  </a:moveTo>
                  <a:cubicBezTo>
                    <a:pt x="49302" y="38257"/>
                    <a:pt x="38244" y="49305"/>
                    <a:pt x="24632" y="49305"/>
                  </a:cubicBezTo>
                  <a:cubicBezTo>
                    <a:pt x="11057" y="49305"/>
                    <a:pt x="0" y="38257"/>
                    <a:pt x="0" y="24655"/>
                  </a:cubicBezTo>
                  <a:cubicBezTo>
                    <a:pt x="0" y="11051"/>
                    <a:pt x="11057" y="0"/>
                    <a:pt x="24632" y="0"/>
                  </a:cubicBezTo>
                  <a:cubicBezTo>
                    <a:pt x="38244" y="0"/>
                    <a:pt x="49302" y="11051"/>
                    <a:pt x="49302" y="24655"/>
                  </a:cubicBezTo>
                  <a:close/>
                </a:path>
              </a:pathLst>
            </a:custGeom>
            <a:solidFill>
              <a:srgbClr val="007B85"/>
            </a:solidFill>
            <a:ln w="3646" cap="flat">
              <a:noFill/>
              <a:prstDash val="solid"/>
              <a:miter/>
            </a:ln>
          </p:spPr>
          <p:txBody>
            <a:bodyPr rtlCol="0" anchor="ctr"/>
            <a:lstStyle/>
            <a:p>
              <a:endParaRPr lang="en-GR"/>
            </a:p>
          </p:txBody>
        </p:sp>
        <p:sp>
          <p:nvSpPr>
            <p:cNvPr id="498" name="Freeform 406">
              <a:extLst>
                <a:ext uri="{FF2B5EF4-FFF2-40B4-BE49-F238E27FC236}">
                  <a16:creationId xmlns:a16="http://schemas.microsoft.com/office/drawing/2014/main" id="{A3191C18-7E92-13BF-2A3C-83872301338A}"/>
                </a:ext>
              </a:extLst>
            </p:cNvPr>
            <p:cNvSpPr/>
            <p:nvPr/>
          </p:nvSpPr>
          <p:spPr>
            <a:xfrm>
              <a:off x="9412337" y="3239651"/>
              <a:ext cx="71146" cy="36131"/>
            </a:xfrm>
            <a:custGeom>
              <a:avLst/>
              <a:gdLst>
                <a:gd name="connsiteX0" fmla="*/ 69409 w 80356"/>
                <a:gd name="connsiteY0" fmla="*/ 40809 h 40808"/>
                <a:gd name="connsiteX1" fmla="*/ 10948 w 80356"/>
                <a:gd name="connsiteY1" fmla="*/ 40809 h 40808"/>
                <a:gd name="connsiteX2" fmla="*/ 0 w 80356"/>
                <a:gd name="connsiteY2" fmla="*/ 33666 h 40808"/>
                <a:gd name="connsiteX3" fmla="*/ 0 w 80356"/>
                <a:gd name="connsiteY3" fmla="*/ 24078 h 40808"/>
                <a:gd name="connsiteX4" fmla="*/ 40178 w 80356"/>
                <a:gd name="connsiteY4" fmla="*/ 0 h 40808"/>
                <a:gd name="connsiteX5" fmla="*/ 80357 w 80356"/>
                <a:gd name="connsiteY5" fmla="*/ 24078 h 40808"/>
                <a:gd name="connsiteX6" fmla="*/ 80357 w 80356"/>
                <a:gd name="connsiteY6" fmla="*/ 33615 h 40808"/>
                <a:gd name="connsiteX7" fmla="*/ 69409 w 80356"/>
                <a:gd name="connsiteY7" fmla="*/ 40809 h 40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356" h="40808">
                  <a:moveTo>
                    <a:pt x="69409" y="40809"/>
                  </a:moveTo>
                  <a:lnTo>
                    <a:pt x="10948" y="40809"/>
                  </a:lnTo>
                  <a:cubicBezTo>
                    <a:pt x="4890" y="40444"/>
                    <a:pt x="110" y="37367"/>
                    <a:pt x="0" y="33666"/>
                  </a:cubicBezTo>
                  <a:lnTo>
                    <a:pt x="0" y="24078"/>
                  </a:lnTo>
                  <a:cubicBezTo>
                    <a:pt x="0" y="10789"/>
                    <a:pt x="17991" y="0"/>
                    <a:pt x="40178" y="0"/>
                  </a:cubicBezTo>
                  <a:cubicBezTo>
                    <a:pt x="62366" y="0"/>
                    <a:pt x="80357" y="10789"/>
                    <a:pt x="80357" y="24078"/>
                  </a:cubicBezTo>
                  <a:lnTo>
                    <a:pt x="80357" y="33615"/>
                  </a:lnTo>
                  <a:cubicBezTo>
                    <a:pt x="80284" y="37367"/>
                    <a:pt x="75503" y="40444"/>
                    <a:pt x="69409" y="40809"/>
                  </a:cubicBezTo>
                  <a:close/>
                </a:path>
              </a:pathLst>
            </a:custGeom>
            <a:solidFill>
              <a:srgbClr val="007B85"/>
            </a:solidFill>
            <a:ln w="3646" cap="flat">
              <a:noFill/>
              <a:prstDash val="solid"/>
              <a:miter/>
            </a:ln>
          </p:spPr>
          <p:txBody>
            <a:bodyPr rtlCol="0" anchor="ctr"/>
            <a:lstStyle/>
            <a:p>
              <a:endParaRPr lang="en-GR"/>
            </a:p>
          </p:txBody>
        </p:sp>
        <p:sp>
          <p:nvSpPr>
            <p:cNvPr id="499" name="Freeform 407">
              <a:extLst>
                <a:ext uri="{FF2B5EF4-FFF2-40B4-BE49-F238E27FC236}">
                  <a16:creationId xmlns:a16="http://schemas.microsoft.com/office/drawing/2014/main" id="{2683F61E-7591-C966-3CDB-DB1FB91D5774}"/>
                </a:ext>
              </a:extLst>
            </p:cNvPr>
            <p:cNvSpPr/>
            <p:nvPr/>
          </p:nvSpPr>
          <p:spPr>
            <a:xfrm>
              <a:off x="9554566" y="3294241"/>
              <a:ext cx="43651" cy="43651"/>
            </a:xfrm>
            <a:custGeom>
              <a:avLst/>
              <a:gdLst>
                <a:gd name="connsiteX0" fmla="*/ 24669 w 49301"/>
                <a:gd name="connsiteY0" fmla="*/ 49302 h 49301"/>
                <a:gd name="connsiteX1" fmla="*/ 49302 w 49301"/>
                <a:gd name="connsiteY1" fmla="*/ 24651 h 49301"/>
                <a:gd name="connsiteX2" fmla="*/ 24669 w 49301"/>
                <a:gd name="connsiteY2" fmla="*/ 0 h 49301"/>
                <a:gd name="connsiteX3" fmla="*/ 0 w 49301"/>
                <a:gd name="connsiteY3" fmla="*/ 24651 h 49301"/>
                <a:gd name="connsiteX4" fmla="*/ 24669 w 49301"/>
                <a:gd name="connsiteY4" fmla="*/ 49302 h 49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301" h="49301">
                  <a:moveTo>
                    <a:pt x="24669" y="49302"/>
                  </a:moveTo>
                  <a:cubicBezTo>
                    <a:pt x="38281" y="49302"/>
                    <a:pt x="49302" y="38265"/>
                    <a:pt x="49302" y="24651"/>
                  </a:cubicBezTo>
                  <a:cubicBezTo>
                    <a:pt x="49302" y="11037"/>
                    <a:pt x="38281" y="0"/>
                    <a:pt x="24669" y="0"/>
                  </a:cubicBezTo>
                  <a:cubicBezTo>
                    <a:pt x="11057" y="0"/>
                    <a:pt x="0" y="11037"/>
                    <a:pt x="0" y="24651"/>
                  </a:cubicBezTo>
                  <a:cubicBezTo>
                    <a:pt x="0" y="38265"/>
                    <a:pt x="11057" y="49302"/>
                    <a:pt x="24669" y="49302"/>
                  </a:cubicBezTo>
                  <a:close/>
                </a:path>
              </a:pathLst>
            </a:custGeom>
            <a:solidFill>
              <a:srgbClr val="007B85"/>
            </a:solidFill>
            <a:ln w="3646" cap="flat">
              <a:noFill/>
              <a:prstDash val="solid"/>
              <a:miter/>
            </a:ln>
          </p:spPr>
          <p:txBody>
            <a:bodyPr rtlCol="0" anchor="ctr"/>
            <a:lstStyle/>
            <a:p>
              <a:endParaRPr lang="en-GR"/>
            </a:p>
          </p:txBody>
        </p:sp>
        <p:sp>
          <p:nvSpPr>
            <p:cNvPr id="500" name="Freeform 408">
              <a:extLst>
                <a:ext uri="{FF2B5EF4-FFF2-40B4-BE49-F238E27FC236}">
                  <a16:creationId xmlns:a16="http://schemas.microsoft.com/office/drawing/2014/main" id="{A7F4B8C0-826D-A611-E54B-704DDDCE6621}"/>
                </a:ext>
              </a:extLst>
            </p:cNvPr>
            <p:cNvSpPr/>
            <p:nvPr/>
          </p:nvSpPr>
          <p:spPr>
            <a:xfrm>
              <a:off x="9540737" y="3343799"/>
              <a:ext cx="71082" cy="36131"/>
            </a:xfrm>
            <a:custGeom>
              <a:avLst/>
              <a:gdLst>
                <a:gd name="connsiteX0" fmla="*/ 0 w 80283"/>
                <a:gd name="connsiteY0" fmla="*/ 24078 h 40808"/>
                <a:gd name="connsiteX1" fmla="*/ 40142 w 80283"/>
                <a:gd name="connsiteY1" fmla="*/ 0 h 40808"/>
                <a:gd name="connsiteX2" fmla="*/ 80284 w 80283"/>
                <a:gd name="connsiteY2" fmla="*/ 24078 h 40808"/>
                <a:gd name="connsiteX3" fmla="*/ 80284 w 80283"/>
                <a:gd name="connsiteY3" fmla="*/ 33669 h 40808"/>
                <a:gd name="connsiteX4" fmla="*/ 69372 w 80283"/>
                <a:gd name="connsiteY4" fmla="*/ 40809 h 40808"/>
                <a:gd name="connsiteX5" fmla="*/ 10948 w 80283"/>
                <a:gd name="connsiteY5" fmla="*/ 40809 h 40808"/>
                <a:gd name="connsiteX6" fmla="*/ 0 w 80283"/>
                <a:gd name="connsiteY6" fmla="*/ 33615 h 40808"/>
                <a:gd name="connsiteX7" fmla="*/ 0 w 80283"/>
                <a:gd name="connsiteY7" fmla="*/ 24078 h 40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283" h="40808">
                  <a:moveTo>
                    <a:pt x="0" y="24078"/>
                  </a:moveTo>
                  <a:cubicBezTo>
                    <a:pt x="0" y="10793"/>
                    <a:pt x="17955" y="7"/>
                    <a:pt x="40142" y="0"/>
                  </a:cubicBezTo>
                  <a:cubicBezTo>
                    <a:pt x="62329" y="7"/>
                    <a:pt x="80284" y="10793"/>
                    <a:pt x="80284" y="24078"/>
                  </a:cubicBezTo>
                  <a:lnTo>
                    <a:pt x="80284" y="33669"/>
                  </a:lnTo>
                  <a:cubicBezTo>
                    <a:pt x="80211" y="37422"/>
                    <a:pt x="75394" y="40444"/>
                    <a:pt x="69372" y="40809"/>
                  </a:cubicBezTo>
                  <a:lnTo>
                    <a:pt x="10948" y="40809"/>
                  </a:lnTo>
                  <a:cubicBezTo>
                    <a:pt x="4853" y="40444"/>
                    <a:pt x="0" y="37370"/>
                    <a:pt x="0" y="33615"/>
                  </a:cubicBezTo>
                  <a:lnTo>
                    <a:pt x="0" y="24078"/>
                  </a:lnTo>
                  <a:close/>
                </a:path>
              </a:pathLst>
            </a:custGeom>
            <a:solidFill>
              <a:srgbClr val="007B85"/>
            </a:solidFill>
            <a:ln w="3646" cap="flat">
              <a:noFill/>
              <a:prstDash val="solid"/>
              <a:miter/>
            </a:ln>
          </p:spPr>
          <p:txBody>
            <a:bodyPr rtlCol="0" anchor="ctr"/>
            <a:lstStyle/>
            <a:p>
              <a:endParaRPr lang="en-GR"/>
            </a:p>
          </p:txBody>
        </p:sp>
        <p:sp>
          <p:nvSpPr>
            <p:cNvPr id="501" name="Freeform 409">
              <a:extLst>
                <a:ext uri="{FF2B5EF4-FFF2-40B4-BE49-F238E27FC236}">
                  <a16:creationId xmlns:a16="http://schemas.microsoft.com/office/drawing/2014/main" id="{581360B0-7599-2A49-B6CA-EFE227B1CAD4}"/>
                </a:ext>
              </a:extLst>
            </p:cNvPr>
            <p:cNvSpPr/>
            <p:nvPr/>
          </p:nvSpPr>
          <p:spPr>
            <a:xfrm>
              <a:off x="9412337" y="3297841"/>
              <a:ext cx="120865" cy="82114"/>
            </a:xfrm>
            <a:custGeom>
              <a:avLst/>
              <a:gdLst>
                <a:gd name="connsiteX0" fmla="*/ 88786 w 136511"/>
                <a:gd name="connsiteY0" fmla="*/ 14227 h 92743"/>
                <a:gd name="connsiteX1" fmla="*/ 134402 w 136511"/>
                <a:gd name="connsiteY1" fmla="*/ 48623 h 92743"/>
                <a:gd name="connsiteX2" fmla="*/ 134439 w 136511"/>
                <a:gd name="connsiteY2" fmla="*/ 48729 h 92743"/>
                <a:gd name="connsiteX3" fmla="*/ 134439 w 136511"/>
                <a:gd name="connsiteY3" fmla="*/ 57328 h 92743"/>
                <a:gd name="connsiteX4" fmla="*/ 105026 w 136511"/>
                <a:gd name="connsiteY4" fmla="*/ 79592 h 92743"/>
                <a:gd name="connsiteX5" fmla="*/ 88859 w 136511"/>
                <a:gd name="connsiteY5" fmla="*/ 91727 h 92743"/>
                <a:gd name="connsiteX6" fmla="*/ 80612 w 136511"/>
                <a:gd name="connsiteY6" fmla="*/ 89172 h 92743"/>
                <a:gd name="connsiteX7" fmla="*/ 80393 w 136511"/>
                <a:gd name="connsiteY7" fmla="*/ 70372 h 92743"/>
                <a:gd name="connsiteX8" fmla="*/ 80466 w 136511"/>
                <a:gd name="connsiteY8" fmla="*/ 66919 h 92743"/>
                <a:gd name="connsiteX9" fmla="*/ 60359 w 136511"/>
                <a:gd name="connsiteY9" fmla="*/ 66919 h 92743"/>
                <a:gd name="connsiteX10" fmla="*/ 32515 w 136511"/>
                <a:gd name="connsiteY10" fmla="*/ 60090 h 92743"/>
                <a:gd name="connsiteX11" fmla="*/ 8430 w 136511"/>
                <a:gd name="connsiteY11" fmla="*/ 37575 h 92743"/>
                <a:gd name="connsiteX12" fmla="*/ 0 w 136511"/>
                <a:gd name="connsiteY12" fmla="*/ 0 h 92743"/>
                <a:gd name="connsiteX13" fmla="*/ 25545 w 136511"/>
                <a:gd name="connsiteY13" fmla="*/ 0 h 92743"/>
                <a:gd name="connsiteX14" fmla="*/ 33719 w 136511"/>
                <a:gd name="connsiteY14" fmla="*/ 27673 h 92743"/>
                <a:gd name="connsiteX15" fmla="*/ 60286 w 136511"/>
                <a:gd name="connsiteY15" fmla="*/ 40495 h 92743"/>
                <a:gd name="connsiteX16" fmla="*/ 80138 w 136511"/>
                <a:gd name="connsiteY16" fmla="*/ 40495 h 92743"/>
                <a:gd name="connsiteX17" fmla="*/ 80393 w 136511"/>
                <a:gd name="connsiteY17" fmla="*/ 16935 h 92743"/>
                <a:gd name="connsiteX18" fmla="*/ 88786 w 136511"/>
                <a:gd name="connsiteY18" fmla="*/ 14227 h 92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6511" h="92743">
                  <a:moveTo>
                    <a:pt x="88786" y="14227"/>
                  </a:moveTo>
                  <a:cubicBezTo>
                    <a:pt x="88859" y="14278"/>
                    <a:pt x="134402" y="48623"/>
                    <a:pt x="134402" y="48623"/>
                  </a:cubicBezTo>
                  <a:lnTo>
                    <a:pt x="134439" y="48729"/>
                  </a:lnTo>
                  <a:cubicBezTo>
                    <a:pt x="137504" y="51021"/>
                    <a:pt x="136884" y="54827"/>
                    <a:pt x="134439" y="57328"/>
                  </a:cubicBezTo>
                  <a:cubicBezTo>
                    <a:pt x="133344" y="58437"/>
                    <a:pt x="118528" y="69507"/>
                    <a:pt x="105026" y="79592"/>
                  </a:cubicBezTo>
                  <a:cubicBezTo>
                    <a:pt x="98895" y="84187"/>
                    <a:pt x="93020" y="88577"/>
                    <a:pt x="88859" y="91727"/>
                  </a:cubicBezTo>
                  <a:cubicBezTo>
                    <a:pt x="86086" y="93811"/>
                    <a:pt x="81670" y="92559"/>
                    <a:pt x="80612" y="89172"/>
                  </a:cubicBezTo>
                  <a:cubicBezTo>
                    <a:pt x="80101" y="87570"/>
                    <a:pt x="80320" y="76398"/>
                    <a:pt x="80393" y="70372"/>
                  </a:cubicBezTo>
                  <a:cubicBezTo>
                    <a:pt x="80430" y="68759"/>
                    <a:pt x="80466" y="67511"/>
                    <a:pt x="80466" y="66919"/>
                  </a:cubicBezTo>
                  <a:lnTo>
                    <a:pt x="60359" y="66919"/>
                  </a:lnTo>
                  <a:cubicBezTo>
                    <a:pt x="50652" y="66919"/>
                    <a:pt x="41054" y="64573"/>
                    <a:pt x="32515" y="60090"/>
                  </a:cubicBezTo>
                  <a:cubicBezTo>
                    <a:pt x="22625" y="54930"/>
                    <a:pt x="14232" y="47061"/>
                    <a:pt x="8430" y="37575"/>
                  </a:cubicBezTo>
                  <a:cubicBezTo>
                    <a:pt x="1241" y="25746"/>
                    <a:pt x="110" y="13548"/>
                    <a:pt x="0" y="0"/>
                  </a:cubicBezTo>
                  <a:lnTo>
                    <a:pt x="25545" y="0"/>
                  </a:lnTo>
                  <a:cubicBezTo>
                    <a:pt x="26165" y="10212"/>
                    <a:pt x="26932" y="19439"/>
                    <a:pt x="33719" y="27673"/>
                  </a:cubicBezTo>
                  <a:cubicBezTo>
                    <a:pt x="40178" y="35542"/>
                    <a:pt x="50031" y="40495"/>
                    <a:pt x="60286" y="40495"/>
                  </a:cubicBezTo>
                  <a:lnTo>
                    <a:pt x="80138" y="40495"/>
                  </a:lnTo>
                  <a:lnTo>
                    <a:pt x="80393" y="16935"/>
                  </a:lnTo>
                  <a:cubicBezTo>
                    <a:pt x="81488" y="13391"/>
                    <a:pt x="85977" y="12088"/>
                    <a:pt x="88786" y="14227"/>
                  </a:cubicBezTo>
                  <a:close/>
                </a:path>
              </a:pathLst>
            </a:custGeom>
            <a:solidFill>
              <a:srgbClr val="007B85"/>
            </a:solidFill>
            <a:ln w="3646" cap="flat">
              <a:noFill/>
              <a:prstDash val="solid"/>
              <a:miter/>
            </a:ln>
          </p:spPr>
          <p:txBody>
            <a:bodyPr rtlCol="0" anchor="ctr"/>
            <a:lstStyle/>
            <a:p>
              <a:endParaRPr lang="en-GR"/>
            </a:p>
          </p:txBody>
        </p:sp>
      </p:grpSp>
      <p:grpSp>
        <p:nvGrpSpPr>
          <p:cNvPr id="502" name="Group 501">
            <a:extLst>
              <a:ext uri="{FF2B5EF4-FFF2-40B4-BE49-F238E27FC236}">
                <a16:creationId xmlns:a16="http://schemas.microsoft.com/office/drawing/2014/main" id="{81565E49-0784-6812-A58F-35B2B2300031}"/>
              </a:ext>
            </a:extLst>
          </p:cNvPr>
          <p:cNvGrpSpPr/>
          <p:nvPr/>
        </p:nvGrpSpPr>
        <p:grpSpPr>
          <a:xfrm>
            <a:off x="10913445" y="3186838"/>
            <a:ext cx="170145" cy="193889"/>
            <a:chOff x="9761287" y="3186836"/>
            <a:chExt cx="170145" cy="193889"/>
          </a:xfrm>
        </p:grpSpPr>
        <p:grpSp>
          <p:nvGrpSpPr>
            <p:cNvPr id="503" name="Group 502">
              <a:extLst>
                <a:ext uri="{FF2B5EF4-FFF2-40B4-BE49-F238E27FC236}">
                  <a16:creationId xmlns:a16="http://schemas.microsoft.com/office/drawing/2014/main" id="{0A039924-5875-987D-DA5D-B76538B8F93D}"/>
                </a:ext>
              </a:extLst>
            </p:cNvPr>
            <p:cNvGrpSpPr/>
            <p:nvPr/>
          </p:nvGrpSpPr>
          <p:grpSpPr>
            <a:xfrm>
              <a:off x="9761287" y="3186836"/>
              <a:ext cx="170145" cy="92155"/>
              <a:chOff x="9761287" y="3186836"/>
              <a:chExt cx="170145" cy="92155"/>
            </a:xfrm>
          </p:grpSpPr>
          <p:sp>
            <p:nvSpPr>
              <p:cNvPr id="505" name="Freeform 410">
                <a:extLst>
                  <a:ext uri="{FF2B5EF4-FFF2-40B4-BE49-F238E27FC236}">
                    <a16:creationId xmlns:a16="http://schemas.microsoft.com/office/drawing/2014/main" id="{8FA7238F-D4E9-BB7B-2497-A8B6D00D2B11}"/>
                  </a:ext>
                </a:extLst>
              </p:cNvPr>
              <p:cNvSpPr/>
              <p:nvPr/>
            </p:nvSpPr>
            <p:spPr>
              <a:xfrm>
                <a:off x="9775988" y="3186836"/>
                <a:ext cx="46913" cy="46934"/>
              </a:xfrm>
              <a:custGeom>
                <a:avLst/>
                <a:gdLst>
                  <a:gd name="connsiteX0" fmla="*/ 26494 w 52986"/>
                  <a:gd name="connsiteY0" fmla="*/ 53010 h 53009"/>
                  <a:gd name="connsiteX1" fmla="*/ 52987 w 52986"/>
                  <a:gd name="connsiteY1" fmla="*/ 26505 h 53009"/>
                  <a:gd name="connsiteX2" fmla="*/ 26494 w 52986"/>
                  <a:gd name="connsiteY2" fmla="*/ 0 h 53009"/>
                  <a:gd name="connsiteX3" fmla="*/ 0 w 52986"/>
                  <a:gd name="connsiteY3" fmla="*/ 26505 h 53009"/>
                  <a:gd name="connsiteX4" fmla="*/ 26494 w 52986"/>
                  <a:gd name="connsiteY4" fmla="*/ 53010 h 53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86" h="53009">
                    <a:moveTo>
                      <a:pt x="26494" y="53010"/>
                    </a:moveTo>
                    <a:cubicBezTo>
                      <a:pt x="41127" y="53010"/>
                      <a:pt x="52987" y="41166"/>
                      <a:pt x="52987" y="26505"/>
                    </a:cubicBezTo>
                    <a:cubicBezTo>
                      <a:pt x="52987" y="11844"/>
                      <a:pt x="41127" y="0"/>
                      <a:pt x="26494" y="0"/>
                    </a:cubicBezTo>
                    <a:cubicBezTo>
                      <a:pt x="11824" y="0"/>
                      <a:pt x="0" y="11844"/>
                      <a:pt x="0" y="26505"/>
                    </a:cubicBezTo>
                    <a:cubicBezTo>
                      <a:pt x="0" y="41166"/>
                      <a:pt x="11824" y="53010"/>
                      <a:pt x="26494" y="53010"/>
                    </a:cubicBezTo>
                    <a:close/>
                  </a:path>
                </a:pathLst>
              </a:custGeom>
              <a:solidFill>
                <a:srgbClr val="007B85"/>
              </a:solidFill>
              <a:ln w="3646" cap="flat">
                <a:noFill/>
                <a:prstDash val="solid"/>
                <a:miter/>
              </a:ln>
            </p:spPr>
            <p:txBody>
              <a:bodyPr rtlCol="0" anchor="ctr"/>
              <a:lstStyle/>
              <a:p>
                <a:endParaRPr lang="en-GR"/>
              </a:p>
            </p:txBody>
          </p:sp>
          <p:sp>
            <p:nvSpPr>
              <p:cNvPr id="506" name="Freeform 411">
                <a:extLst>
                  <a:ext uri="{FF2B5EF4-FFF2-40B4-BE49-F238E27FC236}">
                    <a16:creationId xmlns:a16="http://schemas.microsoft.com/office/drawing/2014/main" id="{90746110-A31A-04E8-6887-57F4A513B467}"/>
                  </a:ext>
                </a:extLst>
              </p:cNvPr>
              <p:cNvSpPr/>
              <p:nvPr/>
            </p:nvSpPr>
            <p:spPr>
              <a:xfrm>
                <a:off x="9761287" y="3240142"/>
                <a:ext cx="76478" cy="38849"/>
              </a:xfrm>
              <a:custGeom>
                <a:avLst/>
                <a:gdLst>
                  <a:gd name="connsiteX0" fmla="*/ 74591 w 86378"/>
                  <a:gd name="connsiteY0" fmla="*/ 43878 h 43878"/>
                  <a:gd name="connsiteX1" fmla="*/ 86378 w 86378"/>
                  <a:gd name="connsiteY1" fmla="*/ 36104 h 43878"/>
                  <a:gd name="connsiteX2" fmla="*/ 86378 w 86378"/>
                  <a:gd name="connsiteY2" fmla="*/ 25877 h 43878"/>
                  <a:gd name="connsiteX3" fmla="*/ 43207 w 86378"/>
                  <a:gd name="connsiteY3" fmla="*/ 0 h 43878"/>
                  <a:gd name="connsiteX4" fmla="*/ 0 w 86378"/>
                  <a:gd name="connsiteY4" fmla="*/ 25877 h 43878"/>
                  <a:gd name="connsiteX5" fmla="*/ 0 w 86378"/>
                  <a:gd name="connsiteY5" fmla="*/ 36210 h 43878"/>
                  <a:gd name="connsiteX6" fmla="*/ 11787 w 86378"/>
                  <a:gd name="connsiteY6" fmla="*/ 43878 h 43878"/>
                  <a:gd name="connsiteX7" fmla="*/ 74591 w 86378"/>
                  <a:gd name="connsiteY7" fmla="*/ 43878 h 43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6378" h="43878">
                    <a:moveTo>
                      <a:pt x="74591" y="43878"/>
                    </a:moveTo>
                    <a:cubicBezTo>
                      <a:pt x="81159" y="43462"/>
                      <a:pt x="86342" y="40174"/>
                      <a:pt x="86378" y="36104"/>
                    </a:cubicBezTo>
                    <a:lnTo>
                      <a:pt x="86378" y="25877"/>
                    </a:lnTo>
                    <a:cubicBezTo>
                      <a:pt x="86378" y="11585"/>
                      <a:pt x="67037" y="0"/>
                      <a:pt x="43207" y="0"/>
                    </a:cubicBezTo>
                    <a:cubicBezTo>
                      <a:pt x="19341" y="0"/>
                      <a:pt x="0" y="11585"/>
                      <a:pt x="0" y="25877"/>
                    </a:cubicBezTo>
                    <a:lnTo>
                      <a:pt x="0" y="36210"/>
                    </a:lnTo>
                    <a:cubicBezTo>
                      <a:pt x="146" y="40225"/>
                      <a:pt x="5255" y="43462"/>
                      <a:pt x="11787" y="43878"/>
                    </a:cubicBezTo>
                    <a:lnTo>
                      <a:pt x="74591" y="43878"/>
                    </a:lnTo>
                    <a:close/>
                  </a:path>
                </a:pathLst>
              </a:custGeom>
              <a:solidFill>
                <a:srgbClr val="007B85"/>
              </a:solidFill>
              <a:ln w="3646" cap="flat">
                <a:noFill/>
                <a:prstDash val="solid"/>
                <a:miter/>
              </a:ln>
            </p:spPr>
            <p:txBody>
              <a:bodyPr rtlCol="0" anchor="ctr"/>
              <a:lstStyle/>
              <a:p>
                <a:endParaRPr lang="en-GR"/>
              </a:p>
            </p:txBody>
          </p:sp>
          <p:sp>
            <p:nvSpPr>
              <p:cNvPr id="507" name="Freeform 412">
                <a:extLst>
                  <a:ext uri="{FF2B5EF4-FFF2-40B4-BE49-F238E27FC236}">
                    <a16:creationId xmlns:a16="http://schemas.microsoft.com/office/drawing/2014/main" id="{15F65CF1-E589-4EA8-7607-8DBCE3D7F453}"/>
                  </a:ext>
                </a:extLst>
              </p:cNvPr>
              <p:cNvSpPr/>
              <p:nvPr/>
            </p:nvSpPr>
            <p:spPr>
              <a:xfrm>
                <a:off x="9869622" y="3186836"/>
                <a:ext cx="46946" cy="46934"/>
              </a:xfrm>
              <a:custGeom>
                <a:avLst/>
                <a:gdLst>
                  <a:gd name="connsiteX0" fmla="*/ 53024 w 53023"/>
                  <a:gd name="connsiteY0" fmla="*/ 26505 h 53009"/>
                  <a:gd name="connsiteX1" fmla="*/ 26530 w 53023"/>
                  <a:gd name="connsiteY1" fmla="*/ 53010 h 53009"/>
                  <a:gd name="connsiteX2" fmla="*/ 0 w 53023"/>
                  <a:gd name="connsiteY2" fmla="*/ 26505 h 53009"/>
                  <a:gd name="connsiteX3" fmla="*/ 26530 w 53023"/>
                  <a:gd name="connsiteY3" fmla="*/ 0 h 53009"/>
                  <a:gd name="connsiteX4" fmla="*/ 53024 w 53023"/>
                  <a:gd name="connsiteY4" fmla="*/ 26505 h 53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23" h="53009">
                    <a:moveTo>
                      <a:pt x="53024" y="26505"/>
                    </a:moveTo>
                    <a:cubicBezTo>
                      <a:pt x="53024" y="41166"/>
                      <a:pt x="41164" y="53010"/>
                      <a:pt x="26530" y="53010"/>
                    </a:cubicBezTo>
                    <a:cubicBezTo>
                      <a:pt x="11860" y="53010"/>
                      <a:pt x="0" y="41166"/>
                      <a:pt x="0" y="26505"/>
                    </a:cubicBezTo>
                    <a:cubicBezTo>
                      <a:pt x="0" y="11844"/>
                      <a:pt x="11860" y="0"/>
                      <a:pt x="26530" y="0"/>
                    </a:cubicBezTo>
                    <a:cubicBezTo>
                      <a:pt x="41164" y="0"/>
                      <a:pt x="53024" y="11844"/>
                      <a:pt x="53024" y="26505"/>
                    </a:cubicBezTo>
                    <a:close/>
                  </a:path>
                </a:pathLst>
              </a:custGeom>
              <a:solidFill>
                <a:srgbClr val="007B85"/>
              </a:solidFill>
              <a:ln w="3646" cap="flat">
                <a:noFill/>
                <a:prstDash val="solid"/>
                <a:miter/>
              </a:ln>
            </p:spPr>
            <p:txBody>
              <a:bodyPr rtlCol="0" anchor="ctr"/>
              <a:lstStyle/>
              <a:p>
                <a:endParaRPr lang="en-GR"/>
              </a:p>
            </p:txBody>
          </p:sp>
          <p:sp>
            <p:nvSpPr>
              <p:cNvPr id="508" name="Freeform 413">
                <a:extLst>
                  <a:ext uri="{FF2B5EF4-FFF2-40B4-BE49-F238E27FC236}">
                    <a16:creationId xmlns:a16="http://schemas.microsoft.com/office/drawing/2014/main" id="{61BFFEE7-EF12-655A-CD20-1D905054342B}"/>
                  </a:ext>
                </a:extLst>
              </p:cNvPr>
              <p:cNvSpPr/>
              <p:nvPr/>
            </p:nvSpPr>
            <p:spPr>
              <a:xfrm>
                <a:off x="9854954" y="3240097"/>
                <a:ext cx="76478" cy="38849"/>
              </a:xfrm>
              <a:custGeom>
                <a:avLst/>
                <a:gdLst>
                  <a:gd name="connsiteX0" fmla="*/ 43171 w 86378"/>
                  <a:gd name="connsiteY0" fmla="*/ 0 h 43878"/>
                  <a:gd name="connsiteX1" fmla="*/ 0 w 86378"/>
                  <a:gd name="connsiteY1" fmla="*/ 25877 h 43878"/>
                  <a:gd name="connsiteX2" fmla="*/ 0 w 86378"/>
                  <a:gd name="connsiteY2" fmla="*/ 36210 h 43878"/>
                  <a:gd name="connsiteX3" fmla="*/ 11787 w 86378"/>
                  <a:gd name="connsiteY3" fmla="*/ 43878 h 43878"/>
                  <a:gd name="connsiteX4" fmla="*/ 74591 w 86378"/>
                  <a:gd name="connsiteY4" fmla="*/ 43878 h 43878"/>
                  <a:gd name="connsiteX5" fmla="*/ 86378 w 86378"/>
                  <a:gd name="connsiteY5" fmla="*/ 36104 h 43878"/>
                  <a:gd name="connsiteX6" fmla="*/ 86378 w 86378"/>
                  <a:gd name="connsiteY6" fmla="*/ 25877 h 43878"/>
                  <a:gd name="connsiteX7" fmla="*/ 43171 w 86378"/>
                  <a:gd name="connsiteY7" fmla="*/ 0 h 43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6378" h="43878">
                    <a:moveTo>
                      <a:pt x="43171" y="0"/>
                    </a:moveTo>
                    <a:cubicBezTo>
                      <a:pt x="19341" y="0"/>
                      <a:pt x="0" y="11581"/>
                      <a:pt x="0" y="25877"/>
                    </a:cubicBezTo>
                    <a:lnTo>
                      <a:pt x="0" y="36210"/>
                    </a:lnTo>
                    <a:cubicBezTo>
                      <a:pt x="146" y="40225"/>
                      <a:pt x="5255" y="43462"/>
                      <a:pt x="11787" y="43878"/>
                    </a:cubicBezTo>
                    <a:lnTo>
                      <a:pt x="74591" y="43878"/>
                    </a:lnTo>
                    <a:cubicBezTo>
                      <a:pt x="81159" y="43462"/>
                      <a:pt x="86342" y="40174"/>
                      <a:pt x="86378" y="36104"/>
                    </a:cubicBezTo>
                    <a:lnTo>
                      <a:pt x="86378" y="25877"/>
                    </a:lnTo>
                    <a:cubicBezTo>
                      <a:pt x="86378" y="11581"/>
                      <a:pt x="67037" y="0"/>
                      <a:pt x="43171" y="0"/>
                    </a:cubicBezTo>
                    <a:close/>
                  </a:path>
                </a:pathLst>
              </a:custGeom>
              <a:solidFill>
                <a:srgbClr val="007B85"/>
              </a:solidFill>
              <a:ln w="3646" cap="flat">
                <a:noFill/>
                <a:prstDash val="solid"/>
                <a:miter/>
              </a:ln>
            </p:spPr>
            <p:txBody>
              <a:bodyPr rtlCol="0" anchor="ctr"/>
              <a:lstStyle/>
              <a:p>
                <a:endParaRPr lang="en-GR"/>
              </a:p>
            </p:txBody>
          </p:sp>
        </p:grpSp>
        <p:sp>
          <p:nvSpPr>
            <p:cNvPr id="504" name="Freeform 414">
              <a:extLst>
                <a:ext uri="{FF2B5EF4-FFF2-40B4-BE49-F238E27FC236}">
                  <a16:creationId xmlns:a16="http://schemas.microsoft.com/office/drawing/2014/main" id="{F58C5AE7-02A7-3E74-CEC7-337B7E75FDC8}"/>
                </a:ext>
              </a:extLst>
            </p:cNvPr>
            <p:cNvSpPr/>
            <p:nvPr/>
          </p:nvSpPr>
          <p:spPr>
            <a:xfrm>
              <a:off x="9786683" y="3288831"/>
              <a:ext cx="136670" cy="91894"/>
            </a:xfrm>
            <a:custGeom>
              <a:avLst/>
              <a:gdLst>
                <a:gd name="connsiteX0" fmla="*/ 115827 w 154361"/>
                <a:gd name="connsiteY0" fmla="*/ 1825 h 103789"/>
                <a:gd name="connsiteX1" fmla="*/ 123309 w 154361"/>
                <a:gd name="connsiteY1" fmla="*/ 1825 h 103789"/>
                <a:gd name="connsiteX2" fmla="*/ 123418 w 154361"/>
                <a:gd name="connsiteY2" fmla="*/ 1931 h 103789"/>
                <a:gd name="connsiteX3" fmla="*/ 142905 w 154361"/>
                <a:gd name="connsiteY3" fmla="*/ 27629 h 103789"/>
                <a:gd name="connsiteX4" fmla="*/ 153488 w 154361"/>
                <a:gd name="connsiteY4" fmla="*/ 41740 h 103789"/>
                <a:gd name="connsiteX5" fmla="*/ 151225 w 154361"/>
                <a:gd name="connsiteY5" fmla="*/ 48937 h 103789"/>
                <a:gd name="connsiteX6" fmla="*/ 134731 w 154361"/>
                <a:gd name="connsiteY6" fmla="*/ 49138 h 103789"/>
                <a:gd name="connsiteX7" fmla="*/ 131775 w 154361"/>
                <a:gd name="connsiteY7" fmla="*/ 49094 h 103789"/>
                <a:gd name="connsiteX8" fmla="*/ 131775 w 154361"/>
                <a:gd name="connsiteY8" fmla="*/ 50974 h 103789"/>
                <a:gd name="connsiteX9" fmla="*/ 125790 w 154361"/>
                <a:gd name="connsiteY9" fmla="*/ 75285 h 103789"/>
                <a:gd name="connsiteX10" fmla="*/ 97508 w 154361"/>
                <a:gd name="connsiteY10" fmla="*/ 100381 h 103789"/>
                <a:gd name="connsiteX11" fmla="*/ 64957 w 154361"/>
                <a:gd name="connsiteY11" fmla="*/ 103728 h 103789"/>
                <a:gd name="connsiteX12" fmla="*/ 58498 w 154361"/>
                <a:gd name="connsiteY12" fmla="*/ 103670 h 103789"/>
                <a:gd name="connsiteX13" fmla="*/ 25691 w 154361"/>
                <a:gd name="connsiteY13" fmla="*/ 96312 h 103789"/>
                <a:gd name="connsiteX14" fmla="*/ 6021 w 154361"/>
                <a:gd name="connsiteY14" fmla="*/ 75285 h 103789"/>
                <a:gd name="connsiteX15" fmla="*/ 0 w 154361"/>
                <a:gd name="connsiteY15" fmla="*/ 50974 h 103789"/>
                <a:gd name="connsiteX16" fmla="*/ 0 w 154361"/>
                <a:gd name="connsiteY16" fmla="*/ 8088 h 103789"/>
                <a:gd name="connsiteX17" fmla="*/ 23064 w 154361"/>
                <a:gd name="connsiteY17" fmla="*/ 8296 h 103789"/>
                <a:gd name="connsiteX18" fmla="*/ 23064 w 154361"/>
                <a:gd name="connsiteY18" fmla="*/ 50923 h 103789"/>
                <a:gd name="connsiteX19" fmla="*/ 34267 w 154361"/>
                <a:gd name="connsiteY19" fmla="*/ 74139 h 103789"/>
                <a:gd name="connsiteX20" fmla="*/ 67949 w 154361"/>
                <a:gd name="connsiteY20" fmla="*/ 81347 h 103789"/>
                <a:gd name="connsiteX21" fmla="*/ 73313 w 154361"/>
                <a:gd name="connsiteY21" fmla="*/ 81285 h 103789"/>
                <a:gd name="connsiteX22" fmla="*/ 97508 w 154361"/>
                <a:gd name="connsiteY22" fmla="*/ 74139 h 103789"/>
                <a:gd name="connsiteX23" fmla="*/ 108712 w 154361"/>
                <a:gd name="connsiteY23" fmla="*/ 50923 h 103789"/>
                <a:gd name="connsiteX24" fmla="*/ 108712 w 154361"/>
                <a:gd name="connsiteY24" fmla="*/ 49251 h 103789"/>
                <a:gd name="connsiteX25" fmla="*/ 88130 w 154361"/>
                <a:gd name="connsiteY25" fmla="*/ 49043 h 103789"/>
                <a:gd name="connsiteX26" fmla="*/ 85758 w 154361"/>
                <a:gd name="connsiteY26" fmla="*/ 41685 h 103789"/>
                <a:gd name="connsiteX27" fmla="*/ 115827 w 154361"/>
                <a:gd name="connsiteY27" fmla="*/ 1825 h 103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4361" h="103789">
                  <a:moveTo>
                    <a:pt x="115827" y="1825"/>
                  </a:moveTo>
                  <a:cubicBezTo>
                    <a:pt x="117798" y="-886"/>
                    <a:pt x="121192" y="-314"/>
                    <a:pt x="123309" y="1825"/>
                  </a:cubicBezTo>
                  <a:lnTo>
                    <a:pt x="123418" y="1931"/>
                  </a:lnTo>
                  <a:cubicBezTo>
                    <a:pt x="124403" y="2898"/>
                    <a:pt x="134074" y="15841"/>
                    <a:pt x="142905" y="27629"/>
                  </a:cubicBezTo>
                  <a:cubicBezTo>
                    <a:pt x="146883" y="32977"/>
                    <a:pt x="150715" y="38090"/>
                    <a:pt x="153488" y="41740"/>
                  </a:cubicBezTo>
                  <a:cubicBezTo>
                    <a:pt x="155313" y="44192"/>
                    <a:pt x="154145" y="48050"/>
                    <a:pt x="151225" y="48937"/>
                  </a:cubicBezTo>
                  <a:cubicBezTo>
                    <a:pt x="149802" y="49393"/>
                    <a:pt x="139949" y="49225"/>
                    <a:pt x="134731" y="49138"/>
                  </a:cubicBezTo>
                  <a:cubicBezTo>
                    <a:pt x="133344" y="49112"/>
                    <a:pt x="132286" y="49094"/>
                    <a:pt x="131775" y="49094"/>
                  </a:cubicBezTo>
                  <a:lnTo>
                    <a:pt x="131775" y="50974"/>
                  </a:lnTo>
                  <a:cubicBezTo>
                    <a:pt x="131775" y="59427"/>
                    <a:pt x="129695" y="67825"/>
                    <a:pt x="125790" y="75285"/>
                  </a:cubicBezTo>
                  <a:cubicBezTo>
                    <a:pt x="119842" y="86607"/>
                    <a:pt x="109660" y="96104"/>
                    <a:pt x="97508" y="100381"/>
                  </a:cubicBezTo>
                  <a:cubicBezTo>
                    <a:pt x="87181" y="104038"/>
                    <a:pt x="75941" y="103881"/>
                    <a:pt x="64957" y="103728"/>
                  </a:cubicBezTo>
                  <a:cubicBezTo>
                    <a:pt x="62804" y="103699"/>
                    <a:pt x="60614" y="103670"/>
                    <a:pt x="58498" y="103670"/>
                  </a:cubicBezTo>
                  <a:cubicBezTo>
                    <a:pt x="46638" y="103615"/>
                    <a:pt x="36018" y="102626"/>
                    <a:pt x="25691" y="96312"/>
                  </a:cubicBezTo>
                  <a:cubicBezTo>
                    <a:pt x="17371" y="91253"/>
                    <a:pt x="10510" y="83895"/>
                    <a:pt x="6021" y="75285"/>
                  </a:cubicBezTo>
                  <a:cubicBezTo>
                    <a:pt x="2080" y="67774"/>
                    <a:pt x="0" y="59427"/>
                    <a:pt x="0" y="50974"/>
                  </a:cubicBezTo>
                  <a:lnTo>
                    <a:pt x="0" y="8088"/>
                  </a:lnTo>
                  <a:cubicBezTo>
                    <a:pt x="1715" y="8140"/>
                    <a:pt x="23064" y="8296"/>
                    <a:pt x="23064" y="8296"/>
                  </a:cubicBezTo>
                  <a:lnTo>
                    <a:pt x="23064" y="50923"/>
                  </a:lnTo>
                  <a:cubicBezTo>
                    <a:pt x="23064" y="59894"/>
                    <a:pt x="27406" y="68504"/>
                    <a:pt x="34267" y="74139"/>
                  </a:cubicBezTo>
                  <a:cubicBezTo>
                    <a:pt x="43536" y="81764"/>
                    <a:pt x="56272" y="81545"/>
                    <a:pt x="67949" y="81347"/>
                  </a:cubicBezTo>
                  <a:cubicBezTo>
                    <a:pt x="69774" y="81318"/>
                    <a:pt x="71562" y="81285"/>
                    <a:pt x="73313" y="81285"/>
                  </a:cubicBezTo>
                  <a:cubicBezTo>
                    <a:pt x="82218" y="80763"/>
                    <a:pt x="90319" y="80034"/>
                    <a:pt x="97508" y="74139"/>
                  </a:cubicBezTo>
                  <a:cubicBezTo>
                    <a:pt x="104405" y="68453"/>
                    <a:pt x="108712" y="59894"/>
                    <a:pt x="108712" y="50923"/>
                  </a:cubicBezTo>
                  <a:lnTo>
                    <a:pt x="108712" y="49251"/>
                  </a:lnTo>
                  <a:lnTo>
                    <a:pt x="88130" y="49043"/>
                  </a:lnTo>
                  <a:cubicBezTo>
                    <a:pt x="85028" y="48050"/>
                    <a:pt x="83933" y="44138"/>
                    <a:pt x="85758" y="41685"/>
                  </a:cubicBezTo>
                  <a:cubicBezTo>
                    <a:pt x="85831" y="41583"/>
                    <a:pt x="115827" y="1825"/>
                    <a:pt x="115827" y="1825"/>
                  </a:cubicBezTo>
                  <a:close/>
                </a:path>
              </a:pathLst>
            </a:custGeom>
            <a:solidFill>
              <a:srgbClr val="007B85"/>
            </a:solidFill>
            <a:ln w="3646" cap="flat">
              <a:noFill/>
              <a:prstDash val="solid"/>
              <a:miter/>
            </a:ln>
          </p:spPr>
          <p:txBody>
            <a:bodyPr rtlCol="0" anchor="ctr"/>
            <a:lstStyle/>
            <a:p>
              <a:endParaRPr lang="en-GR"/>
            </a:p>
          </p:txBody>
        </p:sp>
      </p:grpSp>
      <p:sp>
        <p:nvSpPr>
          <p:cNvPr id="509" name="Freeform 415">
            <a:extLst>
              <a:ext uri="{FF2B5EF4-FFF2-40B4-BE49-F238E27FC236}">
                <a16:creationId xmlns:a16="http://schemas.microsoft.com/office/drawing/2014/main" id="{05554704-0039-3E8F-4064-A59E4F5D288F}"/>
              </a:ext>
            </a:extLst>
          </p:cNvPr>
          <p:cNvSpPr/>
          <p:nvPr/>
        </p:nvSpPr>
        <p:spPr>
          <a:xfrm>
            <a:off x="5582270" y="3526144"/>
            <a:ext cx="180930" cy="180964"/>
          </a:xfrm>
          <a:custGeom>
            <a:avLst/>
            <a:gdLst>
              <a:gd name="connsiteX0" fmla="*/ 0 w 204351"/>
              <a:gd name="connsiteY0" fmla="*/ 102195 h 204389"/>
              <a:gd name="connsiteX1" fmla="*/ 102176 w 204351"/>
              <a:gd name="connsiteY1" fmla="*/ 0 h 204389"/>
              <a:gd name="connsiteX2" fmla="*/ 204351 w 204351"/>
              <a:gd name="connsiteY2" fmla="*/ 102195 h 204389"/>
              <a:gd name="connsiteX3" fmla="*/ 102176 w 204351"/>
              <a:gd name="connsiteY3" fmla="*/ 204390 h 204389"/>
              <a:gd name="connsiteX4" fmla="*/ 0 w 204351"/>
              <a:gd name="connsiteY4" fmla="*/ 102195 h 204389"/>
              <a:gd name="connsiteX5" fmla="*/ 121947 w 204351"/>
              <a:gd name="connsiteY5" fmla="*/ 81756 h 204389"/>
              <a:gd name="connsiteX6" fmla="*/ 135077 w 204351"/>
              <a:gd name="connsiteY6" fmla="*/ 94888 h 204389"/>
              <a:gd name="connsiteX7" fmla="*/ 148207 w 204351"/>
              <a:gd name="connsiteY7" fmla="*/ 81756 h 204389"/>
              <a:gd name="connsiteX8" fmla="*/ 135077 w 204351"/>
              <a:gd name="connsiteY8" fmla="*/ 68624 h 204389"/>
              <a:gd name="connsiteX9" fmla="*/ 121947 w 204351"/>
              <a:gd name="connsiteY9" fmla="*/ 81756 h 204389"/>
              <a:gd name="connsiteX10" fmla="*/ 56195 w 204351"/>
              <a:gd name="connsiteY10" fmla="*/ 81756 h 204389"/>
              <a:gd name="connsiteX11" fmla="*/ 69325 w 204351"/>
              <a:gd name="connsiteY11" fmla="*/ 94888 h 204389"/>
              <a:gd name="connsiteX12" fmla="*/ 82455 w 204351"/>
              <a:gd name="connsiteY12" fmla="*/ 81756 h 204389"/>
              <a:gd name="connsiteX13" fmla="*/ 69325 w 204351"/>
              <a:gd name="connsiteY13" fmla="*/ 68624 h 204389"/>
              <a:gd name="connsiteX14" fmla="*/ 56195 w 204351"/>
              <a:gd name="connsiteY14" fmla="*/ 81756 h 204389"/>
              <a:gd name="connsiteX15" fmla="*/ 33770 w 204351"/>
              <a:gd name="connsiteY15" fmla="*/ 127692 h 204389"/>
              <a:gd name="connsiteX16" fmla="*/ 101971 w 204351"/>
              <a:gd name="connsiteY16" fmla="*/ 167380 h 204389"/>
              <a:gd name="connsiteX17" fmla="*/ 102380 w 204351"/>
              <a:gd name="connsiteY17" fmla="*/ 167380 h 204389"/>
              <a:gd name="connsiteX18" fmla="*/ 170581 w 204351"/>
              <a:gd name="connsiteY18" fmla="*/ 127692 h 204389"/>
              <a:gd name="connsiteX19" fmla="*/ 33770 w 204351"/>
              <a:gd name="connsiteY19" fmla="*/ 127692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4351" h="204389">
                <a:moveTo>
                  <a:pt x="0" y="102195"/>
                </a:moveTo>
                <a:cubicBezTo>
                  <a:pt x="0" y="45732"/>
                  <a:pt x="45725" y="0"/>
                  <a:pt x="102176" y="0"/>
                </a:cubicBezTo>
                <a:cubicBezTo>
                  <a:pt x="158630" y="0"/>
                  <a:pt x="204351" y="45732"/>
                  <a:pt x="204351" y="102195"/>
                </a:cubicBezTo>
                <a:cubicBezTo>
                  <a:pt x="204351" y="158657"/>
                  <a:pt x="158630" y="204390"/>
                  <a:pt x="102176" y="204390"/>
                </a:cubicBezTo>
                <a:cubicBezTo>
                  <a:pt x="45725" y="204390"/>
                  <a:pt x="0" y="158657"/>
                  <a:pt x="0" y="102195"/>
                </a:cubicBezTo>
                <a:close/>
                <a:moveTo>
                  <a:pt x="121947" y="81756"/>
                </a:moveTo>
                <a:cubicBezTo>
                  <a:pt x="121947" y="89012"/>
                  <a:pt x="127823" y="94888"/>
                  <a:pt x="135077" y="94888"/>
                </a:cubicBezTo>
                <a:cubicBezTo>
                  <a:pt x="142332" y="94888"/>
                  <a:pt x="148207" y="89012"/>
                  <a:pt x="148207" y="81756"/>
                </a:cubicBezTo>
                <a:cubicBezTo>
                  <a:pt x="148207" y="74500"/>
                  <a:pt x="142332" y="68624"/>
                  <a:pt x="135077" y="68624"/>
                </a:cubicBezTo>
                <a:cubicBezTo>
                  <a:pt x="127823" y="68624"/>
                  <a:pt x="121947" y="74500"/>
                  <a:pt x="121947" y="81756"/>
                </a:cubicBezTo>
                <a:close/>
                <a:moveTo>
                  <a:pt x="56195" y="81756"/>
                </a:moveTo>
                <a:cubicBezTo>
                  <a:pt x="56195" y="89012"/>
                  <a:pt x="62070" y="94888"/>
                  <a:pt x="69325" y="94888"/>
                </a:cubicBezTo>
                <a:cubicBezTo>
                  <a:pt x="76580" y="94888"/>
                  <a:pt x="82455" y="89012"/>
                  <a:pt x="82455" y="81756"/>
                </a:cubicBezTo>
                <a:cubicBezTo>
                  <a:pt x="82455" y="74500"/>
                  <a:pt x="76580" y="68624"/>
                  <a:pt x="69325" y="68624"/>
                </a:cubicBezTo>
                <a:cubicBezTo>
                  <a:pt x="62070" y="68624"/>
                  <a:pt x="56195" y="74500"/>
                  <a:pt x="56195" y="81756"/>
                </a:cubicBezTo>
                <a:close/>
                <a:moveTo>
                  <a:pt x="33770" y="127692"/>
                </a:moveTo>
                <a:cubicBezTo>
                  <a:pt x="33770" y="149496"/>
                  <a:pt x="64267" y="167234"/>
                  <a:pt x="101971" y="167380"/>
                </a:cubicBezTo>
                <a:lnTo>
                  <a:pt x="102380" y="167380"/>
                </a:lnTo>
                <a:cubicBezTo>
                  <a:pt x="140084" y="167234"/>
                  <a:pt x="170581" y="149569"/>
                  <a:pt x="170581" y="127692"/>
                </a:cubicBezTo>
                <a:lnTo>
                  <a:pt x="33770" y="127692"/>
                </a:lnTo>
                <a:close/>
              </a:path>
            </a:pathLst>
          </a:custGeom>
          <a:solidFill>
            <a:srgbClr val="007B85"/>
          </a:solidFill>
          <a:ln w="3646" cap="flat">
            <a:noFill/>
            <a:prstDash val="solid"/>
            <a:miter/>
          </a:ln>
        </p:spPr>
        <p:txBody>
          <a:bodyPr rtlCol="0" anchor="ctr"/>
          <a:lstStyle/>
          <a:p>
            <a:endParaRPr lang="en-GR"/>
          </a:p>
        </p:txBody>
      </p:sp>
      <p:sp>
        <p:nvSpPr>
          <p:cNvPr id="510" name="Freeform 416">
            <a:extLst>
              <a:ext uri="{FF2B5EF4-FFF2-40B4-BE49-F238E27FC236}">
                <a16:creationId xmlns:a16="http://schemas.microsoft.com/office/drawing/2014/main" id="{694D8666-CF25-191F-CB7B-4B6B3AF111BA}"/>
              </a:ext>
            </a:extLst>
          </p:cNvPr>
          <p:cNvSpPr/>
          <p:nvPr/>
        </p:nvSpPr>
        <p:spPr>
          <a:xfrm>
            <a:off x="5915064" y="3526144"/>
            <a:ext cx="180930" cy="180964"/>
          </a:xfrm>
          <a:custGeom>
            <a:avLst/>
            <a:gdLst>
              <a:gd name="connsiteX0" fmla="*/ 0 w 204351"/>
              <a:gd name="connsiteY0" fmla="*/ 102195 h 204389"/>
              <a:gd name="connsiteX1" fmla="*/ 102176 w 204351"/>
              <a:gd name="connsiteY1" fmla="*/ 0 h 204389"/>
              <a:gd name="connsiteX2" fmla="*/ 204351 w 204351"/>
              <a:gd name="connsiteY2" fmla="*/ 102195 h 204389"/>
              <a:gd name="connsiteX3" fmla="*/ 102176 w 204351"/>
              <a:gd name="connsiteY3" fmla="*/ 204390 h 204389"/>
              <a:gd name="connsiteX4" fmla="*/ 0 w 204351"/>
              <a:gd name="connsiteY4" fmla="*/ 102195 h 204389"/>
              <a:gd name="connsiteX5" fmla="*/ 121947 w 204351"/>
              <a:gd name="connsiteY5" fmla="*/ 81756 h 204389"/>
              <a:gd name="connsiteX6" fmla="*/ 135077 w 204351"/>
              <a:gd name="connsiteY6" fmla="*/ 94888 h 204389"/>
              <a:gd name="connsiteX7" fmla="*/ 148207 w 204351"/>
              <a:gd name="connsiteY7" fmla="*/ 81756 h 204389"/>
              <a:gd name="connsiteX8" fmla="*/ 135077 w 204351"/>
              <a:gd name="connsiteY8" fmla="*/ 68624 h 204389"/>
              <a:gd name="connsiteX9" fmla="*/ 121947 w 204351"/>
              <a:gd name="connsiteY9" fmla="*/ 81756 h 204389"/>
              <a:gd name="connsiteX10" fmla="*/ 56195 w 204351"/>
              <a:gd name="connsiteY10" fmla="*/ 81756 h 204389"/>
              <a:gd name="connsiteX11" fmla="*/ 69325 w 204351"/>
              <a:gd name="connsiteY11" fmla="*/ 94888 h 204389"/>
              <a:gd name="connsiteX12" fmla="*/ 82455 w 204351"/>
              <a:gd name="connsiteY12" fmla="*/ 81756 h 204389"/>
              <a:gd name="connsiteX13" fmla="*/ 69325 w 204351"/>
              <a:gd name="connsiteY13" fmla="*/ 68624 h 204389"/>
              <a:gd name="connsiteX14" fmla="*/ 56195 w 204351"/>
              <a:gd name="connsiteY14" fmla="*/ 81756 h 204389"/>
              <a:gd name="connsiteX15" fmla="*/ 58494 w 204351"/>
              <a:gd name="connsiteY15" fmla="*/ 143073 h 204389"/>
              <a:gd name="connsiteX16" fmla="*/ 68712 w 204351"/>
              <a:gd name="connsiteY16" fmla="*/ 153292 h 204389"/>
              <a:gd name="connsiteX17" fmla="*/ 135741 w 204351"/>
              <a:gd name="connsiteY17" fmla="*/ 153292 h 204389"/>
              <a:gd name="connsiteX18" fmla="*/ 145959 w 204351"/>
              <a:gd name="connsiteY18" fmla="*/ 143073 h 204389"/>
              <a:gd name="connsiteX19" fmla="*/ 135741 w 204351"/>
              <a:gd name="connsiteY19" fmla="*/ 132853 h 204389"/>
              <a:gd name="connsiteX20" fmla="*/ 68712 w 204351"/>
              <a:gd name="connsiteY20" fmla="*/ 132853 h 204389"/>
              <a:gd name="connsiteX21" fmla="*/ 58494 w 204351"/>
              <a:gd name="connsiteY21" fmla="*/ 143073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4351" h="204389">
                <a:moveTo>
                  <a:pt x="0" y="102195"/>
                </a:moveTo>
                <a:cubicBezTo>
                  <a:pt x="0" y="45732"/>
                  <a:pt x="45725" y="0"/>
                  <a:pt x="102176" y="0"/>
                </a:cubicBezTo>
                <a:cubicBezTo>
                  <a:pt x="158630" y="0"/>
                  <a:pt x="204351" y="45732"/>
                  <a:pt x="204351" y="102195"/>
                </a:cubicBezTo>
                <a:cubicBezTo>
                  <a:pt x="204351" y="158657"/>
                  <a:pt x="158630" y="204390"/>
                  <a:pt x="102176" y="204390"/>
                </a:cubicBezTo>
                <a:cubicBezTo>
                  <a:pt x="45725" y="204390"/>
                  <a:pt x="0" y="158657"/>
                  <a:pt x="0" y="102195"/>
                </a:cubicBezTo>
                <a:close/>
                <a:moveTo>
                  <a:pt x="121947" y="81756"/>
                </a:moveTo>
                <a:cubicBezTo>
                  <a:pt x="121947" y="89012"/>
                  <a:pt x="127823" y="94888"/>
                  <a:pt x="135077" y="94888"/>
                </a:cubicBezTo>
                <a:cubicBezTo>
                  <a:pt x="142332" y="94888"/>
                  <a:pt x="148207" y="89012"/>
                  <a:pt x="148207" y="81756"/>
                </a:cubicBezTo>
                <a:cubicBezTo>
                  <a:pt x="148207" y="74500"/>
                  <a:pt x="142332" y="68624"/>
                  <a:pt x="135077" y="68624"/>
                </a:cubicBezTo>
                <a:cubicBezTo>
                  <a:pt x="127823" y="68624"/>
                  <a:pt x="121947" y="74500"/>
                  <a:pt x="121947" y="81756"/>
                </a:cubicBezTo>
                <a:close/>
                <a:moveTo>
                  <a:pt x="56195" y="81756"/>
                </a:moveTo>
                <a:cubicBezTo>
                  <a:pt x="56195" y="89012"/>
                  <a:pt x="62070" y="94888"/>
                  <a:pt x="69325" y="94888"/>
                </a:cubicBezTo>
                <a:cubicBezTo>
                  <a:pt x="76580" y="94888"/>
                  <a:pt x="82455" y="89012"/>
                  <a:pt x="82455" y="81756"/>
                </a:cubicBezTo>
                <a:cubicBezTo>
                  <a:pt x="82455" y="74500"/>
                  <a:pt x="76580" y="68624"/>
                  <a:pt x="69325" y="68624"/>
                </a:cubicBezTo>
                <a:cubicBezTo>
                  <a:pt x="62070" y="68624"/>
                  <a:pt x="56195" y="74500"/>
                  <a:pt x="56195" y="81756"/>
                </a:cubicBezTo>
                <a:close/>
                <a:moveTo>
                  <a:pt x="58494" y="143073"/>
                </a:moveTo>
                <a:cubicBezTo>
                  <a:pt x="58494" y="148693"/>
                  <a:pt x="63092" y="153292"/>
                  <a:pt x="68712" y="153292"/>
                </a:cubicBezTo>
                <a:lnTo>
                  <a:pt x="135741" y="153292"/>
                </a:lnTo>
                <a:cubicBezTo>
                  <a:pt x="141361" y="153292"/>
                  <a:pt x="145959" y="148693"/>
                  <a:pt x="145959" y="143073"/>
                </a:cubicBezTo>
                <a:cubicBezTo>
                  <a:pt x="145959" y="137452"/>
                  <a:pt x="141361" y="132853"/>
                  <a:pt x="135741" y="132853"/>
                </a:cubicBezTo>
                <a:lnTo>
                  <a:pt x="68712" y="132853"/>
                </a:lnTo>
                <a:cubicBezTo>
                  <a:pt x="63092" y="132853"/>
                  <a:pt x="58494" y="137452"/>
                  <a:pt x="58494" y="143073"/>
                </a:cubicBezTo>
                <a:close/>
              </a:path>
            </a:pathLst>
          </a:custGeom>
          <a:solidFill>
            <a:srgbClr val="007B85"/>
          </a:solidFill>
          <a:ln w="3646" cap="flat">
            <a:noFill/>
            <a:prstDash val="solid"/>
            <a:miter/>
          </a:ln>
        </p:spPr>
        <p:txBody>
          <a:bodyPr rtlCol="0" anchor="ctr"/>
          <a:lstStyle/>
          <a:p>
            <a:endParaRPr lang="en-GR"/>
          </a:p>
        </p:txBody>
      </p:sp>
      <p:grpSp>
        <p:nvGrpSpPr>
          <p:cNvPr id="511" name="Group 510">
            <a:extLst>
              <a:ext uri="{FF2B5EF4-FFF2-40B4-BE49-F238E27FC236}">
                <a16:creationId xmlns:a16="http://schemas.microsoft.com/office/drawing/2014/main" id="{28B0AE8A-F751-0AB6-EFA0-323F291D7EAA}"/>
              </a:ext>
            </a:extLst>
          </p:cNvPr>
          <p:cNvGrpSpPr/>
          <p:nvPr/>
        </p:nvGrpSpPr>
        <p:grpSpPr>
          <a:xfrm>
            <a:off x="6264014" y="3526146"/>
            <a:ext cx="146920" cy="180963"/>
            <a:chOff x="5111858" y="3526144"/>
            <a:chExt cx="146920" cy="180963"/>
          </a:xfrm>
        </p:grpSpPr>
        <p:sp>
          <p:nvSpPr>
            <p:cNvPr id="512" name="Freeform 417">
              <a:extLst>
                <a:ext uri="{FF2B5EF4-FFF2-40B4-BE49-F238E27FC236}">
                  <a16:creationId xmlns:a16="http://schemas.microsoft.com/office/drawing/2014/main" id="{6123C674-E3BC-0464-8C49-84F240C26D07}"/>
                </a:ext>
              </a:extLst>
            </p:cNvPr>
            <p:cNvSpPr/>
            <p:nvPr/>
          </p:nvSpPr>
          <p:spPr>
            <a:xfrm>
              <a:off x="5136472" y="3526144"/>
              <a:ext cx="97689" cy="67037"/>
            </a:xfrm>
            <a:custGeom>
              <a:avLst/>
              <a:gdLst>
                <a:gd name="connsiteX0" fmla="*/ 55144 w 110335"/>
                <a:gd name="connsiteY0" fmla="*/ 25563 h 75715"/>
                <a:gd name="connsiteX1" fmla="*/ 25505 w 110335"/>
                <a:gd name="connsiteY1" fmla="*/ 38213 h 75715"/>
                <a:gd name="connsiteX2" fmla="*/ 25505 w 110335"/>
                <a:gd name="connsiteY2" fmla="*/ 75715 h 75715"/>
                <a:gd name="connsiteX3" fmla="*/ 0 w 110335"/>
                <a:gd name="connsiteY3" fmla="*/ 75715 h 75715"/>
                <a:gd name="connsiteX4" fmla="*/ 0 w 110335"/>
                <a:gd name="connsiteY4" fmla="*/ 38162 h 75715"/>
                <a:gd name="connsiteX5" fmla="*/ 55144 w 110335"/>
                <a:gd name="connsiteY5" fmla="*/ 0 h 75715"/>
                <a:gd name="connsiteX6" fmla="*/ 110335 w 110335"/>
                <a:gd name="connsiteY6" fmla="*/ 38162 h 75715"/>
                <a:gd name="connsiteX7" fmla="*/ 110335 w 110335"/>
                <a:gd name="connsiteY7" fmla="*/ 49134 h 75715"/>
                <a:gd name="connsiteX8" fmla="*/ 84780 w 110335"/>
                <a:gd name="connsiteY8" fmla="*/ 48980 h 75715"/>
                <a:gd name="connsiteX9" fmla="*/ 84780 w 110335"/>
                <a:gd name="connsiteY9" fmla="*/ 38213 h 75715"/>
                <a:gd name="connsiteX10" fmla="*/ 55144 w 110335"/>
                <a:gd name="connsiteY10" fmla="*/ 25563 h 75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0335" h="75715">
                  <a:moveTo>
                    <a:pt x="55144" y="25563"/>
                  </a:moveTo>
                  <a:cubicBezTo>
                    <a:pt x="36777" y="25563"/>
                    <a:pt x="25505" y="33724"/>
                    <a:pt x="25505" y="38213"/>
                  </a:cubicBezTo>
                  <a:lnTo>
                    <a:pt x="25505" y="75715"/>
                  </a:lnTo>
                  <a:lnTo>
                    <a:pt x="0" y="75715"/>
                  </a:lnTo>
                  <a:lnTo>
                    <a:pt x="0" y="38162"/>
                  </a:lnTo>
                  <a:cubicBezTo>
                    <a:pt x="0" y="16785"/>
                    <a:pt x="24180" y="0"/>
                    <a:pt x="55144" y="0"/>
                  </a:cubicBezTo>
                  <a:cubicBezTo>
                    <a:pt x="86108" y="0"/>
                    <a:pt x="110335" y="16734"/>
                    <a:pt x="110335" y="38162"/>
                  </a:cubicBezTo>
                  <a:lnTo>
                    <a:pt x="110335" y="49134"/>
                  </a:lnTo>
                  <a:cubicBezTo>
                    <a:pt x="109824" y="58266"/>
                    <a:pt x="84780" y="58189"/>
                    <a:pt x="84780" y="48980"/>
                  </a:cubicBezTo>
                  <a:lnTo>
                    <a:pt x="84780" y="38213"/>
                  </a:lnTo>
                  <a:cubicBezTo>
                    <a:pt x="84780" y="33775"/>
                    <a:pt x="73507" y="25563"/>
                    <a:pt x="55144" y="25563"/>
                  </a:cubicBezTo>
                  <a:close/>
                </a:path>
              </a:pathLst>
            </a:custGeom>
            <a:solidFill>
              <a:srgbClr val="007B85"/>
            </a:solidFill>
            <a:ln w="3646" cap="flat">
              <a:noFill/>
              <a:prstDash val="solid"/>
              <a:miter/>
            </a:ln>
          </p:spPr>
          <p:txBody>
            <a:bodyPr rtlCol="0" anchor="ctr"/>
            <a:lstStyle/>
            <a:p>
              <a:endParaRPr lang="en-GR"/>
            </a:p>
          </p:txBody>
        </p:sp>
        <p:sp>
          <p:nvSpPr>
            <p:cNvPr id="513" name="Freeform 418">
              <a:extLst>
                <a:ext uri="{FF2B5EF4-FFF2-40B4-BE49-F238E27FC236}">
                  <a16:creationId xmlns:a16="http://schemas.microsoft.com/office/drawing/2014/main" id="{F5558730-6DE4-571A-8881-7137A42080DE}"/>
                </a:ext>
              </a:extLst>
            </p:cNvPr>
            <p:cNvSpPr/>
            <p:nvPr/>
          </p:nvSpPr>
          <p:spPr>
            <a:xfrm>
              <a:off x="5111858" y="3602261"/>
              <a:ext cx="146920" cy="104846"/>
            </a:xfrm>
            <a:custGeom>
              <a:avLst/>
              <a:gdLst>
                <a:gd name="connsiteX0" fmla="*/ 17954 w 165938"/>
                <a:gd name="connsiteY0" fmla="*/ 0 h 118418"/>
                <a:gd name="connsiteX1" fmla="*/ 147985 w 165938"/>
                <a:gd name="connsiteY1" fmla="*/ 0 h 118418"/>
                <a:gd name="connsiteX2" fmla="*/ 165939 w 165938"/>
                <a:gd name="connsiteY2" fmla="*/ 28980 h 118418"/>
                <a:gd name="connsiteX3" fmla="*/ 165939 w 165938"/>
                <a:gd name="connsiteY3" fmla="*/ 89439 h 118418"/>
                <a:gd name="connsiteX4" fmla="*/ 147985 w 165938"/>
                <a:gd name="connsiteY4" fmla="*/ 118418 h 118418"/>
                <a:gd name="connsiteX5" fmla="*/ 17954 w 165938"/>
                <a:gd name="connsiteY5" fmla="*/ 118418 h 118418"/>
                <a:gd name="connsiteX6" fmla="*/ 0 w 165938"/>
                <a:gd name="connsiteY6" fmla="*/ 89439 h 118418"/>
                <a:gd name="connsiteX7" fmla="*/ 0 w 165938"/>
                <a:gd name="connsiteY7" fmla="*/ 28980 h 118418"/>
                <a:gd name="connsiteX8" fmla="*/ 17954 w 165938"/>
                <a:gd name="connsiteY8" fmla="*/ 0 h 118418"/>
                <a:gd name="connsiteX9" fmla="*/ 49174 w 165938"/>
                <a:gd name="connsiteY9" fmla="*/ 59182 h 118418"/>
                <a:gd name="connsiteX10" fmla="*/ 82944 w 165938"/>
                <a:gd name="connsiteY10" fmla="*/ 78708 h 118418"/>
                <a:gd name="connsiteX11" fmla="*/ 116714 w 165938"/>
                <a:gd name="connsiteY11" fmla="*/ 59182 h 118418"/>
                <a:gd name="connsiteX12" fmla="*/ 82944 w 165938"/>
                <a:gd name="connsiteY12" fmla="*/ 39641 h 118418"/>
                <a:gd name="connsiteX13" fmla="*/ 49174 w 165938"/>
                <a:gd name="connsiteY13" fmla="*/ 59182 h 118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5938" h="118418">
                  <a:moveTo>
                    <a:pt x="17954" y="0"/>
                  </a:moveTo>
                  <a:lnTo>
                    <a:pt x="147985" y="0"/>
                  </a:lnTo>
                  <a:cubicBezTo>
                    <a:pt x="157677" y="0"/>
                    <a:pt x="165581" y="12909"/>
                    <a:pt x="165939" y="28980"/>
                  </a:cubicBezTo>
                  <a:lnTo>
                    <a:pt x="165939" y="89439"/>
                  </a:lnTo>
                  <a:cubicBezTo>
                    <a:pt x="165633" y="105571"/>
                    <a:pt x="157728" y="118418"/>
                    <a:pt x="147985" y="118418"/>
                  </a:cubicBezTo>
                  <a:lnTo>
                    <a:pt x="17954" y="118418"/>
                  </a:lnTo>
                  <a:cubicBezTo>
                    <a:pt x="8266" y="118418"/>
                    <a:pt x="358" y="105498"/>
                    <a:pt x="0" y="89439"/>
                  </a:cubicBezTo>
                  <a:lnTo>
                    <a:pt x="0" y="28980"/>
                  </a:lnTo>
                  <a:cubicBezTo>
                    <a:pt x="307" y="12858"/>
                    <a:pt x="8215" y="0"/>
                    <a:pt x="17954" y="0"/>
                  </a:cubicBezTo>
                  <a:close/>
                  <a:moveTo>
                    <a:pt x="49174" y="59182"/>
                  </a:moveTo>
                  <a:cubicBezTo>
                    <a:pt x="49174" y="69985"/>
                    <a:pt x="64326" y="78708"/>
                    <a:pt x="82944" y="78708"/>
                  </a:cubicBezTo>
                  <a:cubicBezTo>
                    <a:pt x="101614" y="78708"/>
                    <a:pt x="116714" y="69985"/>
                    <a:pt x="116714" y="59182"/>
                  </a:cubicBezTo>
                  <a:cubicBezTo>
                    <a:pt x="116714" y="48367"/>
                    <a:pt x="101614" y="39641"/>
                    <a:pt x="82944" y="39641"/>
                  </a:cubicBezTo>
                  <a:cubicBezTo>
                    <a:pt x="64274" y="39641"/>
                    <a:pt x="49174" y="48367"/>
                    <a:pt x="49174" y="59182"/>
                  </a:cubicBezTo>
                  <a:close/>
                </a:path>
              </a:pathLst>
            </a:custGeom>
            <a:solidFill>
              <a:srgbClr val="007B85"/>
            </a:solidFill>
            <a:ln w="3646" cap="flat">
              <a:noFill/>
              <a:prstDash val="solid"/>
              <a:miter/>
            </a:ln>
          </p:spPr>
          <p:txBody>
            <a:bodyPr rtlCol="0" anchor="ctr"/>
            <a:lstStyle/>
            <a:p>
              <a:endParaRPr lang="en-GR"/>
            </a:p>
          </p:txBody>
        </p:sp>
      </p:grpSp>
      <p:sp>
        <p:nvSpPr>
          <p:cNvPr id="514" name="Freeform 419">
            <a:extLst>
              <a:ext uri="{FF2B5EF4-FFF2-40B4-BE49-F238E27FC236}">
                <a16:creationId xmlns:a16="http://schemas.microsoft.com/office/drawing/2014/main" id="{422BC2E6-5847-247F-B67E-695D080D41AD}"/>
              </a:ext>
            </a:extLst>
          </p:cNvPr>
          <p:cNvSpPr/>
          <p:nvPr/>
        </p:nvSpPr>
        <p:spPr>
          <a:xfrm>
            <a:off x="6580653" y="3526144"/>
            <a:ext cx="180930" cy="180964"/>
          </a:xfrm>
          <a:custGeom>
            <a:avLst/>
            <a:gdLst>
              <a:gd name="connsiteX0" fmla="*/ 0 w 204351"/>
              <a:gd name="connsiteY0" fmla="*/ 102195 h 204389"/>
              <a:gd name="connsiteX1" fmla="*/ 102176 w 204351"/>
              <a:gd name="connsiteY1" fmla="*/ 0 h 204389"/>
              <a:gd name="connsiteX2" fmla="*/ 204351 w 204351"/>
              <a:gd name="connsiteY2" fmla="*/ 102195 h 204389"/>
              <a:gd name="connsiteX3" fmla="*/ 102176 w 204351"/>
              <a:gd name="connsiteY3" fmla="*/ 204390 h 204389"/>
              <a:gd name="connsiteX4" fmla="*/ 0 w 204351"/>
              <a:gd name="connsiteY4" fmla="*/ 102195 h 204389"/>
              <a:gd name="connsiteX5" fmla="*/ 121947 w 204351"/>
              <a:gd name="connsiteY5" fmla="*/ 81756 h 204389"/>
              <a:gd name="connsiteX6" fmla="*/ 135077 w 204351"/>
              <a:gd name="connsiteY6" fmla="*/ 94888 h 204389"/>
              <a:gd name="connsiteX7" fmla="*/ 148207 w 204351"/>
              <a:gd name="connsiteY7" fmla="*/ 81756 h 204389"/>
              <a:gd name="connsiteX8" fmla="*/ 135077 w 204351"/>
              <a:gd name="connsiteY8" fmla="*/ 68624 h 204389"/>
              <a:gd name="connsiteX9" fmla="*/ 121947 w 204351"/>
              <a:gd name="connsiteY9" fmla="*/ 81756 h 204389"/>
              <a:gd name="connsiteX10" fmla="*/ 56195 w 204351"/>
              <a:gd name="connsiteY10" fmla="*/ 81756 h 204389"/>
              <a:gd name="connsiteX11" fmla="*/ 69325 w 204351"/>
              <a:gd name="connsiteY11" fmla="*/ 94888 h 204389"/>
              <a:gd name="connsiteX12" fmla="*/ 82455 w 204351"/>
              <a:gd name="connsiteY12" fmla="*/ 81756 h 204389"/>
              <a:gd name="connsiteX13" fmla="*/ 69325 w 204351"/>
              <a:gd name="connsiteY13" fmla="*/ 68624 h 204389"/>
              <a:gd name="connsiteX14" fmla="*/ 56195 w 204351"/>
              <a:gd name="connsiteY14" fmla="*/ 81756 h 204389"/>
              <a:gd name="connsiteX15" fmla="*/ 66617 w 204351"/>
              <a:gd name="connsiteY15" fmla="*/ 156358 h 204389"/>
              <a:gd name="connsiteX16" fmla="*/ 72697 w 204351"/>
              <a:gd name="connsiteY16" fmla="*/ 158694 h 204389"/>
              <a:gd name="connsiteX17" fmla="*/ 72799 w 204351"/>
              <a:gd name="connsiteY17" fmla="*/ 158694 h 204389"/>
              <a:gd name="connsiteX18" fmla="*/ 79594 w 204351"/>
              <a:gd name="connsiteY18" fmla="*/ 155701 h 204389"/>
              <a:gd name="connsiteX19" fmla="*/ 102329 w 204351"/>
              <a:gd name="connsiteY19" fmla="*/ 145591 h 204389"/>
              <a:gd name="connsiteX20" fmla="*/ 125064 w 204351"/>
              <a:gd name="connsiteY20" fmla="*/ 155701 h 204389"/>
              <a:gd name="connsiteX21" fmla="*/ 131348 w 204351"/>
              <a:gd name="connsiteY21" fmla="*/ 158694 h 204389"/>
              <a:gd name="connsiteX22" fmla="*/ 131808 w 204351"/>
              <a:gd name="connsiteY22" fmla="*/ 158694 h 204389"/>
              <a:gd name="connsiteX23" fmla="*/ 137887 w 204351"/>
              <a:gd name="connsiteY23" fmla="*/ 156358 h 204389"/>
              <a:gd name="connsiteX24" fmla="*/ 140901 w 204351"/>
              <a:gd name="connsiteY24" fmla="*/ 150080 h 204389"/>
              <a:gd name="connsiteX25" fmla="*/ 138551 w 204351"/>
              <a:gd name="connsiteY25" fmla="*/ 143474 h 204389"/>
              <a:gd name="connsiteX26" fmla="*/ 102227 w 204351"/>
              <a:gd name="connsiteY26" fmla="*/ 127335 h 204389"/>
              <a:gd name="connsiteX27" fmla="*/ 65902 w 204351"/>
              <a:gd name="connsiteY27" fmla="*/ 143474 h 204389"/>
              <a:gd name="connsiteX28" fmla="*/ 66617 w 204351"/>
              <a:gd name="connsiteY28" fmla="*/ 156358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4351" h="204389">
                <a:moveTo>
                  <a:pt x="0" y="102195"/>
                </a:moveTo>
                <a:cubicBezTo>
                  <a:pt x="0" y="45732"/>
                  <a:pt x="45725" y="0"/>
                  <a:pt x="102176" y="0"/>
                </a:cubicBezTo>
                <a:cubicBezTo>
                  <a:pt x="158630" y="0"/>
                  <a:pt x="204351" y="45732"/>
                  <a:pt x="204351" y="102195"/>
                </a:cubicBezTo>
                <a:cubicBezTo>
                  <a:pt x="204351" y="158657"/>
                  <a:pt x="158630" y="204390"/>
                  <a:pt x="102176" y="204390"/>
                </a:cubicBezTo>
                <a:cubicBezTo>
                  <a:pt x="45725" y="204390"/>
                  <a:pt x="0" y="158657"/>
                  <a:pt x="0" y="102195"/>
                </a:cubicBezTo>
                <a:close/>
                <a:moveTo>
                  <a:pt x="121947" y="81756"/>
                </a:moveTo>
                <a:cubicBezTo>
                  <a:pt x="121947" y="89012"/>
                  <a:pt x="127823" y="94888"/>
                  <a:pt x="135077" y="94888"/>
                </a:cubicBezTo>
                <a:cubicBezTo>
                  <a:pt x="142332" y="94888"/>
                  <a:pt x="148207" y="89012"/>
                  <a:pt x="148207" y="81756"/>
                </a:cubicBezTo>
                <a:cubicBezTo>
                  <a:pt x="148207" y="74500"/>
                  <a:pt x="142332" y="68624"/>
                  <a:pt x="135077" y="68624"/>
                </a:cubicBezTo>
                <a:cubicBezTo>
                  <a:pt x="127823" y="68624"/>
                  <a:pt x="121947" y="74500"/>
                  <a:pt x="121947" y="81756"/>
                </a:cubicBezTo>
                <a:close/>
                <a:moveTo>
                  <a:pt x="56195" y="81756"/>
                </a:moveTo>
                <a:cubicBezTo>
                  <a:pt x="56195" y="89012"/>
                  <a:pt x="62070" y="94888"/>
                  <a:pt x="69325" y="94888"/>
                </a:cubicBezTo>
                <a:cubicBezTo>
                  <a:pt x="76580" y="94888"/>
                  <a:pt x="82455" y="89012"/>
                  <a:pt x="82455" y="81756"/>
                </a:cubicBezTo>
                <a:cubicBezTo>
                  <a:pt x="82455" y="74500"/>
                  <a:pt x="76580" y="68624"/>
                  <a:pt x="69325" y="68624"/>
                </a:cubicBezTo>
                <a:cubicBezTo>
                  <a:pt x="62070" y="68624"/>
                  <a:pt x="56195" y="74500"/>
                  <a:pt x="56195" y="81756"/>
                </a:cubicBezTo>
                <a:close/>
                <a:moveTo>
                  <a:pt x="66617" y="156358"/>
                </a:moveTo>
                <a:cubicBezTo>
                  <a:pt x="68354" y="157928"/>
                  <a:pt x="70551" y="158694"/>
                  <a:pt x="72697" y="158694"/>
                </a:cubicBezTo>
                <a:lnTo>
                  <a:pt x="72799" y="158694"/>
                </a:lnTo>
                <a:cubicBezTo>
                  <a:pt x="75302" y="158694"/>
                  <a:pt x="77806" y="157672"/>
                  <a:pt x="79594" y="155701"/>
                </a:cubicBezTo>
                <a:cubicBezTo>
                  <a:pt x="82966" y="151905"/>
                  <a:pt x="90476" y="145591"/>
                  <a:pt x="102329" y="145591"/>
                </a:cubicBezTo>
                <a:cubicBezTo>
                  <a:pt x="114182" y="145591"/>
                  <a:pt x="121692" y="151905"/>
                  <a:pt x="125064" y="155701"/>
                </a:cubicBezTo>
                <a:cubicBezTo>
                  <a:pt x="126699" y="157526"/>
                  <a:pt x="128895" y="158621"/>
                  <a:pt x="131348" y="158694"/>
                </a:cubicBezTo>
                <a:lnTo>
                  <a:pt x="131808" y="158694"/>
                </a:lnTo>
                <a:cubicBezTo>
                  <a:pt x="134055" y="158694"/>
                  <a:pt x="136201" y="157891"/>
                  <a:pt x="137887" y="156358"/>
                </a:cubicBezTo>
                <a:cubicBezTo>
                  <a:pt x="139726" y="154716"/>
                  <a:pt x="140799" y="152526"/>
                  <a:pt x="140901" y="150080"/>
                </a:cubicBezTo>
                <a:cubicBezTo>
                  <a:pt x="141004" y="147635"/>
                  <a:pt x="140186" y="145336"/>
                  <a:pt x="138551" y="143474"/>
                </a:cubicBezTo>
                <a:cubicBezTo>
                  <a:pt x="133085" y="137452"/>
                  <a:pt x="121181" y="127335"/>
                  <a:pt x="102227" y="127335"/>
                </a:cubicBezTo>
                <a:cubicBezTo>
                  <a:pt x="83272" y="127335"/>
                  <a:pt x="71317" y="137452"/>
                  <a:pt x="65902" y="143474"/>
                </a:cubicBezTo>
                <a:cubicBezTo>
                  <a:pt x="62581" y="147197"/>
                  <a:pt x="62888" y="153037"/>
                  <a:pt x="66617" y="156358"/>
                </a:cubicBezTo>
                <a:close/>
              </a:path>
            </a:pathLst>
          </a:custGeom>
          <a:solidFill>
            <a:srgbClr val="007B85"/>
          </a:solidFill>
          <a:ln w="3646" cap="flat">
            <a:noFill/>
            <a:prstDash val="solid"/>
            <a:miter/>
          </a:ln>
        </p:spPr>
        <p:txBody>
          <a:bodyPr rtlCol="0" anchor="ctr"/>
          <a:lstStyle/>
          <a:p>
            <a:endParaRPr lang="en-GR"/>
          </a:p>
        </p:txBody>
      </p:sp>
      <p:grpSp>
        <p:nvGrpSpPr>
          <p:cNvPr id="515" name="Group 514">
            <a:extLst>
              <a:ext uri="{FF2B5EF4-FFF2-40B4-BE49-F238E27FC236}">
                <a16:creationId xmlns:a16="http://schemas.microsoft.com/office/drawing/2014/main" id="{ED2D649C-99D8-6D6B-73DA-01B7D48F7A1C}"/>
              </a:ext>
            </a:extLst>
          </p:cNvPr>
          <p:cNvGrpSpPr/>
          <p:nvPr/>
        </p:nvGrpSpPr>
        <p:grpSpPr>
          <a:xfrm>
            <a:off x="6913744" y="3513218"/>
            <a:ext cx="183873" cy="206816"/>
            <a:chOff x="5761586" y="3513218"/>
            <a:chExt cx="183873" cy="206816"/>
          </a:xfrm>
        </p:grpSpPr>
        <p:sp>
          <p:nvSpPr>
            <p:cNvPr id="516" name="Freeform 421">
              <a:extLst>
                <a:ext uri="{FF2B5EF4-FFF2-40B4-BE49-F238E27FC236}">
                  <a16:creationId xmlns:a16="http://schemas.microsoft.com/office/drawing/2014/main" id="{E65A0265-E859-F193-3890-D1D1EB33D3E8}"/>
                </a:ext>
              </a:extLst>
            </p:cNvPr>
            <p:cNvSpPr/>
            <p:nvPr/>
          </p:nvSpPr>
          <p:spPr>
            <a:xfrm>
              <a:off x="5933298" y="3556151"/>
              <a:ext cx="12161" cy="118900"/>
            </a:xfrm>
            <a:custGeom>
              <a:avLst/>
              <a:gdLst>
                <a:gd name="connsiteX0" fmla="*/ 13736 w 13735"/>
                <a:gd name="connsiteY0" fmla="*/ 120349 h 134291"/>
                <a:gd name="connsiteX1" fmla="*/ 0 w 13735"/>
                <a:gd name="connsiteY1" fmla="*/ 134291 h 134291"/>
                <a:gd name="connsiteX2" fmla="*/ 0 w 13735"/>
                <a:gd name="connsiteY2" fmla="*/ 0 h 134291"/>
                <a:gd name="connsiteX3" fmla="*/ 13736 w 13735"/>
                <a:gd name="connsiteY3" fmla="*/ 13957 h 134291"/>
                <a:gd name="connsiteX4" fmla="*/ 13736 w 13735"/>
                <a:gd name="connsiteY4" fmla="*/ 120349 h 134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35" h="134291">
                  <a:moveTo>
                    <a:pt x="13736" y="120349"/>
                  </a:moveTo>
                  <a:cubicBezTo>
                    <a:pt x="13736" y="126298"/>
                    <a:pt x="8207" y="131444"/>
                    <a:pt x="0" y="134291"/>
                  </a:cubicBezTo>
                  <a:lnTo>
                    <a:pt x="0" y="0"/>
                  </a:lnTo>
                  <a:cubicBezTo>
                    <a:pt x="8207" y="2843"/>
                    <a:pt x="13736" y="7989"/>
                    <a:pt x="13736" y="13957"/>
                  </a:cubicBezTo>
                  <a:lnTo>
                    <a:pt x="13736" y="120349"/>
                  </a:lnTo>
                  <a:close/>
                </a:path>
              </a:pathLst>
            </a:custGeom>
            <a:solidFill>
              <a:srgbClr val="007B85"/>
            </a:solidFill>
            <a:ln w="3646" cap="flat">
              <a:noFill/>
              <a:prstDash val="solid"/>
              <a:miter/>
            </a:ln>
          </p:spPr>
          <p:txBody>
            <a:bodyPr rtlCol="0" anchor="ctr"/>
            <a:lstStyle/>
            <a:p>
              <a:endParaRPr lang="en-GR"/>
            </a:p>
          </p:txBody>
        </p:sp>
        <p:sp>
          <p:nvSpPr>
            <p:cNvPr id="517" name="Freeform 422">
              <a:extLst>
                <a:ext uri="{FF2B5EF4-FFF2-40B4-BE49-F238E27FC236}">
                  <a16:creationId xmlns:a16="http://schemas.microsoft.com/office/drawing/2014/main" id="{83C7B4A5-3962-7853-E806-056D6227C16D}"/>
                </a:ext>
              </a:extLst>
            </p:cNvPr>
            <p:cNvSpPr/>
            <p:nvPr/>
          </p:nvSpPr>
          <p:spPr>
            <a:xfrm>
              <a:off x="5906745" y="3534245"/>
              <a:ext cx="16668" cy="162619"/>
            </a:xfrm>
            <a:custGeom>
              <a:avLst/>
              <a:gdLst>
                <a:gd name="connsiteX0" fmla="*/ 0 w 18826"/>
                <a:gd name="connsiteY0" fmla="*/ 183670 h 183669"/>
                <a:gd name="connsiteX1" fmla="*/ 18827 w 18826"/>
                <a:gd name="connsiteY1" fmla="*/ 164581 h 183669"/>
                <a:gd name="connsiteX2" fmla="*/ 18827 w 18826"/>
                <a:gd name="connsiteY2" fmla="*/ 19103 h 183669"/>
                <a:gd name="connsiteX3" fmla="*/ 0 w 18826"/>
                <a:gd name="connsiteY3" fmla="*/ 0 h 183669"/>
                <a:gd name="connsiteX4" fmla="*/ 0 w 18826"/>
                <a:gd name="connsiteY4" fmla="*/ 183670 h 183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26" h="183669">
                  <a:moveTo>
                    <a:pt x="0" y="183670"/>
                  </a:moveTo>
                  <a:cubicBezTo>
                    <a:pt x="11273" y="179801"/>
                    <a:pt x="18827" y="172720"/>
                    <a:pt x="18827" y="164581"/>
                  </a:cubicBezTo>
                  <a:lnTo>
                    <a:pt x="18827" y="19103"/>
                  </a:lnTo>
                  <a:cubicBezTo>
                    <a:pt x="18827" y="11004"/>
                    <a:pt x="11273" y="3887"/>
                    <a:pt x="0" y="0"/>
                  </a:cubicBezTo>
                  <a:lnTo>
                    <a:pt x="0" y="183670"/>
                  </a:lnTo>
                  <a:close/>
                </a:path>
              </a:pathLst>
            </a:custGeom>
            <a:solidFill>
              <a:srgbClr val="007B85"/>
            </a:solidFill>
            <a:ln w="3646" cap="flat">
              <a:noFill/>
              <a:prstDash val="solid"/>
              <a:miter/>
            </a:ln>
          </p:spPr>
          <p:txBody>
            <a:bodyPr rtlCol="0" anchor="ctr"/>
            <a:lstStyle/>
            <a:p>
              <a:endParaRPr lang="en-GR"/>
            </a:p>
          </p:txBody>
        </p:sp>
        <p:sp>
          <p:nvSpPr>
            <p:cNvPr id="518" name="Freeform 423">
              <a:extLst>
                <a:ext uri="{FF2B5EF4-FFF2-40B4-BE49-F238E27FC236}">
                  <a16:creationId xmlns:a16="http://schemas.microsoft.com/office/drawing/2014/main" id="{7097A06A-27F7-24E9-1EE7-0184439CD0F4}"/>
                </a:ext>
              </a:extLst>
            </p:cNvPr>
            <p:cNvSpPr/>
            <p:nvPr/>
          </p:nvSpPr>
          <p:spPr>
            <a:xfrm>
              <a:off x="5794920" y="3580523"/>
              <a:ext cx="67638" cy="65412"/>
            </a:xfrm>
            <a:custGeom>
              <a:avLst/>
              <a:gdLst>
                <a:gd name="connsiteX0" fmla="*/ 60249 w 76393"/>
                <a:gd name="connsiteY0" fmla="*/ 23315 h 73879"/>
                <a:gd name="connsiteX1" fmla="*/ 45036 w 76393"/>
                <a:gd name="connsiteY1" fmla="*/ 13190 h 73879"/>
                <a:gd name="connsiteX2" fmla="*/ 26869 w 76393"/>
                <a:gd name="connsiteY2" fmla="*/ 30045 h 73879"/>
                <a:gd name="connsiteX3" fmla="*/ 48648 w 76393"/>
                <a:gd name="connsiteY3" fmla="*/ 30045 h 73879"/>
                <a:gd name="connsiteX4" fmla="*/ 48648 w 76393"/>
                <a:gd name="connsiteY4" fmla="*/ 43838 h 73879"/>
                <a:gd name="connsiteX5" fmla="*/ 26869 w 76393"/>
                <a:gd name="connsiteY5" fmla="*/ 43838 h 73879"/>
                <a:gd name="connsiteX6" fmla="*/ 44817 w 76393"/>
                <a:gd name="connsiteY6" fmla="*/ 60696 h 73879"/>
                <a:gd name="connsiteX7" fmla="*/ 60085 w 76393"/>
                <a:gd name="connsiteY7" fmla="*/ 50900 h 73879"/>
                <a:gd name="connsiteX8" fmla="*/ 76229 w 76393"/>
                <a:gd name="connsiteY8" fmla="*/ 50900 h 73879"/>
                <a:gd name="connsiteX9" fmla="*/ 44926 w 76393"/>
                <a:gd name="connsiteY9" fmla="*/ 73880 h 73879"/>
                <a:gd name="connsiteX10" fmla="*/ 10835 w 76393"/>
                <a:gd name="connsiteY10" fmla="*/ 43838 h 73879"/>
                <a:gd name="connsiteX11" fmla="*/ 0 w 76393"/>
                <a:gd name="connsiteY11" fmla="*/ 43838 h 73879"/>
                <a:gd name="connsiteX12" fmla="*/ 0 w 76393"/>
                <a:gd name="connsiteY12" fmla="*/ 30045 h 73879"/>
                <a:gd name="connsiteX13" fmla="*/ 10835 w 76393"/>
                <a:gd name="connsiteY13" fmla="*/ 30045 h 73879"/>
                <a:gd name="connsiteX14" fmla="*/ 45856 w 76393"/>
                <a:gd name="connsiteY14" fmla="*/ 0 h 73879"/>
                <a:gd name="connsiteX15" fmla="*/ 76393 w 76393"/>
                <a:gd name="connsiteY15" fmla="*/ 23315 h 73879"/>
                <a:gd name="connsiteX16" fmla="*/ 60249 w 76393"/>
                <a:gd name="connsiteY16" fmla="*/ 23315 h 73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393" h="73879">
                  <a:moveTo>
                    <a:pt x="60249" y="23315"/>
                  </a:moveTo>
                  <a:cubicBezTo>
                    <a:pt x="57731" y="17129"/>
                    <a:pt x="52425" y="13190"/>
                    <a:pt x="45036" y="13190"/>
                  </a:cubicBezTo>
                  <a:cubicBezTo>
                    <a:pt x="35296" y="13190"/>
                    <a:pt x="28840" y="19866"/>
                    <a:pt x="26869" y="30045"/>
                  </a:cubicBezTo>
                  <a:lnTo>
                    <a:pt x="48648" y="30045"/>
                  </a:lnTo>
                  <a:lnTo>
                    <a:pt x="48648" y="43838"/>
                  </a:lnTo>
                  <a:lnTo>
                    <a:pt x="26869" y="43838"/>
                  </a:lnTo>
                  <a:cubicBezTo>
                    <a:pt x="28840" y="53966"/>
                    <a:pt x="35186" y="60696"/>
                    <a:pt x="44817" y="60696"/>
                  </a:cubicBezTo>
                  <a:cubicBezTo>
                    <a:pt x="52206" y="60696"/>
                    <a:pt x="57512" y="56919"/>
                    <a:pt x="60085" y="50900"/>
                  </a:cubicBezTo>
                  <a:lnTo>
                    <a:pt x="76229" y="50900"/>
                  </a:lnTo>
                  <a:cubicBezTo>
                    <a:pt x="73054" y="64693"/>
                    <a:pt x="61234" y="73880"/>
                    <a:pt x="44926" y="73880"/>
                  </a:cubicBezTo>
                  <a:cubicBezTo>
                    <a:pt x="25720" y="73880"/>
                    <a:pt x="13298" y="62174"/>
                    <a:pt x="10835" y="43838"/>
                  </a:cubicBezTo>
                  <a:lnTo>
                    <a:pt x="0" y="43838"/>
                  </a:lnTo>
                  <a:lnTo>
                    <a:pt x="0" y="30045"/>
                  </a:lnTo>
                  <a:lnTo>
                    <a:pt x="10835" y="30045"/>
                  </a:lnTo>
                  <a:cubicBezTo>
                    <a:pt x="13407" y="11657"/>
                    <a:pt x="26267" y="0"/>
                    <a:pt x="45856" y="0"/>
                  </a:cubicBezTo>
                  <a:cubicBezTo>
                    <a:pt x="61837" y="0"/>
                    <a:pt x="73328" y="9358"/>
                    <a:pt x="76393" y="23315"/>
                  </a:cubicBezTo>
                  <a:lnTo>
                    <a:pt x="60249" y="23315"/>
                  </a:lnTo>
                  <a:close/>
                </a:path>
              </a:pathLst>
            </a:custGeom>
            <a:solidFill>
              <a:srgbClr val="007B85"/>
            </a:solidFill>
            <a:ln w="3646" cap="flat">
              <a:noFill/>
              <a:prstDash val="solid"/>
              <a:miter/>
            </a:ln>
          </p:spPr>
          <p:txBody>
            <a:bodyPr rtlCol="0" anchor="ctr"/>
            <a:lstStyle/>
            <a:p>
              <a:endParaRPr lang="en-GR"/>
            </a:p>
          </p:txBody>
        </p:sp>
        <p:sp>
          <p:nvSpPr>
            <p:cNvPr id="519" name="Freeform 424">
              <a:extLst>
                <a:ext uri="{FF2B5EF4-FFF2-40B4-BE49-F238E27FC236}">
                  <a16:creationId xmlns:a16="http://schemas.microsoft.com/office/drawing/2014/main" id="{B83CF84B-D052-03B8-6CC1-B986419885DD}"/>
                </a:ext>
              </a:extLst>
            </p:cNvPr>
            <p:cNvSpPr/>
            <p:nvPr/>
          </p:nvSpPr>
          <p:spPr>
            <a:xfrm>
              <a:off x="5761586" y="3513218"/>
              <a:ext cx="134403" cy="206816"/>
            </a:xfrm>
            <a:custGeom>
              <a:avLst/>
              <a:gdLst>
                <a:gd name="connsiteX0" fmla="*/ 107587 w 151801"/>
                <a:gd name="connsiteY0" fmla="*/ 233515 h 233588"/>
                <a:gd name="connsiteX1" fmla="*/ 47772 w 151801"/>
                <a:gd name="connsiteY1" fmla="*/ 233515 h 233588"/>
                <a:gd name="connsiteX2" fmla="*/ 47772 w 151801"/>
                <a:gd name="connsiteY2" fmla="*/ 233588 h 233588"/>
                <a:gd name="connsiteX3" fmla="*/ 46678 w 151801"/>
                <a:gd name="connsiteY3" fmla="*/ 233588 h 233588"/>
                <a:gd name="connsiteX4" fmla="*/ 0 w 151801"/>
                <a:gd name="connsiteY4" fmla="*/ 206288 h 233588"/>
                <a:gd name="connsiteX5" fmla="*/ 0 w 151801"/>
                <a:gd name="connsiteY5" fmla="*/ 27366 h 233588"/>
                <a:gd name="connsiteX6" fmla="*/ 44214 w 151801"/>
                <a:gd name="connsiteY6" fmla="*/ 110 h 233588"/>
                <a:gd name="connsiteX7" fmla="*/ 104577 w 151801"/>
                <a:gd name="connsiteY7" fmla="*/ 0 h 233588"/>
                <a:gd name="connsiteX8" fmla="*/ 105124 w 151801"/>
                <a:gd name="connsiteY8" fmla="*/ 0 h 233588"/>
                <a:gd name="connsiteX9" fmla="*/ 151802 w 151801"/>
                <a:gd name="connsiteY9" fmla="*/ 27311 h 233588"/>
                <a:gd name="connsiteX10" fmla="*/ 151802 w 151801"/>
                <a:gd name="connsiteY10" fmla="*/ 206214 h 233588"/>
                <a:gd name="connsiteX11" fmla="*/ 107587 w 151801"/>
                <a:gd name="connsiteY11" fmla="*/ 233515 h 233588"/>
                <a:gd name="connsiteX12" fmla="*/ 23147 w 151801"/>
                <a:gd name="connsiteY12" fmla="*/ 23917 h 233588"/>
                <a:gd name="connsiteX13" fmla="*/ 23147 w 151801"/>
                <a:gd name="connsiteY13" fmla="*/ 209718 h 233588"/>
                <a:gd name="connsiteX14" fmla="*/ 128655 w 151801"/>
                <a:gd name="connsiteY14" fmla="*/ 209609 h 233588"/>
                <a:gd name="connsiteX15" fmla="*/ 128655 w 151801"/>
                <a:gd name="connsiteY15" fmla="*/ 23808 h 233588"/>
                <a:gd name="connsiteX16" fmla="*/ 23147 w 151801"/>
                <a:gd name="connsiteY16" fmla="*/ 23917 h 23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801" h="233588">
                  <a:moveTo>
                    <a:pt x="107587" y="233515"/>
                  </a:moveTo>
                  <a:lnTo>
                    <a:pt x="47772" y="233515"/>
                  </a:lnTo>
                  <a:lnTo>
                    <a:pt x="47772" y="233588"/>
                  </a:lnTo>
                  <a:lnTo>
                    <a:pt x="46678" y="233588"/>
                  </a:lnTo>
                  <a:cubicBezTo>
                    <a:pt x="20848" y="233442"/>
                    <a:pt x="0" y="221288"/>
                    <a:pt x="0" y="206288"/>
                  </a:cubicBezTo>
                  <a:lnTo>
                    <a:pt x="0" y="27366"/>
                  </a:lnTo>
                  <a:cubicBezTo>
                    <a:pt x="0" y="12862"/>
                    <a:pt x="19534" y="1040"/>
                    <a:pt x="44214" y="110"/>
                  </a:cubicBezTo>
                  <a:lnTo>
                    <a:pt x="104577" y="0"/>
                  </a:lnTo>
                  <a:lnTo>
                    <a:pt x="105124" y="0"/>
                  </a:lnTo>
                  <a:cubicBezTo>
                    <a:pt x="130954" y="164"/>
                    <a:pt x="151802" y="12315"/>
                    <a:pt x="151802" y="27311"/>
                  </a:cubicBezTo>
                  <a:lnTo>
                    <a:pt x="151802" y="206214"/>
                  </a:lnTo>
                  <a:cubicBezTo>
                    <a:pt x="151802" y="220741"/>
                    <a:pt x="132267" y="232566"/>
                    <a:pt x="107587" y="233515"/>
                  </a:cubicBezTo>
                  <a:close/>
                  <a:moveTo>
                    <a:pt x="23147" y="23917"/>
                  </a:moveTo>
                  <a:lnTo>
                    <a:pt x="23147" y="209718"/>
                  </a:lnTo>
                  <a:lnTo>
                    <a:pt x="128655" y="209609"/>
                  </a:lnTo>
                  <a:lnTo>
                    <a:pt x="128655" y="23808"/>
                  </a:lnTo>
                  <a:lnTo>
                    <a:pt x="23147" y="23917"/>
                  </a:lnTo>
                  <a:close/>
                </a:path>
              </a:pathLst>
            </a:custGeom>
            <a:solidFill>
              <a:srgbClr val="007B85"/>
            </a:solidFill>
            <a:ln w="3646" cap="flat">
              <a:noFill/>
              <a:prstDash val="solid"/>
              <a:miter/>
            </a:ln>
          </p:spPr>
          <p:txBody>
            <a:bodyPr rtlCol="0" anchor="ctr"/>
            <a:lstStyle/>
            <a:p>
              <a:endParaRPr lang="en-GR"/>
            </a:p>
          </p:txBody>
        </p:sp>
      </p:grpSp>
      <p:sp>
        <p:nvSpPr>
          <p:cNvPr id="520" name="Freeform 425">
            <a:extLst>
              <a:ext uri="{FF2B5EF4-FFF2-40B4-BE49-F238E27FC236}">
                <a16:creationId xmlns:a16="http://schemas.microsoft.com/office/drawing/2014/main" id="{6E3342FA-9C16-B34B-57E7-1E0F09AC0C92}"/>
              </a:ext>
            </a:extLst>
          </p:cNvPr>
          <p:cNvSpPr/>
          <p:nvPr/>
        </p:nvSpPr>
        <p:spPr>
          <a:xfrm>
            <a:off x="7246242" y="3526144"/>
            <a:ext cx="180936" cy="180964"/>
          </a:xfrm>
          <a:custGeom>
            <a:avLst/>
            <a:gdLst>
              <a:gd name="connsiteX0" fmla="*/ 102179 w 204358"/>
              <a:gd name="connsiteY0" fmla="*/ 0 h 204389"/>
              <a:gd name="connsiteX1" fmla="*/ 0 w 204358"/>
              <a:gd name="connsiteY1" fmla="*/ 102195 h 204389"/>
              <a:gd name="connsiteX2" fmla="*/ 102179 w 204358"/>
              <a:gd name="connsiteY2" fmla="*/ 204390 h 204389"/>
              <a:gd name="connsiteX3" fmla="*/ 204358 w 204358"/>
              <a:gd name="connsiteY3" fmla="*/ 102195 h 204389"/>
              <a:gd name="connsiteX4" fmla="*/ 102179 w 204358"/>
              <a:gd name="connsiteY4" fmla="*/ 0 h 204389"/>
              <a:gd name="connsiteX5" fmla="*/ 135081 w 204358"/>
              <a:gd name="connsiteY5" fmla="*/ 68624 h 204389"/>
              <a:gd name="connsiteX6" fmla="*/ 148211 w 204358"/>
              <a:gd name="connsiteY6" fmla="*/ 81756 h 204389"/>
              <a:gd name="connsiteX7" fmla="*/ 135081 w 204358"/>
              <a:gd name="connsiteY7" fmla="*/ 94888 h 204389"/>
              <a:gd name="connsiteX8" fmla="*/ 121951 w 204358"/>
              <a:gd name="connsiteY8" fmla="*/ 81756 h 204389"/>
              <a:gd name="connsiteX9" fmla="*/ 135081 w 204358"/>
              <a:gd name="connsiteY9" fmla="*/ 68624 h 204389"/>
              <a:gd name="connsiteX10" fmla="*/ 69329 w 204358"/>
              <a:gd name="connsiteY10" fmla="*/ 68624 h 204389"/>
              <a:gd name="connsiteX11" fmla="*/ 82459 w 204358"/>
              <a:gd name="connsiteY11" fmla="*/ 81756 h 204389"/>
              <a:gd name="connsiteX12" fmla="*/ 69329 w 204358"/>
              <a:gd name="connsiteY12" fmla="*/ 94888 h 204389"/>
              <a:gd name="connsiteX13" fmla="*/ 56199 w 204358"/>
              <a:gd name="connsiteY13" fmla="*/ 81756 h 204389"/>
              <a:gd name="connsiteX14" fmla="*/ 69329 w 204358"/>
              <a:gd name="connsiteY14" fmla="*/ 68624 h 204389"/>
              <a:gd name="connsiteX15" fmla="*/ 150919 w 204358"/>
              <a:gd name="connsiteY15" fmla="*/ 160957 h 204389"/>
              <a:gd name="connsiteX16" fmla="*/ 148262 w 204358"/>
              <a:gd name="connsiteY16" fmla="*/ 162526 h 204389"/>
              <a:gd name="connsiteX17" fmla="*/ 147956 w 204358"/>
              <a:gd name="connsiteY17" fmla="*/ 162709 h 204389"/>
              <a:gd name="connsiteX18" fmla="*/ 145197 w 204358"/>
              <a:gd name="connsiteY18" fmla="*/ 163220 h 204389"/>
              <a:gd name="connsiteX19" fmla="*/ 144635 w 204358"/>
              <a:gd name="connsiteY19" fmla="*/ 163220 h 204389"/>
              <a:gd name="connsiteX20" fmla="*/ 143562 w 204358"/>
              <a:gd name="connsiteY20" fmla="*/ 163110 h 204389"/>
              <a:gd name="connsiteX21" fmla="*/ 142795 w 204358"/>
              <a:gd name="connsiteY21" fmla="*/ 163001 h 204389"/>
              <a:gd name="connsiteX22" fmla="*/ 141723 w 204358"/>
              <a:gd name="connsiteY22" fmla="*/ 162636 h 204389"/>
              <a:gd name="connsiteX23" fmla="*/ 141058 w 204358"/>
              <a:gd name="connsiteY23" fmla="*/ 162380 h 204389"/>
              <a:gd name="connsiteX24" fmla="*/ 139985 w 204358"/>
              <a:gd name="connsiteY24" fmla="*/ 161760 h 204389"/>
              <a:gd name="connsiteX25" fmla="*/ 139475 w 204358"/>
              <a:gd name="connsiteY25" fmla="*/ 161468 h 204389"/>
              <a:gd name="connsiteX26" fmla="*/ 138044 w 204358"/>
              <a:gd name="connsiteY26" fmla="*/ 160154 h 204389"/>
              <a:gd name="connsiteX27" fmla="*/ 102179 w 204358"/>
              <a:gd name="connsiteY27" fmla="*/ 143547 h 204389"/>
              <a:gd name="connsiteX28" fmla="*/ 66314 w 204358"/>
              <a:gd name="connsiteY28" fmla="*/ 160154 h 204389"/>
              <a:gd name="connsiteX29" fmla="*/ 60030 w 204358"/>
              <a:gd name="connsiteY29" fmla="*/ 163256 h 204389"/>
              <a:gd name="connsiteX30" fmla="*/ 58702 w 204358"/>
              <a:gd name="connsiteY30" fmla="*/ 163256 h 204389"/>
              <a:gd name="connsiteX31" fmla="*/ 57987 w 204358"/>
              <a:gd name="connsiteY31" fmla="*/ 163220 h 204389"/>
              <a:gd name="connsiteX32" fmla="*/ 56965 w 204358"/>
              <a:gd name="connsiteY32" fmla="*/ 162964 h 204389"/>
              <a:gd name="connsiteX33" fmla="*/ 56352 w 204358"/>
              <a:gd name="connsiteY33" fmla="*/ 162782 h 204389"/>
              <a:gd name="connsiteX34" fmla="*/ 55330 w 204358"/>
              <a:gd name="connsiteY34" fmla="*/ 162344 h 204389"/>
              <a:gd name="connsiteX35" fmla="*/ 54819 w 204358"/>
              <a:gd name="connsiteY35" fmla="*/ 162088 h 204389"/>
              <a:gd name="connsiteX36" fmla="*/ 53389 w 204358"/>
              <a:gd name="connsiteY36" fmla="*/ 161066 h 204389"/>
              <a:gd name="connsiteX37" fmla="*/ 52469 w 204358"/>
              <a:gd name="connsiteY37" fmla="*/ 148182 h 204389"/>
              <a:gd name="connsiteX38" fmla="*/ 102128 w 204358"/>
              <a:gd name="connsiteY38" fmla="*/ 125291 h 204389"/>
              <a:gd name="connsiteX39" fmla="*/ 151787 w 204358"/>
              <a:gd name="connsiteY39" fmla="*/ 148182 h 204389"/>
              <a:gd name="connsiteX40" fmla="*/ 153984 w 204358"/>
              <a:gd name="connsiteY40" fmla="*/ 154825 h 204389"/>
              <a:gd name="connsiteX41" fmla="*/ 150868 w 204358"/>
              <a:gd name="connsiteY41" fmla="*/ 161066 h 204389"/>
              <a:gd name="connsiteX42" fmla="*/ 150919 w 204358"/>
              <a:gd name="connsiteY42" fmla="*/ 160957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4358" h="204389">
                <a:moveTo>
                  <a:pt x="102179" y="0"/>
                </a:moveTo>
                <a:cubicBezTo>
                  <a:pt x="45725" y="0"/>
                  <a:pt x="0" y="45732"/>
                  <a:pt x="0" y="102195"/>
                </a:cubicBezTo>
                <a:cubicBezTo>
                  <a:pt x="0" y="158657"/>
                  <a:pt x="45725" y="204390"/>
                  <a:pt x="102179" y="204390"/>
                </a:cubicBezTo>
                <a:cubicBezTo>
                  <a:pt x="158633" y="204390"/>
                  <a:pt x="204358" y="158657"/>
                  <a:pt x="204358" y="102195"/>
                </a:cubicBezTo>
                <a:cubicBezTo>
                  <a:pt x="204358" y="45732"/>
                  <a:pt x="158633" y="0"/>
                  <a:pt x="102179" y="0"/>
                </a:cubicBezTo>
                <a:close/>
                <a:moveTo>
                  <a:pt x="135081" y="68624"/>
                </a:moveTo>
                <a:cubicBezTo>
                  <a:pt x="142336" y="68624"/>
                  <a:pt x="148211" y="74500"/>
                  <a:pt x="148211" y="81756"/>
                </a:cubicBezTo>
                <a:cubicBezTo>
                  <a:pt x="148211" y="89012"/>
                  <a:pt x="142336" y="94888"/>
                  <a:pt x="135081" y="94888"/>
                </a:cubicBezTo>
                <a:cubicBezTo>
                  <a:pt x="127826" y="94888"/>
                  <a:pt x="121951" y="89012"/>
                  <a:pt x="121951" y="81756"/>
                </a:cubicBezTo>
                <a:cubicBezTo>
                  <a:pt x="121951" y="74500"/>
                  <a:pt x="127826" y="68624"/>
                  <a:pt x="135081" y="68624"/>
                </a:cubicBezTo>
                <a:close/>
                <a:moveTo>
                  <a:pt x="69329" y="68624"/>
                </a:moveTo>
                <a:cubicBezTo>
                  <a:pt x="76583" y="68624"/>
                  <a:pt x="82459" y="74500"/>
                  <a:pt x="82459" y="81756"/>
                </a:cubicBezTo>
                <a:cubicBezTo>
                  <a:pt x="82459" y="89012"/>
                  <a:pt x="76583" y="94888"/>
                  <a:pt x="69329" y="94888"/>
                </a:cubicBezTo>
                <a:cubicBezTo>
                  <a:pt x="62074" y="94888"/>
                  <a:pt x="56199" y="89012"/>
                  <a:pt x="56199" y="81756"/>
                </a:cubicBezTo>
                <a:cubicBezTo>
                  <a:pt x="56199" y="74500"/>
                  <a:pt x="62074" y="68624"/>
                  <a:pt x="69329" y="68624"/>
                </a:cubicBezTo>
                <a:close/>
                <a:moveTo>
                  <a:pt x="150919" y="160957"/>
                </a:moveTo>
                <a:cubicBezTo>
                  <a:pt x="150101" y="161687"/>
                  <a:pt x="149182" y="162125"/>
                  <a:pt x="148262" y="162526"/>
                </a:cubicBezTo>
                <a:cubicBezTo>
                  <a:pt x="148160" y="162526"/>
                  <a:pt x="148058" y="162636"/>
                  <a:pt x="147956" y="162709"/>
                </a:cubicBezTo>
                <a:cubicBezTo>
                  <a:pt x="147036" y="163001"/>
                  <a:pt x="146116" y="163147"/>
                  <a:pt x="145197" y="163220"/>
                </a:cubicBezTo>
                <a:cubicBezTo>
                  <a:pt x="144992" y="163220"/>
                  <a:pt x="144839" y="163220"/>
                  <a:pt x="144635" y="163220"/>
                </a:cubicBezTo>
                <a:cubicBezTo>
                  <a:pt x="144277" y="163220"/>
                  <a:pt x="143919" y="163147"/>
                  <a:pt x="143562" y="163110"/>
                </a:cubicBezTo>
                <a:cubicBezTo>
                  <a:pt x="143306" y="163110"/>
                  <a:pt x="143051" y="163037"/>
                  <a:pt x="142795" y="163001"/>
                </a:cubicBezTo>
                <a:cubicBezTo>
                  <a:pt x="142438" y="162891"/>
                  <a:pt x="142080" y="162782"/>
                  <a:pt x="141723" y="162636"/>
                </a:cubicBezTo>
                <a:cubicBezTo>
                  <a:pt x="141518" y="162526"/>
                  <a:pt x="141263" y="162490"/>
                  <a:pt x="141058" y="162380"/>
                </a:cubicBezTo>
                <a:cubicBezTo>
                  <a:pt x="140701" y="162234"/>
                  <a:pt x="140343" y="161979"/>
                  <a:pt x="139985" y="161760"/>
                </a:cubicBezTo>
                <a:cubicBezTo>
                  <a:pt x="139832" y="161687"/>
                  <a:pt x="139628" y="161577"/>
                  <a:pt x="139475" y="161468"/>
                </a:cubicBezTo>
                <a:cubicBezTo>
                  <a:pt x="138964" y="161103"/>
                  <a:pt x="138504" y="160665"/>
                  <a:pt x="138044" y="160154"/>
                </a:cubicBezTo>
                <a:cubicBezTo>
                  <a:pt x="132680" y="153949"/>
                  <a:pt x="120929" y="143547"/>
                  <a:pt x="102179" y="143547"/>
                </a:cubicBezTo>
                <a:cubicBezTo>
                  <a:pt x="83429" y="143547"/>
                  <a:pt x="71679" y="153913"/>
                  <a:pt x="66314" y="160154"/>
                </a:cubicBezTo>
                <a:cubicBezTo>
                  <a:pt x="64730" y="161979"/>
                  <a:pt x="62483" y="163110"/>
                  <a:pt x="60030" y="163256"/>
                </a:cubicBezTo>
                <a:cubicBezTo>
                  <a:pt x="59570" y="163256"/>
                  <a:pt x="59162" y="163256"/>
                  <a:pt x="58702" y="163256"/>
                </a:cubicBezTo>
                <a:cubicBezTo>
                  <a:pt x="58446" y="163256"/>
                  <a:pt x="58242" y="163256"/>
                  <a:pt x="57987" y="163220"/>
                </a:cubicBezTo>
                <a:cubicBezTo>
                  <a:pt x="57629" y="163147"/>
                  <a:pt x="57323" y="163037"/>
                  <a:pt x="56965" y="162964"/>
                </a:cubicBezTo>
                <a:cubicBezTo>
                  <a:pt x="56761" y="162891"/>
                  <a:pt x="56556" y="162855"/>
                  <a:pt x="56352" y="162782"/>
                </a:cubicBezTo>
                <a:cubicBezTo>
                  <a:pt x="55994" y="162709"/>
                  <a:pt x="55636" y="162490"/>
                  <a:pt x="55330" y="162344"/>
                </a:cubicBezTo>
                <a:cubicBezTo>
                  <a:pt x="55177" y="162234"/>
                  <a:pt x="54973" y="162198"/>
                  <a:pt x="54819" y="162088"/>
                </a:cubicBezTo>
                <a:cubicBezTo>
                  <a:pt x="54308" y="161760"/>
                  <a:pt x="53848" y="161468"/>
                  <a:pt x="53389" y="161066"/>
                </a:cubicBezTo>
                <a:cubicBezTo>
                  <a:pt x="49557" y="157745"/>
                  <a:pt x="49148" y="151978"/>
                  <a:pt x="52469" y="148182"/>
                </a:cubicBezTo>
                <a:cubicBezTo>
                  <a:pt x="59928" y="139642"/>
                  <a:pt x="76277" y="125291"/>
                  <a:pt x="102128" y="125291"/>
                </a:cubicBezTo>
                <a:cubicBezTo>
                  <a:pt x="127979" y="125291"/>
                  <a:pt x="144328" y="139605"/>
                  <a:pt x="151787" y="148182"/>
                </a:cubicBezTo>
                <a:cubicBezTo>
                  <a:pt x="153371" y="150007"/>
                  <a:pt x="154188" y="152380"/>
                  <a:pt x="153984" y="154825"/>
                </a:cubicBezTo>
                <a:cubicBezTo>
                  <a:pt x="153831" y="157271"/>
                  <a:pt x="152707" y="159460"/>
                  <a:pt x="150868" y="161066"/>
                </a:cubicBezTo>
                <a:lnTo>
                  <a:pt x="150919" y="160957"/>
                </a:lnTo>
                <a:close/>
              </a:path>
            </a:pathLst>
          </a:custGeom>
          <a:solidFill>
            <a:srgbClr val="007B85"/>
          </a:solidFill>
          <a:ln w="3646" cap="flat">
            <a:noFill/>
            <a:prstDash val="solid"/>
            <a:miter/>
          </a:ln>
        </p:spPr>
        <p:txBody>
          <a:bodyPr rtlCol="0" anchor="ctr"/>
          <a:lstStyle/>
          <a:p>
            <a:endParaRPr lang="en-GR"/>
          </a:p>
        </p:txBody>
      </p:sp>
      <p:grpSp>
        <p:nvGrpSpPr>
          <p:cNvPr id="521" name="Group 520">
            <a:extLst>
              <a:ext uri="{FF2B5EF4-FFF2-40B4-BE49-F238E27FC236}">
                <a16:creationId xmlns:a16="http://schemas.microsoft.com/office/drawing/2014/main" id="{4DC976BE-BDEC-C625-5FD4-AE950259739A}"/>
              </a:ext>
            </a:extLst>
          </p:cNvPr>
          <p:cNvGrpSpPr/>
          <p:nvPr/>
        </p:nvGrpSpPr>
        <p:grpSpPr>
          <a:xfrm>
            <a:off x="7579039" y="3522914"/>
            <a:ext cx="180891" cy="185455"/>
            <a:chOff x="6426881" y="3522912"/>
            <a:chExt cx="180891" cy="185455"/>
          </a:xfrm>
        </p:grpSpPr>
        <p:sp>
          <p:nvSpPr>
            <p:cNvPr id="522" name="Freeform 426">
              <a:extLst>
                <a:ext uri="{FF2B5EF4-FFF2-40B4-BE49-F238E27FC236}">
                  <a16:creationId xmlns:a16="http://schemas.microsoft.com/office/drawing/2014/main" id="{AE251CDB-C92D-4E33-864F-B354C33736C9}"/>
                </a:ext>
              </a:extLst>
            </p:cNvPr>
            <p:cNvSpPr/>
            <p:nvPr/>
          </p:nvSpPr>
          <p:spPr>
            <a:xfrm>
              <a:off x="6428554" y="3630676"/>
              <a:ext cx="177589" cy="77691"/>
            </a:xfrm>
            <a:custGeom>
              <a:avLst/>
              <a:gdLst>
                <a:gd name="connsiteX0" fmla="*/ 176668 w 200577"/>
                <a:gd name="connsiteY0" fmla="*/ 19023 h 87748"/>
                <a:gd name="connsiteX1" fmla="*/ 164509 w 200577"/>
                <a:gd name="connsiteY1" fmla="*/ 51506 h 87748"/>
                <a:gd name="connsiteX2" fmla="*/ 130636 w 200577"/>
                <a:gd name="connsiteY2" fmla="*/ 77018 h 87748"/>
                <a:gd name="connsiteX3" fmla="*/ 73620 w 200577"/>
                <a:gd name="connsiteY3" fmla="*/ 77602 h 87748"/>
                <a:gd name="connsiteX4" fmla="*/ 73569 w 200577"/>
                <a:gd name="connsiteY4" fmla="*/ 77602 h 87748"/>
                <a:gd name="connsiteX5" fmla="*/ 41689 w 200577"/>
                <a:gd name="connsiteY5" fmla="*/ 55083 h 87748"/>
                <a:gd name="connsiteX6" fmla="*/ 25289 w 200577"/>
                <a:gd name="connsiteY6" fmla="*/ 20227 h 87748"/>
                <a:gd name="connsiteX7" fmla="*/ 0 w 200577"/>
                <a:gd name="connsiteY7" fmla="*/ 51 h 87748"/>
                <a:gd name="connsiteX8" fmla="*/ 6131 w 200577"/>
                <a:gd name="connsiteY8" fmla="*/ 20227 h 87748"/>
                <a:gd name="connsiteX9" fmla="*/ 15531 w 200577"/>
                <a:gd name="connsiteY9" fmla="*/ 37600 h 87748"/>
                <a:gd name="connsiteX10" fmla="*/ 21406 w 200577"/>
                <a:gd name="connsiteY10" fmla="*/ 45484 h 87748"/>
                <a:gd name="connsiteX11" fmla="*/ 27997 w 200577"/>
                <a:gd name="connsiteY11" fmla="*/ 52747 h 87748"/>
                <a:gd name="connsiteX12" fmla="*/ 28304 w 200577"/>
                <a:gd name="connsiteY12" fmla="*/ 53002 h 87748"/>
                <a:gd name="connsiteX13" fmla="*/ 33361 w 200577"/>
                <a:gd name="connsiteY13" fmla="*/ 60923 h 87748"/>
                <a:gd name="connsiteX14" fmla="*/ 73620 w 200577"/>
                <a:gd name="connsiteY14" fmla="*/ 87749 h 87748"/>
                <a:gd name="connsiteX15" fmla="*/ 73773 w 200577"/>
                <a:gd name="connsiteY15" fmla="*/ 87749 h 87748"/>
                <a:gd name="connsiteX16" fmla="*/ 130789 w 200577"/>
                <a:gd name="connsiteY16" fmla="*/ 87128 h 87748"/>
                <a:gd name="connsiteX17" fmla="*/ 173347 w 200577"/>
                <a:gd name="connsiteY17" fmla="*/ 56652 h 87748"/>
                <a:gd name="connsiteX18" fmla="*/ 178865 w 200577"/>
                <a:gd name="connsiteY18" fmla="*/ 45739 h 87748"/>
                <a:gd name="connsiteX19" fmla="*/ 179171 w 200577"/>
                <a:gd name="connsiteY19" fmla="*/ 45411 h 87748"/>
                <a:gd name="connsiteX20" fmla="*/ 185047 w 200577"/>
                <a:gd name="connsiteY20" fmla="*/ 37564 h 87748"/>
                <a:gd name="connsiteX21" fmla="*/ 194447 w 200577"/>
                <a:gd name="connsiteY21" fmla="*/ 20191 h 87748"/>
                <a:gd name="connsiteX22" fmla="*/ 200578 w 200577"/>
                <a:gd name="connsiteY22" fmla="*/ 0 h 87748"/>
                <a:gd name="connsiteX23" fmla="*/ 176719 w 200577"/>
                <a:gd name="connsiteY23" fmla="*/ 18950 h 87748"/>
                <a:gd name="connsiteX24" fmla="*/ 176668 w 200577"/>
                <a:gd name="connsiteY24" fmla="*/ 19023 h 87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0577" h="87748">
                  <a:moveTo>
                    <a:pt x="176668" y="19023"/>
                  </a:moveTo>
                  <a:cubicBezTo>
                    <a:pt x="174318" y="30410"/>
                    <a:pt x="170282" y="41323"/>
                    <a:pt x="164509" y="51506"/>
                  </a:cubicBezTo>
                  <a:cubicBezTo>
                    <a:pt x="157816" y="62346"/>
                    <a:pt x="139832" y="76909"/>
                    <a:pt x="130636" y="77018"/>
                  </a:cubicBezTo>
                  <a:lnTo>
                    <a:pt x="73620" y="77602"/>
                  </a:lnTo>
                  <a:lnTo>
                    <a:pt x="73569" y="77602"/>
                  </a:lnTo>
                  <a:cubicBezTo>
                    <a:pt x="65599" y="77602"/>
                    <a:pt x="48586" y="64755"/>
                    <a:pt x="41689" y="55083"/>
                  </a:cubicBezTo>
                  <a:cubicBezTo>
                    <a:pt x="34179" y="44389"/>
                    <a:pt x="28712" y="32710"/>
                    <a:pt x="25289" y="20227"/>
                  </a:cubicBezTo>
                  <a:lnTo>
                    <a:pt x="0" y="51"/>
                  </a:lnTo>
                  <a:cubicBezTo>
                    <a:pt x="1379" y="7051"/>
                    <a:pt x="3372" y="13847"/>
                    <a:pt x="6131" y="20227"/>
                  </a:cubicBezTo>
                  <a:cubicBezTo>
                    <a:pt x="8736" y="26359"/>
                    <a:pt x="11904" y="32126"/>
                    <a:pt x="15531" y="37600"/>
                  </a:cubicBezTo>
                  <a:cubicBezTo>
                    <a:pt x="17371" y="40301"/>
                    <a:pt x="19312" y="42966"/>
                    <a:pt x="21406" y="45484"/>
                  </a:cubicBezTo>
                  <a:cubicBezTo>
                    <a:pt x="23501" y="47966"/>
                    <a:pt x="25698" y="50448"/>
                    <a:pt x="27997" y="52747"/>
                  </a:cubicBezTo>
                  <a:cubicBezTo>
                    <a:pt x="28099" y="52820"/>
                    <a:pt x="28201" y="52929"/>
                    <a:pt x="28304" y="53002"/>
                  </a:cubicBezTo>
                  <a:cubicBezTo>
                    <a:pt x="29887" y="55703"/>
                    <a:pt x="31573" y="58295"/>
                    <a:pt x="33361" y="60923"/>
                  </a:cubicBezTo>
                  <a:cubicBezTo>
                    <a:pt x="40105" y="70303"/>
                    <a:pt x="59775" y="87749"/>
                    <a:pt x="73620" y="87749"/>
                  </a:cubicBezTo>
                  <a:cubicBezTo>
                    <a:pt x="73620" y="87749"/>
                    <a:pt x="73722" y="87749"/>
                    <a:pt x="73773" y="87749"/>
                  </a:cubicBezTo>
                  <a:lnTo>
                    <a:pt x="130789" y="87128"/>
                  </a:lnTo>
                  <a:cubicBezTo>
                    <a:pt x="145095" y="87019"/>
                    <a:pt x="165786" y="68770"/>
                    <a:pt x="173347" y="56652"/>
                  </a:cubicBezTo>
                  <a:cubicBezTo>
                    <a:pt x="175391" y="53076"/>
                    <a:pt x="177230" y="49462"/>
                    <a:pt x="178865" y="45739"/>
                  </a:cubicBezTo>
                  <a:cubicBezTo>
                    <a:pt x="178967" y="45630"/>
                    <a:pt x="179069" y="45520"/>
                    <a:pt x="179171" y="45411"/>
                  </a:cubicBezTo>
                  <a:cubicBezTo>
                    <a:pt x="181266" y="42929"/>
                    <a:pt x="183207" y="40265"/>
                    <a:pt x="185047" y="37564"/>
                  </a:cubicBezTo>
                  <a:cubicBezTo>
                    <a:pt x="188725" y="32126"/>
                    <a:pt x="191893" y="26322"/>
                    <a:pt x="194447" y="20191"/>
                  </a:cubicBezTo>
                  <a:cubicBezTo>
                    <a:pt x="197155" y="13745"/>
                    <a:pt x="199198" y="7000"/>
                    <a:pt x="200578" y="0"/>
                  </a:cubicBezTo>
                  <a:lnTo>
                    <a:pt x="176719" y="18950"/>
                  </a:lnTo>
                  <a:lnTo>
                    <a:pt x="176668" y="19023"/>
                  </a:lnTo>
                  <a:close/>
                </a:path>
              </a:pathLst>
            </a:custGeom>
            <a:solidFill>
              <a:srgbClr val="007B85"/>
            </a:solidFill>
            <a:ln w="3646" cap="flat">
              <a:noFill/>
              <a:prstDash val="solid"/>
              <a:miter/>
            </a:ln>
          </p:spPr>
          <p:txBody>
            <a:bodyPr rtlCol="0" anchor="ctr"/>
            <a:lstStyle/>
            <a:p>
              <a:endParaRPr lang="en-GR"/>
            </a:p>
          </p:txBody>
        </p:sp>
        <p:sp>
          <p:nvSpPr>
            <p:cNvPr id="523" name="Freeform 427">
              <a:extLst>
                <a:ext uri="{FF2B5EF4-FFF2-40B4-BE49-F238E27FC236}">
                  <a16:creationId xmlns:a16="http://schemas.microsoft.com/office/drawing/2014/main" id="{9F10D90F-D8A9-9BC4-EA0D-18B6173A7B74}"/>
                </a:ext>
              </a:extLst>
            </p:cNvPr>
            <p:cNvSpPr/>
            <p:nvPr/>
          </p:nvSpPr>
          <p:spPr>
            <a:xfrm>
              <a:off x="6426881" y="3522912"/>
              <a:ext cx="180891" cy="117084"/>
            </a:xfrm>
            <a:custGeom>
              <a:avLst/>
              <a:gdLst>
                <a:gd name="connsiteX0" fmla="*/ 30500 w 204307"/>
                <a:gd name="connsiteY0" fmla="*/ 131473 h 132240"/>
                <a:gd name="connsiteX1" fmla="*/ 91655 w 204307"/>
                <a:gd name="connsiteY1" fmla="*/ 115684 h 132240"/>
                <a:gd name="connsiteX2" fmla="*/ 112193 w 204307"/>
                <a:gd name="connsiteY2" fmla="*/ 115838 h 132240"/>
                <a:gd name="connsiteX3" fmla="*/ 172734 w 204307"/>
                <a:gd name="connsiteY3" fmla="*/ 132240 h 132240"/>
                <a:gd name="connsiteX4" fmla="*/ 204052 w 204307"/>
                <a:gd name="connsiteY4" fmla="*/ 107356 h 132240"/>
                <a:gd name="connsiteX5" fmla="*/ 204307 w 204307"/>
                <a:gd name="connsiteY5" fmla="*/ 102144 h 132240"/>
                <a:gd name="connsiteX6" fmla="*/ 196286 w 204307"/>
                <a:gd name="connsiteY6" fmla="*/ 62390 h 132240"/>
                <a:gd name="connsiteX7" fmla="*/ 186886 w 204307"/>
                <a:gd name="connsiteY7" fmla="*/ 45017 h 132240"/>
                <a:gd name="connsiteX8" fmla="*/ 102128 w 204307"/>
                <a:gd name="connsiteY8" fmla="*/ 0 h 132240"/>
                <a:gd name="connsiteX9" fmla="*/ 62380 w 204307"/>
                <a:gd name="connsiteY9" fmla="*/ 8022 h 132240"/>
                <a:gd name="connsiteX10" fmla="*/ 45010 w 204307"/>
                <a:gd name="connsiteY10" fmla="*/ 17424 h 132240"/>
                <a:gd name="connsiteX11" fmla="*/ 37142 w 204307"/>
                <a:gd name="connsiteY11" fmla="*/ 23300 h 132240"/>
                <a:gd name="connsiteX12" fmla="*/ 23297 w 204307"/>
                <a:gd name="connsiteY12" fmla="*/ 37148 h 132240"/>
                <a:gd name="connsiteX13" fmla="*/ 17422 w 204307"/>
                <a:gd name="connsiteY13" fmla="*/ 45017 h 132240"/>
                <a:gd name="connsiteX14" fmla="*/ 8021 w 204307"/>
                <a:gd name="connsiteY14" fmla="*/ 62390 h 132240"/>
                <a:gd name="connsiteX15" fmla="*/ 0 w 204307"/>
                <a:gd name="connsiteY15" fmla="*/ 102144 h 132240"/>
                <a:gd name="connsiteX16" fmla="*/ 255 w 204307"/>
                <a:gd name="connsiteY16" fmla="*/ 107356 h 132240"/>
                <a:gd name="connsiteX17" fmla="*/ 30552 w 204307"/>
                <a:gd name="connsiteY17" fmla="*/ 131422 h 132240"/>
                <a:gd name="connsiteX18" fmla="*/ 30500 w 204307"/>
                <a:gd name="connsiteY18" fmla="*/ 131473 h 132240"/>
                <a:gd name="connsiteX19" fmla="*/ 134979 w 204307"/>
                <a:gd name="connsiteY19" fmla="*/ 68573 h 132240"/>
                <a:gd name="connsiteX20" fmla="*/ 148109 w 204307"/>
                <a:gd name="connsiteY20" fmla="*/ 81705 h 132240"/>
                <a:gd name="connsiteX21" fmla="*/ 134979 w 204307"/>
                <a:gd name="connsiteY21" fmla="*/ 94837 h 132240"/>
                <a:gd name="connsiteX22" fmla="*/ 121849 w 204307"/>
                <a:gd name="connsiteY22" fmla="*/ 81705 h 132240"/>
                <a:gd name="connsiteX23" fmla="*/ 134979 w 204307"/>
                <a:gd name="connsiteY23" fmla="*/ 68573 h 132240"/>
                <a:gd name="connsiteX24" fmla="*/ 69226 w 204307"/>
                <a:gd name="connsiteY24" fmla="*/ 68573 h 132240"/>
                <a:gd name="connsiteX25" fmla="*/ 82356 w 204307"/>
                <a:gd name="connsiteY25" fmla="*/ 81705 h 132240"/>
                <a:gd name="connsiteX26" fmla="*/ 69226 w 204307"/>
                <a:gd name="connsiteY26" fmla="*/ 94837 h 132240"/>
                <a:gd name="connsiteX27" fmla="*/ 56096 w 204307"/>
                <a:gd name="connsiteY27" fmla="*/ 81705 h 132240"/>
                <a:gd name="connsiteX28" fmla="*/ 69226 w 204307"/>
                <a:gd name="connsiteY28" fmla="*/ 68573 h 132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4307" h="132240">
                  <a:moveTo>
                    <a:pt x="30500" y="131473"/>
                  </a:moveTo>
                  <a:lnTo>
                    <a:pt x="91655" y="115684"/>
                  </a:lnTo>
                  <a:cubicBezTo>
                    <a:pt x="98399" y="113947"/>
                    <a:pt x="105500" y="113998"/>
                    <a:pt x="112193" y="115838"/>
                  </a:cubicBezTo>
                  <a:lnTo>
                    <a:pt x="172734" y="132240"/>
                  </a:lnTo>
                  <a:lnTo>
                    <a:pt x="204052" y="107356"/>
                  </a:lnTo>
                  <a:cubicBezTo>
                    <a:pt x="204154" y="105618"/>
                    <a:pt x="204307" y="103881"/>
                    <a:pt x="204307" y="102144"/>
                  </a:cubicBezTo>
                  <a:cubicBezTo>
                    <a:pt x="204307" y="88041"/>
                    <a:pt x="201446" y="74602"/>
                    <a:pt x="196286" y="62390"/>
                  </a:cubicBezTo>
                  <a:cubicBezTo>
                    <a:pt x="193681" y="56258"/>
                    <a:pt x="190513" y="50484"/>
                    <a:pt x="186886" y="45017"/>
                  </a:cubicBezTo>
                  <a:cubicBezTo>
                    <a:pt x="168494" y="17884"/>
                    <a:pt x="137380" y="0"/>
                    <a:pt x="102128" y="0"/>
                  </a:cubicBezTo>
                  <a:cubicBezTo>
                    <a:pt x="88027" y="0"/>
                    <a:pt x="74591" y="2861"/>
                    <a:pt x="62380" y="8022"/>
                  </a:cubicBezTo>
                  <a:cubicBezTo>
                    <a:pt x="56250" y="10628"/>
                    <a:pt x="50476" y="13745"/>
                    <a:pt x="45010" y="17424"/>
                  </a:cubicBezTo>
                  <a:cubicBezTo>
                    <a:pt x="42302" y="19264"/>
                    <a:pt x="39646" y="21205"/>
                    <a:pt x="37142" y="23300"/>
                  </a:cubicBezTo>
                  <a:cubicBezTo>
                    <a:pt x="32084" y="27490"/>
                    <a:pt x="27435" y="32089"/>
                    <a:pt x="23297" y="37148"/>
                  </a:cubicBezTo>
                  <a:cubicBezTo>
                    <a:pt x="21202" y="39652"/>
                    <a:pt x="19261" y="42309"/>
                    <a:pt x="17422" y="45017"/>
                  </a:cubicBezTo>
                  <a:cubicBezTo>
                    <a:pt x="13743" y="50433"/>
                    <a:pt x="10576" y="56258"/>
                    <a:pt x="8021" y="62390"/>
                  </a:cubicBezTo>
                  <a:cubicBezTo>
                    <a:pt x="2861" y="74602"/>
                    <a:pt x="0" y="88041"/>
                    <a:pt x="0" y="102144"/>
                  </a:cubicBezTo>
                  <a:cubicBezTo>
                    <a:pt x="0" y="103881"/>
                    <a:pt x="153" y="105618"/>
                    <a:pt x="255" y="107356"/>
                  </a:cubicBezTo>
                  <a:lnTo>
                    <a:pt x="30552" y="131422"/>
                  </a:lnTo>
                  <a:lnTo>
                    <a:pt x="30500" y="131473"/>
                  </a:lnTo>
                  <a:close/>
                  <a:moveTo>
                    <a:pt x="134979" y="68573"/>
                  </a:moveTo>
                  <a:cubicBezTo>
                    <a:pt x="142234" y="68573"/>
                    <a:pt x="148109" y="74449"/>
                    <a:pt x="148109" y="81705"/>
                  </a:cubicBezTo>
                  <a:cubicBezTo>
                    <a:pt x="148109" y="88961"/>
                    <a:pt x="142234" y="94837"/>
                    <a:pt x="134979" y="94837"/>
                  </a:cubicBezTo>
                  <a:cubicBezTo>
                    <a:pt x="127724" y="94837"/>
                    <a:pt x="121849" y="88961"/>
                    <a:pt x="121849" y="81705"/>
                  </a:cubicBezTo>
                  <a:cubicBezTo>
                    <a:pt x="121849" y="74449"/>
                    <a:pt x="127724" y="68573"/>
                    <a:pt x="134979" y="68573"/>
                  </a:cubicBezTo>
                  <a:close/>
                  <a:moveTo>
                    <a:pt x="69226" y="68573"/>
                  </a:moveTo>
                  <a:cubicBezTo>
                    <a:pt x="76481" y="68573"/>
                    <a:pt x="82356" y="74449"/>
                    <a:pt x="82356" y="81705"/>
                  </a:cubicBezTo>
                  <a:cubicBezTo>
                    <a:pt x="82356" y="88961"/>
                    <a:pt x="76481" y="94837"/>
                    <a:pt x="69226" y="94837"/>
                  </a:cubicBezTo>
                  <a:cubicBezTo>
                    <a:pt x="61972" y="94837"/>
                    <a:pt x="56096" y="88961"/>
                    <a:pt x="56096" y="81705"/>
                  </a:cubicBezTo>
                  <a:cubicBezTo>
                    <a:pt x="56096" y="74449"/>
                    <a:pt x="61972" y="68573"/>
                    <a:pt x="69226" y="68573"/>
                  </a:cubicBezTo>
                  <a:close/>
                </a:path>
              </a:pathLst>
            </a:custGeom>
            <a:solidFill>
              <a:srgbClr val="007B85"/>
            </a:solidFill>
            <a:ln w="3646" cap="flat">
              <a:noFill/>
              <a:prstDash val="solid"/>
              <a:miter/>
            </a:ln>
          </p:spPr>
          <p:txBody>
            <a:bodyPr rtlCol="0" anchor="ctr"/>
            <a:lstStyle/>
            <a:p>
              <a:endParaRPr lang="en-GR"/>
            </a:p>
          </p:txBody>
        </p:sp>
        <p:sp>
          <p:nvSpPr>
            <p:cNvPr id="524" name="Freeform 428">
              <a:extLst>
                <a:ext uri="{FF2B5EF4-FFF2-40B4-BE49-F238E27FC236}">
                  <a16:creationId xmlns:a16="http://schemas.microsoft.com/office/drawing/2014/main" id="{3AE71A82-4E02-ACF3-652A-2F49182AB2C6}"/>
                </a:ext>
              </a:extLst>
            </p:cNvPr>
            <p:cNvSpPr/>
            <p:nvPr/>
          </p:nvSpPr>
          <p:spPr>
            <a:xfrm>
              <a:off x="6478532" y="3652173"/>
              <a:ext cx="80775" cy="32315"/>
            </a:xfrm>
            <a:custGeom>
              <a:avLst/>
              <a:gdLst>
                <a:gd name="connsiteX0" fmla="*/ 3434 w 91231"/>
                <a:gd name="connsiteY0" fmla="*/ 13285 h 36498"/>
                <a:gd name="connsiteX1" fmla="*/ 0 w 91231"/>
                <a:gd name="connsiteY1" fmla="*/ 7446 h 36498"/>
                <a:gd name="connsiteX2" fmla="*/ 0 w 91231"/>
                <a:gd name="connsiteY2" fmla="*/ 5840 h 36498"/>
                <a:gd name="connsiteX3" fmla="*/ 3434 w 91231"/>
                <a:gd name="connsiteY3" fmla="*/ 0 h 36498"/>
                <a:gd name="connsiteX4" fmla="*/ 87797 w 91231"/>
                <a:gd name="connsiteY4" fmla="*/ 0 h 36498"/>
                <a:gd name="connsiteX5" fmla="*/ 91231 w 91231"/>
                <a:gd name="connsiteY5" fmla="*/ 5840 h 36498"/>
                <a:gd name="connsiteX6" fmla="*/ 91231 w 91231"/>
                <a:gd name="connsiteY6" fmla="*/ 7519 h 36498"/>
                <a:gd name="connsiteX7" fmla="*/ 87797 w 91231"/>
                <a:gd name="connsiteY7" fmla="*/ 13322 h 36498"/>
                <a:gd name="connsiteX8" fmla="*/ 3434 w 91231"/>
                <a:gd name="connsiteY8" fmla="*/ 13322 h 36498"/>
                <a:gd name="connsiteX9" fmla="*/ 3434 w 91231"/>
                <a:gd name="connsiteY9" fmla="*/ 13285 h 36498"/>
                <a:gd name="connsiteX10" fmla="*/ 85444 w 91231"/>
                <a:gd name="connsiteY10" fmla="*/ 28980 h 36498"/>
                <a:gd name="connsiteX11" fmla="*/ 85444 w 91231"/>
                <a:gd name="connsiteY11" fmla="*/ 30659 h 36498"/>
                <a:gd name="connsiteX12" fmla="*/ 82010 w 91231"/>
                <a:gd name="connsiteY12" fmla="*/ 36498 h 36498"/>
                <a:gd name="connsiteX13" fmla="*/ 9171 w 91231"/>
                <a:gd name="connsiteY13" fmla="*/ 36498 h 36498"/>
                <a:gd name="connsiteX14" fmla="*/ 5740 w 91231"/>
                <a:gd name="connsiteY14" fmla="*/ 30659 h 36498"/>
                <a:gd name="connsiteX15" fmla="*/ 5740 w 91231"/>
                <a:gd name="connsiteY15" fmla="*/ 29053 h 36498"/>
                <a:gd name="connsiteX16" fmla="*/ 9171 w 91231"/>
                <a:gd name="connsiteY16" fmla="*/ 23213 h 36498"/>
                <a:gd name="connsiteX17" fmla="*/ 82010 w 91231"/>
                <a:gd name="connsiteY17" fmla="*/ 23213 h 36498"/>
                <a:gd name="connsiteX18" fmla="*/ 85444 w 91231"/>
                <a:gd name="connsiteY18" fmla="*/ 29053 h 36498"/>
                <a:gd name="connsiteX19" fmla="*/ 85444 w 91231"/>
                <a:gd name="connsiteY19" fmla="*/ 28980 h 36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1231" h="36498">
                  <a:moveTo>
                    <a:pt x="3434" y="13285"/>
                  </a:moveTo>
                  <a:cubicBezTo>
                    <a:pt x="1522" y="13249"/>
                    <a:pt x="0" y="10621"/>
                    <a:pt x="0" y="7446"/>
                  </a:cubicBezTo>
                  <a:lnTo>
                    <a:pt x="0" y="5840"/>
                  </a:lnTo>
                  <a:cubicBezTo>
                    <a:pt x="0" y="2628"/>
                    <a:pt x="1522" y="37"/>
                    <a:pt x="3434" y="0"/>
                  </a:cubicBezTo>
                  <a:lnTo>
                    <a:pt x="87797" y="0"/>
                  </a:lnTo>
                  <a:cubicBezTo>
                    <a:pt x="89710" y="37"/>
                    <a:pt x="91231" y="2628"/>
                    <a:pt x="91231" y="5840"/>
                  </a:cubicBezTo>
                  <a:lnTo>
                    <a:pt x="91231" y="7519"/>
                  </a:lnTo>
                  <a:cubicBezTo>
                    <a:pt x="91231" y="10657"/>
                    <a:pt x="89710" y="13285"/>
                    <a:pt x="87797" y="13322"/>
                  </a:cubicBezTo>
                  <a:lnTo>
                    <a:pt x="3434" y="13322"/>
                  </a:lnTo>
                  <a:lnTo>
                    <a:pt x="3434" y="13285"/>
                  </a:lnTo>
                  <a:close/>
                  <a:moveTo>
                    <a:pt x="85444" y="28980"/>
                  </a:moveTo>
                  <a:lnTo>
                    <a:pt x="85444" y="30659"/>
                  </a:lnTo>
                  <a:cubicBezTo>
                    <a:pt x="85444" y="33834"/>
                    <a:pt x="83922" y="36462"/>
                    <a:pt x="82010" y="36498"/>
                  </a:cubicBezTo>
                  <a:lnTo>
                    <a:pt x="9171" y="36498"/>
                  </a:lnTo>
                  <a:cubicBezTo>
                    <a:pt x="7258" y="36462"/>
                    <a:pt x="5740" y="33834"/>
                    <a:pt x="5740" y="30659"/>
                  </a:cubicBezTo>
                  <a:lnTo>
                    <a:pt x="5740" y="29053"/>
                  </a:lnTo>
                  <a:cubicBezTo>
                    <a:pt x="5740" y="25841"/>
                    <a:pt x="7258" y="23249"/>
                    <a:pt x="9171" y="23213"/>
                  </a:cubicBezTo>
                  <a:lnTo>
                    <a:pt x="82010" y="23213"/>
                  </a:lnTo>
                  <a:cubicBezTo>
                    <a:pt x="83922" y="23249"/>
                    <a:pt x="85444" y="25841"/>
                    <a:pt x="85444" y="29053"/>
                  </a:cubicBezTo>
                  <a:lnTo>
                    <a:pt x="85444" y="28980"/>
                  </a:lnTo>
                  <a:close/>
                </a:path>
              </a:pathLst>
            </a:custGeom>
            <a:solidFill>
              <a:srgbClr val="007B85"/>
            </a:solidFill>
            <a:ln w="3646" cap="flat">
              <a:noFill/>
              <a:prstDash val="solid"/>
              <a:miter/>
            </a:ln>
          </p:spPr>
          <p:txBody>
            <a:bodyPr rtlCol="0" anchor="ctr"/>
            <a:lstStyle/>
            <a:p>
              <a:endParaRPr lang="en-GR"/>
            </a:p>
          </p:txBody>
        </p:sp>
      </p:grpSp>
      <p:grpSp>
        <p:nvGrpSpPr>
          <p:cNvPr id="525" name="Group 524">
            <a:extLst>
              <a:ext uri="{FF2B5EF4-FFF2-40B4-BE49-F238E27FC236}">
                <a16:creationId xmlns:a16="http://schemas.microsoft.com/office/drawing/2014/main" id="{77F104E3-F9D7-1AA8-25F4-7FB9575264D8}"/>
              </a:ext>
            </a:extLst>
          </p:cNvPr>
          <p:cNvGrpSpPr/>
          <p:nvPr/>
        </p:nvGrpSpPr>
        <p:grpSpPr>
          <a:xfrm>
            <a:off x="7911831" y="3526144"/>
            <a:ext cx="180936" cy="177862"/>
            <a:chOff x="6759675" y="3526144"/>
            <a:chExt cx="180936" cy="177862"/>
          </a:xfrm>
        </p:grpSpPr>
        <p:sp>
          <p:nvSpPr>
            <p:cNvPr id="526" name="Freeform 429">
              <a:extLst>
                <a:ext uri="{FF2B5EF4-FFF2-40B4-BE49-F238E27FC236}">
                  <a16:creationId xmlns:a16="http://schemas.microsoft.com/office/drawing/2014/main" id="{BDA31B35-E36A-025B-EE2C-9F03244B79BD}"/>
                </a:ext>
              </a:extLst>
            </p:cNvPr>
            <p:cNvSpPr/>
            <p:nvPr/>
          </p:nvSpPr>
          <p:spPr>
            <a:xfrm>
              <a:off x="6759720" y="3526144"/>
              <a:ext cx="82571" cy="82629"/>
            </a:xfrm>
            <a:custGeom>
              <a:avLst/>
              <a:gdLst>
                <a:gd name="connsiteX0" fmla="*/ 43868 w 93260"/>
                <a:gd name="connsiteY0" fmla="*/ 87898 h 93325"/>
                <a:gd name="connsiteX1" fmla="*/ 59746 w 93260"/>
                <a:gd name="connsiteY1" fmla="*/ 84935 h 93325"/>
                <a:gd name="connsiteX2" fmla="*/ 68139 w 93260"/>
                <a:gd name="connsiteY2" fmla="*/ 93326 h 93325"/>
                <a:gd name="connsiteX3" fmla="*/ 93261 w 93260"/>
                <a:gd name="connsiteY3" fmla="*/ 68200 h 93325"/>
                <a:gd name="connsiteX4" fmla="*/ 84871 w 93260"/>
                <a:gd name="connsiteY4" fmla="*/ 59806 h 93325"/>
                <a:gd name="connsiteX5" fmla="*/ 87834 w 93260"/>
                <a:gd name="connsiteY5" fmla="*/ 43925 h 93325"/>
                <a:gd name="connsiteX6" fmla="*/ 43919 w 93260"/>
                <a:gd name="connsiteY6" fmla="*/ 0 h 93325"/>
                <a:gd name="connsiteX7" fmla="*/ 0 w 93260"/>
                <a:gd name="connsiteY7" fmla="*/ 43925 h 93325"/>
                <a:gd name="connsiteX8" fmla="*/ 43919 w 93260"/>
                <a:gd name="connsiteY8" fmla="*/ 87851 h 93325"/>
                <a:gd name="connsiteX9" fmla="*/ 43868 w 93260"/>
                <a:gd name="connsiteY9" fmla="*/ 87898 h 93325"/>
                <a:gd name="connsiteX10" fmla="*/ 43868 w 93260"/>
                <a:gd name="connsiteY10" fmla="*/ 25129 h 93325"/>
                <a:gd name="connsiteX11" fmla="*/ 62712 w 93260"/>
                <a:gd name="connsiteY11" fmla="*/ 43977 h 93325"/>
                <a:gd name="connsiteX12" fmla="*/ 43868 w 93260"/>
                <a:gd name="connsiteY12" fmla="*/ 62821 h 93325"/>
                <a:gd name="connsiteX13" fmla="*/ 25027 w 93260"/>
                <a:gd name="connsiteY13" fmla="*/ 43977 h 93325"/>
                <a:gd name="connsiteX14" fmla="*/ 43868 w 93260"/>
                <a:gd name="connsiteY14" fmla="*/ 25129 h 93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3260" h="93325">
                  <a:moveTo>
                    <a:pt x="43868" y="87898"/>
                  </a:moveTo>
                  <a:cubicBezTo>
                    <a:pt x="49495" y="87898"/>
                    <a:pt x="54823" y="86844"/>
                    <a:pt x="59746" y="84935"/>
                  </a:cubicBezTo>
                  <a:lnTo>
                    <a:pt x="68139" y="93326"/>
                  </a:lnTo>
                  <a:lnTo>
                    <a:pt x="93261" y="68200"/>
                  </a:lnTo>
                  <a:lnTo>
                    <a:pt x="84871" y="59806"/>
                  </a:lnTo>
                  <a:cubicBezTo>
                    <a:pt x="86779" y="54879"/>
                    <a:pt x="87834" y="49502"/>
                    <a:pt x="87834" y="43925"/>
                  </a:cubicBezTo>
                  <a:cubicBezTo>
                    <a:pt x="87834" y="19650"/>
                    <a:pt x="68186" y="0"/>
                    <a:pt x="43919" y="0"/>
                  </a:cubicBezTo>
                  <a:cubicBezTo>
                    <a:pt x="19648" y="0"/>
                    <a:pt x="0" y="19650"/>
                    <a:pt x="0" y="43925"/>
                  </a:cubicBezTo>
                  <a:cubicBezTo>
                    <a:pt x="0" y="68200"/>
                    <a:pt x="19648" y="87851"/>
                    <a:pt x="43919" y="87851"/>
                  </a:cubicBezTo>
                  <a:lnTo>
                    <a:pt x="43868" y="87898"/>
                  </a:lnTo>
                  <a:close/>
                  <a:moveTo>
                    <a:pt x="43868" y="25129"/>
                  </a:moveTo>
                  <a:cubicBezTo>
                    <a:pt x="54268" y="25129"/>
                    <a:pt x="62712" y="33571"/>
                    <a:pt x="62712" y="43977"/>
                  </a:cubicBezTo>
                  <a:cubicBezTo>
                    <a:pt x="62712" y="54379"/>
                    <a:pt x="54268" y="62821"/>
                    <a:pt x="43868" y="62821"/>
                  </a:cubicBezTo>
                  <a:cubicBezTo>
                    <a:pt x="33467" y="62821"/>
                    <a:pt x="25027" y="54379"/>
                    <a:pt x="25027" y="43977"/>
                  </a:cubicBezTo>
                  <a:cubicBezTo>
                    <a:pt x="25027" y="33571"/>
                    <a:pt x="33467" y="25129"/>
                    <a:pt x="43868" y="25129"/>
                  </a:cubicBezTo>
                  <a:close/>
                </a:path>
              </a:pathLst>
            </a:custGeom>
            <a:solidFill>
              <a:srgbClr val="007B85"/>
            </a:solidFill>
            <a:ln w="3646" cap="flat">
              <a:noFill/>
              <a:prstDash val="solid"/>
              <a:miter/>
            </a:ln>
          </p:spPr>
          <p:txBody>
            <a:bodyPr rtlCol="0" anchor="ctr"/>
            <a:lstStyle/>
            <a:p>
              <a:endParaRPr lang="en-GR"/>
            </a:p>
          </p:txBody>
        </p:sp>
        <p:sp>
          <p:nvSpPr>
            <p:cNvPr id="527" name="Freeform 430">
              <a:extLst>
                <a:ext uri="{FF2B5EF4-FFF2-40B4-BE49-F238E27FC236}">
                  <a16:creationId xmlns:a16="http://schemas.microsoft.com/office/drawing/2014/main" id="{33535709-DF38-0907-1725-7AE8E5497E51}"/>
                </a:ext>
              </a:extLst>
            </p:cNvPr>
            <p:cNvSpPr/>
            <p:nvPr/>
          </p:nvSpPr>
          <p:spPr>
            <a:xfrm>
              <a:off x="6759675" y="3538783"/>
              <a:ext cx="178313" cy="165223"/>
            </a:xfrm>
            <a:custGeom>
              <a:avLst/>
              <a:gdLst>
                <a:gd name="connsiteX0" fmla="*/ 131800 w 201395"/>
                <a:gd name="connsiteY0" fmla="*/ 80007 h 186611"/>
                <a:gd name="connsiteX1" fmla="*/ 201395 w 201395"/>
                <a:gd name="connsiteY1" fmla="*/ 10402 h 186611"/>
                <a:gd name="connsiteX2" fmla="*/ 151145 w 201395"/>
                <a:gd name="connsiteY2" fmla="*/ 10402 h 186611"/>
                <a:gd name="connsiteX3" fmla="*/ 59797 w 201395"/>
                <a:gd name="connsiteY3" fmla="*/ 101720 h 186611"/>
                <a:gd name="connsiteX4" fmla="*/ 43915 w 201395"/>
                <a:gd name="connsiteY4" fmla="*/ 98753 h 186611"/>
                <a:gd name="connsiteX5" fmla="*/ 0 w 201395"/>
                <a:gd name="connsiteY5" fmla="*/ 142668 h 186611"/>
                <a:gd name="connsiteX6" fmla="*/ 43915 w 201395"/>
                <a:gd name="connsiteY6" fmla="*/ 186611 h 186611"/>
                <a:gd name="connsiteX7" fmla="*/ 87834 w 201395"/>
                <a:gd name="connsiteY7" fmla="*/ 142668 h 186611"/>
                <a:gd name="connsiteX8" fmla="*/ 84867 w 201395"/>
                <a:gd name="connsiteY8" fmla="*/ 126791 h 186611"/>
                <a:gd name="connsiteX9" fmla="*/ 131749 w 201395"/>
                <a:gd name="connsiteY9" fmla="*/ 80007 h 186611"/>
                <a:gd name="connsiteX10" fmla="*/ 131800 w 201395"/>
                <a:gd name="connsiteY10" fmla="*/ 80007 h 186611"/>
                <a:gd name="connsiteX11" fmla="*/ 43915 w 201395"/>
                <a:gd name="connsiteY11" fmla="*/ 161537 h 186611"/>
                <a:gd name="connsiteX12" fmla="*/ 25074 w 201395"/>
                <a:gd name="connsiteY12" fmla="*/ 142668 h 186611"/>
                <a:gd name="connsiteX13" fmla="*/ 43915 w 201395"/>
                <a:gd name="connsiteY13" fmla="*/ 123835 h 186611"/>
                <a:gd name="connsiteX14" fmla="*/ 62760 w 201395"/>
                <a:gd name="connsiteY14" fmla="*/ 142668 h 186611"/>
                <a:gd name="connsiteX15" fmla="*/ 43915 w 201395"/>
                <a:gd name="connsiteY15" fmla="*/ 161537 h 186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1395" h="186611">
                  <a:moveTo>
                    <a:pt x="131800" y="80007"/>
                  </a:moveTo>
                  <a:lnTo>
                    <a:pt x="201395" y="10402"/>
                  </a:lnTo>
                  <a:cubicBezTo>
                    <a:pt x="187524" y="-3467"/>
                    <a:pt x="165016" y="-3467"/>
                    <a:pt x="151145" y="10402"/>
                  </a:cubicBezTo>
                  <a:lnTo>
                    <a:pt x="59797" y="101720"/>
                  </a:lnTo>
                  <a:cubicBezTo>
                    <a:pt x="54870" y="99811"/>
                    <a:pt x="49495" y="98753"/>
                    <a:pt x="43915" y="98753"/>
                  </a:cubicBezTo>
                  <a:cubicBezTo>
                    <a:pt x="19648" y="98753"/>
                    <a:pt x="0" y="118404"/>
                    <a:pt x="0" y="142668"/>
                  </a:cubicBezTo>
                  <a:cubicBezTo>
                    <a:pt x="0" y="166939"/>
                    <a:pt x="19648" y="186611"/>
                    <a:pt x="43915" y="186611"/>
                  </a:cubicBezTo>
                  <a:cubicBezTo>
                    <a:pt x="68186" y="186611"/>
                    <a:pt x="87834" y="166939"/>
                    <a:pt x="87834" y="142668"/>
                  </a:cubicBezTo>
                  <a:cubicBezTo>
                    <a:pt x="87834" y="137047"/>
                    <a:pt x="86779" y="131718"/>
                    <a:pt x="84867" y="126791"/>
                  </a:cubicBezTo>
                  <a:lnTo>
                    <a:pt x="131749" y="80007"/>
                  </a:lnTo>
                  <a:lnTo>
                    <a:pt x="131800" y="80007"/>
                  </a:lnTo>
                  <a:close/>
                  <a:moveTo>
                    <a:pt x="43915" y="161537"/>
                  </a:moveTo>
                  <a:cubicBezTo>
                    <a:pt x="33515" y="161537"/>
                    <a:pt x="25074" y="153069"/>
                    <a:pt x="25074" y="142668"/>
                  </a:cubicBezTo>
                  <a:cubicBezTo>
                    <a:pt x="25074" y="132266"/>
                    <a:pt x="33515" y="123835"/>
                    <a:pt x="43915" y="123835"/>
                  </a:cubicBezTo>
                  <a:cubicBezTo>
                    <a:pt x="54319" y="123835"/>
                    <a:pt x="62760" y="132266"/>
                    <a:pt x="62760" y="142668"/>
                  </a:cubicBezTo>
                  <a:cubicBezTo>
                    <a:pt x="62760" y="153069"/>
                    <a:pt x="54319" y="161537"/>
                    <a:pt x="43915" y="161537"/>
                  </a:cubicBezTo>
                  <a:close/>
                </a:path>
              </a:pathLst>
            </a:custGeom>
            <a:solidFill>
              <a:srgbClr val="007B85"/>
            </a:solidFill>
            <a:ln w="3646" cap="flat">
              <a:noFill/>
              <a:prstDash val="solid"/>
              <a:miter/>
            </a:ln>
          </p:spPr>
          <p:txBody>
            <a:bodyPr rtlCol="0" anchor="ctr"/>
            <a:lstStyle/>
            <a:p>
              <a:endParaRPr lang="en-GR"/>
            </a:p>
          </p:txBody>
        </p:sp>
        <p:sp>
          <p:nvSpPr>
            <p:cNvPr id="528" name="Freeform 431">
              <a:extLst>
                <a:ext uri="{FF2B5EF4-FFF2-40B4-BE49-F238E27FC236}">
                  <a16:creationId xmlns:a16="http://schemas.microsoft.com/office/drawing/2014/main" id="{477629CE-D52F-33CA-B732-E74C521CFF5B}"/>
                </a:ext>
              </a:extLst>
            </p:cNvPr>
            <p:cNvSpPr/>
            <p:nvPr/>
          </p:nvSpPr>
          <p:spPr>
            <a:xfrm>
              <a:off x="6856750" y="3622837"/>
              <a:ext cx="83861" cy="70828"/>
            </a:xfrm>
            <a:custGeom>
              <a:avLst/>
              <a:gdLst>
                <a:gd name="connsiteX0" fmla="*/ 0 w 94716"/>
                <a:gd name="connsiteY0" fmla="*/ 25129 h 79996"/>
                <a:gd name="connsiteX1" fmla="*/ 25122 w 94716"/>
                <a:gd name="connsiteY1" fmla="*/ 0 h 79996"/>
                <a:gd name="connsiteX2" fmla="*/ 94717 w 94716"/>
                <a:gd name="connsiteY2" fmla="*/ 69595 h 79996"/>
                <a:gd name="connsiteX3" fmla="*/ 44466 w 94716"/>
                <a:gd name="connsiteY3" fmla="*/ 69595 h 79996"/>
                <a:gd name="connsiteX4" fmla="*/ 0 w 94716"/>
                <a:gd name="connsiteY4" fmla="*/ 25129 h 79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79996">
                  <a:moveTo>
                    <a:pt x="0" y="25129"/>
                  </a:moveTo>
                  <a:lnTo>
                    <a:pt x="25122" y="0"/>
                  </a:lnTo>
                  <a:lnTo>
                    <a:pt x="94717" y="69595"/>
                  </a:lnTo>
                  <a:cubicBezTo>
                    <a:pt x="80846" y="83464"/>
                    <a:pt x="58337" y="83464"/>
                    <a:pt x="44466" y="69595"/>
                  </a:cubicBezTo>
                  <a:lnTo>
                    <a:pt x="0" y="25129"/>
                  </a:lnTo>
                  <a:close/>
                </a:path>
              </a:pathLst>
            </a:custGeom>
            <a:solidFill>
              <a:srgbClr val="007B85"/>
            </a:solidFill>
            <a:ln w="3646" cap="flat">
              <a:noFill/>
              <a:prstDash val="solid"/>
              <a:miter/>
            </a:ln>
          </p:spPr>
          <p:txBody>
            <a:bodyPr rtlCol="0" anchor="ctr"/>
            <a:lstStyle/>
            <a:p>
              <a:endParaRPr lang="en-GR"/>
            </a:p>
          </p:txBody>
        </p:sp>
      </p:grpSp>
      <p:grpSp>
        <p:nvGrpSpPr>
          <p:cNvPr id="529" name="Group 528">
            <a:extLst>
              <a:ext uri="{FF2B5EF4-FFF2-40B4-BE49-F238E27FC236}">
                <a16:creationId xmlns:a16="http://schemas.microsoft.com/office/drawing/2014/main" id="{ECE4F981-F30D-6DFC-AEBC-C42AD309C3F6}"/>
              </a:ext>
            </a:extLst>
          </p:cNvPr>
          <p:cNvGrpSpPr/>
          <p:nvPr/>
        </p:nvGrpSpPr>
        <p:grpSpPr>
          <a:xfrm>
            <a:off x="8264012" y="3516451"/>
            <a:ext cx="144296" cy="200353"/>
            <a:chOff x="7111856" y="3516449"/>
            <a:chExt cx="144296" cy="200353"/>
          </a:xfrm>
        </p:grpSpPr>
        <p:sp>
          <p:nvSpPr>
            <p:cNvPr id="530" name="Freeform 432">
              <a:extLst>
                <a:ext uri="{FF2B5EF4-FFF2-40B4-BE49-F238E27FC236}">
                  <a16:creationId xmlns:a16="http://schemas.microsoft.com/office/drawing/2014/main" id="{4681A3E7-EC50-FA58-F44A-76BD057ADC8D}"/>
                </a:ext>
              </a:extLst>
            </p:cNvPr>
            <p:cNvSpPr/>
            <p:nvPr/>
          </p:nvSpPr>
          <p:spPr>
            <a:xfrm>
              <a:off x="7126285" y="3516449"/>
              <a:ext cx="81193" cy="73316"/>
            </a:xfrm>
            <a:custGeom>
              <a:avLst/>
              <a:gdLst>
                <a:gd name="connsiteX0" fmla="*/ 12896 w 91703"/>
                <a:gd name="connsiteY0" fmla="*/ 14001 h 82806"/>
                <a:gd name="connsiteX1" fmla="*/ 45820 w 91703"/>
                <a:gd name="connsiteY1" fmla="*/ 0 h 82806"/>
                <a:gd name="connsiteX2" fmla="*/ 91147 w 91703"/>
                <a:gd name="connsiteY2" fmla="*/ 39363 h 82806"/>
                <a:gd name="connsiteX3" fmla="*/ 73365 w 91703"/>
                <a:gd name="connsiteY3" fmla="*/ 82807 h 82806"/>
                <a:gd name="connsiteX4" fmla="*/ 73087 w 91703"/>
                <a:gd name="connsiteY4" fmla="*/ 41017 h 82806"/>
                <a:gd name="connsiteX5" fmla="*/ 46138 w 91703"/>
                <a:gd name="connsiteY5" fmla="*/ 21662 h 82806"/>
                <a:gd name="connsiteX6" fmla="*/ 18903 w 91703"/>
                <a:gd name="connsiteY6" fmla="*/ 43615 h 82806"/>
                <a:gd name="connsiteX7" fmla="*/ 18903 w 91703"/>
                <a:gd name="connsiteY7" fmla="*/ 82807 h 82806"/>
                <a:gd name="connsiteX8" fmla="*/ 18856 w 91703"/>
                <a:gd name="connsiteY8" fmla="*/ 82807 h 82806"/>
                <a:gd name="connsiteX9" fmla="*/ 0 w 91703"/>
                <a:gd name="connsiteY9" fmla="*/ 45853 h 82806"/>
                <a:gd name="connsiteX10" fmla="*/ 12896 w 91703"/>
                <a:gd name="connsiteY10" fmla="*/ 14001 h 8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703" h="82806">
                  <a:moveTo>
                    <a:pt x="12896" y="14001"/>
                  </a:moveTo>
                  <a:cubicBezTo>
                    <a:pt x="21224" y="5376"/>
                    <a:pt x="32898" y="7"/>
                    <a:pt x="45820" y="0"/>
                  </a:cubicBezTo>
                  <a:cubicBezTo>
                    <a:pt x="68902" y="11"/>
                    <a:pt x="88013" y="17132"/>
                    <a:pt x="91147" y="39363"/>
                  </a:cubicBezTo>
                  <a:cubicBezTo>
                    <a:pt x="93800" y="58131"/>
                    <a:pt x="86820" y="69346"/>
                    <a:pt x="73365" y="82807"/>
                  </a:cubicBezTo>
                  <a:cubicBezTo>
                    <a:pt x="73365" y="68916"/>
                    <a:pt x="73890" y="54740"/>
                    <a:pt x="73087" y="41017"/>
                  </a:cubicBezTo>
                  <a:cubicBezTo>
                    <a:pt x="72339" y="28239"/>
                    <a:pt x="57067" y="21662"/>
                    <a:pt x="46138" y="21662"/>
                  </a:cubicBezTo>
                  <a:cubicBezTo>
                    <a:pt x="30902" y="21662"/>
                    <a:pt x="18951" y="31282"/>
                    <a:pt x="18903" y="43615"/>
                  </a:cubicBezTo>
                  <a:lnTo>
                    <a:pt x="18903" y="82807"/>
                  </a:lnTo>
                  <a:lnTo>
                    <a:pt x="18856" y="82807"/>
                  </a:lnTo>
                  <a:cubicBezTo>
                    <a:pt x="7430" y="74471"/>
                    <a:pt x="0" y="61043"/>
                    <a:pt x="0" y="45853"/>
                  </a:cubicBezTo>
                  <a:cubicBezTo>
                    <a:pt x="0" y="33480"/>
                    <a:pt x="4915" y="22246"/>
                    <a:pt x="12896" y="14001"/>
                  </a:cubicBezTo>
                  <a:close/>
                </a:path>
              </a:pathLst>
            </a:custGeom>
            <a:solidFill>
              <a:srgbClr val="007B85"/>
            </a:solidFill>
            <a:ln w="3646" cap="flat">
              <a:noFill/>
              <a:prstDash val="solid"/>
              <a:miter/>
            </a:ln>
          </p:spPr>
          <p:txBody>
            <a:bodyPr rtlCol="0" anchor="ctr"/>
            <a:lstStyle/>
            <a:p>
              <a:endParaRPr lang="en-GR"/>
            </a:p>
          </p:txBody>
        </p:sp>
        <p:sp>
          <p:nvSpPr>
            <p:cNvPr id="531" name="Freeform 433">
              <a:extLst>
                <a:ext uri="{FF2B5EF4-FFF2-40B4-BE49-F238E27FC236}">
                  <a16:creationId xmlns:a16="http://schemas.microsoft.com/office/drawing/2014/main" id="{B56151BC-71D1-2676-D132-E2E541B3500F}"/>
                </a:ext>
              </a:extLst>
            </p:cNvPr>
            <p:cNvSpPr/>
            <p:nvPr/>
          </p:nvSpPr>
          <p:spPr>
            <a:xfrm>
              <a:off x="7111856" y="3549315"/>
              <a:ext cx="144296" cy="167487"/>
            </a:xfrm>
            <a:custGeom>
              <a:avLst/>
              <a:gdLst>
                <a:gd name="connsiteX0" fmla="*/ 76364 w 162975"/>
                <a:gd name="connsiteY0" fmla="*/ 8502 h 189168"/>
                <a:gd name="connsiteX1" fmla="*/ 76619 w 162975"/>
                <a:gd name="connsiteY1" fmla="*/ 65261 h 189168"/>
                <a:gd name="connsiteX2" fmla="*/ 91239 w 162975"/>
                <a:gd name="connsiteY2" fmla="*/ 55501 h 189168"/>
                <a:gd name="connsiteX3" fmla="*/ 105328 w 162975"/>
                <a:gd name="connsiteY3" fmla="*/ 75024 h 189168"/>
                <a:gd name="connsiteX4" fmla="*/ 119987 w 162975"/>
                <a:gd name="connsiteY4" fmla="*/ 65407 h 189168"/>
                <a:gd name="connsiteX5" fmla="*/ 134657 w 162975"/>
                <a:gd name="connsiteY5" fmla="*/ 82692 h 189168"/>
                <a:gd name="connsiteX6" fmla="*/ 147101 w 162975"/>
                <a:gd name="connsiteY6" fmla="*/ 76214 h 189168"/>
                <a:gd name="connsiteX7" fmla="*/ 162939 w 162975"/>
                <a:gd name="connsiteY7" fmla="*/ 94262 h 189168"/>
                <a:gd name="connsiteX8" fmla="*/ 162975 w 162975"/>
                <a:gd name="connsiteY8" fmla="*/ 154823 h 189168"/>
                <a:gd name="connsiteX9" fmla="*/ 151006 w 162975"/>
                <a:gd name="connsiteY9" fmla="*/ 180591 h 189168"/>
                <a:gd name="connsiteX10" fmla="*/ 109514 w 162975"/>
                <a:gd name="connsiteY10" fmla="*/ 189168 h 189168"/>
                <a:gd name="connsiteX11" fmla="*/ 66862 w 162975"/>
                <a:gd name="connsiteY11" fmla="*/ 189022 h 189168"/>
                <a:gd name="connsiteX12" fmla="*/ 47531 w 162975"/>
                <a:gd name="connsiteY12" fmla="*/ 181394 h 189168"/>
                <a:gd name="connsiteX13" fmla="*/ 4156 w 162975"/>
                <a:gd name="connsiteY13" fmla="*/ 131683 h 189168"/>
                <a:gd name="connsiteX14" fmla="*/ 1919 w 162975"/>
                <a:gd name="connsiteY14" fmla="*/ 114456 h 189168"/>
                <a:gd name="connsiteX15" fmla="*/ 22249 w 162975"/>
                <a:gd name="connsiteY15" fmla="*/ 109274 h 189168"/>
                <a:gd name="connsiteX16" fmla="*/ 47904 w 162975"/>
                <a:gd name="connsiteY16" fmla="*/ 127669 h 189168"/>
                <a:gd name="connsiteX17" fmla="*/ 47911 w 162975"/>
                <a:gd name="connsiteY17" fmla="*/ 127705 h 189168"/>
                <a:gd name="connsiteX18" fmla="*/ 47911 w 162975"/>
                <a:gd name="connsiteY18" fmla="*/ 11261 h 189168"/>
                <a:gd name="connsiteX19" fmla="*/ 76364 w 162975"/>
                <a:gd name="connsiteY19" fmla="*/ 8502 h 189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2975" h="189168">
                  <a:moveTo>
                    <a:pt x="76364" y="8502"/>
                  </a:moveTo>
                  <a:cubicBezTo>
                    <a:pt x="76364" y="15503"/>
                    <a:pt x="77240" y="63596"/>
                    <a:pt x="76619" y="65261"/>
                  </a:cubicBezTo>
                  <a:cubicBezTo>
                    <a:pt x="78809" y="59406"/>
                    <a:pt x="85049" y="55501"/>
                    <a:pt x="91239" y="55501"/>
                  </a:cubicBezTo>
                  <a:cubicBezTo>
                    <a:pt x="101606" y="55501"/>
                    <a:pt x="105328" y="66063"/>
                    <a:pt x="105328" y="75024"/>
                  </a:cubicBezTo>
                  <a:cubicBezTo>
                    <a:pt x="107616" y="69213"/>
                    <a:pt x="113820" y="65407"/>
                    <a:pt x="119987" y="65407"/>
                  </a:cubicBezTo>
                  <a:cubicBezTo>
                    <a:pt x="128818" y="65407"/>
                    <a:pt x="135679" y="74035"/>
                    <a:pt x="134657" y="82692"/>
                  </a:cubicBezTo>
                  <a:cubicBezTo>
                    <a:pt x="136628" y="78115"/>
                    <a:pt x="142503" y="76214"/>
                    <a:pt x="147101" y="76214"/>
                  </a:cubicBezTo>
                  <a:cubicBezTo>
                    <a:pt x="158231" y="76214"/>
                    <a:pt x="162939" y="84418"/>
                    <a:pt x="162939" y="94262"/>
                  </a:cubicBezTo>
                  <a:cubicBezTo>
                    <a:pt x="162975" y="114456"/>
                    <a:pt x="162975" y="134640"/>
                    <a:pt x="162975" y="154823"/>
                  </a:cubicBezTo>
                  <a:cubicBezTo>
                    <a:pt x="162975" y="165627"/>
                    <a:pt x="160494" y="174350"/>
                    <a:pt x="151006" y="180591"/>
                  </a:cubicBezTo>
                  <a:cubicBezTo>
                    <a:pt x="139036" y="188511"/>
                    <a:pt x="123929" y="189168"/>
                    <a:pt x="109514" y="189168"/>
                  </a:cubicBezTo>
                  <a:lnTo>
                    <a:pt x="66862" y="189022"/>
                  </a:lnTo>
                  <a:cubicBezTo>
                    <a:pt x="58826" y="189022"/>
                    <a:pt x="53443" y="186905"/>
                    <a:pt x="47531" y="181394"/>
                  </a:cubicBezTo>
                  <a:cubicBezTo>
                    <a:pt x="31391" y="166466"/>
                    <a:pt x="17345" y="149349"/>
                    <a:pt x="4156" y="131683"/>
                  </a:cubicBezTo>
                  <a:cubicBezTo>
                    <a:pt x="-92" y="126026"/>
                    <a:pt x="-1508" y="120953"/>
                    <a:pt x="1919" y="114456"/>
                  </a:cubicBezTo>
                  <a:cubicBezTo>
                    <a:pt x="6660" y="105350"/>
                    <a:pt x="14283" y="103573"/>
                    <a:pt x="22249" y="109274"/>
                  </a:cubicBezTo>
                  <a:cubicBezTo>
                    <a:pt x="30770" y="115405"/>
                    <a:pt x="39335" y="121537"/>
                    <a:pt x="47904" y="127669"/>
                  </a:cubicBezTo>
                  <a:lnTo>
                    <a:pt x="47911" y="127705"/>
                  </a:lnTo>
                  <a:lnTo>
                    <a:pt x="47911" y="11261"/>
                  </a:lnTo>
                  <a:cubicBezTo>
                    <a:pt x="47911" y="-4130"/>
                    <a:pt x="76364" y="-2447"/>
                    <a:pt x="76364" y="8502"/>
                  </a:cubicBezTo>
                  <a:close/>
                </a:path>
              </a:pathLst>
            </a:custGeom>
            <a:solidFill>
              <a:srgbClr val="007B85"/>
            </a:solidFill>
            <a:ln w="3646" cap="flat">
              <a:noFill/>
              <a:prstDash val="solid"/>
              <a:miter/>
            </a:ln>
          </p:spPr>
          <p:txBody>
            <a:bodyPr rtlCol="0" anchor="ctr"/>
            <a:lstStyle/>
            <a:p>
              <a:endParaRPr lang="en-GR"/>
            </a:p>
          </p:txBody>
        </p:sp>
      </p:grpSp>
      <p:grpSp>
        <p:nvGrpSpPr>
          <p:cNvPr id="532" name="Group 531">
            <a:extLst>
              <a:ext uri="{FF2B5EF4-FFF2-40B4-BE49-F238E27FC236}">
                <a16:creationId xmlns:a16="http://schemas.microsoft.com/office/drawing/2014/main" id="{0654B0AF-A457-4780-072B-0CA32DBE02FA}"/>
              </a:ext>
            </a:extLst>
          </p:cNvPr>
          <p:cNvGrpSpPr/>
          <p:nvPr/>
        </p:nvGrpSpPr>
        <p:grpSpPr>
          <a:xfrm>
            <a:off x="8577419" y="3526144"/>
            <a:ext cx="179708" cy="180948"/>
            <a:chOff x="7425263" y="3526144"/>
            <a:chExt cx="179708" cy="180948"/>
          </a:xfrm>
        </p:grpSpPr>
        <p:sp>
          <p:nvSpPr>
            <p:cNvPr id="533" name="Freeform 434">
              <a:extLst>
                <a:ext uri="{FF2B5EF4-FFF2-40B4-BE49-F238E27FC236}">
                  <a16:creationId xmlns:a16="http://schemas.microsoft.com/office/drawing/2014/main" id="{CEB808FC-6288-7BF2-BDD8-47D02A4CE885}"/>
                </a:ext>
              </a:extLst>
            </p:cNvPr>
            <p:cNvSpPr/>
            <p:nvPr/>
          </p:nvSpPr>
          <p:spPr>
            <a:xfrm>
              <a:off x="7572597" y="3677992"/>
              <a:ext cx="29580" cy="29100"/>
            </a:xfrm>
            <a:custGeom>
              <a:avLst/>
              <a:gdLst>
                <a:gd name="connsiteX0" fmla="*/ 32077 w 33409"/>
                <a:gd name="connsiteY0" fmla="*/ 11168 h 32867"/>
                <a:gd name="connsiteX1" fmla="*/ 20910 w 33409"/>
                <a:gd name="connsiteY1" fmla="*/ 0 h 32867"/>
                <a:gd name="connsiteX2" fmla="*/ 2773 w 33409"/>
                <a:gd name="connsiteY2" fmla="*/ 17665 h 32867"/>
                <a:gd name="connsiteX3" fmla="*/ 2445 w 33409"/>
                <a:gd name="connsiteY3" fmla="*/ 17921 h 32867"/>
                <a:gd name="connsiteX4" fmla="*/ 0 w 33409"/>
                <a:gd name="connsiteY4" fmla="*/ 19746 h 32867"/>
                <a:gd name="connsiteX5" fmla="*/ 11714 w 33409"/>
                <a:gd name="connsiteY5" fmla="*/ 31461 h 32867"/>
                <a:gd name="connsiteX6" fmla="*/ 25873 w 33409"/>
                <a:gd name="connsiteY6" fmla="*/ 27812 h 32867"/>
                <a:gd name="connsiteX7" fmla="*/ 28355 w 33409"/>
                <a:gd name="connsiteY7" fmla="*/ 25330 h 32867"/>
                <a:gd name="connsiteX8" fmla="*/ 32004 w 33409"/>
                <a:gd name="connsiteY8" fmla="*/ 11168 h 32867"/>
                <a:gd name="connsiteX9" fmla="*/ 32077 w 33409"/>
                <a:gd name="connsiteY9" fmla="*/ 11168 h 32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409" h="32867">
                  <a:moveTo>
                    <a:pt x="32077" y="11168"/>
                  </a:moveTo>
                  <a:lnTo>
                    <a:pt x="20910" y="0"/>
                  </a:lnTo>
                  <a:lnTo>
                    <a:pt x="2773" y="17665"/>
                  </a:lnTo>
                  <a:lnTo>
                    <a:pt x="2445" y="17921"/>
                  </a:lnTo>
                  <a:cubicBezTo>
                    <a:pt x="1606" y="18578"/>
                    <a:pt x="803" y="19125"/>
                    <a:pt x="0" y="19746"/>
                  </a:cubicBezTo>
                  <a:lnTo>
                    <a:pt x="11714" y="31461"/>
                  </a:lnTo>
                  <a:cubicBezTo>
                    <a:pt x="14707" y="34308"/>
                    <a:pt x="21020" y="32702"/>
                    <a:pt x="25873" y="27812"/>
                  </a:cubicBezTo>
                  <a:lnTo>
                    <a:pt x="28355" y="25330"/>
                  </a:lnTo>
                  <a:cubicBezTo>
                    <a:pt x="33245" y="20439"/>
                    <a:pt x="34851" y="14161"/>
                    <a:pt x="32004" y="11168"/>
                  </a:cubicBezTo>
                  <a:lnTo>
                    <a:pt x="32077" y="11168"/>
                  </a:lnTo>
                  <a:close/>
                </a:path>
              </a:pathLst>
            </a:custGeom>
            <a:solidFill>
              <a:srgbClr val="007B85"/>
            </a:solidFill>
            <a:ln w="3646" cap="flat">
              <a:noFill/>
              <a:prstDash val="solid"/>
              <a:miter/>
            </a:ln>
          </p:spPr>
          <p:txBody>
            <a:bodyPr rtlCol="0" anchor="ctr"/>
            <a:lstStyle/>
            <a:p>
              <a:endParaRPr lang="en-GR"/>
            </a:p>
          </p:txBody>
        </p:sp>
        <p:sp>
          <p:nvSpPr>
            <p:cNvPr id="534" name="Freeform 435">
              <a:extLst>
                <a:ext uri="{FF2B5EF4-FFF2-40B4-BE49-F238E27FC236}">
                  <a16:creationId xmlns:a16="http://schemas.microsoft.com/office/drawing/2014/main" id="{85174845-543D-BF7F-C244-2AC7C0C84909}"/>
                </a:ext>
              </a:extLst>
            </p:cNvPr>
            <p:cNvSpPr/>
            <p:nvPr/>
          </p:nvSpPr>
          <p:spPr>
            <a:xfrm>
              <a:off x="7428026" y="3677960"/>
              <a:ext cx="29580" cy="29118"/>
            </a:xfrm>
            <a:custGeom>
              <a:avLst/>
              <a:gdLst>
                <a:gd name="connsiteX0" fmla="*/ 30673 w 33409"/>
                <a:gd name="connsiteY0" fmla="*/ 17665 h 32887"/>
                <a:gd name="connsiteX1" fmla="*/ 12573 w 33409"/>
                <a:gd name="connsiteY1" fmla="*/ 0 h 32887"/>
                <a:gd name="connsiteX2" fmla="*/ 1406 w 33409"/>
                <a:gd name="connsiteY2" fmla="*/ 11168 h 32887"/>
                <a:gd name="connsiteX3" fmla="*/ 5055 w 33409"/>
                <a:gd name="connsiteY3" fmla="*/ 25330 h 32887"/>
                <a:gd name="connsiteX4" fmla="*/ 7537 w 33409"/>
                <a:gd name="connsiteY4" fmla="*/ 27848 h 32887"/>
                <a:gd name="connsiteX5" fmla="*/ 21696 w 33409"/>
                <a:gd name="connsiteY5" fmla="*/ 31498 h 32887"/>
                <a:gd name="connsiteX6" fmla="*/ 33410 w 33409"/>
                <a:gd name="connsiteY6" fmla="*/ 19782 h 32887"/>
                <a:gd name="connsiteX7" fmla="*/ 30965 w 33409"/>
                <a:gd name="connsiteY7" fmla="*/ 17957 h 32887"/>
                <a:gd name="connsiteX8" fmla="*/ 30636 w 33409"/>
                <a:gd name="connsiteY8" fmla="*/ 17702 h 32887"/>
                <a:gd name="connsiteX9" fmla="*/ 30673 w 33409"/>
                <a:gd name="connsiteY9" fmla="*/ 17665 h 32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409" h="32887">
                  <a:moveTo>
                    <a:pt x="30673" y="17665"/>
                  </a:moveTo>
                  <a:lnTo>
                    <a:pt x="12573" y="0"/>
                  </a:lnTo>
                  <a:lnTo>
                    <a:pt x="1406" y="11168"/>
                  </a:lnTo>
                  <a:cubicBezTo>
                    <a:pt x="-1441" y="14161"/>
                    <a:pt x="165" y="20439"/>
                    <a:pt x="5055" y="25330"/>
                  </a:cubicBezTo>
                  <a:lnTo>
                    <a:pt x="7537" y="27848"/>
                  </a:lnTo>
                  <a:cubicBezTo>
                    <a:pt x="12427" y="32739"/>
                    <a:pt x="18703" y="34308"/>
                    <a:pt x="21696" y="31498"/>
                  </a:cubicBezTo>
                  <a:lnTo>
                    <a:pt x="33410" y="19782"/>
                  </a:lnTo>
                  <a:cubicBezTo>
                    <a:pt x="32607" y="19162"/>
                    <a:pt x="31731" y="18614"/>
                    <a:pt x="30965" y="17957"/>
                  </a:cubicBezTo>
                  <a:lnTo>
                    <a:pt x="30636" y="17702"/>
                  </a:lnTo>
                  <a:lnTo>
                    <a:pt x="30673" y="17665"/>
                  </a:lnTo>
                  <a:close/>
                </a:path>
              </a:pathLst>
            </a:custGeom>
            <a:solidFill>
              <a:srgbClr val="007B85"/>
            </a:solidFill>
            <a:ln w="3646" cap="flat">
              <a:noFill/>
              <a:prstDash val="solid"/>
              <a:miter/>
            </a:ln>
          </p:spPr>
          <p:txBody>
            <a:bodyPr rtlCol="0" anchor="ctr"/>
            <a:lstStyle/>
            <a:p>
              <a:endParaRPr lang="en-GR"/>
            </a:p>
          </p:txBody>
        </p:sp>
        <p:sp>
          <p:nvSpPr>
            <p:cNvPr id="535" name="Freeform 436">
              <a:extLst>
                <a:ext uri="{FF2B5EF4-FFF2-40B4-BE49-F238E27FC236}">
                  <a16:creationId xmlns:a16="http://schemas.microsoft.com/office/drawing/2014/main" id="{2BC43869-8511-D918-55C1-A6A67DEF5732}"/>
                </a:ext>
              </a:extLst>
            </p:cNvPr>
            <p:cNvSpPr/>
            <p:nvPr/>
          </p:nvSpPr>
          <p:spPr>
            <a:xfrm>
              <a:off x="7486136" y="3587714"/>
              <a:ext cx="57964" cy="57970"/>
            </a:xfrm>
            <a:custGeom>
              <a:avLst/>
              <a:gdLst>
                <a:gd name="connsiteX0" fmla="*/ 35471 w 65467"/>
                <a:gd name="connsiteY0" fmla="*/ 153 h 65474"/>
                <a:gd name="connsiteX1" fmla="*/ 32734 w 65467"/>
                <a:gd name="connsiteY1" fmla="*/ 0 h 65474"/>
                <a:gd name="connsiteX2" fmla="*/ 0 w 65467"/>
                <a:gd name="connsiteY2" fmla="*/ 32739 h 65474"/>
                <a:gd name="connsiteX3" fmla="*/ 32734 w 65467"/>
                <a:gd name="connsiteY3" fmla="*/ 65474 h 65474"/>
                <a:gd name="connsiteX4" fmla="*/ 65468 w 65467"/>
                <a:gd name="connsiteY4" fmla="*/ 32739 h 65474"/>
                <a:gd name="connsiteX5" fmla="*/ 65067 w 65467"/>
                <a:gd name="connsiteY5" fmla="*/ 27713 h 65474"/>
                <a:gd name="connsiteX6" fmla="*/ 47951 w 65467"/>
                <a:gd name="connsiteY6" fmla="*/ 44816 h 65474"/>
                <a:gd name="connsiteX7" fmla="*/ 37770 w 65467"/>
                <a:gd name="connsiteY7" fmla="*/ 48981 h 65474"/>
                <a:gd name="connsiteX8" fmla="*/ 22553 w 65467"/>
                <a:gd name="connsiteY8" fmla="*/ 41772 h 65474"/>
                <a:gd name="connsiteX9" fmla="*/ 15984 w 65467"/>
                <a:gd name="connsiteY9" fmla="*/ 31366 h 65474"/>
                <a:gd name="connsiteX10" fmla="*/ 19305 w 65467"/>
                <a:gd name="connsiteY10" fmla="*/ 16395 h 65474"/>
                <a:gd name="connsiteX11" fmla="*/ 35471 w 65467"/>
                <a:gd name="connsiteY11" fmla="*/ 153 h 65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467" h="65474">
                  <a:moveTo>
                    <a:pt x="35471" y="153"/>
                  </a:moveTo>
                  <a:cubicBezTo>
                    <a:pt x="34559" y="51"/>
                    <a:pt x="33646" y="0"/>
                    <a:pt x="32734" y="0"/>
                  </a:cubicBezTo>
                  <a:cubicBezTo>
                    <a:pt x="14670" y="0"/>
                    <a:pt x="0" y="14669"/>
                    <a:pt x="0" y="32739"/>
                  </a:cubicBezTo>
                  <a:cubicBezTo>
                    <a:pt x="0" y="50806"/>
                    <a:pt x="14670" y="65474"/>
                    <a:pt x="32734" y="65474"/>
                  </a:cubicBezTo>
                  <a:cubicBezTo>
                    <a:pt x="50798" y="65474"/>
                    <a:pt x="65468" y="50806"/>
                    <a:pt x="65468" y="32739"/>
                  </a:cubicBezTo>
                  <a:cubicBezTo>
                    <a:pt x="65468" y="31013"/>
                    <a:pt x="65322" y="29337"/>
                    <a:pt x="65067" y="27713"/>
                  </a:cubicBezTo>
                  <a:lnTo>
                    <a:pt x="47951" y="44816"/>
                  </a:lnTo>
                  <a:cubicBezTo>
                    <a:pt x="45287" y="47506"/>
                    <a:pt x="41675" y="48981"/>
                    <a:pt x="37770" y="48981"/>
                  </a:cubicBezTo>
                  <a:cubicBezTo>
                    <a:pt x="32588" y="48981"/>
                    <a:pt x="27224" y="46440"/>
                    <a:pt x="22553" y="41772"/>
                  </a:cubicBezTo>
                  <a:cubicBezTo>
                    <a:pt x="19341" y="38575"/>
                    <a:pt x="17079" y="34973"/>
                    <a:pt x="15984" y="31366"/>
                  </a:cubicBezTo>
                  <a:cubicBezTo>
                    <a:pt x="14269" y="25735"/>
                    <a:pt x="15546" y="20151"/>
                    <a:pt x="19305" y="16395"/>
                  </a:cubicBezTo>
                  <a:lnTo>
                    <a:pt x="35471" y="153"/>
                  </a:lnTo>
                  <a:close/>
                </a:path>
              </a:pathLst>
            </a:custGeom>
            <a:solidFill>
              <a:srgbClr val="007B85"/>
            </a:solidFill>
            <a:ln w="3646" cap="flat">
              <a:noFill/>
              <a:prstDash val="solid"/>
              <a:miter/>
            </a:ln>
          </p:spPr>
          <p:txBody>
            <a:bodyPr rtlCol="0" anchor="ctr"/>
            <a:lstStyle/>
            <a:p>
              <a:endParaRPr lang="en-GR"/>
            </a:p>
          </p:txBody>
        </p:sp>
        <p:sp>
          <p:nvSpPr>
            <p:cNvPr id="536" name="Freeform 437">
              <a:extLst>
                <a:ext uri="{FF2B5EF4-FFF2-40B4-BE49-F238E27FC236}">
                  <a16:creationId xmlns:a16="http://schemas.microsoft.com/office/drawing/2014/main" id="{4F6F0454-A50C-F6E2-A33A-589E32E23C81}"/>
                </a:ext>
              </a:extLst>
            </p:cNvPr>
            <p:cNvSpPr/>
            <p:nvPr/>
          </p:nvSpPr>
          <p:spPr>
            <a:xfrm>
              <a:off x="7508623" y="3526144"/>
              <a:ext cx="95995" cy="95954"/>
            </a:xfrm>
            <a:custGeom>
              <a:avLst/>
              <a:gdLst>
                <a:gd name="connsiteX0" fmla="*/ 4344 w 108421"/>
                <a:gd name="connsiteY0" fmla="*/ 104155 h 108375"/>
                <a:gd name="connsiteX1" fmla="*/ 15364 w 108421"/>
                <a:gd name="connsiteY1" fmla="*/ 107202 h 108375"/>
                <a:gd name="connsiteX2" fmla="*/ 107325 w 108421"/>
                <a:gd name="connsiteY2" fmla="*/ 15234 h 108375"/>
                <a:gd name="connsiteX3" fmla="*/ 104005 w 108421"/>
                <a:gd name="connsiteY3" fmla="*/ 4219 h 108375"/>
                <a:gd name="connsiteX4" fmla="*/ 93021 w 108421"/>
                <a:gd name="connsiteY4" fmla="*/ 1175 h 108375"/>
                <a:gd name="connsiteX5" fmla="*/ 1096 w 108421"/>
                <a:gd name="connsiteY5" fmla="*/ 93191 h 108375"/>
                <a:gd name="connsiteX6" fmla="*/ 4417 w 108421"/>
                <a:gd name="connsiteY6" fmla="*/ 104206 h 108375"/>
                <a:gd name="connsiteX7" fmla="*/ 4344 w 108421"/>
                <a:gd name="connsiteY7" fmla="*/ 104155 h 108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421" h="108375">
                  <a:moveTo>
                    <a:pt x="4344" y="104155"/>
                  </a:moveTo>
                  <a:cubicBezTo>
                    <a:pt x="8212" y="108013"/>
                    <a:pt x="12883" y="109688"/>
                    <a:pt x="15364" y="107202"/>
                  </a:cubicBezTo>
                  <a:lnTo>
                    <a:pt x="107325" y="15234"/>
                  </a:lnTo>
                  <a:cubicBezTo>
                    <a:pt x="109661" y="12899"/>
                    <a:pt x="108129" y="8281"/>
                    <a:pt x="104005" y="4219"/>
                  </a:cubicBezTo>
                  <a:cubicBezTo>
                    <a:pt x="100173" y="361"/>
                    <a:pt x="95502" y="-1314"/>
                    <a:pt x="93021" y="1175"/>
                  </a:cubicBezTo>
                  <a:lnTo>
                    <a:pt x="1096" y="93191"/>
                  </a:lnTo>
                  <a:cubicBezTo>
                    <a:pt x="-1240" y="95527"/>
                    <a:pt x="293" y="100147"/>
                    <a:pt x="4417" y="104206"/>
                  </a:cubicBezTo>
                  <a:lnTo>
                    <a:pt x="4344" y="104155"/>
                  </a:lnTo>
                  <a:close/>
                </a:path>
              </a:pathLst>
            </a:custGeom>
            <a:solidFill>
              <a:srgbClr val="007B85"/>
            </a:solidFill>
            <a:ln w="3646" cap="flat">
              <a:noFill/>
              <a:prstDash val="solid"/>
              <a:miter/>
            </a:ln>
          </p:spPr>
          <p:txBody>
            <a:bodyPr rtlCol="0" anchor="ctr"/>
            <a:lstStyle/>
            <a:p>
              <a:endParaRPr lang="en-GR"/>
            </a:p>
          </p:txBody>
        </p:sp>
        <p:sp>
          <p:nvSpPr>
            <p:cNvPr id="537" name="Freeform 438">
              <a:extLst>
                <a:ext uri="{FF2B5EF4-FFF2-40B4-BE49-F238E27FC236}">
                  <a16:creationId xmlns:a16="http://schemas.microsoft.com/office/drawing/2014/main" id="{5687DC8E-D5FF-CA15-6487-496850FE66AE}"/>
                </a:ext>
              </a:extLst>
            </p:cNvPr>
            <p:cNvSpPr/>
            <p:nvPr/>
          </p:nvSpPr>
          <p:spPr>
            <a:xfrm>
              <a:off x="7454504" y="3556122"/>
              <a:ext cx="121227" cy="121255"/>
            </a:xfrm>
            <a:custGeom>
              <a:avLst/>
              <a:gdLst>
                <a:gd name="connsiteX0" fmla="*/ 99588 w 136919"/>
                <a:gd name="connsiteY0" fmla="*/ 7511 h 136951"/>
                <a:gd name="connsiteX1" fmla="*/ 68460 w 136919"/>
                <a:gd name="connsiteY1" fmla="*/ 0 h 136951"/>
                <a:gd name="connsiteX2" fmla="*/ 0 w 136919"/>
                <a:gd name="connsiteY2" fmla="*/ 68471 h 136951"/>
                <a:gd name="connsiteX3" fmla="*/ 68460 w 136919"/>
                <a:gd name="connsiteY3" fmla="*/ 136952 h 136951"/>
                <a:gd name="connsiteX4" fmla="*/ 136920 w 136919"/>
                <a:gd name="connsiteY4" fmla="*/ 68471 h 136951"/>
                <a:gd name="connsiteX5" fmla="*/ 128563 w 136919"/>
                <a:gd name="connsiteY5" fmla="*/ 35630 h 136951"/>
                <a:gd name="connsiteX6" fmla="*/ 114441 w 136919"/>
                <a:gd name="connsiteY6" fmla="*/ 49740 h 136951"/>
                <a:gd name="connsiteX7" fmla="*/ 118163 w 136919"/>
                <a:gd name="connsiteY7" fmla="*/ 68471 h 136951"/>
                <a:gd name="connsiteX8" fmla="*/ 68460 w 136919"/>
                <a:gd name="connsiteY8" fmla="*/ 118156 h 136951"/>
                <a:gd name="connsiteX9" fmla="*/ 18793 w 136919"/>
                <a:gd name="connsiteY9" fmla="*/ 68471 h 136951"/>
                <a:gd name="connsiteX10" fmla="*/ 68460 w 136919"/>
                <a:gd name="connsiteY10" fmla="*/ 18778 h 136951"/>
                <a:gd name="connsiteX11" fmla="*/ 85320 w 136919"/>
                <a:gd name="connsiteY11" fmla="*/ 21775 h 136951"/>
                <a:gd name="connsiteX12" fmla="*/ 99588 w 136919"/>
                <a:gd name="connsiteY12" fmla="*/ 7511 h 136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6919" h="136951">
                  <a:moveTo>
                    <a:pt x="99588" y="7511"/>
                  </a:moveTo>
                  <a:cubicBezTo>
                    <a:pt x="90246" y="2741"/>
                    <a:pt x="79700" y="0"/>
                    <a:pt x="68460" y="0"/>
                  </a:cubicBezTo>
                  <a:cubicBezTo>
                    <a:pt x="30653" y="0"/>
                    <a:pt x="0" y="30659"/>
                    <a:pt x="0" y="68471"/>
                  </a:cubicBezTo>
                  <a:cubicBezTo>
                    <a:pt x="0" y="106294"/>
                    <a:pt x="30653" y="136952"/>
                    <a:pt x="68460" y="136952"/>
                  </a:cubicBezTo>
                  <a:cubicBezTo>
                    <a:pt x="106266" y="136952"/>
                    <a:pt x="136920" y="106294"/>
                    <a:pt x="136920" y="68471"/>
                  </a:cubicBezTo>
                  <a:cubicBezTo>
                    <a:pt x="136920" y="56594"/>
                    <a:pt x="133891" y="45375"/>
                    <a:pt x="128563" y="35630"/>
                  </a:cubicBezTo>
                  <a:lnTo>
                    <a:pt x="114441" y="49740"/>
                  </a:lnTo>
                  <a:cubicBezTo>
                    <a:pt x="116813" y="55528"/>
                    <a:pt x="118163" y="61821"/>
                    <a:pt x="118163" y="68471"/>
                  </a:cubicBezTo>
                  <a:cubicBezTo>
                    <a:pt x="118163" y="95877"/>
                    <a:pt x="95866" y="118156"/>
                    <a:pt x="68460" y="118156"/>
                  </a:cubicBezTo>
                  <a:cubicBezTo>
                    <a:pt x="41054" y="118156"/>
                    <a:pt x="18793" y="95877"/>
                    <a:pt x="18793" y="68471"/>
                  </a:cubicBezTo>
                  <a:cubicBezTo>
                    <a:pt x="18793" y="41060"/>
                    <a:pt x="41054" y="18778"/>
                    <a:pt x="68460" y="18778"/>
                  </a:cubicBezTo>
                  <a:cubicBezTo>
                    <a:pt x="74408" y="18778"/>
                    <a:pt x="80028" y="19895"/>
                    <a:pt x="85320" y="21775"/>
                  </a:cubicBezTo>
                  <a:lnTo>
                    <a:pt x="99588" y="7511"/>
                  </a:lnTo>
                  <a:close/>
                </a:path>
              </a:pathLst>
            </a:custGeom>
            <a:solidFill>
              <a:srgbClr val="007B85"/>
            </a:solidFill>
            <a:ln w="3646" cap="flat">
              <a:noFill/>
              <a:prstDash val="solid"/>
              <a:miter/>
            </a:ln>
          </p:spPr>
          <p:txBody>
            <a:bodyPr rtlCol="0" anchor="ctr"/>
            <a:lstStyle/>
            <a:p>
              <a:endParaRPr lang="en-GR"/>
            </a:p>
          </p:txBody>
        </p:sp>
        <p:sp>
          <p:nvSpPr>
            <p:cNvPr id="538" name="Freeform 439">
              <a:extLst>
                <a:ext uri="{FF2B5EF4-FFF2-40B4-BE49-F238E27FC236}">
                  <a16:creationId xmlns:a16="http://schemas.microsoft.com/office/drawing/2014/main" id="{5C72C13A-DDC4-6218-E3AF-8983AFF1B6F1}"/>
                </a:ext>
              </a:extLst>
            </p:cNvPr>
            <p:cNvSpPr/>
            <p:nvPr/>
          </p:nvSpPr>
          <p:spPr>
            <a:xfrm>
              <a:off x="7425263" y="3526868"/>
              <a:ext cx="179708" cy="179755"/>
            </a:xfrm>
            <a:custGeom>
              <a:avLst/>
              <a:gdLst>
                <a:gd name="connsiteX0" fmla="*/ 202972 w 202971"/>
                <a:gd name="connsiteY0" fmla="*/ 101512 h 203024"/>
                <a:gd name="connsiteX1" fmla="*/ 185565 w 202971"/>
                <a:gd name="connsiteY1" fmla="*/ 44666 h 203024"/>
                <a:gd name="connsiteX2" fmla="*/ 171916 w 202971"/>
                <a:gd name="connsiteY2" fmla="*/ 58317 h 203024"/>
                <a:gd name="connsiteX3" fmla="*/ 184214 w 202971"/>
                <a:gd name="connsiteY3" fmla="*/ 101512 h 203024"/>
                <a:gd name="connsiteX4" fmla="*/ 101486 w 202971"/>
                <a:gd name="connsiteY4" fmla="*/ 184228 h 203024"/>
                <a:gd name="connsiteX5" fmla="*/ 18794 w 202971"/>
                <a:gd name="connsiteY5" fmla="*/ 101512 h 203024"/>
                <a:gd name="connsiteX6" fmla="*/ 101486 w 202971"/>
                <a:gd name="connsiteY6" fmla="*/ 18782 h 203024"/>
                <a:gd name="connsiteX7" fmla="*/ 143051 w 202971"/>
                <a:gd name="connsiteY7" fmla="*/ 30100 h 203024"/>
                <a:gd name="connsiteX8" fmla="*/ 156699 w 202971"/>
                <a:gd name="connsiteY8" fmla="*/ 16395 h 203024"/>
                <a:gd name="connsiteX9" fmla="*/ 101486 w 202971"/>
                <a:gd name="connsiteY9" fmla="*/ 0 h 203024"/>
                <a:gd name="connsiteX10" fmla="*/ 0 w 202971"/>
                <a:gd name="connsiteY10" fmla="*/ 101512 h 203024"/>
                <a:gd name="connsiteX11" fmla="*/ 101486 w 202971"/>
                <a:gd name="connsiteY11" fmla="*/ 203024 h 203024"/>
                <a:gd name="connsiteX12" fmla="*/ 202972 w 202971"/>
                <a:gd name="connsiteY12" fmla="*/ 101512 h 203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2971" h="203024">
                  <a:moveTo>
                    <a:pt x="202972" y="101512"/>
                  </a:moveTo>
                  <a:cubicBezTo>
                    <a:pt x="202972" y="80449"/>
                    <a:pt x="196549" y="60857"/>
                    <a:pt x="185565" y="44666"/>
                  </a:cubicBezTo>
                  <a:lnTo>
                    <a:pt x="171916" y="58317"/>
                  </a:lnTo>
                  <a:cubicBezTo>
                    <a:pt x="179689" y="70905"/>
                    <a:pt x="184214" y="85676"/>
                    <a:pt x="184214" y="101512"/>
                  </a:cubicBezTo>
                  <a:cubicBezTo>
                    <a:pt x="184214" y="147146"/>
                    <a:pt x="147102" y="184228"/>
                    <a:pt x="101486" y="184228"/>
                  </a:cubicBezTo>
                  <a:cubicBezTo>
                    <a:pt x="55870" y="184228"/>
                    <a:pt x="18794" y="147073"/>
                    <a:pt x="18794" y="101512"/>
                  </a:cubicBezTo>
                  <a:cubicBezTo>
                    <a:pt x="18794" y="55933"/>
                    <a:pt x="55870" y="18782"/>
                    <a:pt x="101486" y="18782"/>
                  </a:cubicBezTo>
                  <a:cubicBezTo>
                    <a:pt x="116667" y="18782"/>
                    <a:pt x="130826" y="22943"/>
                    <a:pt x="143051" y="30100"/>
                  </a:cubicBezTo>
                  <a:lnTo>
                    <a:pt x="156699" y="16395"/>
                  </a:lnTo>
                  <a:cubicBezTo>
                    <a:pt x="140825" y="6041"/>
                    <a:pt x="121885" y="0"/>
                    <a:pt x="101486" y="0"/>
                  </a:cubicBezTo>
                  <a:cubicBezTo>
                    <a:pt x="45433" y="0"/>
                    <a:pt x="0" y="45426"/>
                    <a:pt x="0" y="101512"/>
                  </a:cubicBezTo>
                  <a:cubicBezTo>
                    <a:pt x="0" y="157584"/>
                    <a:pt x="45433" y="203024"/>
                    <a:pt x="101486" y="203024"/>
                  </a:cubicBezTo>
                  <a:cubicBezTo>
                    <a:pt x="157575" y="203024"/>
                    <a:pt x="202972" y="157584"/>
                    <a:pt x="202972" y="101512"/>
                  </a:cubicBezTo>
                  <a:close/>
                </a:path>
              </a:pathLst>
            </a:custGeom>
            <a:solidFill>
              <a:srgbClr val="007B85"/>
            </a:solidFill>
            <a:ln w="3646" cap="flat">
              <a:noFill/>
              <a:prstDash val="solid"/>
              <a:miter/>
            </a:ln>
          </p:spPr>
          <p:txBody>
            <a:bodyPr rtlCol="0" anchor="ctr"/>
            <a:lstStyle/>
            <a:p>
              <a:endParaRPr lang="en-GR"/>
            </a:p>
          </p:txBody>
        </p:sp>
      </p:grpSp>
      <p:sp>
        <p:nvSpPr>
          <p:cNvPr id="539" name="Freeform 440">
            <a:extLst>
              <a:ext uri="{FF2B5EF4-FFF2-40B4-BE49-F238E27FC236}">
                <a16:creationId xmlns:a16="http://schemas.microsoft.com/office/drawing/2014/main" id="{0D4D9D94-44AD-5EED-FF1B-CB3FFFE3F75D}"/>
              </a:ext>
            </a:extLst>
          </p:cNvPr>
          <p:cNvSpPr/>
          <p:nvPr/>
        </p:nvSpPr>
        <p:spPr>
          <a:xfrm>
            <a:off x="8916674" y="3526144"/>
            <a:ext cx="170605" cy="180964"/>
          </a:xfrm>
          <a:custGeom>
            <a:avLst/>
            <a:gdLst>
              <a:gd name="connsiteX0" fmla="*/ 96345 w 192689"/>
              <a:gd name="connsiteY0" fmla="*/ 0 h 204389"/>
              <a:gd name="connsiteX1" fmla="*/ 4 w 192689"/>
              <a:gd name="connsiteY1" fmla="*/ 45944 h 204389"/>
              <a:gd name="connsiteX2" fmla="*/ 85762 w 192689"/>
              <a:gd name="connsiteY2" fmla="*/ 201981 h 204389"/>
              <a:gd name="connsiteX3" fmla="*/ 106964 w 192689"/>
              <a:gd name="connsiteY3" fmla="*/ 201981 h 204389"/>
              <a:gd name="connsiteX4" fmla="*/ 192685 w 192689"/>
              <a:gd name="connsiteY4" fmla="*/ 45944 h 204389"/>
              <a:gd name="connsiteX5" fmla="*/ 96381 w 192689"/>
              <a:gd name="connsiteY5" fmla="*/ 0 h 204389"/>
              <a:gd name="connsiteX6" fmla="*/ 96345 w 192689"/>
              <a:gd name="connsiteY6" fmla="*/ 0 h 204389"/>
              <a:gd name="connsiteX7" fmla="*/ 75836 w 192689"/>
              <a:gd name="connsiteY7" fmla="*/ 147817 h 204389"/>
              <a:gd name="connsiteX8" fmla="*/ 38686 w 192689"/>
              <a:gd name="connsiteY8" fmla="*/ 112385 h 204389"/>
              <a:gd name="connsiteX9" fmla="*/ 52809 w 192689"/>
              <a:gd name="connsiteY9" fmla="*/ 97563 h 204389"/>
              <a:gd name="connsiteX10" fmla="*/ 75580 w 192689"/>
              <a:gd name="connsiteY10" fmla="*/ 119283 h 204389"/>
              <a:gd name="connsiteX11" fmla="*/ 152981 w 192689"/>
              <a:gd name="connsiteY11" fmla="*/ 42418 h 204389"/>
              <a:gd name="connsiteX12" fmla="*/ 167396 w 192689"/>
              <a:gd name="connsiteY12" fmla="*/ 56933 h 204389"/>
              <a:gd name="connsiteX13" fmla="*/ 75836 w 192689"/>
              <a:gd name="connsiteY13" fmla="*/ 147817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2689" h="204389">
                <a:moveTo>
                  <a:pt x="96345" y="0"/>
                </a:moveTo>
                <a:cubicBezTo>
                  <a:pt x="-2222" y="0"/>
                  <a:pt x="4" y="45944"/>
                  <a:pt x="4" y="45944"/>
                </a:cubicBezTo>
                <a:cubicBezTo>
                  <a:pt x="223" y="85756"/>
                  <a:pt x="16572" y="168840"/>
                  <a:pt x="85762" y="201981"/>
                </a:cubicBezTo>
                <a:cubicBezTo>
                  <a:pt x="92440" y="205192"/>
                  <a:pt x="100249" y="205192"/>
                  <a:pt x="106964" y="201981"/>
                </a:cubicBezTo>
                <a:cubicBezTo>
                  <a:pt x="176081" y="168840"/>
                  <a:pt x="192503" y="85756"/>
                  <a:pt x="192685" y="45944"/>
                </a:cubicBezTo>
                <a:cubicBezTo>
                  <a:pt x="192685" y="45944"/>
                  <a:pt x="194948" y="0"/>
                  <a:pt x="96381" y="0"/>
                </a:cubicBezTo>
                <a:lnTo>
                  <a:pt x="96345" y="0"/>
                </a:lnTo>
                <a:close/>
                <a:moveTo>
                  <a:pt x="75836" y="147817"/>
                </a:moveTo>
                <a:lnTo>
                  <a:pt x="38686" y="112385"/>
                </a:lnTo>
                <a:lnTo>
                  <a:pt x="52809" y="97563"/>
                </a:lnTo>
                <a:lnTo>
                  <a:pt x="75580" y="119283"/>
                </a:lnTo>
                <a:lnTo>
                  <a:pt x="152981" y="42418"/>
                </a:lnTo>
                <a:lnTo>
                  <a:pt x="167396" y="56933"/>
                </a:lnTo>
                <a:lnTo>
                  <a:pt x="75836" y="147817"/>
                </a:lnTo>
                <a:close/>
              </a:path>
            </a:pathLst>
          </a:custGeom>
          <a:solidFill>
            <a:srgbClr val="007B85"/>
          </a:solidFill>
          <a:ln w="3646" cap="flat">
            <a:noFill/>
            <a:prstDash val="solid"/>
            <a:miter/>
          </a:ln>
        </p:spPr>
        <p:txBody>
          <a:bodyPr rtlCol="0" anchor="ctr"/>
          <a:lstStyle/>
          <a:p>
            <a:endParaRPr lang="en-GR"/>
          </a:p>
        </p:txBody>
      </p:sp>
      <p:grpSp>
        <p:nvGrpSpPr>
          <p:cNvPr id="540" name="Group 539">
            <a:extLst>
              <a:ext uri="{FF2B5EF4-FFF2-40B4-BE49-F238E27FC236}">
                <a16:creationId xmlns:a16="http://schemas.microsoft.com/office/drawing/2014/main" id="{4EE06351-3DDA-F451-427A-5F811BB25304}"/>
              </a:ext>
            </a:extLst>
          </p:cNvPr>
          <p:cNvGrpSpPr/>
          <p:nvPr/>
        </p:nvGrpSpPr>
        <p:grpSpPr>
          <a:xfrm>
            <a:off x="9262395" y="3519682"/>
            <a:ext cx="140064" cy="193891"/>
            <a:chOff x="8110239" y="3519680"/>
            <a:chExt cx="140064" cy="193891"/>
          </a:xfrm>
        </p:grpSpPr>
        <p:sp>
          <p:nvSpPr>
            <p:cNvPr id="541" name="Freeform 441">
              <a:extLst>
                <a:ext uri="{FF2B5EF4-FFF2-40B4-BE49-F238E27FC236}">
                  <a16:creationId xmlns:a16="http://schemas.microsoft.com/office/drawing/2014/main" id="{2DE93A22-2079-D63F-71D9-DE80D106A8A6}"/>
                </a:ext>
              </a:extLst>
            </p:cNvPr>
            <p:cNvSpPr/>
            <p:nvPr/>
          </p:nvSpPr>
          <p:spPr>
            <a:xfrm>
              <a:off x="8110239" y="3519680"/>
              <a:ext cx="108756" cy="60067"/>
            </a:xfrm>
            <a:custGeom>
              <a:avLst/>
              <a:gdLst>
                <a:gd name="connsiteX0" fmla="*/ 61453 w 122834"/>
                <a:gd name="connsiteY0" fmla="*/ 0 h 67842"/>
                <a:gd name="connsiteX1" fmla="*/ 0 w 122834"/>
                <a:gd name="connsiteY1" fmla="*/ 35513 h 67842"/>
                <a:gd name="connsiteX2" fmla="*/ 36018 w 122834"/>
                <a:gd name="connsiteY2" fmla="*/ 67843 h 67842"/>
                <a:gd name="connsiteX3" fmla="*/ 36018 w 122834"/>
                <a:gd name="connsiteY3" fmla="*/ 44608 h 67842"/>
                <a:gd name="connsiteX4" fmla="*/ 62001 w 122834"/>
                <a:gd name="connsiteY4" fmla="*/ 23644 h 67842"/>
                <a:gd name="connsiteX5" fmla="*/ 87728 w 122834"/>
                <a:gd name="connsiteY5" fmla="*/ 41969 h 67842"/>
                <a:gd name="connsiteX6" fmla="*/ 88020 w 122834"/>
                <a:gd name="connsiteY6" fmla="*/ 67434 h 67842"/>
                <a:gd name="connsiteX7" fmla="*/ 122834 w 122834"/>
                <a:gd name="connsiteY7" fmla="*/ 35513 h 67842"/>
                <a:gd name="connsiteX8" fmla="*/ 61380 w 122834"/>
                <a:gd name="connsiteY8" fmla="*/ 44 h 67842"/>
                <a:gd name="connsiteX9" fmla="*/ 61453 w 122834"/>
                <a:gd name="connsiteY9" fmla="*/ 0 h 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34" h="67842">
                  <a:moveTo>
                    <a:pt x="61453" y="0"/>
                  </a:moveTo>
                  <a:cubicBezTo>
                    <a:pt x="40507" y="0"/>
                    <a:pt x="0" y="7650"/>
                    <a:pt x="0" y="35513"/>
                  </a:cubicBezTo>
                  <a:cubicBezTo>
                    <a:pt x="0" y="53904"/>
                    <a:pt x="20582" y="63762"/>
                    <a:pt x="36018" y="67843"/>
                  </a:cubicBezTo>
                  <a:lnTo>
                    <a:pt x="36018" y="44608"/>
                  </a:lnTo>
                  <a:cubicBezTo>
                    <a:pt x="36055" y="32830"/>
                    <a:pt x="47477" y="23644"/>
                    <a:pt x="62001" y="23644"/>
                  </a:cubicBezTo>
                  <a:cubicBezTo>
                    <a:pt x="75321" y="23644"/>
                    <a:pt x="86159" y="31374"/>
                    <a:pt x="87728" y="41969"/>
                  </a:cubicBezTo>
                  <a:cubicBezTo>
                    <a:pt x="87728" y="50451"/>
                    <a:pt x="87947" y="58948"/>
                    <a:pt x="88020" y="67434"/>
                  </a:cubicBezTo>
                  <a:cubicBezTo>
                    <a:pt x="103055" y="63197"/>
                    <a:pt x="122834" y="53495"/>
                    <a:pt x="122834" y="35513"/>
                  </a:cubicBezTo>
                  <a:cubicBezTo>
                    <a:pt x="122834" y="7479"/>
                    <a:pt x="82437" y="44"/>
                    <a:pt x="61380" y="44"/>
                  </a:cubicBezTo>
                  <a:lnTo>
                    <a:pt x="61453" y="0"/>
                  </a:lnTo>
                  <a:close/>
                </a:path>
              </a:pathLst>
            </a:custGeom>
            <a:solidFill>
              <a:srgbClr val="007B85"/>
            </a:solidFill>
            <a:ln w="3646" cap="flat">
              <a:noFill/>
              <a:prstDash val="solid"/>
              <a:miter/>
            </a:ln>
          </p:spPr>
          <p:txBody>
            <a:bodyPr rtlCol="0" anchor="ctr"/>
            <a:lstStyle/>
            <a:p>
              <a:endParaRPr lang="en-GR"/>
            </a:p>
          </p:txBody>
        </p:sp>
        <p:sp>
          <p:nvSpPr>
            <p:cNvPr id="542" name="Freeform 442">
              <a:extLst>
                <a:ext uri="{FF2B5EF4-FFF2-40B4-BE49-F238E27FC236}">
                  <a16:creationId xmlns:a16="http://schemas.microsoft.com/office/drawing/2014/main" id="{10102417-454F-58CF-76AB-A5342C118C0C}"/>
                </a:ext>
              </a:extLst>
            </p:cNvPr>
            <p:cNvSpPr/>
            <p:nvPr/>
          </p:nvSpPr>
          <p:spPr>
            <a:xfrm>
              <a:off x="8112328" y="3551485"/>
              <a:ext cx="137975" cy="162086"/>
            </a:xfrm>
            <a:custGeom>
              <a:avLst/>
              <a:gdLst>
                <a:gd name="connsiteX0" fmla="*/ 59714 w 155835"/>
                <a:gd name="connsiteY0" fmla="*/ 47 h 183067"/>
                <a:gd name="connsiteX1" fmla="*/ 45956 w 155835"/>
                <a:gd name="connsiteY1" fmla="*/ 8730 h 183067"/>
                <a:gd name="connsiteX2" fmla="*/ 45956 w 155835"/>
                <a:gd name="connsiteY2" fmla="*/ 124451 h 183067"/>
                <a:gd name="connsiteX3" fmla="*/ 21178 w 155835"/>
                <a:gd name="connsiteY3" fmla="*/ 106403 h 183067"/>
                <a:gd name="connsiteX4" fmla="*/ 450 w 155835"/>
                <a:gd name="connsiteY4" fmla="*/ 115582 h 183067"/>
                <a:gd name="connsiteX5" fmla="*/ 12748 w 155835"/>
                <a:gd name="connsiteY5" fmla="*/ 139452 h 183067"/>
                <a:gd name="connsiteX6" fmla="*/ 57999 w 155835"/>
                <a:gd name="connsiteY6" fmla="*/ 183067 h 183067"/>
                <a:gd name="connsiteX7" fmla="*/ 114489 w 155835"/>
                <a:gd name="connsiteY7" fmla="*/ 183067 h 183067"/>
                <a:gd name="connsiteX8" fmla="*/ 155835 w 155835"/>
                <a:gd name="connsiteY8" fmla="*/ 156789 h 183067"/>
                <a:gd name="connsiteX9" fmla="*/ 155835 w 155835"/>
                <a:gd name="connsiteY9" fmla="*/ 87716 h 183067"/>
                <a:gd name="connsiteX10" fmla="*/ 142114 w 155835"/>
                <a:gd name="connsiteY10" fmla="*/ 75212 h 183067"/>
                <a:gd name="connsiteX11" fmla="*/ 128393 w 155835"/>
                <a:gd name="connsiteY11" fmla="*/ 83942 h 183067"/>
                <a:gd name="connsiteX12" fmla="*/ 128393 w 155835"/>
                <a:gd name="connsiteY12" fmla="*/ 74391 h 183067"/>
                <a:gd name="connsiteX13" fmla="*/ 114671 w 155835"/>
                <a:gd name="connsiteY13" fmla="*/ 65660 h 183067"/>
                <a:gd name="connsiteX14" fmla="*/ 100914 w 155835"/>
                <a:gd name="connsiteY14" fmla="*/ 74391 h 183067"/>
                <a:gd name="connsiteX15" fmla="*/ 100914 w 155835"/>
                <a:gd name="connsiteY15" fmla="*/ 64978 h 183067"/>
                <a:gd name="connsiteX16" fmla="*/ 86974 w 155835"/>
                <a:gd name="connsiteY16" fmla="*/ 56247 h 183067"/>
                <a:gd name="connsiteX17" fmla="*/ 73253 w 155835"/>
                <a:gd name="connsiteY17" fmla="*/ 64934 h 183067"/>
                <a:gd name="connsiteX18" fmla="*/ 73253 w 155835"/>
                <a:gd name="connsiteY18" fmla="*/ 7913 h 183067"/>
                <a:gd name="connsiteX19" fmla="*/ 59641 w 155835"/>
                <a:gd name="connsiteY19" fmla="*/ 0 h 183067"/>
                <a:gd name="connsiteX20" fmla="*/ 59714 w 155835"/>
                <a:gd name="connsiteY20" fmla="*/ 47 h 18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835" h="183067">
                  <a:moveTo>
                    <a:pt x="59714" y="47"/>
                  </a:moveTo>
                  <a:cubicBezTo>
                    <a:pt x="52087" y="47"/>
                    <a:pt x="45956" y="3957"/>
                    <a:pt x="45956" y="8730"/>
                  </a:cubicBezTo>
                  <a:lnTo>
                    <a:pt x="45956" y="124451"/>
                  </a:lnTo>
                  <a:cubicBezTo>
                    <a:pt x="45518" y="124196"/>
                    <a:pt x="32819" y="115692"/>
                    <a:pt x="21178" y="106403"/>
                  </a:cubicBezTo>
                  <a:cubicBezTo>
                    <a:pt x="13551" y="100264"/>
                    <a:pt x="4428" y="103447"/>
                    <a:pt x="450" y="115582"/>
                  </a:cubicBezTo>
                  <a:cubicBezTo>
                    <a:pt x="-1813" y="122590"/>
                    <a:pt x="4792" y="129598"/>
                    <a:pt x="12748" y="139452"/>
                  </a:cubicBezTo>
                  <a:cubicBezTo>
                    <a:pt x="12748" y="139452"/>
                    <a:pt x="46686" y="183067"/>
                    <a:pt x="57999" y="183067"/>
                  </a:cubicBezTo>
                  <a:lnTo>
                    <a:pt x="114489" y="183067"/>
                  </a:lnTo>
                  <a:cubicBezTo>
                    <a:pt x="137334" y="183067"/>
                    <a:pt x="155835" y="171279"/>
                    <a:pt x="155835" y="156789"/>
                  </a:cubicBezTo>
                  <a:lnTo>
                    <a:pt x="155835" y="87716"/>
                  </a:lnTo>
                  <a:cubicBezTo>
                    <a:pt x="155835" y="82895"/>
                    <a:pt x="149705" y="75212"/>
                    <a:pt x="142114" y="75212"/>
                  </a:cubicBezTo>
                  <a:cubicBezTo>
                    <a:pt x="136312" y="75212"/>
                    <a:pt x="128393" y="77529"/>
                    <a:pt x="128393" y="83942"/>
                  </a:cubicBezTo>
                  <a:lnTo>
                    <a:pt x="128393" y="74391"/>
                  </a:lnTo>
                  <a:cubicBezTo>
                    <a:pt x="128393" y="69573"/>
                    <a:pt x="122262" y="65660"/>
                    <a:pt x="114671" y="65660"/>
                  </a:cubicBezTo>
                  <a:cubicBezTo>
                    <a:pt x="109672" y="65660"/>
                    <a:pt x="100914" y="67982"/>
                    <a:pt x="100914" y="74391"/>
                  </a:cubicBezTo>
                  <a:lnTo>
                    <a:pt x="100914" y="64978"/>
                  </a:lnTo>
                  <a:cubicBezTo>
                    <a:pt x="99783" y="58463"/>
                    <a:pt x="92740" y="56247"/>
                    <a:pt x="86974" y="56247"/>
                  </a:cubicBezTo>
                  <a:cubicBezTo>
                    <a:pt x="82157" y="56247"/>
                    <a:pt x="73253" y="58696"/>
                    <a:pt x="73253" y="64934"/>
                  </a:cubicBezTo>
                  <a:cubicBezTo>
                    <a:pt x="73253" y="64616"/>
                    <a:pt x="73253" y="8187"/>
                    <a:pt x="73253" y="7913"/>
                  </a:cubicBezTo>
                  <a:cubicBezTo>
                    <a:pt x="72559" y="3504"/>
                    <a:pt x="66793" y="0"/>
                    <a:pt x="59641" y="0"/>
                  </a:cubicBezTo>
                  <a:lnTo>
                    <a:pt x="59714" y="47"/>
                  </a:lnTo>
                  <a:close/>
                </a:path>
              </a:pathLst>
            </a:custGeom>
            <a:solidFill>
              <a:srgbClr val="007B85"/>
            </a:solidFill>
            <a:ln w="3646" cap="flat">
              <a:noFill/>
              <a:prstDash val="solid"/>
              <a:miter/>
            </a:ln>
          </p:spPr>
          <p:txBody>
            <a:bodyPr rtlCol="0" anchor="ctr"/>
            <a:lstStyle/>
            <a:p>
              <a:endParaRPr lang="en-GR"/>
            </a:p>
          </p:txBody>
        </p:sp>
      </p:grpSp>
      <p:grpSp>
        <p:nvGrpSpPr>
          <p:cNvPr id="543" name="Group 542">
            <a:extLst>
              <a:ext uri="{FF2B5EF4-FFF2-40B4-BE49-F238E27FC236}">
                <a16:creationId xmlns:a16="http://schemas.microsoft.com/office/drawing/2014/main" id="{3612EA61-25C0-EDEB-DCB2-6EFF997A5E25}"/>
              </a:ext>
            </a:extLst>
          </p:cNvPr>
          <p:cNvGrpSpPr/>
          <p:nvPr/>
        </p:nvGrpSpPr>
        <p:grpSpPr>
          <a:xfrm>
            <a:off x="9569173" y="3519682"/>
            <a:ext cx="192229" cy="193891"/>
            <a:chOff x="8417015" y="3519680"/>
            <a:chExt cx="192229" cy="193891"/>
          </a:xfrm>
        </p:grpSpPr>
        <p:sp>
          <p:nvSpPr>
            <p:cNvPr id="544" name="Freeform 443">
              <a:extLst>
                <a:ext uri="{FF2B5EF4-FFF2-40B4-BE49-F238E27FC236}">
                  <a16:creationId xmlns:a16="http://schemas.microsoft.com/office/drawing/2014/main" id="{8C4631FB-0048-C754-3D11-926E33613CE0}"/>
                </a:ext>
              </a:extLst>
            </p:cNvPr>
            <p:cNvSpPr/>
            <p:nvPr/>
          </p:nvSpPr>
          <p:spPr>
            <a:xfrm>
              <a:off x="8423937" y="3519680"/>
              <a:ext cx="176575" cy="169621"/>
            </a:xfrm>
            <a:custGeom>
              <a:avLst/>
              <a:gdLst>
                <a:gd name="connsiteX0" fmla="*/ 22042 w 199432"/>
                <a:gd name="connsiteY0" fmla="*/ 55317 h 191578"/>
                <a:gd name="connsiteX1" fmla="*/ 38062 w 199432"/>
                <a:gd name="connsiteY1" fmla="*/ 55317 h 191578"/>
                <a:gd name="connsiteX2" fmla="*/ 38062 w 199432"/>
                <a:gd name="connsiteY2" fmla="*/ 191579 h 191578"/>
                <a:gd name="connsiteX3" fmla="*/ 60104 w 199432"/>
                <a:gd name="connsiteY3" fmla="*/ 191579 h 191578"/>
                <a:gd name="connsiteX4" fmla="*/ 60104 w 199432"/>
                <a:gd name="connsiteY4" fmla="*/ 22059 h 191578"/>
                <a:gd name="connsiteX5" fmla="*/ 137833 w 199432"/>
                <a:gd name="connsiteY5" fmla="*/ 22059 h 191578"/>
                <a:gd name="connsiteX6" fmla="*/ 137833 w 199432"/>
                <a:gd name="connsiteY6" fmla="*/ 191579 h 191578"/>
                <a:gd name="connsiteX7" fmla="*/ 159911 w 199432"/>
                <a:gd name="connsiteY7" fmla="*/ 191579 h 191578"/>
                <a:gd name="connsiteX8" fmla="*/ 159911 w 199432"/>
                <a:gd name="connsiteY8" fmla="*/ 86946 h 191578"/>
                <a:gd name="connsiteX9" fmla="*/ 177354 w 199432"/>
                <a:gd name="connsiteY9" fmla="*/ 86946 h 191578"/>
                <a:gd name="connsiteX10" fmla="*/ 177354 w 199432"/>
                <a:gd name="connsiteY10" fmla="*/ 191579 h 191578"/>
                <a:gd name="connsiteX11" fmla="*/ 199432 w 199432"/>
                <a:gd name="connsiteY11" fmla="*/ 191579 h 191578"/>
                <a:gd name="connsiteX12" fmla="*/ 199432 w 199432"/>
                <a:gd name="connsiteY12" fmla="*/ 85705 h 191578"/>
                <a:gd name="connsiteX13" fmla="*/ 178595 w 199432"/>
                <a:gd name="connsiteY13" fmla="*/ 64886 h 191578"/>
                <a:gd name="connsiteX14" fmla="*/ 159911 w 199432"/>
                <a:gd name="connsiteY14" fmla="*/ 64886 h 191578"/>
                <a:gd name="connsiteX15" fmla="*/ 159911 w 199432"/>
                <a:gd name="connsiteY15" fmla="*/ 20818 h 191578"/>
                <a:gd name="connsiteX16" fmla="*/ 139110 w 199432"/>
                <a:gd name="connsiteY16" fmla="*/ 0 h 191578"/>
                <a:gd name="connsiteX17" fmla="*/ 57512 w 199432"/>
                <a:gd name="connsiteY17" fmla="*/ 0 h 191578"/>
                <a:gd name="connsiteX18" fmla="*/ 38062 w 199432"/>
                <a:gd name="connsiteY18" fmla="*/ 19464 h 191578"/>
                <a:gd name="connsiteX19" fmla="*/ 38062 w 199432"/>
                <a:gd name="connsiteY19" fmla="*/ 33254 h 191578"/>
                <a:gd name="connsiteX20" fmla="*/ 21093 w 199432"/>
                <a:gd name="connsiteY20" fmla="*/ 33254 h 191578"/>
                <a:gd name="connsiteX21" fmla="*/ 0 w 199432"/>
                <a:gd name="connsiteY21" fmla="*/ 54342 h 191578"/>
                <a:gd name="connsiteX22" fmla="*/ 0 w 199432"/>
                <a:gd name="connsiteY22" fmla="*/ 191506 h 191578"/>
                <a:gd name="connsiteX23" fmla="*/ 22042 w 199432"/>
                <a:gd name="connsiteY23" fmla="*/ 191506 h 191578"/>
                <a:gd name="connsiteX24" fmla="*/ 22042 w 199432"/>
                <a:gd name="connsiteY24" fmla="*/ 55317 h 191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9432" h="191578">
                  <a:moveTo>
                    <a:pt x="22042" y="55317"/>
                  </a:moveTo>
                  <a:lnTo>
                    <a:pt x="38062" y="55317"/>
                  </a:lnTo>
                  <a:lnTo>
                    <a:pt x="38062" y="191579"/>
                  </a:lnTo>
                  <a:lnTo>
                    <a:pt x="60104" y="191579"/>
                  </a:lnTo>
                  <a:lnTo>
                    <a:pt x="60104" y="22059"/>
                  </a:lnTo>
                  <a:lnTo>
                    <a:pt x="137833" y="22059"/>
                  </a:lnTo>
                  <a:lnTo>
                    <a:pt x="137833" y="191579"/>
                  </a:lnTo>
                  <a:lnTo>
                    <a:pt x="159911" y="191579"/>
                  </a:lnTo>
                  <a:lnTo>
                    <a:pt x="159911" y="86946"/>
                  </a:lnTo>
                  <a:lnTo>
                    <a:pt x="177354" y="86946"/>
                  </a:lnTo>
                  <a:lnTo>
                    <a:pt x="177354" y="191579"/>
                  </a:lnTo>
                  <a:lnTo>
                    <a:pt x="199432" y="191579"/>
                  </a:lnTo>
                  <a:lnTo>
                    <a:pt x="199432" y="85705"/>
                  </a:lnTo>
                  <a:cubicBezTo>
                    <a:pt x="199432" y="74241"/>
                    <a:pt x="190090" y="64886"/>
                    <a:pt x="178595" y="64886"/>
                  </a:cubicBezTo>
                  <a:lnTo>
                    <a:pt x="159911" y="64886"/>
                  </a:lnTo>
                  <a:lnTo>
                    <a:pt x="159911" y="20818"/>
                  </a:lnTo>
                  <a:cubicBezTo>
                    <a:pt x="159911" y="9354"/>
                    <a:pt x="150568" y="0"/>
                    <a:pt x="139110" y="0"/>
                  </a:cubicBezTo>
                  <a:lnTo>
                    <a:pt x="57512" y="0"/>
                  </a:lnTo>
                  <a:cubicBezTo>
                    <a:pt x="46747" y="0"/>
                    <a:pt x="38062" y="8760"/>
                    <a:pt x="38062" y="19464"/>
                  </a:cubicBezTo>
                  <a:lnTo>
                    <a:pt x="38062" y="33254"/>
                  </a:lnTo>
                  <a:lnTo>
                    <a:pt x="21093" y="33254"/>
                  </a:lnTo>
                  <a:cubicBezTo>
                    <a:pt x="9452" y="33254"/>
                    <a:pt x="0" y="42717"/>
                    <a:pt x="0" y="54342"/>
                  </a:cubicBezTo>
                  <a:lnTo>
                    <a:pt x="0" y="191506"/>
                  </a:lnTo>
                  <a:lnTo>
                    <a:pt x="22042" y="191506"/>
                  </a:lnTo>
                  <a:lnTo>
                    <a:pt x="22042" y="55317"/>
                  </a:lnTo>
                  <a:close/>
                </a:path>
              </a:pathLst>
            </a:custGeom>
            <a:solidFill>
              <a:srgbClr val="007B85"/>
            </a:solidFill>
            <a:ln w="3646" cap="flat">
              <a:noFill/>
              <a:prstDash val="solid"/>
              <a:miter/>
            </a:ln>
          </p:spPr>
          <p:txBody>
            <a:bodyPr rtlCol="0" anchor="ctr"/>
            <a:lstStyle/>
            <a:p>
              <a:endParaRPr lang="en-GR"/>
            </a:p>
          </p:txBody>
        </p:sp>
        <p:sp>
          <p:nvSpPr>
            <p:cNvPr id="545" name="Freeform 444">
              <a:extLst>
                <a:ext uri="{FF2B5EF4-FFF2-40B4-BE49-F238E27FC236}">
                  <a16:creationId xmlns:a16="http://schemas.microsoft.com/office/drawing/2014/main" id="{020D7E5B-E2F3-F513-C008-5E2A52D35EE5}"/>
                </a:ext>
              </a:extLst>
            </p:cNvPr>
            <p:cNvSpPr/>
            <p:nvPr/>
          </p:nvSpPr>
          <p:spPr>
            <a:xfrm>
              <a:off x="8489495" y="3551517"/>
              <a:ext cx="44200" cy="14745"/>
            </a:xfrm>
            <a:custGeom>
              <a:avLst/>
              <a:gdLst>
                <a:gd name="connsiteX0" fmla="*/ 49922 w 49922"/>
                <a:gd name="connsiteY0" fmla="*/ 0 h 16654"/>
                <a:gd name="connsiteX1" fmla="*/ 0 w 49922"/>
                <a:gd name="connsiteY1" fmla="*/ 0 h 16654"/>
                <a:gd name="connsiteX2" fmla="*/ 0 w 49922"/>
                <a:gd name="connsiteY2" fmla="*/ 16654 h 16654"/>
                <a:gd name="connsiteX3" fmla="*/ 49922 w 49922"/>
                <a:gd name="connsiteY3" fmla="*/ 16654 h 16654"/>
                <a:gd name="connsiteX4" fmla="*/ 49922 w 49922"/>
                <a:gd name="connsiteY4" fmla="*/ 0 h 1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 h="16654">
                  <a:moveTo>
                    <a:pt x="49922" y="0"/>
                  </a:moveTo>
                  <a:lnTo>
                    <a:pt x="0" y="0"/>
                  </a:lnTo>
                  <a:lnTo>
                    <a:pt x="0" y="16654"/>
                  </a:lnTo>
                  <a:lnTo>
                    <a:pt x="49922" y="16654"/>
                  </a:lnTo>
                  <a:lnTo>
                    <a:pt x="49922" y="0"/>
                  </a:lnTo>
                  <a:close/>
                </a:path>
              </a:pathLst>
            </a:custGeom>
            <a:solidFill>
              <a:srgbClr val="007B85"/>
            </a:solidFill>
            <a:ln w="3646" cap="flat">
              <a:noFill/>
              <a:prstDash val="solid"/>
              <a:miter/>
            </a:ln>
          </p:spPr>
          <p:txBody>
            <a:bodyPr rtlCol="0" anchor="ctr"/>
            <a:lstStyle/>
            <a:p>
              <a:endParaRPr lang="en-GR"/>
            </a:p>
          </p:txBody>
        </p:sp>
        <p:sp>
          <p:nvSpPr>
            <p:cNvPr id="546" name="Freeform 445">
              <a:extLst>
                <a:ext uri="{FF2B5EF4-FFF2-40B4-BE49-F238E27FC236}">
                  <a16:creationId xmlns:a16="http://schemas.microsoft.com/office/drawing/2014/main" id="{CEE731AF-D5EF-A6AD-192B-A77C25D54EBE}"/>
                </a:ext>
              </a:extLst>
            </p:cNvPr>
            <p:cNvSpPr/>
            <p:nvPr/>
          </p:nvSpPr>
          <p:spPr>
            <a:xfrm>
              <a:off x="8489495" y="3581008"/>
              <a:ext cx="44200" cy="14745"/>
            </a:xfrm>
            <a:custGeom>
              <a:avLst/>
              <a:gdLst>
                <a:gd name="connsiteX0" fmla="*/ 0 w 49922"/>
                <a:gd name="connsiteY0" fmla="*/ 0 h 16654"/>
                <a:gd name="connsiteX1" fmla="*/ 49922 w 49922"/>
                <a:gd name="connsiteY1" fmla="*/ 0 h 16654"/>
                <a:gd name="connsiteX2" fmla="*/ 49922 w 49922"/>
                <a:gd name="connsiteY2" fmla="*/ 16654 h 16654"/>
                <a:gd name="connsiteX3" fmla="*/ 0 w 49922"/>
                <a:gd name="connsiteY3" fmla="*/ 16654 h 16654"/>
                <a:gd name="connsiteX4" fmla="*/ 0 w 49922"/>
                <a:gd name="connsiteY4" fmla="*/ 0 h 1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 h="16654">
                  <a:moveTo>
                    <a:pt x="0" y="0"/>
                  </a:moveTo>
                  <a:lnTo>
                    <a:pt x="49922" y="0"/>
                  </a:lnTo>
                  <a:lnTo>
                    <a:pt x="49922" y="16654"/>
                  </a:lnTo>
                  <a:lnTo>
                    <a:pt x="0" y="16654"/>
                  </a:lnTo>
                  <a:lnTo>
                    <a:pt x="0" y="0"/>
                  </a:lnTo>
                  <a:close/>
                </a:path>
              </a:pathLst>
            </a:custGeom>
            <a:solidFill>
              <a:srgbClr val="007B85"/>
            </a:solidFill>
            <a:ln w="3646" cap="flat">
              <a:noFill/>
              <a:prstDash val="solid"/>
              <a:miter/>
            </a:ln>
          </p:spPr>
          <p:txBody>
            <a:bodyPr rtlCol="0" anchor="ctr"/>
            <a:lstStyle/>
            <a:p>
              <a:endParaRPr lang="en-GR"/>
            </a:p>
          </p:txBody>
        </p:sp>
        <p:sp>
          <p:nvSpPr>
            <p:cNvPr id="547" name="Freeform 446">
              <a:extLst>
                <a:ext uri="{FF2B5EF4-FFF2-40B4-BE49-F238E27FC236}">
                  <a16:creationId xmlns:a16="http://schemas.microsoft.com/office/drawing/2014/main" id="{9AF16634-CDFC-DE32-EF92-1C8B5EFE64C1}"/>
                </a:ext>
              </a:extLst>
            </p:cNvPr>
            <p:cNvSpPr/>
            <p:nvPr/>
          </p:nvSpPr>
          <p:spPr>
            <a:xfrm>
              <a:off x="8489495" y="3610450"/>
              <a:ext cx="44200" cy="14745"/>
            </a:xfrm>
            <a:custGeom>
              <a:avLst/>
              <a:gdLst>
                <a:gd name="connsiteX0" fmla="*/ 0 w 49922"/>
                <a:gd name="connsiteY0" fmla="*/ 0 h 16654"/>
                <a:gd name="connsiteX1" fmla="*/ 49922 w 49922"/>
                <a:gd name="connsiteY1" fmla="*/ 0 h 16654"/>
                <a:gd name="connsiteX2" fmla="*/ 49922 w 49922"/>
                <a:gd name="connsiteY2" fmla="*/ 16654 h 16654"/>
                <a:gd name="connsiteX3" fmla="*/ 0 w 49922"/>
                <a:gd name="connsiteY3" fmla="*/ 16654 h 16654"/>
                <a:gd name="connsiteX4" fmla="*/ 0 w 49922"/>
                <a:gd name="connsiteY4" fmla="*/ 0 h 166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2" h="16654">
                  <a:moveTo>
                    <a:pt x="0" y="0"/>
                  </a:moveTo>
                  <a:lnTo>
                    <a:pt x="49922" y="0"/>
                  </a:lnTo>
                  <a:lnTo>
                    <a:pt x="49922" y="16654"/>
                  </a:lnTo>
                  <a:lnTo>
                    <a:pt x="0" y="16654"/>
                  </a:lnTo>
                  <a:lnTo>
                    <a:pt x="0" y="0"/>
                  </a:lnTo>
                  <a:close/>
                </a:path>
              </a:pathLst>
            </a:custGeom>
            <a:solidFill>
              <a:srgbClr val="007B85"/>
            </a:solidFill>
            <a:ln w="3646" cap="flat">
              <a:noFill/>
              <a:prstDash val="solid"/>
              <a:miter/>
            </a:ln>
          </p:spPr>
          <p:txBody>
            <a:bodyPr rtlCol="0" anchor="ctr"/>
            <a:lstStyle/>
            <a:p>
              <a:endParaRPr lang="en-GR"/>
            </a:p>
          </p:txBody>
        </p:sp>
        <p:sp>
          <p:nvSpPr>
            <p:cNvPr id="548" name="Freeform 447">
              <a:extLst>
                <a:ext uri="{FF2B5EF4-FFF2-40B4-BE49-F238E27FC236}">
                  <a16:creationId xmlns:a16="http://schemas.microsoft.com/office/drawing/2014/main" id="{B666CBEF-9739-0206-E8B3-8E6560785EB5}"/>
                </a:ext>
              </a:extLst>
            </p:cNvPr>
            <p:cNvSpPr/>
            <p:nvPr/>
          </p:nvSpPr>
          <p:spPr>
            <a:xfrm>
              <a:off x="8487105" y="3642814"/>
              <a:ext cx="48982" cy="46424"/>
            </a:xfrm>
            <a:custGeom>
              <a:avLst/>
              <a:gdLst>
                <a:gd name="connsiteX0" fmla="*/ 55323 w 55322"/>
                <a:gd name="connsiteY0" fmla="*/ 11519 h 52433"/>
                <a:gd name="connsiteX1" fmla="*/ 55323 w 55322"/>
                <a:gd name="connsiteY1" fmla="*/ 52433 h 52433"/>
                <a:gd name="connsiteX2" fmla="*/ 33318 w 55322"/>
                <a:gd name="connsiteY2" fmla="*/ 52433 h 52433"/>
                <a:gd name="connsiteX3" fmla="*/ 33318 w 55322"/>
                <a:gd name="connsiteY3" fmla="*/ 22067 h 52433"/>
                <a:gd name="connsiteX4" fmla="*/ 22078 w 55322"/>
                <a:gd name="connsiteY4" fmla="*/ 22067 h 52433"/>
                <a:gd name="connsiteX5" fmla="*/ 22078 w 55322"/>
                <a:gd name="connsiteY5" fmla="*/ 52433 h 52433"/>
                <a:gd name="connsiteX6" fmla="*/ 0 w 55322"/>
                <a:gd name="connsiteY6" fmla="*/ 52433 h 52433"/>
                <a:gd name="connsiteX7" fmla="*/ 0 w 55322"/>
                <a:gd name="connsiteY7" fmla="*/ 11519 h 52433"/>
                <a:gd name="connsiteX8" fmla="*/ 11532 w 55322"/>
                <a:gd name="connsiteY8" fmla="*/ 0 h 52433"/>
                <a:gd name="connsiteX9" fmla="*/ 43864 w 55322"/>
                <a:gd name="connsiteY9" fmla="*/ 0 h 52433"/>
                <a:gd name="connsiteX10" fmla="*/ 55323 w 55322"/>
                <a:gd name="connsiteY10" fmla="*/ 11519 h 52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322" h="52433">
                  <a:moveTo>
                    <a:pt x="55323" y="11519"/>
                  </a:moveTo>
                  <a:lnTo>
                    <a:pt x="55323" y="52433"/>
                  </a:lnTo>
                  <a:lnTo>
                    <a:pt x="33318" y="52433"/>
                  </a:lnTo>
                  <a:lnTo>
                    <a:pt x="33318" y="22067"/>
                  </a:lnTo>
                  <a:lnTo>
                    <a:pt x="22078" y="22067"/>
                  </a:lnTo>
                  <a:lnTo>
                    <a:pt x="22078" y="52433"/>
                  </a:lnTo>
                  <a:lnTo>
                    <a:pt x="0" y="52433"/>
                  </a:lnTo>
                  <a:lnTo>
                    <a:pt x="0" y="11519"/>
                  </a:lnTo>
                  <a:cubicBezTo>
                    <a:pt x="0" y="5132"/>
                    <a:pt x="5218" y="0"/>
                    <a:pt x="11532" y="0"/>
                  </a:cubicBezTo>
                  <a:lnTo>
                    <a:pt x="43864" y="0"/>
                  </a:lnTo>
                  <a:cubicBezTo>
                    <a:pt x="50177" y="0"/>
                    <a:pt x="55323" y="5205"/>
                    <a:pt x="55323" y="11519"/>
                  </a:cubicBezTo>
                  <a:close/>
                </a:path>
              </a:pathLst>
            </a:custGeom>
            <a:solidFill>
              <a:srgbClr val="007B85"/>
            </a:solidFill>
            <a:ln w="3646" cap="flat">
              <a:noFill/>
              <a:prstDash val="solid"/>
              <a:miter/>
            </a:ln>
          </p:spPr>
          <p:txBody>
            <a:bodyPr rtlCol="0" anchor="ctr"/>
            <a:lstStyle/>
            <a:p>
              <a:endParaRPr lang="en-GR"/>
            </a:p>
          </p:txBody>
        </p:sp>
        <p:sp>
          <p:nvSpPr>
            <p:cNvPr id="549" name="Freeform 448">
              <a:extLst>
                <a:ext uri="{FF2B5EF4-FFF2-40B4-BE49-F238E27FC236}">
                  <a16:creationId xmlns:a16="http://schemas.microsoft.com/office/drawing/2014/main" id="{CD0E9328-1994-BFD9-37FB-A012D78EB16F}"/>
                </a:ext>
              </a:extLst>
            </p:cNvPr>
            <p:cNvSpPr/>
            <p:nvPr/>
          </p:nvSpPr>
          <p:spPr>
            <a:xfrm>
              <a:off x="8417015" y="3698835"/>
              <a:ext cx="192229" cy="14736"/>
            </a:xfrm>
            <a:custGeom>
              <a:avLst/>
              <a:gdLst>
                <a:gd name="connsiteX0" fmla="*/ 4461 w 217112"/>
                <a:gd name="connsiteY0" fmla="*/ 0 h 16643"/>
                <a:gd name="connsiteX1" fmla="*/ 212542 w 217112"/>
                <a:gd name="connsiteY1" fmla="*/ 0 h 16643"/>
                <a:gd name="connsiteX2" fmla="*/ 212542 w 217112"/>
                <a:gd name="connsiteY2" fmla="*/ 37 h 16643"/>
                <a:gd name="connsiteX3" fmla="*/ 212542 w 217112"/>
                <a:gd name="connsiteY3" fmla="*/ 16643 h 16643"/>
                <a:gd name="connsiteX4" fmla="*/ 4461 w 217112"/>
                <a:gd name="connsiteY4" fmla="*/ 16643 h 16643"/>
                <a:gd name="connsiteX5" fmla="*/ 4461 w 217112"/>
                <a:gd name="connsiteY5" fmla="*/ 0 h 16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112" h="16643">
                  <a:moveTo>
                    <a:pt x="4461" y="0"/>
                  </a:moveTo>
                  <a:lnTo>
                    <a:pt x="212542" y="0"/>
                  </a:lnTo>
                  <a:lnTo>
                    <a:pt x="212542" y="37"/>
                  </a:lnTo>
                  <a:cubicBezTo>
                    <a:pt x="218599" y="182"/>
                    <a:pt x="218672" y="16497"/>
                    <a:pt x="212542" y="16643"/>
                  </a:cubicBezTo>
                  <a:lnTo>
                    <a:pt x="4461" y="16643"/>
                  </a:lnTo>
                  <a:cubicBezTo>
                    <a:pt x="-1487" y="16388"/>
                    <a:pt x="-1487" y="109"/>
                    <a:pt x="4461" y="0"/>
                  </a:cubicBezTo>
                  <a:close/>
                </a:path>
              </a:pathLst>
            </a:custGeom>
            <a:solidFill>
              <a:srgbClr val="007B85"/>
            </a:solidFill>
            <a:ln w="3646" cap="flat">
              <a:noFill/>
              <a:prstDash val="solid"/>
              <a:miter/>
            </a:ln>
          </p:spPr>
          <p:txBody>
            <a:bodyPr rtlCol="0" anchor="ctr"/>
            <a:lstStyle/>
            <a:p>
              <a:endParaRPr lang="en-GR"/>
            </a:p>
          </p:txBody>
        </p:sp>
      </p:grpSp>
      <p:grpSp>
        <p:nvGrpSpPr>
          <p:cNvPr id="550" name="Group 549">
            <a:extLst>
              <a:ext uri="{FF2B5EF4-FFF2-40B4-BE49-F238E27FC236}">
                <a16:creationId xmlns:a16="http://schemas.microsoft.com/office/drawing/2014/main" id="{AAE59BDE-7590-BE60-7526-5283613679D3}"/>
              </a:ext>
            </a:extLst>
          </p:cNvPr>
          <p:cNvGrpSpPr/>
          <p:nvPr/>
        </p:nvGrpSpPr>
        <p:grpSpPr>
          <a:xfrm>
            <a:off x="9908598" y="3529377"/>
            <a:ext cx="180936" cy="176569"/>
            <a:chOff x="8756442" y="3529375"/>
            <a:chExt cx="180936" cy="176569"/>
          </a:xfrm>
        </p:grpSpPr>
        <p:sp>
          <p:nvSpPr>
            <p:cNvPr id="551" name="Freeform 449">
              <a:extLst>
                <a:ext uri="{FF2B5EF4-FFF2-40B4-BE49-F238E27FC236}">
                  <a16:creationId xmlns:a16="http://schemas.microsoft.com/office/drawing/2014/main" id="{80822987-AA67-F25F-9BD4-F1A90BAC52E8}"/>
                </a:ext>
              </a:extLst>
            </p:cNvPr>
            <p:cNvSpPr/>
            <p:nvPr/>
          </p:nvSpPr>
          <p:spPr>
            <a:xfrm>
              <a:off x="8803705" y="3529375"/>
              <a:ext cx="133673" cy="176569"/>
            </a:xfrm>
            <a:custGeom>
              <a:avLst/>
              <a:gdLst>
                <a:gd name="connsiteX0" fmla="*/ 65256 w 150977"/>
                <a:gd name="connsiteY0" fmla="*/ 73321 h 199425"/>
                <a:gd name="connsiteX1" fmla="*/ 141453 w 150977"/>
                <a:gd name="connsiteY1" fmla="*/ 73624 h 199425"/>
                <a:gd name="connsiteX2" fmla="*/ 141526 w 150977"/>
                <a:gd name="connsiteY2" fmla="*/ 73824 h 199425"/>
                <a:gd name="connsiteX3" fmla="*/ 150977 w 150977"/>
                <a:gd name="connsiteY3" fmla="*/ 89515 h 199425"/>
                <a:gd name="connsiteX4" fmla="*/ 142438 w 150977"/>
                <a:gd name="connsiteY4" fmla="*/ 105056 h 199425"/>
                <a:gd name="connsiteX5" fmla="*/ 132804 w 150977"/>
                <a:gd name="connsiteY5" fmla="*/ 105205 h 199425"/>
                <a:gd name="connsiteX6" fmla="*/ 142183 w 150977"/>
                <a:gd name="connsiteY6" fmla="*/ 120746 h 199425"/>
                <a:gd name="connsiteX7" fmla="*/ 142183 w 150977"/>
                <a:gd name="connsiteY7" fmla="*/ 120951 h 199425"/>
                <a:gd name="connsiteX8" fmla="*/ 132768 w 150977"/>
                <a:gd name="connsiteY8" fmla="*/ 136649 h 199425"/>
                <a:gd name="connsiteX9" fmla="*/ 122586 w 150977"/>
                <a:gd name="connsiteY9" fmla="*/ 136649 h 199425"/>
                <a:gd name="connsiteX10" fmla="*/ 132002 w 150977"/>
                <a:gd name="connsiteY10" fmla="*/ 152343 h 199425"/>
                <a:gd name="connsiteX11" fmla="*/ 122586 w 150977"/>
                <a:gd name="connsiteY11" fmla="*/ 168037 h 199425"/>
                <a:gd name="connsiteX12" fmla="*/ 112222 w 150977"/>
                <a:gd name="connsiteY12" fmla="*/ 168037 h 199425"/>
                <a:gd name="connsiteX13" fmla="*/ 121601 w 150977"/>
                <a:gd name="connsiteY13" fmla="*/ 183731 h 199425"/>
                <a:gd name="connsiteX14" fmla="*/ 108099 w 150977"/>
                <a:gd name="connsiteY14" fmla="*/ 199425 h 199425"/>
                <a:gd name="connsiteX15" fmla="*/ 25553 w 150977"/>
                <a:gd name="connsiteY15" fmla="*/ 199170 h 199425"/>
                <a:gd name="connsiteX16" fmla="*/ 44 w 150977"/>
                <a:gd name="connsiteY16" fmla="*/ 181833 h 199425"/>
                <a:gd name="connsiteX17" fmla="*/ 8 w 150977"/>
                <a:gd name="connsiteY17" fmla="*/ 106899 h 199425"/>
                <a:gd name="connsiteX18" fmla="*/ 8729 w 150977"/>
                <a:gd name="connsiteY18" fmla="*/ 72361 h 199425"/>
                <a:gd name="connsiteX19" fmla="*/ 40989 w 150977"/>
                <a:gd name="connsiteY19" fmla="*/ 9241 h 199425"/>
                <a:gd name="connsiteX20" fmla="*/ 62191 w 150977"/>
                <a:gd name="connsiteY20" fmla="*/ 1419 h 199425"/>
                <a:gd name="connsiteX21" fmla="*/ 71971 w 150977"/>
                <a:gd name="connsiteY21" fmla="*/ 18522 h 199425"/>
                <a:gd name="connsiteX22" fmla="*/ 65256 w 150977"/>
                <a:gd name="connsiteY22" fmla="*/ 73321 h 199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0977" h="199425">
                  <a:moveTo>
                    <a:pt x="65256" y="73321"/>
                  </a:moveTo>
                  <a:cubicBezTo>
                    <a:pt x="65256" y="73321"/>
                    <a:pt x="122221" y="73624"/>
                    <a:pt x="141453" y="73624"/>
                  </a:cubicBezTo>
                  <a:lnTo>
                    <a:pt x="141526" y="73824"/>
                  </a:lnTo>
                  <a:cubicBezTo>
                    <a:pt x="146781" y="73824"/>
                    <a:pt x="150977" y="80836"/>
                    <a:pt x="150977" y="89515"/>
                  </a:cubicBezTo>
                  <a:cubicBezTo>
                    <a:pt x="150977" y="97639"/>
                    <a:pt x="147255" y="104300"/>
                    <a:pt x="142438" y="105056"/>
                  </a:cubicBezTo>
                  <a:cubicBezTo>
                    <a:pt x="142146" y="105107"/>
                    <a:pt x="132804" y="105205"/>
                    <a:pt x="132804" y="105205"/>
                  </a:cubicBezTo>
                  <a:cubicBezTo>
                    <a:pt x="139811" y="105205"/>
                    <a:pt x="142183" y="115458"/>
                    <a:pt x="142183" y="120746"/>
                  </a:cubicBezTo>
                  <a:lnTo>
                    <a:pt x="142183" y="120951"/>
                  </a:lnTo>
                  <a:cubicBezTo>
                    <a:pt x="142183" y="129626"/>
                    <a:pt x="137950" y="136649"/>
                    <a:pt x="132768" y="136649"/>
                  </a:cubicBezTo>
                  <a:lnTo>
                    <a:pt x="122586" y="136649"/>
                  </a:lnTo>
                  <a:cubicBezTo>
                    <a:pt x="129702" y="136649"/>
                    <a:pt x="132002" y="146868"/>
                    <a:pt x="132002" y="152343"/>
                  </a:cubicBezTo>
                  <a:cubicBezTo>
                    <a:pt x="132002" y="161029"/>
                    <a:pt x="127768" y="168037"/>
                    <a:pt x="122586" y="168037"/>
                  </a:cubicBezTo>
                  <a:lnTo>
                    <a:pt x="112222" y="168037"/>
                  </a:lnTo>
                  <a:cubicBezTo>
                    <a:pt x="119375" y="168037"/>
                    <a:pt x="121601" y="178184"/>
                    <a:pt x="121601" y="183731"/>
                  </a:cubicBezTo>
                  <a:cubicBezTo>
                    <a:pt x="121601" y="192381"/>
                    <a:pt x="113281" y="199425"/>
                    <a:pt x="108099" y="199425"/>
                  </a:cubicBezTo>
                  <a:cubicBezTo>
                    <a:pt x="108099" y="199425"/>
                    <a:pt x="26574" y="199316"/>
                    <a:pt x="25553" y="199170"/>
                  </a:cubicBezTo>
                  <a:cubicBezTo>
                    <a:pt x="16283" y="198257"/>
                    <a:pt x="44" y="193732"/>
                    <a:pt x="44" y="181833"/>
                  </a:cubicBezTo>
                  <a:cubicBezTo>
                    <a:pt x="44" y="156868"/>
                    <a:pt x="299" y="131867"/>
                    <a:pt x="8" y="106899"/>
                  </a:cubicBezTo>
                  <a:cubicBezTo>
                    <a:pt x="-138" y="94387"/>
                    <a:pt x="1759" y="83025"/>
                    <a:pt x="8729" y="72361"/>
                  </a:cubicBezTo>
                  <a:cubicBezTo>
                    <a:pt x="9642" y="70543"/>
                    <a:pt x="38799" y="13581"/>
                    <a:pt x="40989" y="9241"/>
                  </a:cubicBezTo>
                  <a:cubicBezTo>
                    <a:pt x="45295" y="715"/>
                    <a:pt x="53761" y="-1960"/>
                    <a:pt x="62191" y="1419"/>
                  </a:cubicBezTo>
                  <a:cubicBezTo>
                    <a:pt x="69052" y="4193"/>
                    <a:pt x="71789" y="10099"/>
                    <a:pt x="71971" y="18522"/>
                  </a:cubicBezTo>
                  <a:cubicBezTo>
                    <a:pt x="72117" y="24176"/>
                    <a:pt x="66789" y="63583"/>
                    <a:pt x="65256" y="73321"/>
                  </a:cubicBezTo>
                  <a:close/>
                </a:path>
              </a:pathLst>
            </a:custGeom>
            <a:solidFill>
              <a:srgbClr val="007B85"/>
            </a:solidFill>
            <a:ln w="3646" cap="flat">
              <a:noFill/>
              <a:prstDash val="solid"/>
              <a:miter/>
            </a:ln>
          </p:spPr>
          <p:txBody>
            <a:bodyPr rtlCol="0" anchor="ctr"/>
            <a:lstStyle/>
            <a:p>
              <a:endParaRPr lang="en-GR"/>
            </a:p>
          </p:txBody>
        </p:sp>
        <p:sp>
          <p:nvSpPr>
            <p:cNvPr id="552" name="Freeform 450">
              <a:extLst>
                <a:ext uri="{FF2B5EF4-FFF2-40B4-BE49-F238E27FC236}">
                  <a16:creationId xmlns:a16="http://schemas.microsoft.com/office/drawing/2014/main" id="{DA02C7F6-5881-C316-AD01-AD90A2A29F75}"/>
                </a:ext>
              </a:extLst>
            </p:cNvPr>
            <p:cNvSpPr/>
            <p:nvPr/>
          </p:nvSpPr>
          <p:spPr>
            <a:xfrm>
              <a:off x="8756442" y="3600055"/>
              <a:ext cx="35735" cy="101236"/>
            </a:xfrm>
            <a:custGeom>
              <a:avLst/>
              <a:gdLst>
                <a:gd name="connsiteX0" fmla="*/ 0 w 40361"/>
                <a:gd name="connsiteY0" fmla="*/ 98757 h 114341"/>
                <a:gd name="connsiteX1" fmla="*/ 0 w 40361"/>
                <a:gd name="connsiteY1" fmla="*/ 15592 h 114341"/>
                <a:gd name="connsiteX2" fmla="*/ 10145 w 40361"/>
                <a:gd name="connsiteY2" fmla="*/ 0 h 114341"/>
                <a:gd name="connsiteX3" fmla="*/ 40361 w 40361"/>
                <a:gd name="connsiteY3" fmla="*/ 0 h 114341"/>
                <a:gd name="connsiteX4" fmla="*/ 40361 w 40361"/>
                <a:gd name="connsiteY4" fmla="*/ 114341 h 114341"/>
                <a:gd name="connsiteX5" fmla="*/ 10291 w 40361"/>
                <a:gd name="connsiteY5" fmla="*/ 114341 h 114341"/>
                <a:gd name="connsiteX6" fmla="*/ 0 w 40361"/>
                <a:gd name="connsiteY6" fmla="*/ 98757 h 114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361" h="114341">
                  <a:moveTo>
                    <a:pt x="0" y="98757"/>
                  </a:moveTo>
                  <a:lnTo>
                    <a:pt x="0" y="15592"/>
                  </a:lnTo>
                  <a:cubicBezTo>
                    <a:pt x="511" y="6964"/>
                    <a:pt x="4853" y="201"/>
                    <a:pt x="10145" y="0"/>
                  </a:cubicBezTo>
                  <a:lnTo>
                    <a:pt x="40361" y="0"/>
                  </a:lnTo>
                  <a:lnTo>
                    <a:pt x="40361" y="114341"/>
                  </a:lnTo>
                  <a:lnTo>
                    <a:pt x="10291" y="114341"/>
                  </a:lnTo>
                  <a:cubicBezTo>
                    <a:pt x="4890" y="114268"/>
                    <a:pt x="511" y="107480"/>
                    <a:pt x="0" y="98757"/>
                  </a:cubicBezTo>
                  <a:close/>
                </a:path>
              </a:pathLst>
            </a:custGeom>
            <a:solidFill>
              <a:srgbClr val="007B85"/>
            </a:solidFill>
            <a:ln w="3646" cap="flat">
              <a:noFill/>
              <a:prstDash val="solid"/>
              <a:miter/>
            </a:ln>
          </p:spPr>
          <p:txBody>
            <a:bodyPr rtlCol="0" anchor="ctr"/>
            <a:lstStyle/>
            <a:p>
              <a:endParaRPr lang="en-GR"/>
            </a:p>
          </p:txBody>
        </p:sp>
      </p:grpSp>
      <p:grpSp>
        <p:nvGrpSpPr>
          <p:cNvPr id="553" name="Group 552">
            <a:extLst>
              <a:ext uri="{FF2B5EF4-FFF2-40B4-BE49-F238E27FC236}">
                <a16:creationId xmlns:a16="http://schemas.microsoft.com/office/drawing/2014/main" id="{52278BA6-7AD8-E18E-04A6-88A1B318CCFD}"/>
              </a:ext>
            </a:extLst>
          </p:cNvPr>
          <p:cNvGrpSpPr/>
          <p:nvPr/>
        </p:nvGrpSpPr>
        <p:grpSpPr>
          <a:xfrm>
            <a:off x="10241394" y="3529377"/>
            <a:ext cx="180937" cy="176555"/>
            <a:chOff x="9089236" y="3529375"/>
            <a:chExt cx="180937" cy="176555"/>
          </a:xfrm>
        </p:grpSpPr>
        <p:sp>
          <p:nvSpPr>
            <p:cNvPr id="554" name="Freeform 451">
              <a:extLst>
                <a:ext uri="{FF2B5EF4-FFF2-40B4-BE49-F238E27FC236}">
                  <a16:creationId xmlns:a16="http://schemas.microsoft.com/office/drawing/2014/main" id="{9A93E6B3-2B60-3175-A961-90829B1CB74E}"/>
                </a:ext>
              </a:extLst>
            </p:cNvPr>
            <p:cNvSpPr/>
            <p:nvPr/>
          </p:nvSpPr>
          <p:spPr>
            <a:xfrm>
              <a:off x="9089236" y="3529375"/>
              <a:ext cx="133673" cy="176555"/>
            </a:xfrm>
            <a:custGeom>
              <a:avLst/>
              <a:gdLst>
                <a:gd name="connsiteX0" fmla="*/ 85721 w 150977"/>
                <a:gd name="connsiteY0" fmla="*/ 126090 h 199409"/>
                <a:gd name="connsiteX1" fmla="*/ 9525 w 150977"/>
                <a:gd name="connsiteY1" fmla="*/ 125787 h 199409"/>
                <a:gd name="connsiteX2" fmla="*/ 9451 w 150977"/>
                <a:gd name="connsiteY2" fmla="*/ 125583 h 199409"/>
                <a:gd name="connsiteX3" fmla="*/ 0 w 150977"/>
                <a:gd name="connsiteY3" fmla="*/ 109892 h 199409"/>
                <a:gd name="connsiteX4" fmla="*/ 8539 w 150977"/>
                <a:gd name="connsiteY4" fmla="*/ 94351 h 199409"/>
                <a:gd name="connsiteX5" fmla="*/ 18173 w 150977"/>
                <a:gd name="connsiteY5" fmla="*/ 94202 h 199409"/>
                <a:gd name="connsiteX6" fmla="*/ 8795 w 150977"/>
                <a:gd name="connsiteY6" fmla="*/ 78661 h 199409"/>
                <a:gd name="connsiteX7" fmla="*/ 8795 w 150977"/>
                <a:gd name="connsiteY7" fmla="*/ 78460 h 199409"/>
                <a:gd name="connsiteX8" fmla="*/ 18210 w 150977"/>
                <a:gd name="connsiteY8" fmla="*/ 62766 h 199409"/>
                <a:gd name="connsiteX9" fmla="*/ 28391 w 150977"/>
                <a:gd name="connsiteY9" fmla="*/ 62766 h 199409"/>
                <a:gd name="connsiteX10" fmla="*/ 18976 w 150977"/>
                <a:gd name="connsiteY10" fmla="*/ 47075 h 199409"/>
                <a:gd name="connsiteX11" fmla="*/ 28391 w 150977"/>
                <a:gd name="connsiteY11" fmla="*/ 31385 h 199409"/>
                <a:gd name="connsiteX12" fmla="*/ 38755 w 150977"/>
                <a:gd name="connsiteY12" fmla="*/ 31385 h 199409"/>
                <a:gd name="connsiteX13" fmla="*/ 29377 w 150977"/>
                <a:gd name="connsiteY13" fmla="*/ 15691 h 199409"/>
                <a:gd name="connsiteX14" fmla="*/ 42879 w 150977"/>
                <a:gd name="connsiteY14" fmla="*/ 0 h 199409"/>
                <a:gd name="connsiteX15" fmla="*/ 125425 w 150977"/>
                <a:gd name="connsiteY15" fmla="*/ 252 h 199409"/>
                <a:gd name="connsiteX16" fmla="*/ 150933 w 150977"/>
                <a:gd name="connsiteY16" fmla="*/ 17559 h 199409"/>
                <a:gd name="connsiteX17" fmla="*/ 150970 w 150977"/>
                <a:gd name="connsiteY17" fmla="*/ 92508 h 199409"/>
                <a:gd name="connsiteX18" fmla="*/ 142248 w 150977"/>
                <a:gd name="connsiteY18" fmla="*/ 127046 h 199409"/>
                <a:gd name="connsiteX19" fmla="*/ 109989 w 150977"/>
                <a:gd name="connsiteY19" fmla="*/ 190155 h 199409"/>
                <a:gd name="connsiteX20" fmla="*/ 88786 w 150977"/>
                <a:gd name="connsiteY20" fmla="*/ 198002 h 199409"/>
                <a:gd name="connsiteX21" fmla="*/ 79007 w 150977"/>
                <a:gd name="connsiteY21" fmla="*/ 180885 h 199409"/>
                <a:gd name="connsiteX22" fmla="*/ 85721 w 150977"/>
                <a:gd name="connsiteY22" fmla="*/ 126090 h 19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0977" h="199409">
                  <a:moveTo>
                    <a:pt x="85721" y="126090"/>
                  </a:moveTo>
                  <a:cubicBezTo>
                    <a:pt x="85721" y="126090"/>
                    <a:pt x="28756" y="125787"/>
                    <a:pt x="9525" y="125787"/>
                  </a:cubicBezTo>
                  <a:lnTo>
                    <a:pt x="9451" y="125583"/>
                  </a:lnTo>
                  <a:cubicBezTo>
                    <a:pt x="4197" y="125583"/>
                    <a:pt x="0" y="118572"/>
                    <a:pt x="0" y="109892"/>
                  </a:cubicBezTo>
                  <a:cubicBezTo>
                    <a:pt x="0" y="101768"/>
                    <a:pt x="3722" y="95111"/>
                    <a:pt x="8539" y="94351"/>
                  </a:cubicBezTo>
                  <a:cubicBezTo>
                    <a:pt x="8831" y="94300"/>
                    <a:pt x="18173" y="94202"/>
                    <a:pt x="18173" y="94202"/>
                  </a:cubicBezTo>
                  <a:cubicBezTo>
                    <a:pt x="11167" y="94202"/>
                    <a:pt x="8795" y="83953"/>
                    <a:pt x="8795" y="78661"/>
                  </a:cubicBezTo>
                  <a:lnTo>
                    <a:pt x="8795" y="78460"/>
                  </a:lnTo>
                  <a:cubicBezTo>
                    <a:pt x="8795" y="69781"/>
                    <a:pt x="13028" y="62766"/>
                    <a:pt x="18210" y="62766"/>
                  </a:cubicBezTo>
                  <a:lnTo>
                    <a:pt x="28391" y="62766"/>
                  </a:lnTo>
                  <a:cubicBezTo>
                    <a:pt x="21275" y="62766"/>
                    <a:pt x="18976" y="52524"/>
                    <a:pt x="18976" y="47075"/>
                  </a:cubicBezTo>
                  <a:cubicBezTo>
                    <a:pt x="18976" y="38396"/>
                    <a:pt x="23209" y="31385"/>
                    <a:pt x="28391" y="31385"/>
                  </a:cubicBezTo>
                  <a:lnTo>
                    <a:pt x="38755" y="31385"/>
                  </a:lnTo>
                  <a:cubicBezTo>
                    <a:pt x="31603" y="31385"/>
                    <a:pt x="29377" y="21216"/>
                    <a:pt x="29377" y="15691"/>
                  </a:cubicBezTo>
                  <a:cubicBezTo>
                    <a:pt x="29377" y="7015"/>
                    <a:pt x="37697" y="0"/>
                    <a:pt x="42879" y="0"/>
                  </a:cubicBezTo>
                  <a:cubicBezTo>
                    <a:pt x="42879" y="0"/>
                    <a:pt x="124403" y="102"/>
                    <a:pt x="125425" y="252"/>
                  </a:cubicBezTo>
                  <a:cubicBezTo>
                    <a:pt x="134694" y="1146"/>
                    <a:pt x="150933" y="5672"/>
                    <a:pt x="150933" y="17559"/>
                  </a:cubicBezTo>
                  <a:cubicBezTo>
                    <a:pt x="150933" y="42539"/>
                    <a:pt x="150678" y="67532"/>
                    <a:pt x="150970" y="92508"/>
                  </a:cubicBezTo>
                  <a:cubicBezTo>
                    <a:pt x="151116" y="105020"/>
                    <a:pt x="149218" y="116385"/>
                    <a:pt x="142248" y="127046"/>
                  </a:cubicBezTo>
                  <a:cubicBezTo>
                    <a:pt x="141336" y="128864"/>
                    <a:pt x="112178" y="185812"/>
                    <a:pt x="109989" y="190155"/>
                  </a:cubicBezTo>
                  <a:cubicBezTo>
                    <a:pt x="105682" y="198696"/>
                    <a:pt x="97216" y="201360"/>
                    <a:pt x="88786" y="198002"/>
                  </a:cubicBezTo>
                  <a:cubicBezTo>
                    <a:pt x="81926" y="195229"/>
                    <a:pt x="79189" y="189316"/>
                    <a:pt x="79007" y="180885"/>
                  </a:cubicBezTo>
                  <a:cubicBezTo>
                    <a:pt x="78860" y="175228"/>
                    <a:pt x="84188" y="135810"/>
                    <a:pt x="85721" y="126090"/>
                  </a:cubicBezTo>
                  <a:close/>
                </a:path>
              </a:pathLst>
            </a:custGeom>
            <a:solidFill>
              <a:srgbClr val="007B85"/>
            </a:solidFill>
            <a:ln w="3646" cap="flat">
              <a:noFill/>
              <a:prstDash val="solid"/>
              <a:miter/>
            </a:ln>
          </p:spPr>
          <p:txBody>
            <a:bodyPr rtlCol="0" anchor="ctr"/>
            <a:lstStyle/>
            <a:p>
              <a:endParaRPr lang="en-GR"/>
            </a:p>
          </p:txBody>
        </p:sp>
        <p:sp>
          <p:nvSpPr>
            <p:cNvPr id="555" name="Freeform 452">
              <a:extLst>
                <a:ext uri="{FF2B5EF4-FFF2-40B4-BE49-F238E27FC236}">
                  <a16:creationId xmlns:a16="http://schemas.microsoft.com/office/drawing/2014/main" id="{ADF20AEE-316B-714D-44D5-CFD66E8D20A2}"/>
                </a:ext>
              </a:extLst>
            </p:cNvPr>
            <p:cNvSpPr/>
            <p:nvPr/>
          </p:nvSpPr>
          <p:spPr>
            <a:xfrm>
              <a:off x="9234438" y="3534022"/>
              <a:ext cx="35735" cy="101227"/>
            </a:xfrm>
            <a:custGeom>
              <a:avLst/>
              <a:gdLst>
                <a:gd name="connsiteX0" fmla="*/ 40361 w 40361"/>
                <a:gd name="connsiteY0" fmla="*/ 15588 h 114330"/>
                <a:gd name="connsiteX1" fmla="*/ 40361 w 40361"/>
                <a:gd name="connsiteY1" fmla="*/ 98742 h 114330"/>
                <a:gd name="connsiteX2" fmla="*/ 30216 w 40361"/>
                <a:gd name="connsiteY2" fmla="*/ 114330 h 114330"/>
                <a:gd name="connsiteX3" fmla="*/ 0 w 40361"/>
                <a:gd name="connsiteY3" fmla="*/ 114330 h 114330"/>
                <a:gd name="connsiteX4" fmla="*/ 0 w 40361"/>
                <a:gd name="connsiteY4" fmla="*/ 0 h 114330"/>
                <a:gd name="connsiteX5" fmla="*/ 30070 w 40361"/>
                <a:gd name="connsiteY5" fmla="*/ 0 h 114330"/>
                <a:gd name="connsiteX6" fmla="*/ 40361 w 40361"/>
                <a:gd name="connsiteY6" fmla="*/ 15588 h 114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361" h="114330">
                  <a:moveTo>
                    <a:pt x="40361" y="15588"/>
                  </a:moveTo>
                  <a:lnTo>
                    <a:pt x="40361" y="98742"/>
                  </a:lnTo>
                  <a:cubicBezTo>
                    <a:pt x="39850" y="107370"/>
                    <a:pt x="35508" y="114130"/>
                    <a:pt x="30216" y="114330"/>
                  </a:cubicBezTo>
                  <a:lnTo>
                    <a:pt x="0" y="114330"/>
                  </a:lnTo>
                  <a:lnTo>
                    <a:pt x="0" y="0"/>
                  </a:lnTo>
                  <a:lnTo>
                    <a:pt x="30070" y="0"/>
                  </a:lnTo>
                  <a:cubicBezTo>
                    <a:pt x="35471" y="47"/>
                    <a:pt x="39850" y="6862"/>
                    <a:pt x="40361" y="15588"/>
                  </a:cubicBezTo>
                  <a:close/>
                </a:path>
              </a:pathLst>
            </a:custGeom>
            <a:solidFill>
              <a:srgbClr val="007B85"/>
            </a:solidFill>
            <a:ln w="3646" cap="flat">
              <a:noFill/>
              <a:prstDash val="solid"/>
              <a:miter/>
            </a:ln>
          </p:spPr>
          <p:txBody>
            <a:bodyPr rtlCol="0" anchor="ctr"/>
            <a:lstStyle/>
            <a:p>
              <a:endParaRPr lang="en-GR"/>
            </a:p>
          </p:txBody>
        </p:sp>
      </p:grpSp>
      <p:grpSp>
        <p:nvGrpSpPr>
          <p:cNvPr id="556" name="Group 555">
            <a:extLst>
              <a:ext uri="{FF2B5EF4-FFF2-40B4-BE49-F238E27FC236}">
                <a16:creationId xmlns:a16="http://schemas.microsoft.com/office/drawing/2014/main" id="{FBED0EE7-BF58-7BBD-7397-B35193640242}"/>
              </a:ext>
            </a:extLst>
          </p:cNvPr>
          <p:cNvGrpSpPr/>
          <p:nvPr/>
        </p:nvGrpSpPr>
        <p:grpSpPr>
          <a:xfrm>
            <a:off x="10561265" y="3539069"/>
            <a:ext cx="206783" cy="153730"/>
            <a:chOff x="9409107" y="3539069"/>
            <a:chExt cx="206783" cy="153730"/>
          </a:xfrm>
        </p:grpSpPr>
        <p:sp>
          <p:nvSpPr>
            <p:cNvPr id="557" name="Freeform 453">
              <a:extLst>
                <a:ext uri="{FF2B5EF4-FFF2-40B4-BE49-F238E27FC236}">
                  <a16:creationId xmlns:a16="http://schemas.microsoft.com/office/drawing/2014/main" id="{FE2670E4-3CD3-0AB8-229C-6C6E6C2203CF}"/>
                </a:ext>
              </a:extLst>
            </p:cNvPr>
            <p:cNvSpPr/>
            <p:nvPr/>
          </p:nvSpPr>
          <p:spPr>
            <a:xfrm>
              <a:off x="9459006" y="3539069"/>
              <a:ext cx="156884" cy="26120"/>
            </a:xfrm>
            <a:custGeom>
              <a:avLst/>
              <a:gdLst>
                <a:gd name="connsiteX0" fmla="*/ 177156 w 177192"/>
                <a:gd name="connsiteY0" fmla="*/ 21464 h 29501"/>
                <a:gd name="connsiteX1" fmla="*/ 177156 w 177192"/>
                <a:gd name="connsiteY1" fmla="*/ 21220 h 29501"/>
                <a:gd name="connsiteX2" fmla="*/ 140189 w 177192"/>
                <a:gd name="connsiteY2" fmla="*/ 0 h 29501"/>
                <a:gd name="connsiteX3" fmla="*/ 36988 w 177192"/>
                <a:gd name="connsiteY3" fmla="*/ 0 h 29501"/>
                <a:gd name="connsiteX4" fmla="*/ 970 w 177192"/>
                <a:gd name="connsiteY4" fmla="*/ 16807 h 29501"/>
                <a:gd name="connsiteX5" fmla="*/ 131 w 177192"/>
                <a:gd name="connsiteY5" fmla="*/ 29501 h 29501"/>
                <a:gd name="connsiteX6" fmla="*/ 177193 w 177192"/>
                <a:gd name="connsiteY6" fmla="*/ 29501 h 29501"/>
                <a:gd name="connsiteX7" fmla="*/ 177193 w 177192"/>
                <a:gd name="connsiteY7" fmla="*/ 21413 h 29501"/>
                <a:gd name="connsiteX8" fmla="*/ 177156 w 177192"/>
                <a:gd name="connsiteY8" fmla="*/ 21464 h 2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192" h="29501">
                  <a:moveTo>
                    <a:pt x="177156" y="21464"/>
                  </a:moveTo>
                  <a:lnTo>
                    <a:pt x="177156" y="21220"/>
                  </a:lnTo>
                  <a:cubicBezTo>
                    <a:pt x="177010" y="9508"/>
                    <a:pt x="160479" y="0"/>
                    <a:pt x="140189" y="0"/>
                  </a:cubicBezTo>
                  <a:lnTo>
                    <a:pt x="36988" y="0"/>
                  </a:lnTo>
                  <a:cubicBezTo>
                    <a:pt x="19289" y="0"/>
                    <a:pt x="4546" y="7205"/>
                    <a:pt x="970" y="16807"/>
                  </a:cubicBezTo>
                  <a:cubicBezTo>
                    <a:pt x="-489" y="20775"/>
                    <a:pt x="131" y="25359"/>
                    <a:pt x="131" y="29501"/>
                  </a:cubicBezTo>
                  <a:lnTo>
                    <a:pt x="177193" y="29501"/>
                  </a:lnTo>
                  <a:lnTo>
                    <a:pt x="177193" y="21413"/>
                  </a:lnTo>
                  <a:lnTo>
                    <a:pt x="177156" y="21464"/>
                  </a:lnTo>
                  <a:close/>
                </a:path>
              </a:pathLst>
            </a:custGeom>
            <a:solidFill>
              <a:srgbClr val="007B85"/>
            </a:solidFill>
            <a:ln w="3646" cap="flat">
              <a:noFill/>
              <a:prstDash val="solid"/>
              <a:miter/>
            </a:ln>
          </p:spPr>
          <p:txBody>
            <a:bodyPr rtlCol="0" anchor="ctr"/>
            <a:lstStyle/>
            <a:p>
              <a:endParaRPr lang="en-GR"/>
            </a:p>
          </p:txBody>
        </p:sp>
        <p:sp>
          <p:nvSpPr>
            <p:cNvPr id="558" name="Freeform 454">
              <a:extLst>
                <a:ext uri="{FF2B5EF4-FFF2-40B4-BE49-F238E27FC236}">
                  <a16:creationId xmlns:a16="http://schemas.microsoft.com/office/drawing/2014/main" id="{7BF5E807-79BD-757D-2466-F964529A185D}"/>
                </a:ext>
              </a:extLst>
            </p:cNvPr>
            <p:cNvSpPr/>
            <p:nvPr/>
          </p:nvSpPr>
          <p:spPr>
            <a:xfrm>
              <a:off x="9459090" y="3582847"/>
              <a:ext cx="156769" cy="60438"/>
            </a:xfrm>
            <a:custGeom>
              <a:avLst/>
              <a:gdLst>
                <a:gd name="connsiteX0" fmla="*/ 0 w 177062"/>
                <a:gd name="connsiteY0" fmla="*/ 47338 h 68262"/>
                <a:gd name="connsiteX1" fmla="*/ 25545 w 177062"/>
                <a:gd name="connsiteY1" fmla="*/ 31655 h 68262"/>
                <a:gd name="connsiteX2" fmla="*/ 60833 w 177062"/>
                <a:gd name="connsiteY2" fmla="*/ 35184 h 68262"/>
                <a:gd name="connsiteX3" fmla="*/ 98713 w 177062"/>
                <a:gd name="connsiteY3" fmla="*/ 35184 h 68262"/>
                <a:gd name="connsiteX4" fmla="*/ 102143 w 177062"/>
                <a:gd name="connsiteY4" fmla="*/ 42634 h 68262"/>
                <a:gd name="connsiteX5" fmla="*/ 98713 w 177062"/>
                <a:gd name="connsiteY5" fmla="*/ 48415 h 68262"/>
                <a:gd name="connsiteX6" fmla="*/ 68424 w 177062"/>
                <a:gd name="connsiteY6" fmla="*/ 48415 h 68262"/>
                <a:gd name="connsiteX7" fmla="*/ 66015 w 177062"/>
                <a:gd name="connsiteY7" fmla="*/ 68262 h 68262"/>
                <a:gd name="connsiteX8" fmla="*/ 147503 w 177062"/>
                <a:gd name="connsiteY8" fmla="*/ 68262 h 68262"/>
                <a:gd name="connsiteX9" fmla="*/ 177062 w 177062"/>
                <a:gd name="connsiteY9" fmla="*/ 51160 h 68262"/>
                <a:gd name="connsiteX10" fmla="*/ 177062 w 177062"/>
                <a:gd name="connsiteY10" fmla="*/ 0 h 68262"/>
                <a:gd name="connsiteX11" fmla="*/ 0 w 177062"/>
                <a:gd name="connsiteY11" fmla="*/ 0 h 68262"/>
                <a:gd name="connsiteX12" fmla="*/ 0 w 177062"/>
                <a:gd name="connsiteY12" fmla="*/ 47338 h 68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062" h="68262">
                  <a:moveTo>
                    <a:pt x="0" y="47338"/>
                  </a:moveTo>
                  <a:cubicBezTo>
                    <a:pt x="8722" y="42487"/>
                    <a:pt x="17188" y="37104"/>
                    <a:pt x="25545" y="31655"/>
                  </a:cubicBezTo>
                  <a:cubicBezTo>
                    <a:pt x="36785" y="24311"/>
                    <a:pt x="51491" y="25034"/>
                    <a:pt x="60833" y="35184"/>
                  </a:cubicBezTo>
                  <a:lnTo>
                    <a:pt x="98713" y="35184"/>
                  </a:lnTo>
                  <a:cubicBezTo>
                    <a:pt x="102070" y="35272"/>
                    <a:pt x="102143" y="40177"/>
                    <a:pt x="102143" y="42634"/>
                  </a:cubicBezTo>
                  <a:cubicBezTo>
                    <a:pt x="102143" y="45769"/>
                    <a:pt x="100610" y="48367"/>
                    <a:pt x="98713" y="48415"/>
                  </a:cubicBezTo>
                  <a:lnTo>
                    <a:pt x="68424" y="48415"/>
                  </a:lnTo>
                  <a:cubicBezTo>
                    <a:pt x="70942" y="56010"/>
                    <a:pt x="68935" y="62919"/>
                    <a:pt x="66015" y="68262"/>
                  </a:cubicBezTo>
                  <a:lnTo>
                    <a:pt x="147503" y="68262"/>
                  </a:lnTo>
                  <a:cubicBezTo>
                    <a:pt x="157283" y="68262"/>
                    <a:pt x="177062" y="64372"/>
                    <a:pt x="177062" y="51160"/>
                  </a:cubicBezTo>
                  <a:lnTo>
                    <a:pt x="177062" y="0"/>
                  </a:lnTo>
                  <a:lnTo>
                    <a:pt x="0" y="0"/>
                  </a:lnTo>
                  <a:lnTo>
                    <a:pt x="0" y="47338"/>
                  </a:lnTo>
                  <a:close/>
                </a:path>
              </a:pathLst>
            </a:custGeom>
            <a:solidFill>
              <a:srgbClr val="007B85"/>
            </a:solidFill>
            <a:ln w="3646" cap="flat">
              <a:noFill/>
              <a:prstDash val="solid"/>
              <a:miter/>
            </a:ln>
          </p:spPr>
          <p:txBody>
            <a:bodyPr rtlCol="0" anchor="ctr"/>
            <a:lstStyle/>
            <a:p>
              <a:endParaRPr lang="en-GR"/>
            </a:p>
          </p:txBody>
        </p:sp>
        <p:sp>
          <p:nvSpPr>
            <p:cNvPr id="559" name="Freeform 455">
              <a:extLst>
                <a:ext uri="{FF2B5EF4-FFF2-40B4-BE49-F238E27FC236}">
                  <a16:creationId xmlns:a16="http://schemas.microsoft.com/office/drawing/2014/main" id="{90FBF893-2638-D337-4FBF-E90AFA8F4956}"/>
                </a:ext>
              </a:extLst>
            </p:cNvPr>
            <p:cNvSpPr/>
            <p:nvPr/>
          </p:nvSpPr>
          <p:spPr>
            <a:xfrm>
              <a:off x="9409107" y="3553734"/>
              <a:ext cx="98077" cy="139065"/>
            </a:xfrm>
            <a:custGeom>
              <a:avLst/>
              <a:gdLst>
                <a:gd name="connsiteX0" fmla="*/ 89224 w 110773"/>
                <a:gd name="connsiteY0" fmla="*/ 75562 h 157067"/>
                <a:gd name="connsiteX1" fmla="*/ 89152 w 110773"/>
                <a:gd name="connsiteY1" fmla="*/ 75610 h 157067"/>
                <a:gd name="connsiteX2" fmla="*/ 106266 w 110773"/>
                <a:gd name="connsiteY2" fmla="*/ 101289 h 157067"/>
                <a:gd name="connsiteX3" fmla="*/ 54666 w 110773"/>
                <a:gd name="connsiteY3" fmla="*/ 153774 h 157067"/>
                <a:gd name="connsiteX4" fmla="*/ 20181 w 110773"/>
                <a:gd name="connsiteY4" fmla="*/ 156183 h 157067"/>
                <a:gd name="connsiteX5" fmla="*/ 0 w 110773"/>
                <a:gd name="connsiteY5" fmla="*/ 122459 h 157067"/>
                <a:gd name="connsiteX6" fmla="*/ 0 w 110773"/>
                <a:gd name="connsiteY6" fmla="*/ 55178 h 157067"/>
                <a:gd name="connsiteX7" fmla="*/ 15838 w 110773"/>
                <a:gd name="connsiteY7" fmla="*/ 25523 h 157067"/>
                <a:gd name="connsiteX8" fmla="*/ 42295 w 110773"/>
                <a:gd name="connsiteY8" fmla="*/ 0 h 157067"/>
                <a:gd name="connsiteX9" fmla="*/ 42295 w 110773"/>
                <a:gd name="connsiteY9" fmla="*/ 84285 h 157067"/>
                <a:gd name="connsiteX10" fmla="*/ 56527 w 110773"/>
                <a:gd name="connsiteY10" fmla="*/ 95015 h 157067"/>
                <a:gd name="connsiteX11" fmla="*/ 89224 w 110773"/>
                <a:gd name="connsiteY11" fmla="*/ 75562 h 157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0773" h="157067">
                  <a:moveTo>
                    <a:pt x="89224" y="75562"/>
                  </a:moveTo>
                  <a:lnTo>
                    <a:pt x="89152" y="75610"/>
                  </a:lnTo>
                  <a:cubicBezTo>
                    <a:pt x="107580" y="63528"/>
                    <a:pt x="116959" y="87982"/>
                    <a:pt x="106266" y="101289"/>
                  </a:cubicBezTo>
                  <a:cubicBezTo>
                    <a:pt x="91158" y="120013"/>
                    <a:pt x="75576" y="141365"/>
                    <a:pt x="54666" y="153774"/>
                  </a:cubicBezTo>
                  <a:cubicBezTo>
                    <a:pt x="45068" y="159322"/>
                    <a:pt x="30800" y="156183"/>
                    <a:pt x="20181" y="156183"/>
                  </a:cubicBezTo>
                  <a:cubicBezTo>
                    <a:pt x="9050" y="156183"/>
                    <a:pt x="0" y="141073"/>
                    <a:pt x="0" y="122459"/>
                  </a:cubicBezTo>
                  <a:lnTo>
                    <a:pt x="0" y="55178"/>
                  </a:lnTo>
                  <a:cubicBezTo>
                    <a:pt x="0" y="39750"/>
                    <a:pt x="8430" y="32158"/>
                    <a:pt x="15838" y="25523"/>
                  </a:cubicBezTo>
                  <a:cubicBezTo>
                    <a:pt x="24924" y="17329"/>
                    <a:pt x="33281" y="8311"/>
                    <a:pt x="42295" y="0"/>
                  </a:cubicBezTo>
                  <a:lnTo>
                    <a:pt x="42295" y="84285"/>
                  </a:lnTo>
                  <a:cubicBezTo>
                    <a:pt x="42295" y="92475"/>
                    <a:pt x="48608" y="97625"/>
                    <a:pt x="56527" y="95015"/>
                  </a:cubicBezTo>
                  <a:cubicBezTo>
                    <a:pt x="68022" y="91117"/>
                    <a:pt x="79080" y="82084"/>
                    <a:pt x="89224" y="75562"/>
                  </a:cubicBezTo>
                  <a:close/>
                </a:path>
              </a:pathLst>
            </a:custGeom>
            <a:solidFill>
              <a:srgbClr val="007B85"/>
            </a:solidFill>
            <a:ln w="3646" cap="flat">
              <a:noFill/>
              <a:prstDash val="solid"/>
              <a:miter/>
            </a:ln>
          </p:spPr>
          <p:txBody>
            <a:bodyPr rtlCol="0" anchor="ctr"/>
            <a:lstStyle/>
            <a:p>
              <a:endParaRPr lang="en-GR"/>
            </a:p>
          </p:txBody>
        </p:sp>
      </p:grpSp>
      <p:grpSp>
        <p:nvGrpSpPr>
          <p:cNvPr id="560" name="Group 559">
            <a:extLst>
              <a:ext uri="{FF2B5EF4-FFF2-40B4-BE49-F238E27FC236}">
                <a16:creationId xmlns:a16="http://schemas.microsoft.com/office/drawing/2014/main" id="{D2B32D25-56C4-A21C-F38A-8872956BE17A}"/>
              </a:ext>
            </a:extLst>
          </p:cNvPr>
          <p:cNvGrpSpPr/>
          <p:nvPr/>
        </p:nvGrpSpPr>
        <p:grpSpPr>
          <a:xfrm>
            <a:off x="10893973" y="3539069"/>
            <a:ext cx="206868" cy="153820"/>
            <a:chOff x="9741817" y="3539069"/>
            <a:chExt cx="206868" cy="153820"/>
          </a:xfrm>
        </p:grpSpPr>
        <p:sp>
          <p:nvSpPr>
            <p:cNvPr id="561" name="Freeform 457">
              <a:extLst>
                <a:ext uri="{FF2B5EF4-FFF2-40B4-BE49-F238E27FC236}">
                  <a16:creationId xmlns:a16="http://schemas.microsoft.com/office/drawing/2014/main" id="{2A04BB32-2A57-1A7D-32C4-58F4537FB1BA}"/>
                </a:ext>
              </a:extLst>
            </p:cNvPr>
            <p:cNvSpPr/>
            <p:nvPr/>
          </p:nvSpPr>
          <p:spPr>
            <a:xfrm>
              <a:off x="9741817" y="3539069"/>
              <a:ext cx="157013" cy="26139"/>
            </a:xfrm>
            <a:custGeom>
              <a:avLst/>
              <a:gdLst>
                <a:gd name="connsiteX0" fmla="*/ 177303 w 177338"/>
                <a:gd name="connsiteY0" fmla="*/ 21235 h 29523"/>
                <a:gd name="connsiteX1" fmla="*/ 140336 w 177338"/>
                <a:gd name="connsiteY1" fmla="*/ 0 h 29523"/>
                <a:gd name="connsiteX2" fmla="*/ 37025 w 177338"/>
                <a:gd name="connsiteY2" fmla="*/ 0 h 29523"/>
                <a:gd name="connsiteX3" fmla="*/ 970 w 177338"/>
                <a:gd name="connsiteY3" fmla="*/ 16822 h 29523"/>
                <a:gd name="connsiteX4" fmla="*/ 131 w 177338"/>
                <a:gd name="connsiteY4" fmla="*/ 29523 h 29523"/>
                <a:gd name="connsiteX5" fmla="*/ 177339 w 177338"/>
                <a:gd name="connsiteY5" fmla="*/ 29523 h 29523"/>
                <a:gd name="connsiteX6" fmla="*/ 177339 w 177338"/>
                <a:gd name="connsiteY6" fmla="*/ 21530 h 29523"/>
                <a:gd name="connsiteX7" fmla="*/ 177303 w 177338"/>
                <a:gd name="connsiteY7" fmla="*/ 21578 h 29523"/>
                <a:gd name="connsiteX8" fmla="*/ 177303 w 177338"/>
                <a:gd name="connsiteY8" fmla="*/ 21235 h 29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7338" h="29523">
                  <a:moveTo>
                    <a:pt x="177303" y="21235"/>
                  </a:moveTo>
                  <a:cubicBezTo>
                    <a:pt x="177157" y="9515"/>
                    <a:pt x="160625" y="0"/>
                    <a:pt x="140336" y="0"/>
                  </a:cubicBezTo>
                  <a:lnTo>
                    <a:pt x="37025" y="0"/>
                  </a:lnTo>
                  <a:cubicBezTo>
                    <a:pt x="19326" y="0"/>
                    <a:pt x="4546" y="7208"/>
                    <a:pt x="970" y="16822"/>
                  </a:cubicBezTo>
                  <a:cubicBezTo>
                    <a:pt x="-490" y="20793"/>
                    <a:pt x="131" y="25381"/>
                    <a:pt x="131" y="29523"/>
                  </a:cubicBezTo>
                  <a:lnTo>
                    <a:pt x="177339" y="29523"/>
                  </a:lnTo>
                  <a:lnTo>
                    <a:pt x="177339" y="21530"/>
                  </a:lnTo>
                  <a:lnTo>
                    <a:pt x="177303" y="21578"/>
                  </a:lnTo>
                  <a:lnTo>
                    <a:pt x="177303" y="21235"/>
                  </a:lnTo>
                  <a:close/>
                </a:path>
              </a:pathLst>
            </a:custGeom>
            <a:solidFill>
              <a:srgbClr val="007B85"/>
            </a:solidFill>
            <a:ln w="3646" cap="flat">
              <a:noFill/>
              <a:prstDash val="solid"/>
              <a:miter/>
            </a:ln>
          </p:spPr>
          <p:txBody>
            <a:bodyPr rtlCol="0" anchor="ctr"/>
            <a:lstStyle/>
            <a:p>
              <a:endParaRPr lang="en-GR"/>
            </a:p>
          </p:txBody>
        </p:sp>
        <p:sp>
          <p:nvSpPr>
            <p:cNvPr id="562" name="Freeform 458">
              <a:extLst>
                <a:ext uri="{FF2B5EF4-FFF2-40B4-BE49-F238E27FC236}">
                  <a16:creationId xmlns:a16="http://schemas.microsoft.com/office/drawing/2014/main" id="{3B4A4F07-F29C-9BC3-9E1A-ABA5B3499BD5}"/>
                </a:ext>
              </a:extLst>
            </p:cNvPr>
            <p:cNvSpPr/>
            <p:nvPr/>
          </p:nvSpPr>
          <p:spPr>
            <a:xfrm>
              <a:off x="9848794" y="3553747"/>
              <a:ext cx="99891" cy="139142"/>
            </a:xfrm>
            <a:custGeom>
              <a:avLst/>
              <a:gdLst>
                <a:gd name="connsiteX0" fmla="*/ 70565 w 112822"/>
                <a:gd name="connsiteY0" fmla="*/ 0 h 157154"/>
                <a:gd name="connsiteX1" fmla="*/ 70565 w 112822"/>
                <a:gd name="connsiteY1" fmla="*/ 84354 h 157154"/>
                <a:gd name="connsiteX2" fmla="*/ 56296 w 112822"/>
                <a:gd name="connsiteY2" fmla="*/ 95096 h 157154"/>
                <a:gd name="connsiteX3" fmla="*/ 23599 w 112822"/>
                <a:gd name="connsiteY3" fmla="*/ 75624 h 157154"/>
                <a:gd name="connsiteX4" fmla="*/ 499 w 112822"/>
                <a:gd name="connsiteY4" fmla="*/ 85289 h 157154"/>
                <a:gd name="connsiteX5" fmla="*/ 6483 w 112822"/>
                <a:gd name="connsiteY5" fmla="*/ 101322 h 157154"/>
                <a:gd name="connsiteX6" fmla="*/ 58084 w 112822"/>
                <a:gd name="connsiteY6" fmla="*/ 153832 h 157154"/>
                <a:gd name="connsiteX7" fmla="*/ 92606 w 112822"/>
                <a:gd name="connsiteY7" fmla="*/ 156241 h 157154"/>
                <a:gd name="connsiteX8" fmla="*/ 112823 w 112822"/>
                <a:gd name="connsiteY8" fmla="*/ 122517 h 157154"/>
                <a:gd name="connsiteX9" fmla="*/ 112823 w 112822"/>
                <a:gd name="connsiteY9" fmla="*/ 55174 h 157154"/>
                <a:gd name="connsiteX10" fmla="*/ 96985 w 112822"/>
                <a:gd name="connsiteY10" fmla="*/ 25494 h 157154"/>
                <a:gd name="connsiteX11" fmla="*/ 70565 w 112822"/>
                <a:gd name="connsiteY11" fmla="*/ 0 h 15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2822" h="157154">
                  <a:moveTo>
                    <a:pt x="70565" y="0"/>
                  </a:moveTo>
                  <a:lnTo>
                    <a:pt x="70565" y="84354"/>
                  </a:lnTo>
                  <a:cubicBezTo>
                    <a:pt x="70565" y="92556"/>
                    <a:pt x="64215" y="97706"/>
                    <a:pt x="56296" y="95096"/>
                  </a:cubicBezTo>
                  <a:cubicBezTo>
                    <a:pt x="44801" y="91198"/>
                    <a:pt x="33707" y="82150"/>
                    <a:pt x="23599" y="75624"/>
                  </a:cubicBezTo>
                  <a:cubicBezTo>
                    <a:pt x="14621" y="69788"/>
                    <a:pt x="4915" y="72536"/>
                    <a:pt x="499" y="85289"/>
                  </a:cubicBezTo>
                  <a:cubicBezTo>
                    <a:pt x="-1216" y="90340"/>
                    <a:pt x="1667" y="95340"/>
                    <a:pt x="6483" y="101322"/>
                  </a:cubicBezTo>
                  <a:cubicBezTo>
                    <a:pt x="21445" y="119889"/>
                    <a:pt x="37539" y="141715"/>
                    <a:pt x="58084" y="153832"/>
                  </a:cubicBezTo>
                  <a:cubicBezTo>
                    <a:pt x="67609" y="159453"/>
                    <a:pt x="82059" y="156241"/>
                    <a:pt x="92606" y="156241"/>
                  </a:cubicBezTo>
                  <a:cubicBezTo>
                    <a:pt x="103809" y="156241"/>
                    <a:pt x="112823" y="141131"/>
                    <a:pt x="112823" y="122517"/>
                  </a:cubicBezTo>
                  <a:lnTo>
                    <a:pt x="112823" y="55174"/>
                  </a:lnTo>
                  <a:cubicBezTo>
                    <a:pt x="112823" y="39732"/>
                    <a:pt x="104357" y="32137"/>
                    <a:pt x="96985" y="25494"/>
                  </a:cubicBezTo>
                  <a:cubicBezTo>
                    <a:pt x="87899" y="17311"/>
                    <a:pt x="79542" y="8329"/>
                    <a:pt x="70565" y="0"/>
                  </a:cubicBezTo>
                  <a:close/>
                </a:path>
              </a:pathLst>
            </a:custGeom>
            <a:solidFill>
              <a:srgbClr val="007B85"/>
            </a:solidFill>
            <a:ln w="3646" cap="flat">
              <a:noFill/>
              <a:prstDash val="solid"/>
              <a:miter/>
            </a:ln>
          </p:spPr>
          <p:txBody>
            <a:bodyPr rtlCol="0" anchor="ctr"/>
            <a:lstStyle/>
            <a:p>
              <a:endParaRPr lang="en-GR"/>
            </a:p>
          </p:txBody>
        </p:sp>
        <p:sp>
          <p:nvSpPr>
            <p:cNvPr id="563" name="Freeform 459">
              <a:extLst>
                <a:ext uri="{FF2B5EF4-FFF2-40B4-BE49-F238E27FC236}">
                  <a16:creationId xmlns:a16="http://schemas.microsoft.com/office/drawing/2014/main" id="{CB6F81CF-5EC0-C2A2-52AC-2AEBCC878056}"/>
                </a:ext>
              </a:extLst>
            </p:cNvPr>
            <p:cNvSpPr/>
            <p:nvPr/>
          </p:nvSpPr>
          <p:spPr>
            <a:xfrm>
              <a:off x="9741901" y="3582754"/>
              <a:ext cx="156898" cy="60487"/>
            </a:xfrm>
            <a:custGeom>
              <a:avLst/>
              <a:gdLst>
                <a:gd name="connsiteX0" fmla="*/ 135424 w 177208"/>
                <a:gd name="connsiteY0" fmla="*/ 26680 h 68317"/>
                <a:gd name="connsiteX1" fmla="*/ 135424 w 177208"/>
                <a:gd name="connsiteY1" fmla="*/ 26629 h 68317"/>
                <a:gd name="connsiteX2" fmla="*/ 108748 w 177208"/>
                <a:gd name="connsiteY2" fmla="*/ 48159 h 68317"/>
                <a:gd name="connsiteX3" fmla="*/ 111120 w 177208"/>
                <a:gd name="connsiteY3" fmla="*/ 68317 h 68317"/>
                <a:gd name="connsiteX4" fmla="*/ 29486 w 177208"/>
                <a:gd name="connsiteY4" fmla="*/ 68317 h 68317"/>
                <a:gd name="connsiteX5" fmla="*/ 0 w 177208"/>
                <a:gd name="connsiteY5" fmla="*/ 51251 h 68317"/>
                <a:gd name="connsiteX6" fmla="*/ 0 w 177208"/>
                <a:gd name="connsiteY6" fmla="*/ 0 h 68317"/>
                <a:gd name="connsiteX7" fmla="*/ 177208 w 177208"/>
                <a:gd name="connsiteY7" fmla="*/ 0 h 68317"/>
                <a:gd name="connsiteX8" fmla="*/ 177208 w 177208"/>
                <a:gd name="connsiteY8" fmla="*/ 47426 h 68317"/>
                <a:gd name="connsiteX9" fmla="*/ 135424 w 177208"/>
                <a:gd name="connsiteY9" fmla="*/ 26680 h 68317"/>
                <a:gd name="connsiteX10" fmla="*/ 44630 w 177208"/>
                <a:gd name="connsiteY10" fmla="*/ 48506 h 68317"/>
                <a:gd name="connsiteX11" fmla="*/ 48061 w 177208"/>
                <a:gd name="connsiteY11" fmla="*/ 42717 h 68317"/>
                <a:gd name="connsiteX12" fmla="*/ 44630 w 177208"/>
                <a:gd name="connsiteY12" fmla="*/ 35312 h 68317"/>
                <a:gd name="connsiteX13" fmla="*/ 24523 w 177208"/>
                <a:gd name="connsiteY13" fmla="*/ 35312 h 68317"/>
                <a:gd name="connsiteX14" fmla="*/ 21093 w 177208"/>
                <a:gd name="connsiteY14" fmla="*/ 41101 h 68317"/>
                <a:gd name="connsiteX15" fmla="*/ 24523 w 177208"/>
                <a:gd name="connsiteY15" fmla="*/ 48506 h 68317"/>
                <a:gd name="connsiteX16" fmla="*/ 44630 w 177208"/>
                <a:gd name="connsiteY16" fmla="*/ 48506 h 68317"/>
                <a:gd name="connsiteX17" fmla="*/ 98749 w 177208"/>
                <a:gd name="connsiteY17" fmla="*/ 48506 h 68317"/>
                <a:gd name="connsiteX18" fmla="*/ 102179 w 177208"/>
                <a:gd name="connsiteY18" fmla="*/ 41101 h 68317"/>
                <a:gd name="connsiteX19" fmla="*/ 98749 w 177208"/>
                <a:gd name="connsiteY19" fmla="*/ 35312 h 68317"/>
                <a:gd name="connsiteX20" fmla="*/ 59191 w 177208"/>
                <a:gd name="connsiteY20" fmla="*/ 35312 h 68317"/>
                <a:gd name="connsiteX21" fmla="*/ 55761 w 177208"/>
                <a:gd name="connsiteY21" fmla="*/ 42717 h 68317"/>
                <a:gd name="connsiteX22" fmla="*/ 59191 w 177208"/>
                <a:gd name="connsiteY22" fmla="*/ 48506 h 68317"/>
                <a:gd name="connsiteX23" fmla="*/ 98749 w 177208"/>
                <a:gd name="connsiteY23" fmla="*/ 48506 h 68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7208" h="68317">
                  <a:moveTo>
                    <a:pt x="135424" y="26680"/>
                  </a:moveTo>
                  <a:lnTo>
                    <a:pt x="135424" y="26629"/>
                  </a:lnTo>
                  <a:cubicBezTo>
                    <a:pt x="123382" y="26629"/>
                    <a:pt x="113419" y="34673"/>
                    <a:pt x="108748" y="48159"/>
                  </a:cubicBezTo>
                  <a:cubicBezTo>
                    <a:pt x="106120" y="55860"/>
                    <a:pt x="108237" y="62923"/>
                    <a:pt x="111120" y="68317"/>
                  </a:cubicBezTo>
                  <a:lnTo>
                    <a:pt x="29486" y="68317"/>
                  </a:lnTo>
                  <a:cubicBezTo>
                    <a:pt x="19633" y="68317"/>
                    <a:pt x="0" y="64452"/>
                    <a:pt x="0" y="51251"/>
                  </a:cubicBezTo>
                  <a:lnTo>
                    <a:pt x="0" y="0"/>
                  </a:lnTo>
                  <a:lnTo>
                    <a:pt x="177208" y="0"/>
                  </a:lnTo>
                  <a:lnTo>
                    <a:pt x="177208" y="47426"/>
                  </a:lnTo>
                  <a:cubicBezTo>
                    <a:pt x="164107" y="40141"/>
                    <a:pt x="151079" y="26680"/>
                    <a:pt x="135424" y="26680"/>
                  </a:cubicBezTo>
                  <a:close/>
                  <a:moveTo>
                    <a:pt x="44630" y="48506"/>
                  </a:moveTo>
                  <a:cubicBezTo>
                    <a:pt x="46528" y="48455"/>
                    <a:pt x="48061" y="45856"/>
                    <a:pt x="48061" y="42717"/>
                  </a:cubicBezTo>
                  <a:cubicBezTo>
                    <a:pt x="48061" y="40272"/>
                    <a:pt x="47988" y="35399"/>
                    <a:pt x="44630" y="35312"/>
                  </a:cubicBezTo>
                  <a:lnTo>
                    <a:pt x="24523" y="35312"/>
                  </a:lnTo>
                  <a:cubicBezTo>
                    <a:pt x="22589" y="35359"/>
                    <a:pt x="21093" y="37911"/>
                    <a:pt x="21093" y="41101"/>
                  </a:cubicBezTo>
                  <a:cubicBezTo>
                    <a:pt x="21093" y="43539"/>
                    <a:pt x="21166" y="48418"/>
                    <a:pt x="24523" y="48506"/>
                  </a:cubicBezTo>
                  <a:lnTo>
                    <a:pt x="44630" y="48506"/>
                  </a:lnTo>
                  <a:close/>
                  <a:moveTo>
                    <a:pt x="98749" y="48506"/>
                  </a:moveTo>
                  <a:cubicBezTo>
                    <a:pt x="102106" y="48418"/>
                    <a:pt x="102179" y="43539"/>
                    <a:pt x="102179" y="41101"/>
                  </a:cubicBezTo>
                  <a:cubicBezTo>
                    <a:pt x="102179" y="37911"/>
                    <a:pt x="100683" y="35359"/>
                    <a:pt x="98749" y="35312"/>
                  </a:cubicBezTo>
                  <a:lnTo>
                    <a:pt x="59191" y="35312"/>
                  </a:lnTo>
                  <a:cubicBezTo>
                    <a:pt x="55834" y="35399"/>
                    <a:pt x="55761" y="40272"/>
                    <a:pt x="55761" y="42717"/>
                  </a:cubicBezTo>
                  <a:cubicBezTo>
                    <a:pt x="55761" y="45856"/>
                    <a:pt x="57257" y="48455"/>
                    <a:pt x="59191" y="48506"/>
                  </a:cubicBezTo>
                  <a:lnTo>
                    <a:pt x="98749" y="48506"/>
                  </a:lnTo>
                  <a:close/>
                </a:path>
              </a:pathLst>
            </a:custGeom>
            <a:solidFill>
              <a:srgbClr val="007B85"/>
            </a:solidFill>
            <a:ln w="3646" cap="flat">
              <a:noFill/>
              <a:prstDash val="solid"/>
              <a:miter/>
            </a:ln>
          </p:spPr>
          <p:txBody>
            <a:bodyPr rtlCol="0" anchor="ctr"/>
            <a:lstStyle/>
            <a:p>
              <a:endParaRPr lang="en-GR"/>
            </a:p>
          </p:txBody>
        </p:sp>
      </p:grpSp>
      <p:grpSp>
        <p:nvGrpSpPr>
          <p:cNvPr id="564" name="Group 563">
            <a:extLst>
              <a:ext uri="{FF2B5EF4-FFF2-40B4-BE49-F238E27FC236}">
                <a16:creationId xmlns:a16="http://schemas.microsoft.com/office/drawing/2014/main" id="{CD01133C-FCC4-C446-D477-728F6C9B6248}"/>
              </a:ext>
            </a:extLst>
          </p:cNvPr>
          <p:cNvGrpSpPr/>
          <p:nvPr/>
        </p:nvGrpSpPr>
        <p:grpSpPr>
          <a:xfrm>
            <a:off x="5579041" y="3849294"/>
            <a:ext cx="187369" cy="201268"/>
            <a:chOff x="4426883" y="3849294"/>
            <a:chExt cx="187369" cy="201268"/>
          </a:xfrm>
        </p:grpSpPr>
        <p:sp>
          <p:nvSpPr>
            <p:cNvPr id="565" name="Freeform 460">
              <a:extLst>
                <a:ext uri="{FF2B5EF4-FFF2-40B4-BE49-F238E27FC236}">
                  <a16:creationId xmlns:a16="http://schemas.microsoft.com/office/drawing/2014/main" id="{3807F731-4DC1-E53A-23E9-881207E49B5E}"/>
                </a:ext>
              </a:extLst>
            </p:cNvPr>
            <p:cNvSpPr/>
            <p:nvPr/>
          </p:nvSpPr>
          <p:spPr>
            <a:xfrm>
              <a:off x="4484518" y="3849294"/>
              <a:ext cx="129734" cy="200259"/>
            </a:xfrm>
            <a:custGeom>
              <a:avLst/>
              <a:gdLst>
                <a:gd name="connsiteX0" fmla="*/ 36646 w 146528"/>
                <a:gd name="connsiteY0" fmla="*/ 0 h 226182"/>
                <a:gd name="connsiteX1" fmla="*/ 109883 w 146528"/>
                <a:gd name="connsiteY1" fmla="*/ 0 h 226182"/>
                <a:gd name="connsiteX2" fmla="*/ 146529 w 146528"/>
                <a:gd name="connsiteY2" fmla="*/ 21169 h 226182"/>
                <a:gd name="connsiteX3" fmla="*/ 146529 w 146528"/>
                <a:gd name="connsiteY3" fmla="*/ 205010 h 226182"/>
                <a:gd name="connsiteX4" fmla="*/ 109883 w 146528"/>
                <a:gd name="connsiteY4" fmla="*/ 226179 h 226182"/>
                <a:gd name="connsiteX5" fmla="*/ 36646 w 146528"/>
                <a:gd name="connsiteY5" fmla="*/ 226179 h 226182"/>
                <a:gd name="connsiteX6" fmla="*/ 22479 w 146528"/>
                <a:gd name="connsiteY6" fmla="*/ 224135 h 226182"/>
                <a:gd name="connsiteX7" fmla="*/ 64417 w 146528"/>
                <a:gd name="connsiteY7" fmla="*/ 179169 h 226182"/>
                <a:gd name="connsiteX8" fmla="*/ 123878 w 146528"/>
                <a:gd name="connsiteY8" fmla="*/ 179169 h 226182"/>
                <a:gd name="connsiteX9" fmla="*/ 123878 w 146528"/>
                <a:gd name="connsiteY9" fmla="*/ 24308 h 226182"/>
                <a:gd name="connsiteX10" fmla="*/ 23333 w 146528"/>
                <a:gd name="connsiteY10" fmla="*/ 24308 h 226182"/>
                <a:gd name="connsiteX11" fmla="*/ 23333 w 146528"/>
                <a:gd name="connsiteY11" fmla="*/ 122999 h 226182"/>
                <a:gd name="connsiteX12" fmla="*/ 0 w 146528"/>
                <a:gd name="connsiteY12" fmla="*/ 138255 h 226182"/>
                <a:gd name="connsiteX13" fmla="*/ 0 w 146528"/>
                <a:gd name="connsiteY13" fmla="*/ 21169 h 226182"/>
                <a:gd name="connsiteX14" fmla="*/ 36646 w 146528"/>
                <a:gd name="connsiteY14" fmla="*/ 0 h 226182"/>
                <a:gd name="connsiteX15" fmla="*/ 55651 w 146528"/>
                <a:gd name="connsiteY15" fmla="*/ 203732 h 226182"/>
                <a:gd name="connsiteX16" fmla="*/ 73007 w 146528"/>
                <a:gd name="connsiteY16" fmla="*/ 213769 h 226182"/>
                <a:gd name="connsiteX17" fmla="*/ 90363 w 146528"/>
                <a:gd name="connsiteY17" fmla="*/ 203732 h 226182"/>
                <a:gd name="connsiteX18" fmla="*/ 73007 w 146528"/>
                <a:gd name="connsiteY18" fmla="*/ 193732 h 226182"/>
                <a:gd name="connsiteX19" fmla="*/ 55651 w 146528"/>
                <a:gd name="connsiteY19" fmla="*/ 203732 h 226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6528" h="226182">
                  <a:moveTo>
                    <a:pt x="36646" y="0"/>
                  </a:moveTo>
                  <a:lnTo>
                    <a:pt x="109883" y="0"/>
                  </a:lnTo>
                  <a:cubicBezTo>
                    <a:pt x="130140" y="0"/>
                    <a:pt x="146529" y="9453"/>
                    <a:pt x="146529" y="21169"/>
                  </a:cubicBezTo>
                  <a:lnTo>
                    <a:pt x="146529" y="205010"/>
                  </a:lnTo>
                  <a:cubicBezTo>
                    <a:pt x="146529" y="216653"/>
                    <a:pt x="130081" y="226179"/>
                    <a:pt x="109883" y="226179"/>
                  </a:cubicBezTo>
                  <a:lnTo>
                    <a:pt x="36646" y="226179"/>
                  </a:lnTo>
                  <a:cubicBezTo>
                    <a:pt x="32278" y="226179"/>
                    <a:pt x="26391" y="226362"/>
                    <a:pt x="22479" y="224135"/>
                  </a:cubicBezTo>
                  <a:cubicBezTo>
                    <a:pt x="40062" y="208295"/>
                    <a:pt x="64187" y="179462"/>
                    <a:pt x="64417" y="179169"/>
                  </a:cubicBezTo>
                  <a:lnTo>
                    <a:pt x="123878" y="179169"/>
                  </a:lnTo>
                  <a:lnTo>
                    <a:pt x="123878" y="24308"/>
                  </a:lnTo>
                  <a:lnTo>
                    <a:pt x="23333" y="24308"/>
                  </a:lnTo>
                  <a:lnTo>
                    <a:pt x="23333" y="122999"/>
                  </a:lnTo>
                  <a:cubicBezTo>
                    <a:pt x="20202" y="125261"/>
                    <a:pt x="0" y="138255"/>
                    <a:pt x="0" y="138255"/>
                  </a:cubicBezTo>
                  <a:lnTo>
                    <a:pt x="0" y="21169"/>
                  </a:lnTo>
                  <a:cubicBezTo>
                    <a:pt x="0" y="9489"/>
                    <a:pt x="16447" y="0"/>
                    <a:pt x="36646" y="0"/>
                  </a:cubicBezTo>
                  <a:close/>
                  <a:moveTo>
                    <a:pt x="55651" y="203732"/>
                  </a:moveTo>
                  <a:cubicBezTo>
                    <a:pt x="55651" y="209280"/>
                    <a:pt x="63450" y="213769"/>
                    <a:pt x="73007" y="213769"/>
                  </a:cubicBezTo>
                  <a:cubicBezTo>
                    <a:pt x="82623" y="213769"/>
                    <a:pt x="90363" y="209280"/>
                    <a:pt x="90363" y="203732"/>
                  </a:cubicBezTo>
                  <a:cubicBezTo>
                    <a:pt x="90363" y="198222"/>
                    <a:pt x="82623" y="193732"/>
                    <a:pt x="73007" y="193732"/>
                  </a:cubicBezTo>
                  <a:cubicBezTo>
                    <a:pt x="63391" y="193732"/>
                    <a:pt x="55651" y="198222"/>
                    <a:pt x="55651" y="203732"/>
                  </a:cubicBezTo>
                  <a:close/>
                </a:path>
              </a:pathLst>
            </a:custGeom>
            <a:solidFill>
              <a:srgbClr val="007B85"/>
            </a:solidFill>
            <a:ln w="3646" cap="flat">
              <a:noFill/>
              <a:prstDash val="solid"/>
              <a:miter/>
            </a:ln>
          </p:spPr>
          <p:txBody>
            <a:bodyPr rtlCol="0" anchor="ctr"/>
            <a:lstStyle/>
            <a:p>
              <a:endParaRPr lang="en-GR"/>
            </a:p>
          </p:txBody>
        </p:sp>
        <p:sp>
          <p:nvSpPr>
            <p:cNvPr id="566" name="Freeform 461">
              <a:extLst>
                <a:ext uri="{FF2B5EF4-FFF2-40B4-BE49-F238E27FC236}">
                  <a16:creationId xmlns:a16="http://schemas.microsoft.com/office/drawing/2014/main" id="{45A119F3-F2A3-1B98-6CE6-FC4FFD36E830}"/>
                </a:ext>
              </a:extLst>
            </p:cNvPr>
            <p:cNvSpPr/>
            <p:nvPr/>
          </p:nvSpPr>
          <p:spPr>
            <a:xfrm>
              <a:off x="4426883" y="3889042"/>
              <a:ext cx="115985" cy="161520"/>
            </a:xfrm>
            <a:custGeom>
              <a:avLst/>
              <a:gdLst>
                <a:gd name="connsiteX0" fmla="*/ 130421 w 130999"/>
                <a:gd name="connsiteY0" fmla="*/ 98983 h 182428"/>
                <a:gd name="connsiteX1" fmla="*/ 123480 w 130999"/>
                <a:gd name="connsiteY1" fmla="*/ 117597 h 182428"/>
                <a:gd name="connsiteX2" fmla="*/ 123422 w 130999"/>
                <a:gd name="connsiteY2" fmla="*/ 117670 h 182428"/>
                <a:gd name="connsiteX3" fmla="*/ 63504 w 130999"/>
                <a:gd name="connsiteY3" fmla="*/ 178622 h 182428"/>
                <a:gd name="connsiteX4" fmla="*/ 23443 w 130999"/>
                <a:gd name="connsiteY4" fmla="*/ 181396 h 182428"/>
                <a:gd name="connsiteX5" fmla="*/ 0 w 130999"/>
                <a:gd name="connsiteY5" fmla="*/ 142233 h 182428"/>
                <a:gd name="connsiteX6" fmla="*/ 0 w 130999"/>
                <a:gd name="connsiteY6" fmla="*/ 64090 h 182428"/>
                <a:gd name="connsiteX7" fmla="*/ 18378 w 130999"/>
                <a:gd name="connsiteY7" fmla="*/ 29636 h 182428"/>
                <a:gd name="connsiteX8" fmla="*/ 49108 w 130999"/>
                <a:gd name="connsiteY8" fmla="*/ 0 h 182428"/>
                <a:gd name="connsiteX9" fmla="*/ 49108 w 130999"/>
                <a:gd name="connsiteY9" fmla="*/ 97888 h 182428"/>
                <a:gd name="connsiteX10" fmla="*/ 65665 w 130999"/>
                <a:gd name="connsiteY10" fmla="*/ 110370 h 182428"/>
                <a:gd name="connsiteX11" fmla="*/ 103621 w 130999"/>
                <a:gd name="connsiteY11" fmla="*/ 87778 h 182428"/>
                <a:gd name="connsiteX12" fmla="*/ 130421 w 130999"/>
                <a:gd name="connsiteY12" fmla="*/ 98983 h 182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0999" h="182428">
                  <a:moveTo>
                    <a:pt x="130421" y="98983"/>
                  </a:moveTo>
                  <a:cubicBezTo>
                    <a:pt x="132413" y="104859"/>
                    <a:pt x="129056" y="110662"/>
                    <a:pt x="123480" y="117597"/>
                  </a:cubicBezTo>
                  <a:lnTo>
                    <a:pt x="123422" y="117670"/>
                  </a:lnTo>
                  <a:cubicBezTo>
                    <a:pt x="120863" y="120845"/>
                    <a:pt x="81827" y="167745"/>
                    <a:pt x="63504" y="178622"/>
                  </a:cubicBezTo>
                  <a:cubicBezTo>
                    <a:pt x="52360" y="185045"/>
                    <a:pt x="35759" y="181396"/>
                    <a:pt x="23443" y="181396"/>
                  </a:cubicBezTo>
                  <a:cubicBezTo>
                    <a:pt x="10528" y="181396"/>
                    <a:pt x="0" y="163876"/>
                    <a:pt x="0" y="142233"/>
                  </a:cubicBezTo>
                  <a:lnTo>
                    <a:pt x="0" y="64090"/>
                  </a:lnTo>
                  <a:cubicBezTo>
                    <a:pt x="0" y="46170"/>
                    <a:pt x="9806" y="37374"/>
                    <a:pt x="18378" y="29636"/>
                  </a:cubicBezTo>
                  <a:cubicBezTo>
                    <a:pt x="28961" y="20147"/>
                    <a:pt x="38646" y="9672"/>
                    <a:pt x="49108" y="0"/>
                  </a:cubicBezTo>
                  <a:lnTo>
                    <a:pt x="49108" y="97888"/>
                  </a:lnTo>
                  <a:cubicBezTo>
                    <a:pt x="49108" y="107414"/>
                    <a:pt x="56458" y="113400"/>
                    <a:pt x="65665" y="110370"/>
                  </a:cubicBezTo>
                  <a:cubicBezTo>
                    <a:pt x="68683" y="109348"/>
                    <a:pt x="96906" y="92158"/>
                    <a:pt x="103621" y="87778"/>
                  </a:cubicBezTo>
                  <a:cubicBezTo>
                    <a:pt x="114032" y="80953"/>
                    <a:pt x="125301" y="84128"/>
                    <a:pt x="130421" y="98983"/>
                  </a:cubicBezTo>
                  <a:close/>
                </a:path>
              </a:pathLst>
            </a:custGeom>
            <a:solidFill>
              <a:srgbClr val="007B85"/>
            </a:solidFill>
            <a:ln w="3646" cap="flat">
              <a:noFill/>
              <a:prstDash val="solid"/>
              <a:miter/>
            </a:ln>
          </p:spPr>
          <p:txBody>
            <a:bodyPr rtlCol="0" anchor="ctr"/>
            <a:lstStyle/>
            <a:p>
              <a:endParaRPr lang="en-GR"/>
            </a:p>
          </p:txBody>
        </p:sp>
      </p:grpSp>
      <p:grpSp>
        <p:nvGrpSpPr>
          <p:cNvPr id="567" name="Group 566">
            <a:extLst>
              <a:ext uri="{FF2B5EF4-FFF2-40B4-BE49-F238E27FC236}">
                <a16:creationId xmlns:a16="http://schemas.microsoft.com/office/drawing/2014/main" id="{AADEBED2-CDED-1459-D4AE-5143DB6297CA}"/>
              </a:ext>
            </a:extLst>
          </p:cNvPr>
          <p:cNvGrpSpPr/>
          <p:nvPr/>
        </p:nvGrpSpPr>
        <p:grpSpPr>
          <a:xfrm>
            <a:off x="5905373" y="3852526"/>
            <a:ext cx="203453" cy="193890"/>
            <a:chOff x="4753215" y="3852526"/>
            <a:chExt cx="203453" cy="193890"/>
          </a:xfrm>
        </p:grpSpPr>
        <p:sp>
          <p:nvSpPr>
            <p:cNvPr id="568" name="Freeform 462">
              <a:extLst>
                <a:ext uri="{FF2B5EF4-FFF2-40B4-BE49-F238E27FC236}">
                  <a16:creationId xmlns:a16="http://schemas.microsoft.com/office/drawing/2014/main" id="{724DDAD1-214D-F592-ECD1-EC4D03F4602A}"/>
                </a:ext>
              </a:extLst>
            </p:cNvPr>
            <p:cNvSpPr/>
            <p:nvPr/>
          </p:nvSpPr>
          <p:spPr>
            <a:xfrm>
              <a:off x="4899066" y="3852526"/>
              <a:ext cx="57602" cy="33284"/>
            </a:xfrm>
            <a:custGeom>
              <a:avLst/>
              <a:gdLst>
                <a:gd name="connsiteX0" fmla="*/ 32529 w 65058"/>
                <a:gd name="connsiteY0" fmla="*/ 37593 h 37593"/>
                <a:gd name="connsiteX1" fmla="*/ 65059 w 65058"/>
                <a:gd name="connsiteY1" fmla="*/ 18797 h 37593"/>
                <a:gd name="connsiteX2" fmla="*/ 32529 w 65058"/>
                <a:gd name="connsiteY2" fmla="*/ 0 h 37593"/>
                <a:gd name="connsiteX3" fmla="*/ 0 w 65058"/>
                <a:gd name="connsiteY3" fmla="*/ 18797 h 37593"/>
                <a:gd name="connsiteX4" fmla="*/ 32529 w 65058"/>
                <a:gd name="connsiteY4" fmla="*/ 37593 h 375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58" h="37593">
                  <a:moveTo>
                    <a:pt x="32529" y="37593"/>
                  </a:moveTo>
                  <a:cubicBezTo>
                    <a:pt x="50477" y="37593"/>
                    <a:pt x="65059" y="29162"/>
                    <a:pt x="65059" y="18797"/>
                  </a:cubicBezTo>
                  <a:cubicBezTo>
                    <a:pt x="65059" y="8431"/>
                    <a:pt x="50524" y="0"/>
                    <a:pt x="32529" y="0"/>
                  </a:cubicBezTo>
                  <a:cubicBezTo>
                    <a:pt x="14539" y="0"/>
                    <a:pt x="0" y="8431"/>
                    <a:pt x="0" y="18797"/>
                  </a:cubicBezTo>
                  <a:cubicBezTo>
                    <a:pt x="0" y="29162"/>
                    <a:pt x="14539" y="37593"/>
                    <a:pt x="32529" y="37593"/>
                  </a:cubicBezTo>
                  <a:close/>
                </a:path>
              </a:pathLst>
            </a:custGeom>
            <a:solidFill>
              <a:srgbClr val="007B85"/>
            </a:solidFill>
            <a:ln w="3646" cap="flat">
              <a:noFill/>
              <a:prstDash val="solid"/>
              <a:miter/>
            </a:ln>
          </p:spPr>
          <p:txBody>
            <a:bodyPr rtlCol="0" anchor="ctr"/>
            <a:lstStyle/>
            <a:p>
              <a:endParaRPr lang="en-GR"/>
            </a:p>
          </p:txBody>
        </p:sp>
        <p:sp>
          <p:nvSpPr>
            <p:cNvPr id="569" name="Freeform 463">
              <a:extLst>
                <a:ext uri="{FF2B5EF4-FFF2-40B4-BE49-F238E27FC236}">
                  <a16:creationId xmlns:a16="http://schemas.microsoft.com/office/drawing/2014/main" id="{AE4533C6-E5A1-119C-9237-CDFB5485FD88}"/>
                </a:ext>
              </a:extLst>
            </p:cNvPr>
            <p:cNvSpPr/>
            <p:nvPr/>
          </p:nvSpPr>
          <p:spPr>
            <a:xfrm>
              <a:off x="4753215" y="3852526"/>
              <a:ext cx="57602" cy="33284"/>
            </a:xfrm>
            <a:custGeom>
              <a:avLst/>
              <a:gdLst>
                <a:gd name="connsiteX0" fmla="*/ 65059 w 65058"/>
                <a:gd name="connsiteY0" fmla="*/ 18797 h 37593"/>
                <a:gd name="connsiteX1" fmla="*/ 32529 w 65058"/>
                <a:gd name="connsiteY1" fmla="*/ 37593 h 37593"/>
                <a:gd name="connsiteX2" fmla="*/ 0 w 65058"/>
                <a:gd name="connsiteY2" fmla="*/ 18797 h 37593"/>
                <a:gd name="connsiteX3" fmla="*/ 32529 w 65058"/>
                <a:gd name="connsiteY3" fmla="*/ 0 h 37593"/>
                <a:gd name="connsiteX4" fmla="*/ 65059 w 65058"/>
                <a:gd name="connsiteY4" fmla="*/ 18797 h 375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58" h="37593">
                  <a:moveTo>
                    <a:pt x="65059" y="18797"/>
                  </a:moveTo>
                  <a:cubicBezTo>
                    <a:pt x="65059" y="29162"/>
                    <a:pt x="50477" y="37593"/>
                    <a:pt x="32529" y="37593"/>
                  </a:cubicBezTo>
                  <a:cubicBezTo>
                    <a:pt x="14535" y="37593"/>
                    <a:pt x="0" y="29162"/>
                    <a:pt x="0" y="18797"/>
                  </a:cubicBezTo>
                  <a:cubicBezTo>
                    <a:pt x="0" y="8431"/>
                    <a:pt x="14535" y="0"/>
                    <a:pt x="32529" y="0"/>
                  </a:cubicBezTo>
                  <a:cubicBezTo>
                    <a:pt x="50524" y="0"/>
                    <a:pt x="65059" y="8431"/>
                    <a:pt x="65059" y="18797"/>
                  </a:cubicBezTo>
                  <a:close/>
                </a:path>
              </a:pathLst>
            </a:custGeom>
            <a:solidFill>
              <a:srgbClr val="007B85"/>
            </a:solidFill>
            <a:ln w="3646" cap="flat">
              <a:noFill/>
              <a:prstDash val="solid"/>
              <a:miter/>
            </a:ln>
          </p:spPr>
          <p:txBody>
            <a:bodyPr rtlCol="0" anchor="ctr"/>
            <a:lstStyle/>
            <a:p>
              <a:endParaRPr lang="en-GR"/>
            </a:p>
          </p:txBody>
        </p:sp>
        <p:sp>
          <p:nvSpPr>
            <p:cNvPr id="570" name="Freeform 464">
              <a:extLst>
                <a:ext uri="{FF2B5EF4-FFF2-40B4-BE49-F238E27FC236}">
                  <a16:creationId xmlns:a16="http://schemas.microsoft.com/office/drawing/2014/main" id="{798401F0-9182-C649-B4C9-A175B04D24B7}"/>
                </a:ext>
              </a:extLst>
            </p:cNvPr>
            <p:cNvSpPr/>
            <p:nvPr/>
          </p:nvSpPr>
          <p:spPr>
            <a:xfrm>
              <a:off x="4753215" y="3902582"/>
              <a:ext cx="57602" cy="33316"/>
            </a:xfrm>
            <a:custGeom>
              <a:avLst/>
              <a:gdLst>
                <a:gd name="connsiteX0" fmla="*/ 65059 w 65058"/>
                <a:gd name="connsiteY0" fmla="*/ 18797 h 37629"/>
                <a:gd name="connsiteX1" fmla="*/ 32529 w 65058"/>
                <a:gd name="connsiteY1" fmla="*/ 37630 h 37629"/>
                <a:gd name="connsiteX2" fmla="*/ 0 w 65058"/>
                <a:gd name="connsiteY2" fmla="*/ 18797 h 37629"/>
                <a:gd name="connsiteX3" fmla="*/ 32529 w 65058"/>
                <a:gd name="connsiteY3" fmla="*/ 0 h 37629"/>
                <a:gd name="connsiteX4" fmla="*/ 65059 w 65058"/>
                <a:gd name="connsiteY4" fmla="*/ 18797 h 3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58" h="37629">
                  <a:moveTo>
                    <a:pt x="65059" y="18797"/>
                  </a:moveTo>
                  <a:cubicBezTo>
                    <a:pt x="65059" y="29199"/>
                    <a:pt x="50495" y="37630"/>
                    <a:pt x="32529" y="37630"/>
                  </a:cubicBezTo>
                  <a:cubicBezTo>
                    <a:pt x="14564" y="37630"/>
                    <a:pt x="0" y="29199"/>
                    <a:pt x="0" y="18797"/>
                  </a:cubicBezTo>
                  <a:cubicBezTo>
                    <a:pt x="0" y="8431"/>
                    <a:pt x="14564" y="0"/>
                    <a:pt x="32529" y="0"/>
                  </a:cubicBezTo>
                  <a:cubicBezTo>
                    <a:pt x="50495" y="0"/>
                    <a:pt x="65059" y="8431"/>
                    <a:pt x="65059" y="18797"/>
                  </a:cubicBezTo>
                  <a:close/>
                </a:path>
              </a:pathLst>
            </a:custGeom>
            <a:solidFill>
              <a:srgbClr val="007B85"/>
            </a:solidFill>
            <a:ln w="3646" cap="flat">
              <a:noFill/>
              <a:prstDash val="solid"/>
              <a:miter/>
            </a:ln>
          </p:spPr>
          <p:txBody>
            <a:bodyPr rtlCol="0" anchor="ctr"/>
            <a:lstStyle/>
            <a:p>
              <a:endParaRPr lang="en-GR"/>
            </a:p>
          </p:txBody>
        </p:sp>
        <p:sp>
          <p:nvSpPr>
            <p:cNvPr id="571" name="Freeform 465">
              <a:extLst>
                <a:ext uri="{FF2B5EF4-FFF2-40B4-BE49-F238E27FC236}">
                  <a16:creationId xmlns:a16="http://schemas.microsoft.com/office/drawing/2014/main" id="{A362CBCD-EBFE-51D6-9F3D-990739D80869}"/>
                </a:ext>
              </a:extLst>
            </p:cNvPr>
            <p:cNvSpPr/>
            <p:nvPr/>
          </p:nvSpPr>
          <p:spPr>
            <a:xfrm>
              <a:off x="4899066" y="3902582"/>
              <a:ext cx="57602" cy="33316"/>
            </a:xfrm>
            <a:custGeom>
              <a:avLst/>
              <a:gdLst>
                <a:gd name="connsiteX0" fmla="*/ 65059 w 65058"/>
                <a:gd name="connsiteY0" fmla="*/ 18797 h 37629"/>
                <a:gd name="connsiteX1" fmla="*/ 32529 w 65058"/>
                <a:gd name="connsiteY1" fmla="*/ 37630 h 37629"/>
                <a:gd name="connsiteX2" fmla="*/ 0 w 65058"/>
                <a:gd name="connsiteY2" fmla="*/ 18797 h 37629"/>
                <a:gd name="connsiteX3" fmla="*/ 32529 w 65058"/>
                <a:gd name="connsiteY3" fmla="*/ 0 h 37629"/>
                <a:gd name="connsiteX4" fmla="*/ 65059 w 65058"/>
                <a:gd name="connsiteY4" fmla="*/ 18797 h 3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58" h="37629">
                  <a:moveTo>
                    <a:pt x="65059" y="18797"/>
                  </a:moveTo>
                  <a:cubicBezTo>
                    <a:pt x="65059" y="29199"/>
                    <a:pt x="50495" y="37630"/>
                    <a:pt x="32529" y="37630"/>
                  </a:cubicBezTo>
                  <a:cubicBezTo>
                    <a:pt x="14564" y="37630"/>
                    <a:pt x="0" y="29199"/>
                    <a:pt x="0" y="18797"/>
                  </a:cubicBezTo>
                  <a:cubicBezTo>
                    <a:pt x="0" y="8431"/>
                    <a:pt x="14564" y="0"/>
                    <a:pt x="32529" y="0"/>
                  </a:cubicBezTo>
                  <a:cubicBezTo>
                    <a:pt x="50495" y="0"/>
                    <a:pt x="65059" y="8431"/>
                    <a:pt x="65059" y="18797"/>
                  </a:cubicBezTo>
                  <a:close/>
                </a:path>
              </a:pathLst>
            </a:custGeom>
            <a:solidFill>
              <a:srgbClr val="007B85"/>
            </a:solidFill>
            <a:ln w="3646" cap="flat">
              <a:noFill/>
              <a:prstDash val="solid"/>
              <a:miter/>
            </a:ln>
          </p:spPr>
          <p:txBody>
            <a:bodyPr rtlCol="0" anchor="ctr"/>
            <a:lstStyle/>
            <a:p>
              <a:endParaRPr lang="en-GR"/>
            </a:p>
          </p:txBody>
        </p:sp>
        <p:sp>
          <p:nvSpPr>
            <p:cNvPr id="572" name="Freeform 466">
              <a:extLst>
                <a:ext uri="{FF2B5EF4-FFF2-40B4-BE49-F238E27FC236}">
                  <a16:creationId xmlns:a16="http://schemas.microsoft.com/office/drawing/2014/main" id="{09DAC5AD-81A6-CE50-4DA8-FC76539FBC88}"/>
                </a:ext>
              </a:extLst>
            </p:cNvPr>
            <p:cNvSpPr/>
            <p:nvPr/>
          </p:nvSpPr>
          <p:spPr>
            <a:xfrm>
              <a:off x="4824779" y="3852526"/>
              <a:ext cx="57602" cy="28566"/>
            </a:xfrm>
            <a:custGeom>
              <a:avLst/>
              <a:gdLst>
                <a:gd name="connsiteX0" fmla="*/ 7434 w 65058"/>
                <a:gd name="connsiteY0" fmla="*/ 30732 h 32264"/>
                <a:gd name="connsiteX1" fmla="*/ 30968 w 65058"/>
                <a:gd name="connsiteY1" fmla="*/ 19563 h 32264"/>
                <a:gd name="connsiteX2" fmla="*/ 55257 w 65058"/>
                <a:gd name="connsiteY2" fmla="*/ 32264 h 32264"/>
                <a:gd name="connsiteX3" fmla="*/ 65059 w 65058"/>
                <a:gd name="connsiteY3" fmla="*/ 18797 h 32264"/>
                <a:gd name="connsiteX4" fmla="*/ 32529 w 65058"/>
                <a:gd name="connsiteY4" fmla="*/ 0 h 32264"/>
                <a:gd name="connsiteX5" fmla="*/ 0 w 65058"/>
                <a:gd name="connsiteY5" fmla="*/ 18797 h 32264"/>
                <a:gd name="connsiteX6" fmla="*/ 7386 w 65058"/>
                <a:gd name="connsiteY6" fmla="*/ 30732 h 32264"/>
                <a:gd name="connsiteX7" fmla="*/ 7434 w 65058"/>
                <a:gd name="connsiteY7" fmla="*/ 30732 h 32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058" h="32264">
                  <a:moveTo>
                    <a:pt x="7434" y="30732"/>
                  </a:moveTo>
                  <a:cubicBezTo>
                    <a:pt x="11933" y="24016"/>
                    <a:pt x="20691" y="19563"/>
                    <a:pt x="30968" y="19563"/>
                  </a:cubicBezTo>
                  <a:cubicBezTo>
                    <a:pt x="41904" y="19563"/>
                    <a:pt x="51090" y="24673"/>
                    <a:pt x="55257" y="32264"/>
                  </a:cubicBezTo>
                  <a:cubicBezTo>
                    <a:pt x="61271" y="28834"/>
                    <a:pt x="65059" y="24052"/>
                    <a:pt x="65059" y="18797"/>
                  </a:cubicBezTo>
                  <a:cubicBezTo>
                    <a:pt x="65059" y="8431"/>
                    <a:pt x="50524" y="0"/>
                    <a:pt x="32529" y="0"/>
                  </a:cubicBezTo>
                  <a:cubicBezTo>
                    <a:pt x="14535" y="0"/>
                    <a:pt x="0" y="8431"/>
                    <a:pt x="0" y="18797"/>
                  </a:cubicBezTo>
                  <a:cubicBezTo>
                    <a:pt x="0" y="23359"/>
                    <a:pt x="2792" y="27520"/>
                    <a:pt x="7386" y="30732"/>
                  </a:cubicBezTo>
                  <a:lnTo>
                    <a:pt x="7434" y="30732"/>
                  </a:lnTo>
                  <a:close/>
                </a:path>
              </a:pathLst>
            </a:custGeom>
            <a:solidFill>
              <a:srgbClr val="007B85"/>
            </a:solidFill>
            <a:ln w="3646" cap="flat">
              <a:noFill/>
              <a:prstDash val="solid"/>
              <a:miter/>
            </a:ln>
          </p:spPr>
          <p:txBody>
            <a:bodyPr rtlCol="0" anchor="ctr"/>
            <a:lstStyle/>
            <a:p>
              <a:endParaRPr lang="en-GR"/>
            </a:p>
          </p:txBody>
        </p:sp>
        <p:sp>
          <p:nvSpPr>
            <p:cNvPr id="573" name="Freeform 467">
              <a:extLst>
                <a:ext uri="{FF2B5EF4-FFF2-40B4-BE49-F238E27FC236}">
                  <a16:creationId xmlns:a16="http://schemas.microsoft.com/office/drawing/2014/main" id="{FBBC4640-220A-72C7-1B04-00792294E57D}"/>
                </a:ext>
              </a:extLst>
            </p:cNvPr>
            <p:cNvSpPr/>
            <p:nvPr/>
          </p:nvSpPr>
          <p:spPr>
            <a:xfrm>
              <a:off x="4798249" y="3881157"/>
              <a:ext cx="140772" cy="165259"/>
            </a:xfrm>
            <a:custGeom>
              <a:avLst/>
              <a:gdLst>
                <a:gd name="connsiteX0" fmla="*/ 130961 w 158994"/>
                <a:gd name="connsiteY0" fmla="*/ 85588 h 186651"/>
                <a:gd name="connsiteX1" fmla="*/ 144977 w 158994"/>
                <a:gd name="connsiteY1" fmla="*/ 76683 h 186651"/>
                <a:gd name="connsiteX2" fmla="*/ 144977 w 158994"/>
                <a:gd name="connsiteY2" fmla="*/ 76573 h 186651"/>
                <a:gd name="connsiteX3" fmla="*/ 158994 w 158994"/>
                <a:gd name="connsiteY3" fmla="*/ 89384 h 186651"/>
                <a:gd name="connsiteX4" fmla="*/ 158994 w 158994"/>
                <a:gd name="connsiteY4" fmla="*/ 159862 h 186651"/>
                <a:gd name="connsiteX5" fmla="*/ 116758 w 158994"/>
                <a:gd name="connsiteY5" fmla="*/ 186652 h 186651"/>
                <a:gd name="connsiteX6" fmla="*/ 59180 w 158994"/>
                <a:gd name="connsiteY6" fmla="*/ 186652 h 186651"/>
                <a:gd name="connsiteX7" fmla="*/ 13013 w 158994"/>
                <a:gd name="connsiteY7" fmla="*/ 142197 h 186651"/>
                <a:gd name="connsiteX8" fmla="*/ 463 w 158994"/>
                <a:gd name="connsiteY8" fmla="*/ 117853 h 186651"/>
                <a:gd name="connsiteX9" fmla="*/ 21629 w 158994"/>
                <a:gd name="connsiteY9" fmla="*/ 108472 h 186651"/>
                <a:gd name="connsiteX10" fmla="*/ 46867 w 158994"/>
                <a:gd name="connsiteY10" fmla="*/ 126868 h 186651"/>
                <a:gd name="connsiteX11" fmla="*/ 46867 w 158994"/>
                <a:gd name="connsiteY11" fmla="*/ 8869 h 186651"/>
                <a:gd name="connsiteX12" fmla="*/ 60884 w 158994"/>
                <a:gd name="connsiteY12" fmla="*/ 0 h 186651"/>
                <a:gd name="connsiteX13" fmla="*/ 74758 w 158994"/>
                <a:gd name="connsiteY13" fmla="*/ 8066 h 186651"/>
                <a:gd name="connsiteX14" fmla="*/ 74901 w 158994"/>
                <a:gd name="connsiteY14" fmla="*/ 66208 h 186651"/>
                <a:gd name="connsiteX15" fmla="*/ 88724 w 158994"/>
                <a:gd name="connsiteY15" fmla="*/ 57302 h 186651"/>
                <a:gd name="connsiteX16" fmla="*/ 88914 w 158994"/>
                <a:gd name="connsiteY16" fmla="*/ 57302 h 186651"/>
                <a:gd name="connsiteX17" fmla="*/ 102931 w 158994"/>
                <a:gd name="connsiteY17" fmla="*/ 66208 h 186651"/>
                <a:gd name="connsiteX18" fmla="*/ 102931 w 158994"/>
                <a:gd name="connsiteY18" fmla="*/ 75843 h 186651"/>
                <a:gd name="connsiteX19" fmla="*/ 116947 w 158994"/>
                <a:gd name="connsiteY19" fmla="*/ 66937 h 186651"/>
                <a:gd name="connsiteX20" fmla="*/ 130961 w 158994"/>
                <a:gd name="connsiteY20" fmla="*/ 75843 h 186651"/>
                <a:gd name="connsiteX21" fmla="*/ 130961 w 158994"/>
                <a:gd name="connsiteY21" fmla="*/ 85588 h 186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8994" h="186651">
                  <a:moveTo>
                    <a:pt x="130961" y="85588"/>
                  </a:moveTo>
                  <a:cubicBezTo>
                    <a:pt x="130961" y="79055"/>
                    <a:pt x="139865" y="76683"/>
                    <a:pt x="144977" y="76683"/>
                  </a:cubicBezTo>
                  <a:lnTo>
                    <a:pt x="144977" y="76573"/>
                  </a:lnTo>
                  <a:cubicBezTo>
                    <a:pt x="152696" y="76573"/>
                    <a:pt x="158994" y="84457"/>
                    <a:pt x="158994" y="89384"/>
                  </a:cubicBezTo>
                  <a:lnTo>
                    <a:pt x="158994" y="159862"/>
                  </a:lnTo>
                  <a:cubicBezTo>
                    <a:pt x="158994" y="174680"/>
                    <a:pt x="140054" y="186652"/>
                    <a:pt x="116758" y="186652"/>
                  </a:cubicBezTo>
                  <a:lnTo>
                    <a:pt x="59180" y="186652"/>
                  </a:lnTo>
                  <a:cubicBezTo>
                    <a:pt x="47626" y="186652"/>
                    <a:pt x="13013" y="142197"/>
                    <a:pt x="13013" y="142197"/>
                  </a:cubicBezTo>
                  <a:cubicBezTo>
                    <a:pt x="4868" y="132087"/>
                    <a:pt x="-1854" y="125006"/>
                    <a:pt x="463" y="117853"/>
                  </a:cubicBezTo>
                  <a:cubicBezTo>
                    <a:pt x="4488" y="105443"/>
                    <a:pt x="13816" y="102195"/>
                    <a:pt x="21629" y="108472"/>
                  </a:cubicBezTo>
                  <a:cubicBezTo>
                    <a:pt x="33467" y="117926"/>
                    <a:pt x="46393" y="126649"/>
                    <a:pt x="46867" y="126868"/>
                  </a:cubicBezTo>
                  <a:lnTo>
                    <a:pt x="46867" y="8869"/>
                  </a:lnTo>
                  <a:cubicBezTo>
                    <a:pt x="46914" y="3978"/>
                    <a:pt x="53166" y="0"/>
                    <a:pt x="60884" y="0"/>
                  </a:cubicBezTo>
                  <a:cubicBezTo>
                    <a:pt x="68175" y="0"/>
                    <a:pt x="74094" y="3577"/>
                    <a:pt x="74758" y="8066"/>
                  </a:cubicBezTo>
                  <a:cubicBezTo>
                    <a:pt x="74806" y="8358"/>
                    <a:pt x="74901" y="66208"/>
                    <a:pt x="74901" y="66208"/>
                  </a:cubicBezTo>
                  <a:cubicBezTo>
                    <a:pt x="74901" y="59784"/>
                    <a:pt x="83706" y="57302"/>
                    <a:pt x="88724" y="57302"/>
                  </a:cubicBezTo>
                  <a:lnTo>
                    <a:pt x="88914" y="57302"/>
                  </a:lnTo>
                  <a:cubicBezTo>
                    <a:pt x="96679" y="57302"/>
                    <a:pt x="102931" y="61281"/>
                    <a:pt x="102931" y="66208"/>
                  </a:cubicBezTo>
                  <a:lnTo>
                    <a:pt x="102931" y="75843"/>
                  </a:lnTo>
                  <a:cubicBezTo>
                    <a:pt x="102931" y="69310"/>
                    <a:pt x="111660" y="66937"/>
                    <a:pt x="116947" y="66937"/>
                  </a:cubicBezTo>
                  <a:cubicBezTo>
                    <a:pt x="124666" y="66937"/>
                    <a:pt x="130961" y="70916"/>
                    <a:pt x="130961" y="75843"/>
                  </a:cubicBezTo>
                  <a:lnTo>
                    <a:pt x="130961" y="85588"/>
                  </a:lnTo>
                  <a:close/>
                </a:path>
              </a:pathLst>
            </a:custGeom>
            <a:solidFill>
              <a:srgbClr val="007B85"/>
            </a:solidFill>
            <a:ln w="3646" cap="flat">
              <a:noFill/>
              <a:prstDash val="solid"/>
              <a:miter/>
            </a:ln>
          </p:spPr>
          <p:txBody>
            <a:bodyPr rtlCol="0" anchor="ctr"/>
            <a:lstStyle/>
            <a:p>
              <a:endParaRPr lang="en-GR"/>
            </a:p>
          </p:txBody>
        </p:sp>
      </p:grpSp>
      <p:grpSp>
        <p:nvGrpSpPr>
          <p:cNvPr id="574" name="Group 573">
            <a:extLst>
              <a:ext uri="{FF2B5EF4-FFF2-40B4-BE49-F238E27FC236}">
                <a16:creationId xmlns:a16="http://schemas.microsoft.com/office/drawing/2014/main" id="{89CBEC56-915F-A63B-0D10-54D20931FD70}"/>
              </a:ext>
            </a:extLst>
          </p:cNvPr>
          <p:cNvGrpSpPr/>
          <p:nvPr/>
        </p:nvGrpSpPr>
        <p:grpSpPr>
          <a:xfrm>
            <a:off x="6247859" y="3862220"/>
            <a:ext cx="180936" cy="176570"/>
            <a:chOff x="5095703" y="3862220"/>
            <a:chExt cx="180936" cy="176570"/>
          </a:xfrm>
        </p:grpSpPr>
        <p:sp>
          <p:nvSpPr>
            <p:cNvPr id="575" name="Freeform 468">
              <a:extLst>
                <a:ext uri="{FF2B5EF4-FFF2-40B4-BE49-F238E27FC236}">
                  <a16:creationId xmlns:a16="http://schemas.microsoft.com/office/drawing/2014/main" id="{74F9E286-B6CA-4011-CAC3-6466FC2CBC9D}"/>
                </a:ext>
              </a:extLst>
            </p:cNvPr>
            <p:cNvSpPr/>
            <p:nvPr/>
          </p:nvSpPr>
          <p:spPr>
            <a:xfrm>
              <a:off x="5142973" y="3862220"/>
              <a:ext cx="133666" cy="176570"/>
            </a:xfrm>
            <a:custGeom>
              <a:avLst/>
              <a:gdLst>
                <a:gd name="connsiteX0" fmla="*/ 65259 w 150969"/>
                <a:gd name="connsiteY0" fmla="*/ 73325 h 199426"/>
                <a:gd name="connsiteX1" fmla="*/ 141434 w 150969"/>
                <a:gd name="connsiteY1" fmla="*/ 73618 h 199426"/>
                <a:gd name="connsiteX2" fmla="*/ 141536 w 150969"/>
                <a:gd name="connsiteY2" fmla="*/ 73836 h 199426"/>
                <a:gd name="connsiteX3" fmla="*/ 150970 w 150969"/>
                <a:gd name="connsiteY3" fmla="*/ 89531 h 199426"/>
                <a:gd name="connsiteX4" fmla="*/ 142445 w 150969"/>
                <a:gd name="connsiteY4" fmla="*/ 105042 h 199426"/>
                <a:gd name="connsiteX5" fmla="*/ 132807 w 150969"/>
                <a:gd name="connsiteY5" fmla="*/ 105225 h 199426"/>
                <a:gd name="connsiteX6" fmla="*/ 142193 w 150969"/>
                <a:gd name="connsiteY6" fmla="*/ 120736 h 199426"/>
                <a:gd name="connsiteX7" fmla="*/ 142193 w 150969"/>
                <a:gd name="connsiteY7" fmla="*/ 120956 h 199426"/>
                <a:gd name="connsiteX8" fmla="*/ 132760 w 150969"/>
                <a:gd name="connsiteY8" fmla="*/ 136650 h 199426"/>
                <a:gd name="connsiteX9" fmla="*/ 122567 w 150969"/>
                <a:gd name="connsiteY9" fmla="*/ 136650 h 199426"/>
                <a:gd name="connsiteX10" fmla="*/ 132001 w 150969"/>
                <a:gd name="connsiteY10" fmla="*/ 152344 h 199426"/>
                <a:gd name="connsiteX11" fmla="*/ 122567 w 150969"/>
                <a:gd name="connsiteY11" fmla="*/ 168038 h 199426"/>
                <a:gd name="connsiteX12" fmla="*/ 112225 w 150969"/>
                <a:gd name="connsiteY12" fmla="*/ 168038 h 199426"/>
                <a:gd name="connsiteX13" fmla="*/ 121611 w 150969"/>
                <a:gd name="connsiteY13" fmla="*/ 183732 h 199426"/>
                <a:gd name="connsiteX14" fmla="*/ 108091 w 150969"/>
                <a:gd name="connsiteY14" fmla="*/ 199427 h 199426"/>
                <a:gd name="connsiteX15" fmla="*/ 25559 w 150969"/>
                <a:gd name="connsiteY15" fmla="*/ 199171 h 199426"/>
                <a:gd name="connsiteX16" fmla="*/ 33 w 150969"/>
                <a:gd name="connsiteY16" fmla="*/ 181834 h 199426"/>
                <a:gd name="connsiteX17" fmla="*/ 7 w 150969"/>
                <a:gd name="connsiteY17" fmla="*/ 106904 h 199426"/>
                <a:gd name="connsiteX18" fmla="*/ 8711 w 150969"/>
                <a:gd name="connsiteY18" fmla="*/ 72376 h 199426"/>
                <a:gd name="connsiteX19" fmla="*/ 40996 w 150969"/>
                <a:gd name="connsiteY19" fmla="*/ 9235 h 199426"/>
                <a:gd name="connsiteX20" fmla="*/ 62183 w 150969"/>
                <a:gd name="connsiteY20" fmla="*/ 1424 h 199426"/>
                <a:gd name="connsiteX21" fmla="*/ 71970 w 150969"/>
                <a:gd name="connsiteY21" fmla="*/ 18542 h 199426"/>
                <a:gd name="connsiteX22" fmla="*/ 65259 w 150969"/>
                <a:gd name="connsiteY22" fmla="*/ 73325 h 19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0969" h="199426">
                  <a:moveTo>
                    <a:pt x="65259" y="73325"/>
                  </a:moveTo>
                  <a:cubicBezTo>
                    <a:pt x="65259" y="73325"/>
                    <a:pt x="122213" y="73618"/>
                    <a:pt x="141434" y="73618"/>
                  </a:cubicBezTo>
                  <a:lnTo>
                    <a:pt x="141536" y="73836"/>
                  </a:lnTo>
                  <a:cubicBezTo>
                    <a:pt x="146784" y="73836"/>
                    <a:pt x="150970" y="80844"/>
                    <a:pt x="150970" y="89531"/>
                  </a:cubicBezTo>
                  <a:cubicBezTo>
                    <a:pt x="150970" y="97633"/>
                    <a:pt x="147236" y="104312"/>
                    <a:pt x="142445" y="105042"/>
                  </a:cubicBezTo>
                  <a:cubicBezTo>
                    <a:pt x="142142" y="105116"/>
                    <a:pt x="132807" y="105225"/>
                    <a:pt x="132807" y="105225"/>
                  </a:cubicBezTo>
                  <a:cubicBezTo>
                    <a:pt x="139821" y="105225"/>
                    <a:pt x="142193" y="115444"/>
                    <a:pt x="142193" y="120736"/>
                  </a:cubicBezTo>
                  <a:lnTo>
                    <a:pt x="142193" y="120956"/>
                  </a:lnTo>
                  <a:cubicBezTo>
                    <a:pt x="142193" y="129642"/>
                    <a:pt x="137953" y="136650"/>
                    <a:pt x="132760" y="136650"/>
                  </a:cubicBezTo>
                  <a:lnTo>
                    <a:pt x="122567" y="136650"/>
                  </a:lnTo>
                  <a:cubicBezTo>
                    <a:pt x="129680" y="136650"/>
                    <a:pt x="132001" y="146869"/>
                    <a:pt x="132001" y="152344"/>
                  </a:cubicBezTo>
                  <a:cubicBezTo>
                    <a:pt x="132001" y="161030"/>
                    <a:pt x="127764" y="168038"/>
                    <a:pt x="122567" y="168038"/>
                  </a:cubicBezTo>
                  <a:lnTo>
                    <a:pt x="112225" y="168038"/>
                  </a:lnTo>
                  <a:cubicBezTo>
                    <a:pt x="119349" y="168038"/>
                    <a:pt x="121611" y="178184"/>
                    <a:pt x="121611" y="183732"/>
                  </a:cubicBezTo>
                  <a:cubicBezTo>
                    <a:pt x="121611" y="192382"/>
                    <a:pt x="113287" y="199427"/>
                    <a:pt x="108091" y="199427"/>
                  </a:cubicBezTo>
                  <a:cubicBezTo>
                    <a:pt x="108091" y="199427"/>
                    <a:pt x="26570" y="199317"/>
                    <a:pt x="25559" y="199171"/>
                  </a:cubicBezTo>
                  <a:cubicBezTo>
                    <a:pt x="16265" y="198258"/>
                    <a:pt x="33" y="193733"/>
                    <a:pt x="33" y="181834"/>
                  </a:cubicBezTo>
                  <a:cubicBezTo>
                    <a:pt x="33" y="156870"/>
                    <a:pt x="281" y="131868"/>
                    <a:pt x="7" y="106904"/>
                  </a:cubicBezTo>
                  <a:cubicBezTo>
                    <a:pt x="-132" y="94385"/>
                    <a:pt x="1751" y="83034"/>
                    <a:pt x="8711" y="72376"/>
                  </a:cubicBezTo>
                  <a:cubicBezTo>
                    <a:pt x="9619" y="70551"/>
                    <a:pt x="38777" y="13578"/>
                    <a:pt x="40996" y="9235"/>
                  </a:cubicBezTo>
                  <a:cubicBezTo>
                    <a:pt x="45283" y="730"/>
                    <a:pt x="53761" y="-1970"/>
                    <a:pt x="62183" y="1424"/>
                  </a:cubicBezTo>
                  <a:cubicBezTo>
                    <a:pt x="69044" y="4198"/>
                    <a:pt x="71770" y="10111"/>
                    <a:pt x="71970" y="18542"/>
                  </a:cubicBezTo>
                  <a:cubicBezTo>
                    <a:pt x="72120" y="24162"/>
                    <a:pt x="66774" y="63581"/>
                    <a:pt x="65259" y="73325"/>
                  </a:cubicBezTo>
                  <a:close/>
                </a:path>
              </a:pathLst>
            </a:custGeom>
            <a:solidFill>
              <a:srgbClr val="007B85"/>
            </a:solidFill>
            <a:ln w="3646" cap="flat">
              <a:noFill/>
              <a:prstDash val="solid"/>
              <a:miter/>
            </a:ln>
          </p:spPr>
          <p:txBody>
            <a:bodyPr rtlCol="0" anchor="ctr"/>
            <a:lstStyle/>
            <a:p>
              <a:endParaRPr lang="en-GR"/>
            </a:p>
          </p:txBody>
        </p:sp>
        <p:sp>
          <p:nvSpPr>
            <p:cNvPr id="576" name="Freeform 469">
              <a:extLst>
                <a:ext uri="{FF2B5EF4-FFF2-40B4-BE49-F238E27FC236}">
                  <a16:creationId xmlns:a16="http://schemas.microsoft.com/office/drawing/2014/main" id="{A86A94CA-ED24-533D-30B6-B52718850998}"/>
                </a:ext>
              </a:extLst>
            </p:cNvPr>
            <p:cNvSpPr/>
            <p:nvPr/>
          </p:nvSpPr>
          <p:spPr>
            <a:xfrm>
              <a:off x="5095703" y="3932893"/>
              <a:ext cx="35732" cy="101243"/>
            </a:xfrm>
            <a:custGeom>
              <a:avLst/>
              <a:gdLst>
                <a:gd name="connsiteX0" fmla="*/ 0 w 40357"/>
                <a:gd name="connsiteY0" fmla="*/ 98764 h 114348"/>
                <a:gd name="connsiteX1" fmla="*/ 0 w 40357"/>
                <a:gd name="connsiteY1" fmla="*/ 15585 h 114348"/>
                <a:gd name="connsiteX2" fmla="*/ 10141 w 40357"/>
                <a:gd name="connsiteY2" fmla="*/ 0 h 114348"/>
                <a:gd name="connsiteX3" fmla="*/ 40357 w 40357"/>
                <a:gd name="connsiteY3" fmla="*/ 0 h 114348"/>
                <a:gd name="connsiteX4" fmla="*/ 40357 w 40357"/>
                <a:gd name="connsiteY4" fmla="*/ 114349 h 114348"/>
                <a:gd name="connsiteX5" fmla="*/ 10291 w 40357"/>
                <a:gd name="connsiteY5" fmla="*/ 114349 h 114348"/>
                <a:gd name="connsiteX6" fmla="*/ 0 w 40357"/>
                <a:gd name="connsiteY6" fmla="*/ 98764 h 114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357" h="114348">
                  <a:moveTo>
                    <a:pt x="0" y="98764"/>
                  </a:moveTo>
                  <a:lnTo>
                    <a:pt x="0" y="15585"/>
                  </a:lnTo>
                  <a:cubicBezTo>
                    <a:pt x="504" y="6971"/>
                    <a:pt x="4843" y="219"/>
                    <a:pt x="10141" y="0"/>
                  </a:cubicBezTo>
                  <a:lnTo>
                    <a:pt x="40357" y="0"/>
                  </a:lnTo>
                  <a:lnTo>
                    <a:pt x="40357" y="114349"/>
                  </a:lnTo>
                  <a:lnTo>
                    <a:pt x="10291" y="114349"/>
                  </a:lnTo>
                  <a:cubicBezTo>
                    <a:pt x="4894" y="114276"/>
                    <a:pt x="504" y="107487"/>
                    <a:pt x="0" y="98764"/>
                  </a:cubicBezTo>
                  <a:close/>
                </a:path>
              </a:pathLst>
            </a:custGeom>
            <a:solidFill>
              <a:srgbClr val="007B85"/>
            </a:solidFill>
            <a:ln w="3646" cap="flat">
              <a:noFill/>
              <a:prstDash val="solid"/>
              <a:miter/>
            </a:ln>
          </p:spPr>
          <p:txBody>
            <a:bodyPr rtlCol="0" anchor="ctr"/>
            <a:lstStyle/>
            <a:p>
              <a:endParaRPr lang="en-GR"/>
            </a:p>
          </p:txBody>
        </p:sp>
      </p:grpSp>
      <p:grpSp>
        <p:nvGrpSpPr>
          <p:cNvPr id="577" name="Group 576">
            <a:extLst>
              <a:ext uri="{FF2B5EF4-FFF2-40B4-BE49-F238E27FC236}">
                <a16:creationId xmlns:a16="http://schemas.microsoft.com/office/drawing/2014/main" id="{E4D5D837-A953-9E6B-44A3-D322D5D04DCB}"/>
              </a:ext>
            </a:extLst>
          </p:cNvPr>
          <p:cNvGrpSpPr/>
          <p:nvPr/>
        </p:nvGrpSpPr>
        <p:grpSpPr>
          <a:xfrm>
            <a:off x="6580655" y="3858989"/>
            <a:ext cx="182628" cy="180964"/>
            <a:chOff x="5428499" y="3858989"/>
            <a:chExt cx="182628" cy="180964"/>
          </a:xfrm>
        </p:grpSpPr>
        <p:sp>
          <p:nvSpPr>
            <p:cNvPr id="578" name="Freeform 470">
              <a:extLst>
                <a:ext uri="{FF2B5EF4-FFF2-40B4-BE49-F238E27FC236}">
                  <a16:creationId xmlns:a16="http://schemas.microsoft.com/office/drawing/2014/main" id="{67E3CCD7-DEA5-B9AC-7D77-062AF81FEB9A}"/>
                </a:ext>
              </a:extLst>
            </p:cNvPr>
            <p:cNvSpPr/>
            <p:nvPr/>
          </p:nvSpPr>
          <p:spPr>
            <a:xfrm>
              <a:off x="5528775" y="3858989"/>
              <a:ext cx="82352" cy="82339"/>
            </a:xfrm>
            <a:custGeom>
              <a:avLst/>
              <a:gdLst>
                <a:gd name="connsiteX0" fmla="*/ 8309 w 93012"/>
                <a:gd name="connsiteY0" fmla="*/ 0 h 92997"/>
                <a:gd name="connsiteX1" fmla="*/ 0 w 93012"/>
                <a:gd name="connsiteY1" fmla="*/ 8614 h 92997"/>
                <a:gd name="connsiteX2" fmla="*/ 8247 w 93012"/>
                <a:gd name="connsiteY2" fmla="*/ 17227 h 92997"/>
                <a:gd name="connsiteX3" fmla="*/ 8324 w 93012"/>
                <a:gd name="connsiteY3" fmla="*/ 17227 h 92997"/>
                <a:gd name="connsiteX4" fmla="*/ 75802 w 93012"/>
                <a:gd name="connsiteY4" fmla="*/ 84566 h 92997"/>
                <a:gd name="connsiteX5" fmla="*/ 84407 w 93012"/>
                <a:gd name="connsiteY5" fmla="*/ 92997 h 92997"/>
                <a:gd name="connsiteX6" fmla="*/ 93012 w 93012"/>
                <a:gd name="connsiteY6" fmla="*/ 84566 h 92997"/>
                <a:gd name="connsiteX7" fmla="*/ 8309 w 93012"/>
                <a:gd name="connsiteY7" fmla="*/ 0 h 92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012" h="92997">
                  <a:moveTo>
                    <a:pt x="8309" y="0"/>
                  </a:moveTo>
                  <a:cubicBezTo>
                    <a:pt x="3525" y="0"/>
                    <a:pt x="0" y="1387"/>
                    <a:pt x="0" y="8614"/>
                  </a:cubicBezTo>
                  <a:cubicBezTo>
                    <a:pt x="0" y="17227"/>
                    <a:pt x="3496" y="17227"/>
                    <a:pt x="8247" y="17227"/>
                  </a:cubicBezTo>
                  <a:lnTo>
                    <a:pt x="8324" y="17227"/>
                  </a:lnTo>
                  <a:cubicBezTo>
                    <a:pt x="44784" y="17227"/>
                    <a:pt x="75802" y="48032"/>
                    <a:pt x="75802" y="84566"/>
                  </a:cubicBezTo>
                  <a:cubicBezTo>
                    <a:pt x="75802" y="89347"/>
                    <a:pt x="76269" y="92997"/>
                    <a:pt x="84407" y="92997"/>
                  </a:cubicBezTo>
                  <a:cubicBezTo>
                    <a:pt x="92965" y="92997"/>
                    <a:pt x="93012" y="89347"/>
                    <a:pt x="93012" y="84566"/>
                  </a:cubicBezTo>
                  <a:cubicBezTo>
                    <a:pt x="93012" y="38578"/>
                    <a:pt x="54290" y="0"/>
                    <a:pt x="8309" y="0"/>
                  </a:cubicBezTo>
                  <a:close/>
                </a:path>
              </a:pathLst>
            </a:custGeom>
            <a:solidFill>
              <a:srgbClr val="007B85"/>
            </a:solidFill>
            <a:ln w="3646" cap="flat">
              <a:noFill/>
              <a:prstDash val="solid"/>
              <a:miter/>
            </a:ln>
          </p:spPr>
          <p:txBody>
            <a:bodyPr rtlCol="0" anchor="ctr"/>
            <a:lstStyle/>
            <a:p>
              <a:endParaRPr lang="en-GR"/>
            </a:p>
          </p:txBody>
        </p:sp>
        <p:sp>
          <p:nvSpPr>
            <p:cNvPr id="579" name="Freeform 471">
              <a:extLst>
                <a:ext uri="{FF2B5EF4-FFF2-40B4-BE49-F238E27FC236}">
                  <a16:creationId xmlns:a16="http://schemas.microsoft.com/office/drawing/2014/main" id="{80D89430-A251-AD3A-67BE-0546BF63B902}"/>
                </a:ext>
              </a:extLst>
            </p:cNvPr>
            <p:cNvSpPr/>
            <p:nvPr/>
          </p:nvSpPr>
          <p:spPr>
            <a:xfrm>
              <a:off x="5526966" y="3891692"/>
              <a:ext cx="51469" cy="51962"/>
            </a:xfrm>
            <a:custGeom>
              <a:avLst/>
              <a:gdLst>
                <a:gd name="connsiteX0" fmla="*/ 9860 w 58132"/>
                <a:gd name="connsiteY0" fmla="*/ 17264 h 58688"/>
                <a:gd name="connsiteX1" fmla="*/ 40926 w 58132"/>
                <a:gd name="connsiteY1" fmla="*/ 49710 h 58688"/>
                <a:gd name="connsiteX2" fmla="*/ 49528 w 58132"/>
                <a:gd name="connsiteY2" fmla="*/ 58689 h 58688"/>
                <a:gd name="connsiteX3" fmla="*/ 58133 w 58132"/>
                <a:gd name="connsiteY3" fmla="*/ 49710 h 58688"/>
                <a:gd name="connsiteX4" fmla="*/ 9860 w 58132"/>
                <a:gd name="connsiteY4" fmla="*/ 0 h 58688"/>
                <a:gd name="connsiteX5" fmla="*/ 0 w 58132"/>
                <a:gd name="connsiteY5" fmla="*/ 8614 h 58688"/>
                <a:gd name="connsiteX6" fmla="*/ 9860 w 58132"/>
                <a:gd name="connsiteY6" fmla="*/ 17190 h 58688"/>
                <a:gd name="connsiteX7" fmla="*/ 9860 w 58132"/>
                <a:gd name="connsiteY7" fmla="*/ 17264 h 58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132" h="58688">
                  <a:moveTo>
                    <a:pt x="9860" y="17264"/>
                  </a:moveTo>
                  <a:cubicBezTo>
                    <a:pt x="27300" y="17264"/>
                    <a:pt x="40926" y="32264"/>
                    <a:pt x="40926" y="49710"/>
                  </a:cubicBezTo>
                  <a:cubicBezTo>
                    <a:pt x="40926" y="54528"/>
                    <a:pt x="40926" y="58689"/>
                    <a:pt x="49528" y="58689"/>
                  </a:cubicBezTo>
                  <a:cubicBezTo>
                    <a:pt x="57483" y="58689"/>
                    <a:pt x="58133" y="54528"/>
                    <a:pt x="58133" y="49710"/>
                  </a:cubicBezTo>
                  <a:cubicBezTo>
                    <a:pt x="58133" y="22738"/>
                    <a:pt x="36832" y="0"/>
                    <a:pt x="9860" y="0"/>
                  </a:cubicBezTo>
                  <a:cubicBezTo>
                    <a:pt x="5069" y="0"/>
                    <a:pt x="0" y="511"/>
                    <a:pt x="0" y="8614"/>
                  </a:cubicBezTo>
                  <a:cubicBezTo>
                    <a:pt x="0" y="17190"/>
                    <a:pt x="5116" y="17190"/>
                    <a:pt x="9860" y="17190"/>
                  </a:cubicBezTo>
                  <a:lnTo>
                    <a:pt x="9860" y="17264"/>
                  </a:lnTo>
                  <a:close/>
                </a:path>
              </a:pathLst>
            </a:custGeom>
            <a:solidFill>
              <a:srgbClr val="007B85"/>
            </a:solidFill>
            <a:ln w="3646" cap="flat">
              <a:noFill/>
              <a:prstDash val="solid"/>
              <a:miter/>
            </a:ln>
          </p:spPr>
          <p:txBody>
            <a:bodyPr rtlCol="0" anchor="ctr"/>
            <a:lstStyle/>
            <a:p>
              <a:endParaRPr lang="en-GR"/>
            </a:p>
          </p:txBody>
        </p:sp>
        <p:sp>
          <p:nvSpPr>
            <p:cNvPr id="580" name="Freeform 472">
              <a:extLst>
                <a:ext uri="{FF2B5EF4-FFF2-40B4-BE49-F238E27FC236}">
                  <a16:creationId xmlns:a16="http://schemas.microsoft.com/office/drawing/2014/main" id="{2AEE28C1-6FC6-64F7-D896-A5A789F587AC}"/>
                </a:ext>
              </a:extLst>
            </p:cNvPr>
            <p:cNvSpPr/>
            <p:nvPr/>
          </p:nvSpPr>
          <p:spPr>
            <a:xfrm>
              <a:off x="5428499" y="3876451"/>
              <a:ext cx="166282" cy="163502"/>
            </a:xfrm>
            <a:custGeom>
              <a:avLst/>
              <a:gdLst>
                <a:gd name="connsiteX0" fmla="*/ 142323 w 187807"/>
                <a:gd name="connsiteY0" fmla="*/ 111817 h 184667"/>
                <a:gd name="connsiteX1" fmla="*/ 178134 w 187807"/>
                <a:gd name="connsiteY1" fmla="*/ 125832 h 184667"/>
                <a:gd name="connsiteX2" fmla="*/ 178181 w 187807"/>
                <a:gd name="connsiteY2" fmla="*/ 125868 h 184667"/>
                <a:gd name="connsiteX3" fmla="*/ 187808 w 187807"/>
                <a:gd name="connsiteY3" fmla="*/ 135540 h 184667"/>
                <a:gd name="connsiteX4" fmla="*/ 170926 w 187807"/>
                <a:gd name="connsiteY4" fmla="*/ 182258 h 184667"/>
                <a:gd name="connsiteX5" fmla="*/ 161719 w 187807"/>
                <a:gd name="connsiteY5" fmla="*/ 184521 h 184667"/>
                <a:gd name="connsiteX6" fmla="*/ 91449 w 187807"/>
                <a:gd name="connsiteY6" fmla="*/ 168060 h 184667"/>
                <a:gd name="connsiteX7" fmla="*/ 12669 w 187807"/>
                <a:gd name="connsiteY7" fmla="*/ 77946 h 184667"/>
                <a:gd name="connsiteX8" fmla="*/ 21 w 187807"/>
                <a:gd name="connsiteY8" fmla="*/ 21155 h 184667"/>
                <a:gd name="connsiteX9" fmla="*/ 10158 w 187807"/>
                <a:gd name="connsiteY9" fmla="*/ 13052 h 184667"/>
                <a:gd name="connsiteX10" fmla="*/ 44432 w 187807"/>
                <a:gd name="connsiteY10" fmla="*/ 1300 h 184667"/>
                <a:gd name="connsiteX11" fmla="*/ 58058 w 187807"/>
                <a:gd name="connsiteY11" fmla="*/ 2431 h 184667"/>
                <a:gd name="connsiteX12" fmla="*/ 73684 w 187807"/>
                <a:gd name="connsiteY12" fmla="*/ 44222 h 184667"/>
                <a:gd name="connsiteX13" fmla="*/ 72429 w 187807"/>
                <a:gd name="connsiteY13" fmla="*/ 58894 h 184667"/>
                <a:gd name="connsiteX14" fmla="*/ 53778 w 187807"/>
                <a:gd name="connsiteY14" fmla="*/ 75245 h 184667"/>
                <a:gd name="connsiteX15" fmla="*/ 53873 w 187807"/>
                <a:gd name="connsiteY15" fmla="*/ 75501 h 184667"/>
                <a:gd name="connsiteX16" fmla="*/ 73684 w 187807"/>
                <a:gd name="connsiteY16" fmla="*/ 108057 h 184667"/>
                <a:gd name="connsiteX17" fmla="*/ 111538 w 187807"/>
                <a:gd name="connsiteY17" fmla="*/ 133168 h 184667"/>
                <a:gd name="connsiteX18" fmla="*/ 128701 w 187807"/>
                <a:gd name="connsiteY18" fmla="*/ 112364 h 184667"/>
                <a:gd name="connsiteX19" fmla="*/ 142323 w 187807"/>
                <a:gd name="connsiteY19" fmla="*/ 111817 h 184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7807" h="184667">
                  <a:moveTo>
                    <a:pt x="142323" y="111817"/>
                  </a:moveTo>
                  <a:lnTo>
                    <a:pt x="178134" y="125832"/>
                  </a:lnTo>
                  <a:lnTo>
                    <a:pt x="178181" y="125868"/>
                  </a:lnTo>
                  <a:cubicBezTo>
                    <a:pt x="183856" y="127948"/>
                    <a:pt x="187808" y="132000"/>
                    <a:pt x="187808" y="135540"/>
                  </a:cubicBezTo>
                  <a:cubicBezTo>
                    <a:pt x="187808" y="138716"/>
                    <a:pt x="171251" y="181820"/>
                    <a:pt x="170926" y="182258"/>
                  </a:cubicBezTo>
                  <a:cubicBezTo>
                    <a:pt x="169204" y="184192"/>
                    <a:pt x="165438" y="185032"/>
                    <a:pt x="161719" y="184521"/>
                  </a:cubicBezTo>
                  <a:cubicBezTo>
                    <a:pt x="137674" y="182331"/>
                    <a:pt x="113305" y="178754"/>
                    <a:pt x="91449" y="168060"/>
                  </a:cubicBezTo>
                  <a:cubicBezTo>
                    <a:pt x="54241" y="149847"/>
                    <a:pt x="27485" y="116087"/>
                    <a:pt x="12669" y="77946"/>
                  </a:cubicBezTo>
                  <a:cubicBezTo>
                    <a:pt x="5648" y="59770"/>
                    <a:pt x="-399" y="24367"/>
                    <a:pt x="21" y="21155"/>
                  </a:cubicBezTo>
                  <a:cubicBezTo>
                    <a:pt x="437" y="17943"/>
                    <a:pt x="4903" y="15242"/>
                    <a:pt x="10158" y="13052"/>
                  </a:cubicBezTo>
                  <a:cubicBezTo>
                    <a:pt x="16158" y="10826"/>
                    <a:pt x="44432" y="1300"/>
                    <a:pt x="44432" y="1300"/>
                  </a:cubicBezTo>
                  <a:cubicBezTo>
                    <a:pt x="50150" y="-853"/>
                    <a:pt x="55778" y="-233"/>
                    <a:pt x="58058" y="2431"/>
                  </a:cubicBezTo>
                  <a:cubicBezTo>
                    <a:pt x="58431" y="2833"/>
                    <a:pt x="73684" y="44222"/>
                    <a:pt x="73684" y="44222"/>
                  </a:cubicBezTo>
                  <a:cubicBezTo>
                    <a:pt x="75257" y="48346"/>
                    <a:pt x="76206" y="55719"/>
                    <a:pt x="72429" y="58894"/>
                  </a:cubicBezTo>
                  <a:cubicBezTo>
                    <a:pt x="72382" y="58931"/>
                    <a:pt x="53778" y="75245"/>
                    <a:pt x="53778" y="75245"/>
                  </a:cubicBezTo>
                  <a:lnTo>
                    <a:pt x="53873" y="75501"/>
                  </a:lnTo>
                  <a:cubicBezTo>
                    <a:pt x="53873" y="75501"/>
                    <a:pt x="61175" y="95867"/>
                    <a:pt x="73684" y="108057"/>
                  </a:cubicBezTo>
                  <a:cubicBezTo>
                    <a:pt x="90657" y="124627"/>
                    <a:pt x="111538" y="133168"/>
                    <a:pt x="111538" y="133168"/>
                  </a:cubicBezTo>
                  <a:cubicBezTo>
                    <a:pt x="111538" y="133168"/>
                    <a:pt x="128328" y="112766"/>
                    <a:pt x="128701" y="112364"/>
                  </a:cubicBezTo>
                  <a:cubicBezTo>
                    <a:pt x="131073" y="109809"/>
                    <a:pt x="136696" y="109481"/>
                    <a:pt x="142323" y="111817"/>
                  </a:cubicBezTo>
                  <a:close/>
                </a:path>
              </a:pathLst>
            </a:custGeom>
            <a:solidFill>
              <a:srgbClr val="007B85"/>
            </a:solidFill>
            <a:ln w="3646" cap="flat">
              <a:noFill/>
              <a:prstDash val="solid"/>
              <a:miter/>
            </a:ln>
          </p:spPr>
          <p:txBody>
            <a:bodyPr rtlCol="0" anchor="ctr"/>
            <a:lstStyle/>
            <a:p>
              <a:endParaRPr lang="en-GR"/>
            </a:p>
          </p:txBody>
        </p:sp>
      </p:grpSp>
      <p:sp>
        <p:nvSpPr>
          <p:cNvPr id="581" name="Freeform 473">
            <a:extLst>
              <a:ext uri="{FF2B5EF4-FFF2-40B4-BE49-F238E27FC236}">
                <a16:creationId xmlns:a16="http://schemas.microsoft.com/office/drawing/2014/main" id="{230299FD-5E4A-E9BF-2E34-DA23983C8438}"/>
              </a:ext>
            </a:extLst>
          </p:cNvPr>
          <p:cNvSpPr/>
          <p:nvPr/>
        </p:nvSpPr>
        <p:spPr>
          <a:xfrm>
            <a:off x="6900524" y="3865454"/>
            <a:ext cx="206784" cy="166293"/>
          </a:xfrm>
          <a:custGeom>
            <a:avLst/>
            <a:gdLst>
              <a:gd name="connsiteX0" fmla="*/ 204358 w 233552"/>
              <a:gd name="connsiteY0" fmla="*/ 0 h 187819"/>
              <a:gd name="connsiteX1" fmla="*/ 29194 w 233552"/>
              <a:gd name="connsiteY1" fmla="*/ 0 h 187819"/>
              <a:gd name="connsiteX2" fmla="*/ 0 w 233552"/>
              <a:gd name="connsiteY2" fmla="*/ 16935 h 187819"/>
              <a:gd name="connsiteX3" fmla="*/ 0 w 233552"/>
              <a:gd name="connsiteY3" fmla="*/ 123546 h 187819"/>
              <a:gd name="connsiteX4" fmla="*/ 29194 w 233552"/>
              <a:gd name="connsiteY4" fmla="*/ 140408 h 187819"/>
              <a:gd name="connsiteX5" fmla="*/ 46992 w 233552"/>
              <a:gd name="connsiteY5" fmla="*/ 140408 h 187819"/>
              <a:gd name="connsiteX6" fmla="*/ 46992 w 233552"/>
              <a:gd name="connsiteY6" fmla="*/ 187819 h 187819"/>
              <a:gd name="connsiteX7" fmla="*/ 116021 w 233552"/>
              <a:gd name="connsiteY7" fmla="*/ 140408 h 187819"/>
              <a:gd name="connsiteX8" fmla="*/ 204358 w 233552"/>
              <a:gd name="connsiteY8" fmla="*/ 140408 h 187819"/>
              <a:gd name="connsiteX9" fmla="*/ 233552 w 233552"/>
              <a:gd name="connsiteY9" fmla="*/ 123546 h 187819"/>
              <a:gd name="connsiteX10" fmla="*/ 233552 w 233552"/>
              <a:gd name="connsiteY10" fmla="*/ 16935 h 187819"/>
              <a:gd name="connsiteX11" fmla="*/ 204358 w 233552"/>
              <a:gd name="connsiteY11" fmla="*/ 0 h 187819"/>
              <a:gd name="connsiteX12" fmla="*/ 58271 w 233552"/>
              <a:gd name="connsiteY12" fmla="*/ 84822 h 187819"/>
              <a:gd name="connsiteX13" fmla="*/ 35182 w 233552"/>
              <a:gd name="connsiteY13" fmla="*/ 71500 h 187819"/>
              <a:gd name="connsiteX14" fmla="*/ 58271 w 233552"/>
              <a:gd name="connsiteY14" fmla="*/ 58178 h 187819"/>
              <a:gd name="connsiteX15" fmla="*/ 81360 w 233552"/>
              <a:gd name="connsiteY15" fmla="*/ 71500 h 187819"/>
              <a:gd name="connsiteX16" fmla="*/ 58271 w 233552"/>
              <a:gd name="connsiteY16" fmla="*/ 84822 h 187819"/>
              <a:gd name="connsiteX17" fmla="*/ 116718 w 233552"/>
              <a:gd name="connsiteY17" fmla="*/ 84822 h 187819"/>
              <a:gd name="connsiteX18" fmla="*/ 93629 w 233552"/>
              <a:gd name="connsiteY18" fmla="*/ 71500 h 187819"/>
              <a:gd name="connsiteX19" fmla="*/ 116718 w 233552"/>
              <a:gd name="connsiteY19" fmla="*/ 58178 h 187819"/>
              <a:gd name="connsiteX20" fmla="*/ 139807 w 233552"/>
              <a:gd name="connsiteY20" fmla="*/ 71500 h 187819"/>
              <a:gd name="connsiteX21" fmla="*/ 116718 w 233552"/>
              <a:gd name="connsiteY21" fmla="*/ 84822 h 187819"/>
              <a:gd name="connsiteX22" fmla="*/ 175164 w 233552"/>
              <a:gd name="connsiteY22" fmla="*/ 84822 h 187819"/>
              <a:gd name="connsiteX23" fmla="*/ 152075 w 233552"/>
              <a:gd name="connsiteY23" fmla="*/ 71500 h 187819"/>
              <a:gd name="connsiteX24" fmla="*/ 175164 w 233552"/>
              <a:gd name="connsiteY24" fmla="*/ 58178 h 187819"/>
              <a:gd name="connsiteX25" fmla="*/ 198253 w 233552"/>
              <a:gd name="connsiteY25" fmla="*/ 71500 h 187819"/>
              <a:gd name="connsiteX26" fmla="*/ 175164 w 233552"/>
              <a:gd name="connsiteY26" fmla="*/ 84822 h 187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33552" h="187819">
                <a:moveTo>
                  <a:pt x="204358" y="0"/>
                </a:moveTo>
                <a:lnTo>
                  <a:pt x="29194" y="0"/>
                </a:lnTo>
                <a:cubicBezTo>
                  <a:pt x="19677" y="0"/>
                  <a:pt x="0" y="3978"/>
                  <a:pt x="0" y="16935"/>
                </a:cubicBezTo>
                <a:lnTo>
                  <a:pt x="0" y="123546"/>
                </a:lnTo>
                <a:cubicBezTo>
                  <a:pt x="0" y="132853"/>
                  <a:pt x="13086" y="140408"/>
                  <a:pt x="29194" y="140408"/>
                </a:cubicBezTo>
                <a:lnTo>
                  <a:pt x="46992" y="140408"/>
                </a:lnTo>
                <a:lnTo>
                  <a:pt x="46992" y="187819"/>
                </a:lnTo>
                <a:cubicBezTo>
                  <a:pt x="78510" y="187819"/>
                  <a:pt x="105321" y="168147"/>
                  <a:pt x="116021" y="140408"/>
                </a:cubicBezTo>
                <a:cubicBezTo>
                  <a:pt x="116021" y="140408"/>
                  <a:pt x="203253" y="140408"/>
                  <a:pt x="204358" y="140408"/>
                </a:cubicBezTo>
                <a:cubicBezTo>
                  <a:pt x="220466" y="140408"/>
                  <a:pt x="233552" y="132853"/>
                  <a:pt x="233552" y="123546"/>
                </a:cubicBezTo>
                <a:lnTo>
                  <a:pt x="233552" y="16935"/>
                </a:lnTo>
                <a:cubicBezTo>
                  <a:pt x="233552" y="3978"/>
                  <a:pt x="213890" y="0"/>
                  <a:pt x="204358" y="0"/>
                </a:cubicBezTo>
                <a:close/>
                <a:moveTo>
                  <a:pt x="58271" y="84822"/>
                </a:moveTo>
                <a:cubicBezTo>
                  <a:pt x="45536" y="84822"/>
                  <a:pt x="35182" y="78799"/>
                  <a:pt x="35182" y="71500"/>
                </a:cubicBezTo>
                <a:cubicBezTo>
                  <a:pt x="35182" y="64164"/>
                  <a:pt x="45536" y="58178"/>
                  <a:pt x="58271" y="58178"/>
                </a:cubicBezTo>
                <a:cubicBezTo>
                  <a:pt x="71007" y="58178"/>
                  <a:pt x="81360" y="64164"/>
                  <a:pt x="81360" y="71500"/>
                </a:cubicBezTo>
                <a:cubicBezTo>
                  <a:pt x="81360" y="78799"/>
                  <a:pt x="71007" y="84822"/>
                  <a:pt x="58271" y="84822"/>
                </a:cubicBezTo>
                <a:close/>
                <a:moveTo>
                  <a:pt x="116718" y="84822"/>
                </a:moveTo>
                <a:cubicBezTo>
                  <a:pt x="103982" y="84822"/>
                  <a:pt x="93629" y="78799"/>
                  <a:pt x="93629" y="71500"/>
                </a:cubicBezTo>
                <a:cubicBezTo>
                  <a:pt x="93629" y="64164"/>
                  <a:pt x="103982" y="58178"/>
                  <a:pt x="116718" y="58178"/>
                </a:cubicBezTo>
                <a:cubicBezTo>
                  <a:pt x="129454" y="58178"/>
                  <a:pt x="139807" y="64164"/>
                  <a:pt x="139807" y="71500"/>
                </a:cubicBezTo>
                <a:cubicBezTo>
                  <a:pt x="139807" y="78799"/>
                  <a:pt x="129454" y="84822"/>
                  <a:pt x="116718" y="84822"/>
                </a:cubicBezTo>
                <a:close/>
                <a:moveTo>
                  <a:pt x="175164" y="84822"/>
                </a:moveTo>
                <a:cubicBezTo>
                  <a:pt x="162429" y="84822"/>
                  <a:pt x="152075" y="78799"/>
                  <a:pt x="152075" y="71500"/>
                </a:cubicBezTo>
                <a:cubicBezTo>
                  <a:pt x="152075" y="64164"/>
                  <a:pt x="162429" y="58178"/>
                  <a:pt x="175164" y="58178"/>
                </a:cubicBezTo>
                <a:cubicBezTo>
                  <a:pt x="187900" y="58178"/>
                  <a:pt x="198253" y="64164"/>
                  <a:pt x="198253" y="71500"/>
                </a:cubicBezTo>
                <a:cubicBezTo>
                  <a:pt x="198253" y="78799"/>
                  <a:pt x="187900" y="84822"/>
                  <a:pt x="175164" y="84822"/>
                </a:cubicBezTo>
                <a:close/>
              </a:path>
            </a:pathLst>
          </a:custGeom>
          <a:solidFill>
            <a:srgbClr val="007B85"/>
          </a:solidFill>
          <a:ln w="3646" cap="flat">
            <a:noFill/>
            <a:prstDash val="solid"/>
            <a:miter/>
          </a:ln>
        </p:spPr>
        <p:txBody>
          <a:bodyPr rtlCol="0" anchor="ctr"/>
          <a:lstStyle/>
          <a:p>
            <a:endParaRPr lang="en-GR"/>
          </a:p>
        </p:txBody>
      </p:sp>
      <p:grpSp>
        <p:nvGrpSpPr>
          <p:cNvPr id="582" name="Group 581">
            <a:extLst>
              <a:ext uri="{FF2B5EF4-FFF2-40B4-BE49-F238E27FC236}">
                <a16:creationId xmlns:a16="http://schemas.microsoft.com/office/drawing/2014/main" id="{6A5E1E59-0BCE-8298-01CC-814C5790DB3B}"/>
              </a:ext>
            </a:extLst>
          </p:cNvPr>
          <p:cNvGrpSpPr/>
          <p:nvPr/>
        </p:nvGrpSpPr>
        <p:grpSpPr>
          <a:xfrm>
            <a:off x="7239782" y="3868685"/>
            <a:ext cx="193017" cy="161575"/>
            <a:chOff x="6087624" y="3868683"/>
            <a:chExt cx="193017" cy="161575"/>
          </a:xfrm>
        </p:grpSpPr>
        <p:sp>
          <p:nvSpPr>
            <p:cNvPr id="583" name="Freeform 474">
              <a:extLst>
                <a:ext uri="{FF2B5EF4-FFF2-40B4-BE49-F238E27FC236}">
                  <a16:creationId xmlns:a16="http://schemas.microsoft.com/office/drawing/2014/main" id="{307C8807-612E-0E20-57C3-E2A59BC9A691}"/>
                </a:ext>
              </a:extLst>
            </p:cNvPr>
            <p:cNvSpPr/>
            <p:nvPr/>
          </p:nvSpPr>
          <p:spPr>
            <a:xfrm>
              <a:off x="6087624" y="3868683"/>
              <a:ext cx="145589" cy="130133"/>
            </a:xfrm>
            <a:custGeom>
              <a:avLst/>
              <a:gdLst>
                <a:gd name="connsiteX0" fmla="*/ 164436 w 164435"/>
                <a:gd name="connsiteY0" fmla="*/ 96684 h 146978"/>
                <a:gd name="connsiteX1" fmla="*/ 141588 w 164435"/>
                <a:gd name="connsiteY1" fmla="*/ 109896 h 146978"/>
                <a:gd name="connsiteX2" fmla="*/ 90797 w 164435"/>
                <a:gd name="connsiteY2" fmla="*/ 109896 h 146978"/>
                <a:gd name="connsiteX3" fmla="*/ 36774 w 164435"/>
                <a:gd name="connsiteY3" fmla="*/ 146978 h 146978"/>
                <a:gd name="connsiteX4" fmla="*/ 36774 w 164435"/>
                <a:gd name="connsiteY4" fmla="*/ 109896 h 146978"/>
                <a:gd name="connsiteX5" fmla="*/ 22848 w 164435"/>
                <a:gd name="connsiteY5" fmla="*/ 109896 h 146978"/>
                <a:gd name="connsiteX6" fmla="*/ 0 w 164435"/>
                <a:gd name="connsiteY6" fmla="*/ 96684 h 146978"/>
                <a:gd name="connsiteX7" fmla="*/ 0 w 164435"/>
                <a:gd name="connsiteY7" fmla="*/ 13249 h 146978"/>
                <a:gd name="connsiteX8" fmla="*/ 22848 w 164435"/>
                <a:gd name="connsiteY8" fmla="*/ 0 h 146978"/>
                <a:gd name="connsiteX9" fmla="*/ 141588 w 164435"/>
                <a:gd name="connsiteY9" fmla="*/ 0 h 146978"/>
                <a:gd name="connsiteX10" fmla="*/ 164436 w 164435"/>
                <a:gd name="connsiteY10" fmla="*/ 13249 h 146978"/>
                <a:gd name="connsiteX11" fmla="*/ 164436 w 164435"/>
                <a:gd name="connsiteY11" fmla="*/ 96684 h 146978"/>
                <a:gd name="connsiteX12" fmla="*/ 146047 w 164435"/>
                <a:gd name="connsiteY12" fmla="*/ 54382 h 146978"/>
                <a:gd name="connsiteX13" fmla="*/ 127979 w 164435"/>
                <a:gd name="connsiteY13" fmla="*/ 43980 h 146978"/>
                <a:gd name="connsiteX14" fmla="*/ 109912 w 164435"/>
                <a:gd name="connsiteY14" fmla="*/ 54382 h 146978"/>
                <a:gd name="connsiteX15" fmla="*/ 127979 w 164435"/>
                <a:gd name="connsiteY15" fmla="*/ 64821 h 146978"/>
                <a:gd name="connsiteX16" fmla="*/ 146047 w 164435"/>
                <a:gd name="connsiteY16" fmla="*/ 54382 h 146978"/>
                <a:gd name="connsiteX17" fmla="*/ 18385 w 164435"/>
                <a:gd name="connsiteY17" fmla="*/ 54455 h 146978"/>
                <a:gd name="connsiteX18" fmla="*/ 36456 w 164435"/>
                <a:gd name="connsiteY18" fmla="*/ 64857 h 146978"/>
                <a:gd name="connsiteX19" fmla="*/ 54523 w 164435"/>
                <a:gd name="connsiteY19" fmla="*/ 54455 h 146978"/>
                <a:gd name="connsiteX20" fmla="*/ 36456 w 164435"/>
                <a:gd name="connsiteY20" fmla="*/ 44017 h 146978"/>
                <a:gd name="connsiteX21" fmla="*/ 18385 w 164435"/>
                <a:gd name="connsiteY21" fmla="*/ 54455 h 146978"/>
                <a:gd name="connsiteX22" fmla="*/ 82240 w 164435"/>
                <a:gd name="connsiteY22" fmla="*/ 44017 h 146978"/>
                <a:gd name="connsiteX23" fmla="*/ 64172 w 164435"/>
                <a:gd name="connsiteY23" fmla="*/ 54455 h 146978"/>
                <a:gd name="connsiteX24" fmla="*/ 82240 w 164435"/>
                <a:gd name="connsiteY24" fmla="*/ 64857 h 146978"/>
                <a:gd name="connsiteX25" fmla="*/ 100307 w 164435"/>
                <a:gd name="connsiteY25" fmla="*/ 54455 h 146978"/>
                <a:gd name="connsiteX26" fmla="*/ 82240 w 164435"/>
                <a:gd name="connsiteY26" fmla="*/ 44017 h 146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4435" h="146978">
                  <a:moveTo>
                    <a:pt x="164436" y="96684"/>
                  </a:moveTo>
                  <a:cubicBezTo>
                    <a:pt x="164436" y="103983"/>
                    <a:pt x="154196" y="109896"/>
                    <a:pt x="141588" y="109896"/>
                  </a:cubicBezTo>
                  <a:lnTo>
                    <a:pt x="90797" y="109896"/>
                  </a:lnTo>
                  <a:cubicBezTo>
                    <a:pt x="82422" y="131613"/>
                    <a:pt x="61442" y="146978"/>
                    <a:pt x="36774" y="146978"/>
                  </a:cubicBezTo>
                  <a:lnTo>
                    <a:pt x="36774" y="109896"/>
                  </a:lnTo>
                  <a:lnTo>
                    <a:pt x="22848" y="109896"/>
                  </a:lnTo>
                  <a:cubicBezTo>
                    <a:pt x="10240" y="109896"/>
                    <a:pt x="0" y="103983"/>
                    <a:pt x="0" y="96684"/>
                  </a:cubicBezTo>
                  <a:lnTo>
                    <a:pt x="0" y="13249"/>
                  </a:lnTo>
                  <a:cubicBezTo>
                    <a:pt x="0" y="3139"/>
                    <a:pt x="15400" y="0"/>
                    <a:pt x="22848" y="0"/>
                  </a:cubicBezTo>
                  <a:lnTo>
                    <a:pt x="141588" y="0"/>
                  </a:lnTo>
                  <a:cubicBezTo>
                    <a:pt x="149047" y="0"/>
                    <a:pt x="164436" y="3102"/>
                    <a:pt x="164436" y="13249"/>
                  </a:cubicBezTo>
                  <a:lnTo>
                    <a:pt x="164436" y="96684"/>
                  </a:lnTo>
                  <a:close/>
                  <a:moveTo>
                    <a:pt x="146047" y="54382"/>
                  </a:moveTo>
                  <a:cubicBezTo>
                    <a:pt x="146047" y="48652"/>
                    <a:pt x="137946" y="43980"/>
                    <a:pt x="127979" y="43980"/>
                  </a:cubicBezTo>
                  <a:cubicBezTo>
                    <a:pt x="118013" y="43980"/>
                    <a:pt x="109912" y="48652"/>
                    <a:pt x="109912" y="54382"/>
                  </a:cubicBezTo>
                  <a:cubicBezTo>
                    <a:pt x="109912" y="60149"/>
                    <a:pt x="118013" y="64821"/>
                    <a:pt x="127979" y="64821"/>
                  </a:cubicBezTo>
                  <a:cubicBezTo>
                    <a:pt x="137946" y="64821"/>
                    <a:pt x="146047" y="60149"/>
                    <a:pt x="146047" y="54382"/>
                  </a:cubicBezTo>
                  <a:close/>
                  <a:moveTo>
                    <a:pt x="18385" y="54455"/>
                  </a:moveTo>
                  <a:cubicBezTo>
                    <a:pt x="18385" y="60185"/>
                    <a:pt x="26486" y="64857"/>
                    <a:pt x="36456" y="64857"/>
                  </a:cubicBezTo>
                  <a:cubicBezTo>
                    <a:pt x="46422" y="64857"/>
                    <a:pt x="54523" y="60185"/>
                    <a:pt x="54523" y="54455"/>
                  </a:cubicBezTo>
                  <a:cubicBezTo>
                    <a:pt x="54523" y="48688"/>
                    <a:pt x="46422" y="44017"/>
                    <a:pt x="36456" y="44017"/>
                  </a:cubicBezTo>
                  <a:cubicBezTo>
                    <a:pt x="26486" y="44017"/>
                    <a:pt x="18385" y="48688"/>
                    <a:pt x="18385" y="54455"/>
                  </a:cubicBezTo>
                  <a:close/>
                  <a:moveTo>
                    <a:pt x="82240" y="44017"/>
                  </a:moveTo>
                  <a:cubicBezTo>
                    <a:pt x="72274" y="44017"/>
                    <a:pt x="64172" y="48652"/>
                    <a:pt x="64172" y="54455"/>
                  </a:cubicBezTo>
                  <a:cubicBezTo>
                    <a:pt x="64172" y="60185"/>
                    <a:pt x="72274" y="64857"/>
                    <a:pt x="82240" y="64857"/>
                  </a:cubicBezTo>
                  <a:cubicBezTo>
                    <a:pt x="92206" y="64857"/>
                    <a:pt x="100307" y="60185"/>
                    <a:pt x="100307" y="54455"/>
                  </a:cubicBezTo>
                  <a:cubicBezTo>
                    <a:pt x="100307" y="48688"/>
                    <a:pt x="92206" y="44017"/>
                    <a:pt x="82240" y="44017"/>
                  </a:cubicBezTo>
                  <a:close/>
                </a:path>
              </a:pathLst>
            </a:custGeom>
            <a:solidFill>
              <a:srgbClr val="007B85"/>
            </a:solidFill>
            <a:ln w="3646" cap="flat">
              <a:noFill/>
              <a:prstDash val="solid"/>
              <a:miter/>
            </a:ln>
          </p:spPr>
          <p:txBody>
            <a:bodyPr rtlCol="0" anchor="ctr"/>
            <a:lstStyle/>
            <a:p>
              <a:endParaRPr lang="en-GR"/>
            </a:p>
          </p:txBody>
        </p:sp>
        <p:sp>
          <p:nvSpPr>
            <p:cNvPr id="584" name="Freeform 475">
              <a:extLst>
                <a:ext uri="{FF2B5EF4-FFF2-40B4-BE49-F238E27FC236}">
                  <a16:creationId xmlns:a16="http://schemas.microsoft.com/office/drawing/2014/main" id="{3C4E6155-E4A6-986F-D059-72ED6DB8D1BA}"/>
                </a:ext>
              </a:extLst>
            </p:cNvPr>
            <p:cNvSpPr/>
            <p:nvPr/>
          </p:nvSpPr>
          <p:spPr>
            <a:xfrm>
              <a:off x="6165517" y="3900084"/>
              <a:ext cx="115124" cy="130174"/>
            </a:xfrm>
            <a:custGeom>
              <a:avLst/>
              <a:gdLst>
                <a:gd name="connsiteX0" fmla="*/ 130027 w 130026"/>
                <a:gd name="connsiteY0" fmla="*/ 13296 h 147025"/>
                <a:gd name="connsiteX1" fmla="*/ 130027 w 130026"/>
                <a:gd name="connsiteY1" fmla="*/ 96731 h 147025"/>
                <a:gd name="connsiteX2" fmla="*/ 107179 w 130026"/>
                <a:gd name="connsiteY2" fmla="*/ 109943 h 147025"/>
                <a:gd name="connsiteX3" fmla="*/ 93253 w 130026"/>
                <a:gd name="connsiteY3" fmla="*/ 109943 h 147025"/>
                <a:gd name="connsiteX4" fmla="*/ 93253 w 130026"/>
                <a:gd name="connsiteY4" fmla="*/ 147025 h 147025"/>
                <a:gd name="connsiteX5" fmla="*/ 39230 w 130026"/>
                <a:gd name="connsiteY5" fmla="*/ 109943 h 147025"/>
                <a:gd name="connsiteX6" fmla="*/ 0 w 130026"/>
                <a:gd name="connsiteY6" fmla="*/ 109943 h 147025"/>
                <a:gd name="connsiteX7" fmla="*/ 14152 w 130026"/>
                <a:gd name="connsiteY7" fmla="*/ 92570 h 147025"/>
                <a:gd name="connsiteX8" fmla="*/ 53611 w 130026"/>
                <a:gd name="connsiteY8" fmla="*/ 92570 h 147025"/>
                <a:gd name="connsiteX9" fmla="*/ 94666 w 130026"/>
                <a:gd name="connsiteY9" fmla="*/ 61182 h 147025"/>
                <a:gd name="connsiteX10" fmla="*/ 94666 w 130026"/>
                <a:gd name="connsiteY10" fmla="*/ 84 h 147025"/>
                <a:gd name="connsiteX11" fmla="*/ 130027 w 130026"/>
                <a:gd name="connsiteY11" fmla="*/ 13296 h 147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0026" h="147025">
                  <a:moveTo>
                    <a:pt x="130027" y="13296"/>
                  </a:moveTo>
                  <a:lnTo>
                    <a:pt x="130027" y="96731"/>
                  </a:lnTo>
                  <a:cubicBezTo>
                    <a:pt x="130027" y="103994"/>
                    <a:pt x="119787" y="109943"/>
                    <a:pt x="107179" y="109943"/>
                  </a:cubicBezTo>
                  <a:lnTo>
                    <a:pt x="93253" y="109943"/>
                  </a:lnTo>
                  <a:lnTo>
                    <a:pt x="93253" y="147025"/>
                  </a:lnTo>
                  <a:cubicBezTo>
                    <a:pt x="68632" y="147025"/>
                    <a:pt x="47605" y="131587"/>
                    <a:pt x="39230" y="109943"/>
                  </a:cubicBezTo>
                  <a:lnTo>
                    <a:pt x="0" y="109943"/>
                  </a:lnTo>
                  <a:cubicBezTo>
                    <a:pt x="5459" y="104906"/>
                    <a:pt x="10284" y="99140"/>
                    <a:pt x="14152" y="92570"/>
                  </a:cubicBezTo>
                  <a:lnTo>
                    <a:pt x="53611" y="92570"/>
                  </a:lnTo>
                  <a:cubicBezTo>
                    <a:pt x="77007" y="92570"/>
                    <a:pt x="94666" y="79102"/>
                    <a:pt x="94666" y="61182"/>
                  </a:cubicBezTo>
                  <a:lnTo>
                    <a:pt x="94666" y="84"/>
                  </a:lnTo>
                  <a:cubicBezTo>
                    <a:pt x="105033" y="84"/>
                    <a:pt x="130027" y="-1887"/>
                    <a:pt x="130027" y="13296"/>
                  </a:cubicBezTo>
                  <a:close/>
                </a:path>
              </a:pathLst>
            </a:custGeom>
            <a:solidFill>
              <a:srgbClr val="007B85"/>
            </a:solidFill>
            <a:ln w="3646" cap="flat">
              <a:noFill/>
              <a:prstDash val="solid"/>
              <a:miter/>
            </a:ln>
          </p:spPr>
          <p:txBody>
            <a:bodyPr rtlCol="0" anchor="ctr"/>
            <a:lstStyle/>
            <a:p>
              <a:endParaRPr lang="en-GR"/>
            </a:p>
          </p:txBody>
        </p:sp>
      </p:grpSp>
      <p:grpSp>
        <p:nvGrpSpPr>
          <p:cNvPr id="585" name="Group 584">
            <a:extLst>
              <a:ext uri="{FF2B5EF4-FFF2-40B4-BE49-F238E27FC236}">
                <a16:creationId xmlns:a16="http://schemas.microsoft.com/office/drawing/2014/main" id="{01039251-A612-3CD3-0BC6-3F6205F667A9}"/>
              </a:ext>
            </a:extLst>
          </p:cNvPr>
          <p:cNvGrpSpPr/>
          <p:nvPr/>
        </p:nvGrpSpPr>
        <p:grpSpPr>
          <a:xfrm>
            <a:off x="7588730" y="3852526"/>
            <a:ext cx="158348" cy="193890"/>
            <a:chOff x="6436574" y="3852526"/>
            <a:chExt cx="158348" cy="193890"/>
          </a:xfrm>
        </p:grpSpPr>
        <p:sp>
          <p:nvSpPr>
            <p:cNvPr id="586" name="Freeform 476">
              <a:extLst>
                <a:ext uri="{FF2B5EF4-FFF2-40B4-BE49-F238E27FC236}">
                  <a16:creationId xmlns:a16="http://schemas.microsoft.com/office/drawing/2014/main" id="{9F6AAA7B-342B-E1F9-D411-3E5FE4650579}"/>
                </a:ext>
              </a:extLst>
            </p:cNvPr>
            <p:cNvSpPr/>
            <p:nvPr/>
          </p:nvSpPr>
          <p:spPr>
            <a:xfrm>
              <a:off x="6436574" y="3852526"/>
              <a:ext cx="125524" cy="193890"/>
            </a:xfrm>
            <a:custGeom>
              <a:avLst/>
              <a:gdLst>
                <a:gd name="connsiteX0" fmla="*/ 25819 w 141773"/>
                <a:gd name="connsiteY0" fmla="*/ 171687 h 218988"/>
                <a:gd name="connsiteX1" fmla="*/ 115846 w 141773"/>
                <a:gd name="connsiteY1" fmla="*/ 171687 h 218988"/>
                <a:gd name="connsiteX2" fmla="*/ 115846 w 141773"/>
                <a:gd name="connsiteY2" fmla="*/ 147964 h 218988"/>
                <a:gd name="connsiteX3" fmla="*/ 141774 w 141773"/>
                <a:gd name="connsiteY3" fmla="*/ 147964 h 218988"/>
                <a:gd name="connsiteX4" fmla="*/ 141774 w 141773"/>
                <a:gd name="connsiteY4" fmla="*/ 198513 h 218988"/>
                <a:gd name="connsiteX5" fmla="*/ 106343 w 141773"/>
                <a:gd name="connsiteY5" fmla="*/ 218989 h 218988"/>
                <a:gd name="connsiteX6" fmla="*/ 35431 w 141773"/>
                <a:gd name="connsiteY6" fmla="*/ 218989 h 218988"/>
                <a:gd name="connsiteX7" fmla="*/ 0 w 141773"/>
                <a:gd name="connsiteY7" fmla="*/ 198513 h 218988"/>
                <a:gd name="connsiteX8" fmla="*/ 0 w 141773"/>
                <a:gd name="connsiteY8" fmla="*/ 20475 h 218988"/>
                <a:gd name="connsiteX9" fmla="*/ 35431 w 141773"/>
                <a:gd name="connsiteY9" fmla="*/ 0 h 218988"/>
                <a:gd name="connsiteX10" fmla="*/ 106343 w 141773"/>
                <a:gd name="connsiteY10" fmla="*/ 0 h 218988"/>
                <a:gd name="connsiteX11" fmla="*/ 141774 w 141773"/>
                <a:gd name="connsiteY11" fmla="*/ 20475 h 218988"/>
                <a:gd name="connsiteX12" fmla="*/ 141774 w 141773"/>
                <a:gd name="connsiteY12" fmla="*/ 50586 h 218988"/>
                <a:gd name="connsiteX13" fmla="*/ 115846 w 141773"/>
                <a:gd name="connsiteY13" fmla="*/ 50586 h 218988"/>
                <a:gd name="connsiteX14" fmla="*/ 115846 w 141773"/>
                <a:gd name="connsiteY14" fmla="*/ 28140 h 218988"/>
                <a:gd name="connsiteX15" fmla="*/ 25819 w 141773"/>
                <a:gd name="connsiteY15" fmla="*/ 28140 h 218988"/>
                <a:gd name="connsiteX16" fmla="*/ 25819 w 141773"/>
                <a:gd name="connsiteY16" fmla="*/ 171687 h 218988"/>
                <a:gd name="connsiteX17" fmla="*/ 50097 w 141773"/>
                <a:gd name="connsiteY17" fmla="*/ 195046 h 218988"/>
                <a:gd name="connsiteX18" fmla="*/ 70584 w 141773"/>
                <a:gd name="connsiteY18" fmla="*/ 206908 h 218988"/>
                <a:gd name="connsiteX19" fmla="*/ 91074 w 141773"/>
                <a:gd name="connsiteY19" fmla="*/ 195046 h 218988"/>
                <a:gd name="connsiteX20" fmla="*/ 70584 w 141773"/>
                <a:gd name="connsiteY20" fmla="*/ 183184 h 218988"/>
                <a:gd name="connsiteX21" fmla="*/ 50097 w 141773"/>
                <a:gd name="connsiteY21" fmla="*/ 195046 h 21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1773" h="218988">
                  <a:moveTo>
                    <a:pt x="25819" y="171687"/>
                  </a:moveTo>
                  <a:lnTo>
                    <a:pt x="115846" y="171687"/>
                  </a:lnTo>
                  <a:lnTo>
                    <a:pt x="115846" y="147964"/>
                  </a:lnTo>
                  <a:lnTo>
                    <a:pt x="141774" y="147964"/>
                  </a:lnTo>
                  <a:lnTo>
                    <a:pt x="141774" y="198513"/>
                  </a:lnTo>
                  <a:cubicBezTo>
                    <a:pt x="141774" y="209828"/>
                    <a:pt x="125899" y="218989"/>
                    <a:pt x="106343" y="218989"/>
                  </a:cubicBezTo>
                  <a:lnTo>
                    <a:pt x="35431" y="218989"/>
                  </a:lnTo>
                  <a:cubicBezTo>
                    <a:pt x="15874" y="218989"/>
                    <a:pt x="0" y="209828"/>
                    <a:pt x="0" y="198513"/>
                  </a:cubicBezTo>
                  <a:lnTo>
                    <a:pt x="0" y="20475"/>
                  </a:lnTo>
                  <a:cubicBezTo>
                    <a:pt x="0" y="9161"/>
                    <a:pt x="15874" y="0"/>
                    <a:pt x="35431" y="0"/>
                  </a:cubicBezTo>
                  <a:lnTo>
                    <a:pt x="106343" y="0"/>
                  </a:lnTo>
                  <a:cubicBezTo>
                    <a:pt x="125899" y="0"/>
                    <a:pt x="141774" y="9161"/>
                    <a:pt x="141774" y="20475"/>
                  </a:cubicBezTo>
                  <a:lnTo>
                    <a:pt x="141774" y="50586"/>
                  </a:lnTo>
                  <a:lnTo>
                    <a:pt x="115846" y="50586"/>
                  </a:lnTo>
                  <a:lnTo>
                    <a:pt x="115846" y="28140"/>
                  </a:lnTo>
                  <a:lnTo>
                    <a:pt x="25819" y="28140"/>
                  </a:lnTo>
                  <a:lnTo>
                    <a:pt x="25819" y="171687"/>
                  </a:lnTo>
                  <a:close/>
                  <a:moveTo>
                    <a:pt x="50097" y="195046"/>
                  </a:moveTo>
                  <a:cubicBezTo>
                    <a:pt x="50097" y="201579"/>
                    <a:pt x="59268" y="206908"/>
                    <a:pt x="70584" y="206908"/>
                  </a:cubicBezTo>
                  <a:cubicBezTo>
                    <a:pt x="81900" y="206908"/>
                    <a:pt x="91074" y="201579"/>
                    <a:pt x="91074" y="195046"/>
                  </a:cubicBezTo>
                  <a:cubicBezTo>
                    <a:pt x="91074" y="188513"/>
                    <a:pt x="81900" y="183184"/>
                    <a:pt x="70584" y="183184"/>
                  </a:cubicBezTo>
                  <a:cubicBezTo>
                    <a:pt x="59268" y="183184"/>
                    <a:pt x="50097" y="188513"/>
                    <a:pt x="50097" y="195046"/>
                  </a:cubicBezTo>
                  <a:close/>
                </a:path>
              </a:pathLst>
            </a:custGeom>
            <a:solidFill>
              <a:srgbClr val="007B85"/>
            </a:solidFill>
            <a:ln w="3646" cap="flat">
              <a:noFill/>
              <a:prstDash val="solid"/>
              <a:miter/>
            </a:ln>
          </p:spPr>
          <p:txBody>
            <a:bodyPr rtlCol="0" anchor="ctr"/>
            <a:lstStyle/>
            <a:p>
              <a:endParaRPr lang="en-GR"/>
            </a:p>
          </p:txBody>
        </p:sp>
        <p:sp>
          <p:nvSpPr>
            <p:cNvPr id="587" name="Freeform 477">
              <a:extLst>
                <a:ext uri="{FF2B5EF4-FFF2-40B4-BE49-F238E27FC236}">
                  <a16:creationId xmlns:a16="http://schemas.microsoft.com/office/drawing/2014/main" id="{C895A354-5261-0EF8-86E5-9720631E8189}"/>
                </a:ext>
              </a:extLst>
            </p:cNvPr>
            <p:cNvSpPr/>
            <p:nvPr/>
          </p:nvSpPr>
          <p:spPr>
            <a:xfrm>
              <a:off x="6481462" y="3910467"/>
              <a:ext cx="113460" cy="77096"/>
            </a:xfrm>
            <a:custGeom>
              <a:avLst/>
              <a:gdLst>
                <a:gd name="connsiteX0" fmla="*/ 20158 w 128147"/>
                <a:gd name="connsiteY0" fmla="*/ 0 h 87076"/>
                <a:gd name="connsiteX1" fmla="*/ 108595 w 128147"/>
                <a:gd name="connsiteY1" fmla="*/ 0 h 87076"/>
                <a:gd name="connsiteX2" fmla="*/ 128147 w 128147"/>
                <a:gd name="connsiteY2" fmla="*/ 19380 h 87076"/>
                <a:gd name="connsiteX3" fmla="*/ 128147 w 128147"/>
                <a:gd name="connsiteY3" fmla="*/ 48396 h 87076"/>
                <a:gd name="connsiteX4" fmla="*/ 107989 w 128147"/>
                <a:gd name="connsiteY4" fmla="*/ 67522 h 87076"/>
                <a:gd name="connsiteX5" fmla="*/ 47404 w 128147"/>
                <a:gd name="connsiteY5" fmla="*/ 67522 h 87076"/>
                <a:gd name="connsiteX6" fmla="*/ 47349 w 128147"/>
                <a:gd name="connsiteY6" fmla="*/ 67850 h 87076"/>
                <a:gd name="connsiteX7" fmla="*/ 40591 w 128147"/>
                <a:gd name="connsiteY7" fmla="*/ 80150 h 87076"/>
                <a:gd name="connsiteX8" fmla="*/ 21585 w 128147"/>
                <a:gd name="connsiteY8" fmla="*/ 85187 h 87076"/>
                <a:gd name="connsiteX9" fmla="*/ 19717 w 128147"/>
                <a:gd name="connsiteY9" fmla="*/ 67522 h 87076"/>
                <a:gd name="connsiteX10" fmla="*/ 19553 w 128147"/>
                <a:gd name="connsiteY10" fmla="*/ 67522 h 87076"/>
                <a:gd name="connsiteX11" fmla="*/ 0 w 128147"/>
                <a:gd name="connsiteY11" fmla="*/ 48104 h 87076"/>
                <a:gd name="connsiteX12" fmla="*/ 0 w 128147"/>
                <a:gd name="connsiteY12" fmla="*/ 19125 h 87076"/>
                <a:gd name="connsiteX13" fmla="*/ 20158 w 128147"/>
                <a:gd name="connsiteY13" fmla="*/ 0 h 87076"/>
                <a:gd name="connsiteX14" fmla="*/ 14830 w 128147"/>
                <a:gd name="connsiteY14" fmla="*/ 35330 h 87076"/>
                <a:gd name="connsiteX15" fmla="*/ 28782 w 128147"/>
                <a:gd name="connsiteY15" fmla="*/ 43396 h 87076"/>
                <a:gd name="connsiteX16" fmla="*/ 42733 w 128147"/>
                <a:gd name="connsiteY16" fmla="*/ 35330 h 87076"/>
                <a:gd name="connsiteX17" fmla="*/ 28782 w 128147"/>
                <a:gd name="connsiteY17" fmla="*/ 27227 h 87076"/>
                <a:gd name="connsiteX18" fmla="*/ 14830 w 128147"/>
                <a:gd name="connsiteY18" fmla="*/ 35330 h 87076"/>
                <a:gd name="connsiteX19" fmla="*/ 50148 w 128147"/>
                <a:gd name="connsiteY19" fmla="*/ 35330 h 87076"/>
                <a:gd name="connsiteX20" fmla="*/ 64103 w 128147"/>
                <a:gd name="connsiteY20" fmla="*/ 43396 h 87076"/>
                <a:gd name="connsiteX21" fmla="*/ 78054 w 128147"/>
                <a:gd name="connsiteY21" fmla="*/ 35330 h 87076"/>
                <a:gd name="connsiteX22" fmla="*/ 64103 w 128147"/>
                <a:gd name="connsiteY22" fmla="*/ 27227 h 87076"/>
                <a:gd name="connsiteX23" fmla="*/ 50148 w 128147"/>
                <a:gd name="connsiteY23" fmla="*/ 35330 h 87076"/>
                <a:gd name="connsiteX24" fmla="*/ 85469 w 128147"/>
                <a:gd name="connsiteY24" fmla="*/ 35330 h 87076"/>
                <a:gd name="connsiteX25" fmla="*/ 99420 w 128147"/>
                <a:gd name="connsiteY25" fmla="*/ 43396 h 87076"/>
                <a:gd name="connsiteX26" fmla="*/ 113372 w 128147"/>
                <a:gd name="connsiteY26" fmla="*/ 35330 h 87076"/>
                <a:gd name="connsiteX27" fmla="*/ 99420 w 128147"/>
                <a:gd name="connsiteY27" fmla="*/ 27227 h 87076"/>
                <a:gd name="connsiteX28" fmla="*/ 85469 w 128147"/>
                <a:gd name="connsiteY28" fmla="*/ 35330 h 87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8147" h="87076">
                  <a:moveTo>
                    <a:pt x="20158" y="0"/>
                  </a:moveTo>
                  <a:lnTo>
                    <a:pt x="108595" y="0"/>
                  </a:lnTo>
                  <a:cubicBezTo>
                    <a:pt x="120294" y="0"/>
                    <a:pt x="128147" y="8285"/>
                    <a:pt x="128147" y="19380"/>
                  </a:cubicBezTo>
                  <a:lnTo>
                    <a:pt x="128147" y="48396"/>
                  </a:lnTo>
                  <a:cubicBezTo>
                    <a:pt x="128147" y="58835"/>
                    <a:pt x="120568" y="67522"/>
                    <a:pt x="107989" y="67522"/>
                  </a:cubicBezTo>
                  <a:lnTo>
                    <a:pt x="47404" y="67522"/>
                  </a:lnTo>
                  <a:cubicBezTo>
                    <a:pt x="47349" y="67631"/>
                    <a:pt x="47349" y="67740"/>
                    <a:pt x="47349" y="67850"/>
                  </a:cubicBezTo>
                  <a:cubicBezTo>
                    <a:pt x="46853" y="71755"/>
                    <a:pt x="44492" y="76244"/>
                    <a:pt x="40591" y="80150"/>
                  </a:cubicBezTo>
                  <a:cubicBezTo>
                    <a:pt x="33945" y="86792"/>
                    <a:pt x="25432" y="89055"/>
                    <a:pt x="21585" y="85187"/>
                  </a:cubicBezTo>
                  <a:cubicBezTo>
                    <a:pt x="17721" y="81500"/>
                    <a:pt x="19739" y="72193"/>
                    <a:pt x="19717" y="67522"/>
                  </a:cubicBezTo>
                  <a:lnTo>
                    <a:pt x="19553" y="67522"/>
                  </a:lnTo>
                  <a:cubicBezTo>
                    <a:pt x="7853" y="67522"/>
                    <a:pt x="0" y="59200"/>
                    <a:pt x="0" y="48104"/>
                  </a:cubicBezTo>
                  <a:lnTo>
                    <a:pt x="0" y="19125"/>
                  </a:lnTo>
                  <a:cubicBezTo>
                    <a:pt x="0" y="8687"/>
                    <a:pt x="7579" y="0"/>
                    <a:pt x="20158" y="0"/>
                  </a:cubicBezTo>
                  <a:close/>
                  <a:moveTo>
                    <a:pt x="14830" y="35330"/>
                  </a:moveTo>
                  <a:cubicBezTo>
                    <a:pt x="14830" y="39783"/>
                    <a:pt x="21093" y="43396"/>
                    <a:pt x="28782" y="43396"/>
                  </a:cubicBezTo>
                  <a:cubicBezTo>
                    <a:pt x="36471" y="43396"/>
                    <a:pt x="42733" y="39783"/>
                    <a:pt x="42733" y="35330"/>
                  </a:cubicBezTo>
                  <a:cubicBezTo>
                    <a:pt x="42733" y="30877"/>
                    <a:pt x="36471" y="27227"/>
                    <a:pt x="28782" y="27227"/>
                  </a:cubicBezTo>
                  <a:cubicBezTo>
                    <a:pt x="21093" y="27227"/>
                    <a:pt x="14830" y="30877"/>
                    <a:pt x="14830" y="35330"/>
                  </a:cubicBezTo>
                  <a:close/>
                  <a:moveTo>
                    <a:pt x="50148" y="35330"/>
                  </a:moveTo>
                  <a:cubicBezTo>
                    <a:pt x="50148" y="39783"/>
                    <a:pt x="56410" y="43396"/>
                    <a:pt x="64103" y="43396"/>
                  </a:cubicBezTo>
                  <a:cubicBezTo>
                    <a:pt x="71792" y="43396"/>
                    <a:pt x="78054" y="39783"/>
                    <a:pt x="78054" y="35330"/>
                  </a:cubicBezTo>
                  <a:cubicBezTo>
                    <a:pt x="78054" y="30877"/>
                    <a:pt x="71792" y="27227"/>
                    <a:pt x="64103" y="27227"/>
                  </a:cubicBezTo>
                  <a:cubicBezTo>
                    <a:pt x="56410" y="27227"/>
                    <a:pt x="50148" y="30877"/>
                    <a:pt x="50148" y="35330"/>
                  </a:cubicBezTo>
                  <a:close/>
                  <a:moveTo>
                    <a:pt x="85469" y="35330"/>
                  </a:moveTo>
                  <a:cubicBezTo>
                    <a:pt x="85469" y="39783"/>
                    <a:pt x="91731" y="43396"/>
                    <a:pt x="99420" y="43396"/>
                  </a:cubicBezTo>
                  <a:cubicBezTo>
                    <a:pt x="107109" y="43396"/>
                    <a:pt x="113372" y="39783"/>
                    <a:pt x="113372" y="35330"/>
                  </a:cubicBezTo>
                  <a:cubicBezTo>
                    <a:pt x="113372" y="30877"/>
                    <a:pt x="107109" y="27227"/>
                    <a:pt x="99420" y="27227"/>
                  </a:cubicBezTo>
                  <a:cubicBezTo>
                    <a:pt x="91731" y="27227"/>
                    <a:pt x="85469" y="30877"/>
                    <a:pt x="85469" y="35330"/>
                  </a:cubicBezTo>
                  <a:close/>
                </a:path>
              </a:pathLst>
            </a:custGeom>
            <a:solidFill>
              <a:srgbClr val="007B85"/>
            </a:solidFill>
            <a:ln w="3646" cap="flat">
              <a:noFill/>
              <a:prstDash val="solid"/>
              <a:miter/>
            </a:ln>
          </p:spPr>
          <p:txBody>
            <a:bodyPr rtlCol="0" anchor="ctr"/>
            <a:lstStyle/>
            <a:p>
              <a:endParaRPr lang="en-GR"/>
            </a:p>
          </p:txBody>
        </p:sp>
      </p:grpSp>
      <p:sp>
        <p:nvSpPr>
          <p:cNvPr id="588" name="Freeform 478">
            <a:extLst>
              <a:ext uri="{FF2B5EF4-FFF2-40B4-BE49-F238E27FC236}">
                <a16:creationId xmlns:a16="http://schemas.microsoft.com/office/drawing/2014/main" id="{64EBA355-29CF-5047-7712-305263274F3A}"/>
              </a:ext>
            </a:extLst>
          </p:cNvPr>
          <p:cNvSpPr/>
          <p:nvPr/>
        </p:nvSpPr>
        <p:spPr>
          <a:xfrm>
            <a:off x="7911831" y="3865461"/>
            <a:ext cx="180936" cy="170950"/>
          </a:xfrm>
          <a:custGeom>
            <a:avLst/>
            <a:gdLst>
              <a:gd name="connsiteX0" fmla="*/ 0 w 204358"/>
              <a:gd name="connsiteY0" fmla="*/ 100286 h 193079"/>
              <a:gd name="connsiteX1" fmla="*/ 110091 w 204358"/>
              <a:gd name="connsiteY1" fmla="*/ 26 h 193079"/>
              <a:gd name="connsiteX2" fmla="*/ 204348 w 204358"/>
              <a:gd name="connsiteY2" fmla="*/ 85176 h 193079"/>
              <a:gd name="connsiteX3" fmla="*/ 151605 w 204358"/>
              <a:gd name="connsiteY3" fmla="*/ 144923 h 193079"/>
              <a:gd name="connsiteX4" fmla="*/ 123064 w 204358"/>
              <a:gd name="connsiteY4" fmla="*/ 124375 h 193079"/>
              <a:gd name="connsiteX5" fmla="*/ 93808 w 204358"/>
              <a:gd name="connsiteY5" fmla="*/ 144485 h 193079"/>
              <a:gd name="connsiteX6" fmla="*/ 50283 w 204358"/>
              <a:gd name="connsiteY6" fmla="*/ 97293 h 193079"/>
              <a:gd name="connsiteX7" fmla="*/ 115057 w 204358"/>
              <a:gd name="connsiteY7" fmla="*/ 52620 h 193079"/>
              <a:gd name="connsiteX8" fmla="*/ 123290 w 204358"/>
              <a:gd name="connsiteY8" fmla="*/ 62693 h 193079"/>
              <a:gd name="connsiteX9" fmla="*/ 126064 w 204358"/>
              <a:gd name="connsiteY9" fmla="*/ 53496 h 193079"/>
              <a:gd name="connsiteX10" fmla="*/ 152499 w 204358"/>
              <a:gd name="connsiteY10" fmla="*/ 56233 h 193079"/>
              <a:gd name="connsiteX11" fmla="*/ 145970 w 204358"/>
              <a:gd name="connsiteY11" fmla="*/ 113206 h 193079"/>
              <a:gd name="connsiteX12" fmla="*/ 155320 w 204358"/>
              <a:gd name="connsiteY12" fmla="*/ 126163 h 193079"/>
              <a:gd name="connsiteX13" fmla="*/ 180237 w 204358"/>
              <a:gd name="connsiteY13" fmla="*/ 88826 h 193079"/>
              <a:gd name="connsiteX14" fmla="*/ 117787 w 204358"/>
              <a:gd name="connsiteY14" fmla="*/ 19662 h 193079"/>
              <a:gd name="connsiteX15" fmla="*/ 23979 w 204358"/>
              <a:gd name="connsiteY15" fmla="*/ 108060 h 193079"/>
              <a:gd name="connsiteX16" fmla="*/ 87144 w 204358"/>
              <a:gd name="connsiteY16" fmla="*/ 170581 h 193079"/>
              <a:gd name="connsiteX17" fmla="*/ 140066 w 204358"/>
              <a:gd name="connsiteY17" fmla="*/ 166056 h 193079"/>
              <a:gd name="connsiteX18" fmla="*/ 155093 w 204358"/>
              <a:gd name="connsiteY18" fmla="*/ 174706 h 193079"/>
              <a:gd name="connsiteX19" fmla="*/ 140781 w 204358"/>
              <a:gd name="connsiteY19" fmla="*/ 186568 h 193079"/>
              <a:gd name="connsiteX20" fmla="*/ 0 w 204358"/>
              <a:gd name="connsiteY20" fmla="*/ 100286 h 193079"/>
              <a:gd name="connsiteX21" fmla="*/ 98373 w 204358"/>
              <a:gd name="connsiteY21" fmla="*/ 121309 h 193079"/>
              <a:gd name="connsiteX22" fmla="*/ 121320 w 204358"/>
              <a:gd name="connsiteY22" fmla="*/ 93315 h 193079"/>
              <a:gd name="connsiteX23" fmla="*/ 104679 w 204358"/>
              <a:gd name="connsiteY23" fmla="*/ 71234 h 193079"/>
              <a:gd name="connsiteX24" fmla="*/ 80612 w 204358"/>
              <a:gd name="connsiteY24" fmla="*/ 103681 h 193079"/>
              <a:gd name="connsiteX25" fmla="*/ 98417 w 204358"/>
              <a:gd name="connsiteY25" fmla="*/ 121345 h 193079"/>
              <a:gd name="connsiteX26" fmla="*/ 98373 w 204358"/>
              <a:gd name="connsiteY26" fmla="*/ 121309 h 193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04358" h="193079">
                <a:moveTo>
                  <a:pt x="0" y="100286"/>
                </a:moveTo>
                <a:cubicBezTo>
                  <a:pt x="0" y="40028"/>
                  <a:pt x="52754" y="-1179"/>
                  <a:pt x="110091" y="26"/>
                </a:cubicBezTo>
                <a:cubicBezTo>
                  <a:pt x="158360" y="975"/>
                  <a:pt x="205191" y="32838"/>
                  <a:pt x="204348" y="85176"/>
                </a:cubicBezTo>
                <a:cubicBezTo>
                  <a:pt x="203847" y="115323"/>
                  <a:pt x="183477" y="143865"/>
                  <a:pt x="151605" y="144923"/>
                </a:cubicBezTo>
                <a:cubicBezTo>
                  <a:pt x="136179" y="145471"/>
                  <a:pt x="128698" y="138025"/>
                  <a:pt x="123064" y="124375"/>
                </a:cubicBezTo>
                <a:cubicBezTo>
                  <a:pt x="115951" y="134886"/>
                  <a:pt x="107007" y="142916"/>
                  <a:pt x="93808" y="144485"/>
                </a:cubicBezTo>
                <a:cubicBezTo>
                  <a:pt x="66282" y="147770"/>
                  <a:pt x="48893" y="122404"/>
                  <a:pt x="50283" y="97293"/>
                </a:cubicBezTo>
                <a:cubicBezTo>
                  <a:pt x="51885" y="68168"/>
                  <a:pt x="80612" y="34662"/>
                  <a:pt x="115057" y="52620"/>
                </a:cubicBezTo>
                <a:cubicBezTo>
                  <a:pt x="119619" y="55685"/>
                  <a:pt x="122392" y="59043"/>
                  <a:pt x="123290" y="62693"/>
                </a:cubicBezTo>
                <a:lnTo>
                  <a:pt x="126064" y="53496"/>
                </a:lnTo>
                <a:cubicBezTo>
                  <a:pt x="128512" y="45612"/>
                  <a:pt x="153780" y="45101"/>
                  <a:pt x="152499" y="56233"/>
                </a:cubicBezTo>
                <a:cubicBezTo>
                  <a:pt x="150335" y="75212"/>
                  <a:pt x="148671" y="94300"/>
                  <a:pt x="145970" y="113206"/>
                </a:cubicBezTo>
                <a:cubicBezTo>
                  <a:pt x="145120" y="119448"/>
                  <a:pt x="147893" y="126017"/>
                  <a:pt x="155320" y="126163"/>
                </a:cubicBezTo>
                <a:cubicBezTo>
                  <a:pt x="172011" y="126382"/>
                  <a:pt x="179098" y="101527"/>
                  <a:pt x="180237" y="88826"/>
                </a:cubicBezTo>
                <a:cubicBezTo>
                  <a:pt x="183773" y="50028"/>
                  <a:pt x="154772" y="23421"/>
                  <a:pt x="117787" y="19662"/>
                </a:cubicBezTo>
                <a:cubicBezTo>
                  <a:pt x="65311" y="14333"/>
                  <a:pt x="19440" y="53605"/>
                  <a:pt x="23979" y="108060"/>
                </a:cubicBezTo>
                <a:cubicBezTo>
                  <a:pt x="26866" y="143427"/>
                  <a:pt x="52779" y="165764"/>
                  <a:pt x="87144" y="170581"/>
                </a:cubicBezTo>
                <a:cubicBezTo>
                  <a:pt x="104814" y="173027"/>
                  <a:pt x="123064" y="171457"/>
                  <a:pt x="140066" y="166056"/>
                </a:cubicBezTo>
                <a:cubicBezTo>
                  <a:pt x="146598" y="163976"/>
                  <a:pt x="156108" y="165399"/>
                  <a:pt x="155093" y="174706"/>
                </a:cubicBezTo>
                <a:cubicBezTo>
                  <a:pt x="154334" y="181239"/>
                  <a:pt x="147087" y="184706"/>
                  <a:pt x="140781" y="186568"/>
                </a:cubicBezTo>
                <a:cubicBezTo>
                  <a:pt x="76634" y="208029"/>
                  <a:pt x="0" y="175728"/>
                  <a:pt x="0" y="100286"/>
                </a:cubicBezTo>
                <a:close/>
                <a:moveTo>
                  <a:pt x="98373" y="121309"/>
                </a:moveTo>
                <a:cubicBezTo>
                  <a:pt x="113120" y="121199"/>
                  <a:pt x="120736" y="106345"/>
                  <a:pt x="121320" y="93315"/>
                </a:cubicBezTo>
                <a:cubicBezTo>
                  <a:pt x="121820" y="82621"/>
                  <a:pt x="116561" y="72000"/>
                  <a:pt x="104679" y="71234"/>
                </a:cubicBezTo>
                <a:cubicBezTo>
                  <a:pt x="87725" y="70102"/>
                  <a:pt x="78331" y="89008"/>
                  <a:pt x="80612" y="103681"/>
                </a:cubicBezTo>
                <a:cubicBezTo>
                  <a:pt x="82086" y="112914"/>
                  <a:pt x="88542" y="121345"/>
                  <a:pt x="98417" y="121345"/>
                </a:cubicBezTo>
                <a:lnTo>
                  <a:pt x="98373" y="121309"/>
                </a:lnTo>
                <a:close/>
              </a:path>
            </a:pathLst>
          </a:custGeom>
          <a:solidFill>
            <a:srgbClr val="007B85"/>
          </a:solidFill>
          <a:ln w="3646" cap="flat">
            <a:noFill/>
            <a:prstDash val="solid"/>
            <a:miter/>
          </a:ln>
        </p:spPr>
        <p:txBody>
          <a:bodyPr rtlCol="0" anchor="ctr"/>
          <a:lstStyle/>
          <a:p>
            <a:endParaRPr lang="en-GR"/>
          </a:p>
        </p:txBody>
      </p:sp>
      <p:grpSp>
        <p:nvGrpSpPr>
          <p:cNvPr id="589" name="Group 588">
            <a:extLst>
              <a:ext uri="{FF2B5EF4-FFF2-40B4-BE49-F238E27FC236}">
                <a16:creationId xmlns:a16="http://schemas.microsoft.com/office/drawing/2014/main" id="{CC754AF3-8C7D-EFA2-2853-EC8A5C2697A3}"/>
              </a:ext>
            </a:extLst>
          </p:cNvPr>
          <p:cNvGrpSpPr/>
          <p:nvPr/>
        </p:nvGrpSpPr>
        <p:grpSpPr>
          <a:xfrm>
            <a:off x="8270473" y="3858989"/>
            <a:ext cx="128884" cy="180964"/>
            <a:chOff x="7118317" y="3858989"/>
            <a:chExt cx="128884" cy="180964"/>
          </a:xfrm>
        </p:grpSpPr>
        <p:sp>
          <p:nvSpPr>
            <p:cNvPr id="590" name="Freeform 479">
              <a:extLst>
                <a:ext uri="{FF2B5EF4-FFF2-40B4-BE49-F238E27FC236}">
                  <a16:creationId xmlns:a16="http://schemas.microsoft.com/office/drawing/2014/main" id="{CD80FA99-0CC7-D51F-402C-9BDCE34E1123}"/>
                </a:ext>
              </a:extLst>
            </p:cNvPr>
            <p:cNvSpPr/>
            <p:nvPr/>
          </p:nvSpPr>
          <p:spPr>
            <a:xfrm>
              <a:off x="7144421" y="3858989"/>
              <a:ext cx="76449" cy="116463"/>
            </a:xfrm>
            <a:custGeom>
              <a:avLst/>
              <a:gdLst>
                <a:gd name="connsiteX0" fmla="*/ 43145 w 86345"/>
                <a:gd name="connsiteY0" fmla="*/ 131539 h 131539"/>
                <a:gd name="connsiteX1" fmla="*/ 86309 w 86345"/>
                <a:gd name="connsiteY1" fmla="*/ 95917 h 131539"/>
                <a:gd name="connsiteX2" fmla="*/ 46280 w 86345"/>
                <a:gd name="connsiteY2" fmla="*/ 95917 h 131539"/>
                <a:gd name="connsiteX3" fmla="*/ 46280 w 86345"/>
                <a:gd name="connsiteY3" fmla="*/ 82924 h 131539"/>
                <a:gd name="connsiteX4" fmla="*/ 86345 w 86345"/>
                <a:gd name="connsiteY4" fmla="*/ 82924 h 131539"/>
                <a:gd name="connsiteX5" fmla="*/ 86345 w 86345"/>
                <a:gd name="connsiteY5" fmla="*/ 72266 h 131539"/>
                <a:gd name="connsiteX6" fmla="*/ 46280 w 86345"/>
                <a:gd name="connsiteY6" fmla="*/ 72266 h 131539"/>
                <a:gd name="connsiteX7" fmla="*/ 46280 w 86345"/>
                <a:gd name="connsiteY7" fmla="*/ 59273 h 131539"/>
                <a:gd name="connsiteX8" fmla="*/ 86345 w 86345"/>
                <a:gd name="connsiteY8" fmla="*/ 59273 h 131539"/>
                <a:gd name="connsiteX9" fmla="*/ 86345 w 86345"/>
                <a:gd name="connsiteY9" fmla="*/ 48652 h 131539"/>
                <a:gd name="connsiteX10" fmla="*/ 46280 w 86345"/>
                <a:gd name="connsiteY10" fmla="*/ 48652 h 131539"/>
                <a:gd name="connsiteX11" fmla="*/ 46280 w 86345"/>
                <a:gd name="connsiteY11" fmla="*/ 35659 h 131539"/>
                <a:gd name="connsiteX12" fmla="*/ 86309 w 86345"/>
                <a:gd name="connsiteY12" fmla="*/ 35659 h 131539"/>
                <a:gd name="connsiteX13" fmla="*/ 43145 w 86345"/>
                <a:gd name="connsiteY13" fmla="*/ 0 h 131539"/>
                <a:gd name="connsiteX14" fmla="*/ 0 w 86345"/>
                <a:gd name="connsiteY14" fmla="*/ 35841 h 131539"/>
                <a:gd name="connsiteX15" fmla="*/ 0 w 86345"/>
                <a:gd name="connsiteY15" fmla="*/ 95661 h 131539"/>
                <a:gd name="connsiteX16" fmla="*/ 43145 w 86345"/>
                <a:gd name="connsiteY16" fmla="*/ 131503 h 131539"/>
                <a:gd name="connsiteX17" fmla="*/ 43145 w 86345"/>
                <a:gd name="connsiteY17" fmla="*/ 131539 h 131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6345" h="131539">
                  <a:moveTo>
                    <a:pt x="43145" y="131539"/>
                  </a:moveTo>
                  <a:cubicBezTo>
                    <a:pt x="62866" y="131539"/>
                    <a:pt x="86199" y="115626"/>
                    <a:pt x="86309" y="95917"/>
                  </a:cubicBezTo>
                  <a:lnTo>
                    <a:pt x="46280" y="95917"/>
                  </a:lnTo>
                  <a:cubicBezTo>
                    <a:pt x="41474" y="95771"/>
                    <a:pt x="41558" y="83033"/>
                    <a:pt x="46280" y="82924"/>
                  </a:cubicBezTo>
                  <a:lnTo>
                    <a:pt x="86345" y="82924"/>
                  </a:lnTo>
                  <a:lnTo>
                    <a:pt x="86345" y="72266"/>
                  </a:lnTo>
                  <a:lnTo>
                    <a:pt x="46280" y="72266"/>
                  </a:lnTo>
                  <a:cubicBezTo>
                    <a:pt x="41474" y="72157"/>
                    <a:pt x="41558" y="59419"/>
                    <a:pt x="46280" y="59273"/>
                  </a:cubicBezTo>
                  <a:lnTo>
                    <a:pt x="86345" y="59273"/>
                  </a:lnTo>
                  <a:lnTo>
                    <a:pt x="86345" y="48652"/>
                  </a:lnTo>
                  <a:lnTo>
                    <a:pt x="46280" y="48652"/>
                  </a:lnTo>
                  <a:cubicBezTo>
                    <a:pt x="41558" y="48506"/>
                    <a:pt x="41474" y="35768"/>
                    <a:pt x="46280" y="35659"/>
                  </a:cubicBezTo>
                  <a:lnTo>
                    <a:pt x="86309" y="35659"/>
                  </a:lnTo>
                  <a:cubicBezTo>
                    <a:pt x="86236" y="15913"/>
                    <a:pt x="70365" y="0"/>
                    <a:pt x="43145" y="0"/>
                  </a:cubicBezTo>
                  <a:cubicBezTo>
                    <a:pt x="17724" y="0"/>
                    <a:pt x="0" y="16096"/>
                    <a:pt x="0" y="35841"/>
                  </a:cubicBezTo>
                  <a:lnTo>
                    <a:pt x="0" y="95661"/>
                  </a:lnTo>
                  <a:cubicBezTo>
                    <a:pt x="0" y="115480"/>
                    <a:pt x="23374" y="131503"/>
                    <a:pt x="43145" y="131503"/>
                  </a:cubicBezTo>
                  <a:lnTo>
                    <a:pt x="43145" y="131539"/>
                  </a:lnTo>
                  <a:close/>
                </a:path>
              </a:pathLst>
            </a:custGeom>
            <a:solidFill>
              <a:srgbClr val="007B85"/>
            </a:solidFill>
            <a:ln w="3646" cap="flat">
              <a:noFill/>
              <a:prstDash val="solid"/>
              <a:miter/>
            </a:ln>
          </p:spPr>
          <p:txBody>
            <a:bodyPr rtlCol="0" anchor="ctr"/>
            <a:lstStyle/>
            <a:p>
              <a:endParaRPr lang="en-GR"/>
            </a:p>
          </p:txBody>
        </p:sp>
        <p:sp>
          <p:nvSpPr>
            <p:cNvPr id="591" name="Freeform 480">
              <a:extLst>
                <a:ext uri="{FF2B5EF4-FFF2-40B4-BE49-F238E27FC236}">
                  <a16:creationId xmlns:a16="http://schemas.microsoft.com/office/drawing/2014/main" id="{8070AF5B-6CBD-6FF3-FE14-6D52F4399993}"/>
                </a:ext>
              </a:extLst>
            </p:cNvPr>
            <p:cNvSpPr/>
            <p:nvPr/>
          </p:nvSpPr>
          <p:spPr>
            <a:xfrm>
              <a:off x="7139963" y="4021760"/>
              <a:ext cx="85198" cy="18193"/>
            </a:xfrm>
            <a:custGeom>
              <a:avLst/>
              <a:gdLst>
                <a:gd name="connsiteX0" fmla="*/ 14635 w 96227"/>
                <a:gd name="connsiteY0" fmla="*/ 0 h 20548"/>
                <a:gd name="connsiteX1" fmla="*/ 4724 w 96227"/>
                <a:gd name="connsiteY1" fmla="*/ 20548 h 20548"/>
                <a:gd name="connsiteX2" fmla="*/ 91160 w 96227"/>
                <a:gd name="connsiteY2" fmla="*/ 20548 h 20548"/>
                <a:gd name="connsiteX3" fmla="*/ 81526 w 96227"/>
                <a:gd name="connsiteY3" fmla="*/ 0 h 20548"/>
                <a:gd name="connsiteX4" fmla="*/ 14635 w 96227"/>
                <a:gd name="connsiteY4" fmla="*/ 0 h 20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27" h="20548">
                  <a:moveTo>
                    <a:pt x="14635" y="0"/>
                  </a:moveTo>
                  <a:cubicBezTo>
                    <a:pt x="6352" y="730"/>
                    <a:pt x="-7257" y="20111"/>
                    <a:pt x="4724" y="20548"/>
                  </a:cubicBezTo>
                  <a:lnTo>
                    <a:pt x="91160" y="20548"/>
                  </a:lnTo>
                  <a:cubicBezTo>
                    <a:pt x="103531" y="20548"/>
                    <a:pt x="90467" y="474"/>
                    <a:pt x="81526" y="0"/>
                  </a:cubicBezTo>
                  <a:lnTo>
                    <a:pt x="14635" y="0"/>
                  </a:lnTo>
                  <a:close/>
                </a:path>
              </a:pathLst>
            </a:custGeom>
            <a:solidFill>
              <a:srgbClr val="007B85"/>
            </a:solidFill>
            <a:ln w="3646" cap="flat">
              <a:noFill/>
              <a:prstDash val="solid"/>
              <a:miter/>
            </a:ln>
          </p:spPr>
          <p:txBody>
            <a:bodyPr rtlCol="0" anchor="ctr"/>
            <a:lstStyle/>
            <a:p>
              <a:endParaRPr lang="en-GR"/>
            </a:p>
          </p:txBody>
        </p:sp>
        <p:sp>
          <p:nvSpPr>
            <p:cNvPr id="592" name="Freeform 481">
              <a:extLst>
                <a:ext uri="{FF2B5EF4-FFF2-40B4-BE49-F238E27FC236}">
                  <a16:creationId xmlns:a16="http://schemas.microsoft.com/office/drawing/2014/main" id="{DC70E4FC-884C-6CFB-8D3B-113FFBE04A80}"/>
                </a:ext>
              </a:extLst>
            </p:cNvPr>
            <p:cNvSpPr/>
            <p:nvPr/>
          </p:nvSpPr>
          <p:spPr>
            <a:xfrm>
              <a:off x="7118317" y="3925800"/>
              <a:ext cx="128884" cy="86879"/>
            </a:xfrm>
            <a:custGeom>
              <a:avLst/>
              <a:gdLst>
                <a:gd name="connsiteX0" fmla="*/ 136300 w 145568"/>
                <a:gd name="connsiteY0" fmla="*/ 274 h 98125"/>
                <a:gd name="connsiteX1" fmla="*/ 145569 w 145568"/>
                <a:gd name="connsiteY1" fmla="*/ 5712 h 98125"/>
                <a:gd name="connsiteX2" fmla="*/ 131957 w 145568"/>
                <a:gd name="connsiteY2" fmla="*/ 60313 h 98125"/>
                <a:gd name="connsiteX3" fmla="*/ 92045 w 145568"/>
                <a:gd name="connsiteY3" fmla="*/ 84329 h 98125"/>
                <a:gd name="connsiteX4" fmla="*/ 92045 w 145568"/>
                <a:gd name="connsiteY4" fmla="*/ 98126 h 98125"/>
                <a:gd name="connsiteX5" fmla="*/ 56903 w 145568"/>
                <a:gd name="connsiteY5" fmla="*/ 98126 h 98125"/>
                <a:gd name="connsiteX6" fmla="*/ 56903 w 145568"/>
                <a:gd name="connsiteY6" fmla="*/ 84949 h 98125"/>
                <a:gd name="connsiteX7" fmla="*/ 0 w 145568"/>
                <a:gd name="connsiteY7" fmla="*/ 20202 h 98125"/>
                <a:gd name="connsiteX8" fmla="*/ 51 w 145568"/>
                <a:gd name="connsiteY8" fmla="*/ 5639 h 98125"/>
                <a:gd name="connsiteX9" fmla="*/ 20440 w 145568"/>
                <a:gd name="connsiteY9" fmla="*/ 5639 h 98125"/>
                <a:gd name="connsiteX10" fmla="*/ 20491 w 145568"/>
                <a:gd name="connsiteY10" fmla="*/ 20202 h 98125"/>
                <a:gd name="connsiteX11" fmla="*/ 72624 w 145568"/>
                <a:gd name="connsiteY11" fmla="*/ 65021 h 98125"/>
                <a:gd name="connsiteX12" fmla="*/ 115718 w 145568"/>
                <a:gd name="connsiteY12" fmla="*/ 47575 h 98125"/>
                <a:gd name="connsiteX13" fmla="*/ 124622 w 145568"/>
                <a:gd name="connsiteY13" fmla="*/ 5712 h 98125"/>
                <a:gd name="connsiteX14" fmla="*/ 136300 w 145568"/>
                <a:gd name="connsiteY14" fmla="*/ 274 h 9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5568" h="98125">
                  <a:moveTo>
                    <a:pt x="136300" y="274"/>
                  </a:moveTo>
                  <a:cubicBezTo>
                    <a:pt x="142102" y="274"/>
                    <a:pt x="145569" y="1186"/>
                    <a:pt x="145569" y="5712"/>
                  </a:cubicBezTo>
                  <a:cubicBezTo>
                    <a:pt x="145569" y="24837"/>
                    <a:pt x="144401" y="44473"/>
                    <a:pt x="131957" y="60313"/>
                  </a:cubicBezTo>
                  <a:cubicBezTo>
                    <a:pt x="121995" y="72942"/>
                    <a:pt x="107617" y="81373"/>
                    <a:pt x="92045" y="84329"/>
                  </a:cubicBezTo>
                  <a:lnTo>
                    <a:pt x="92045" y="98126"/>
                  </a:lnTo>
                  <a:lnTo>
                    <a:pt x="56903" y="98126"/>
                  </a:lnTo>
                  <a:lnTo>
                    <a:pt x="56903" y="84949"/>
                  </a:lnTo>
                  <a:cubicBezTo>
                    <a:pt x="24859" y="80752"/>
                    <a:pt x="0" y="53379"/>
                    <a:pt x="0" y="20202"/>
                  </a:cubicBezTo>
                  <a:lnTo>
                    <a:pt x="51" y="5639"/>
                  </a:lnTo>
                  <a:cubicBezTo>
                    <a:pt x="186" y="-1953"/>
                    <a:pt x="20177" y="-1806"/>
                    <a:pt x="20440" y="5639"/>
                  </a:cubicBezTo>
                  <a:lnTo>
                    <a:pt x="20491" y="20202"/>
                  </a:lnTo>
                  <a:cubicBezTo>
                    <a:pt x="20491" y="44911"/>
                    <a:pt x="47922" y="65021"/>
                    <a:pt x="72624" y="65021"/>
                  </a:cubicBezTo>
                  <a:cubicBezTo>
                    <a:pt x="86440" y="65021"/>
                    <a:pt x="107142" y="58488"/>
                    <a:pt x="115718" y="47575"/>
                  </a:cubicBezTo>
                  <a:cubicBezTo>
                    <a:pt x="121228" y="40604"/>
                    <a:pt x="124622" y="30385"/>
                    <a:pt x="124622" y="5712"/>
                  </a:cubicBezTo>
                  <a:cubicBezTo>
                    <a:pt x="124622" y="274"/>
                    <a:pt x="127651" y="274"/>
                    <a:pt x="136300" y="274"/>
                  </a:cubicBezTo>
                  <a:close/>
                </a:path>
              </a:pathLst>
            </a:custGeom>
            <a:solidFill>
              <a:srgbClr val="007B85"/>
            </a:solidFill>
            <a:ln w="3646" cap="flat">
              <a:noFill/>
              <a:prstDash val="solid"/>
              <a:miter/>
            </a:ln>
          </p:spPr>
          <p:txBody>
            <a:bodyPr rtlCol="0" anchor="ctr"/>
            <a:lstStyle/>
            <a:p>
              <a:endParaRPr lang="en-GR"/>
            </a:p>
          </p:txBody>
        </p:sp>
      </p:grpSp>
      <p:grpSp>
        <p:nvGrpSpPr>
          <p:cNvPr id="593" name="Group 592">
            <a:extLst>
              <a:ext uri="{FF2B5EF4-FFF2-40B4-BE49-F238E27FC236}">
                <a16:creationId xmlns:a16="http://schemas.microsoft.com/office/drawing/2014/main" id="{16AEA779-957B-6112-CCD5-82C074DDC255}"/>
              </a:ext>
            </a:extLst>
          </p:cNvPr>
          <p:cNvGrpSpPr/>
          <p:nvPr/>
        </p:nvGrpSpPr>
        <p:grpSpPr>
          <a:xfrm>
            <a:off x="8577419" y="3858991"/>
            <a:ext cx="178772" cy="180963"/>
            <a:chOff x="7425263" y="3858989"/>
            <a:chExt cx="178772" cy="180963"/>
          </a:xfrm>
        </p:grpSpPr>
        <p:sp>
          <p:nvSpPr>
            <p:cNvPr id="594" name="Freeform 482">
              <a:extLst>
                <a:ext uri="{FF2B5EF4-FFF2-40B4-BE49-F238E27FC236}">
                  <a16:creationId xmlns:a16="http://schemas.microsoft.com/office/drawing/2014/main" id="{4A88BE63-ABEE-F773-947F-1C773CB0E2D2}"/>
                </a:ext>
              </a:extLst>
            </p:cNvPr>
            <p:cNvSpPr/>
            <p:nvPr/>
          </p:nvSpPr>
          <p:spPr>
            <a:xfrm>
              <a:off x="7425263" y="3858989"/>
              <a:ext cx="178772" cy="156049"/>
            </a:xfrm>
            <a:custGeom>
              <a:avLst/>
              <a:gdLst>
                <a:gd name="connsiteX0" fmla="*/ 0 w 201913"/>
                <a:gd name="connsiteY0" fmla="*/ 100954 h 176249"/>
                <a:gd name="connsiteX1" fmla="*/ 100939 w 201913"/>
                <a:gd name="connsiteY1" fmla="*/ 0 h 176249"/>
                <a:gd name="connsiteX2" fmla="*/ 201913 w 201913"/>
                <a:gd name="connsiteY2" fmla="*/ 100954 h 176249"/>
                <a:gd name="connsiteX3" fmla="*/ 168085 w 201913"/>
                <a:gd name="connsiteY3" fmla="*/ 176250 h 176249"/>
                <a:gd name="connsiteX4" fmla="*/ 159071 w 201913"/>
                <a:gd name="connsiteY4" fmla="*/ 157745 h 176249"/>
                <a:gd name="connsiteX5" fmla="*/ 182244 w 201913"/>
                <a:gd name="connsiteY5" fmla="*/ 100954 h 176249"/>
                <a:gd name="connsiteX6" fmla="*/ 100939 w 201913"/>
                <a:gd name="connsiteY6" fmla="*/ 19636 h 176249"/>
                <a:gd name="connsiteX7" fmla="*/ 19633 w 201913"/>
                <a:gd name="connsiteY7" fmla="*/ 100954 h 176249"/>
                <a:gd name="connsiteX8" fmla="*/ 42806 w 201913"/>
                <a:gd name="connsiteY8" fmla="*/ 157745 h 176249"/>
                <a:gd name="connsiteX9" fmla="*/ 33829 w 201913"/>
                <a:gd name="connsiteY9" fmla="*/ 176250 h 176249"/>
                <a:gd name="connsiteX10" fmla="*/ 0 w 201913"/>
                <a:gd name="connsiteY10" fmla="*/ 100954 h 17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913" h="176249">
                  <a:moveTo>
                    <a:pt x="0" y="100954"/>
                  </a:moveTo>
                  <a:cubicBezTo>
                    <a:pt x="0" y="45185"/>
                    <a:pt x="45214" y="0"/>
                    <a:pt x="100939" y="0"/>
                  </a:cubicBezTo>
                  <a:cubicBezTo>
                    <a:pt x="156735" y="0"/>
                    <a:pt x="201913" y="45221"/>
                    <a:pt x="201913" y="100954"/>
                  </a:cubicBezTo>
                  <a:cubicBezTo>
                    <a:pt x="201913" y="130919"/>
                    <a:pt x="188776" y="157745"/>
                    <a:pt x="168085" y="176250"/>
                  </a:cubicBezTo>
                  <a:cubicBezTo>
                    <a:pt x="167136" y="169461"/>
                    <a:pt x="163997" y="163220"/>
                    <a:pt x="159071" y="157745"/>
                  </a:cubicBezTo>
                  <a:cubicBezTo>
                    <a:pt x="173376" y="143036"/>
                    <a:pt x="182244" y="122999"/>
                    <a:pt x="182244" y="100954"/>
                  </a:cubicBezTo>
                  <a:cubicBezTo>
                    <a:pt x="182244" y="56134"/>
                    <a:pt x="145788" y="19636"/>
                    <a:pt x="100939" y="19636"/>
                  </a:cubicBezTo>
                  <a:cubicBezTo>
                    <a:pt x="56126" y="19636"/>
                    <a:pt x="19633" y="56134"/>
                    <a:pt x="19633" y="100954"/>
                  </a:cubicBezTo>
                  <a:cubicBezTo>
                    <a:pt x="19633" y="123072"/>
                    <a:pt x="28464" y="143036"/>
                    <a:pt x="42806" y="157745"/>
                  </a:cubicBezTo>
                  <a:cubicBezTo>
                    <a:pt x="37916" y="163220"/>
                    <a:pt x="34778" y="169461"/>
                    <a:pt x="33829" y="176250"/>
                  </a:cubicBezTo>
                  <a:cubicBezTo>
                    <a:pt x="13101" y="157745"/>
                    <a:pt x="0" y="130919"/>
                    <a:pt x="0" y="100954"/>
                  </a:cubicBezTo>
                  <a:close/>
                </a:path>
              </a:pathLst>
            </a:custGeom>
            <a:solidFill>
              <a:srgbClr val="007B85"/>
            </a:solidFill>
            <a:ln w="3646" cap="flat">
              <a:noFill/>
              <a:prstDash val="solid"/>
              <a:miter/>
            </a:ln>
          </p:spPr>
          <p:txBody>
            <a:bodyPr rtlCol="0" anchor="ctr"/>
            <a:lstStyle/>
            <a:p>
              <a:endParaRPr lang="en-GR"/>
            </a:p>
          </p:txBody>
        </p:sp>
        <p:sp>
          <p:nvSpPr>
            <p:cNvPr id="595" name="Freeform 483">
              <a:extLst>
                <a:ext uri="{FF2B5EF4-FFF2-40B4-BE49-F238E27FC236}">
                  <a16:creationId xmlns:a16="http://schemas.microsoft.com/office/drawing/2014/main" id="{3A558C91-492B-43E0-BB91-76769B45843D}"/>
                </a:ext>
              </a:extLst>
            </p:cNvPr>
            <p:cNvSpPr/>
            <p:nvPr/>
          </p:nvSpPr>
          <p:spPr>
            <a:xfrm>
              <a:off x="7463647" y="3988119"/>
              <a:ext cx="102004" cy="51833"/>
            </a:xfrm>
            <a:custGeom>
              <a:avLst/>
              <a:gdLst>
                <a:gd name="connsiteX0" fmla="*/ 1 w 115208"/>
                <a:gd name="connsiteY0" fmla="*/ 34528 h 58543"/>
                <a:gd name="connsiteX1" fmla="*/ 57587 w 115208"/>
                <a:gd name="connsiteY1" fmla="*/ 0 h 58543"/>
                <a:gd name="connsiteX2" fmla="*/ 115208 w 115208"/>
                <a:gd name="connsiteY2" fmla="*/ 34528 h 58543"/>
                <a:gd name="connsiteX3" fmla="*/ 99480 w 115208"/>
                <a:gd name="connsiteY3" fmla="*/ 58543 h 58543"/>
                <a:gd name="connsiteX4" fmla="*/ 15729 w 115208"/>
                <a:gd name="connsiteY4" fmla="*/ 58543 h 58543"/>
                <a:gd name="connsiteX5" fmla="*/ 1 w 115208"/>
                <a:gd name="connsiteY5" fmla="*/ 34528 h 58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208" h="58543">
                  <a:moveTo>
                    <a:pt x="1" y="34528"/>
                  </a:moveTo>
                  <a:cubicBezTo>
                    <a:pt x="1" y="15475"/>
                    <a:pt x="25765" y="0"/>
                    <a:pt x="57587" y="0"/>
                  </a:cubicBezTo>
                  <a:cubicBezTo>
                    <a:pt x="89408" y="0"/>
                    <a:pt x="115208" y="15475"/>
                    <a:pt x="115208" y="34528"/>
                  </a:cubicBezTo>
                  <a:cubicBezTo>
                    <a:pt x="115208" y="47192"/>
                    <a:pt x="115610" y="57558"/>
                    <a:pt x="99480" y="58543"/>
                  </a:cubicBezTo>
                  <a:lnTo>
                    <a:pt x="15729" y="58543"/>
                  </a:lnTo>
                  <a:cubicBezTo>
                    <a:pt x="-437" y="57558"/>
                    <a:pt x="1" y="47229"/>
                    <a:pt x="1" y="34528"/>
                  </a:cubicBezTo>
                  <a:close/>
                </a:path>
              </a:pathLst>
            </a:custGeom>
            <a:solidFill>
              <a:srgbClr val="007B85"/>
            </a:solidFill>
            <a:ln w="3646" cap="flat">
              <a:noFill/>
              <a:prstDash val="solid"/>
              <a:miter/>
            </a:ln>
          </p:spPr>
          <p:txBody>
            <a:bodyPr rtlCol="0" anchor="ctr"/>
            <a:lstStyle/>
            <a:p>
              <a:endParaRPr lang="en-GR"/>
            </a:p>
          </p:txBody>
        </p:sp>
        <p:sp>
          <p:nvSpPr>
            <p:cNvPr id="596" name="Freeform 484">
              <a:extLst>
                <a:ext uri="{FF2B5EF4-FFF2-40B4-BE49-F238E27FC236}">
                  <a16:creationId xmlns:a16="http://schemas.microsoft.com/office/drawing/2014/main" id="{8CBE71D4-529A-36B6-392D-BDB6DDAA8523}"/>
                </a:ext>
              </a:extLst>
            </p:cNvPr>
            <p:cNvSpPr/>
            <p:nvPr/>
          </p:nvSpPr>
          <p:spPr>
            <a:xfrm>
              <a:off x="7489561" y="3923425"/>
              <a:ext cx="49886" cy="49926"/>
            </a:xfrm>
            <a:custGeom>
              <a:avLst/>
              <a:gdLst>
                <a:gd name="connsiteX0" fmla="*/ 28172 w 56344"/>
                <a:gd name="connsiteY0" fmla="*/ 0 h 56389"/>
                <a:gd name="connsiteX1" fmla="*/ 0 w 56344"/>
                <a:gd name="connsiteY1" fmla="*/ 28177 h 56389"/>
                <a:gd name="connsiteX2" fmla="*/ 28172 w 56344"/>
                <a:gd name="connsiteY2" fmla="*/ 56390 h 56389"/>
                <a:gd name="connsiteX3" fmla="*/ 56344 w 56344"/>
                <a:gd name="connsiteY3" fmla="*/ 28177 h 56389"/>
                <a:gd name="connsiteX4" fmla="*/ 28172 w 56344"/>
                <a:gd name="connsiteY4" fmla="*/ 0 h 563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44" h="56389">
                  <a:moveTo>
                    <a:pt x="28172" y="0"/>
                  </a:moveTo>
                  <a:cubicBezTo>
                    <a:pt x="12626" y="0"/>
                    <a:pt x="0" y="12629"/>
                    <a:pt x="0" y="28177"/>
                  </a:cubicBezTo>
                  <a:cubicBezTo>
                    <a:pt x="0" y="43762"/>
                    <a:pt x="12626" y="56390"/>
                    <a:pt x="28172" y="56390"/>
                  </a:cubicBezTo>
                  <a:cubicBezTo>
                    <a:pt x="43755" y="56390"/>
                    <a:pt x="56344" y="43762"/>
                    <a:pt x="56344" y="28177"/>
                  </a:cubicBezTo>
                  <a:cubicBezTo>
                    <a:pt x="56344" y="12629"/>
                    <a:pt x="43755" y="0"/>
                    <a:pt x="28172" y="0"/>
                  </a:cubicBezTo>
                  <a:close/>
                </a:path>
              </a:pathLst>
            </a:custGeom>
            <a:solidFill>
              <a:srgbClr val="007B85"/>
            </a:solidFill>
            <a:ln w="3646" cap="flat">
              <a:noFill/>
              <a:prstDash val="solid"/>
              <a:miter/>
            </a:ln>
          </p:spPr>
          <p:txBody>
            <a:bodyPr rtlCol="0" anchor="ctr"/>
            <a:lstStyle/>
            <a:p>
              <a:endParaRPr lang="en-GR"/>
            </a:p>
          </p:txBody>
        </p:sp>
        <p:sp>
          <p:nvSpPr>
            <p:cNvPr id="597" name="Freeform 485">
              <a:extLst>
                <a:ext uri="{FF2B5EF4-FFF2-40B4-BE49-F238E27FC236}">
                  <a16:creationId xmlns:a16="http://schemas.microsoft.com/office/drawing/2014/main" id="{2AF63459-1B1E-3BC1-BD61-46CFA379EEB6}"/>
                </a:ext>
              </a:extLst>
            </p:cNvPr>
            <p:cNvSpPr/>
            <p:nvPr/>
          </p:nvSpPr>
          <p:spPr>
            <a:xfrm>
              <a:off x="7457380" y="3891175"/>
              <a:ext cx="114442" cy="98173"/>
            </a:xfrm>
            <a:custGeom>
              <a:avLst/>
              <a:gdLst>
                <a:gd name="connsiteX0" fmla="*/ 64629 w 129256"/>
                <a:gd name="connsiteY0" fmla="*/ 0 h 110881"/>
                <a:gd name="connsiteX1" fmla="*/ 129257 w 129256"/>
                <a:gd name="connsiteY1" fmla="*/ 64602 h 110881"/>
                <a:gd name="connsiteX2" fmla="*/ 129147 w 129256"/>
                <a:gd name="connsiteY2" fmla="*/ 64602 h 110881"/>
                <a:gd name="connsiteX3" fmla="*/ 109587 w 129256"/>
                <a:gd name="connsiteY3" fmla="*/ 110881 h 110881"/>
                <a:gd name="connsiteX4" fmla="*/ 88568 w 129256"/>
                <a:gd name="connsiteY4" fmla="*/ 102560 h 110881"/>
                <a:gd name="connsiteX5" fmla="*/ 109551 w 129256"/>
                <a:gd name="connsiteY5" fmla="*/ 64602 h 110881"/>
                <a:gd name="connsiteX6" fmla="*/ 64592 w 129256"/>
                <a:gd name="connsiteY6" fmla="*/ 19636 h 110881"/>
                <a:gd name="connsiteX7" fmla="*/ 19597 w 129256"/>
                <a:gd name="connsiteY7" fmla="*/ 64602 h 110881"/>
                <a:gd name="connsiteX8" fmla="*/ 40580 w 129256"/>
                <a:gd name="connsiteY8" fmla="*/ 102560 h 110881"/>
                <a:gd name="connsiteX9" fmla="*/ 19560 w 129256"/>
                <a:gd name="connsiteY9" fmla="*/ 110881 h 110881"/>
                <a:gd name="connsiteX10" fmla="*/ 0 w 129256"/>
                <a:gd name="connsiteY10" fmla="*/ 64602 h 110881"/>
                <a:gd name="connsiteX11" fmla="*/ 64629 w 129256"/>
                <a:gd name="connsiteY11" fmla="*/ 0 h 110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9256" h="110881">
                  <a:moveTo>
                    <a:pt x="64629" y="0"/>
                  </a:moveTo>
                  <a:cubicBezTo>
                    <a:pt x="100319" y="0"/>
                    <a:pt x="129257" y="28907"/>
                    <a:pt x="129257" y="64602"/>
                  </a:cubicBezTo>
                  <a:lnTo>
                    <a:pt x="129147" y="64602"/>
                  </a:lnTo>
                  <a:cubicBezTo>
                    <a:pt x="129147" y="82778"/>
                    <a:pt x="121630" y="99129"/>
                    <a:pt x="109587" y="110881"/>
                  </a:cubicBezTo>
                  <a:cubicBezTo>
                    <a:pt x="103493" y="107341"/>
                    <a:pt x="96450" y="104494"/>
                    <a:pt x="88568" y="102560"/>
                  </a:cubicBezTo>
                  <a:cubicBezTo>
                    <a:pt x="101158" y="94567"/>
                    <a:pt x="109551" y="80588"/>
                    <a:pt x="109551" y="64602"/>
                  </a:cubicBezTo>
                  <a:cubicBezTo>
                    <a:pt x="109551" y="39820"/>
                    <a:pt x="89371" y="19636"/>
                    <a:pt x="64592" y="19636"/>
                  </a:cubicBezTo>
                  <a:cubicBezTo>
                    <a:pt x="39777" y="19636"/>
                    <a:pt x="19597" y="39820"/>
                    <a:pt x="19597" y="64602"/>
                  </a:cubicBezTo>
                  <a:cubicBezTo>
                    <a:pt x="19597" y="80588"/>
                    <a:pt x="27990" y="94567"/>
                    <a:pt x="40580" y="102560"/>
                  </a:cubicBezTo>
                  <a:cubicBezTo>
                    <a:pt x="32771" y="104494"/>
                    <a:pt x="25654" y="107305"/>
                    <a:pt x="19560" y="110881"/>
                  </a:cubicBezTo>
                  <a:cubicBezTo>
                    <a:pt x="7518" y="99129"/>
                    <a:pt x="0" y="82778"/>
                    <a:pt x="0" y="64602"/>
                  </a:cubicBezTo>
                  <a:cubicBezTo>
                    <a:pt x="0" y="28907"/>
                    <a:pt x="28939" y="0"/>
                    <a:pt x="64629" y="0"/>
                  </a:cubicBezTo>
                  <a:close/>
                </a:path>
              </a:pathLst>
            </a:custGeom>
            <a:solidFill>
              <a:srgbClr val="007B85"/>
            </a:solidFill>
            <a:ln w="3646" cap="flat">
              <a:noFill/>
              <a:prstDash val="solid"/>
              <a:miter/>
            </a:ln>
          </p:spPr>
          <p:txBody>
            <a:bodyPr rtlCol="0" anchor="ctr"/>
            <a:lstStyle/>
            <a:p>
              <a:endParaRPr lang="en-GR"/>
            </a:p>
          </p:txBody>
        </p:sp>
      </p:grpSp>
      <p:grpSp>
        <p:nvGrpSpPr>
          <p:cNvPr id="598" name="Group 597">
            <a:extLst>
              <a:ext uri="{FF2B5EF4-FFF2-40B4-BE49-F238E27FC236}">
                <a16:creationId xmlns:a16="http://schemas.microsoft.com/office/drawing/2014/main" id="{1FF72635-7E49-4D87-6184-9A13EFCB77A3}"/>
              </a:ext>
            </a:extLst>
          </p:cNvPr>
          <p:cNvGrpSpPr/>
          <p:nvPr/>
        </p:nvGrpSpPr>
        <p:grpSpPr>
          <a:xfrm>
            <a:off x="8897292" y="3871927"/>
            <a:ext cx="206779" cy="151868"/>
            <a:chOff x="7745134" y="3871927"/>
            <a:chExt cx="206779" cy="151868"/>
          </a:xfrm>
        </p:grpSpPr>
        <p:sp>
          <p:nvSpPr>
            <p:cNvPr id="599" name="Freeform 487">
              <a:extLst>
                <a:ext uri="{FF2B5EF4-FFF2-40B4-BE49-F238E27FC236}">
                  <a16:creationId xmlns:a16="http://schemas.microsoft.com/office/drawing/2014/main" id="{4135E8AA-2647-F7E2-4299-34704C30C0B0}"/>
                </a:ext>
              </a:extLst>
            </p:cNvPr>
            <p:cNvSpPr/>
            <p:nvPr/>
          </p:nvSpPr>
          <p:spPr>
            <a:xfrm>
              <a:off x="7745134" y="3871927"/>
              <a:ext cx="206779" cy="151868"/>
            </a:xfrm>
            <a:custGeom>
              <a:avLst/>
              <a:gdLst>
                <a:gd name="connsiteX0" fmla="*/ 227130 w 233546"/>
                <a:gd name="connsiteY0" fmla="*/ 10424 h 171527"/>
                <a:gd name="connsiteX1" fmla="*/ 212569 w 233546"/>
                <a:gd name="connsiteY1" fmla="*/ 314 h 171527"/>
                <a:gd name="connsiteX2" fmla="*/ 212314 w 233546"/>
                <a:gd name="connsiteY2" fmla="*/ 314 h 171527"/>
                <a:gd name="connsiteX3" fmla="*/ 18502 w 233546"/>
                <a:gd name="connsiteY3" fmla="*/ 825 h 171527"/>
                <a:gd name="connsiteX4" fmla="*/ 4890 w 233546"/>
                <a:gd name="connsiteY4" fmla="*/ 12797 h 171527"/>
                <a:gd name="connsiteX5" fmla="*/ 0 w 233546"/>
                <a:gd name="connsiteY5" fmla="*/ 44879 h 171527"/>
                <a:gd name="connsiteX6" fmla="*/ 0 w 233546"/>
                <a:gd name="connsiteY6" fmla="*/ 136233 h 171527"/>
                <a:gd name="connsiteX7" fmla="*/ 9890 w 233546"/>
                <a:gd name="connsiteY7" fmla="*/ 166125 h 171527"/>
                <a:gd name="connsiteX8" fmla="*/ 21166 w 233546"/>
                <a:gd name="connsiteY8" fmla="*/ 171527 h 171527"/>
                <a:gd name="connsiteX9" fmla="*/ 212350 w 233546"/>
                <a:gd name="connsiteY9" fmla="*/ 171527 h 171527"/>
                <a:gd name="connsiteX10" fmla="*/ 223627 w 233546"/>
                <a:gd name="connsiteY10" fmla="*/ 166125 h 171527"/>
                <a:gd name="connsiteX11" fmla="*/ 233516 w 233546"/>
                <a:gd name="connsiteY11" fmla="*/ 136233 h 171527"/>
                <a:gd name="connsiteX12" fmla="*/ 233516 w 233546"/>
                <a:gd name="connsiteY12" fmla="*/ 49185 h 171527"/>
                <a:gd name="connsiteX13" fmla="*/ 227166 w 233546"/>
                <a:gd name="connsiteY13" fmla="*/ 10424 h 171527"/>
                <a:gd name="connsiteX14" fmla="*/ 227130 w 233546"/>
                <a:gd name="connsiteY14" fmla="*/ 10424 h 171527"/>
                <a:gd name="connsiteX15" fmla="*/ 214394 w 233546"/>
                <a:gd name="connsiteY15" fmla="*/ 19731 h 171527"/>
                <a:gd name="connsiteX16" fmla="*/ 214394 w 233546"/>
                <a:gd name="connsiteY16" fmla="*/ 56375 h 171527"/>
                <a:gd name="connsiteX17" fmla="*/ 19341 w 233546"/>
                <a:gd name="connsiteY17" fmla="*/ 56375 h 171527"/>
                <a:gd name="connsiteX18" fmla="*/ 19341 w 233546"/>
                <a:gd name="connsiteY18" fmla="*/ 19658 h 171527"/>
                <a:gd name="connsiteX19" fmla="*/ 214431 w 233546"/>
                <a:gd name="connsiteY19" fmla="*/ 19731 h 171527"/>
                <a:gd name="connsiteX20" fmla="*/ 214394 w 233546"/>
                <a:gd name="connsiteY20" fmla="*/ 19731 h 171527"/>
                <a:gd name="connsiteX21" fmla="*/ 19341 w 233546"/>
                <a:gd name="connsiteY21" fmla="*/ 152110 h 171527"/>
                <a:gd name="connsiteX22" fmla="*/ 19341 w 233546"/>
                <a:gd name="connsiteY22" fmla="*/ 75756 h 171527"/>
                <a:gd name="connsiteX23" fmla="*/ 214431 w 233546"/>
                <a:gd name="connsiteY23" fmla="*/ 75756 h 171527"/>
                <a:gd name="connsiteX24" fmla="*/ 214431 w 233546"/>
                <a:gd name="connsiteY24" fmla="*/ 152110 h 171527"/>
                <a:gd name="connsiteX25" fmla="*/ 19341 w 233546"/>
                <a:gd name="connsiteY25" fmla="*/ 152110 h 171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33546" h="171527">
                  <a:moveTo>
                    <a:pt x="227130" y="10424"/>
                  </a:moveTo>
                  <a:cubicBezTo>
                    <a:pt x="223919" y="5205"/>
                    <a:pt x="218883" y="752"/>
                    <a:pt x="212569" y="314"/>
                  </a:cubicBezTo>
                  <a:cubicBezTo>
                    <a:pt x="212460" y="314"/>
                    <a:pt x="212423" y="314"/>
                    <a:pt x="212314" y="314"/>
                  </a:cubicBezTo>
                  <a:cubicBezTo>
                    <a:pt x="204432" y="-197"/>
                    <a:pt x="21640" y="-124"/>
                    <a:pt x="18502" y="825"/>
                  </a:cubicBezTo>
                  <a:cubicBezTo>
                    <a:pt x="12553" y="2541"/>
                    <a:pt x="7700" y="7322"/>
                    <a:pt x="4890" y="12797"/>
                  </a:cubicBezTo>
                  <a:cubicBezTo>
                    <a:pt x="-109" y="22651"/>
                    <a:pt x="0" y="34038"/>
                    <a:pt x="0" y="44879"/>
                  </a:cubicBezTo>
                  <a:lnTo>
                    <a:pt x="0" y="136233"/>
                  </a:lnTo>
                  <a:cubicBezTo>
                    <a:pt x="0" y="148497"/>
                    <a:pt x="3686" y="159665"/>
                    <a:pt x="9890" y="166125"/>
                  </a:cubicBezTo>
                  <a:cubicBezTo>
                    <a:pt x="13284" y="169666"/>
                    <a:pt x="17152" y="171527"/>
                    <a:pt x="21166" y="171527"/>
                  </a:cubicBezTo>
                  <a:lnTo>
                    <a:pt x="212350" y="171527"/>
                  </a:lnTo>
                  <a:cubicBezTo>
                    <a:pt x="216365" y="171527"/>
                    <a:pt x="220269" y="169666"/>
                    <a:pt x="223627" y="166125"/>
                  </a:cubicBezTo>
                  <a:cubicBezTo>
                    <a:pt x="229830" y="159665"/>
                    <a:pt x="233516" y="148497"/>
                    <a:pt x="233516" y="136233"/>
                  </a:cubicBezTo>
                  <a:lnTo>
                    <a:pt x="233516" y="49185"/>
                  </a:lnTo>
                  <a:cubicBezTo>
                    <a:pt x="233516" y="35936"/>
                    <a:pt x="234355" y="22177"/>
                    <a:pt x="227166" y="10424"/>
                  </a:cubicBezTo>
                  <a:lnTo>
                    <a:pt x="227130" y="10424"/>
                  </a:lnTo>
                  <a:close/>
                  <a:moveTo>
                    <a:pt x="214394" y="19731"/>
                  </a:moveTo>
                  <a:lnTo>
                    <a:pt x="214394" y="56375"/>
                  </a:lnTo>
                  <a:lnTo>
                    <a:pt x="19341" y="56375"/>
                  </a:lnTo>
                  <a:lnTo>
                    <a:pt x="19341" y="19658"/>
                  </a:lnTo>
                  <a:lnTo>
                    <a:pt x="214431" y="19731"/>
                  </a:lnTo>
                  <a:lnTo>
                    <a:pt x="214394" y="19731"/>
                  </a:lnTo>
                  <a:close/>
                  <a:moveTo>
                    <a:pt x="19341" y="152110"/>
                  </a:moveTo>
                  <a:lnTo>
                    <a:pt x="19341" y="75756"/>
                  </a:lnTo>
                  <a:lnTo>
                    <a:pt x="214431" y="75756"/>
                  </a:lnTo>
                  <a:lnTo>
                    <a:pt x="214431" y="152110"/>
                  </a:lnTo>
                  <a:lnTo>
                    <a:pt x="19341" y="152110"/>
                  </a:lnTo>
                  <a:close/>
                </a:path>
              </a:pathLst>
            </a:custGeom>
            <a:solidFill>
              <a:srgbClr val="007B85"/>
            </a:solidFill>
            <a:ln w="3646" cap="flat">
              <a:noFill/>
              <a:prstDash val="solid"/>
              <a:miter/>
            </a:ln>
          </p:spPr>
          <p:txBody>
            <a:bodyPr rtlCol="0" anchor="ctr"/>
            <a:lstStyle/>
            <a:p>
              <a:endParaRPr lang="en-GR"/>
            </a:p>
          </p:txBody>
        </p:sp>
        <p:sp>
          <p:nvSpPr>
            <p:cNvPr id="600" name="Freeform 488">
              <a:extLst>
                <a:ext uri="{FF2B5EF4-FFF2-40B4-BE49-F238E27FC236}">
                  <a16:creationId xmlns:a16="http://schemas.microsoft.com/office/drawing/2014/main" id="{EBE6092F-2C3A-FDF5-EB5E-4D2290D9E2BC}"/>
                </a:ext>
              </a:extLst>
            </p:cNvPr>
            <p:cNvSpPr/>
            <p:nvPr/>
          </p:nvSpPr>
          <p:spPr>
            <a:xfrm>
              <a:off x="7773858" y="3898187"/>
              <a:ext cx="15024" cy="15059"/>
            </a:xfrm>
            <a:custGeom>
              <a:avLst/>
              <a:gdLst>
                <a:gd name="connsiteX0" fmla="*/ 8466 w 16969"/>
                <a:gd name="connsiteY0" fmla="*/ 17008 h 17008"/>
                <a:gd name="connsiteX1" fmla="*/ 16969 w 16969"/>
                <a:gd name="connsiteY1" fmla="*/ 8504 h 17008"/>
                <a:gd name="connsiteX2" fmla="*/ 8466 w 16969"/>
                <a:gd name="connsiteY2" fmla="*/ 0 h 17008"/>
                <a:gd name="connsiteX3" fmla="*/ 0 w 16969"/>
                <a:gd name="connsiteY3" fmla="*/ 8504 h 17008"/>
                <a:gd name="connsiteX4" fmla="*/ 8466 w 16969"/>
                <a:gd name="connsiteY4" fmla="*/ 17008 h 17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9" h="17008">
                  <a:moveTo>
                    <a:pt x="8466" y="17008"/>
                  </a:moveTo>
                  <a:cubicBezTo>
                    <a:pt x="13174" y="17008"/>
                    <a:pt x="16969" y="13176"/>
                    <a:pt x="16969" y="8504"/>
                  </a:cubicBezTo>
                  <a:cubicBezTo>
                    <a:pt x="16969" y="3796"/>
                    <a:pt x="13174" y="0"/>
                    <a:pt x="8466" y="0"/>
                  </a:cubicBezTo>
                  <a:cubicBezTo>
                    <a:pt x="3795" y="0"/>
                    <a:pt x="0" y="3796"/>
                    <a:pt x="0" y="8504"/>
                  </a:cubicBezTo>
                  <a:cubicBezTo>
                    <a:pt x="0" y="13176"/>
                    <a:pt x="3795" y="17008"/>
                    <a:pt x="8466" y="17008"/>
                  </a:cubicBezTo>
                  <a:close/>
                </a:path>
              </a:pathLst>
            </a:custGeom>
            <a:solidFill>
              <a:srgbClr val="007B85"/>
            </a:solidFill>
            <a:ln w="3646" cap="flat">
              <a:noFill/>
              <a:prstDash val="solid"/>
              <a:miter/>
            </a:ln>
          </p:spPr>
          <p:txBody>
            <a:bodyPr rtlCol="0" anchor="ctr"/>
            <a:lstStyle/>
            <a:p>
              <a:endParaRPr lang="en-GR"/>
            </a:p>
          </p:txBody>
        </p:sp>
        <p:sp>
          <p:nvSpPr>
            <p:cNvPr id="601" name="Freeform 489">
              <a:extLst>
                <a:ext uri="{FF2B5EF4-FFF2-40B4-BE49-F238E27FC236}">
                  <a16:creationId xmlns:a16="http://schemas.microsoft.com/office/drawing/2014/main" id="{5CB6143C-3065-28E2-38EB-ED92E68796D1}"/>
                </a:ext>
              </a:extLst>
            </p:cNvPr>
            <p:cNvSpPr/>
            <p:nvPr/>
          </p:nvSpPr>
          <p:spPr>
            <a:xfrm>
              <a:off x="7794924" y="3898187"/>
              <a:ext cx="14991" cy="15059"/>
            </a:xfrm>
            <a:custGeom>
              <a:avLst/>
              <a:gdLst>
                <a:gd name="connsiteX0" fmla="*/ 8466 w 16932"/>
                <a:gd name="connsiteY0" fmla="*/ 17008 h 17008"/>
                <a:gd name="connsiteX1" fmla="*/ 16933 w 16932"/>
                <a:gd name="connsiteY1" fmla="*/ 8504 h 17008"/>
                <a:gd name="connsiteX2" fmla="*/ 8466 w 16932"/>
                <a:gd name="connsiteY2" fmla="*/ 0 h 17008"/>
                <a:gd name="connsiteX3" fmla="*/ 0 w 16932"/>
                <a:gd name="connsiteY3" fmla="*/ 8504 h 17008"/>
                <a:gd name="connsiteX4" fmla="*/ 8466 w 16932"/>
                <a:gd name="connsiteY4" fmla="*/ 17008 h 17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32" h="17008">
                  <a:moveTo>
                    <a:pt x="8466" y="17008"/>
                  </a:moveTo>
                  <a:cubicBezTo>
                    <a:pt x="13137" y="17008"/>
                    <a:pt x="16933" y="13176"/>
                    <a:pt x="16933" y="8504"/>
                  </a:cubicBezTo>
                  <a:cubicBezTo>
                    <a:pt x="16933" y="3796"/>
                    <a:pt x="13137" y="0"/>
                    <a:pt x="8466" y="0"/>
                  </a:cubicBezTo>
                  <a:cubicBezTo>
                    <a:pt x="3795" y="0"/>
                    <a:pt x="0" y="3796"/>
                    <a:pt x="0" y="8504"/>
                  </a:cubicBezTo>
                  <a:cubicBezTo>
                    <a:pt x="0" y="13176"/>
                    <a:pt x="3795" y="17008"/>
                    <a:pt x="8466" y="17008"/>
                  </a:cubicBezTo>
                  <a:close/>
                </a:path>
              </a:pathLst>
            </a:custGeom>
            <a:solidFill>
              <a:srgbClr val="007B85"/>
            </a:solidFill>
            <a:ln w="3646" cap="flat">
              <a:noFill/>
              <a:prstDash val="solid"/>
              <a:miter/>
            </a:ln>
          </p:spPr>
          <p:txBody>
            <a:bodyPr rtlCol="0" anchor="ctr"/>
            <a:lstStyle/>
            <a:p>
              <a:endParaRPr lang="en-GR"/>
            </a:p>
          </p:txBody>
        </p:sp>
        <p:sp>
          <p:nvSpPr>
            <p:cNvPr id="602" name="Freeform 490">
              <a:extLst>
                <a:ext uri="{FF2B5EF4-FFF2-40B4-BE49-F238E27FC236}">
                  <a16:creationId xmlns:a16="http://schemas.microsoft.com/office/drawing/2014/main" id="{43BEB837-F101-AA28-D06E-C79A88A3F657}"/>
                </a:ext>
              </a:extLst>
            </p:cNvPr>
            <p:cNvSpPr/>
            <p:nvPr/>
          </p:nvSpPr>
          <p:spPr>
            <a:xfrm>
              <a:off x="7815958" y="3898187"/>
              <a:ext cx="15023" cy="15059"/>
            </a:xfrm>
            <a:custGeom>
              <a:avLst/>
              <a:gdLst>
                <a:gd name="connsiteX0" fmla="*/ 8503 w 16968"/>
                <a:gd name="connsiteY0" fmla="*/ 17008 h 17008"/>
                <a:gd name="connsiteX1" fmla="*/ 16969 w 16968"/>
                <a:gd name="connsiteY1" fmla="*/ 8504 h 17008"/>
                <a:gd name="connsiteX2" fmla="*/ 8503 w 16968"/>
                <a:gd name="connsiteY2" fmla="*/ 0 h 17008"/>
                <a:gd name="connsiteX3" fmla="*/ 0 w 16968"/>
                <a:gd name="connsiteY3" fmla="*/ 8504 h 17008"/>
                <a:gd name="connsiteX4" fmla="*/ 8503 w 16968"/>
                <a:gd name="connsiteY4" fmla="*/ 17008 h 17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8" h="17008">
                  <a:moveTo>
                    <a:pt x="8503" y="17008"/>
                  </a:moveTo>
                  <a:cubicBezTo>
                    <a:pt x="13174" y="17008"/>
                    <a:pt x="16969" y="13176"/>
                    <a:pt x="16969" y="8504"/>
                  </a:cubicBezTo>
                  <a:cubicBezTo>
                    <a:pt x="16969" y="3796"/>
                    <a:pt x="13174" y="0"/>
                    <a:pt x="8503" y="0"/>
                  </a:cubicBezTo>
                  <a:cubicBezTo>
                    <a:pt x="3795" y="0"/>
                    <a:pt x="0" y="3796"/>
                    <a:pt x="0" y="8504"/>
                  </a:cubicBezTo>
                  <a:cubicBezTo>
                    <a:pt x="0" y="13176"/>
                    <a:pt x="3795" y="17008"/>
                    <a:pt x="8503" y="17008"/>
                  </a:cubicBezTo>
                  <a:close/>
                </a:path>
              </a:pathLst>
            </a:custGeom>
            <a:solidFill>
              <a:srgbClr val="007B85"/>
            </a:solidFill>
            <a:ln w="3646" cap="flat">
              <a:noFill/>
              <a:prstDash val="solid"/>
              <a:miter/>
            </a:ln>
          </p:spPr>
          <p:txBody>
            <a:bodyPr rtlCol="0" anchor="ctr"/>
            <a:lstStyle/>
            <a:p>
              <a:endParaRPr lang="en-GR"/>
            </a:p>
          </p:txBody>
        </p:sp>
      </p:grpSp>
      <p:grpSp>
        <p:nvGrpSpPr>
          <p:cNvPr id="603" name="Group 602">
            <a:extLst>
              <a:ext uri="{FF2B5EF4-FFF2-40B4-BE49-F238E27FC236}">
                <a16:creationId xmlns:a16="http://schemas.microsoft.com/office/drawing/2014/main" id="{457F8B85-4334-734C-FA95-557251E988DD}"/>
              </a:ext>
            </a:extLst>
          </p:cNvPr>
          <p:cNvGrpSpPr/>
          <p:nvPr/>
        </p:nvGrpSpPr>
        <p:grpSpPr>
          <a:xfrm>
            <a:off x="9230086" y="3871927"/>
            <a:ext cx="206785" cy="151871"/>
            <a:chOff x="8077928" y="3871925"/>
            <a:chExt cx="206785" cy="151871"/>
          </a:xfrm>
        </p:grpSpPr>
        <p:sp>
          <p:nvSpPr>
            <p:cNvPr id="604" name="Freeform 492">
              <a:extLst>
                <a:ext uri="{FF2B5EF4-FFF2-40B4-BE49-F238E27FC236}">
                  <a16:creationId xmlns:a16="http://schemas.microsoft.com/office/drawing/2014/main" id="{174FC0E7-9C9B-AD75-F48A-EFE77E609B99}"/>
                </a:ext>
              </a:extLst>
            </p:cNvPr>
            <p:cNvSpPr/>
            <p:nvPr/>
          </p:nvSpPr>
          <p:spPr>
            <a:xfrm>
              <a:off x="8232823" y="3971769"/>
              <a:ext cx="19483" cy="19486"/>
            </a:xfrm>
            <a:custGeom>
              <a:avLst/>
              <a:gdLst>
                <a:gd name="connsiteX0" fmla="*/ 11021 w 22005"/>
                <a:gd name="connsiteY0" fmla="*/ 0 h 22008"/>
                <a:gd name="connsiteX1" fmla="*/ 0 w 22005"/>
                <a:gd name="connsiteY1" fmla="*/ 11023 h 22008"/>
                <a:gd name="connsiteX2" fmla="*/ 11021 w 22005"/>
                <a:gd name="connsiteY2" fmla="*/ 22008 h 22008"/>
                <a:gd name="connsiteX3" fmla="*/ 22005 w 22005"/>
                <a:gd name="connsiteY3" fmla="*/ 11023 h 22008"/>
                <a:gd name="connsiteX4" fmla="*/ 11021 w 22005"/>
                <a:gd name="connsiteY4" fmla="*/ 0 h 22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05" h="22008">
                  <a:moveTo>
                    <a:pt x="11021" y="0"/>
                  </a:moveTo>
                  <a:cubicBezTo>
                    <a:pt x="4963" y="0"/>
                    <a:pt x="0" y="4927"/>
                    <a:pt x="0" y="11023"/>
                  </a:cubicBezTo>
                  <a:cubicBezTo>
                    <a:pt x="0" y="17081"/>
                    <a:pt x="4963" y="22008"/>
                    <a:pt x="11021" y="22008"/>
                  </a:cubicBezTo>
                  <a:cubicBezTo>
                    <a:pt x="17042" y="22008"/>
                    <a:pt x="22005" y="17081"/>
                    <a:pt x="22005" y="11023"/>
                  </a:cubicBezTo>
                  <a:cubicBezTo>
                    <a:pt x="22005" y="4927"/>
                    <a:pt x="17042" y="0"/>
                    <a:pt x="11021" y="0"/>
                  </a:cubicBezTo>
                  <a:close/>
                </a:path>
              </a:pathLst>
            </a:custGeom>
            <a:solidFill>
              <a:srgbClr val="007B85"/>
            </a:solidFill>
            <a:ln w="3646" cap="flat">
              <a:noFill/>
              <a:prstDash val="solid"/>
              <a:miter/>
            </a:ln>
          </p:spPr>
          <p:txBody>
            <a:bodyPr rtlCol="0" anchor="ctr"/>
            <a:lstStyle/>
            <a:p>
              <a:endParaRPr lang="en-GR"/>
            </a:p>
          </p:txBody>
        </p:sp>
        <p:sp>
          <p:nvSpPr>
            <p:cNvPr id="605" name="Freeform 493">
              <a:extLst>
                <a:ext uri="{FF2B5EF4-FFF2-40B4-BE49-F238E27FC236}">
                  <a16:creationId xmlns:a16="http://schemas.microsoft.com/office/drawing/2014/main" id="{28A0EAF5-5DA2-00EE-770E-292722744FC7}"/>
                </a:ext>
              </a:extLst>
            </p:cNvPr>
            <p:cNvSpPr/>
            <p:nvPr/>
          </p:nvSpPr>
          <p:spPr>
            <a:xfrm>
              <a:off x="8209431" y="3948373"/>
              <a:ext cx="75282" cy="75423"/>
            </a:xfrm>
            <a:custGeom>
              <a:avLst/>
              <a:gdLst>
                <a:gd name="connsiteX0" fmla="*/ 42514 w 85027"/>
                <a:gd name="connsiteY0" fmla="*/ 0 h 85186"/>
                <a:gd name="connsiteX1" fmla="*/ 0 w 85027"/>
                <a:gd name="connsiteY1" fmla="*/ 42593 h 85186"/>
                <a:gd name="connsiteX2" fmla="*/ 42514 w 85027"/>
                <a:gd name="connsiteY2" fmla="*/ 85187 h 85186"/>
                <a:gd name="connsiteX3" fmla="*/ 85028 w 85027"/>
                <a:gd name="connsiteY3" fmla="*/ 42593 h 85186"/>
                <a:gd name="connsiteX4" fmla="*/ 42514 w 85027"/>
                <a:gd name="connsiteY4" fmla="*/ 0 h 85186"/>
                <a:gd name="connsiteX5" fmla="*/ 62110 w 85027"/>
                <a:gd name="connsiteY5" fmla="*/ 68835 h 85186"/>
                <a:gd name="connsiteX6" fmla="*/ 48316 w 85027"/>
                <a:gd name="connsiteY6" fmla="*/ 55002 h 85186"/>
                <a:gd name="connsiteX7" fmla="*/ 37441 w 85027"/>
                <a:gd name="connsiteY7" fmla="*/ 58141 h 85186"/>
                <a:gd name="connsiteX8" fmla="*/ 16750 w 85027"/>
                <a:gd name="connsiteY8" fmla="*/ 37447 h 85186"/>
                <a:gd name="connsiteX9" fmla="*/ 37441 w 85027"/>
                <a:gd name="connsiteY9" fmla="*/ 16716 h 85186"/>
                <a:gd name="connsiteX10" fmla="*/ 58096 w 85027"/>
                <a:gd name="connsiteY10" fmla="*/ 37447 h 85186"/>
                <a:gd name="connsiteX11" fmla="*/ 55104 w 85027"/>
                <a:gd name="connsiteY11" fmla="*/ 48068 h 85186"/>
                <a:gd name="connsiteX12" fmla="*/ 68935 w 85027"/>
                <a:gd name="connsiteY12" fmla="*/ 61937 h 85186"/>
                <a:gd name="connsiteX13" fmla="*/ 62074 w 85027"/>
                <a:gd name="connsiteY13" fmla="*/ 68762 h 85186"/>
                <a:gd name="connsiteX14" fmla="*/ 62110 w 85027"/>
                <a:gd name="connsiteY14" fmla="*/ 68835 h 85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5027" h="85186">
                  <a:moveTo>
                    <a:pt x="42514" y="0"/>
                  </a:moveTo>
                  <a:cubicBezTo>
                    <a:pt x="19013" y="0"/>
                    <a:pt x="0" y="19088"/>
                    <a:pt x="0" y="42593"/>
                  </a:cubicBezTo>
                  <a:cubicBezTo>
                    <a:pt x="0" y="66135"/>
                    <a:pt x="19013" y="85187"/>
                    <a:pt x="42514" y="85187"/>
                  </a:cubicBezTo>
                  <a:cubicBezTo>
                    <a:pt x="65979" y="85187"/>
                    <a:pt x="85028" y="66135"/>
                    <a:pt x="85028" y="42593"/>
                  </a:cubicBezTo>
                  <a:cubicBezTo>
                    <a:pt x="85028" y="19088"/>
                    <a:pt x="65979" y="0"/>
                    <a:pt x="42514" y="0"/>
                  </a:cubicBezTo>
                  <a:close/>
                  <a:moveTo>
                    <a:pt x="62110" y="68835"/>
                  </a:moveTo>
                  <a:lnTo>
                    <a:pt x="48316" y="55002"/>
                  </a:lnTo>
                  <a:cubicBezTo>
                    <a:pt x="45178" y="57010"/>
                    <a:pt x="41456" y="58141"/>
                    <a:pt x="37441" y="58141"/>
                  </a:cubicBezTo>
                  <a:cubicBezTo>
                    <a:pt x="25983" y="58141"/>
                    <a:pt x="16750" y="48871"/>
                    <a:pt x="16750" y="37447"/>
                  </a:cubicBezTo>
                  <a:cubicBezTo>
                    <a:pt x="16750" y="25987"/>
                    <a:pt x="25983" y="16716"/>
                    <a:pt x="37441" y="16716"/>
                  </a:cubicBezTo>
                  <a:cubicBezTo>
                    <a:pt x="48864" y="16716"/>
                    <a:pt x="58096" y="25987"/>
                    <a:pt x="58096" y="37447"/>
                  </a:cubicBezTo>
                  <a:cubicBezTo>
                    <a:pt x="58096" y="41352"/>
                    <a:pt x="56929" y="44966"/>
                    <a:pt x="55104" y="48068"/>
                  </a:cubicBezTo>
                  <a:lnTo>
                    <a:pt x="68935" y="61937"/>
                  </a:lnTo>
                  <a:lnTo>
                    <a:pt x="62074" y="68762"/>
                  </a:lnTo>
                  <a:lnTo>
                    <a:pt x="62110" y="68835"/>
                  </a:lnTo>
                  <a:close/>
                </a:path>
              </a:pathLst>
            </a:custGeom>
            <a:solidFill>
              <a:srgbClr val="007B85"/>
            </a:solidFill>
            <a:ln w="3646" cap="flat">
              <a:noFill/>
              <a:prstDash val="solid"/>
              <a:miter/>
            </a:ln>
          </p:spPr>
          <p:txBody>
            <a:bodyPr rtlCol="0" anchor="ctr"/>
            <a:lstStyle/>
            <a:p>
              <a:endParaRPr lang="en-GR"/>
            </a:p>
          </p:txBody>
        </p:sp>
        <p:sp>
          <p:nvSpPr>
            <p:cNvPr id="606" name="Freeform 494">
              <a:extLst>
                <a:ext uri="{FF2B5EF4-FFF2-40B4-BE49-F238E27FC236}">
                  <a16:creationId xmlns:a16="http://schemas.microsoft.com/office/drawing/2014/main" id="{E4033DF7-3B30-B9AE-2147-CA2E195969AD}"/>
                </a:ext>
              </a:extLst>
            </p:cNvPr>
            <p:cNvSpPr/>
            <p:nvPr/>
          </p:nvSpPr>
          <p:spPr>
            <a:xfrm>
              <a:off x="8106652" y="3898187"/>
              <a:ext cx="15024" cy="15026"/>
            </a:xfrm>
            <a:custGeom>
              <a:avLst/>
              <a:gdLst>
                <a:gd name="connsiteX0" fmla="*/ 8466 w 16969"/>
                <a:gd name="connsiteY0" fmla="*/ 16972 h 16971"/>
                <a:gd name="connsiteX1" fmla="*/ 16969 w 16969"/>
                <a:gd name="connsiteY1" fmla="*/ 8467 h 16971"/>
                <a:gd name="connsiteX2" fmla="*/ 8466 w 16969"/>
                <a:gd name="connsiteY2" fmla="*/ 0 h 16971"/>
                <a:gd name="connsiteX3" fmla="*/ 0 w 16969"/>
                <a:gd name="connsiteY3" fmla="*/ 8467 h 16971"/>
                <a:gd name="connsiteX4" fmla="*/ 8466 w 16969"/>
                <a:gd name="connsiteY4" fmla="*/ 16972 h 16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9" h="16971">
                  <a:moveTo>
                    <a:pt x="8466" y="16972"/>
                  </a:moveTo>
                  <a:cubicBezTo>
                    <a:pt x="13174" y="16972"/>
                    <a:pt x="16969" y="13176"/>
                    <a:pt x="16969" y="8467"/>
                  </a:cubicBezTo>
                  <a:cubicBezTo>
                    <a:pt x="16969" y="3796"/>
                    <a:pt x="13174" y="0"/>
                    <a:pt x="8466" y="0"/>
                  </a:cubicBezTo>
                  <a:cubicBezTo>
                    <a:pt x="3795" y="0"/>
                    <a:pt x="0" y="3796"/>
                    <a:pt x="0" y="8467"/>
                  </a:cubicBezTo>
                  <a:cubicBezTo>
                    <a:pt x="0" y="13176"/>
                    <a:pt x="3795" y="16972"/>
                    <a:pt x="8466" y="16972"/>
                  </a:cubicBezTo>
                  <a:close/>
                </a:path>
              </a:pathLst>
            </a:custGeom>
            <a:solidFill>
              <a:srgbClr val="007B85"/>
            </a:solidFill>
            <a:ln w="3646" cap="flat">
              <a:noFill/>
              <a:prstDash val="solid"/>
              <a:miter/>
            </a:ln>
          </p:spPr>
          <p:txBody>
            <a:bodyPr rtlCol="0" anchor="ctr"/>
            <a:lstStyle/>
            <a:p>
              <a:endParaRPr lang="en-GR"/>
            </a:p>
          </p:txBody>
        </p:sp>
        <p:sp>
          <p:nvSpPr>
            <p:cNvPr id="607" name="Freeform 495">
              <a:extLst>
                <a:ext uri="{FF2B5EF4-FFF2-40B4-BE49-F238E27FC236}">
                  <a16:creationId xmlns:a16="http://schemas.microsoft.com/office/drawing/2014/main" id="{0C116C92-6A12-B71F-9ABD-342DB869EA02}"/>
                </a:ext>
              </a:extLst>
            </p:cNvPr>
            <p:cNvSpPr/>
            <p:nvPr/>
          </p:nvSpPr>
          <p:spPr>
            <a:xfrm>
              <a:off x="8127719" y="3898187"/>
              <a:ext cx="14991" cy="15026"/>
            </a:xfrm>
            <a:custGeom>
              <a:avLst/>
              <a:gdLst>
                <a:gd name="connsiteX0" fmla="*/ 8466 w 16932"/>
                <a:gd name="connsiteY0" fmla="*/ 16972 h 16971"/>
                <a:gd name="connsiteX1" fmla="*/ 16933 w 16932"/>
                <a:gd name="connsiteY1" fmla="*/ 8467 h 16971"/>
                <a:gd name="connsiteX2" fmla="*/ 8466 w 16932"/>
                <a:gd name="connsiteY2" fmla="*/ 0 h 16971"/>
                <a:gd name="connsiteX3" fmla="*/ 0 w 16932"/>
                <a:gd name="connsiteY3" fmla="*/ 8467 h 16971"/>
                <a:gd name="connsiteX4" fmla="*/ 8466 w 16932"/>
                <a:gd name="connsiteY4" fmla="*/ 16972 h 16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32" h="16971">
                  <a:moveTo>
                    <a:pt x="8466" y="16972"/>
                  </a:moveTo>
                  <a:cubicBezTo>
                    <a:pt x="13137" y="16972"/>
                    <a:pt x="16933" y="13176"/>
                    <a:pt x="16933" y="8467"/>
                  </a:cubicBezTo>
                  <a:cubicBezTo>
                    <a:pt x="16933" y="3796"/>
                    <a:pt x="13137" y="0"/>
                    <a:pt x="8466" y="0"/>
                  </a:cubicBezTo>
                  <a:cubicBezTo>
                    <a:pt x="3795" y="0"/>
                    <a:pt x="0" y="3796"/>
                    <a:pt x="0" y="8467"/>
                  </a:cubicBezTo>
                  <a:cubicBezTo>
                    <a:pt x="0" y="13176"/>
                    <a:pt x="3795" y="16972"/>
                    <a:pt x="8466" y="16972"/>
                  </a:cubicBezTo>
                  <a:close/>
                </a:path>
              </a:pathLst>
            </a:custGeom>
            <a:solidFill>
              <a:srgbClr val="007B85"/>
            </a:solidFill>
            <a:ln w="3646" cap="flat">
              <a:noFill/>
              <a:prstDash val="solid"/>
              <a:miter/>
            </a:ln>
          </p:spPr>
          <p:txBody>
            <a:bodyPr rtlCol="0" anchor="ctr"/>
            <a:lstStyle/>
            <a:p>
              <a:endParaRPr lang="en-GR"/>
            </a:p>
          </p:txBody>
        </p:sp>
        <p:sp>
          <p:nvSpPr>
            <p:cNvPr id="608" name="Freeform 496">
              <a:extLst>
                <a:ext uri="{FF2B5EF4-FFF2-40B4-BE49-F238E27FC236}">
                  <a16:creationId xmlns:a16="http://schemas.microsoft.com/office/drawing/2014/main" id="{66624682-E517-51AC-0CB6-FEF1A0A4BC0B}"/>
                </a:ext>
              </a:extLst>
            </p:cNvPr>
            <p:cNvSpPr/>
            <p:nvPr/>
          </p:nvSpPr>
          <p:spPr>
            <a:xfrm>
              <a:off x="8148752" y="3898187"/>
              <a:ext cx="15023" cy="15026"/>
            </a:xfrm>
            <a:custGeom>
              <a:avLst/>
              <a:gdLst>
                <a:gd name="connsiteX0" fmla="*/ 8466 w 16968"/>
                <a:gd name="connsiteY0" fmla="*/ 0 h 16971"/>
                <a:gd name="connsiteX1" fmla="*/ 0 w 16968"/>
                <a:gd name="connsiteY1" fmla="*/ 8467 h 16971"/>
                <a:gd name="connsiteX2" fmla="*/ 8466 w 16968"/>
                <a:gd name="connsiteY2" fmla="*/ 16972 h 16971"/>
                <a:gd name="connsiteX3" fmla="*/ 16969 w 16968"/>
                <a:gd name="connsiteY3" fmla="*/ 8467 h 16971"/>
                <a:gd name="connsiteX4" fmla="*/ 8466 w 16968"/>
                <a:gd name="connsiteY4" fmla="*/ 0 h 16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8" h="16971">
                  <a:moveTo>
                    <a:pt x="8466" y="0"/>
                  </a:moveTo>
                  <a:cubicBezTo>
                    <a:pt x="3795" y="0"/>
                    <a:pt x="0" y="3796"/>
                    <a:pt x="0" y="8467"/>
                  </a:cubicBezTo>
                  <a:cubicBezTo>
                    <a:pt x="0" y="13176"/>
                    <a:pt x="3795" y="16972"/>
                    <a:pt x="8466" y="16972"/>
                  </a:cubicBezTo>
                  <a:cubicBezTo>
                    <a:pt x="13174" y="16972"/>
                    <a:pt x="16969" y="13176"/>
                    <a:pt x="16969" y="8467"/>
                  </a:cubicBezTo>
                  <a:cubicBezTo>
                    <a:pt x="16969" y="3796"/>
                    <a:pt x="13174" y="0"/>
                    <a:pt x="8466" y="0"/>
                  </a:cubicBezTo>
                  <a:close/>
                </a:path>
              </a:pathLst>
            </a:custGeom>
            <a:solidFill>
              <a:srgbClr val="007B85"/>
            </a:solidFill>
            <a:ln w="3646" cap="flat">
              <a:noFill/>
              <a:prstDash val="solid"/>
              <a:miter/>
            </a:ln>
          </p:spPr>
          <p:txBody>
            <a:bodyPr rtlCol="0" anchor="ctr"/>
            <a:lstStyle/>
            <a:p>
              <a:endParaRPr lang="en-GR"/>
            </a:p>
          </p:txBody>
        </p:sp>
        <p:sp>
          <p:nvSpPr>
            <p:cNvPr id="609" name="Freeform 497">
              <a:extLst>
                <a:ext uri="{FF2B5EF4-FFF2-40B4-BE49-F238E27FC236}">
                  <a16:creationId xmlns:a16="http://schemas.microsoft.com/office/drawing/2014/main" id="{4637D289-BD2A-FD4D-591C-1EE4EC128CB3}"/>
                </a:ext>
              </a:extLst>
            </p:cNvPr>
            <p:cNvSpPr/>
            <p:nvPr/>
          </p:nvSpPr>
          <p:spPr>
            <a:xfrm>
              <a:off x="8077928" y="3871925"/>
              <a:ext cx="206776" cy="151837"/>
            </a:xfrm>
            <a:custGeom>
              <a:avLst/>
              <a:gdLst>
                <a:gd name="connsiteX0" fmla="*/ 19305 w 233543"/>
                <a:gd name="connsiteY0" fmla="*/ 152076 h 171492"/>
                <a:gd name="connsiteX1" fmla="*/ 19305 w 233543"/>
                <a:gd name="connsiteY1" fmla="*/ 75722 h 171492"/>
                <a:gd name="connsiteX2" fmla="*/ 233516 w 233543"/>
                <a:gd name="connsiteY2" fmla="*/ 75722 h 171492"/>
                <a:gd name="connsiteX3" fmla="*/ 233516 w 233543"/>
                <a:gd name="connsiteY3" fmla="*/ 49151 h 171492"/>
                <a:gd name="connsiteX4" fmla="*/ 227166 w 233543"/>
                <a:gd name="connsiteY4" fmla="*/ 10427 h 171492"/>
                <a:gd name="connsiteX5" fmla="*/ 212569 w 233543"/>
                <a:gd name="connsiteY5" fmla="*/ 317 h 171492"/>
                <a:gd name="connsiteX6" fmla="*/ 212350 w 233543"/>
                <a:gd name="connsiteY6" fmla="*/ 317 h 171492"/>
                <a:gd name="connsiteX7" fmla="*/ 18502 w 233543"/>
                <a:gd name="connsiteY7" fmla="*/ 791 h 171492"/>
                <a:gd name="connsiteX8" fmla="*/ 4890 w 233543"/>
                <a:gd name="connsiteY8" fmla="*/ 12799 h 171492"/>
                <a:gd name="connsiteX9" fmla="*/ 0 w 233543"/>
                <a:gd name="connsiteY9" fmla="*/ 44845 h 171492"/>
                <a:gd name="connsiteX10" fmla="*/ 0 w 233543"/>
                <a:gd name="connsiteY10" fmla="*/ 136199 h 171492"/>
                <a:gd name="connsiteX11" fmla="*/ 9890 w 233543"/>
                <a:gd name="connsiteY11" fmla="*/ 166091 h 171492"/>
                <a:gd name="connsiteX12" fmla="*/ 21166 w 233543"/>
                <a:gd name="connsiteY12" fmla="*/ 171493 h 171492"/>
                <a:gd name="connsiteX13" fmla="*/ 153306 w 233543"/>
                <a:gd name="connsiteY13" fmla="*/ 171493 h 171492"/>
                <a:gd name="connsiteX14" fmla="*/ 139949 w 233543"/>
                <a:gd name="connsiteY14" fmla="*/ 152076 h 171492"/>
                <a:gd name="connsiteX15" fmla="*/ 19305 w 233543"/>
                <a:gd name="connsiteY15" fmla="*/ 152076 h 171492"/>
                <a:gd name="connsiteX16" fmla="*/ 19305 w 233543"/>
                <a:gd name="connsiteY16" fmla="*/ 19661 h 171492"/>
                <a:gd name="connsiteX17" fmla="*/ 214431 w 233543"/>
                <a:gd name="connsiteY17" fmla="*/ 19734 h 171492"/>
                <a:gd name="connsiteX18" fmla="*/ 214431 w 233543"/>
                <a:gd name="connsiteY18" fmla="*/ 56341 h 171492"/>
                <a:gd name="connsiteX19" fmla="*/ 19305 w 233543"/>
                <a:gd name="connsiteY19" fmla="*/ 56341 h 171492"/>
                <a:gd name="connsiteX20" fmla="*/ 19305 w 233543"/>
                <a:gd name="connsiteY20" fmla="*/ 19661 h 171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33543" h="171492">
                  <a:moveTo>
                    <a:pt x="19305" y="152076"/>
                  </a:moveTo>
                  <a:lnTo>
                    <a:pt x="19305" y="75722"/>
                  </a:lnTo>
                  <a:lnTo>
                    <a:pt x="233516" y="75722"/>
                  </a:lnTo>
                  <a:lnTo>
                    <a:pt x="233516" y="49151"/>
                  </a:lnTo>
                  <a:cubicBezTo>
                    <a:pt x="233516" y="35939"/>
                    <a:pt x="234319" y="22142"/>
                    <a:pt x="227166" y="10427"/>
                  </a:cubicBezTo>
                  <a:cubicBezTo>
                    <a:pt x="223955" y="5208"/>
                    <a:pt x="218919" y="754"/>
                    <a:pt x="212569" y="317"/>
                  </a:cubicBezTo>
                  <a:cubicBezTo>
                    <a:pt x="212496" y="317"/>
                    <a:pt x="212423" y="317"/>
                    <a:pt x="212350" y="317"/>
                  </a:cubicBezTo>
                  <a:cubicBezTo>
                    <a:pt x="204395" y="-194"/>
                    <a:pt x="21640" y="-121"/>
                    <a:pt x="18502" y="791"/>
                  </a:cubicBezTo>
                  <a:cubicBezTo>
                    <a:pt x="12553" y="2543"/>
                    <a:pt x="7700" y="7324"/>
                    <a:pt x="4890" y="12799"/>
                  </a:cubicBezTo>
                  <a:cubicBezTo>
                    <a:pt x="-109" y="22653"/>
                    <a:pt x="0" y="34041"/>
                    <a:pt x="0" y="44845"/>
                  </a:cubicBezTo>
                  <a:lnTo>
                    <a:pt x="0" y="136199"/>
                  </a:lnTo>
                  <a:cubicBezTo>
                    <a:pt x="0" y="148463"/>
                    <a:pt x="3686" y="159631"/>
                    <a:pt x="9890" y="166091"/>
                  </a:cubicBezTo>
                  <a:cubicBezTo>
                    <a:pt x="13284" y="169595"/>
                    <a:pt x="17152" y="171493"/>
                    <a:pt x="21166" y="171493"/>
                  </a:cubicBezTo>
                  <a:lnTo>
                    <a:pt x="153306" y="171493"/>
                  </a:lnTo>
                  <a:cubicBezTo>
                    <a:pt x="147540" y="166091"/>
                    <a:pt x="142942" y="159521"/>
                    <a:pt x="139949" y="152076"/>
                  </a:cubicBezTo>
                  <a:lnTo>
                    <a:pt x="19305" y="152076"/>
                  </a:lnTo>
                  <a:close/>
                  <a:moveTo>
                    <a:pt x="19305" y="19661"/>
                  </a:moveTo>
                  <a:lnTo>
                    <a:pt x="214431" y="19734"/>
                  </a:lnTo>
                  <a:lnTo>
                    <a:pt x="214431" y="56341"/>
                  </a:lnTo>
                  <a:lnTo>
                    <a:pt x="19305" y="56341"/>
                  </a:lnTo>
                  <a:lnTo>
                    <a:pt x="19305" y="19661"/>
                  </a:lnTo>
                  <a:close/>
                </a:path>
              </a:pathLst>
            </a:custGeom>
            <a:solidFill>
              <a:srgbClr val="007B85"/>
            </a:solidFill>
            <a:ln w="3646" cap="flat">
              <a:noFill/>
              <a:prstDash val="solid"/>
              <a:miter/>
            </a:ln>
          </p:spPr>
          <p:txBody>
            <a:bodyPr rtlCol="0" anchor="ctr"/>
            <a:lstStyle/>
            <a:p>
              <a:endParaRPr lang="en-GR"/>
            </a:p>
          </p:txBody>
        </p:sp>
      </p:grpSp>
      <p:grpSp>
        <p:nvGrpSpPr>
          <p:cNvPr id="610" name="Group 609">
            <a:extLst>
              <a:ext uri="{FF2B5EF4-FFF2-40B4-BE49-F238E27FC236}">
                <a16:creationId xmlns:a16="http://schemas.microsoft.com/office/drawing/2014/main" id="{29D14069-3217-296F-DE9D-35C828652B65}"/>
              </a:ext>
            </a:extLst>
          </p:cNvPr>
          <p:cNvGrpSpPr/>
          <p:nvPr/>
        </p:nvGrpSpPr>
        <p:grpSpPr>
          <a:xfrm>
            <a:off x="9572572" y="3868685"/>
            <a:ext cx="187398" cy="158699"/>
            <a:chOff x="8420416" y="3868683"/>
            <a:chExt cx="187398" cy="158699"/>
          </a:xfrm>
        </p:grpSpPr>
        <p:sp>
          <p:nvSpPr>
            <p:cNvPr id="611" name="Freeform 498">
              <a:extLst>
                <a:ext uri="{FF2B5EF4-FFF2-40B4-BE49-F238E27FC236}">
                  <a16:creationId xmlns:a16="http://schemas.microsoft.com/office/drawing/2014/main" id="{06B1820E-83E6-A474-7D1C-36BE5FA73D28}"/>
                </a:ext>
              </a:extLst>
            </p:cNvPr>
            <p:cNvSpPr/>
            <p:nvPr/>
          </p:nvSpPr>
          <p:spPr>
            <a:xfrm>
              <a:off x="8477831" y="3935220"/>
              <a:ext cx="17123" cy="21037"/>
            </a:xfrm>
            <a:custGeom>
              <a:avLst/>
              <a:gdLst>
                <a:gd name="connsiteX0" fmla="*/ 9671 w 19340"/>
                <a:gd name="connsiteY0" fmla="*/ 23760 h 23760"/>
                <a:gd name="connsiteX1" fmla="*/ 19341 w 19340"/>
                <a:gd name="connsiteY1" fmla="*/ 11862 h 23760"/>
                <a:gd name="connsiteX2" fmla="*/ 9671 w 19340"/>
                <a:gd name="connsiteY2" fmla="*/ 0 h 23760"/>
                <a:gd name="connsiteX3" fmla="*/ 0 w 19340"/>
                <a:gd name="connsiteY3" fmla="*/ 11862 h 23760"/>
                <a:gd name="connsiteX4" fmla="*/ 9671 w 19340"/>
                <a:gd name="connsiteY4" fmla="*/ 23760 h 23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40" h="23760">
                  <a:moveTo>
                    <a:pt x="9671" y="23760"/>
                  </a:moveTo>
                  <a:cubicBezTo>
                    <a:pt x="15619" y="23760"/>
                    <a:pt x="19341" y="18687"/>
                    <a:pt x="19341" y="11862"/>
                  </a:cubicBezTo>
                  <a:cubicBezTo>
                    <a:pt x="19341" y="5073"/>
                    <a:pt x="15619" y="0"/>
                    <a:pt x="9671" y="0"/>
                  </a:cubicBezTo>
                  <a:cubicBezTo>
                    <a:pt x="3686" y="0"/>
                    <a:pt x="0" y="5073"/>
                    <a:pt x="0" y="11862"/>
                  </a:cubicBezTo>
                  <a:cubicBezTo>
                    <a:pt x="0" y="18687"/>
                    <a:pt x="3686" y="23760"/>
                    <a:pt x="9671" y="23760"/>
                  </a:cubicBezTo>
                  <a:close/>
                </a:path>
              </a:pathLst>
            </a:custGeom>
            <a:solidFill>
              <a:srgbClr val="007B85"/>
            </a:solidFill>
            <a:ln w="3646" cap="flat">
              <a:noFill/>
              <a:prstDash val="solid"/>
              <a:miter/>
            </a:ln>
          </p:spPr>
          <p:txBody>
            <a:bodyPr rtlCol="0" anchor="ctr"/>
            <a:lstStyle/>
            <a:p>
              <a:endParaRPr lang="en-GR"/>
            </a:p>
          </p:txBody>
        </p:sp>
        <p:sp>
          <p:nvSpPr>
            <p:cNvPr id="612" name="Freeform 499">
              <a:extLst>
                <a:ext uri="{FF2B5EF4-FFF2-40B4-BE49-F238E27FC236}">
                  <a16:creationId xmlns:a16="http://schemas.microsoft.com/office/drawing/2014/main" id="{142D9AB6-2A6F-2551-529F-BD3C1A44AEE6}"/>
                </a:ext>
              </a:extLst>
            </p:cNvPr>
            <p:cNvSpPr/>
            <p:nvPr/>
          </p:nvSpPr>
          <p:spPr>
            <a:xfrm>
              <a:off x="8420416" y="3868683"/>
              <a:ext cx="187398" cy="158699"/>
            </a:xfrm>
            <a:custGeom>
              <a:avLst/>
              <a:gdLst>
                <a:gd name="connsiteX0" fmla="*/ 154619 w 211656"/>
                <a:gd name="connsiteY0" fmla="*/ 0 h 179242"/>
                <a:gd name="connsiteX1" fmla="*/ 53973 w 211656"/>
                <a:gd name="connsiteY1" fmla="*/ 73 h 179242"/>
                <a:gd name="connsiteX2" fmla="*/ 0 w 211656"/>
                <a:gd name="connsiteY2" fmla="*/ 33396 h 179242"/>
                <a:gd name="connsiteX3" fmla="*/ 0 w 211656"/>
                <a:gd name="connsiteY3" fmla="*/ 145883 h 179242"/>
                <a:gd name="connsiteX4" fmla="*/ 57038 w 211656"/>
                <a:gd name="connsiteY4" fmla="*/ 179242 h 179242"/>
                <a:gd name="connsiteX5" fmla="*/ 157684 w 211656"/>
                <a:gd name="connsiteY5" fmla="*/ 179169 h 179242"/>
                <a:gd name="connsiteX6" fmla="*/ 211657 w 211656"/>
                <a:gd name="connsiteY6" fmla="*/ 145883 h 179242"/>
                <a:gd name="connsiteX7" fmla="*/ 211657 w 211656"/>
                <a:gd name="connsiteY7" fmla="*/ 33396 h 179242"/>
                <a:gd name="connsiteX8" fmla="*/ 154619 w 211656"/>
                <a:gd name="connsiteY8" fmla="*/ 0 h 179242"/>
                <a:gd name="connsiteX9" fmla="*/ 74518 w 211656"/>
                <a:gd name="connsiteY9" fmla="*/ 107779 h 179242"/>
                <a:gd name="connsiteX10" fmla="*/ 53900 w 211656"/>
                <a:gd name="connsiteY10" fmla="*/ 87011 h 179242"/>
                <a:gd name="connsiteX11" fmla="*/ 74518 w 211656"/>
                <a:gd name="connsiteY11" fmla="*/ 66281 h 179242"/>
                <a:gd name="connsiteX12" fmla="*/ 95136 w 211656"/>
                <a:gd name="connsiteY12" fmla="*/ 87011 h 179242"/>
                <a:gd name="connsiteX13" fmla="*/ 74518 w 211656"/>
                <a:gd name="connsiteY13" fmla="*/ 107779 h 179242"/>
                <a:gd name="connsiteX14" fmla="*/ 107726 w 211656"/>
                <a:gd name="connsiteY14" fmla="*/ 102049 h 179242"/>
                <a:gd name="connsiteX15" fmla="*/ 101887 w 211656"/>
                <a:gd name="connsiteY15" fmla="*/ 96355 h 179242"/>
                <a:gd name="connsiteX16" fmla="*/ 96048 w 211656"/>
                <a:gd name="connsiteY16" fmla="*/ 102049 h 179242"/>
                <a:gd name="connsiteX17" fmla="*/ 101887 w 211656"/>
                <a:gd name="connsiteY17" fmla="*/ 107743 h 179242"/>
                <a:gd name="connsiteX18" fmla="*/ 107726 w 211656"/>
                <a:gd name="connsiteY18" fmla="*/ 102049 h 179242"/>
                <a:gd name="connsiteX19" fmla="*/ 141080 w 211656"/>
                <a:gd name="connsiteY19" fmla="*/ 66682 h 179242"/>
                <a:gd name="connsiteX20" fmla="*/ 141080 w 211656"/>
                <a:gd name="connsiteY20" fmla="*/ 75734 h 179242"/>
                <a:gd name="connsiteX21" fmla="*/ 123673 w 211656"/>
                <a:gd name="connsiteY21" fmla="*/ 75734 h 179242"/>
                <a:gd name="connsiteX22" fmla="*/ 123673 w 211656"/>
                <a:gd name="connsiteY22" fmla="*/ 82741 h 179242"/>
                <a:gd name="connsiteX23" fmla="*/ 137613 w 211656"/>
                <a:gd name="connsiteY23" fmla="*/ 82741 h 179242"/>
                <a:gd name="connsiteX24" fmla="*/ 137613 w 211656"/>
                <a:gd name="connsiteY24" fmla="*/ 91245 h 179242"/>
                <a:gd name="connsiteX25" fmla="*/ 123673 w 211656"/>
                <a:gd name="connsiteY25" fmla="*/ 91245 h 179242"/>
                <a:gd name="connsiteX26" fmla="*/ 123673 w 211656"/>
                <a:gd name="connsiteY26" fmla="*/ 98362 h 179242"/>
                <a:gd name="connsiteX27" fmla="*/ 141701 w 211656"/>
                <a:gd name="connsiteY27" fmla="*/ 98362 h 179242"/>
                <a:gd name="connsiteX28" fmla="*/ 141701 w 211656"/>
                <a:gd name="connsiteY28" fmla="*/ 107450 h 179242"/>
                <a:gd name="connsiteX29" fmla="*/ 112944 w 211656"/>
                <a:gd name="connsiteY29" fmla="*/ 107450 h 179242"/>
                <a:gd name="connsiteX30" fmla="*/ 112944 w 211656"/>
                <a:gd name="connsiteY30" fmla="*/ 66682 h 179242"/>
                <a:gd name="connsiteX31" fmla="*/ 141080 w 211656"/>
                <a:gd name="connsiteY31" fmla="*/ 66682 h 179242"/>
                <a:gd name="connsiteX32" fmla="*/ 157757 w 211656"/>
                <a:gd name="connsiteY32" fmla="*/ 102049 h 179242"/>
                <a:gd name="connsiteX33" fmla="*/ 151919 w 211656"/>
                <a:gd name="connsiteY33" fmla="*/ 96355 h 179242"/>
                <a:gd name="connsiteX34" fmla="*/ 146116 w 211656"/>
                <a:gd name="connsiteY34" fmla="*/ 102049 h 179242"/>
                <a:gd name="connsiteX35" fmla="*/ 151919 w 211656"/>
                <a:gd name="connsiteY35" fmla="*/ 107743 h 179242"/>
                <a:gd name="connsiteX36" fmla="*/ 157757 w 211656"/>
                <a:gd name="connsiteY36" fmla="*/ 102049 h 17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11656" h="179242">
                  <a:moveTo>
                    <a:pt x="154619" y="0"/>
                  </a:moveTo>
                  <a:lnTo>
                    <a:pt x="53973" y="73"/>
                  </a:lnTo>
                  <a:cubicBezTo>
                    <a:pt x="23830" y="1204"/>
                    <a:pt x="0" y="15658"/>
                    <a:pt x="0" y="33396"/>
                  </a:cubicBezTo>
                  <a:lnTo>
                    <a:pt x="0" y="145883"/>
                  </a:lnTo>
                  <a:cubicBezTo>
                    <a:pt x="0" y="164205"/>
                    <a:pt x="25508" y="179024"/>
                    <a:pt x="57038" y="179242"/>
                  </a:cubicBezTo>
                  <a:lnTo>
                    <a:pt x="157684" y="179169"/>
                  </a:lnTo>
                  <a:cubicBezTo>
                    <a:pt x="187827" y="178038"/>
                    <a:pt x="211657" y="163621"/>
                    <a:pt x="211657" y="145883"/>
                  </a:cubicBezTo>
                  <a:lnTo>
                    <a:pt x="211657" y="33396"/>
                  </a:lnTo>
                  <a:cubicBezTo>
                    <a:pt x="211657" y="15074"/>
                    <a:pt x="186149" y="219"/>
                    <a:pt x="154619" y="0"/>
                  </a:cubicBezTo>
                  <a:close/>
                  <a:moveTo>
                    <a:pt x="74518" y="107779"/>
                  </a:moveTo>
                  <a:cubicBezTo>
                    <a:pt x="62220" y="107779"/>
                    <a:pt x="53900" y="98873"/>
                    <a:pt x="53900" y="87011"/>
                  </a:cubicBezTo>
                  <a:cubicBezTo>
                    <a:pt x="53900" y="75186"/>
                    <a:pt x="62220" y="66281"/>
                    <a:pt x="74518" y="66281"/>
                  </a:cubicBezTo>
                  <a:cubicBezTo>
                    <a:pt x="86779" y="66281"/>
                    <a:pt x="95136" y="75186"/>
                    <a:pt x="95136" y="87011"/>
                  </a:cubicBezTo>
                  <a:cubicBezTo>
                    <a:pt x="95136" y="98873"/>
                    <a:pt x="86779" y="107779"/>
                    <a:pt x="74518" y="107779"/>
                  </a:cubicBezTo>
                  <a:close/>
                  <a:moveTo>
                    <a:pt x="107726" y="102049"/>
                  </a:moveTo>
                  <a:cubicBezTo>
                    <a:pt x="107726" y="98800"/>
                    <a:pt x="105208" y="96355"/>
                    <a:pt x="101887" y="96355"/>
                  </a:cubicBezTo>
                  <a:cubicBezTo>
                    <a:pt x="98566" y="96355"/>
                    <a:pt x="96048" y="98800"/>
                    <a:pt x="96048" y="102049"/>
                  </a:cubicBezTo>
                  <a:cubicBezTo>
                    <a:pt x="96048" y="105261"/>
                    <a:pt x="98566" y="107743"/>
                    <a:pt x="101887" y="107743"/>
                  </a:cubicBezTo>
                  <a:cubicBezTo>
                    <a:pt x="105208" y="107743"/>
                    <a:pt x="107726" y="105261"/>
                    <a:pt x="107726" y="102049"/>
                  </a:cubicBezTo>
                  <a:close/>
                  <a:moveTo>
                    <a:pt x="141080" y="66682"/>
                  </a:moveTo>
                  <a:lnTo>
                    <a:pt x="141080" y="75734"/>
                  </a:lnTo>
                  <a:lnTo>
                    <a:pt x="123673" y="75734"/>
                  </a:lnTo>
                  <a:lnTo>
                    <a:pt x="123673" y="82741"/>
                  </a:lnTo>
                  <a:lnTo>
                    <a:pt x="137613" y="82741"/>
                  </a:lnTo>
                  <a:lnTo>
                    <a:pt x="137613" y="91245"/>
                  </a:lnTo>
                  <a:lnTo>
                    <a:pt x="123673" y="91245"/>
                  </a:lnTo>
                  <a:lnTo>
                    <a:pt x="123673" y="98362"/>
                  </a:lnTo>
                  <a:lnTo>
                    <a:pt x="141701" y="98362"/>
                  </a:lnTo>
                  <a:lnTo>
                    <a:pt x="141701" y="107450"/>
                  </a:lnTo>
                  <a:lnTo>
                    <a:pt x="112944" y="107450"/>
                  </a:lnTo>
                  <a:lnTo>
                    <a:pt x="112944" y="66682"/>
                  </a:lnTo>
                  <a:lnTo>
                    <a:pt x="141080" y="66682"/>
                  </a:lnTo>
                  <a:close/>
                  <a:moveTo>
                    <a:pt x="157757" y="102049"/>
                  </a:moveTo>
                  <a:cubicBezTo>
                    <a:pt x="157757" y="98800"/>
                    <a:pt x="155240" y="96355"/>
                    <a:pt x="151919" y="96355"/>
                  </a:cubicBezTo>
                  <a:cubicBezTo>
                    <a:pt x="148634" y="96355"/>
                    <a:pt x="146116" y="98800"/>
                    <a:pt x="146116" y="102049"/>
                  </a:cubicBezTo>
                  <a:cubicBezTo>
                    <a:pt x="146116" y="105261"/>
                    <a:pt x="148634" y="107743"/>
                    <a:pt x="151919" y="107743"/>
                  </a:cubicBezTo>
                  <a:cubicBezTo>
                    <a:pt x="155240" y="107743"/>
                    <a:pt x="157757" y="105261"/>
                    <a:pt x="157757" y="102049"/>
                  </a:cubicBezTo>
                  <a:close/>
                </a:path>
              </a:pathLst>
            </a:custGeom>
            <a:solidFill>
              <a:srgbClr val="007B85"/>
            </a:solidFill>
            <a:ln w="3646" cap="flat">
              <a:noFill/>
              <a:prstDash val="solid"/>
              <a:miter/>
            </a:ln>
          </p:spPr>
          <p:txBody>
            <a:bodyPr rtlCol="0" anchor="ctr"/>
            <a:lstStyle/>
            <a:p>
              <a:endParaRPr lang="en-GR"/>
            </a:p>
          </p:txBody>
        </p:sp>
      </p:grpSp>
      <p:grpSp>
        <p:nvGrpSpPr>
          <p:cNvPr id="613" name="Group 612">
            <a:extLst>
              <a:ext uri="{FF2B5EF4-FFF2-40B4-BE49-F238E27FC236}">
                <a16:creationId xmlns:a16="http://schemas.microsoft.com/office/drawing/2014/main" id="{BF6C4152-FB72-3FCD-DA78-CF023D5D804E}"/>
              </a:ext>
            </a:extLst>
          </p:cNvPr>
          <p:cNvGrpSpPr/>
          <p:nvPr/>
        </p:nvGrpSpPr>
        <p:grpSpPr>
          <a:xfrm>
            <a:off x="9895675" y="3871927"/>
            <a:ext cx="206779" cy="151868"/>
            <a:chOff x="8743517" y="3871927"/>
            <a:chExt cx="206779" cy="151868"/>
          </a:xfrm>
        </p:grpSpPr>
        <p:sp>
          <p:nvSpPr>
            <p:cNvPr id="614" name="Freeform 501">
              <a:extLst>
                <a:ext uri="{FF2B5EF4-FFF2-40B4-BE49-F238E27FC236}">
                  <a16:creationId xmlns:a16="http://schemas.microsoft.com/office/drawing/2014/main" id="{10A72BFC-E854-7160-5A0B-8A0CD1BAA8D2}"/>
                </a:ext>
              </a:extLst>
            </p:cNvPr>
            <p:cNvSpPr/>
            <p:nvPr/>
          </p:nvSpPr>
          <p:spPr>
            <a:xfrm>
              <a:off x="8772242" y="3898090"/>
              <a:ext cx="14991" cy="14994"/>
            </a:xfrm>
            <a:custGeom>
              <a:avLst/>
              <a:gdLst>
                <a:gd name="connsiteX0" fmla="*/ 8466 w 16932"/>
                <a:gd name="connsiteY0" fmla="*/ 16935 h 16935"/>
                <a:gd name="connsiteX1" fmla="*/ 16933 w 16932"/>
                <a:gd name="connsiteY1" fmla="*/ 8468 h 16935"/>
                <a:gd name="connsiteX2" fmla="*/ 8466 w 16932"/>
                <a:gd name="connsiteY2" fmla="*/ 0 h 16935"/>
                <a:gd name="connsiteX3" fmla="*/ 0 w 16932"/>
                <a:gd name="connsiteY3" fmla="*/ 8468 h 16935"/>
                <a:gd name="connsiteX4" fmla="*/ 8466 w 16932"/>
                <a:gd name="connsiteY4" fmla="*/ 16935 h 16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32" h="16935">
                  <a:moveTo>
                    <a:pt x="8466" y="16935"/>
                  </a:moveTo>
                  <a:cubicBezTo>
                    <a:pt x="13137" y="16935"/>
                    <a:pt x="16933" y="13139"/>
                    <a:pt x="16933" y="8468"/>
                  </a:cubicBezTo>
                  <a:cubicBezTo>
                    <a:pt x="16933" y="3796"/>
                    <a:pt x="13137" y="0"/>
                    <a:pt x="8466" y="0"/>
                  </a:cubicBezTo>
                  <a:cubicBezTo>
                    <a:pt x="3795" y="0"/>
                    <a:pt x="0" y="3796"/>
                    <a:pt x="0" y="8468"/>
                  </a:cubicBezTo>
                  <a:cubicBezTo>
                    <a:pt x="0" y="13139"/>
                    <a:pt x="3795" y="16935"/>
                    <a:pt x="8466" y="16935"/>
                  </a:cubicBezTo>
                  <a:close/>
                </a:path>
              </a:pathLst>
            </a:custGeom>
            <a:solidFill>
              <a:srgbClr val="007B85"/>
            </a:solidFill>
            <a:ln w="3646" cap="flat">
              <a:noFill/>
              <a:prstDash val="solid"/>
              <a:miter/>
            </a:ln>
          </p:spPr>
          <p:txBody>
            <a:bodyPr rtlCol="0" anchor="ctr"/>
            <a:lstStyle/>
            <a:p>
              <a:endParaRPr lang="en-GR"/>
            </a:p>
          </p:txBody>
        </p:sp>
        <p:sp>
          <p:nvSpPr>
            <p:cNvPr id="615" name="Freeform 502">
              <a:extLst>
                <a:ext uri="{FF2B5EF4-FFF2-40B4-BE49-F238E27FC236}">
                  <a16:creationId xmlns:a16="http://schemas.microsoft.com/office/drawing/2014/main" id="{DFE3E6D9-6C1B-458F-661B-020E4EF7665F}"/>
                </a:ext>
              </a:extLst>
            </p:cNvPr>
            <p:cNvSpPr/>
            <p:nvPr/>
          </p:nvSpPr>
          <p:spPr>
            <a:xfrm>
              <a:off x="8793275" y="3898090"/>
              <a:ext cx="15024" cy="14994"/>
            </a:xfrm>
            <a:custGeom>
              <a:avLst/>
              <a:gdLst>
                <a:gd name="connsiteX0" fmla="*/ 8503 w 16969"/>
                <a:gd name="connsiteY0" fmla="*/ 16935 h 16935"/>
                <a:gd name="connsiteX1" fmla="*/ 16969 w 16969"/>
                <a:gd name="connsiteY1" fmla="*/ 8468 h 16935"/>
                <a:gd name="connsiteX2" fmla="*/ 8503 w 16969"/>
                <a:gd name="connsiteY2" fmla="*/ 0 h 16935"/>
                <a:gd name="connsiteX3" fmla="*/ 0 w 16969"/>
                <a:gd name="connsiteY3" fmla="*/ 8468 h 16935"/>
                <a:gd name="connsiteX4" fmla="*/ 8503 w 16969"/>
                <a:gd name="connsiteY4" fmla="*/ 16935 h 16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9" h="16935">
                  <a:moveTo>
                    <a:pt x="8503" y="16935"/>
                  </a:moveTo>
                  <a:cubicBezTo>
                    <a:pt x="13174" y="16935"/>
                    <a:pt x="16969" y="13139"/>
                    <a:pt x="16969" y="8468"/>
                  </a:cubicBezTo>
                  <a:cubicBezTo>
                    <a:pt x="16969" y="3796"/>
                    <a:pt x="13174" y="0"/>
                    <a:pt x="8503" y="0"/>
                  </a:cubicBezTo>
                  <a:cubicBezTo>
                    <a:pt x="3795" y="0"/>
                    <a:pt x="0" y="3796"/>
                    <a:pt x="0" y="8468"/>
                  </a:cubicBezTo>
                  <a:cubicBezTo>
                    <a:pt x="0" y="13139"/>
                    <a:pt x="3795" y="16935"/>
                    <a:pt x="8503" y="16935"/>
                  </a:cubicBezTo>
                  <a:close/>
                </a:path>
              </a:pathLst>
            </a:custGeom>
            <a:solidFill>
              <a:srgbClr val="007B85"/>
            </a:solidFill>
            <a:ln w="3646" cap="flat">
              <a:noFill/>
              <a:prstDash val="solid"/>
              <a:miter/>
            </a:ln>
          </p:spPr>
          <p:txBody>
            <a:bodyPr rtlCol="0" anchor="ctr"/>
            <a:lstStyle/>
            <a:p>
              <a:endParaRPr lang="en-GR"/>
            </a:p>
          </p:txBody>
        </p:sp>
        <p:sp>
          <p:nvSpPr>
            <p:cNvPr id="616" name="Freeform 503">
              <a:extLst>
                <a:ext uri="{FF2B5EF4-FFF2-40B4-BE49-F238E27FC236}">
                  <a16:creationId xmlns:a16="http://schemas.microsoft.com/office/drawing/2014/main" id="{11F6C728-9401-5260-C506-76D4B156B6AB}"/>
                </a:ext>
              </a:extLst>
            </p:cNvPr>
            <p:cNvSpPr/>
            <p:nvPr/>
          </p:nvSpPr>
          <p:spPr>
            <a:xfrm>
              <a:off x="8814341" y="3898090"/>
              <a:ext cx="14991" cy="14994"/>
            </a:xfrm>
            <a:custGeom>
              <a:avLst/>
              <a:gdLst>
                <a:gd name="connsiteX0" fmla="*/ 8466 w 16932"/>
                <a:gd name="connsiteY0" fmla="*/ 16935 h 16935"/>
                <a:gd name="connsiteX1" fmla="*/ 16933 w 16932"/>
                <a:gd name="connsiteY1" fmla="*/ 8468 h 16935"/>
                <a:gd name="connsiteX2" fmla="*/ 8466 w 16932"/>
                <a:gd name="connsiteY2" fmla="*/ 0 h 16935"/>
                <a:gd name="connsiteX3" fmla="*/ 0 w 16932"/>
                <a:gd name="connsiteY3" fmla="*/ 8468 h 16935"/>
                <a:gd name="connsiteX4" fmla="*/ 8466 w 16932"/>
                <a:gd name="connsiteY4" fmla="*/ 16935 h 16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32" h="16935">
                  <a:moveTo>
                    <a:pt x="8466" y="16935"/>
                  </a:moveTo>
                  <a:cubicBezTo>
                    <a:pt x="13174" y="16935"/>
                    <a:pt x="16933" y="13139"/>
                    <a:pt x="16933" y="8468"/>
                  </a:cubicBezTo>
                  <a:cubicBezTo>
                    <a:pt x="16933" y="3796"/>
                    <a:pt x="13174" y="0"/>
                    <a:pt x="8466" y="0"/>
                  </a:cubicBezTo>
                  <a:cubicBezTo>
                    <a:pt x="3758" y="0"/>
                    <a:pt x="0" y="3796"/>
                    <a:pt x="0" y="8468"/>
                  </a:cubicBezTo>
                  <a:cubicBezTo>
                    <a:pt x="0" y="13139"/>
                    <a:pt x="3758" y="16935"/>
                    <a:pt x="8466" y="16935"/>
                  </a:cubicBezTo>
                  <a:close/>
                </a:path>
              </a:pathLst>
            </a:custGeom>
            <a:solidFill>
              <a:srgbClr val="007B85"/>
            </a:solidFill>
            <a:ln w="3646" cap="flat">
              <a:noFill/>
              <a:prstDash val="solid"/>
              <a:miter/>
            </a:ln>
          </p:spPr>
          <p:txBody>
            <a:bodyPr rtlCol="0" anchor="ctr"/>
            <a:lstStyle/>
            <a:p>
              <a:endParaRPr lang="en-GR"/>
            </a:p>
          </p:txBody>
        </p:sp>
        <p:sp>
          <p:nvSpPr>
            <p:cNvPr id="617" name="Freeform 504">
              <a:extLst>
                <a:ext uri="{FF2B5EF4-FFF2-40B4-BE49-F238E27FC236}">
                  <a16:creationId xmlns:a16="http://schemas.microsoft.com/office/drawing/2014/main" id="{E0926C0F-A34A-BFA9-72B7-9B91313BF068}"/>
                </a:ext>
              </a:extLst>
            </p:cNvPr>
            <p:cNvSpPr/>
            <p:nvPr/>
          </p:nvSpPr>
          <p:spPr>
            <a:xfrm>
              <a:off x="8743517" y="3871927"/>
              <a:ext cx="206779" cy="151286"/>
            </a:xfrm>
            <a:custGeom>
              <a:avLst/>
              <a:gdLst>
                <a:gd name="connsiteX0" fmla="*/ 227093 w 233546"/>
                <a:gd name="connsiteY0" fmla="*/ 10388 h 170869"/>
                <a:gd name="connsiteX1" fmla="*/ 212496 w 233546"/>
                <a:gd name="connsiteY1" fmla="*/ 314 h 170869"/>
                <a:gd name="connsiteX2" fmla="*/ 212278 w 233546"/>
                <a:gd name="connsiteY2" fmla="*/ 314 h 170869"/>
                <a:gd name="connsiteX3" fmla="*/ 18502 w 233546"/>
                <a:gd name="connsiteY3" fmla="*/ 825 h 170869"/>
                <a:gd name="connsiteX4" fmla="*/ 4890 w 233546"/>
                <a:gd name="connsiteY4" fmla="*/ 12760 h 170869"/>
                <a:gd name="connsiteX5" fmla="*/ 0 w 233546"/>
                <a:gd name="connsiteY5" fmla="*/ 44696 h 170869"/>
                <a:gd name="connsiteX6" fmla="*/ 0 w 233546"/>
                <a:gd name="connsiteY6" fmla="*/ 135722 h 170869"/>
                <a:gd name="connsiteX7" fmla="*/ 9890 w 233546"/>
                <a:gd name="connsiteY7" fmla="*/ 165505 h 170869"/>
                <a:gd name="connsiteX8" fmla="*/ 21166 w 233546"/>
                <a:gd name="connsiteY8" fmla="*/ 170870 h 170869"/>
                <a:gd name="connsiteX9" fmla="*/ 151080 w 233546"/>
                <a:gd name="connsiteY9" fmla="*/ 170870 h 170869"/>
                <a:gd name="connsiteX10" fmla="*/ 148707 w 233546"/>
                <a:gd name="connsiteY10" fmla="*/ 159446 h 170869"/>
                <a:gd name="connsiteX11" fmla="*/ 148707 w 233546"/>
                <a:gd name="connsiteY11" fmla="*/ 151526 h 170869"/>
                <a:gd name="connsiteX12" fmla="*/ 19378 w 233546"/>
                <a:gd name="connsiteY12" fmla="*/ 151526 h 170869"/>
                <a:gd name="connsiteX13" fmla="*/ 19378 w 233546"/>
                <a:gd name="connsiteY13" fmla="*/ 75464 h 170869"/>
                <a:gd name="connsiteX14" fmla="*/ 233516 w 233546"/>
                <a:gd name="connsiteY14" fmla="*/ 75464 h 170869"/>
                <a:gd name="connsiteX15" fmla="*/ 233516 w 233546"/>
                <a:gd name="connsiteY15" fmla="*/ 49003 h 170869"/>
                <a:gd name="connsiteX16" fmla="*/ 227166 w 233546"/>
                <a:gd name="connsiteY16" fmla="*/ 10388 h 170869"/>
                <a:gd name="connsiteX17" fmla="*/ 227093 w 233546"/>
                <a:gd name="connsiteY17" fmla="*/ 10388 h 170869"/>
                <a:gd name="connsiteX18" fmla="*/ 19305 w 233546"/>
                <a:gd name="connsiteY18" fmla="*/ 56157 h 170869"/>
                <a:gd name="connsiteX19" fmla="*/ 19305 w 233546"/>
                <a:gd name="connsiteY19" fmla="*/ 19549 h 170869"/>
                <a:gd name="connsiteX20" fmla="*/ 214394 w 233546"/>
                <a:gd name="connsiteY20" fmla="*/ 19658 h 170869"/>
                <a:gd name="connsiteX21" fmla="*/ 214394 w 233546"/>
                <a:gd name="connsiteY21" fmla="*/ 56157 h 170869"/>
                <a:gd name="connsiteX22" fmla="*/ 19305 w 233546"/>
                <a:gd name="connsiteY22" fmla="*/ 56157 h 170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33546" h="170869">
                  <a:moveTo>
                    <a:pt x="227093" y="10388"/>
                  </a:moveTo>
                  <a:cubicBezTo>
                    <a:pt x="223882" y="5169"/>
                    <a:pt x="218846" y="752"/>
                    <a:pt x="212496" y="314"/>
                  </a:cubicBezTo>
                  <a:cubicBezTo>
                    <a:pt x="212423" y="314"/>
                    <a:pt x="212350" y="314"/>
                    <a:pt x="212278" y="314"/>
                  </a:cubicBezTo>
                  <a:cubicBezTo>
                    <a:pt x="204359" y="-197"/>
                    <a:pt x="21640" y="-124"/>
                    <a:pt x="18502" y="825"/>
                  </a:cubicBezTo>
                  <a:cubicBezTo>
                    <a:pt x="12553" y="2541"/>
                    <a:pt x="7700" y="7322"/>
                    <a:pt x="4890" y="12760"/>
                  </a:cubicBezTo>
                  <a:cubicBezTo>
                    <a:pt x="-109" y="22542"/>
                    <a:pt x="0" y="33893"/>
                    <a:pt x="0" y="44696"/>
                  </a:cubicBezTo>
                  <a:lnTo>
                    <a:pt x="0" y="135722"/>
                  </a:lnTo>
                  <a:cubicBezTo>
                    <a:pt x="0" y="147913"/>
                    <a:pt x="3686" y="159081"/>
                    <a:pt x="9890" y="165505"/>
                  </a:cubicBezTo>
                  <a:cubicBezTo>
                    <a:pt x="13284" y="169045"/>
                    <a:pt x="17152" y="170870"/>
                    <a:pt x="21166" y="170870"/>
                  </a:cubicBezTo>
                  <a:lnTo>
                    <a:pt x="151080" y="170870"/>
                  </a:lnTo>
                  <a:cubicBezTo>
                    <a:pt x="149656" y="167476"/>
                    <a:pt x="148781" y="163680"/>
                    <a:pt x="148707" y="159446"/>
                  </a:cubicBezTo>
                  <a:lnTo>
                    <a:pt x="148707" y="151526"/>
                  </a:lnTo>
                  <a:lnTo>
                    <a:pt x="19378" y="151526"/>
                  </a:lnTo>
                  <a:lnTo>
                    <a:pt x="19378" y="75464"/>
                  </a:lnTo>
                  <a:lnTo>
                    <a:pt x="233516" y="75464"/>
                  </a:lnTo>
                  <a:lnTo>
                    <a:pt x="233516" y="49003"/>
                  </a:lnTo>
                  <a:cubicBezTo>
                    <a:pt x="233516" y="35827"/>
                    <a:pt x="234355" y="22067"/>
                    <a:pt x="227166" y="10388"/>
                  </a:cubicBezTo>
                  <a:lnTo>
                    <a:pt x="227093" y="10388"/>
                  </a:lnTo>
                  <a:close/>
                  <a:moveTo>
                    <a:pt x="19305" y="56157"/>
                  </a:moveTo>
                  <a:lnTo>
                    <a:pt x="19305" y="19549"/>
                  </a:lnTo>
                  <a:lnTo>
                    <a:pt x="214394" y="19658"/>
                  </a:lnTo>
                  <a:lnTo>
                    <a:pt x="214394" y="56157"/>
                  </a:lnTo>
                  <a:lnTo>
                    <a:pt x="19305" y="56157"/>
                  </a:lnTo>
                  <a:close/>
                </a:path>
              </a:pathLst>
            </a:custGeom>
            <a:solidFill>
              <a:srgbClr val="007B85"/>
            </a:solidFill>
            <a:ln w="3646" cap="flat">
              <a:noFill/>
              <a:prstDash val="solid"/>
              <a:miter/>
            </a:ln>
          </p:spPr>
          <p:txBody>
            <a:bodyPr rtlCol="0" anchor="ctr"/>
            <a:lstStyle/>
            <a:p>
              <a:endParaRPr lang="en-GR"/>
            </a:p>
          </p:txBody>
        </p:sp>
        <p:sp>
          <p:nvSpPr>
            <p:cNvPr id="618" name="Freeform 505">
              <a:extLst>
                <a:ext uri="{FF2B5EF4-FFF2-40B4-BE49-F238E27FC236}">
                  <a16:creationId xmlns:a16="http://schemas.microsoft.com/office/drawing/2014/main" id="{94A8BE4E-C74E-C7BF-65DF-F6392A12CB7F}"/>
                </a:ext>
              </a:extLst>
            </p:cNvPr>
            <p:cNvSpPr/>
            <p:nvPr/>
          </p:nvSpPr>
          <p:spPr>
            <a:xfrm>
              <a:off x="8895763" y="3944882"/>
              <a:ext cx="45008" cy="27694"/>
            </a:xfrm>
            <a:custGeom>
              <a:avLst/>
              <a:gdLst>
                <a:gd name="connsiteX0" fmla="*/ 50834 w 50834"/>
                <a:gd name="connsiteY0" fmla="*/ 31279 h 31279"/>
                <a:gd name="connsiteX1" fmla="*/ 50834 w 50834"/>
                <a:gd name="connsiteY1" fmla="*/ 18103 h 31279"/>
                <a:gd name="connsiteX2" fmla="*/ 25399 w 50834"/>
                <a:gd name="connsiteY2" fmla="*/ 0 h 31279"/>
                <a:gd name="connsiteX3" fmla="*/ 0 w 50834"/>
                <a:gd name="connsiteY3" fmla="*/ 18103 h 31279"/>
                <a:gd name="connsiteX4" fmla="*/ 0 w 50834"/>
                <a:gd name="connsiteY4" fmla="*/ 31279 h 31279"/>
                <a:gd name="connsiteX5" fmla="*/ 14524 w 50834"/>
                <a:gd name="connsiteY5" fmla="*/ 31279 h 31279"/>
                <a:gd name="connsiteX6" fmla="*/ 14524 w 50834"/>
                <a:gd name="connsiteY6" fmla="*/ 18249 h 31279"/>
                <a:gd name="connsiteX7" fmla="*/ 25399 w 50834"/>
                <a:gd name="connsiteY7" fmla="*/ 14490 h 31279"/>
                <a:gd name="connsiteX8" fmla="*/ 36310 w 50834"/>
                <a:gd name="connsiteY8" fmla="*/ 18103 h 31279"/>
                <a:gd name="connsiteX9" fmla="*/ 36310 w 50834"/>
                <a:gd name="connsiteY9" fmla="*/ 31279 h 31279"/>
                <a:gd name="connsiteX10" fmla="*/ 50834 w 50834"/>
                <a:gd name="connsiteY10" fmla="*/ 31279 h 31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834" h="31279">
                  <a:moveTo>
                    <a:pt x="50834" y="31279"/>
                  </a:moveTo>
                  <a:lnTo>
                    <a:pt x="50834" y="18103"/>
                  </a:lnTo>
                  <a:cubicBezTo>
                    <a:pt x="50834" y="7957"/>
                    <a:pt x="39631" y="0"/>
                    <a:pt x="25399" y="0"/>
                  </a:cubicBezTo>
                  <a:cubicBezTo>
                    <a:pt x="11167" y="0"/>
                    <a:pt x="0" y="7957"/>
                    <a:pt x="0" y="18103"/>
                  </a:cubicBezTo>
                  <a:lnTo>
                    <a:pt x="0" y="31279"/>
                  </a:lnTo>
                  <a:lnTo>
                    <a:pt x="14524" y="31279"/>
                  </a:lnTo>
                  <a:lnTo>
                    <a:pt x="14524" y="18249"/>
                  </a:lnTo>
                  <a:cubicBezTo>
                    <a:pt x="14852" y="17191"/>
                    <a:pt x="18721" y="14490"/>
                    <a:pt x="25399" y="14490"/>
                  </a:cubicBezTo>
                  <a:cubicBezTo>
                    <a:pt x="32077" y="14490"/>
                    <a:pt x="36018" y="17227"/>
                    <a:pt x="36310" y="18103"/>
                  </a:cubicBezTo>
                  <a:lnTo>
                    <a:pt x="36310" y="31279"/>
                  </a:lnTo>
                  <a:lnTo>
                    <a:pt x="50834" y="31279"/>
                  </a:lnTo>
                  <a:close/>
                </a:path>
              </a:pathLst>
            </a:custGeom>
            <a:solidFill>
              <a:srgbClr val="007B85"/>
            </a:solidFill>
            <a:ln w="3646" cap="flat">
              <a:noFill/>
              <a:prstDash val="solid"/>
              <a:miter/>
            </a:ln>
          </p:spPr>
          <p:txBody>
            <a:bodyPr rtlCol="0" anchor="ctr"/>
            <a:lstStyle/>
            <a:p>
              <a:endParaRPr lang="en-GR"/>
            </a:p>
          </p:txBody>
        </p:sp>
        <p:sp>
          <p:nvSpPr>
            <p:cNvPr id="619" name="Freeform 506">
              <a:extLst>
                <a:ext uri="{FF2B5EF4-FFF2-40B4-BE49-F238E27FC236}">
                  <a16:creationId xmlns:a16="http://schemas.microsoft.com/office/drawing/2014/main" id="{6FAB990C-8076-BD1E-F2EF-33927533C7FF}"/>
                </a:ext>
              </a:extLst>
            </p:cNvPr>
            <p:cNvSpPr/>
            <p:nvPr/>
          </p:nvSpPr>
          <p:spPr>
            <a:xfrm>
              <a:off x="8886748" y="3979007"/>
              <a:ext cx="62972" cy="44788"/>
            </a:xfrm>
            <a:custGeom>
              <a:avLst/>
              <a:gdLst>
                <a:gd name="connsiteX0" fmla="*/ 63424 w 71123"/>
                <a:gd name="connsiteY0" fmla="*/ 0 h 50586"/>
                <a:gd name="connsiteX1" fmla="*/ 7700 w 71123"/>
                <a:gd name="connsiteY1" fmla="*/ 0 h 50586"/>
                <a:gd name="connsiteX2" fmla="*/ 0 w 71123"/>
                <a:gd name="connsiteY2" fmla="*/ 12373 h 50586"/>
                <a:gd name="connsiteX3" fmla="*/ 0 w 71123"/>
                <a:gd name="connsiteY3" fmla="*/ 38213 h 50586"/>
                <a:gd name="connsiteX4" fmla="*/ 7700 w 71123"/>
                <a:gd name="connsiteY4" fmla="*/ 50586 h 50586"/>
                <a:gd name="connsiteX5" fmla="*/ 63424 w 71123"/>
                <a:gd name="connsiteY5" fmla="*/ 50586 h 50586"/>
                <a:gd name="connsiteX6" fmla="*/ 71124 w 71123"/>
                <a:gd name="connsiteY6" fmla="*/ 38213 h 50586"/>
                <a:gd name="connsiteX7" fmla="*/ 71124 w 71123"/>
                <a:gd name="connsiteY7" fmla="*/ 12373 h 50586"/>
                <a:gd name="connsiteX8" fmla="*/ 63424 w 71123"/>
                <a:gd name="connsiteY8" fmla="*/ 0 h 50586"/>
                <a:gd name="connsiteX9" fmla="*/ 35544 w 71123"/>
                <a:gd name="connsiteY9" fmla="*/ 33688 h 50586"/>
                <a:gd name="connsiteX10" fmla="*/ 21056 w 71123"/>
                <a:gd name="connsiteY10" fmla="*/ 25329 h 50586"/>
                <a:gd name="connsiteX11" fmla="*/ 35544 w 71123"/>
                <a:gd name="connsiteY11" fmla="*/ 16972 h 50586"/>
                <a:gd name="connsiteX12" fmla="*/ 49995 w 71123"/>
                <a:gd name="connsiteY12" fmla="*/ 25329 h 50586"/>
                <a:gd name="connsiteX13" fmla="*/ 35544 w 71123"/>
                <a:gd name="connsiteY13" fmla="*/ 33688 h 5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1123" h="50586">
                  <a:moveTo>
                    <a:pt x="63424" y="0"/>
                  </a:moveTo>
                  <a:lnTo>
                    <a:pt x="7700" y="0"/>
                  </a:lnTo>
                  <a:cubicBezTo>
                    <a:pt x="3540" y="0"/>
                    <a:pt x="146" y="5511"/>
                    <a:pt x="0" y="12373"/>
                  </a:cubicBezTo>
                  <a:lnTo>
                    <a:pt x="0" y="38213"/>
                  </a:lnTo>
                  <a:cubicBezTo>
                    <a:pt x="146" y="45075"/>
                    <a:pt x="3540" y="50586"/>
                    <a:pt x="7700" y="50586"/>
                  </a:cubicBezTo>
                  <a:lnTo>
                    <a:pt x="63424" y="50586"/>
                  </a:lnTo>
                  <a:cubicBezTo>
                    <a:pt x="67584" y="50586"/>
                    <a:pt x="70978" y="45075"/>
                    <a:pt x="71124" y="38213"/>
                  </a:cubicBezTo>
                  <a:lnTo>
                    <a:pt x="71124" y="12373"/>
                  </a:lnTo>
                  <a:cubicBezTo>
                    <a:pt x="70978" y="5511"/>
                    <a:pt x="67584" y="0"/>
                    <a:pt x="63424" y="0"/>
                  </a:cubicBezTo>
                  <a:close/>
                  <a:moveTo>
                    <a:pt x="35544" y="33688"/>
                  </a:moveTo>
                  <a:cubicBezTo>
                    <a:pt x="27552" y="33688"/>
                    <a:pt x="21056" y="29965"/>
                    <a:pt x="21056" y="25329"/>
                  </a:cubicBezTo>
                  <a:cubicBezTo>
                    <a:pt x="21056" y="20695"/>
                    <a:pt x="27552" y="16972"/>
                    <a:pt x="35544" y="16972"/>
                  </a:cubicBezTo>
                  <a:cubicBezTo>
                    <a:pt x="43536" y="16972"/>
                    <a:pt x="49995" y="20695"/>
                    <a:pt x="49995" y="25329"/>
                  </a:cubicBezTo>
                  <a:cubicBezTo>
                    <a:pt x="49995" y="29965"/>
                    <a:pt x="43536" y="33688"/>
                    <a:pt x="35544" y="33688"/>
                  </a:cubicBezTo>
                  <a:close/>
                </a:path>
              </a:pathLst>
            </a:custGeom>
            <a:solidFill>
              <a:srgbClr val="007B85"/>
            </a:solidFill>
            <a:ln w="3646" cap="flat">
              <a:noFill/>
              <a:prstDash val="solid"/>
              <a:miter/>
            </a:ln>
          </p:spPr>
          <p:txBody>
            <a:bodyPr rtlCol="0" anchor="ctr"/>
            <a:lstStyle/>
            <a:p>
              <a:endParaRPr lang="en-GR"/>
            </a:p>
          </p:txBody>
        </p:sp>
      </p:grpSp>
      <p:grpSp>
        <p:nvGrpSpPr>
          <p:cNvPr id="620" name="Group 619">
            <a:extLst>
              <a:ext uri="{FF2B5EF4-FFF2-40B4-BE49-F238E27FC236}">
                <a16:creationId xmlns:a16="http://schemas.microsoft.com/office/drawing/2014/main" id="{2F97C7C5-BB7B-6BF9-2086-4BE6A3E8C6EF}"/>
              </a:ext>
            </a:extLst>
          </p:cNvPr>
          <p:cNvGrpSpPr/>
          <p:nvPr/>
        </p:nvGrpSpPr>
        <p:grpSpPr>
          <a:xfrm>
            <a:off x="10231699" y="3875148"/>
            <a:ext cx="200322" cy="149877"/>
            <a:chOff x="9079543" y="3875146"/>
            <a:chExt cx="200322" cy="149877"/>
          </a:xfrm>
        </p:grpSpPr>
        <p:sp>
          <p:nvSpPr>
            <p:cNvPr id="621" name="Freeform 507">
              <a:extLst>
                <a:ext uri="{FF2B5EF4-FFF2-40B4-BE49-F238E27FC236}">
                  <a16:creationId xmlns:a16="http://schemas.microsoft.com/office/drawing/2014/main" id="{D39DB14C-6FEF-6731-C4F9-77F07CFB8B1F}"/>
                </a:ext>
              </a:extLst>
            </p:cNvPr>
            <p:cNvSpPr/>
            <p:nvPr/>
          </p:nvSpPr>
          <p:spPr>
            <a:xfrm>
              <a:off x="9079543" y="3875146"/>
              <a:ext cx="200322" cy="149877"/>
            </a:xfrm>
            <a:custGeom>
              <a:avLst/>
              <a:gdLst>
                <a:gd name="connsiteX0" fmla="*/ 170457 w 226253"/>
                <a:gd name="connsiteY0" fmla="*/ 0 h 169278"/>
                <a:gd name="connsiteX1" fmla="*/ 52841 w 226253"/>
                <a:gd name="connsiteY1" fmla="*/ 110 h 169278"/>
                <a:gd name="connsiteX2" fmla="*/ 0 w 226253"/>
                <a:gd name="connsiteY2" fmla="*/ 32629 h 169278"/>
                <a:gd name="connsiteX3" fmla="*/ 0 w 226253"/>
                <a:gd name="connsiteY3" fmla="*/ 136649 h 169278"/>
                <a:gd name="connsiteX4" fmla="*/ 55797 w 226253"/>
                <a:gd name="connsiteY4" fmla="*/ 169278 h 169278"/>
                <a:gd name="connsiteX5" fmla="*/ 173413 w 226253"/>
                <a:gd name="connsiteY5" fmla="*/ 169205 h 169278"/>
                <a:gd name="connsiteX6" fmla="*/ 226254 w 226253"/>
                <a:gd name="connsiteY6" fmla="*/ 136649 h 169278"/>
                <a:gd name="connsiteX7" fmla="*/ 226254 w 226253"/>
                <a:gd name="connsiteY7" fmla="*/ 32629 h 169278"/>
                <a:gd name="connsiteX8" fmla="*/ 170457 w 226253"/>
                <a:gd name="connsiteY8" fmla="*/ 0 h 169278"/>
                <a:gd name="connsiteX9" fmla="*/ 203701 w 226253"/>
                <a:gd name="connsiteY9" fmla="*/ 146431 h 169278"/>
                <a:gd name="connsiteX10" fmla="*/ 20728 w 226253"/>
                <a:gd name="connsiteY10" fmla="*/ 146577 h 169278"/>
                <a:gd name="connsiteX11" fmla="*/ 20728 w 226253"/>
                <a:gd name="connsiteY11" fmla="*/ 22592 h 169278"/>
                <a:gd name="connsiteX12" fmla="*/ 203701 w 226253"/>
                <a:gd name="connsiteY12" fmla="*/ 22483 h 169278"/>
                <a:gd name="connsiteX13" fmla="*/ 203701 w 226253"/>
                <a:gd name="connsiteY13" fmla="*/ 146431 h 169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6253" h="169278">
                  <a:moveTo>
                    <a:pt x="170457" y="0"/>
                  </a:moveTo>
                  <a:lnTo>
                    <a:pt x="52841" y="110"/>
                  </a:lnTo>
                  <a:cubicBezTo>
                    <a:pt x="23355" y="1168"/>
                    <a:pt x="0" y="15329"/>
                    <a:pt x="0" y="32629"/>
                  </a:cubicBezTo>
                  <a:lnTo>
                    <a:pt x="0" y="136649"/>
                  </a:lnTo>
                  <a:cubicBezTo>
                    <a:pt x="0" y="154570"/>
                    <a:pt x="24924" y="169096"/>
                    <a:pt x="55797" y="169278"/>
                  </a:cubicBezTo>
                  <a:cubicBezTo>
                    <a:pt x="56053" y="169278"/>
                    <a:pt x="173413" y="169205"/>
                    <a:pt x="173413" y="169205"/>
                  </a:cubicBezTo>
                  <a:cubicBezTo>
                    <a:pt x="202899" y="168111"/>
                    <a:pt x="226254" y="153949"/>
                    <a:pt x="226254" y="136649"/>
                  </a:cubicBezTo>
                  <a:lnTo>
                    <a:pt x="226254" y="32629"/>
                  </a:lnTo>
                  <a:cubicBezTo>
                    <a:pt x="226254" y="14709"/>
                    <a:pt x="201330" y="183"/>
                    <a:pt x="170457" y="0"/>
                  </a:cubicBezTo>
                  <a:close/>
                  <a:moveTo>
                    <a:pt x="203701" y="146431"/>
                  </a:moveTo>
                  <a:lnTo>
                    <a:pt x="20728" y="146577"/>
                  </a:lnTo>
                  <a:lnTo>
                    <a:pt x="20728" y="22592"/>
                  </a:lnTo>
                  <a:lnTo>
                    <a:pt x="203701" y="22483"/>
                  </a:lnTo>
                  <a:lnTo>
                    <a:pt x="203701" y="146431"/>
                  </a:lnTo>
                  <a:close/>
                </a:path>
              </a:pathLst>
            </a:custGeom>
            <a:solidFill>
              <a:srgbClr val="007B85"/>
            </a:solidFill>
            <a:ln w="3646" cap="flat">
              <a:noFill/>
              <a:prstDash val="solid"/>
              <a:miter/>
            </a:ln>
          </p:spPr>
          <p:txBody>
            <a:bodyPr rtlCol="0" anchor="ctr"/>
            <a:lstStyle/>
            <a:p>
              <a:endParaRPr lang="en-GR"/>
            </a:p>
          </p:txBody>
        </p:sp>
        <p:sp>
          <p:nvSpPr>
            <p:cNvPr id="622" name="Freeform 508">
              <a:extLst>
                <a:ext uri="{FF2B5EF4-FFF2-40B4-BE49-F238E27FC236}">
                  <a16:creationId xmlns:a16="http://schemas.microsoft.com/office/drawing/2014/main" id="{8576F04A-9373-F763-EB89-7149EDDB20BF}"/>
                </a:ext>
              </a:extLst>
            </p:cNvPr>
            <p:cNvSpPr/>
            <p:nvPr/>
          </p:nvSpPr>
          <p:spPr>
            <a:xfrm>
              <a:off x="9157135" y="3907260"/>
              <a:ext cx="44460" cy="85648"/>
            </a:xfrm>
            <a:custGeom>
              <a:avLst/>
              <a:gdLst>
                <a:gd name="connsiteX0" fmla="*/ 14361 w 50215"/>
                <a:gd name="connsiteY0" fmla="*/ 94501 h 96735"/>
                <a:gd name="connsiteX1" fmla="*/ 49978 w 50215"/>
                <a:gd name="connsiteY1" fmla="*/ 8001 h 96735"/>
                <a:gd name="connsiteX2" fmla="*/ 35855 w 50215"/>
                <a:gd name="connsiteY2" fmla="*/ 2234 h 96735"/>
                <a:gd name="connsiteX3" fmla="*/ 238 w 50215"/>
                <a:gd name="connsiteY3" fmla="*/ 88735 h 96735"/>
                <a:gd name="connsiteX4" fmla="*/ 14361 w 50215"/>
                <a:gd name="connsiteY4" fmla="*/ 94501 h 96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15" h="96735">
                  <a:moveTo>
                    <a:pt x="14361" y="94501"/>
                  </a:moveTo>
                  <a:lnTo>
                    <a:pt x="49978" y="8001"/>
                  </a:lnTo>
                  <a:cubicBezTo>
                    <a:pt x="52204" y="2563"/>
                    <a:pt x="38154" y="-3314"/>
                    <a:pt x="35855" y="2234"/>
                  </a:cubicBezTo>
                  <a:lnTo>
                    <a:pt x="238" y="88735"/>
                  </a:lnTo>
                  <a:cubicBezTo>
                    <a:pt x="-1988" y="94173"/>
                    <a:pt x="12062" y="100049"/>
                    <a:pt x="14361" y="94501"/>
                  </a:cubicBezTo>
                  <a:close/>
                </a:path>
              </a:pathLst>
            </a:custGeom>
            <a:solidFill>
              <a:srgbClr val="007B85"/>
            </a:solidFill>
            <a:ln w="3646" cap="flat">
              <a:noFill/>
              <a:prstDash val="solid"/>
              <a:miter/>
            </a:ln>
          </p:spPr>
          <p:txBody>
            <a:bodyPr rtlCol="0" anchor="ctr"/>
            <a:lstStyle/>
            <a:p>
              <a:endParaRPr lang="en-GR"/>
            </a:p>
          </p:txBody>
        </p:sp>
        <p:sp>
          <p:nvSpPr>
            <p:cNvPr id="623" name="Freeform 509">
              <a:extLst>
                <a:ext uri="{FF2B5EF4-FFF2-40B4-BE49-F238E27FC236}">
                  <a16:creationId xmlns:a16="http://schemas.microsoft.com/office/drawing/2014/main" id="{D198D122-900D-55C2-ADF3-8D7AF2E41E41}"/>
                </a:ext>
              </a:extLst>
            </p:cNvPr>
            <p:cNvSpPr/>
            <p:nvPr/>
          </p:nvSpPr>
          <p:spPr>
            <a:xfrm>
              <a:off x="9122095" y="3925517"/>
              <a:ext cx="32461" cy="49279"/>
            </a:xfrm>
            <a:custGeom>
              <a:avLst/>
              <a:gdLst>
                <a:gd name="connsiteX0" fmla="*/ 35982 w 36663"/>
                <a:gd name="connsiteY0" fmla="*/ 46143 h 55658"/>
                <a:gd name="connsiteX1" fmla="*/ 17662 w 36663"/>
                <a:gd name="connsiteY1" fmla="*/ 27821 h 55658"/>
                <a:gd name="connsiteX2" fmla="*/ 35982 w 36663"/>
                <a:gd name="connsiteY2" fmla="*/ 9535 h 55658"/>
                <a:gd name="connsiteX3" fmla="*/ 27150 w 36663"/>
                <a:gd name="connsiteY3" fmla="*/ 667 h 55658"/>
                <a:gd name="connsiteX4" fmla="*/ 0 w 36663"/>
                <a:gd name="connsiteY4" fmla="*/ 27821 h 55658"/>
                <a:gd name="connsiteX5" fmla="*/ 27150 w 36663"/>
                <a:gd name="connsiteY5" fmla="*/ 54976 h 55658"/>
                <a:gd name="connsiteX6" fmla="*/ 35982 w 36663"/>
                <a:gd name="connsiteY6" fmla="*/ 46143 h 55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63" h="55658">
                  <a:moveTo>
                    <a:pt x="35982" y="46143"/>
                  </a:moveTo>
                  <a:lnTo>
                    <a:pt x="17662" y="27821"/>
                  </a:lnTo>
                  <a:lnTo>
                    <a:pt x="35982" y="9535"/>
                  </a:lnTo>
                  <a:cubicBezTo>
                    <a:pt x="39156" y="6105"/>
                    <a:pt x="30398" y="-2436"/>
                    <a:pt x="27150" y="667"/>
                  </a:cubicBezTo>
                  <a:lnTo>
                    <a:pt x="0" y="27821"/>
                  </a:lnTo>
                  <a:lnTo>
                    <a:pt x="27150" y="54976"/>
                  </a:lnTo>
                  <a:cubicBezTo>
                    <a:pt x="30544" y="58151"/>
                    <a:pt x="39120" y="49392"/>
                    <a:pt x="35982" y="46143"/>
                  </a:cubicBezTo>
                  <a:close/>
                </a:path>
              </a:pathLst>
            </a:custGeom>
            <a:solidFill>
              <a:srgbClr val="007B85"/>
            </a:solidFill>
            <a:ln w="3646" cap="flat">
              <a:noFill/>
              <a:prstDash val="solid"/>
              <a:miter/>
            </a:ln>
          </p:spPr>
          <p:txBody>
            <a:bodyPr rtlCol="0" anchor="ctr"/>
            <a:lstStyle/>
            <a:p>
              <a:endParaRPr lang="en-GR"/>
            </a:p>
          </p:txBody>
        </p:sp>
        <p:sp>
          <p:nvSpPr>
            <p:cNvPr id="624" name="Freeform 510">
              <a:extLst>
                <a:ext uri="{FF2B5EF4-FFF2-40B4-BE49-F238E27FC236}">
                  <a16:creationId xmlns:a16="http://schemas.microsoft.com/office/drawing/2014/main" id="{1F0EA545-8EA4-EA09-961A-F273FFC174A2}"/>
                </a:ext>
              </a:extLst>
            </p:cNvPr>
            <p:cNvSpPr/>
            <p:nvPr/>
          </p:nvSpPr>
          <p:spPr>
            <a:xfrm>
              <a:off x="9204845" y="3925531"/>
              <a:ext cx="32466" cy="49270"/>
            </a:xfrm>
            <a:custGeom>
              <a:avLst/>
              <a:gdLst>
                <a:gd name="connsiteX0" fmla="*/ 19008 w 36669"/>
                <a:gd name="connsiteY0" fmla="*/ 27805 h 55648"/>
                <a:gd name="connsiteX1" fmla="*/ 688 w 36669"/>
                <a:gd name="connsiteY1" fmla="*/ 46127 h 55648"/>
                <a:gd name="connsiteX2" fmla="*/ 9520 w 36669"/>
                <a:gd name="connsiteY2" fmla="*/ 54960 h 55648"/>
                <a:gd name="connsiteX3" fmla="*/ 36670 w 36669"/>
                <a:gd name="connsiteY3" fmla="*/ 27805 h 55648"/>
                <a:gd name="connsiteX4" fmla="*/ 9520 w 36669"/>
                <a:gd name="connsiteY4" fmla="*/ 651 h 55648"/>
                <a:gd name="connsiteX5" fmla="*/ 688 w 36669"/>
                <a:gd name="connsiteY5" fmla="*/ 9520 h 55648"/>
                <a:gd name="connsiteX6" fmla="*/ 19008 w 36669"/>
                <a:gd name="connsiteY6" fmla="*/ 27805 h 5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69" h="55648">
                  <a:moveTo>
                    <a:pt x="19008" y="27805"/>
                  </a:moveTo>
                  <a:lnTo>
                    <a:pt x="688" y="46127"/>
                  </a:lnTo>
                  <a:cubicBezTo>
                    <a:pt x="-2377" y="49485"/>
                    <a:pt x="6162" y="58135"/>
                    <a:pt x="9520" y="54960"/>
                  </a:cubicBezTo>
                  <a:lnTo>
                    <a:pt x="36670" y="27805"/>
                  </a:lnTo>
                  <a:lnTo>
                    <a:pt x="9520" y="651"/>
                  </a:lnTo>
                  <a:cubicBezTo>
                    <a:pt x="6162" y="-2415"/>
                    <a:pt x="-2486" y="6162"/>
                    <a:pt x="688" y="9520"/>
                  </a:cubicBezTo>
                  <a:lnTo>
                    <a:pt x="19008" y="27805"/>
                  </a:lnTo>
                  <a:close/>
                </a:path>
              </a:pathLst>
            </a:custGeom>
            <a:solidFill>
              <a:srgbClr val="007B85"/>
            </a:solidFill>
            <a:ln w="3646" cap="flat">
              <a:noFill/>
              <a:prstDash val="solid"/>
              <a:miter/>
            </a:ln>
          </p:spPr>
          <p:txBody>
            <a:bodyPr rtlCol="0" anchor="ctr"/>
            <a:lstStyle/>
            <a:p>
              <a:endParaRPr lang="en-GR"/>
            </a:p>
          </p:txBody>
        </p:sp>
      </p:grpSp>
      <p:grpSp>
        <p:nvGrpSpPr>
          <p:cNvPr id="625" name="Group 624">
            <a:extLst>
              <a:ext uri="{FF2B5EF4-FFF2-40B4-BE49-F238E27FC236}">
                <a16:creationId xmlns:a16="http://schemas.microsoft.com/office/drawing/2014/main" id="{D23AC10B-30FE-EFC8-4EAA-684375DECD16}"/>
              </a:ext>
            </a:extLst>
          </p:cNvPr>
          <p:cNvGrpSpPr/>
          <p:nvPr/>
        </p:nvGrpSpPr>
        <p:grpSpPr>
          <a:xfrm>
            <a:off x="10564493" y="3875155"/>
            <a:ext cx="200322" cy="148857"/>
            <a:chOff x="9412337" y="3875153"/>
            <a:chExt cx="200322" cy="148857"/>
          </a:xfrm>
        </p:grpSpPr>
        <p:sp>
          <p:nvSpPr>
            <p:cNvPr id="626" name="Freeform 511">
              <a:extLst>
                <a:ext uri="{FF2B5EF4-FFF2-40B4-BE49-F238E27FC236}">
                  <a16:creationId xmlns:a16="http://schemas.microsoft.com/office/drawing/2014/main" id="{E24912E0-53E1-0481-3DE6-F0759B101B48}"/>
                </a:ext>
              </a:extLst>
            </p:cNvPr>
            <p:cNvSpPr/>
            <p:nvPr/>
          </p:nvSpPr>
          <p:spPr>
            <a:xfrm>
              <a:off x="9473257" y="3875153"/>
              <a:ext cx="77346" cy="148857"/>
            </a:xfrm>
            <a:custGeom>
              <a:avLst/>
              <a:gdLst>
                <a:gd name="connsiteX0" fmla="*/ 62312 w 87358"/>
                <a:gd name="connsiteY0" fmla="*/ 3862 h 168126"/>
                <a:gd name="connsiteX1" fmla="*/ 421 w 87358"/>
                <a:gd name="connsiteY1" fmla="*/ 154234 h 168126"/>
                <a:gd name="connsiteX2" fmla="*/ 25017 w 87358"/>
                <a:gd name="connsiteY2" fmla="*/ 164271 h 168126"/>
                <a:gd name="connsiteX3" fmla="*/ 86945 w 87358"/>
                <a:gd name="connsiteY3" fmla="*/ 13899 h 168126"/>
                <a:gd name="connsiteX4" fmla="*/ 62312 w 87358"/>
                <a:gd name="connsiteY4" fmla="*/ 3862 h 1681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358" h="168126">
                  <a:moveTo>
                    <a:pt x="62312" y="3862"/>
                  </a:moveTo>
                  <a:lnTo>
                    <a:pt x="421" y="154234"/>
                  </a:lnTo>
                  <a:cubicBezTo>
                    <a:pt x="-3484" y="163650"/>
                    <a:pt x="20966" y="173870"/>
                    <a:pt x="25017" y="164271"/>
                  </a:cubicBezTo>
                  <a:lnTo>
                    <a:pt x="86945" y="13899"/>
                  </a:lnTo>
                  <a:cubicBezTo>
                    <a:pt x="90813" y="4445"/>
                    <a:pt x="66400" y="-5737"/>
                    <a:pt x="62312" y="3862"/>
                  </a:cubicBezTo>
                  <a:close/>
                </a:path>
              </a:pathLst>
            </a:custGeom>
            <a:solidFill>
              <a:srgbClr val="007B85"/>
            </a:solidFill>
            <a:ln w="3646" cap="flat">
              <a:noFill/>
              <a:prstDash val="solid"/>
              <a:miter/>
            </a:ln>
          </p:spPr>
          <p:txBody>
            <a:bodyPr rtlCol="0" anchor="ctr"/>
            <a:lstStyle/>
            <a:p>
              <a:endParaRPr lang="en-GR"/>
            </a:p>
          </p:txBody>
        </p:sp>
        <p:sp>
          <p:nvSpPr>
            <p:cNvPr id="627" name="Freeform 512">
              <a:extLst>
                <a:ext uri="{FF2B5EF4-FFF2-40B4-BE49-F238E27FC236}">
                  <a16:creationId xmlns:a16="http://schemas.microsoft.com/office/drawing/2014/main" id="{01CFDDE9-59E3-F259-F5B8-7B6AE4458B0E}"/>
                </a:ext>
              </a:extLst>
            </p:cNvPr>
            <p:cNvSpPr/>
            <p:nvPr/>
          </p:nvSpPr>
          <p:spPr>
            <a:xfrm>
              <a:off x="9412337" y="3906820"/>
              <a:ext cx="56460" cy="85699"/>
            </a:xfrm>
            <a:custGeom>
              <a:avLst/>
              <a:gdLst>
                <a:gd name="connsiteX0" fmla="*/ 62585 w 63769"/>
                <a:gd name="connsiteY0" fmla="*/ 80254 h 96792"/>
                <a:gd name="connsiteX1" fmla="*/ 30763 w 63769"/>
                <a:gd name="connsiteY1" fmla="*/ 48391 h 96792"/>
                <a:gd name="connsiteX2" fmla="*/ 62585 w 63769"/>
                <a:gd name="connsiteY2" fmla="*/ 16528 h 96792"/>
                <a:gd name="connsiteX3" fmla="*/ 47221 w 63769"/>
                <a:gd name="connsiteY3" fmla="*/ 1162 h 96792"/>
                <a:gd name="connsiteX4" fmla="*/ 0 w 63769"/>
                <a:gd name="connsiteY4" fmla="*/ 48391 h 96792"/>
                <a:gd name="connsiteX5" fmla="*/ 47221 w 63769"/>
                <a:gd name="connsiteY5" fmla="*/ 95619 h 96792"/>
                <a:gd name="connsiteX6" fmla="*/ 62585 w 63769"/>
                <a:gd name="connsiteY6" fmla="*/ 80254 h 96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769" h="96792">
                  <a:moveTo>
                    <a:pt x="62585" y="80254"/>
                  </a:moveTo>
                  <a:lnTo>
                    <a:pt x="30763" y="48391"/>
                  </a:lnTo>
                  <a:lnTo>
                    <a:pt x="62585" y="16528"/>
                  </a:lnTo>
                  <a:cubicBezTo>
                    <a:pt x="68095" y="10615"/>
                    <a:pt x="52914" y="-4240"/>
                    <a:pt x="47221" y="1162"/>
                  </a:cubicBezTo>
                  <a:lnTo>
                    <a:pt x="0" y="48391"/>
                  </a:lnTo>
                  <a:lnTo>
                    <a:pt x="47221" y="95619"/>
                  </a:lnTo>
                  <a:cubicBezTo>
                    <a:pt x="53133" y="101094"/>
                    <a:pt x="68022" y="85947"/>
                    <a:pt x="62585" y="80254"/>
                  </a:cubicBezTo>
                  <a:close/>
                </a:path>
              </a:pathLst>
            </a:custGeom>
            <a:solidFill>
              <a:srgbClr val="007B85"/>
            </a:solidFill>
            <a:ln w="3646" cap="flat">
              <a:noFill/>
              <a:prstDash val="solid"/>
              <a:miter/>
            </a:ln>
          </p:spPr>
          <p:txBody>
            <a:bodyPr rtlCol="0" anchor="ctr"/>
            <a:lstStyle/>
            <a:p>
              <a:endParaRPr lang="en-GR"/>
            </a:p>
          </p:txBody>
        </p:sp>
        <p:sp>
          <p:nvSpPr>
            <p:cNvPr id="628" name="Freeform 513">
              <a:extLst>
                <a:ext uri="{FF2B5EF4-FFF2-40B4-BE49-F238E27FC236}">
                  <a16:creationId xmlns:a16="http://schemas.microsoft.com/office/drawing/2014/main" id="{6614B9EF-7882-6230-D6E3-9411A717556E}"/>
                </a:ext>
              </a:extLst>
            </p:cNvPr>
            <p:cNvSpPr/>
            <p:nvPr/>
          </p:nvSpPr>
          <p:spPr>
            <a:xfrm>
              <a:off x="9556183" y="3906836"/>
              <a:ext cx="56476" cy="85699"/>
            </a:xfrm>
            <a:custGeom>
              <a:avLst/>
              <a:gdLst>
                <a:gd name="connsiteX0" fmla="*/ 16567 w 63787"/>
                <a:gd name="connsiteY0" fmla="*/ 1144 h 96792"/>
                <a:gd name="connsiteX1" fmla="*/ 63788 w 63787"/>
                <a:gd name="connsiteY1" fmla="*/ 48373 h 96792"/>
                <a:gd name="connsiteX2" fmla="*/ 16567 w 63787"/>
                <a:gd name="connsiteY2" fmla="*/ 95601 h 96792"/>
                <a:gd name="connsiteX3" fmla="*/ 1203 w 63787"/>
                <a:gd name="connsiteY3" fmla="*/ 80236 h 96792"/>
                <a:gd name="connsiteX4" fmla="*/ 33024 w 63787"/>
                <a:gd name="connsiteY4" fmla="*/ 48373 h 96792"/>
                <a:gd name="connsiteX5" fmla="*/ 1203 w 63787"/>
                <a:gd name="connsiteY5" fmla="*/ 16510 h 96792"/>
                <a:gd name="connsiteX6" fmla="*/ 16567 w 63787"/>
                <a:gd name="connsiteY6" fmla="*/ 1144 h 96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787" h="96792">
                  <a:moveTo>
                    <a:pt x="16567" y="1144"/>
                  </a:moveTo>
                  <a:lnTo>
                    <a:pt x="63788" y="48373"/>
                  </a:lnTo>
                  <a:lnTo>
                    <a:pt x="16567" y="95601"/>
                  </a:lnTo>
                  <a:cubicBezTo>
                    <a:pt x="10764" y="101112"/>
                    <a:pt x="-4198" y="86039"/>
                    <a:pt x="1203" y="80236"/>
                  </a:cubicBezTo>
                  <a:lnTo>
                    <a:pt x="33024" y="48373"/>
                  </a:lnTo>
                  <a:lnTo>
                    <a:pt x="1203" y="16510"/>
                  </a:lnTo>
                  <a:cubicBezTo>
                    <a:pt x="-4344" y="10706"/>
                    <a:pt x="10764" y="-4221"/>
                    <a:pt x="16567" y="1144"/>
                  </a:cubicBezTo>
                  <a:close/>
                </a:path>
              </a:pathLst>
            </a:custGeom>
            <a:solidFill>
              <a:srgbClr val="007B85"/>
            </a:solidFill>
            <a:ln w="3646" cap="flat">
              <a:noFill/>
              <a:prstDash val="solid"/>
              <a:miter/>
            </a:ln>
          </p:spPr>
          <p:txBody>
            <a:bodyPr rtlCol="0" anchor="ctr"/>
            <a:lstStyle/>
            <a:p>
              <a:endParaRPr lang="en-GR"/>
            </a:p>
          </p:txBody>
        </p:sp>
      </p:grpSp>
      <p:sp>
        <p:nvSpPr>
          <p:cNvPr id="629" name="Freeform 514">
            <a:extLst>
              <a:ext uri="{FF2B5EF4-FFF2-40B4-BE49-F238E27FC236}">
                <a16:creationId xmlns:a16="http://schemas.microsoft.com/office/drawing/2014/main" id="{F4EE613A-C2E8-3418-1E6E-C561A6ED9057}"/>
              </a:ext>
            </a:extLst>
          </p:cNvPr>
          <p:cNvSpPr/>
          <p:nvPr/>
        </p:nvSpPr>
        <p:spPr>
          <a:xfrm>
            <a:off x="10907051" y="3858991"/>
            <a:ext cx="180495" cy="180997"/>
          </a:xfrm>
          <a:custGeom>
            <a:avLst/>
            <a:gdLst>
              <a:gd name="connsiteX0" fmla="*/ 162863 w 203859"/>
              <a:gd name="connsiteY0" fmla="*/ 122597 h 204426"/>
              <a:gd name="connsiteX1" fmla="*/ 133486 w 203859"/>
              <a:gd name="connsiteY1" fmla="*/ 135080 h 204426"/>
              <a:gd name="connsiteX2" fmla="*/ 130311 w 203859"/>
              <a:gd name="connsiteY2" fmla="*/ 138803 h 204426"/>
              <a:gd name="connsiteX3" fmla="*/ 79769 w 203859"/>
              <a:gd name="connsiteY3" fmla="*/ 114677 h 204426"/>
              <a:gd name="connsiteX4" fmla="*/ 79769 w 203859"/>
              <a:gd name="connsiteY4" fmla="*/ 89712 h 204426"/>
              <a:gd name="connsiteX5" fmla="*/ 130384 w 203859"/>
              <a:gd name="connsiteY5" fmla="*/ 65587 h 204426"/>
              <a:gd name="connsiteX6" fmla="*/ 134472 w 203859"/>
              <a:gd name="connsiteY6" fmla="*/ 70295 h 204426"/>
              <a:gd name="connsiteX7" fmla="*/ 162863 w 203859"/>
              <a:gd name="connsiteY7" fmla="*/ 81792 h 204426"/>
              <a:gd name="connsiteX8" fmla="*/ 192276 w 203859"/>
              <a:gd name="connsiteY8" fmla="*/ 69310 h 204426"/>
              <a:gd name="connsiteX9" fmla="*/ 191290 w 203859"/>
              <a:gd name="connsiteY9" fmla="*/ 11497 h 204426"/>
              <a:gd name="connsiteX10" fmla="*/ 162863 w 203859"/>
              <a:gd name="connsiteY10" fmla="*/ 0 h 204426"/>
              <a:gd name="connsiteX11" fmla="*/ 133486 w 203859"/>
              <a:gd name="connsiteY11" fmla="*/ 12483 h 204426"/>
              <a:gd name="connsiteX12" fmla="*/ 122247 w 203859"/>
              <a:gd name="connsiteY12" fmla="*/ 45039 h 204426"/>
              <a:gd name="connsiteX13" fmla="*/ 67398 w 203859"/>
              <a:gd name="connsiteY13" fmla="*/ 71208 h 204426"/>
              <a:gd name="connsiteX14" fmla="*/ 40868 w 203859"/>
              <a:gd name="connsiteY14" fmla="*/ 61390 h 204426"/>
              <a:gd name="connsiteX15" fmla="*/ 11492 w 203859"/>
              <a:gd name="connsiteY15" fmla="*/ 73872 h 204426"/>
              <a:gd name="connsiteX16" fmla="*/ 12441 w 203859"/>
              <a:gd name="connsiteY16" fmla="*/ 131685 h 204426"/>
              <a:gd name="connsiteX17" fmla="*/ 40868 w 203859"/>
              <a:gd name="connsiteY17" fmla="*/ 143182 h 204426"/>
              <a:gd name="connsiteX18" fmla="*/ 67435 w 203859"/>
              <a:gd name="connsiteY18" fmla="*/ 133364 h 204426"/>
              <a:gd name="connsiteX19" fmla="*/ 122283 w 203859"/>
              <a:gd name="connsiteY19" fmla="*/ 159497 h 204426"/>
              <a:gd name="connsiteX20" fmla="*/ 134545 w 203859"/>
              <a:gd name="connsiteY20" fmla="*/ 192929 h 204426"/>
              <a:gd name="connsiteX21" fmla="*/ 162973 w 203859"/>
              <a:gd name="connsiteY21" fmla="*/ 204426 h 204426"/>
              <a:gd name="connsiteX22" fmla="*/ 192385 w 203859"/>
              <a:gd name="connsiteY22" fmla="*/ 191980 h 204426"/>
              <a:gd name="connsiteX23" fmla="*/ 191400 w 203859"/>
              <a:gd name="connsiteY23" fmla="*/ 134131 h 204426"/>
              <a:gd name="connsiteX24" fmla="*/ 162973 w 203859"/>
              <a:gd name="connsiteY24" fmla="*/ 122634 h 204426"/>
              <a:gd name="connsiteX25" fmla="*/ 162863 w 203859"/>
              <a:gd name="connsiteY25" fmla="*/ 122597 h 204426"/>
              <a:gd name="connsiteX26" fmla="*/ 148156 w 203859"/>
              <a:gd name="connsiteY26" fmla="*/ 26680 h 204426"/>
              <a:gd name="connsiteX27" fmla="*/ 157499 w 203859"/>
              <a:gd name="connsiteY27" fmla="*/ 21278 h 204426"/>
              <a:gd name="connsiteX28" fmla="*/ 158703 w 203859"/>
              <a:gd name="connsiteY28" fmla="*/ 20913 h 204426"/>
              <a:gd name="connsiteX29" fmla="*/ 160381 w 203859"/>
              <a:gd name="connsiteY29" fmla="*/ 20695 h 204426"/>
              <a:gd name="connsiteX30" fmla="*/ 162717 w 203859"/>
              <a:gd name="connsiteY30" fmla="*/ 20439 h 204426"/>
              <a:gd name="connsiteX31" fmla="*/ 162936 w 203859"/>
              <a:gd name="connsiteY31" fmla="*/ 20439 h 204426"/>
              <a:gd name="connsiteX32" fmla="*/ 164724 w 203859"/>
              <a:gd name="connsiteY32" fmla="*/ 20585 h 204426"/>
              <a:gd name="connsiteX33" fmla="*/ 166658 w 203859"/>
              <a:gd name="connsiteY33" fmla="*/ 20804 h 204426"/>
              <a:gd name="connsiteX34" fmla="*/ 168702 w 203859"/>
              <a:gd name="connsiteY34" fmla="*/ 21351 h 204426"/>
              <a:gd name="connsiteX35" fmla="*/ 170490 w 203859"/>
              <a:gd name="connsiteY35" fmla="*/ 21862 h 204426"/>
              <a:gd name="connsiteX36" fmla="*/ 170709 w 203859"/>
              <a:gd name="connsiteY36" fmla="*/ 21935 h 204426"/>
              <a:gd name="connsiteX37" fmla="*/ 177204 w 203859"/>
              <a:gd name="connsiteY37" fmla="*/ 26169 h 204426"/>
              <a:gd name="connsiteX38" fmla="*/ 183445 w 203859"/>
              <a:gd name="connsiteY38" fmla="*/ 40403 h 204426"/>
              <a:gd name="connsiteX39" fmla="*/ 183445 w 203859"/>
              <a:gd name="connsiteY39" fmla="*/ 40549 h 204426"/>
              <a:gd name="connsiteX40" fmla="*/ 183335 w 203859"/>
              <a:gd name="connsiteY40" fmla="*/ 42082 h 204426"/>
              <a:gd name="connsiteX41" fmla="*/ 183116 w 203859"/>
              <a:gd name="connsiteY41" fmla="*/ 44491 h 204426"/>
              <a:gd name="connsiteX42" fmla="*/ 182313 w 203859"/>
              <a:gd name="connsiteY42" fmla="*/ 47448 h 204426"/>
              <a:gd name="connsiteX43" fmla="*/ 182058 w 203859"/>
              <a:gd name="connsiteY43" fmla="*/ 48324 h 204426"/>
              <a:gd name="connsiteX44" fmla="*/ 180562 w 203859"/>
              <a:gd name="connsiteY44" fmla="*/ 51280 h 204426"/>
              <a:gd name="connsiteX45" fmla="*/ 180270 w 203859"/>
              <a:gd name="connsiteY45" fmla="*/ 51900 h 204426"/>
              <a:gd name="connsiteX46" fmla="*/ 177715 w 203859"/>
              <a:gd name="connsiteY46" fmla="*/ 55112 h 204426"/>
              <a:gd name="connsiteX47" fmla="*/ 168264 w 203859"/>
              <a:gd name="connsiteY47" fmla="*/ 60587 h 204426"/>
              <a:gd name="connsiteX48" fmla="*/ 167242 w 203859"/>
              <a:gd name="connsiteY48" fmla="*/ 60879 h 204426"/>
              <a:gd name="connsiteX49" fmla="*/ 165490 w 203859"/>
              <a:gd name="connsiteY49" fmla="*/ 61098 h 204426"/>
              <a:gd name="connsiteX50" fmla="*/ 163191 w 203859"/>
              <a:gd name="connsiteY50" fmla="*/ 61354 h 204426"/>
              <a:gd name="connsiteX51" fmla="*/ 162973 w 203859"/>
              <a:gd name="connsiteY51" fmla="*/ 61354 h 204426"/>
              <a:gd name="connsiteX52" fmla="*/ 160308 w 203859"/>
              <a:gd name="connsiteY52" fmla="*/ 61098 h 204426"/>
              <a:gd name="connsiteX53" fmla="*/ 149944 w 203859"/>
              <a:gd name="connsiteY53" fmla="*/ 56536 h 204426"/>
              <a:gd name="connsiteX54" fmla="*/ 149798 w 203859"/>
              <a:gd name="connsiteY54" fmla="*/ 56426 h 204426"/>
              <a:gd name="connsiteX55" fmla="*/ 148777 w 203859"/>
              <a:gd name="connsiteY55" fmla="*/ 55623 h 204426"/>
              <a:gd name="connsiteX56" fmla="*/ 144580 w 203859"/>
              <a:gd name="connsiteY56" fmla="*/ 32191 h 204426"/>
              <a:gd name="connsiteX57" fmla="*/ 145456 w 203859"/>
              <a:gd name="connsiteY57" fmla="*/ 30476 h 204426"/>
              <a:gd name="connsiteX58" fmla="*/ 146113 w 203859"/>
              <a:gd name="connsiteY58" fmla="*/ 29381 h 204426"/>
              <a:gd name="connsiteX59" fmla="*/ 148266 w 203859"/>
              <a:gd name="connsiteY59" fmla="*/ 26680 h 204426"/>
              <a:gd name="connsiteX60" fmla="*/ 148156 w 203859"/>
              <a:gd name="connsiteY60" fmla="*/ 26680 h 204426"/>
              <a:gd name="connsiteX61" fmla="*/ 55538 w 203859"/>
              <a:gd name="connsiteY61" fmla="*/ 116466 h 204426"/>
              <a:gd name="connsiteX62" fmla="*/ 44335 w 203859"/>
              <a:gd name="connsiteY62" fmla="*/ 122342 h 204426"/>
              <a:gd name="connsiteX63" fmla="*/ 43313 w 203859"/>
              <a:gd name="connsiteY63" fmla="*/ 122451 h 204426"/>
              <a:gd name="connsiteX64" fmla="*/ 41014 w 203859"/>
              <a:gd name="connsiteY64" fmla="*/ 122707 h 204426"/>
              <a:gd name="connsiteX65" fmla="*/ 40832 w 203859"/>
              <a:gd name="connsiteY65" fmla="*/ 122707 h 204426"/>
              <a:gd name="connsiteX66" fmla="*/ 38861 w 203859"/>
              <a:gd name="connsiteY66" fmla="*/ 122488 h 204426"/>
              <a:gd name="connsiteX67" fmla="*/ 37073 w 203859"/>
              <a:gd name="connsiteY67" fmla="*/ 122342 h 204426"/>
              <a:gd name="connsiteX68" fmla="*/ 34738 w 203859"/>
              <a:gd name="connsiteY68" fmla="*/ 121685 h 204426"/>
              <a:gd name="connsiteX69" fmla="*/ 33351 w 203859"/>
              <a:gd name="connsiteY69" fmla="*/ 121247 h 204426"/>
              <a:gd name="connsiteX70" fmla="*/ 30833 w 203859"/>
              <a:gd name="connsiteY70" fmla="*/ 119969 h 204426"/>
              <a:gd name="connsiteX71" fmla="*/ 29811 w 203859"/>
              <a:gd name="connsiteY71" fmla="*/ 119458 h 204426"/>
              <a:gd name="connsiteX72" fmla="*/ 26672 w 203859"/>
              <a:gd name="connsiteY72" fmla="*/ 116977 h 204426"/>
              <a:gd name="connsiteX73" fmla="*/ 25541 w 203859"/>
              <a:gd name="connsiteY73" fmla="*/ 115626 h 204426"/>
              <a:gd name="connsiteX74" fmla="*/ 25541 w 203859"/>
              <a:gd name="connsiteY74" fmla="*/ 88836 h 204426"/>
              <a:gd name="connsiteX75" fmla="*/ 26198 w 203859"/>
              <a:gd name="connsiteY75" fmla="*/ 88033 h 204426"/>
              <a:gd name="connsiteX76" fmla="*/ 35540 w 203859"/>
              <a:gd name="connsiteY76" fmla="*/ 82632 h 204426"/>
              <a:gd name="connsiteX77" fmla="*/ 36744 w 203859"/>
              <a:gd name="connsiteY77" fmla="*/ 82267 h 204426"/>
              <a:gd name="connsiteX78" fmla="*/ 38423 w 203859"/>
              <a:gd name="connsiteY78" fmla="*/ 82048 h 204426"/>
              <a:gd name="connsiteX79" fmla="*/ 40759 w 203859"/>
              <a:gd name="connsiteY79" fmla="*/ 81792 h 204426"/>
              <a:gd name="connsiteX80" fmla="*/ 40978 w 203859"/>
              <a:gd name="connsiteY80" fmla="*/ 81792 h 204426"/>
              <a:gd name="connsiteX81" fmla="*/ 42912 w 203859"/>
              <a:gd name="connsiteY81" fmla="*/ 82011 h 204426"/>
              <a:gd name="connsiteX82" fmla="*/ 55137 w 203859"/>
              <a:gd name="connsiteY82" fmla="*/ 87559 h 204426"/>
              <a:gd name="connsiteX83" fmla="*/ 61195 w 203859"/>
              <a:gd name="connsiteY83" fmla="*/ 100406 h 204426"/>
              <a:gd name="connsiteX84" fmla="*/ 61377 w 203859"/>
              <a:gd name="connsiteY84" fmla="*/ 101903 h 204426"/>
              <a:gd name="connsiteX85" fmla="*/ 61268 w 203859"/>
              <a:gd name="connsiteY85" fmla="*/ 103436 h 204426"/>
              <a:gd name="connsiteX86" fmla="*/ 55648 w 203859"/>
              <a:gd name="connsiteY86" fmla="*/ 116466 h 204426"/>
              <a:gd name="connsiteX87" fmla="*/ 55538 w 203859"/>
              <a:gd name="connsiteY87" fmla="*/ 116466 h 204426"/>
              <a:gd name="connsiteX88" fmla="*/ 178044 w 203859"/>
              <a:gd name="connsiteY88" fmla="*/ 178148 h 204426"/>
              <a:gd name="connsiteX89" fmla="*/ 148266 w 203859"/>
              <a:gd name="connsiteY89" fmla="*/ 178658 h 204426"/>
              <a:gd name="connsiteX90" fmla="*/ 147755 w 203859"/>
              <a:gd name="connsiteY90" fmla="*/ 148876 h 204426"/>
              <a:gd name="connsiteX91" fmla="*/ 177533 w 203859"/>
              <a:gd name="connsiteY91" fmla="*/ 148365 h 204426"/>
              <a:gd name="connsiteX92" fmla="*/ 178044 w 203859"/>
              <a:gd name="connsiteY92" fmla="*/ 178148 h 20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203859" h="204426">
                <a:moveTo>
                  <a:pt x="162863" y="122597"/>
                </a:moveTo>
                <a:cubicBezTo>
                  <a:pt x="152207" y="122597"/>
                  <a:pt x="141515" y="126794"/>
                  <a:pt x="133486" y="135080"/>
                </a:cubicBezTo>
                <a:cubicBezTo>
                  <a:pt x="132319" y="136247"/>
                  <a:pt x="131297" y="137525"/>
                  <a:pt x="130311" y="138803"/>
                </a:cubicBezTo>
                <a:lnTo>
                  <a:pt x="79769" y="114677"/>
                </a:lnTo>
                <a:cubicBezTo>
                  <a:pt x="82360" y="106538"/>
                  <a:pt x="82360" y="97815"/>
                  <a:pt x="79769" y="89712"/>
                </a:cubicBezTo>
                <a:lnTo>
                  <a:pt x="130384" y="65587"/>
                </a:lnTo>
                <a:cubicBezTo>
                  <a:pt x="131589" y="67230"/>
                  <a:pt x="132939" y="68799"/>
                  <a:pt x="134472" y="70295"/>
                </a:cubicBezTo>
                <a:cubicBezTo>
                  <a:pt x="142391" y="77960"/>
                  <a:pt x="152645" y="81792"/>
                  <a:pt x="162863" y="81792"/>
                </a:cubicBezTo>
                <a:cubicBezTo>
                  <a:pt x="173117" y="81792"/>
                  <a:pt x="184248" y="77595"/>
                  <a:pt x="192276" y="69310"/>
                </a:cubicBezTo>
                <a:cubicBezTo>
                  <a:pt x="207968" y="53068"/>
                  <a:pt x="207493" y="27191"/>
                  <a:pt x="191290" y="11497"/>
                </a:cubicBezTo>
                <a:cubicBezTo>
                  <a:pt x="183335" y="3832"/>
                  <a:pt x="173117" y="0"/>
                  <a:pt x="162863" y="0"/>
                </a:cubicBezTo>
                <a:cubicBezTo>
                  <a:pt x="152207" y="0"/>
                  <a:pt x="141515" y="4197"/>
                  <a:pt x="133486" y="12483"/>
                </a:cubicBezTo>
                <a:cubicBezTo>
                  <a:pt x="124801" y="21461"/>
                  <a:pt x="121079" y="33469"/>
                  <a:pt x="122247" y="45039"/>
                </a:cubicBezTo>
                <a:lnTo>
                  <a:pt x="67398" y="71208"/>
                </a:lnTo>
                <a:cubicBezTo>
                  <a:pt x="59735" y="64675"/>
                  <a:pt x="50320" y="61390"/>
                  <a:pt x="40868" y="61390"/>
                </a:cubicBezTo>
                <a:cubicBezTo>
                  <a:pt x="30176" y="61390"/>
                  <a:pt x="19483" y="65587"/>
                  <a:pt x="11492" y="73872"/>
                </a:cubicBezTo>
                <a:cubicBezTo>
                  <a:pt x="-4200" y="90114"/>
                  <a:pt x="-3762" y="115991"/>
                  <a:pt x="12441" y="131685"/>
                </a:cubicBezTo>
                <a:cubicBezTo>
                  <a:pt x="20359" y="139350"/>
                  <a:pt x="30650" y="143182"/>
                  <a:pt x="40868" y="143182"/>
                </a:cubicBezTo>
                <a:cubicBezTo>
                  <a:pt x="50393" y="143182"/>
                  <a:pt x="59844" y="139934"/>
                  <a:pt x="67435" y="133364"/>
                </a:cubicBezTo>
                <a:lnTo>
                  <a:pt x="122283" y="159497"/>
                </a:lnTo>
                <a:cubicBezTo>
                  <a:pt x="121115" y="171505"/>
                  <a:pt x="125202" y="183951"/>
                  <a:pt x="134545" y="192929"/>
                </a:cubicBezTo>
                <a:cubicBezTo>
                  <a:pt x="142500" y="200594"/>
                  <a:pt x="152754" y="204426"/>
                  <a:pt x="162973" y="204426"/>
                </a:cubicBezTo>
                <a:cubicBezTo>
                  <a:pt x="173190" y="204426"/>
                  <a:pt x="184357" y="200265"/>
                  <a:pt x="192385" y="191980"/>
                </a:cubicBezTo>
                <a:cubicBezTo>
                  <a:pt x="208077" y="175702"/>
                  <a:pt x="207603" y="149825"/>
                  <a:pt x="191400" y="134131"/>
                </a:cubicBezTo>
                <a:cubicBezTo>
                  <a:pt x="183481" y="126466"/>
                  <a:pt x="173190" y="122634"/>
                  <a:pt x="162973" y="122634"/>
                </a:cubicBezTo>
                <a:lnTo>
                  <a:pt x="162863" y="122597"/>
                </a:lnTo>
                <a:close/>
                <a:moveTo>
                  <a:pt x="148156" y="26680"/>
                </a:moveTo>
                <a:cubicBezTo>
                  <a:pt x="150747" y="23979"/>
                  <a:pt x="153995" y="22191"/>
                  <a:pt x="157499" y="21278"/>
                </a:cubicBezTo>
                <a:cubicBezTo>
                  <a:pt x="157937" y="21169"/>
                  <a:pt x="158265" y="21023"/>
                  <a:pt x="158703" y="20913"/>
                </a:cubicBezTo>
                <a:cubicBezTo>
                  <a:pt x="159250" y="20804"/>
                  <a:pt x="159798" y="20804"/>
                  <a:pt x="160381" y="20695"/>
                </a:cubicBezTo>
                <a:cubicBezTo>
                  <a:pt x="161148" y="20585"/>
                  <a:pt x="161951" y="20512"/>
                  <a:pt x="162717" y="20439"/>
                </a:cubicBezTo>
                <a:cubicBezTo>
                  <a:pt x="162790" y="20439"/>
                  <a:pt x="162826" y="20439"/>
                  <a:pt x="162936" y="20439"/>
                </a:cubicBezTo>
                <a:cubicBezTo>
                  <a:pt x="163556" y="20439"/>
                  <a:pt x="164104" y="20548"/>
                  <a:pt x="164724" y="20585"/>
                </a:cubicBezTo>
                <a:cubicBezTo>
                  <a:pt x="165381" y="20658"/>
                  <a:pt x="166001" y="20658"/>
                  <a:pt x="166658" y="20804"/>
                </a:cubicBezTo>
                <a:cubicBezTo>
                  <a:pt x="167388" y="20950"/>
                  <a:pt x="168009" y="21169"/>
                  <a:pt x="168702" y="21351"/>
                </a:cubicBezTo>
                <a:cubicBezTo>
                  <a:pt x="169322" y="21534"/>
                  <a:pt x="169869" y="21680"/>
                  <a:pt x="170490" y="21862"/>
                </a:cubicBezTo>
                <a:cubicBezTo>
                  <a:pt x="170563" y="21862"/>
                  <a:pt x="170636" y="21862"/>
                  <a:pt x="170709" y="21935"/>
                </a:cubicBezTo>
                <a:cubicBezTo>
                  <a:pt x="173044" y="22921"/>
                  <a:pt x="175307" y="24271"/>
                  <a:pt x="177204" y="26169"/>
                </a:cubicBezTo>
                <a:cubicBezTo>
                  <a:pt x="181219" y="30074"/>
                  <a:pt x="183262" y="35221"/>
                  <a:pt x="183445" y="40403"/>
                </a:cubicBezTo>
                <a:cubicBezTo>
                  <a:pt x="183445" y="40403"/>
                  <a:pt x="183445" y="40476"/>
                  <a:pt x="183445" y="40549"/>
                </a:cubicBezTo>
                <a:cubicBezTo>
                  <a:pt x="183445" y="41060"/>
                  <a:pt x="183335" y="41571"/>
                  <a:pt x="183335" y="42082"/>
                </a:cubicBezTo>
                <a:cubicBezTo>
                  <a:pt x="183335" y="42885"/>
                  <a:pt x="183262" y="43725"/>
                  <a:pt x="183116" y="44491"/>
                </a:cubicBezTo>
                <a:cubicBezTo>
                  <a:pt x="182970" y="45513"/>
                  <a:pt x="182606" y="46462"/>
                  <a:pt x="182313" y="47448"/>
                </a:cubicBezTo>
                <a:cubicBezTo>
                  <a:pt x="182204" y="47703"/>
                  <a:pt x="182167" y="47995"/>
                  <a:pt x="182058" y="48324"/>
                </a:cubicBezTo>
                <a:cubicBezTo>
                  <a:pt x="181657" y="49346"/>
                  <a:pt x="181109" y="50295"/>
                  <a:pt x="180562" y="51280"/>
                </a:cubicBezTo>
                <a:cubicBezTo>
                  <a:pt x="180452" y="51499"/>
                  <a:pt x="180343" y="51681"/>
                  <a:pt x="180270" y="51900"/>
                </a:cubicBezTo>
                <a:cubicBezTo>
                  <a:pt x="179540" y="53032"/>
                  <a:pt x="178664" y="54127"/>
                  <a:pt x="177715" y="55112"/>
                </a:cubicBezTo>
                <a:cubicBezTo>
                  <a:pt x="175051" y="57813"/>
                  <a:pt x="171767" y="59674"/>
                  <a:pt x="168264" y="60587"/>
                </a:cubicBezTo>
                <a:cubicBezTo>
                  <a:pt x="167899" y="60696"/>
                  <a:pt x="167570" y="60843"/>
                  <a:pt x="167242" y="60879"/>
                </a:cubicBezTo>
                <a:cubicBezTo>
                  <a:pt x="166658" y="60988"/>
                  <a:pt x="166111" y="60988"/>
                  <a:pt x="165490" y="61098"/>
                </a:cubicBezTo>
                <a:cubicBezTo>
                  <a:pt x="164724" y="61207"/>
                  <a:pt x="163957" y="61281"/>
                  <a:pt x="163191" y="61354"/>
                </a:cubicBezTo>
                <a:cubicBezTo>
                  <a:pt x="163118" y="61354"/>
                  <a:pt x="163082" y="61354"/>
                  <a:pt x="162973" y="61354"/>
                </a:cubicBezTo>
                <a:cubicBezTo>
                  <a:pt x="162060" y="61354"/>
                  <a:pt x="161184" y="61244"/>
                  <a:pt x="160308" y="61098"/>
                </a:cubicBezTo>
                <a:cubicBezTo>
                  <a:pt x="156586" y="60587"/>
                  <a:pt x="153010" y="59054"/>
                  <a:pt x="149944" y="56536"/>
                </a:cubicBezTo>
                <a:cubicBezTo>
                  <a:pt x="149908" y="56536"/>
                  <a:pt x="149835" y="56499"/>
                  <a:pt x="149798" y="56426"/>
                </a:cubicBezTo>
                <a:cubicBezTo>
                  <a:pt x="149434" y="56134"/>
                  <a:pt x="149069" y="55915"/>
                  <a:pt x="148777" y="55623"/>
                </a:cubicBezTo>
                <a:cubicBezTo>
                  <a:pt x="142318" y="49382"/>
                  <a:pt x="140967" y="39929"/>
                  <a:pt x="144580" y="32191"/>
                </a:cubicBezTo>
                <a:cubicBezTo>
                  <a:pt x="144835" y="31608"/>
                  <a:pt x="145128" y="31023"/>
                  <a:pt x="145456" y="30476"/>
                </a:cubicBezTo>
                <a:cubicBezTo>
                  <a:pt x="145639" y="30111"/>
                  <a:pt x="145894" y="29746"/>
                  <a:pt x="146113" y="29381"/>
                </a:cubicBezTo>
                <a:cubicBezTo>
                  <a:pt x="146733" y="28432"/>
                  <a:pt x="147427" y="27520"/>
                  <a:pt x="148266" y="26680"/>
                </a:cubicBezTo>
                <a:lnTo>
                  <a:pt x="148156" y="26680"/>
                </a:lnTo>
                <a:close/>
                <a:moveTo>
                  <a:pt x="55538" y="116466"/>
                </a:moveTo>
                <a:cubicBezTo>
                  <a:pt x="52436" y="119678"/>
                  <a:pt x="48495" y="121612"/>
                  <a:pt x="44335" y="122342"/>
                </a:cubicBezTo>
                <a:cubicBezTo>
                  <a:pt x="43970" y="122378"/>
                  <a:pt x="43642" y="122378"/>
                  <a:pt x="43313" y="122451"/>
                </a:cubicBezTo>
                <a:cubicBezTo>
                  <a:pt x="42547" y="122524"/>
                  <a:pt x="41780" y="122634"/>
                  <a:pt x="41014" y="122707"/>
                </a:cubicBezTo>
                <a:cubicBezTo>
                  <a:pt x="40978" y="122707"/>
                  <a:pt x="40905" y="122707"/>
                  <a:pt x="40832" y="122707"/>
                </a:cubicBezTo>
                <a:cubicBezTo>
                  <a:pt x="40138" y="122707"/>
                  <a:pt x="39554" y="122597"/>
                  <a:pt x="38861" y="122488"/>
                </a:cubicBezTo>
                <a:cubicBezTo>
                  <a:pt x="38277" y="122451"/>
                  <a:pt x="37693" y="122451"/>
                  <a:pt x="37073" y="122342"/>
                </a:cubicBezTo>
                <a:cubicBezTo>
                  <a:pt x="36270" y="122196"/>
                  <a:pt x="35504" y="121940"/>
                  <a:pt x="34738" y="121685"/>
                </a:cubicBezTo>
                <a:cubicBezTo>
                  <a:pt x="34263" y="121502"/>
                  <a:pt x="33752" y="121429"/>
                  <a:pt x="33351" y="121247"/>
                </a:cubicBezTo>
                <a:cubicBezTo>
                  <a:pt x="32475" y="120918"/>
                  <a:pt x="31672" y="120444"/>
                  <a:pt x="30833" y="119969"/>
                </a:cubicBezTo>
                <a:cubicBezTo>
                  <a:pt x="30504" y="119787"/>
                  <a:pt x="30139" y="119678"/>
                  <a:pt x="29811" y="119458"/>
                </a:cubicBezTo>
                <a:cubicBezTo>
                  <a:pt x="28716" y="118765"/>
                  <a:pt x="27621" y="117889"/>
                  <a:pt x="26672" y="116977"/>
                </a:cubicBezTo>
                <a:cubicBezTo>
                  <a:pt x="26235" y="116575"/>
                  <a:pt x="25906" y="116101"/>
                  <a:pt x="25541" y="115626"/>
                </a:cubicBezTo>
                <a:cubicBezTo>
                  <a:pt x="18827" y="107961"/>
                  <a:pt x="18790" y="96574"/>
                  <a:pt x="25541" y="88836"/>
                </a:cubicBezTo>
                <a:cubicBezTo>
                  <a:pt x="25724" y="88581"/>
                  <a:pt x="25943" y="88289"/>
                  <a:pt x="26198" y="88033"/>
                </a:cubicBezTo>
                <a:cubicBezTo>
                  <a:pt x="28789" y="85333"/>
                  <a:pt x="32037" y="83544"/>
                  <a:pt x="35540" y="82632"/>
                </a:cubicBezTo>
                <a:cubicBezTo>
                  <a:pt x="35978" y="82522"/>
                  <a:pt x="36307" y="82376"/>
                  <a:pt x="36744" y="82267"/>
                </a:cubicBezTo>
                <a:cubicBezTo>
                  <a:pt x="37292" y="82157"/>
                  <a:pt x="37839" y="82157"/>
                  <a:pt x="38423" y="82048"/>
                </a:cubicBezTo>
                <a:cubicBezTo>
                  <a:pt x="39190" y="81938"/>
                  <a:pt x="39992" y="81866"/>
                  <a:pt x="40759" y="81792"/>
                </a:cubicBezTo>
                <a:cubicBezTo>
                  <a:pt x="40832" y="81792"/>
                  <a:pt x="40868" y="81792"/>
                  <a:pt x="40978" y="81792"/>
                </a:cubicBezTo>
                <a:cubicBezTo>
                  <a:pt x="41635" y="81792"/>
                  <a:pt x="42291" y="81902"/>
                  <a:pt x="42912" y="82011"/>
                </a:cubicBezTo>
                <a:cubicBezTo>
                  <a:pt x="47364" y="82413"/>
                  <a:pt x="51706" y="84201"/>
                  <a:pt x="55137" y="87559"/>
                </a:cubicBezTo>
                <a:cubicBezTo>
                  <a:pt x="58823" y="91099"/>
                  <a:pt x="60757" y="95698"/>
                  <a:pt x="61195" y="100406"/>
                </a:cubicBezTo>
                <a:cubicBezTo>
                  <a:pt x="61268" y="100917"/>
                  <a:pt x="61377" y="101392"/>
                  <a:pt x="61377" y="101903"/>
                </a:cubicBezTo>
                <a:cubicBezTo>
                  <a:pt x="61377" y="102414"/>
                  <a:pt x="61268" y="102925"/>
                  <a:pt x="61268" y="103436"/>
                </a:cubicBezTo>
                <a:cubicBezTo>
                  <a:pt x="61012" y="108107"/>
                  <a:pt x="59151" y="112779"/>
                  <a:pt x="55648" y="116466"/>
                </a:cubicBezTo>
                <a:lnTo>
                  <a:pt x="55538" y="116466"/>
                </a:lnTo>
                <a:close/>
                <a:moveTo>
                  <a:pt x="178044" y="178148"/>
                </a:moveTo>
                <a:cubicBezTo>
                  <a:pt x="169979" y="186542"/>
                  <a:pt x="156659" y="186761"/>
                  <a:pt x="148266" y="178658"/>
                </a:cubicBezTo>
                <a:cubicBezTo>
                  <a:pt x="139872" y="170592"/>
                  <a:pt x="139690" y="157270"/>
                  <a:pt x="147755" y="148876"/>
                </a:cubicBezTo>
                <a:cubicBezTo>
                  <a:pt x="155820" y="140481"/>
                  <a:pt x="169176" y="140299"/>
                  <a:pt x="177533" y="148365"/>
                </a:cubicBezTo>
                <a:cubicBezTo>
                  <a:pt x="185926" y="156431"/>
                  <a:pt x="186145" y="169789"/>
                  <a:pt x="178044" y="178148"/>
                </a:cubicBezTo>
                <a:close/>
              </a:path>
            </a:pathLst>
          </a:custGeom>
          <a:solidFill>
            <a:srgbClr val="007B85"/>
          </a:solidFill>
          <a:ln w="3646" cap="flat">
            <a:noFill/>
            <a:prstDash val="solid"/>
            <a:miter/>
          </a:ln>
        </p:spPr>
        <p:txBody>
          <a:bodyPr rtlCol="0" anchor="ctr"/>
          <a:lstStyle/>
          <a:p>
            <a:endParaRPr lang="en-GR"/>
          </a:p>
        </p:txBody>
      </p:sp>
      <p:grpSp>
        <p:nvGrpSpPr>
          <p:cNvPr id="630" name="Group 629">
            <a:extLst>
              <a:ext uri="{FF2B5EF4-FFF2-40B4-BE49-F238E27FC236}">
                <a16:creationId xmlns:a16="http://schemas.microsoft.com/office/drawing/2014/main" id="{9E8E3C78-CC2A-AFDC-09DC-A0641024C7B1}"/>
              </a:ext>
            </a:extLst>
          </p:cNvPr>
          <p:cNvGrpSpPr/>
          <p:nvPr/>
        </p:nvGrpSpPr>
        <p:grpSpPr>
          <a:xfrm>
            <a:off x="5575810" y="4191836"/>
            <a:ext cx="192671" cy="180963"/>
            <a:chOff x="4423652" y="4191834"/>
            <a:chExt cx="192671" cy="180963"/>
          </a:xfrm>
        </p:grpSpPr>
        <p:sp>
          <p:nvSpPr>
            <p:cNvPr id="631" name="Freeform 515">
              <a:extLst>
                <a:ext uri="{FF2B5EF4-FFF2-40B4-BE49-F238E27FC236}">
                  <a16:creationId xmlns:a16="http://schemas.microsoft.com/office/drawing/2014/main" id="{63D3BD40-1C48-AAA7-6DDC-6699B0A45373}"/>
                </a:ext>
              </a:extLst>
            </p:cNvPr>
            <p:cNvSpPr/>
            <p:nvPr/>
          </p:nvSpPr>
          <p:spPr>
            <a:xfrm>
              <a:off x="4447442" y="4191834"/>
              <a:ext cx="145091" cy="58329"/>
            </a:xfrm>
            <a:custGeom>
              <a:avLst/>
              <a:gdLst>
                <a:gd name="connsiteX0" fmla="*/ 24523 w 163873"/>
                <a:gd name="connsiteY0" fmla="*/ 24527 h 65879"/>
                <a:gd name="connsiteX1" fmla="*/ 24523 w 163873"/>
                <a:gd name="connsiteY1" fmla="*/ 62448 h 65879"/>
                <a:gd name="connsiteX2" fmla="*/ 24468 w 163873"/>
                <a:gd name="connsiteY2" fmla="*/ 62339 h 65879"/>
                <a:gd name="connsiteX3" fmla="*/ 0 w 163873"/>
                <a:gd name="connsiteY3" fmla="*/ 65770 h 65879"/>
                <a:gd name="connsiteX4" fmla="*/ 0 w 163873"/>
                <a:gd name="connsiteY4" fmla="*/ 22775 h 65879"/>
                <a:gd name="connsiteX5" fmla="*/ 39390 w 163873"/>
                <a:gd name="connsiteY5" fmla="*/ 0 h 65879"/>
                <a:gd name="connsiteX6" fmla="*/ 113682 w 163873"/>
                <a:gd name="connsiteY6" fmla="*/ 0 h 65879"/>
                <a:gd name="connsiteX7" fmla="*/ 122341 w 163873"/>
                <a:gd name="connsiteY7" fmla="*/ 3613 h 65879"/>
                <a:gd name="connsiteX8" fmla="*/ 160272 w 163873"/>
                <a:gd name="connsiteY8" fmla="*/ 41571 h 65879"/>
                <a:gd name="connsiteX9" fmla="*/ 163874 w 163873"/>
                <a:gd name="connsiteY9" fmla="*/ 50221 h 65879"/>
                <a:gd name="connsiteX10" fmla="*/ 163874 w 163873"/>
                <a:gd name="connsiteY10" fmla="*/ 65879 h 65879"/>
                <a:gd name="connsiteX11" fmla="*/ 139402 w 163873"/>
                <a:gd name="connsiteY11" fmla="*/ 62375 h 65879"/>
                <a:gd name="connsiteX12" fmla="*/ 139402 w 163873"/>
                <a:gd name="connsiteY12" fmla="*/ 55331 h 65879"/>
                <a:gd name="connsiteX13" fmla="*/ 108518 w 163873"/>
                <a:gd name="connsiteY13" fmla="*/ 24527 h 65879"/>
                <a:gd name="connsiteX14" fmla="*/ 24523 w 163873"/>
                <a:gd name="connsiteY14" fmla="*/ 24527 h 6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873" h="65879">
                  <a:moveTo>
                    <a:pt x="24523" y="24527"/>
                  </a:moveTo>
                  <a:lnTo>
                    <a:pt x="24523" y="62448"/>
                  </a:lnTo>
                  <a:lnTo>
                    <a:pt x="24468" y="62339"/>
                  </a:lnTo>
                  <a:cubicBezTo>
                    <a:pt x="16228" y="62339"/>
                    <a:pt x="7926" y="63507"/>
                    <a:pt x="0" y="65770"/>
                  </a:cubicBezTo>
                  <a:lnTo>
                    <a:pt x="0" y="22775"/>
                  </a:lnTo>
                  <a:cubicBezTo>
                    <a:pt x="0" y="5183"/>
                    <a:pt x="26439" y="0"/>
                    <a:pt x="39390" y="0"/>
                  </a:cubicBezTo>
                  <a:lnTo>
                    <a:pt x="113682" y="0"/>
                  </a:lnTo>
                  <a:cubicBezTo>
                    <a:pt x="116915" y="0"/>
                    <a:pt x="120046" y="1314"/>
                    <a:pt x="122341" y="3613"/>
                  </a:cubicBezTo>
                  <a:lnTo>
                    <a:pt x="160272" y="41571"/>
                  </a:lnTo>
                  <a:cubicBezTo>
                    <a:pt x="162567" y="43871"/>
                    <a:pt x="163874" y="46973"/>
                    <a:pt x="163874" y="50221"/>
                  </a:cubicBezTo>
                  <a:lnTo>
                    <a:pt x="163874" y="65879"/>
                  </a:lnTo>
                  <a:cubicBezTo>
                    <a:pt x="156411" y="63762"/>
                    <a:pt x="148167" y="62485"/>
                    <a:pt x="139402" y="62375"/>
                  </a:cubicBezTo>
                  <a:lnTo>
                    <a:pt x="139402" y="55331"/>
                  </a:lnTo>
                  <a:cubicBezTo>
                    <a:pt x="135647" y="51572"/>
                    <a:pt x="113576" y="29600"/>
                    <a:pt x="108518" y="24527"/>
                  </a:cubicBezTo>
                  <a:lnTo>
                    <a:pt x="24523" y="24527"/>
                  </a:lnTo>
                  <a:close/>
                </a:path>
              </a:pathLst>
            </a:custGeom>
            <a:solidFill>
              <a:srgbClr val="007B85"/>
            </a:solidFill>
            <a:ln w="3646" cap="flat">
              <a:noFill/>
              <a:prstDash val="solid"/>
              <a:miter/>
            </a:ln>
          </p:spPr>
          <p:txBody>
            <a:bodyPr rtlCol="0" anchor="ctr"/>
            <a:lstStyle/>
            <a:p>
              <a:endParaRPr lang="en-GR"/>
            </a:p>
          </p:txBody>
        </p:sp>
        <p:sp>
          <p:nvSpPr>
            <p:cNvPr id="632" name="Freeform 516">
              <a:extLst>
                <a:ext uri="{FF2B5EF4-FFF2-40B4-BE49-F238E27FC236}">
                  <a16:creationId xmlns:a16="http://schemas.microsoft.com/office/drawing/2014/main" id="{315D5FB1-76FF-6B7B-1C3C-8E5D69813C57}"/>
                </a:ext>
              </a:extLst>
            </p:cNvPr>
            <p:cNvSpPr/>
            <p:nvPr/>
          </p:nvSpPr>
          <p:spPr>
            <a:xfrm>
              <a:off x="4423652" y="4256302"/>
              <a:ext cx="192671" cy="116495"/>
            </a:xfrm>
            <a:custGeom>
              <a:avLst/>
              <a:gdLst>
                <a:gd name="connsiteX0" fmla="*/ 165333 w 217612"/>
                <a:gd name="connsiteY0" fmla="*/ 0 h 131575"/>
                <a:gd name="connsiteX1" fmla="*/ 216726 w 217612"/>
                <a:gd name="connsiteY1" fmla="*/ 29199 h 131575"/>
                <a:gd name="connsiteX2" fmla="*/ 216675 w 217612"/>
                <a:gd name="connsiteY2" fmla="*/ 29235 h 131575"/>
                <a:gd name="connsiteX3" fmla="*/ 217613 w 217612"/>
                <a:gd name="connsiteY3" fmla="*/ 65806 h 131575"/>
                <a:gd name="connsiteX4" fmla="*/ 191316 w 217612"/>
                <a:gd name="connsiteY4" fmla="*/ 78945 h 131575"/>
                <a:gd name="connsiteX5" fmla="*/ 191316 w 217612"/>
                <a:gd name="connsiteY5" fmla="*/ 105261 h 131575"/>
                <a:gd name="connsiteX6" fmla="*/ 165019 w 217612"/>
                <a:gd name="connsiteY6" fmla="*/ 131576 h 131575"/>
                <a:gd name="connsiteX7" fmla="*/ 52593 w 217612"/>
                <a:gd name="connsiteY7" fmla="*/ 131576 h 131575"/>
                <a:gd name="connsiteX8" fmla="*/ 26297 w 217612"/>
                <a:gd name="connsiteY8" fmla="*/ 105261 h 131575"/>
                <a:gd name="connsiteX9" fmla="*/ 26297 w 217612"/>
                <a:gd name="connsiteY9" fmla="*/ 78945 h 131575"/>
                <a:gd name="connsiteX10" fmla="*/ 0 w 217612"/>
                <a:gd name="connsiteY10" fmla="*/ 65806 h 131575"/>
                <a:gd name="connsiteX11" fmla="*/ 887 w 217612"/>
                <a:gd name="connsiteY11" fmla="*/ 29418 h 131575"/>
                <a:gd name="connsiteX12" fmla="*/ 49564 w 217612"/>
                <a:gd name="connsiteY12" fmla="*/ 110 h 131575"/>
                <a:gd name="connsiteX13" fmla="*/ 165333 w 217612"/>
                <a:gd name="connsiteY13" fmla="*/ 0 h 131575"/>
                <a:gd name="connsiteX14" fmla="*/ 52644 w 217612"/>
                <a:gd name="connsiteY14" fmla="*/ 105151 h 131575"/>
                <a:gd name="connsiteX15" fmla="*/ 165074 w 217612"/>
                <a:gd name="connsiteY15" fmla="*/ 105151 h 131575"/>
                <a:gd name="connsiteX16" fmla="*/ 165074 w 217612"/>
                <a:gd name="connsiteY16" fmla="*/ 65697 h 131575"/>
                <a:gd name="connsiteX17" fmla="*/ 52644 w 217612"/>
                <a:gd name="connsiteY17" fmla="*/ 65697 h 131575"/>
                <a:gd name="connsiteX18" fmla="*/ 52644 w 217612"/>
                <a:gd name="connsiteY18" fmla="*/ 105151 h 131575"/>
                <a:gd name="connsiteX19" fmla="*/ 162151 w 217612"/>
                <a:gd name="connsiteY19" fmla="*/ 37301 h 131575"/>
                <a:gd name="connsiteX20" fmla="*/ 179054 w 217612"/>
                <a:gd name="connsiteY20" fmla="*/ 47046 h 131575"/>
                <a:gd name="connsiteX21" fmla="*/ 195962 w 217612"/>
                <a:gd name="connsiteY21" fmla="*/ 37301 h 131575"/>
                <a:gd name="connsiteX22" fmla="*/ 179054 w 217612"/>
                <a:gd name="connsiteY22" fmla="*/ 27520 h 131575"/>
                <a:gd name="connsiteX23" fmla="*/ 162151 w 217612"/>
                <a:gd name="connsiteY23" fmla="*/ 37301 h 13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7612" h="131575">
                  <a:moveTo>
                    <a:pt x="165333" y="0"/>
                  </a:moveTo>
                  <a:cubicBezTo>
                    <a:pt x="193298" y="183"/>
                    <a:pt x="215890" y="13103"/>
                    <a:pt x="216726" y="29199"/>
                  </a:cubicBezTo>
                  <a:lnTo>
                    <a:pt x="216675" y="29235"/>
                  </a:lnTo>
                  <a:cubicBezTo>
                    <a:pt x="217248" y="31060"/>
                    <a:pt x="217613" y="65806"/>
                    <a:pt x="217613" y="65806"/>
                  </a:cubicBezTo>
                  <a:cubicBezTo>
                    <a:pt x="217613" y="80552"/>
                    <a:pt x="201490" y="78945"/>
                    <a:pt x="191316" y="78945"/>
                  </a:cubicBezTo>
                  <a:lnTo>
                    <a:pt x="191316" y="105261"/>
                  </a:lnTo>
                  <a:cubicBezTo>
                    <a:pt x="191316" y="119787"/>
                    <a:pt x="179525" y="131576"/>
                    <a:pt x="165019" y="131576"/>
                  </a:cubicBezTo>
                  <a:lnTo>
                    <a:pt x="52593" y="131576"/>
                  </a:lnTo>
                  <a:cubicBezTo>
                    <a:pt x="38087" y="131576"/>
                    <a:pt x="26297" y="119787"/>
                    <a:pt x="26297" y="105261"/>
                  </a:cubicBezTo>
                  <a:lnTo>
                    <a:pt x="26297" y="78945"/>
                  </a:lnTo>
                  <a:cubicBezTo>
                    <a:pt x="16122" y="78945"/>
                    <a:pt x="0" y="80552"/>
                    <a:pt x="0" y="65806"/>
                  </a:cubicBezTo>
                  <a:cubicBezTo>
                    <a:pt x="0" y="65806"/>
                    <a:pt x="365" y="31170"/>
                    <a:pt x="887" y="29418"/>
                  </a:cubicBezTo>
                  <a:cubicBezTo>
                    <a:pt x="1566" y="13760"/>
                    <a:pt x="22801" y="1095"/>
                    <a:pt x="49564" y="110"/>
                  </a:cubicBezTo>
                  <a:lnTo>
                    <a:pt x="165333" y="0"/>
                  </a:lnTo>
                  <a:close/>
                  <a:moveTo>
                    <a:pt x="52644" y="105151"/>
                  </a:moveTo>
                  <a:lnTo>
                    <a:pt x="165074" y="105151"/>
                  </a:lnTo>
                  <a:lnTo>
                    <a:pt x="165074" y="65697"/>
                  </a:lnTo>
                  <a:lnTo>
                    <a:pt x="52644" y="65697"/>
                  </a:lnTo>
                  <a:lnTo>
                    <a:pt x="52644" y="105151"/>
                  </a:lnTo>
                  <a:close/>
                  <a:moveTo>
                    <a:pt x="162151" y="37301"/>
                  </a:moveTo>
                  <a:cubicBezTo>
                    <a:pt x="162151" y="42667"/>
                    <a:pt x="169716" y="47046"/>
                    <a:pt x="179054" y="47046"/>
                  </a:cubicBezTo>
                  <a:cubicBezTo>
                    <a:pt x="188393" y="47046"/>
                    <a:pt x="195962" y="42667"/>
                    <a:pt x="195962" y="37301"/>
                  </a:cubicBezTo>
                  <a:cubicBezTo>
                    <a:pt x="195962" y="31899"/>
                    <a:pt x="188393" y="27520"/>
                    <a:pt x="179054" y="27520"/>
                  </a:cubicBezTo>
                  <a:cubicBezTo>
                    <a:pt x="169716" y="27520"/>
                    <a:pt x="162151" y="31899"/>
                    <a:pt x="162151" y="37301"/>
                  </a:cubicBezTo>
                  <a:close/>
                </a:path>
              </a:pathLst>
            </a:custGeom>
            <a:solidFill>
              <a:srgbClr val="007B85"/>
            </a:solidFill>
            <a:ln w="3646" cap="flat">
              <a:noFill/>
              <a:prstDash val="solid"/>
              <a:miter/>
            </a:ln>
          </p:spPr>
          <p:txBody>
            <a:bodyPr rtlCol="0" anchor="ctr"/>
            <a:lstStyle/>
            <a:p>
              <a:endParaRPr lang="en-GR"/>
            </a:p>
          </p:txBody>
        </p:sp>
      </p:grpSp>
      <p:grpSp>
        <p:nvGrpSpPr>
          <p:cNvPr id="633" name="Group 632">
            <a:extLst>
              <a:ext uri="{FF2B5EF4-FFF2-40B4-BE49-F238E27FC236}">
                <a16:creationId xmlns:a16="http://schemas.microsoft.com/office/drawing/2014/main" id="{2C0FC093-8C93-8449-1A50-9B142595EAFA}"/>
              </a:ext>
            </a:extLst>
          </p:cNvPr>
          <p:cNvGrpSpPr/>
          <p:nvPr/>
        </p:nvGrpSpPr>
        <p:grpSpPr>
          <a:xfrm>
            <a:off x="5908603" y="4185373"/>
            <a:ext cx="180756" cy="180963"/>
            <a:chOff x="4756447" y="4185371"/>
            <a:chExt cx="180756" cy="180963"/>
          </a:xfrm>
        </p:grpSpPr>
        <p:sp>
          <p:nvSpPr>
            <p:cNvPr id="634" name="Freeform 517">
              <a:extLst>
                <a:ext uri="{FF2B5EF4-FFF2-40B4-BE49-F238E27FC236}">
                  <a16:creationId xmlns:a16="http://schemas.microsoft.com/office/drawing/2014/main" id="{675477F3-A289-EF03-0871-F3933AB02A09}"/>
                </a:ext>
              </a:extLst>
            </p:cNvPr>
            <p:cNvSpPr/>
            <p:nvPr/>
          </p:nvSpPr>
          <p:spPr>
            <a:xfrm>
              <a:off x="4802381" y="4221015"/>
              <a:ext cx="88840" cy="36838"/>
            </a:xfrm>
            <a:custGeom>
              <a:avLst/>
              <a:gdLst>
                <a:gd name="connsiteX0" fmla="*/ 51 w 100340"/>
                <a:gd name="connsiteY0" fmla="*/ 15986 h 41607"/>
                <a:gd name="connsiteX1" fmla="*/ 51 w 100340"/>
                <a:gd name="connsiteY1" fmla="*/ 41608 h 41607"/>
                <a:gd name="connsiteX2" fmla="*/ 17038 w 100340"/>
                <a:gd name="connsiteY2" fmla="*/ 41608 h 41607"/>
                <a:gd name="connsiteX3" fmla="*/ 17038 w 100340"/>
                <a:gd name="connsiteY3" fmla="*/ 17008 h 41607"/>
                <a:gd name="connsiteX4" fmla="*/ 64318 w 100340"/>
                <a:gd name="connsiteY4" fmla="*/ 17008 h 41607"/>
                <a:gd name="connsiteX5" fmla="*/ 83353 w 100340"/>
                <a:gd name="connsiteY5" fmla="*/ 35987 h 41607"/>
                <a:gd name="connsiteX6" fmla="*/ 83353 w 100340"/>
                <a:gd name="connsiteY6" fmla="*/ 41535 h 41607"/>
                <a:gd name="connsiteX7" fmla="*/ 100340 w 100340"/>
                <a:gd name="connsiteY7" fmla="*/ 41535 h 41607"/>
                <a:gd name="connsiteX8" fmla="*/ 100340 w 100340"/>
                <a:gd name="connsiteY8" fmla="*/ 32885 h 41607"/>
                <a:gd name="connsiteX9" fmla="*/ 97574 w 100340"/>
                <a:gd name="connsiteY9" fmla="*/ 26169 h 41607"/>
                <a:gd name="connsiteX10" fmla="*/ 74193 w 100340"/>
                <a:gd name="connsiteY10" fmla="*/ 2774 h 41607"/>
                <a:gd name="connsiteX11" fmla="*/ 67489 w 100340"/>
                <a:gd name="connsiteY11" fmla="*/ 0 h 41607"/>
                <a:gd name="connsiteX12" fmla="*/ 26198 w 100340"/>
                <a:gd name="connsiteY12" fmla="*/ 0 h 41607"/>
                <a:gd name="connsiteX13" fmla="*/ 4094 w 100340"/>
                <a:gd name="connsiteY13" fmla="*/ 7336 h 41607"/>
                <a:gd name="connsiteX14" fmla="*/ 0 w 100340"/>
                <a:gd name="connsiteY14" fmla="*/ 15986 h 41607"/>
                <a:gd name="connsiteX15" fmla="*/ 51 w 100340"/>
                <a:gd name="connsiteY15" fmla="*/ 15986 h 41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0340" h="41607">
                  <a:moveTo>
                    <a:pt x="51" y="15986"/>
                  </a:moveTo>
                  <a:lnTo>
                    <a:pt x="51" y="41608"/>
                  </a:lnTo>
                  <a:lnTo>
                    <a:pt x="17038" y="41608"/>
                  </a:lnTo>
                  <a:lnTo>
                    <a:pt x="17038" y="17008"/>
                  </a:lnTo>
                  <a:lnTo>
                    <a:pt x="64318" y="17008"/>
                  </a:lnTo>
                  <a:cubicBezTo>
                    <a:pt x="67438" y="20111"/>
                    <a:pt x="81050" y="33688"/>
                    <a:pt x="83353" y="35987"/>
                  </a:cubicBezTo>
                  <a:lnTo>
                    <a:pt x="83353" y="41535"/>
                  </a:lnTo>
                  <a:lnTo>
                    <a:pt x="100340" y="41535"/>
                  </a:lnTo>
                  <a:lnTo>
                    <a:pt x="100340" y="32885"/>
                  </a:lnTo>
                  <a:cubicBezTo>
                    <a:pt x="100340" y="30330"/>
                    <a:pt x="99366" y="27957"/>
                    <a:pt x="97574" y="26169"/>
                  </a:cubicBezTo>
                  <a:lnTo>
                    <a:pt x="74193" y="2774"/>
                  </a:lnTo>
                  <a:cubicBezTo>
                    <a:pt x="72401" y="986"/>
                    <a:pt x="70047" y="0"/>
                    <a:pt x="67489" y="0"/>
                  </a:cubicBezTo>
                  <a:lnTo>
                    <a:pt x="26198" y="0"/>
                  </a:lnTo>
                  <a:cubicBezTo>
                    <a:pt x="17141" y="0"/>
                    <a:pt x="8904" y="2774"/>
                    <a:pt x="4094" y="7336"/>
                  </a:cubicBezTo>
                  <a:cubicBezTo>
                    <a:pt x="1434" y="9891"/>
                    <a:pt x="0" y="12920"/>
                    <a:pt x="0" y="15986"/>
                  </a:cubicBezTo>
                  <a:lnTo>
                    <a:pt x="51" y="15986"/>
                  </a:lnTo>
                  <a:close/>
                </a:path>
              </a:pathLst>
            </a:custGeom>
            <a:solidFill>
              <a:srgbClr val="007B85"/>
            </a:solidFill>
            <a:ln w="3646" cap="flat">
              <a:noFill/>
              <a:prstDash val="solid"/>
              <a:miter/>
            </a:ln>
          </p:spPr>
          <p:txBody>
            <a:bodyPr rtlCol="0" anchor="ctr"/>
            <a:lstStyle/>
            <a:p>
              <a:endParaRPr lang="en-GR"/>
            </a:p>
          </p:txBody>
        </p:sp>
        <p:sp>
          <p:nvSpPr>
            <p:cNvPr id="635" name="Freeform 518">
              <a:extLst>
                <a:ext uri="{FF2B5EF4-FFF2-40B4-BE49-F238E27FC236}">
                  <a16:creationId xmlns:a16="http://schemas.microsoft.com/office/drawing/2014/main" id="{9583CF76-74AB-5101-9F7D-7A1F2DC73BE7}"/>
                </a:ext>
              </a:extLst>
            </p:cNvPr>
            <p:cNvSpPr/>
            <p:nvPr/>
          </p:nvSpPr>
          <p:spPr>
            <a:xfrm>
              <a:off x="4802427" y="4293852"/>
              <a:ext cx="88839" cy="37549"/>
            </a:xfrm>
            <a:custGeom>
              <a:avLst/>
              <a:gdLst>
                <a:gd name="connsiteX0" fmla="*/ 100340 w 100339"/>
                <a:gd name="connsiteY0" fmla="*/ 26461 h 42410"/>
                <a:gd name="connsiteX1" fmla="*/ 100340 w 100339"/>
                <a:gd name="connsiteY1" fmla="*/ 0 h 42410"/>
                <a:gd name="connsiteX2" fmla="*/ 0 w 100339"/>
                <a:gd name="connsiteY2" fmla="*/ 73 h 42410"/>
                <a:gd name="connsiteX3" fmla="*/ 0 w 100339"/>
                <a:gd name="connsiteY3" fmla="*/ 26461 h 42410"/>
                <a:gd name="connsiteX4" fmla="*/ 4299 w 100339"/>
                <a:gd name="connsiteY4" fmla="*/ 35294 h 42410"/>
                <a:gd name="connsiteX5" fmla="*/ 26198 w 100339"/>
                <a:gd name="connsiteY5" fmla="*/ 42411 h 42410"/>
                <a:gd name="connsiteX6" fmla="*/ 74142 w 100339"/>
                <a:gd name="connsiteY6" fmla="*/ 42411 h 42410"/>
                <a:gd name="connsiteX7" fmla="*/ 96246 w 100339"/>
                <a:gd name="connsiteY7" fmla="*/ 35075 h 42410"/>
                <a:gd name="connsiteX8" fmla="*/ 100340 w 100339"/>
                <a:gd name="connsiteY8" fmla="*/ 26461 h 42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339" h="42410">
                  <a:moveTo>
                    <a:pt x="100340" y="26461"/>
                  </a:moveTo>
                  <a:lnTo>
                    <a:pt x="100340" y="0"/>
                  </a:lnTo>
                  <a:lnTo>
                    <a:pt x="0" y="73"/>
                  </a:lnTo>
                  <a:lnTo>
                    <a:pt x="0" y="26461"/>
                  </a:lnTo>
                  <a:cubicBezTo>
                    <a:pt x="0" y="29600"/>
                    <a:pt x="1485" y="32703"/>
                    <a:pt x="4299" y="35294"/>
                  </a:cubicBezTo>
                  <a:cubicBezTo>
                    <a:pt x="9108" y="39747"/>
                    <a:pt x="17294" y="42411"/>
                    <a:pt x="26198" y="42411"/>
                  </a:cubicBezTo>
                  <a:lnTo>
                    <a:pt x="74142" y="42411"/>
                  </a:lnTo>
                  <a:cubicBezTo>
                    <a:pt x="83199" y="42411"/>
                    <a:pt x="91436" y="39637"/>
                    <a:pt x="96246" y="35075"/>
                  </a:cubicBezTo>
                  <a:cubicBezTo>
                    <a:pt x="98906" y="32520"/>
                    <a:pt x="100340" y="29564"/>
                    <a:pt x="100340" y="26461"/>
                  </a:cubicBezTo>
                  <a:close/>
                </a:path>
              </a:pathLst>
            </a:custGeom>
            <a:solidFill>
              <a:srgbClr val="007B85"/>
            </a:solidFill>
            <a:ln w="3646" cap="flat">
              <a:noFill/>
              <a:prstDash val="solid"/>
              <a:miter/>
            </a:ln>
          </p:spPr>
          <p:txBody>
            <a:bodyPr rtlCol="0" anchor="ctr"/>
            <a:lstStyle/>
            <a:p>
              <a:endParaRPr lang="en-GR"/>
            </a:p>
          </p:txBody>
        </p:sp>
        <p:sp>
          <p:nvSpPr>
            <p:cNvPr id="636" name="Freeform 519">
              <a:extLst>
                <a:ext uri="{FF2B5EF4-FFF2-40B4-BE49-F238E27FC236}">
                  <a16:creationId xmlns:a16="http://schemas.microsoft.com/office/drawing/2014/main" id="{0D4D4E2D-6A88-5354-8BC8-861037BF698D}"/>
                </a:ext>
              </a:extLst>
            </p:cNvPr>
            <p:cNvSpPr/>
            <p:nvPr/>
          </p:nvSpPr>
          <p:spPr>
            <a:xfrm>
              <a:off x="4756447" y="4266837"/>
              <a:ext cx="180756" cy="18064"/>
            </a:xfrm>
            <a:custGeom>
              <a:avLst/>
              <a:gdLst>
                <a:gd name="connsiteX0" fmla="*/ 5678 w 204154"/>
                <a:gd name="connsiteY0" fmla="*/ 20403 h 20402"/>
                <a:gd name="connsiteX1" fmla="*/ 198629 w 204154"/>
                <a:gd name="connsiteY1" fmla="*/ 20220 h 20402"/>
                <a:gd name="connsiteX2" fmla="*/ 204154 w 204154"/>
                <a:gd name="connsiteY2" fmla="*/ 10037 h 20402"/>
                <a:gd name="connsiteX3" fmla="*/ 198476 w 204154"/>
                <a:gd name="connsiteY3" fmla="*/ 0 h 20402"/>
                <a:gd name="connsiteX4" fmla="*/ 5525 w 204154"/>
                <a:gd name="connsiteY4" fmla="*/ 219 h 20402"/>
                <a:gd name="connsiteX5" fmla="*/ 0 w 204154"/>
                <a:gd name="connsiteY5" fmla="*/ 10402 h 20402"/>
                <a:gd name="connsiteX6" fmla="*/ 5678 w 204154"/>
                <a:gd name="connsiteY6" fmla="*/ 20403 h 20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4154" h="20402">
                  <a:moveTo>
                    <a:pt x="5678" y="20403"/>
                  </a:moveTo>
                  <a:lnTo>
                    <a:pt x="198629" y="20220"/>
                  </a:lnTo>
                  <a:cubicBezTo>
                    <a:pt x="201954" y="20220"/>
                    <a:pt x="204154" y="15877"/>
                    <a:pt x="204154" y="10037"/>
                  </a:cubicBezTo>
                  <a:cubicBezTo>
                    <a:pt x="204154" y="4562"/>
                    <a:pt x="202005" y="0"/>
                    <a:pt x="198476" y="0"/>
                  </a:cubicBezTo>
                  <a:lnTo>
                    <a:pt x="5525" y="219"/>
                  </a:lnTo>
                  <a:cubicBezTo>
                    <a:pt x="2200" y="219"/>
                    <a:pt x="0" y="4562"/>
                    <a:pt x="0" y="10402"/>
                  </a:cubicBezTo>
                  <a:cubicBezTo>
                    <a:pt x="0" y="15877"/>
                    <a:pt x="2149" y="20403"/>
                    <a:pt x="5678" y="20403"/>
                  </a:cubicBezTo>
                  <a:close/>
                </a:path>
              </a:pathLst>
            </a:custGeom>
            <a:solidFill>
              <a:srgbClr val="007B85"/>
            </a:solidFill>
            <a:ln w="3646" cap="flat">
              <a:noFill/>
              <a:prstDash val="solid"/>
              <a:miter/>
            </a:ln>
          </p:spPr>
          <p:txBody>
            <a:bodyPr rtlCol="0" anchor="ctr"/>
            <a:lstStyle/>
            <a:p>
              <a:endParaRPr lang="en-GR"/>
            </a:p>
          </p:txBody>
        </p:sp>
        <p:sp>
          <p:nvSpPr>
            <p:cNvPr id="637" name="Freeform 520">
              <a:extLst>
                <a:ext uri="{FF2B5EF4-FFF2-40B4-BE49-F238E27FC236}">
                  <a16:creationId xmlns:a16="http://schemas.microsoft.com/office/drawing/2014/main" id="{054EAFDE-5626-18BA-B7A8-F01A498DFD42}"/>
                </a:ext>
              </a:extLst>
            </p:cNvPr>
            <p:cNvSpPr/>
            <p:nvPr/>
          </p:nvSpPr>
          <p:spPr>
            <a:xfrm>
              <a:off x="4756537" y="4185371"/>
              <a:ext cx="54271" cy="55000"/>
            </a:xfrm>
            <a:custGeom>
              <a:avLst/>
              <a:gdLst>
                <a:gd name="connsiteX0" fmla="*/ 20465 w 61296"/>
                <a:gd name="connsiteY0" fmla="*/ 53287 h 62119"/>
                <a:gd name="connsiteX1" fmla="*/ 25943 w 61296"/>
                <a:gd name="connsiteY1" fmla="*/ 25841 h 62119"/>
                <a:gd name="connsiteX2" fmla="*/ 33055 w 61296"/>
                <a:gd name="connsiteY2" fmla="*/ 20475 h 62119"/>
                <a:gd name="connsiteX3" fmla="*/ 61297 w 61296"/>
                <a:gd name="connsiteY3" fmla="*/ 20475 h 62119"/>
                <a:gd name="connsiteX4" fmla="*/ 61297 w 61296"/>
                <a:gd name="connsiteY4" fmla="*/ 0 h 62119"/>
                <a:gd name="connsiteX5" fmla="*/ 37146 w 61296"/>
                <a:gd name="connsiteY5" fmla="*/ 0 h 62119"/>
                <a:gd name="connsiteX6" fmla="*/ 14838 w 61296"/>
                <a:gd name="connsiteY6" fmla="*/ 7409 h 62119"/>
                <a:gd name="connsiteX7" fmla="*/ 3788 w 61296"/>
                <a:gd name="connsiteY7" fmla="*/ 24855 h 62119"/>
                <a:gd name="connsiteX8" fmla="*/ 0 w 61296"/>
                <a:gd name="connsiteY8" fmla="*/ 47484 h 62119"/>
                <a:gd name="connsiteX9" fmla="*/ 0 w 61296"/>
                <a:gd name="connsiteY9" fmla="*/ 62120 h 62119"/>
                <a:gd name="connsiteX10" fmla="*/ 20465 w 61296"/>
                <a:gd name="connsiteY10" fmla="*/ 62120 h 62119"/>
                <a:gd name="connsiteX11" fmla="*/ 20465 w 61296"/>
                <a:gd name="connsiteY11" fmla="*/ 53287 h 6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296" h="62119">
                  <a:moveTo>
                    <a:pt x="20465" y="53287"/>
                  </a:moveTo>
                  <a:cubicBezTo>
                    <a:pt x="20414" y="43871"/>
                    <a:pt x="20673" y="34016"/>
                    <a:pt x="25943" y="25841"/>
                  </a:cubicBezTo>
                  <a:cubicBezTo>
                    <a:pt x="27577" y="23286"/>
                    <a:pt x="29880" y="20731"/>
                    <a:pt x="33055" y="20475"/>
                  </a:cubicBezTo>
                  <a:cubicBezTo>
                    <a:pt x="33668" y="20402"/>
                    <a:pt x="48966" y="20475"/>
                    <a:pt x="61297" y="20475"/>
                  </a:cubicBezTo>
                  <a:lnTo>
                    <a:pt x="61297" y="0"/>
                  </a:lnTo>
                  <a:lnTo>
                    <a:pt x="37146" y="0"/>
                  </a:lnTo>
                  <a:cubicBezTo>
                    <a:pt x="28705" y="0"/>
                    <a:pt x="21337" y="1570"/>
                    <a:pt x="14838" y="7409"/>
                  </a:cubicBezTo>
                  <a:cubicBezTo>
                    <a:pt x="9671" y="12081"/>
                    <a:pt x="6091" y="18322"/>
                    <a:pt x="3788" y="24855"/>
                  </a:cubicBezTo>
                  <a:cubicBezTo>
                    <a:pt x="1332" y="32045"/>
                    <a:pt x="0" y="39929"/>
                    <a:pt x="0" y="47484"/>
                  </a:cubicBezTo>
                  <a:lnTo>
                    <a:pt x="0" y="62120"/>
                  </a:lnTo>
                  <a:lnTo>
                    <a:pt x="20465" y="62120"/>
                  </a:lnTo>
                  <a:cubicBezTo>
                    <a:pt x="20465" y="57996"/>
                    <a:pt x="20465" y="53871"/>
                    <a:pt x="20465" y="53287"/>
                  </a:cubicBezTo>
                  <a:close/>
                </a:path>
              </a:pathLst>
            </a:custGeom>
            <a:solidFill>
              <a:srgbClr val="007B85"/>
            </a:solidFill>
            <a:ln w="3646" cap="flat">
              <a:noFill/>
              <a:prstDash val="solid"/>
              <a:miter/>
            </a:ln>
          </p:spPr>
          <p:txBody>
            <a:bodyPr rtlCol="0" anchor="ctr"/>
            <a:lstStyle/>
            <a:p>
              <a:endParaRPr lang="en-GR"/>
            </a:p>
          </p:txBody>
        </p:sp>
        <p:sp>
          <p:nvSpPr>
            <p:cNvPr id="638" name="Freeform 521">
              <a:extLst>
                <a:ext uri="{FF2B5EF4-FFF2-40B4-BE49-F238E27FC236}">
                  <a16:creationId xmlns:a16="http://schemas.microsoft.com/office/drawing/2014/main" id="{B6083D5D-ECDD-6EC9-FC22-3DC6F7F16DF7}"/>
                </a:ext>
              </a:extLst>
            </p:cNvPr>
            <p:cNvSpPr/>
            <p:nvPr/>
          </p:nvSpPr>
          <p:spPr>
            <a:xfrm>
              <a:off x="4883293" y="4185404"/>
              <a:ext cx="53638" cy="54968"/>
            </a:xfrm>
            <a:custGeom>
              <a:avLst/>
              <a:gdLst>
                <a:gd name="connsiteX0" fmla="*/ 27526 w 60581"/>
                <a:gd name="connsiteY0" fmla="*/ 20439 h 62083"/>
                <a:gd name="connsiteX1" fmla="*/ 34639 w 60581"/>
                <a:gd name="connsiteY1" fmla="*/ 25804 h 62083"/>
                <a:gd name="connsiteX2" fmla="*/ 40113 w 60581"/>
                <a:gd name="connsiteY2" fmla="*/ 53251 h 62083"/>
                <a:gd name="connsiteX3" fmla="*/ 40113 w 60581"/>
                <a:gd name="connsiteY3" fmla="*/ 62083 h 62083"/>
                <a:gd name="connsiteX4" fmla="*/ 60581 w 60581"/>
                <a:gd name="connsiteY4" fmla="*/ 62083 h 62083"/>
                <a:gd name="connsiteX5" fmla="*/ 60581 w 60581"/>
                <a:gd name="connsiteY5" fmla="*/ 47448 h 62083"/>
                <a:gd name="connsiteX6" fmla="*/ 56793 w 60581"/>
                <a:gd name="connsiteY6" fmla="*/ 24892 h 62083"/>
                <a:gd name="connsiteX7" fmla="*/ 45743 w 60581"/>
                <a:gd name="connsiteY7" fmla="*/ 7446 h 62083"/>
                <a:gd name="connsiteX8" fmla="*/ 23436 w 60581"/>
                <a:gd name="connsiteY8" fmla="*/ 0 h 62083"/>
                <a:gd name="connsiteX9" fmla="*/ 0 w 60581"/>
                <a:gd name="connsiteY9" fmla="*/ 0 h 62083"/>
                <a:gd name="connsiteX10" fmla="*/ 0 w 60581"/>
                <a:gd name="connsiteY10" fmla="*/ 20475 h 62083"/>
                <a:gd name="connsiteX11" fmla="*/ 27526 w 60581"/>
                <a:gd name="connsiteY11" fmla="*/ 20475 h 62083"/>
                <a:gd name="connsiteX12" fmla="*/ 27526 w 60581"/>
                <a:gd name="connsiteY12" fmla="*/ 20439 h 62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581" h="62083">
                  <a:moveTo>
                    <a:pt x="27526" y="20439"/>
                  </a:moveTo>
                  <a:cubicBezTo>
                    <a:pt x="30701" y="20695"/>
                    <a:pt x="33000" y="23249"/>
                    <a:pt x="34639" y="25804"/>
                  </a:cubicBezTo>
                  <a:cubicBezTo>
                    <a:pt x="39857" y="33980"/>
                    <a:pt x="40164" y="43834"/>
                    <a:pt x="40113" y="53251"/>
                  </a:cubicBezTo>
                  <a:cubicBezTo>
                    <a:pt x="40113" y="53835"/>
                    <a:pt x="40113" y="57959"/>
                    <a:pt x="40113" y="62083"/>
                  </a:cubicBezTo>
                  <a:lnTo>
                    <a:pt x="60581" y="62083"/>
                  </a:lnTo>
                  <a:lnTo>
                    <a:pt x="60581" y="47448"/>
                  </a:lnTo>
                  <a:cubicBezTo>
                    <a:pt x="60581" y="39892"/>
                    <a:pt x="59249" y="32045"/>
                    <a:pt x="56793" y="24892"/>
                  </a:cubicBezTo>
                  <a:cubicBezTo>
                    <a:pt x="54542" y="18286"/>
                    <a:pt x="50911" y="12081"/>
                    <a:pt x="45743" y="7446"/>
                  </a:cubicBezTo>
                  <a:cubicBezTo>
                    <a:pt x="39244" y="1606"/>
                    <a:pt x="31876" y="0"/>
                    <a:pt x="23436" y="0"/>
                  </a:cubicBezTo>
                  <a:lnTo>
                    <a:pt x="0" y="0"/>
                  </a:lnTo>
                  <a:lnTo>
                    <a:pt x="0" y="20475"/>
                  </a:lnTo>
                  <a:cubicBezTo>
                    <a:pt x="12178" y="20475"/>
                    <a:pt x="26964" y="20475"/>
                    <a:pt x="27526" y="20475"/>
                  </a:cubicBezTo>
                  <a:lnTo>
                    <a:pt x="27526" y="20439"/>
                  </a:lnTo>
                  <a:close/>
                </a:path>
              </a:pathLst>
            </a:custGeom>
            <a:solidFill>
              <a:srgbClr val="007B85"/>
            </a:solidFill>
            <a:ln w="3646" cap="flat">
              <a:noFill/>
              <a:prstDash val="solid"/>
              <a:miter/>
            </a:ln>
          </p:spPr>
          <p:txBody>
            <a:bodyPr rtlCol="0" anchor="ctr"/>
            <a:lstStyle/>
            <a:p>
              <a:endParaRPr lang="en-GR"/>
            </a:p>
          </p:txBody>
        </p:sp>
        <p:sp>
          <p:nvSpPr>
            <p:cNvPr id="639" name="Freeform 522">
              <a:extLst>
                <a:ext uri="{FF2B5EF4-FFF2-40B4-BE49-F238E27FC236}">
                  <a16:creationId xmlns:a16="http://schemas.microsoft.com/office/drawing/2014/main" id="{882648C8-A70A-BEC2-E107-89C12E2D37F2}"/>
                </a:ext>
              </a:extLst>
            </p:cNvPr>
            <p:cNvSpPr/>
            <p:nvPr/>
          </p:nvSpPr>
          <p:spPr>
            <a:xfrm>
              <a:off x="4883293" y="4312918"/>
              <a:ext cx="53818" cy="53416"/>
            </a:xfrm>
            <a:custGeom>
              <a:avLst/>
              <a:gdLst>
                <a:gd name="connsiteX0" fmla="*/ 40317 w 60785"/>
                <a:gd name="connsiteY0" fmla="*/ 7044 h 60331"/>
                <a:gd name="connsiteX1" fmla="*/ 34843 w 60785"/>
                <a:gd name="connsiteY1" fmla="*/ 34491 h 60331"/>
                <a:gd name="connsiteX2" fmla="*/ 27731 w 60785"/>
                <a:gd name="connsiteY2" fmla="*/ 39856 h 60331"/>
                <a:gd name="connsiteX3" fmla="*/ 0 w 60785"/>
                <a:gd name="connsiteY3" fmla="*/ 39856 h 60331"/>
                <a:gd name="connsiteX4" fmla="*/ 0 w 60785"/>
                <a:gd name="connsiteY4" fmla="*/ 60332 h 60331"/>
                <a:gd name="connsiteX5" fmla="*/ 23640 w 60785"/>
                <a:gd name="connsiteY5" fmla="*/ 60332 h 60331"/>
                <a:gd name="connsiteX6" fmla="*/ 45948 w 60785"/>
                <a:gd name="connsiteY6" fmla="*/ 52922 h 60331"/>
                <a:gd name="connsiteX7" fmla="*/ 56998 w 60785"/>
                <a:gd name="connsiteY7" fmla="*/ 35476 h 60331"/>
                <a:gd name="connsiteX8" fmla="*/ 60786 w 60785"/>
                <a:gd name="connsiteY8" fmla="*/ 12884 h 60331"/>
                <a:gd name="connsiteX9" fmla="*/ 60786 w 60785"/>
                <a:gd name="connsiteY9" fmla="*/ 0 h 60331"/>
                <a:gd name="connsiteX10" fmla="*/ 40317 w 60785"/>
                <a:gd name="connsiteY10" fmla="*/ 0 h 60331"/>
                <a:gd name="connsiteX11" fmla="*/ 40317 w 60785"/>
                <a:gd name="connsiteY11" fmla="*/ 7117 h 60331"/>
                <a:gd name="connsiteX12" fmla="*/ 40317 w 60785"/>
                <a:gd name="connsiteY12" fmla="*/ 7044 h 60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785" h="60331">
                  <a:moveTo>
                    <a:pt x="40317" y="7044"/>
                  </a:moveTo>
                  <a:cubicBezTo>
                    <a:pt x="40368" y="16461"/>
                    <a:pt x="40113" y="26315"/>
                    <a:pt x="34843" y="34491"/>
                  </a:cubicBezTo>
                  <a:cubicBezTo>
                    <a:pt x="33208" y="37046"/>
                    <a:pt x="30906" y="39600"/>
                    <a:pt x="27731" y="39856"/>
                  </a:cubicBezTo>
                  <a:cubicBezTo>
                    <a:pt x="27118" y="39929"/>
                    <a:pt x="12229" y="39856"/>
                    <a:pt x="0" y="39856"/>
                  </a:cubicBezTo>
                  <a:lnTo>
                    <a:pt x="0" y="60332"/>
                  </a:lnTo>
                  <a:lnTo>
                    <a:pt x="23640" y="60332"/>
                  </a:lnTo>
                  <a:cubicBezTo>
                    <a:pt x="32081" y="60332"/>
                    <a:pt x="39448" y="58762"/>
                    <a:pt x="45948" y="52922"/>
                  </a:cubicBezTo>
                  <a:cubicBezTo>
                    <a:pt x="51115" y="48250"/>
                    <a:pt x="54695" y="42009"/>
                    <a:pt x="56998" y="35476"/>
                  </a:cubicBezTo>
                  <a:cubicBezTo>
                    <a:pt x="59454" y="28286"/>
                    <a:pt x="60786" y="20475"/>
                    <a:pt x="60786" y="12884"/>
                  </a:cubicBezTo>
                  <a:lnTo>
                    <a:pt x="60786" y="0"/>
                  </a:lnTo>
                  <a:lnTo>
                    <a:pt x="40317" y="0"/>
                  </a:lnTo>
                  <a:cubicBezTo>
                    <a:pt x="40317" y="3468"/>
                    <a:pt x="40317" y="6533"/>
                    <a:pt x="40317" y="7117"/>
                  </a:cubicBezTo>
                  <a:lnTo>
                    <a:pt x="40317" y="7044"/>
                  </a:lnTo>
                  <a:close/>
                </a:path>
              </a:pathLst>
            </a:custGeom>
            <a:solidFill>
              <a:srgbClr val="007B85"/>
            </a:solidFill>
            <a:ln w="3646" cap="flat">
              <a:noFill/>
              <a:prstDash val="solid"/>
              <a:miter/>
            </a:ln>
          </p:spPr>
          <p:txBody>
            <a:bodyPr rtlCol="0" anchor="ctr"/>
            <a:lstStyle/>
            <a:p>
              <a:endParaRPr lang="en-GR"/>
            </a:p>
          </p:txBody>
        </p:sp>
        <p:sp>
          <p:nvSpPr>
            <p:cNvPr id="640" name="Freeform 523">
              <a:extLst>
                <a:ext uri="{FF2B5EF4-FFF2-40B4-BE49-F238E27FC236}">
                  <a16:creationId xmlns:a16="http://schemas.microsoft.com/office/drawing/2014/main" id="{408DF09A-2C51-C5A8-D44B-85830A764703}"/>
                </a:ext>
              </a:extLst>
            </p:cNvPr>
            <p:cNvSpPr/>
            <p:nvPr/>
          </p:nvSpPr>
          <p:spPr>
            <a:xfrm>
              <a:off x="4756718" y="4312886"/>
              <a:ext cx="54090" cy="53416"/>
            </a:xfrm>
            <a:custGeom>
              <a:avLst/>
              <a:gdLst>
                <a:gd name="connsiteX0" fmla="*/ 33004 w 61092"/>
                <a:gd name="connsiteY0" fmla="*/ 39893 h 60331"/>
                <a:gd name="connsiteX1" fmla="*/ 25891 w 61092"/>
                <a:gd name="connsiteY1" fmla="*/ 34528 h 60331"/>
                <a:gd name="connsiteX2" fmla="*/ 20418 w 61092"/>
                <a:gd name="connsiteY2" fmla="*/ 7081 h 60331"/>
                <a:gd name="connsiteX3" fmla="*/ 20418 w 61092"/>
                <a:gd name="connsiteY3" fmla="*/ 0 h 60331"/>
                <a:gd name="connsiteX4" fmla="*/ 0 w 61092"/>
                <a:gd name="connsiteY4" fmla="*/ 0 h 60331"/>
                <a:gd name="connsiteX5" fmla="*/ 0 w 61092"/>
                <a:gd name="connsiteY5" fmla="*/ 12884 h 60331"/>
                <a:gd name="connsiteX6" fmla="*/ 3788 w 61092"/>
                <a:gd name="connsiteY6" fmla="*/ 35440 h 60331"/>
                <a:gd name="connsiteX7" fmla="*/ 14838 w 61092"/>
                <a:gd name="connsiteY7" fmla="*/ 52886 h 60331"/>
                <a:gd name="connsiteX8" fmla="*/ 37146 w 61092"/>
                <a:gd name="connsiteY8" fmla="*/ 60332 h 60331"/>
                <a:gd name="connsiteX9" fmla="*/ 61092 w 61092"/>
                <a:gd name="connsiteY9" fmla="*/ 60332 h 60331"/>
                <a:gd name="connsiteX10" fmla="*/ 61092 w 61092"/>
                <a:gd name="connsiteY10" fmla="*/ 39856 h 60331"/>
                <a:gd name="connsiteX11" fmla="*/ 33004 w 61092"/>
                <a:gd name="connsiteY11" fmla="*/ 39856 h 60331"/>
                <a:gd name="connsiteX12" fmla="*/ 33004 w 61092"/>
                <a:gd name="connsiteY12" fmla="*/ 39893 h 60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092" h="60331">
                  <a:moveTo>
                    <a:pt x="33004" y="39893"/>
                  </a:moveTo>
                  <a:cubicBezTo>
                    <a:pt x="29829" y="39637"/>
                    <a:pt x="27526" y="37082"/>
                    <a:pt x="25891" y="34528"/>
                  </a:cubicBezTo>
                  <a:cubicBezTo>
                    <a:pt x="20673" y="26352"/>
                    <a:pt x="20363" y="16497"/>
                    <a:pt x="20418" y="7081"/>
                  </a:cubicBezTo>
                  <a:cubicBezTo>
                    <a:pt x="20418" y="6533"/>
                    <a:pt x="20418" y="3468"/>
                    <a:pt x="20418" y="0"/>
                  </a:cubicBezTo>
                  <a:lnTo>
                    <a:pt x="0" y="0"/>
                  </a:lnTo>
                  <a:lnTo>
                    <a:pt x="0" y="12884"/>
                  </a:lnTo>
                  <a:cubicBezTo>
                    <a:pt x="0" y="20439"/>
                    <a:pt x="1332" y="28286"/>
                    <a:pt x="3788" y="35440"/>
                  </a:cubicBezTo>
                  <a:cubicBezTo>
                    <a:pt x="6040" y="42046"/>
                    <a:pt x="9671" y="48251"/>
                    <a:pt x="14838" y="52886"/>
                  </a:cubicBezTo>
                  <a:cubicBezTo>
                    <a:pt x="21337" y="58726"/>
                    <a:pt x="28705" y="60332"/>
                    <a:pt x="37146" y="60332"/>
                  </a:cubicBezTo>
                  <a:lnTo>
                    <a:pt x="61092" y="60332"/>
                  </a:lnTo>
                  <a:lnTo>
                    <a:pt x="61092" y="39856"/>
                  </a:lnTo>
                  <a:cubicBezTo>
                    <a:pt x="48812" y="39856"/>
                    <a:pt x="33617" y="39856"/>
                    <a:pt x="33004" y="39856"/>
                  </a:cubicBezTo>
                  <a:lnTo>
                    <a:pt x="33004" y="39893"/>
                  </a:lnTo>
                  <a:close/>
                </a:path>
              </a:pathLst>
            </a:custGeom>
            <a:solidFill>
              <a:srgbClr val="007B85"/>
            </a:solidFill>
            <a:ln w="3646" cap="flat">
              <a:noFill/>
              <a:prstDash val="solid"/>
              <a:miter/>
            </a:ln>
          </p:spPr>
          <p:txBody>
            <a:bodyPr rtlCol="0" anchor="ctr"/>
            <a:lstStyle/>
            <a:p>
              <a:endParaRPr lang="en-GR"/>
            </a:p>
          </p:txBody>
        </p:sp>
      </p:grpSp>
      <p:grpSp>
        <p:nvGrpSpPr>
          <p:cNvPr id="641" name="Group 640">
            <a:extLst>
              <a:ext uri="{FF2B5EF4-FFF2-40B4-BE49-F238E27FC236}">
                <a16:creationId xmlns:a16="http://schemas.microsoft.com/office/drawing/2014/main" id="{20123329-60B8-3EF4-795C-6F6AFFB4178B}"/>
              </a:ext>
            </a:extLst>
          </p:cNvPr>
          <p:cNvGrpSpPr/>
          <p:nvPr/>
        </p:nvGrpSpPr>
        <p:grpSpPr>
          <a:xfrm>
            <a:off x="6231703" y="4188605"/>
            <a:ext cx="187398" cy="188267"/>
            <a:chOff x="5079547" y="4188603"/>
            <a:chExt cx="187398" cy="188267"/>
          </a:xfrm>
        </p:grpSpPr>
        <p:sp>
          <p:nvSpPr>
            <p:cNvPr id="642" name="Freeform 524">
              <a:extLst>
                <a:ext uri="{FF2B5EF4-FFF2-40B4-BE49-F238E27FC236}">
                  <a16:creationId xmlns:a16="http://schemas.microsoft.com/office/drawing/2014/main" id="{7583B1D1-2341-5958-5563-C3B39DB5F26A}"/>
                </a:ext>
              </a:extLst>
            </p:cNvPr>
            <p:cNvSpPr/>
            <p:nvPr/>
          </p:nvSpPr>
          <p:spPr>
            <a:xfrm>
              <a:off x="5196860" y="4232422"/>
              <a:ext cx="32045" cy="32056"/>
            </a:xfrm>
            <a:custGeom>
              <a:avLst/>
              <a:gdLst>
                <a:gd name="connsiteX0" fmla="*/ 18097 w 36193"/>
                <a:gd name="connsiteY0" fmla="*/ 36206 h 36205"/>
                <a:gd name="connsiteX1" fmla="*/ 36193 w 36193"/>
                <a:gd name="connsiteY1" fmla="*/ 18103 h 36205"/>
                <a:gd name="connsiteX2" fmla="*/ 18097 w 36193"/>
                <a:gd name="connsiteY2" fmla="*/ 0 h 36205"/>
                <a:gd name="connsiteX3" fmla="*/ 0 w 36193"/>
                <a:gd name="connsiteY3" fmla="*/ 18103 h 36205"/>
                <a:gd name="connsiteX4" fmla="*/ 18097 w 36193"/>
                <a:gd name="connsiteY4" fmla="*/ 36206 h 36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3" h="36205">
                  <a:moveTo>
                    <a:pt x="18097" y="36206"/>
                  </a:moveTo>
                  <a:cubicBezTo>
                    <a:pt x="28099" y="36206"/>
                    <a:pt x="36193" y="28103"/>
                    <a:pt x="36193" y="18103"/>
                  </a:cubicBezTo>
                  <a:cubicBezTo>
                    <a:pt x="36193" y="8102"/>
                    <a:pt x="28099" y="0"/>
                    <a:pt x="18097" y="0"/>
                  </a:cubicBezTo>
                  <a:cubicBezTo>
                    <a:pt x="8098" y="0"/>
                    <a:pt x="0" y="8102"/>
                    <a:pt x="0" y="18103"/>
                  </a:cubicBezTo>
                  <a:cubicBezTo>
                    <a:pt x="0" y="28103"/>
                    <a:pt x="8098" y="36206"/>
                    <a:pt x="18097" y="36206"/>
                  </a:cubicBezTo>
                  <a:close/>
                </a:path>
              </a:pathLst>
            </a:custGeom>
            <a:solidFill>
              <a:srgbClr val="007B85"/>
            </a:solidFill>
            <a:ln w="3646" cap="flat">
              <a:noFill/>
              <a:prstDash val="solid"/>
              <a:miter/>
            </a:ln>
          </p:spPr>
          <p:txBody>
            <a:bodyPr rtlCol="0" anchor="ctr"/>
            <a:lstStyle/>
            <a:p>
              <a:endParaRPr lang="en-GR"/>
            </a:p>
          </p:txBody>
        </p:sp>
        <p:sp>
          <p:nvSpPr>
            <p:cNvPr id="643" name="Freeform 525">
              <a:extLst>
                <a:ext uri="{FF2B5EF4-FFF2-40B4-BE49-F238E27FC236}">
                  <a16:creationId xmlns:a16="http://schemas.microsoft.com/office/drawing/2014/main" id="{CDBE8F49-9991-5B4D-5E10-910B40B53F4A}"/>
                </a:ext>
              </a:extLst>
            </p:cNvPr>
            <p:cNvSpPr/>
            <p:nvPr/>
          </p:nvSpPr>
          <p:spPr>
            <a:xfrm>
              <a:off x="5115839" y="4252469"/>
              <a:ext cx="65746" cy="80678"/>
            </a:xfrm>
            <a:custGeom>
              <a:avLst/>
              <a:gdLst>
                <a:gd name="connsiteX0" fmla="*/ 45049 w 74257"/>
                <a:gd name="connsiteY0" fmla="*/ 91086 h 91122"/>
                <a:gd name="connsiteX1" fmla="*/ 11395 w 74257"/>
                <a:gd name="connsiteY1" fmla="*/ 91086 h 91122"/>
                <a:gd name="connsiteX2" fmla="*/ 11395 w 74257"/>
                <a:gd name="connsiteY2" fmla="*/ 91122 h 91122"/>
                <a:gd name="connsiteX3" fmla="*/ 4622 w 74257"/>
                <a:gd name="connsiteY3" fmla="*/ 70537 h 91122"/>
                <a:gd name="connsiteX4" fmla="*/ 45841 w 74257"/>
                <a:gd name="connsiteY4" fmla="*/ 3381 h 91122"/>
                <a:gd name="connsiteX5" fmla="*/ 58328 w 74257"/>
                <a:gd name="connsiteY5" fmla="*/ 3381 h 91122"/>
                <a:gd name="connsiteX6" fmla="*/ 74257 w 74257"/>
                <a:gd name="connsiteY6" fmla="*/ 29331 h 91122"/>
                <a:gd name="connsiteX7" fmla="*/ 48964 w 74257"/>
                <a:gd name="connsiteY7" fmla="*/ 70537 h 91122"/>
                <a:gd name="connsiteX8" fmla="*/ 45049 w 74257"/>
                <a:gd name="connsiteY8" fmla="*/ 91086 h 9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257" h="91122">
                  <a:moveTo>
                    <a:pt x="45049" y="91086"/>
                  </a:moveTo>
                  <a:lnTo>
                    <a:pt x="11395" y="91086"/>
                  </a:lnTo>
                  <a:lnTo>
                    <a:pt x="11395" y="91122"/>
                  </a:lnTo>
                  <a:cubicBezTo>
                    <a:pt x="-8500" y="91122"/>
                    <a:pt x="3458" y="72362"/>
                    <a:pt x="4622" y="70537"/>
                  </a:cubicBezTo>
                  <a:lnTo>
                    <a:pt x="45841" y="3381"/>
                  </a:lnTo>
                  <a:cubicBezTo>
                    <a:pt x="48643" y="-1109"/>
                    <a:pt x="55555" y="-1145"/>
                    <a:pt x="58328" y="3381"/>
                  </a:cubicBezTo>
                  <a:lnTo>
                    <a:pt x="74257" y="29331"/>
                  </a:lnTo>
                  <a:lnTo>
                    <a:pt x="48964" y="70537"/>
                  </a:lnTo>
                  <a:cubicBezTo>
                    <a:pt x="44253" y="78056"/>
                    <a:pt x="42877" y="85246"/>
                    <a:pt x="45049" y="91086"/>
                  </a:cubicBezTo>
                  <a:close/>
                </a:path>
              </a:pathLst>
            </a:custGeom>
            <a:solidFill>
              <a:srgbClr val="007B85"/>
            </a:solidFill>
            <a:ln w="3646" cap="flat">
              <a:noFill/>
              <a:prstDash val="solid"/>
              <a:miter/>
            </a:ln>
          </p:spPr>
          <p:txBody>
            <a:bodyPr rtlCol="0" anchor="ctr"/>
            <a:lstStyle/>
            <a:p>
              <a:endParaRPr lang="en-GR"/>
            </a:p>
          </p:txBody>
        </p:sp>
        <p:sp>
          <p:nvSpPr>
            <p:cNvPr id="644" name="Freeform 526">
              <a:extLst>
                <a:ext uri="{FF2B5EF4-FFF2-40B4-BE49-F238E27FC236}">
                  <a16:creationId xmlns:a16="http://schemas.microsoft.com/office/drawing/2014/main" id="{B239A7E3-2715-9D97-85D7-4CEE5C5258BE}"/>
                </a:ext>
              </a:extLst>
            </p:cNvPr>
            <p:cNvSpPr/>
            <p:nvPr/>
          </p:nvSpPr>
          <p:spPr>
            <a:xfrm>
              <a:off x="5164187" y="4274577"/>
              <a:ext cx="66922" cy="58538"/>
            </a:xfrm>
            <a:custGeom>
              <a:avLst/>
              <a:gdLst>
                <a:gd name="connsiteX0" fmla="*/ 72340 w 75585"/>
                <a:gd name="connsiteY0" fmla="*/ 51335 h 66116"/>
                <a:gd name="connsiteX1" fmla="*/ 67329 w 75585"/>
                <a:gd name="connsiteY1" fmla="*/ 66116 h 66116"/>
                <a:gd name="connsiteX2" fmla="*/ 8277 w 75585"/>
                <a:gd name="connsiteY2" fmla="*/ 66116 h 66116"/>
                <a:gd name="connsiteX3" fmla="*/ 3354 w 75585"/>
                <a:gd name="connsiteY3" fmla="*/ 51189 h 66116"/>
                <a:gd name="connsiteX4" fmla="*/ 33253 w 75585"/>
                <a:gd name="connsiteY4" fmla="*/ 2464 h 66116"/>
                <a:gd name="connsiteX5" fmla="*/ 42354 w 75585"/>
                <a:gd name="connsiteY5" fmla="*/ 2464 h 66116"/>
                <a:gd name="connsiteX6" fmla="*/ 72248 w 75585"/>
                <a:gd name="connsiteY6" fmla="*/ 51189 h 66116"/>
                <a:gd name="connsiteX7" fmla="*/ 72340 w 75585"/>
                <a:gd name="connsiteY7" fmla="*/ 51335 h 66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585" h="66116">
                  <a:moveTo>
                    <a:pt x="72340" y="51335"/>
                  </a:moveTo>
                  <a:cubicBezTo>
                    <a:pt x="73533" y="53305"/>
                    <a:pt x="81350" y="66116"/>
                    <a:pt x="67329" y="66116"/>
                  </a:cubicBezTo>
                  <a:lnTo>
                    <a:pt x="8277" y="66116"/>
                  </a:lnTo>
                  <a:cubicBezTo>
                    <a:pt x="-6170" y="66116"/>
                    <a:pt x="2508" y="52503"/>
                    <a:pt x="3354" y="51189"/>
                  </a:cubicBezTo>
                  <a:lnTo>
                    <a:pt x="33253" y="2464"/>
                  </a:lnTo>
                  <a:cubicBezTo>
                    <a:pt x="35263" y="-785"/>
                    <a:pt x="40369" y="-858"/>
                    <a:pt x="42354" y="2464"/>
                  </a:cubicBezTo>
                  <a:lnTo>
                    <a:pt x="72248" y="51189"/>
                  </a:lnTo>
                  <a:lnTo>
                    <a:pt x="72340" y="51335"/>
                  </a:lnTo>
                  <a:close/>
                </a:path>
              </a:pathLst>
            </a:custGeom>
            <a:solidFill>
              <a:srgbClr val="007B85"/>
            </a:solidFill>
            <a:ln w="3646" cap="flat">
              <a:noFill/>
              <a:prstDash val="solid"/>
              <a:miter/>
            </a:ln>
          </p:spPr>
          <p:txBody>
            <a:bodyPr rtlCol="0" anchor="ctr"/>
            <a:lstStyle/>
            <a:p>
              <a:endParaRPr lang="en-GR"/>
            </a:p>
          </p:txBody>
        </p:sp>
        <p:sp>
          <p:nvSpPr>
            <p:cNvPr id="645" name="Freeform 527">
              <a:extLst>
                <a:ext uri="{FF2B5EF4-FFF2-40B4-BE49-F238E27FC236}">
                  <a16:creationId xmlns:a16="http://schemas.microsoft.com/office/drawing/2014/main" id="{38C3E442-D275-C5E7-5761-9E22CE9198BC}"/>
                </a:ext>
              </a:extLst>
            </p:cNvPr>
            <p:cNvSpPr/>
            <p:nvPr/>
          </p:nvSpPr>
          <p:spPr>
            <a:xfrm>
              <a:off x="5079547" y="4188603"/>
              <a:ext cx="187398" cy="188267"/>
            </a:xfrm>
            <a:custGeom>
              <a:avLst/>
              <a:gdLst>
                <a:gd name="connsiteX0" fmla="*/ 59107 w 211656"/>
                <a:gd name="connsiteY0" fmla="*/ 110 h 212638"/>
                <a:gd name="connsiteX1" fmla="*/ 155940 w 211656"/>
                <a:gd name="connsiteY1" fmla="*/ 0 h 212638"/>
                <a:gd name="connsiteX2" fmla="*/ 211657 w 211656"/>
                <a:gd name="connsiteY2" fmla="*/ 36535 h 212638"/>
                <a:gd name="connsiteX3" fmla="*/ 211657 w 211656"/>
                <a:gd name="connsiteY3" fmla="*/ 176140 h 212638"/>
                <a:gd name="connsiteX4" fmla="*/ 159272 w 211656"/>
                <a:gd name="connsiteY4" fmla="*/ 212529 h 212638"/>
                <a:gd name="connsiteX5" fmla="*/ 62439 w 211656"/>
                <a:gd name="connsiteY5" fmla="*/ 212638 h 212638"/>
                <a:gd name="connsiteX6" fmla="*/ 0 w 211656"/>
                <a:gd name="connsiteY6" fmla="*/ 176140 h 212638"/>
                <a:gd name="connsiteX7" fmla="*/ 0 w 211656"/>
                <a:gd name="connsiteY7" fmla="*/ 36535 h 212638"/>
                <a:gd name="connsiteX8" fmla="*/ 59107 w 211656"/>
                <a:gd name="connsiteY8" fmla="*/ 110 h 212638"/>
                <a:gd name="connsiteX9" fmla="*/ 26194 w 211656"/>
                <a:gd name="connsiteY9" fmla="*/ 184389 h 212638"/>
                <a:gd name="connsiteX10" fmla="*/ 185466 w 211656"/>
                <a:gd name="connsiteY10" fmla="*/ 184243 h 212638"/>
                <a:gd name="connsiteX11" fmla="*/ 185466 w 211656"/>
                <a:gd name="connsiteY11" fmla="*/ 28323 h 212638"/>
                <a:gd name="connsiteX12" fmla="*/ 26194 w 211656"/>
                <a:gd name="connsiteY12" fmla="*/ 28469 h 212638"/>
                <a:gd name="connsiteX13" fmla="*/ 26194 w 211656"/>
                <a:gd name="connsiteY13" fmla="*/ 184389 h 212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1656" h="212638">
                  <a:moveTo>
                    <a:pt x="59107" y="110"/>
                  </a:moveTo>
                  <a:lnTo>
                    <a:pt x="155940" y="0"/>
                  </a:lnTo>
                  <a:cubicBezTo>
                    <a:pt x="190491" y="219"/>
                    <a:pt x="211657" y="16461"/>
                    <a:pt x="211657" y="36535"/>
                  </a:cubicBezTo>
                  <a:lnTo>
                    <a:pt x="211657" y="176140"/>
                  </a:lnTo>
                  <a:cubicBezTo>
                    <a:pt x="211657" y="195484"/>
                    <a:pt x="192239" y="211324"/>
                    <a:pt x="159272" y="212529"/>
                  </a:cubicBezTo>
                  <a:lnTo>
                    <a:pt x="62439" y="212638"/>
                  </a:lnTo>
                  <a:cubicBezTo>
                    <a:pt x="27888" y="212456"/>
                    <a:pt x="0" y="196177"/>
                    <a:pt x="0" y="176140"/>
                  </a:cubicBezTo>
                  <a:lnTo>
                    <a:pt x="0" y="36535"/>
                  </a:lnTo>
                  <a:cubicBezTo>
                    <a:pt x="0" y="17154"/>
                    <a:pt x="26140" y="1314"/>
                    <a:pt x="59107" y="110"/>
                  </a:cubicBezTo>
                  <a:close/>
                  <a:moveTo>
                    <a:pt x="26194" y="184389"/>
                  </a:moveTo>
                  <a:lnTo>
                    <a:pt x="185466" y="184243"/>
                  </a:lnTo>
                  <a:lnTo>
                    <a:pt x="185466" y="28323"/>
                  </a:lnTo>
                  <a:lnTo>
                    <a:pt x="26194" y="28469"/>
                  </a:lnTo>
                  <a:lnTo>
                    <a:pt x="26194" y="184389"/>
                  </a:lnTo>
                  <a:close/>
                </a:path>
              </a:pathLst>
            </a:custGeom>
            <a:solidFill>
              <a:srgbClr val="007B85"/>
            </a:solidFill>
            <a:ln w="3646" cap="flat">
              <a:noFill/>
              <a:prstDash val="solid"/>
              <a:miter/>
            </a:ln>
          </p:spPr>
          <p:txBody>
            <a:bodyPr rtlCol="0" anchor="ctr"/>
            <a:lstStyle/>
            <a:p>
              <a:endParaRPr lang="en-GR"/>
            </a:p>
          </p:txBody>
        </p:sp>
      </p:grpSp>
      <p:grpSp>
        <p:nvGrpSpPr>
          <p:cNvPr id="646" name="Group 645">
            <a:extLst>
              <a:ext uri="{FF2B5EF4-FFF2-40B4-BE49-F238E27FC236}">
                <a16:creationId xmlns:a16="http://schemas.microsoft.com/office/drawing/2014/main" id="{4324D23C-98AF-5F02-392E-BEBC1CB8BD18}"/>
              </a:ext>
            </a:extLst>
          </p:cNvPr>
          <p:cNvGrpSpPr/>
          <p:nvPr/>
        </p:nvGrpSpPr>
        <p:grpSpPr>
          <a:xfrm>
            <a:off x="6567729" y="4201528"/>
            <a:ext cx="180936" cy="163418"/>
            <a:chOff x="5415573" y="4201528"/>
            <a:chExt cx="180936" cy="163418"/>
          </a:xfrm>
        </p:grpSpPr>
        <p:sp>
          <p:nvSpPr>
            <p:cNvPr id="647" name="Freeform 528">
              <a:extLst>
                <a:ext uri="{FF2B5EF4-FFF2-40B4-BE49-F238E27FC236}">
                  <a16:creationId xmlns:a16="http://schemas.microsoft.com/office/drawing/2014/main" id="{66D6B1EB-D048-36DD-154D-458FE720F76E}"/>
                </a:ext>
              </a:extLst>
            </p:cNvPr>
            <p:cNvSpPr/>
            <p:nvPr/>
          </p:nvSpPr>
          <p:spPr>
            <a:xfrm>
              <a:off x="5468468" y="4201528"/>
              <a:ext cx="75101" cy="22167"/>
            </a:xfrm>
            <a:custGeom>
              <a:avLst/>
              <a:gdLst>
                <a:gd name="connsiteX0" fmla="*/ 64077 w 84823"/>
                <a:gd name="connsiteY0" fmla="*/ 0 h 25037"/>
                <a:gd name="connsiteX1" fmla="*/ 84823 w 84823"/>
                <a:gd name="connsiteY1" fmla="*/ 12884 h 25037"/>
                <a:gd name="connsiteX2" fmla="*/ 84823 w 84823"/>
                <a:gd name="connsiteY2" fmla="*/ 25038 h 25037"/>
                <a:gd name="connsiteX3" fmla="*/ 0 w 84823"/>
                <a:gd name="connsiteY3" fmla="*/ 25038 h 25037"/>
                <a:gd name="connsiteX4" fmla="*/ 0 w 84823"/>
                <a:gd name="connsiteY4" fmla="*/ 12884 h 25037"/>
                <a:gd name="connsiteX5" fmla="*/ 20746 w 84823"/>
                <a:gd name="connsiteY5" fmla="*/ 0 h 25037"/>
                <a:gd name="connsiteX6" fmla="*/ 64077 w 84823"/>
                <a:gd name="connsiteY6" fmla="*/ 0 h 25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823" h="25037">
                  <a:moveTo>
                    <a:pt x="64077" y="0"/>
                  </a:moveTo>
                  <a:cubicBezTo>
                    <a:pt x="75598" y="255"/>
                    <a:pt x="84823" y="5913"/>
                    <a:pt x="84823" y="12884"/>
                  </a:cubicBezTo>
                  <a:lnTo>
                    <a:pt x="84823" y="25038"/>
                  </a:lnTo>
                  <a:lnTo>
                    <a:pt x="0" y="25038"/>
                  </a:lnTo>
                  <a:lnTo>
                    <a:pt x="0" y="12884"/>
                  </a:lnTo>
                  <a:cubicBezTo>
                    <a:pt x="0" y="5913"/>
                    <a:pt x="9229" y="255"/>
                    <a:pt x="20746" y="0"/>
                  </a:cubicBezTo>
                  <a:lnTo>
                    <a:pt x="64077" y="0"/>
                  </a:lnTo>
                  <a:close/>
                </a:path>
              </a:pathLst>
            </a:custGeom>
            <a:solidFill>
              <a:srgbClr val="007B85"/>
            </a:solidFill>
            <a:ln w="3646" cap="flat">
              <a:noFill/>
              <a:prstDash val="solid"/>
              <a:miter/>
            </a:ln>
          </p:spPr>
          <p:txBody>
            <a:bodyPr rtlCol="0" anchor="ctr"/>
            <a:lstStyle/>
            <a:p>
              <a:endParaRPr lang="en-GR"/>
            </a:p>
          </p:txBody>
        </p:sp>
        <p:sp>
          <p:nvSpPr>
            <p:cNvPr id="648" name="Freeform 529">
              <a:extLst>
                <a:ext uri="{FF2B5EF4-FFF2-40B4-BE49-F238E27FC236}">
                  <a16:creationId xmlns:a16="http://schemas.microsoft.com/office/drawing/2014/main" id="{389E79A3-3CFE-46FD-E4A9-CA1CC51C035A}"/>
                </a:ext>
              </a:extLst>
            </p:cNvPr>
            <p:cNvSpPr/>
            <p:nvPr/>
          </p:nvSpPr>
          <p:spPr>
            <a:xfrm>
              <a:off x="5427269" y="4211514"/>
              <a:ext cx="34065" cy="12182"/>
            </a:xfrm>
            <a:custGeom>
              <a:avLst/>
              <a:gdLst>
                <a:gd name="connsiteX0" fmla="*/ 3715 w 38475"/>
                <a:gd name="connsiteY0" fmla="*/ 13760 h 13759"/>
                <a:gd name="connsiteX1" fmla="*/ 34756 w 38475"/>
                <a:gd name="connsiteY1" fmla="*/ 13760 h 13759"/>
                <a:gd name="connsiteX2" fmla="*/ 34756 w 38475"/>
                <a:gd name="connsiteY2" fmla="*/ 0 h 13759"/>
                <a:gd name="connsiteX3" fmla="*/ 3715 w 38475"/>
                <a:gd name="connsiteY3" fmla="*/ 0 h 13759"/>
                <a:gd name="connsiteX4" fmla="*/ 3715 w 38475"/>
                <a:gd name="connsiteY4" fmla="*/ 13687 h 13759"/>
                <a:gd name="connsiteX5" fmla="*/ 3715 w 38475"/>
                <a:gd name="connsiteY5" fmla="*/ 13760 h 13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475" h="13759">
                  <a:moveTo>
                    <a:pt x="3715" y="13760"/>
                  </a:moveTo>
                  <a:lnTo>
                    <a:pt x="34756" y="13760"/>
                  </a:lnTo>
                  <a:cubicBezTo>
                    <a:pt x="39723" y="13614"/>
                    <a:pt x="39708" y="110"/>
                    <a:pt x="34756" y="0"/>
                  </a:cubicBezTo>
                  <a:lnTo>
                    <a:pt x="3715" y="0"/>
                  </a:lnTo>
                  <a:cubicBezTo>
                    <a:pt x="-1233" y="110"/>
                    <a:pt x="-1244" y="13578"/>
                    <a:pt x="3715" y="13687"/>
                  </a:cubicBezTo>
                  <a:lnTo>
                    <a:pt x="3715" y="13760"/>
                  </a:lnTo>
                  <a:close/>
                </a:path>
              </a:pathLst>
            </a:custGeom>
            <a:solidFill>
              <a:srgbClr val="007B85"/>
            </a:solidFill>
            <a:ln w="3646" cap="flat">
              <a:noFill/>
              <a:prstDash val="solid"/>
              <a:miter/>
            </a:ln>
          </p:spPr>
          <p:txBody>
            <a:bodyPr rtlCol="0" anchor="ctr"/>
            <a:lstStyle/>
            <a:p>
              <a:endParaRPr lang="en-GR"/>
            </a:p>
          </p:txBody>
        </p:sp>
        <p:sp>
          <p:nvSpPr>
            <p:cNvPr id="649" name="Freeform 530">
              <a:extLst>
                <a:ext uri="{FF2B5EF4-FFF2-40B4-BE49-F238E27FC236}">
                  <a16:creationId xmlns:a16="http://schemas.microsoft.com/office/drawing/2014/main" id="{4A4917E3-BE13-426C-26A0-CA8E64745336}"/>
                </a:ext>
              </a:extLst>
            </p:cNvPr>
            <p:cNvSpPr/>
            <p:nvPr/>
          </p:nvSpPr>
          <p:spPr>
            <a:xfrm>
              <a:off x="5415573" y="4232713"/>
              <a:ext cx="180936" cy="132233"/>
            </a:xfrm>
            <a:custGeom>
              <a:avLst/>
              <a:gdLst>
                <a:gd name="connsiteX0" fmla="*/ 166994 w 204358"/>
                <a:gd name="connsiteY0" fmla="*/ 0 h 149350"/>
                <a:gd name="connsiteX1" fmla="*/ 37518 w 204358"/>
                <a:gd name="connsiteY1" fmla="*/ 0 h 149350"/>
                <a:gd name="connsiteX2" fmla="*/ 0 w 204358"/>
                <a:gd name="connsiteY2" fmla="*/ 21716 h 149350"/>
                <a:gd name="connsiteX3" fmla="*/ 0 w 204358"/>
                <a:gd name="connsiteY3" fmla="*/ 122414 h 149350"/>
                <a:gd name="connsiteX4" fmla="*/ 46897 w 204358"/>
                <a:gd name="connsiteY4" fmla="*/ 149350 h 149350"/>
                <a:gd name="connsiteX5" fmla="*/ 157564 w 204358"/>
                <a:gd name="connsiteY5" fmla="*/ 149350 h 149350"/>
                <a:gd name="connsiteX6" fmla="*/ 204358 w 204358"/>
                <a:gd name="connsiteY6" fmla="*/ 122269 h 149350"/>
                <a:gd name="connsiteX7" fmla="*/ 204358 w 204358"/>
                <a:gd name="connsiteY7" fmla="*/ 21716 h 149350"/>
                <a:gd name="connsiteX8" fmla="*/ 166994 w 204358"/>
                <a:gd name="connsiteY8" fmla="*/ 0 h 149350"/>
                <a:gd name="connsiteX9" fmla="*/ 102154 w 204358"/>
                <a:gd name="connsiteY9" fmla="*/ 122743 h 149350"/>
                <a:gd name="connsiteX10" fmla="*/ 54086 w 204358"/>
                <a:gd name="connsiteY10" fmla="*/ 74639 h 149350"/>
                <a:gd name="connsiteX11" fmla="*/ 102154 w 204358"/>
                <a:gd name="connsiteY11" fmla="*/ 26571 h 149350"/>
                <a:gd name="connsiteX12" fmla="*/ 150222 w 204358"/>
                <a:gd name="connsiteY12" fmla="*/ 74639 h 149350"/>
                <a:gd name="connsiteX13" fmla="*/ 102154 w 204358"/>
                <a:gd name="connsiteY13" fmla="*/ 122743 h 149350"/>
                <a:gd name="connsiteX14" fmla="*/ 168114 w 204358"/>
                <a:gd name="connsiteY14" fmla="*/ 39199 h 149350"/>
                <a:gd name="connsiteX15" fmla="*/ 150273 w 204358"/>
                <a:gd name="connsiteY15" fmla="*/ 28870 h 149350"/>
                <a:gd name="connsiteX16" fmla="*/ 168114 w 204358"/>
                <a:gd name="connsiteY16" fmla="*/ 18504 h 149350"/>
                <a:gd name="connsiteX17" fmla="*/ 185955 w 204358"/>
                <a:gd name="connsiteY17" fmla="*/ 28870 h 149350"/>
                <a:gd name="connsiteX18" fmla="*/ 168114 w 204358"/>
                <a:gd name="connsiteY18" fmla="*/ 39199 h 149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358" h="149350">
                  <a:moveTo>
                    <a:pt x="166994" y="0"/>
                  </a:moveTo>
                  <a:lnTo>
                    <a:pt x="37518" y="0"/>
                  </a:lnTo>
                  <a:cubicBezTo>
                    <a:pt x="16830" y="0"/>
                    <a:pt x="0" y="9781"/>
                    <a:pt x="0" y="21716"/>
                  </a:cubicBezTo>
                  <a:lnTo>
                    <a:pt x="0" y="122414"/>
                  </a:lnTo>
                  <a:cubicBezTo>
                    <a:pt x="204" y="137306"/>
                    <a:pt x="21104" y="149350"/>
                    <a:pt x="46897" y="149350"/>
                  </a:cubicBezTo>
                  <a:lnTo>
                    <a:pt x="157564" y="149350"/>
                  </a:lnTo>
                  <a:cubicBezTo>
                    <a:pt x="173092" y="149350"/>
                    <a:pt x="204358" y="143146"/>
                    <a:pt x="204358" y="122269"/>
                  </a:cubicBezTo>
                  <a:lnTo>
                    <a:pt x="204358" y="21716"/>
                  </a:lnTo>
                  <a:cubicBezTo>
                    <a:pt x="204358" y="4380"/>
                    <a:pt x="179657" y="0"/>
                    <a:pt x="166994" y="0"/>
                  </a:cubicBezTo>
                  <a:close/>
                  <a:moveTo>
                    <a:pt x="102154" y="122743"/>
                  </a:moveTo>
                  <a:cubicBezTo>
                    <a:pt x="75594" y="122743"/>
                    <a:pt x="54086" y="101209"/>
                    <a:pt x="54086" y="74639"/>
                  </a:cubicBezTo>
                  <a:cubicBezTo>
                    <a:pt x="54086" y="48104"/>
                    <a:pt x="75594" y="26571"/>
                    <a:pt x="102154" y="26571"/>
                  </a:cubicBezTo>
                  <a:cubicBezTo>
                    <a:pt x="128713" y="26571"/>
                    <a:pt x="150222" y="48104"/>
                    <a:pt x="150222" y="74639"/>
                  </a:cubicBezTo>
                  <a:cubicBezTo>
                    <a:pt x="150222" y="101209"/>
                    <a:pt x="128713" y="122743"/>
                    <a:pt x="102154" y="122743"/>
                  </a:cubicBezTo>
                  <a:close/>
                  <a:moveTo>
                    <a:pt x="168114" y="39199"/>
                  </a:moveTo>
                  <a:cubicBezTo>
                    <a:pt x="158225" y="39199"/>
                    <a:pt x="150273" y="34564"/>
                    <a:pt x="150273" y="28870"/>
                  </a:cubicBezTo>
                  <a:cubicBezTo>
                    <a:pt x="150273" y="23140"/>
                    <a:pt x="158276" y="18504"/>
                    <a:pt x="168114" y="18504"/>
                  </a:cubicBezTo>
                  <a:cubicBezTo>
                    <a:pt x="177952" y="18504"/>
                    <a:pt x="185955" y="23140"/>
                    <a:pt x="185955" y="28870"/>
                  </a:cubicBezTo>
                  <a:cubicBezTo>
                    <a:pt x="185955" y="34564"/>
                    <a:pt x="177952" y="39199"/>
                    <a:pt x="168114" y="39199"/>
                  </a:cubicBezTo>
                  <a:close/>
                </a:path>
              </a:pathLst>
            </a:custGeom>
            <a:solidFill>
              <a:srgbClr val="007B85"/>
            </a:solidFill>
            <a:ln w="3646" cap="flat">
              <a:noFill/>
              <a:prstDash val="solid"/>
              <a:miter/>
            </a:ln>
          </p:spPr>
          <p:txBody>
            <a:bodyPr rtlCol="0" anchor="ctr"/>
            <a:lstStyle/>
            <a:p>
              <a:endParaRPr lang="en-GR"/>
            </a:p>
          </p:txBody>
        </p:sp>
      </p:grpSp>
      <p:grpSp>
        <p:nvGrpSpPr>
          <p:cNvPr id="650" name="Group 649">
            <a:extLst>
              <a:ext uri="{FF2B5EF4-FFF2-40B4-BE49-F238E27FC236}">
                <a16:creationId xmlns:a16="http://schemas.microsoft.com/office/drawing/2014/main" id="{74DBDC94-B369-FD6C-A4C0-3EC1EBD79182}"/>
              </a:ext>
            </a:extLst>
          </p:cNvPr>
          <p:cNvGrpSpPr/>
          <p:nvPr/>
        </p:nvGrpSpPr>
        <p:grpSpPr>
          <a:xfrm>
            <a:off x="6887910" y="4178806"/>
            <a:ext cx="206627" cy="206763"/>
            <a:chOff x="5735752" y="4178804"/>
            <a:chExt cx="206627" cy="206763"/>
          </a:xfrm>
        </p:grpSpPr>
        <p:sp>
          <p:nvSpPr>
            <p:cNvPr id="651" name="Freeform 532">
              <a:extLst>
                <a:ext uri="{FF2B5EF4-FFF2-40B4-BE49-F238E27FC236}">
                  <a16:creationId xmlns:a16="http://schemas.microsoft.com/office/drawing/2014/main" id="{B47150E6-B5F2-F201-E7EB-8A896D4A0462}"/>
                </a:ext>
              </a:extLst>
            </p:cNvPr>
            <p:cNvSpPr/>
            <p:nvPr/>
          </p:nvSpPr>
          <p:spPr>
            <a:xfrm>
              <a:off x="5735752" y="4178804"/>
              <a:ext cx="206627" cy="206763"/>
            </a:xfrm>
            <a:custGeom>
              <a:avLst/>
              <a:gdLst>
                <a:gd name="connsiteX0" fmla="*/ 214162 w 233374"/>
                <a:gd name="connsiteY0" fmla="*/ 1578 h 233528"/>
                <a:gd name="connsiteX1" fmla="*/ 231865 w 233374"/>
                <a:gd name="connsiteY1" fmla="*/ 18987 h 233528"/>
                <a:gd name="connsiteX2" fmla="*/ 19722 w 233374"/>
                <a:gd name="connsiteY2" fmla="*/ 231881 h 233528"/>
                <a:gd name="connsiteX3" fmla="*/ 1476 w 233374"/>
                <a:gd name="connsiteY3" fmla="*/ 215457 h 233528"/>
                <a:gd name="connsiteX4" fmla="*/ 28685 w 233374"/>
                <a:gd name="connsiteY4" fmla="*/ 187755 h 233528"/>
                <a:gd name="connsiteX5" fmla="*/ 28429 w 233374"/>
                <a:gd name="connsiteY5" fmla="*/ 85450 h 233528"/>
                <a:gd name="connsiteX6" fmla="*/ 65758 w 233374"/>
                <a:gd name="connsiteY6" fmla="*/ 63807 h 233528"/>
                <a:gd name="connsiteX7" fmla="*/ 152132 w 233374"/>
                <a:gd name="connsiteY7" fmla="*/ 63807 h 233528"/>
                <a:gd name="connsiteX8" fmla="*/ 162226 w 233374"/>
                <a:gd name="connsiteY8" fmla="*/ 53660 h 233528"/>
                <a:gd name="connsiteX9" fmla="*/ 87923 w 233374"/>
                <a:gd name="connsiteY9" fmla="*/ 53660 h 233528"/>
                <a:gd name="connsiteX10" fmla="*/ 87923 w 233374"/>
                <a:gd name="connsiteY10" fmla="*/ 41616 h 233528"/>
                <a:gd name="connsiteX11" fmla="*/ 108567 w 233374"/>
                <a:gd name="connsiteY11" fmla="*/ 28768 h 233528"/>
                <a:gd name="connsiteX12" fmla="*/ 151676 w 233374"/>
                <a:gd name="connsiteY12" fmla="*/ 28768 h 233528"/>
                <a:gd name="connsiteX13" fmla="*/ 172320 w 233374"/>
                <a:gd name="connsiteY13" fmla="*/ 43587 h 233528"/>
                <a:gd name="connsiteX14" fmla="*/ 214162 w 233374"/>
                <a:gd name="connsiteY14" fmla="*/ 1578 h 233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3374" h="233528">
                  <a:moveTo>
                    <a:pt x="214162" y="1578"/>
                  </a:moveTo>
                  <a:cubicBezTo>
                    <a:pt x="221070" y="-5321"/>
                    <a:pt x="238590" y="12235"/>
                    <a:pt x="231865" y="18987"/>
                  </a:cubicBezTo>
                  <a:lnTo>
                    <a:pt x="19722" y="231881"/>
                  </a:lnTo>
                  <a:cubicBezTo>
                    <a:pt x="12836" y="238779"/>
                    <a:pt x="-5257" y="222209"/>
                    <a:pt x="1476" y="215457"/>
                  </a:cubicBezTo>
                  <a:lnTo>
                    <a:pt x="28685" y="187755"/>
                  </a:lnTo>
                  <a:cubicBezTo>
                    <a:pt x="28583" y="187061"/>
                    <a:pt x="28429" y="86253"/>
                    <a:pt x="28429" y="85450"/>
                  </a:cubicBezTo>
                  <a:cubicBezTo>
                    <a:pt x="28429" y="73552"/>
                    <a:pt x="45176" y="63807"/>
                    <a:pt x="65758" y="63807"/>
                  </a:cubicBezTo>
                  <a:lnTo>
                    <a:pt x="152132" y="63807"/>
                  </a:lnTo>
                  <a:lnTo>
                    <a:pt x="162226" y="53660"/>
                  </a:lnTo>
                  <a:lnTo>
                    <a:pt x="87923" y="53660"/>
                  </a:lnTo>
                  <a:lnTo>
                    <a:pt x="87923" y="41616"/>
                  </a:lnTo>
                  <a:cubicBezTo>
                    <a:pt x="87923" y="34645"/>
                    <a:pt x="97105" y="29024"/>
                    <a:pt x="108567" y="28768"/>
                  </a:cubicBezTo>
                  <a:lnTo>
                    <a:pt x="151676" y="28768"/>
                  </a:lnTo>
                  <a:cubicBezTo>
                    <a:pt x="160952" y="28988"/>
                    <a:pt x="172320" y="32929"/>
                    <a:pt x="172320" y="43587"/>
                  </a:cubicBezTo>
                  <a:lnTo>
                    <a:pt x="214162" y="1578"/>
                  </a:lnTo>
                  <a:close/>
                </a:path>
              </a:pathLst>
            </a:custGeom>
            <a:solidFill>
              <a:srgbClr val="007B85"/>
            </a:solidFill>
            <a:ln w="3646" cap="flat">
              <a:noFill/>
              <a:prstDash val="solid"/>
              <a:miter/>
            </a:ln>
          </p:spPr>
          <p:txBody>
            <a:bodyPr rtlCol="0" anchor="ctr"/>
            <a:lstStyle/>
            <a:p>
              <a:endParaRPr lang="en-GR"/>
            </a:p>
          </p:txBody>
        </p:sp>
        <p:sp>
          <p:nvSpPr>
            <p:cNvPr id="652" name="Freeform 533">
              <a:extLst>
                <a:ext uri="{FF2B5EF4-FFF2-40B4-BE49-F238E27FC236}">
                  <a16:creationId xmlns:a16="http://schemas.microsoft.com/office/drawing/2014/main" id="{A3BD6938-C322-DBD8-FAA2-7B289BC3EA62}"/>
                </a:ext>
              </a:extLst>
            </p:cNvPr>
            <p:cNvSpPr/>
            <p:nvPr/>
          </p:nvSpPr>
          <p:spPr>
            <a:xfrm>
              <a:off x="5770318" y="4214197"/>
              <a:ext cx="33894" cy="12117"/>
            </a:xfrm>
            <a:custGeom>
              <a:avLst/>
              <a:gdLst>
                <a:gd name="connsiteX0" fmla="*/ 3698 w 38282"/>
                <a:gd name="connsiteY0" fmla="*/ 13687 h 13686"/>
                <a:gd name="connsiteX1" fmla="*/ 34585 w 38282"/>
                <a:gd name="connsiteY1" fmla="*/ 13687 h 13686"/>
                <a:gd name="connsiteX2" fmla="*/ 34585 w 38282"/>
                <a:gd name="connsiteY2" fmla="*/ 0 h 13686"/>
                <a:gd name="connsiteX3" fmla="*/ 3698 w 38282"/>
                <a:gd name="connsiteY3" fmla="*/ 0 h 13686"/>
                <a:gd name="connsiteX4" fmla="*/ 3698 w 38282"/>
                <a:gd name="connsiteY4" fmla="*/ 13650 h 13686"/>
                <a:gd name="connsiteX5" fmla="*/ 3698 w 38282"/>
                <a:gd name="connsiteY5" fmla="*/ 13687 h 13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282" h="13686">
                  <a:moveTo>
                    <a:pt x="3698" y="13687"/>
                  </a:moveTo>
                  <a:lnTo>
                    <a:pt x="34585" y="13687"/>
                  </a:lnTo>
                  <a:cubicBezTo>
                    <a:pt x="39522" y="13577"/>
                    <a:pt x="39508" y="146"/>
                    <a:pt x="34585" y="0"/>
                  </a:cubicBezTo>
                  <a:lnTo>
                    <a:pt x="3698" y="0"/>
                  </a:lnTo>
                  <a:cubicBezTo>
                    <a:pt x="-1225" y="146"/>
                    <a:pt x="-1240" y="13541"/>
                    <a:pt x="3698" y="13650"/>
                  </a:cubicBezTo>
                  <a:lnTo>
                    <a:pt x="3698" y="13687"/>
                  </a:lnTo>
                  <a:close/>
                </a:path>
              </a:pathLst>
            </a:custGeom>
            <a:solidFill>
              <a:srgbClr val="007B85"/>
            </a:solidFill>
            <a:ln w="3646" cap="flat">
              <a:noFill/>
              <a:prstDash val="solid"/>
              <a:miter/>
            </a:ln>
          </p:spPr>
          <p:txBody>
            <a:bodyPr rtlCol="0" anchor="ctr"/>
            <a:lstStyle/>
            <a:p>
              <a:endParaRPr lang="en-GR"/>
            </a:p>
          </p:txBody>
        </p:sp>
        <p:sp>
          <p:nvSpPr>
            <p:cNvPr id="653" name="Freeform 534">
              <a:extLst>
                <a:ext uri="{FF2B5EF4-FFF2-40B4-BE49-F238E27FC236}">
                  <a16:creationId xmlns:a16="http://schemas.microsoft.com/office/drawing/2014/main" id="{235937B3-EFA2-9C39-3921-A8EF6488E107}"/>
                </a:ext>
              </a:extLst>
            </p:cNvPr>
            <p:cNvSpPr/>
            <p:nvPr/>
          </p:nvSpPr>
          <p:spPr>
            <a:xfrm>
              <a:off x="5797030" y="4238109"/>
              <a:ext cx="143967" cy="128711"/>
            </a:xfrm>
            <a:custGeom>
              <a:avLst/>
              <a:gdLst>
                <a:gd name="connsiteX0" fmla="*/ 144547 w 162603"/>
                <a:gd name="connsiteY0" fmla="*/ 0 h 145372"/>
                <a:gd name="connsiteX1" fmla="*/ 129180 w 162603"/>
                <a:gd name="connsiteY1" fmla="*/ 15403 h 145372"/>
                <a:gd name="connsiteX2" fmla="*/ 144295 w 162603"/>
                <a:gd name="connsiteY2" fmla="*/ 25549 h 145372"/>
                <a:gd name="connsiteX3" fmla="*/ 126545 w 162603"/>
                <a:gd name="connsiteY3" fmla="*/ 35841 h 145372"/>
                <a:gd name="connsiteX4" fmla="*/ 112747 w 162603"/>
                <a:gd name="connsiteY4" fmla="*/ 31936 h 145372"/>
                <a:gd name="connsiteX5" fmla="*/ 100526 w 162603"/>
                <a:gd name="connsiteY5" fmla="*/ 44236 h 145372"/>
                <a:gd name="connsiteX6" fmla="*/ 108792 w 162603"/>
                <a:gd name="connsiteY6" fmla="*/ 71099 h 145372"/>
                <a:gd name="connsiteX7" fmla="*/ 60965 w 162603"/>
                <a:gd name="connsiteY7" fmla="*/ 118948 h 145372"/>
                <a:gd name="connsiteX8" fmla="*/ 34234 w 162603"/>
                <a:gd name="connsiteY8" fmla="*/ 110772 h 145372"/>
                <a:gd name="connsiteX9" fmla="*/ 0 w 162603"/>
                <a:gd name="connsiteY9" fmla="*/ 145117 h 145372"/>
                <a:gd name="connsiteX10" fmla="*/ 116047 w 162603"/>
                <a:gd name="connsiteY10" fmla="*/ 145372 h 145372"/>
                <a:gd name="connsiteX11" fmla="*/ 162604 w 162603"/>
                <a:gd name="connsiteY11" fmla="*/ 118437 h 145372"/>
                <a:gd name="connsiteX12" fmla="*/ 162604 w 162603"/>
                <a:gd name="connsiteY12" fmla="*/ 18395 h 145372"/>
                <a:gd name="connsiteX13" fmla="*/ 144547 w 162603"/>
                <a:gd name="connsiteY13" fmla="*/ 0 h 14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603" h="145372">
                  <a:moveTo>
                    <a:pt x="144547" y="0"/>
                  </a:moveTo>
                  <a:lnTo>
                    <a:pt x="129180" y="15403"/>
                  </a:lnTo>
                  <a:cubicBezTo>
                    <a:pt x="137752" y="16169"/>
                    <a:pt x="144295" y="20366"/>
                    <a:pt x="144295" y="25549"/>
                  </a:cubicBezTo>
                  <a:cubicBezTo>
                    <a:pt x="144295" y="31243"/>
                    <a:pt x="136333" y="35841"/>
                    <a:pt x="126545" y="35841"/>
                  </a:cubicBezTo>
                  <a:cubicBezTo>
                    <a:pt x="120915" y="35841"/>
                    <a:pt x="115995" y="34345"/>
                    <a:pt x="112747" y="31936"/>
                  </a:cubicBezTo>
                  <a:lnTo>
                    <a:pt x="100526" y="44236"/>
                  </a:lnTo>
                  <a:cubicBezTo>
                    <a:pt x="105748" y="51901"/>
                    <a:pt x="108792" y="61098"/>
                    <a:pt x="108792" y="71099"/>
                  </a:cubicBezTo>
                  <a:cubicBezTo>
                    <a:pt x="108792" y="97523"/>
                    <a:pt x="87389" y="118948"/>
                    <a:pt x="60965" y="118948"/>
                  </a:cubicBezTo>
                  <a:cubicBezTo>
                    <a:pt x="51075" y="118948"/>
                    <a:pt x="41842" y="115955"/>
                    <a:pt x="34234" y="110772"/>
                  </a:cubicBezTo>
                  <a:lnTo>
                    <a:pt x="0" y="145117"/>
                  </a:lnTo>
                  <a:cubicBezTo>
                    <a:pt x="1978" y="145263"/>
                    <a:pt x="116047" y="145372"/>
                    <a:pt x="116047" y="145372"/>
                  </a:cubicBezTo>
                  <a:cubicBezTo>
                    <a:pt x="131494" y="145372"/>
                    <a:pt x="162604" y="139204"/>
                    <a:pt x="162604" y="118437"/>
                  </a:cubicBezTo>
                  <a:lnTo>
                    <a:pt x="162604" y="18395"/>
                  </a:lnTo>
                  <a:cubicBezTo>
                    <a:pt x="162604" y="10804"/>
                    <a:pt x="151254" y="2372"/>
                    <a:pt x="144547" y="0"/>
                  </a:cubicBezTo>
                  <a:close/>
                </a:path>
              </a:pathLst>
            </a:custGeom>
            <a:solidFill>
              <a:srgbClr val="007B85"/>
            </a:solidFill>
            <a:ln w="3646" cap="flat">
              <a:noFill/>
              <a:prstDash val="solid"/>
              <a:miter/>
            </a:ln>
          </p:spPr>
          <p:txBody>
            <a:bodyPr rtlCol="0" anchor="ctr"/>
            <a:lstStyle/>
            <a:p>
              <a:endParaRPr lang="en-GR"/>
            </a:p>
          </p:txBody>
        </p:sp>
      </p:grpSp>
      <p:grpSp>
        <p:nvGrpSpPr>
          <p:cNvPr id="654" name="Group 653">
            <a:extLst>
              <a:ext uri="{FF2B5EF4-FFF2-40B4-BE49-F238E27FC236}">
                <a16:creationId xmlns:a16="http://schemas.microsoft.com/office/drawing/2014/main" id="{45AD875D-0046-FA95-40BF-07A821887381}"/>
              </a:ext>
            </a:extLst>
          </p:cNvPr>
          <p:cNvGrpSpPr/>
          <p:nvPr/>
        </p:nvGrpSpPr>
        <p:grpSpPr>
          <a:xfrm>
            <a:off x="7233318" y="4191834"/>
            <a:ext cx="180930" cy="180964"/>
            <a:chOff x="6081162" y="4191834"/>
            <a:chExt cx="180930" cy="180964"/>
          </a:xfrm>
        </p:grpSpPr>
        <p:sp>
          <p:nvSpPr>
            <p:cNvPr id="655" name="Freeform 535">
              <a:extLst>
                <a:ext uri="{FF2B5EF4-FFF2-40B4-BE49-F238E27FC236}">
                  <a16:creationId xmlns:a16="http://schemas.microsoft.com/office/drawing/2014/main" id="{3187B676-331D-AA2C-90D0-FAC5012572D7}"/>
                </a:ext>
              </a:extLst>
            </p:cNvPr>
            <p:cNvSpPr/>
            <p:nvPr/>
          </p:nvSpPr>
          <p:spPr>
            <a:xfrm>
              <a:off x="6125850" y="4237851"/>
              <a:ext cx="91324" cy="90417"/>
            </a:xfrm>
            <a:custGeom>
              <a:avLst/>
              <a:gdLst>
                <a:gd name="connsiteX0" fmla="*/ 39237 w 103146"/>
                <a:gd name="connsiteY0" fmla="*/ 0 h 102121"/>
                <a:gd name="connsiteX1" fmla="*/ 60950 w 103146"/>
                <a:gd name="connsiteY1" fmla="*/ 42703 h 102121"/>
                <a:gd name="connsiteX2" fmla="*/ 61052 w 103146"/>
                <a:gd name="connsiteY2" fmla="*/ 42812 h 102121"/>
                <a:gd name="connsiteX3" fmla="*/ 103146 w 103146"/>
                <a:gd name="connsiteY3" fmla="*/ 58616 h 102121"/>
                <a:gd name="connsiteX4" fmla="*/ 51958 w 103146"/>
                <a:gd name="connsiteY4" fmla="*/ 102122 h 102121"/>
                <a:gd name="connsiteX5" fmla="*/ 0 w 103146"/>
                <a:gd name="connsiteY5" fmla="*/ 50221 h 102121"/>
                <a:gd name="connsiteX6" fmla="*/ 39237 w 103146"/>
                <a:gd name="connsiteY6" fmla="*/ 0 h 102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146" h="102121">
                  <a:moveTo>
                    <a:pt x="39237" y="0"/>
                  </a:moveTo>
                  <a:cubicBezTo>
                    <a:pt x="37142" y="12190"/>
                    <a:pt x="45368" y="29308"/>
                    <a:pt x="60950" y="42703"/>
                  </a:cubicBezTo>
                  <a:lnTo>
                    <a:pt x="61052" y="42812"/>
                  </a:lnTo>
                  <a:cubicBezTo>
                    <a:pt x="75200" y="54930"/>
                    <a:pt x="91498" y="60587"/>
                    <a:pt x="103146" y="58616"/>
                  </a:cubicBezTo>
                  <a:cubicBezTo>
                    <a:pt x="98764" y="83033"/>
                    <a:pt x="78222" y="102122"/>
                    <a:pt x="51958" y="102122"/>
                  </a:cubicBezTo>
                  <a:cubicBezTo>
                    <a:pt x="23428" y="102122"/>
                    <a:pt x="0" y="78471"/>
                    <a:pt x="0" y="50221"/>
                  </a:cubicBezTo>
                  <a:cubicBezTo>
                    <a:pt x="0" y="26607"/>
                    <a:pt x="16973" y="6679"/>
                    <a:pt x="39237" y="0"/>
                  </a:cubicBezTo>
                  <a:close/>
                </a:path>
              </a:pathLst>
            </a:custGeom>
            <a:solidFill>
              <a:srgbClr val="007B85"/>
            </a:solidFill>
            <a:ln w="3646" cap="flat">
              <a:noFill/>
              <a:prstDash val="solid"/>
              <a:miter/>
            </a:ln>
          </p:spPr>
          <p:txBody>
            <a:bodyPr rtlCol="0" anchor="ctr"/>
            <a:lstStyle/>
            <a:p>
              <a:endParaRPr lang="en-GR"/>
            </a:p>
          </p:txBody>
        </p:sp>
        <p:sp>
          <p:nvSpPr>
            <p:cNvPr id="656" name="Freeform 536">
              <a:extLst>
                <a:ext uri="{FF2B5EF4-FFF2-40B4-BE49-F238E27FC236}">
                  <a16:creationId xmlns:a16="http://schemas.microsoft.com/office/drawing/2014/main" id="{F5D473BB-F9DD-BAD4-E09E-2542BE66F92F}"/>
                </a:ext>
              </a:extLst>
            </p:cNvPr>
            <p:cNvSpPr/>
            <p:nvPr/>
          </p:nvSpPr>
          <p:spPr>
            <a:xfrm>
              <a:off x="6081162" y="4191834"/>
              <a:ext cx="180930" cy="180964"/>
            </a:xfrm>
            <a:custGeom>
              <a:avLst/>
              <a:gdLst>
                <a:gd name="connsiteX0" fmla="*/ 0 w 204351"/>
                <a:gd name="connsiteY0" fmla="*/ 102195 h 204389"/>
                <a:gd name="connsiteX1" fmla="*/ 102176 w 204351"/>
                <a:gd name="connsiteY1" fmla="*/ 0 h 204389"/>
                <a:gd name="connsiteX2" fmla="*/ 204351 w 204351"/>
                <a:gd name="connsiteY2" fmla="*/ 102195 h 204389"/>
                <a:gd name="connsiteX3" fmla="*/ 102176 w 204351"/>
                <a:gd name="connsiteY3" fmla="*/ 204390 h 204389"/>
                <a:gd name="connsiteX4" fmla="*/ 0 w 204351"/>
                <a:gd name="connsiteY4" fmla="*/ 102195 h 204389"/>
                <a:gd name="connsiteX5" fmla="*/ 25545 w 204351"/>
                <a:gd name="connsiteY5" fmla="*/ 102195 h 204389"/>
                <a:gd name="connsiteX6" fmla="*/ 102176 w 204351"/>
                <a:gd name="connsiteY6" fmla="*/ 178841 h 204389"/>
                <a:gd name="connsiteX7" fmla="*/ 178806 w 204351"/>
                <a:gd name="connsiteY7" fmla="*/ 102195 h 204389"/>
                <a:gd name="connsiteX8" fmla="*/ 102176 w 204351"/>
                <a:gd name="connsiteY8" fmla="*/ 25549 h 204389"/>
                <a:gd name="connsiteX9" fmla="*/ 25545 w 204351"/>
                <a:gd name="connsiteY9" fmla="*/ 102195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4351" h="204389">
                  <a:moveTo>
                    <a:pt x="0" y="102195"/>
                  </a:moveTo>
                  <a:cubicBezTo>
                    <a:pt x="0" y="45878"/>
                    <a:pt x="45879" y="0"/>
                    <a:pt x="102176" y="0"/>
                  </a:cubicBezTo>
                  <a:cubicBezTo>
                    <a:pt x="158476" y="0"/>
                    <a:pt x="204351" y="45878"/>
                    <a:pt x="204351" y="102195"/>
                  </a:cubicBezTo>
                  <a:cubicBezTo>
                    <a:pt x="204351" y="158512"/>
                    <a:pt x="158476" y="204390"/>
                    <a:pt x="102176" y="204390"/>
                  </a:cubicBezTo>
                  <a:cubicBezTo>
                    <a:pt x="45879" y="204390"/>
                    <a:pt x="0" y="158512"/>
                    <a:pt x="0" y="102195"/>
                  </a:cubicBezTo>
                  <a:close/>
                  <a:moveTo>
                    <a:pt x="25545" y="102195"/>
                  </a:moveTo>
                  <a:cubicBezTo>
                    <a:pt x="25545" y="144459"/>
                    <a:pt x="59925" y="178841"/>
                    <a:pt x="102176" y="178841"/>
                  </a:cubicBezTo>
                  <a:cubicBezTo>
                    <a:pt x="144427" y="178841"/>
                    <a:pt x="178806" y="144459"/>
                    <a:pt x="178806" y="102195"/>
                  </a:cubicBezTo>
                  <a:cubicBezTo>
                    <a:pt x="178806" y="59930"/>
                    <a:pt x="144427" y="25549"/>
                    <a:pt x="102176" y="25549"/>
                  </a:cubicBezTo>
                  <a:cubicBezTo>
                    <a:pt x="59925" y="25549"/>
                    <a:pt x="25545" y="59930"/>
                    <a:pt x="25545" y="102195"/>
                  </a:cubicBezTo>
                  <a:close/>
                </a:path>
              </a:pathLst>
            </a:custGeom>
            <a:solidFill>
              <a:srgbClr val="007B85"/>
            </a:solidFill>
            <a:ln w="3646" cap="flat">
              <a:noFill/>
              <a:prstDash val="solid"/>
              <a:miter/>
            </a:ln>
          </p:spPr>
          <p:txBody>
            <a:bodyPr rtlCol="0" anchor="ctr"/>
            <a:lstStyle/>
            <a:p>
              <a:endParaRPr lang="en-GR"/>
            </a:p>
          </p:txBody>
        </p:sp>
      </p:grpSp>
      <p:sp>
        <p:nvSpPr>
          <p:cNvPr id="657" name="Freeform 537">
            <a:extLst>
              <a:ext uri="{FF2B5EF4-FFF2-40B4-BE49-F238E27FC236}">
                <a16:creationId xmlns:a16="http://schemas.microsoft.com/office/drawing/2014/main" id="{7EB20FB0-1036-D378-3F17-ED4B93433922}"/>
              </a:ext>
            </a:extLst>
          </p:cNvPr>
          <p:cNvSpPr/>
          <p:nvPr/>
        </p:nvSpPr>
        <p:spPr>
          <a:xfrm>
            <a:off x="7582267" y="4188605"/>
            <a:ext cx="149670" cy="187427"/>
          </a:xfrm>
          <a:custGeom>
            <a:avLst/>
            <a:gdLst>
              <a:gd name="connsiteX0" fmla="*/ 126491 w 169044"/>
              <a:gd name="connsiteY0" fmla="*/ 0 h 211689"/>
              <a:gd name="connsiteX1" fmla="*/ 54144 w 169044"/>
              <a:gd name="connsiteY1" fmla="*/ 0 h 211689"/>
              <a:gd name="connsiteX2" fmla="*/ 44827 w 169044"/>
              <a:gd name="connsiteY2" fmla="*/ 3869 h 211689"/>
              <a:gd name="connsiteX3" fmla="*/ 3865 w 169044"/>
              <a:gd name="connsiteY3" fmla="*/ 44820 h 211689"/>
              <a:gd name="connsiteX4" fmla="*/ 0 w 169044"/>
              <a:gd name="connsiteY4" fmla="*/ 54200 h 211689"/>
              <a:gd name="connsiteX5" fmla="*/ 0 w 169044"/>
              <a:gd name="connsiteY5" fmla="*/ 187089 h 211689"/>
              <a:gd name="connsiteX6" fmla="*/ 42499 w 169044"/>
              <a:gd name="connsiteY6" fmla="*/ 211689 h 211689"/>
              <a:gd name="connsiteX7" fmla="*/ 126545 w 169044"/>
              <a:gd name="connsiteY7" fmla="*/ 211689 h 211689"/>
              <a:gd name="connsiteX8" fmla="*/ 169045 w 169044"/>
              <a:gd name="connsiteY8" fmla="*/ 187089 h 211689"/>
              <a:gd name="connsiteX9" fmla="*/ 169045 w 169044"/>
              <a:gd name="connsiteY9" fmla="*/ 24600 h 211689"/>
              <a:gd name="connsiteX10" fmla="*/ 126491 w 169044"/>
              <a:gd name="connsiteY10" fmla="*/ 0 h 211689"/>
              <a:gd name="connsiteX11" fmla="*/ 77061 w 169044"/>
              <a:gd name="connsiteY11" fmla="*/ 60258 h 211689"/>
              <a:gd name="connsiteX12" fmla="*/ 66475 w 169044"/>
              <a:gd name="connsiteY12" fmla="*/ 66390 h 211689"/>
              <a:gd name="connsiteX13" fmla="*/ 55888 w 169044"/>
              <a:gd name="connsiteY13" fmla="*/ 60258 h 211689"/>
              <a:gd name="connsiteX14" fmla="*/ 55888 w 169044"/>
              <a:gd name="connsiteY14" fmla="*/ 33250 h 211689"/>
              <a:gd name="connsiteX15" fmla="*/ 66475 w 169044"/>
              <a:gd name="connsiteY15" fmla="*/ 27118 h 211689"/>
              <a:gd name="connsiteX16" fmla="*/ 77061 w 169044"/>
              <a:gd name="connsiteY16" fmla="*/ 33250 h 211689"/>
              <a:gd name="connsiteX17" fmla="*/ 77061 w 169044"/>
              <a:gd name="connsiteY17" fmla="*/ 60258 h 211689"/>
              <a:gd name="connsiteX18" fmla="*/ 112521 w 169044"/>
              <a:gd name="connsiteY18" fmla="*/ 60258 h 211689"/>
              <a:gd name="connsiteX19" fmla="*/ 101935 w 169044"/>
              <a:gd name="connsiteY19" fmla="*/ 66390 h 211689"/>
              <a:gd name="connsiteX20" fmla="*/ 91348 w 169044"/>
              <a:gd name="connsiteY20" fmla="*/ 60258 h 211689"/>
              <a:gd name="connsiteX21" fmla="*/ 91348 w 169044"/>
              <a:gd name="connsiteY21" fmla="*/ 33250 h 211689"/>
              <a:gd name="connsiteX22" fmla="*/ 101935 w 169044"/>
              <a:gd name="connsiteY22" fmla="*/ 27118 h 211689"/>
              <a:gd name="connsiteX23" fmla="*/ 112521 w 169044"/>
              <a:gd name="connsiteY23" fmla="*/ 33250 h 211689"/>
              <a:gd name="connsiteX24" fmla="*/ 112521 w 169044"/>
              <a:gd name="connsiteY24" fmla="*/ 60258 h 211689"/>
              <a:gd name="connsiteX25" fmla="*/ 147981 w 169044"/>
              <a:gd name="connsiteY25" fmla="*/ 60258 h 211689"/>
              <a:gd name="connsiteX26" fmla="*/ 137395 w 169044"/>
              <a:gd name="connsiteY26" fmla="*/ 66390 h 211689"/>
              <a:gd name="connsiteX27" fmla="*/ 126808 w 169044"/>
              <a:gd name="connsiteY27" fmla="*/ 60258 h 211689"/>
              <a:gd name="connsiteX28" fmla="*/ 126808 w 169044"/>
              <a:gd name="connsiteY28" fmla="*/ 33250 h 211689"/>
              <a:gd name="connsiteX29" fmla="*/ 137395 w 169044"/>
              <a:gd name="connsiteY29" fmla="*/ 27118 h 211689"/>
              <a:gd name="connsiteX30" fmla="*/ 147981 w 169044"/>
              <a:gd name="connsiteY30" fmla="*/ 33250 h 211689"/>
              <a:gd name="connsiteX31" fmla="*/ 147981 w 169044"/>
              <a:gd name="connsiteY31" fmla="*/ 60258 h 211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69044" h="211689">
                <a:moveTo>
                  <a:pt x="126491" y="0"/>
                </a:moveTo>
                <a:lnTo>
                  <a:pt x="54144" y="0"/>
                </a:lnTo>
                <a:cubicBezTo>
                  <a:pt x="50648" y="0"/>
                  <a:pt x="47261" y="1387"/>
                  <a:pt x="44827" y="3869"/>
                </a:cubicBezTo>
                <a:cubicBezTo>
                  <a:pt x="42766" y="5913"/>
                  <a:pt x="15188" y="33578"/>
                  <a:pt x="3865" y="44820"/>
                </a:cubicBezTo>
                <a:cubicBezTo>
                  <a:pt x="1376" y="47338"/>
                  <a:pt x="0" y="50659"/>
                  <a:pt x="0" y="54200"/>
                </a:cubicBezTo>
                <a:lnTo>
                  <a:pt x="0" y="187089"/>
                </a:lnTo>
                <a:cubicBezTo>
                  <a:pt x="0" y="206068"/>
                  <a:pt x="28482" y="211689"/>
                  <a:pt x="42499" y="211689"/>
                </a:cubicBezTo>
                <a:lnTo>
                  <a:pt x="126545" y="211689"/>
                </a:lnTo>
                <a:cubicBezTo>
                  <a:pt x="140577" y="211689"/>
                  <a:pt x="169045" y="206105"/>
                  <a:pt x="169045" y="187089"/>
                </a:cubicBezTo>
                <a:lnTo>
                  <a:pt x="169045" y="24600"/>
                </a:lnTo>
                <a:cubicBezTo>
                  <a:pt x="169045" y="5438"/>
                  <a:pt x="140902" y="0"/>
                  <a:pt x="126491" y="0"/>
                </a:cubicBezTo>
                <a:close/>
                <a:moveTo>
                  <a:pt x="77061" y="60258"/>
                </a:moveTo>
                <a:cubicBezTo>
                  <a:pt x="77061" y="63616"/>
                  <a:pt x="72295" y="66390"/>
                  <a:pt x="66475" y="66390"/>
                </a:cubicBezTo>
                <a:cubicBezTo>
                  <a:pt x="60654" y="66390"/>
                  <a:pt x="55888" y="63616"/>
                  <a:pt x="55888" y="60258"/>
                </a:cubicBezTo>
                <a:lnTo>
                  <a:pt x="55888" y="33250"/>
                </a:lnTo>
                <a:cubicBezTo>
                  <a:pt x="55888" y="29856"/>
                  <a:pt x="60654" y="27118"/>
                  <a:pt x="66475" y="27118"/>
                </a:cubicBezTo>
                <a:cubicBezTo>
                  <a:pt x="72295" y="27118"/>
                  <a:pt x="77061" y="29856"/>
                  <a:pt x="77061" y="33250"/>
                </a:cubicBezTo>
                <a:lnTo>
                  <a:pt x="77061" y="60258"/>
                </a:lnTo>
                <a:close/>
                <a:moveTo>
                  <a:pt x="112521" y="60258"/>
                </a:moveTo>
                <a:cubicBezTo>
                  <a:pt x="112521" y="63616"/>
                  <a:pt x="107755" y="66390"/>
                  <a:pt x="101935" y="66390"/>
                </a:cubicBezTo>
                <a:cubicBezTo>
                  <a:pt x="96114" y="66390"/>
                  <a:pt x="91348" y="63616"/>
                  <a:pt x="91348" y="60258"/>
                </a:cubicBezTo>
                <a:lnTo>
                  <a:pt x="91348" y="33250"/>
                </a:lnTo>
                <a:cubicBezTo>
                  <a:pt x="91348" y="29856"/>
                  <a:pt x="96114" y="27118"/>
                  <a:pt x="101935" y="27118"/>
                </a:cubicBezTo>
                <a:cubicBezTo>
                  <a:pt x="107755" y="27118"/>
                  <a:pt x="112521" y="29856"/>
                  <a:pt x="112521" y="33250"/>
                </a:cubicBezTo>
                <a:lnTo>
                  <a:pt x="112521" y="60258"/>
                </a:lnTo>
                <a:close/>
                <a:moveTo>
                  <a:pt x="147981" y="60258"/>
                </a:moveTo>
                <a:cubicBezTo>
                  <a:pt x="147981" y="63616"/>
                  <a:pt x="143215" y="66390"/>
                  <a:pt x="137395" y="66390"/>
                </a:cubicBezTo>
                <a:cubicBezTo>
                  <a:pt x="131574" y="66390"/>
                  <a:pt x="126808" y="63616"/>
                  <a:pt x="126808" y="60258"/>
                </a:cubicBezTo>
                <a:lnTo>
                  <a:pt x="126808" y="33250"/>
                </a:lnTo>
                <a:cubicBezTo>
                  <a:pt x="126808" y="29856"/>
                  <a:pt x="131574" y="27118"/>
                  <a:pt x="137395" y="27118"/>
                </a:cubicBezTo>
                <a:cubicBezTo>
                  <a:pt x="143215" y="27118"/>
                  <a:pt x="147981" y="29856"/>
                  <a:pt x="147981" y="33250"/>
                </a:cubicBezTo>
                <a:lnTo>
                  <a:pt x="147981" y="60258"/>
                </a:lnTo>
                <a:close/>
              </a:path>
            </a:pathLst>
          </a:custGeom>
          <a:solidFill>
            <a:srgbClr val="007B85"/>
          </a:solidFill>
          <a:ln w="3646" cap="flat">
            <a:noFill/>
            <a:prstDash val="solid"/>
            <a:miter/>
          </a:ln>
        </p:spPr>
        <p:txBody>
          <a:bodyPr rtlCol="0" anchor="ctr"/>
          <a:lstStyle/>
          <a:p>
            <a:endParaRPr lang="en-GR"/>
          </a:p>
        </p:txBody>
      </p:sp>
      <p:grpSp>
        <p:nvGrpSpPr>
          <p:cNvPr id="658" name="Group 657">
            <a:extLst>
              <a:ext uri="{FF2B5EF4-FFF2-40B4-BE49-F238E27FC236}">
                <a16:creationId xmlns:a16="http://schemas.microsoft.com/office/drawing/2014/main" id="{008A7955-D90C-B1E1-9B1C-39C863E357C8}"/>
              </a:ext>
            </a:extLst>
          </p:cNvPr>
          <p:cNvGrpSpPr/>
          <p:nvPr/>
        </p:nvGrpSpPr>
        <p:grpSpPr>
          <a:xfrm>
            <a:off x="7892447" y="4191836"/>
            <a:ext cx="192671" cy="180963"/>
            <a:chOff x="6740289" y="4191834"/>
            <a:chExt cx="192671" cy="180963"/>
          </a:xfrm>
        </p:grpSpPr>
        <p:sp>
          <p:nvSpPr>
            <p:cNvPr id="659" name="Freeform 538">
              <a:extLst>
                <a:ext uri="{FF2B5EF4-FFF2-40B4-BE49-F238E27FC236}">
                  <a16:creationId xmlns:a16="http://schemas.microsoft.com/office/drawing/2014/main" id="{6154A3BA-2CE0-5814-2D14-8F9BF47310FF}"/>
                </a:ext>
              </a:extLst>
            </p:cNvPr>
            <p:cNvSpPr/>
            <p:nvPr/>
          </p:nvSpPr>
          <p:spPr>
            <a:xfrm>
              <a:off x="6764078" y="4191834"/>
              <a:ext cx="145091" cy="58329"/>
            </a:xfrm>
            <a:custGeom>
              <a:avLst/>
              <a:gdLst>
                <a:gd name="connsiteX0" fmla="*/ 24523 w 163873"/>
                <a:gd name="connsiteY0" fmla="*/ 24527 h 65879"/>
                <a:gd name="connsiteX1" fmla="*/ 24523 w 163873"/>
                <a:gd name="connsiteY1" fmla="*/ 62448 h 65879"/>
                <a:gd name="connsiteX2" fmla="*/ 24468 w 163873"/>
                <a:gd name="connsiteY2" fmla="*/ 62339 h 65879"/>
                <a:gd name="connsiteX3" fmla="*/ 0 w 163873"/>
                <a:gd name="connsiteY3" fmla="*/ 65770 h 65879"/>
                <a:gd name="connsiteX4" fmla="*/ 0 w 163873"/>
                <a:gd name="connsiteY4" fmla="*/ 22775 h 65879"/>
                <a:gd name="connsiteX5" fmla="*/ 39390 w 163873"/>
                <a:gd name="connsiteY5" fmla="*/ 0 h 65879"/>
                <a:gd name="connsiteX6" fmla="*/ 113682 w 163873"/>
                <a:gd name="connsiteY6" fmla="*/ 0 h 65879"/>
                <a:gd name="connsiteX7" fmla="*/ 122341 w 163873"/>
                <a:gd name="connsiteY7" fmla="*/ 3613 h 65879"/>
                <a:gd name="connsiteX8" fmla="*/ 160272 w 163873"/>
                <a:gd name="connsiteY8" fmla="*/ 41571 h 65879"/>
                <a:gd name="connsiteX9" fmla="*/ 163874 w 163873"/>
                <a:gd name="connsiteY9" fmla="*/ 50221 h 65879"/>
                <a:gd name="connsiteX10" fmla="*/ 163874 w 163873"/>
                <a:gd name="connsiteY10" fmla="*/ 65879 h 65879"/>
                <a:gd name="connsiteX11" fmla="*/ 139402 w 163873"/>
                <a:gd name="connsiteY11" fmla="*/ 62375 h 65879"/>
                <a:gd name="connsiteX12" fmla="*/ 139402 w 163873"/>
                <a:gd name="connsiteY12" fmla="*/ 55331 h 65879"/>
                <a:gd name="connsiteX13" fmla="*/ 108518 w 163873"/>
                <a:gd name="connsiteY13" fmla="*/ 24527 h 65879"/>
                <a:gd name="connsiteX14" fmla="*/ 24523 w 163873"/>
                <a:gd name="connsiteY14" fmla="*/ 24527 h 6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3873" h="65879">
                  <a:moveTo>
                    <a:pt x="24523" y="24527"/>
                  </a:moveTo>
                  <a:lnTo>
                    <a:pt x="24523" y="62448"/>
                  </a:lnTo>
                  <a:lnTo>
                    <a:pt x="24468" y="62339"/>
                  </a:lnTo>
                  <a:cubicBezTo>
                    <a:pt x="16228" y="62339"/>
                    <a:pt x="7926" y="63507"/>
                    <a:pt x="0" y="65770"/>
                  </a:cubicBezTo>
                  <a:lnTo>
                    <a:pt x="0" y="22775"/>
                  </a:lnTo>
                  <a:cubicBezTo>
                    <a:pt x="0" y="5183"/>
                    <a:pt x="26439" y="0"/>
                    <a:pt x="39390" y="0"/>
                  </a:cubicBezTo>
                  <a:lnTo>
                    <a:pt x="113682" y="0"/>
                  </a:lnTo>
                  <a:cubicBezTo>
                    <a:pt x="116915" y="0"/>
                    <a:pt x="120046" y="1314"/>
                    <a:pt x="122341" y="3613"/>
                  </a:cubicBezTo>
                  <a:lnTo>
                    <a:pt x="160272" y="41571"/>
                  </a:lnTo>
                  <a:cubicBezTo>
                    <a:pt x="162567" y="43871"/>
                    <a:pt x="163874" y="46973"/>
                    <a:pt x="163874" y="50221"/>
                  </a:cubicBezTo>
                  <a:lnTo>
                    <a:pt x="163874" y="65879"/>
                  </a:lnTo>
                  <a:cubicBezTo>
                    <a:pt x="156411" y="63762"/>
                    <a:pt x="148167" y="62485"/>
                    <a:pt x="139402" y="62375"/>
                  </a:cubicBezTo>
                  <a:lnTo>
                    <a:pt x="139402" y="55331"/>
                  </a:lnTo>
                  <a:cubicBezTo>
                    <a:pt x="135647" y="51572"/>
                    <a:pt x="113576" y="29600"/>
                    <a:pt x="108518" y="24527"/>
                  </a:cubicBezTo>
                  <a:lnTo>
                    <a:pt x="24523" y="24527"/>
                  </a:lnTo>
                  <a:close/>
                </a:path>
              </a:pathLst>
            </a:custGeom>
            <a:solidFill>
              <a:srgbClr val="007B85"/>
            </a:solidFill>
            <a:ln w="3646" cap="flat">
              <a:noFill/>
              <a:prstDash val="solid"/>
              <a:miter/>
            </a:ln>
          </p:spPr>
          <p:txBody>
            <a:bodyPr rtlCol="0" anchor="ctr"/>
            <a:lstStyle/>
            <a:p>
              <a:endParaRPr lang="en-GR"/>
            </a:p>
          </p:txBody>
        </p:sp>
        <p:sp>
          <p:nvSpPr>
            <p:cNvPr id="660" name="Freeform 539">
              <a:extLst>
                <a:ext uri="{FF2B5EF4-FFF2-40B4-BE49-F238E27FC236}">
                  <a16:creationId xmlns:a16="http://schemas.microsoft.com/office/drawing/2014/main" id="{86483C1A-4D3A-9CB5-634B-4B87A38A172D}"/>
                </a:ext>
              </a:extLst>
            </p:cNvPr>
            <p:cNvSpPr/>
            <p:nvPr/>
          </p:nvSpPr>
          <p:spPr>
            <a:xfrm>
              <a:off x="6740289" y="4256302"/>
              <a:ext cx="192671" cy="116495"/>
            </a:xfrm>
            <a:custGeom>
              <a:avLst/>
              <a:gdLst>
                <a:gd name="connsiteX0" fmla="*/ 165333 w 217612"/>
                <a:gd name="connsiteY0" fmla="*/ 0 h 131575"/>
                <a:gd name="connsiteX1" fmla="*/ 216726 w 217612"/>
                <a:gd name="connsiteY1" fmla="*/ 29199 h 131575"/>
                <a:gd name="connsiteX2" fmla="*/ 216675 w 217612"/>
                <a:gd name="connsiteY2" fmla="*/ 29235 h 131575"/>
                <a:gd name="connsiteX3" fmla="*/ 217613 w 217612"/>
                <a:gd name="connsiteY3" fmla="*/ 65806 h 131575"/>
                <a:gd name="connsiteX4" fmla="*/ 191316 w 217612"/>
                <a:gd name="connsiteY4" fmla="*/ 78945 h 131575"/>
                <a:gd name="connsiteX5" fmla="*/ 191316 w 217612"/>
                <a:gd name="connsiteY5" fmla="*/ 105261 h 131575"/>
                <a:gd name="connsiteX6" fmla="*/ 165019 w 217612"/>
                <a:gd name="connsiteY6" fmla="*/ 131576 h 131575"/>
                <a:gd name="connsiteX7" fmla="*/ 52593 w 217612"/>
                <a:gd name="connsiteY7" fmla="*/ 131576 h 131575"/>
                <a:gd name="connsiteX8" fmla="*/ 26297 w 217612"/>
                <a:gd name="connsiteY8" fmla="*/ 105261 h 131575"/>
                <a:gd name="connsiteX9" fmla="*/ 26297 w 217612"/>
                <a:gd name="connsiteY9" fmla="*/ 78945 h 131575"/>
                <a:gd name="connsiteX10" fmla="*/ 0 w 217612"/>
                <a:gd name="connsiteY10" fmla="*/ 65806 h 131575"/>
                <a:gd name="connsiteX11" fmla="*/ 887 w 217612"/>
                <a:gd name="connsiteY11" fmla="*/ 29418 h 131575"/>
                <a:gd name="connsiteX12" fmla="*/ 49564 w 217612"/>
                <a:gd name="connsiteY12" fmla="*/ 110 h 131575"/>
                <a:gd name="connsiteX13" fmla="*/ 165333 w 217612"/>
                <a:gd name="connsiteY13" fmla="*/ 0 h 131575"/>
                <a:gd name="connsiteX14" fmla="*/ 52644 w 217612"/>
                <a:gd name="connsiteY14" fmla="*/ 105151 h 131575"/>
                <a:gd name="connsiteX15" fmla="*/ 165074 w 217612"/>
                <a:gd name="connsiteY15" fmla="*/ 105151 h 131575"/>
                <a:gd name="connsiteX16" fmla="*/ 165074 w 217612"/>
                <a:gd name="connsiteY16" fmla="*/ 65697 h 131575"/>
                <a:gd name="connsiteX17" fmla="*/ 52644 w 217612"/>
                <a:gd name="connsiteY17" fmla="*/ 65697 h 131575"/>
                <a:gd name="connsiteX18" fmla="*/ 52644 w 217612"/>
                <a:gd name="connsiteY18" fmla="*/ 105151 h 131575"/>
                <a:gd name="connsiteX19" fmla="*/ 162151 w 217612"/>
                <a:gd name="connsiteY19" fmla="*/ 37301 h 131575"/>
                <a:gd name="connsiteX20" fmla="*/ 179054 w 217612"/>
                <a:gd name="connsiteY20" fmla="*/ 47046 h 131575"/>
                <a:gd name="connsiteX21" fmla="*/ 195961 w 217612"/>
                <a:gd name="connsiteY21" fmla="*/ 37301 h 131575"/>
                <a:gd name="connsiteX22" fmla="*/ 179054 w 217612"/>
                <a:gd name="connsiteY22" fmla="*/ 27520 h 131575"/>
                <a:gd name="connsiteX23" fmla="*/ 162151 w 217612"/>
                <a:gd name="connsiteY23" fmla="*/ 37301 h 13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7612" h="131575">
                  <a:moveTo>
                    <a:pt x="165333" y="0"/>
                  </a:moveTo>
                  <a:cubicBezTo>
                    <a:pt x="193298" y="183"/>
                    <a:pt x="215890" y="13103"/>
                    <a:pt x="216726" y="29199"/>
                  </a:cubicBezTo>
                  <a:lnTo>
                    <a:pt x="216675" y="29235"/>
                  </a:lnTo>
                  <a:cubicBezTo>
                    <a:pt x="217248" y="31060"/>
                    <a:pt x="217613" y="65806"/>
                    <a:pt x="217613" y="65806"/>
                  </a:cubicBezTo>
                  <a:cubicBezTo>
                    <a:pt x="217613" y="80552"/>
                    <a:pt x="201490" y="78945"/>
                    <a:pt x="191316" y="78945"/>
                  </a:cubicBezTo>
                  <a:lnTo>
                    <a:pt x="191316" y="105261"/>
                  </a:lnTo>
                  <a:cubicBezTo>
                    <a:pt x="191316" y="119787"/>
                    <a:pt x="179525" y="131576"/>
                    <a:pt x="165019" y="131576"/>
                  </a:cubicBezTo>
                  <a:lnTo>
                    <a:pt x="52593" y="131576"/>
                  </a:lnTo>
                  <a:cubicBezTo>
                    <a:pt x="38087" y="131576"/>
                    <a:pt x="26297" y="119787"/>
                    <a:pt x="26297" y="105261"/>
                  </a:cubicBezTo>
                  <a:lnTo>
                    <a:pt x="26297" y="78945"/>
                  </a:lnTo>
                  <a:cubicBezTo>
                    <a:pt x="16123" y="78945"/>
                    <a:pt x="0" y="80552"/>
                    <a:pt x="0" y="65806"/>
                  </a:cubicBezTo>
                  <a:cubicBezTo>
                    <a:pt x="0" y="65806"/>
                    <a:pt x="365" y="31170"/>
                    <a:pt x="887" y="29418"/>
                  </a:cubicBezTo>
                  <a:cubicBezTo>
                    <a:pt x="1566" y="13760"/>
                    <a:pt x="22801" y="1095"/>
                    <a:pt x="49564" y="110"/>
                  </a:cubicBezTo>
                  <a:lnTo>
                    <a:pt x="165333" y="0"/>
                  </a:lnTo>
                  <a:close/>
                  <a:moveTo>
                    <a:pt x="52644" y="105151"/>
                  </a:moveTo>
                  <a:lnTo>
                    <a:pt x="165074" y="105151"/>
                  </a:lnTo>
                  <a:lnTo>
                    <a:pt x="165074" y="65697"/>
                  </a:lnTo>
                  <a:lnTo>
                    <a:pt x="52644" y="65697"/>
                  </a:lnTo>
                  <a:lnTo>
                    <a:pt x="52644" y="105151"/>
                  </a:lnTo>
                  <a:close/>
                  <a:moveTo>
                    <a:pt x="162151" y="37301"/>
                  </a:moveTo>
                  <a:cubicBezTo>
                    <a:pt x="162151" y="42667"/>
                    <a:pt x="169716" y="47046"/>
                    <a:pt x="179054" y="47046"/>
                  </a:cubicBezTo>
                  <a:cubicBezTo>
                    <a:pt x="188393" y="47046"/>
                    <a:pt x="195961" y="42667"/>
                    <a:pt x="195961" y="37301"/>
                  </a:cubicBezTo>
                  <a:cubicBezTo>
                    <a:pt x="195961" y="31899"/>
                    <a:pt x="188393" y="27520"/>
                    <a:pt x="179054" y="27520"/>
                  </a:cubicBezTo>
                  <a:cubicBezTo>
                    <a:pt x="169716" y="27520"/>
                    <a:pt x="162151" y="31899"/>
                    <a:pt x="162151" y="37301"/>
                  </a:cubicBezTo>
                  <a:close/>
                </a:path>
              </a:pathLst>
            </a:custGeom>
            <a:solidFill>
              <a:srgbClr val="007B85"/>
            </a:solidFill>
            <a:ln w="3646" cap="flat">
              <a:noFill/>
              <a:prstDash val="solid"/>
              <a:miter/>
            </a:ln>
          </p:spPr>
          <p:txBody>
            <a:bodyPr rtlCol="0" anchor="ctr"/>
            <a:lstStyle/>
            <a:p>
              <a:endParaRPr lang="en-GR"/>
            </a:p>
          </p:txBody>
        </p:sp>
      </p:grpSp>
      <p:grpSp>
        <p:nvGrpSpPr>
          <p:cNvPr id="661" name="Group 660">
            <a:extLst>
              <a:ext uri="{FF2B5EF4-FFF2-40B4-BE49-F238E27FC236}">
                <a16:creationId xmlns:a16="http://schemas.microsoft.com/office/drawing/2014/main" id="{185A41E4-FE65-5310-4C77-AE57844D0239}"/>
              </a:ext>
            </a:extLst>
          </p:cNvPr>
          <p:cNvGrpSpPr/>
          <p:nvPr/>
        </p:nvGrpSpPr>
        <p:grpSpPr>
          <a:xfrm>
            <a:off x="8247856" y="4191834"/>
            <a:ext cx="146946" cy="180964"/>
            <a:chOff x="7095700" y="4191834"/>
            <a:chExt cx="146946" cy="180964"/>
          </a:xfrm>
        </p:grpSpPr>
        <p:sp>
          <p:nvSpPr>
            <p:cNvPr id="662" name="Freeform 540">
              <a:extLst>
                <a:ext uri="{FF2B5EF4-FFF2-40B4-BE49-F238E27FC236}">
                  <a16:creationId xmlns:a16="http://schemas.microsoft.com/office/drawing/2014/main" id="{00D7978F-654A-219C-FCE4-49CB93D22386}"/>
                </a:ext>
              </a:extLst>
            </p:cNvPr>
            <p:cNvSpPr/>
            <p:nvPr/>
          </p:nvSpPr>
          <p:spPr>
            <a:xfrm>
              <a:off x="7120369" y="4191834"/>
              <a:ext cx="97657" cy="67053"/>
            </a:xfrm>
            <a:custGeom>
              <a:avLst/>
              <a:gdLst>
                <a:gd name="connsiteX0" fmla="*/ 25512 w 110298"/>
                <a:gd name="connsiteY0" fmla="*/ 38177 h 75733"/>
                <a:gd name="connsiteX1" fmla="*/ 25512 w 110298"/>
                <a:gd name="connsiteY1" fmla="*/ 75734 h 75733"/>
                <a:gd name="connsiteX2" fmla="*/ 0 w 110298"/>
                <a:gd name="connsiteY2" fmla="*/ 75734 h 75733"/>
                <a:gd name="connsiteX3" fmla="*/ 0 w 110298"/>
                <a:gd name="connsiteY3" fmla="*/ 38177 h 75733"/>
                <a:gd name="connsiteX4" fmla="*/ 55155 w 110298"/>
                <a:gd name="connsiteY4" fmla="*/ 0 h 75733"/>
                <a:gd name="connsiteX5" fmla="*/ 110299 w 110298"/>
                <a:gd name="connsiteY5" fmla="*/ 38177 h 75733"/>
                <a:gd name="connsiteX6" fmla="*/ 110299 w 110298"/>
                <a:gd name="connsiteY6" fmla="*/ 75734 h 75733"/>
                <a:gd name="connsiteX7" fmla="*/ 84801 w 110298"/>
                <a:gd name="connsiteY7" fmla="*/ 75734 h 75733"/>
                <a:gd name="connsiteX8" fmla="*/ 84801 w 110298"/>
                <a:gd name="connsiteY8" fmla="*/ 38177 h 75733"/>
                <a:gd name="connsiteX9" fmla="*/ 55155 w 110298"/>
                <a:gd name="connsiteY9" fmla="*/ 25512 h 75733"/>
                <a:gd name="connsiteX10" fmla="*/ 25512 w 110298"/>
                <a:gd name="connsiteY10" fmla="*/ 38177 h 75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0298" h="75733">
                  <a:moveTo>
                    <a:pt x="25512" y="38177"/>
                  </a:moveTo>
                  <a:lnTo>
                    <a:pt x="25512" y="75734"/>
                  </a:lnTo>
                  <a:lnTo>
                    <a:pt x="0" y="75734"/>
                  </a:lnTo>
                  <a:lnTo>
                    <a:pt x="0" y="38177"/>
                  </a:lnTo>
                  <a:cubicBezTo>
                    <a:pt x="0" y="16789"/>
                    <a:pt x="24235" y="0"/>
                    <a:pt x="55155" y="0"/>
                  </a:cubicBezTo>
                  <a:cubicBezTo>
                    <a:pt x="86075" y="0"/>
                    <a:pt x="110299" y="16753"/>
                    <a:pt x="110299" y="38177"/>
                  </a:cubicBezTo>
                  <a:lnTo>
                    <a:pt x="110299" y="75734"/>
                  </a:lnTo>
                  <a:lnTo>
                    <a:pt x="84801" y="75734"/>
                  </a:lnTo>
                  <a:lnTo>
                    <a:pt x="84801" y="38177"/>
                  </a:lnTo>
                  <a:cubicBezTo>
                    <a:pt x="84801" y="33724"/>
                    <a:pt x="73525" y="25512"/>
                    <a:pt x="55155" y="25512"/>
                  </a:cubicBezTo>
                  <a:cubicBezTo>
                    <a:pt x="36788" y="25512"/>
                    <a:pt x="25512" y="33688"/>
                    <a:pt x="25512" y="38177"/>
                  </a:cubicBezTo>
                  <a:close/>
                </a:path>
              </a:pathLst>
            </a:custGeom>
            <a:solidFill>
              <a:srgbClr val="007B85"/>
            </a:solidFill>
            <a:ln w="3646" cap="flat">
              <a:noFill/>
              <a:prstDash val="solid"/>
              <a:miter/>
            </a:ln>
          </p:spPr>
          <p:txBody>
            <a:bodyPr rtlCol="0" anchor="ctr"/>
            <a:lstStyle/>
            <a:p>
              <a:endParaRPr lang="en-GR"/>
            </a:p>
          </p:txBody>
        </p:sp>
        <p:sp>
          <p:nvSpPr>
            <p:cNvPr id="663" name="Freeform 541">
              <a:extLst>
                <a:ext uri="{FF2B5EF4-FFF2-40B4-BE49-F238E27FC236}">
                  <a16:creationId xmlns:a16="http://schemas.microsoft.com/office/drawing/2014/main" id="{2042B499-16B0-4BBE-DE15-ECF16411EAAA}"/>
                </a:ext>
              </a:extLst>
            </p:cNvPr>
            <p:cNvSpPr/>
            <p:nvPr/>
          </p:nvSpPr>
          <p:spPr>
            <a:xfrm>
              <a:off x="7095700" y="4267936"/>
              <a:ext cx="146946" cy="104862"/>
            </a:xfrm>
            <a:custGeom>
              <a:avLst/>
              <a:gdLst>
                <a:gd name="connsiteX0" fmla="*/ 17962 w 165968"/>
                <a:gd name="connsiteY0" fmla="*/ 0 h 118436"/>
                <a:gd name="connsiteX1" fmla="*/ 148014 w 165968"/>
                <a:gd name="connsiteY1" fmla="*/ 0 h 118436"/>
                <a:gd name="connsiteX2" fmla="*/ 165968 w 165968"/>
                <a:gd name="connsiteY2" fmla="*/ 28979 h 118436"/>
                <a:gd name="connsiteX3" fmla="*/ 165968 w 165968"/>
                <a:gd name="connsiteY3" fmla="*/ 89457 h 118436"/>
                <a:gd name="connsiteX4" fmla="*/ 148014 w 165968"/>
                <a:gd name="connsiteY4" fmla="*/ 118436 h 118436"/>
                <a:gd name="connsiteX5" fmla="*/ 17962 w 165968"/>
                <a:gd name="connsiteY5" fmla="*/ 118436 h 118436"/>
                <a:gd name="connsiteX6" fmla="*/ 0 w 165968"/>
                <a:gd name="connsiteY6" fmla="*/ 89457 h 118436"/>
                <a:gd name="connsiteX7" fmla="*/ 0 w 165968"/>
                <a:gd name="connsiteY7" fmla="*/ 28979 h 118436"/>
                <a:gd name="connsiteX8" fmla="*/ 17962 w 165968"/>
                <a:gd name="connsiteY8" fmla="*/ 0 h 118436"/>
                <a:gd name="connsiteX9" fmla="*/ 49188 w 165968"/>
                <a:gd name="connsiteY9" fmla="*/ 59200 h 118436"/>
                <a:gd name="connsiteX10" fmla="*/ 82966 w 165968"/>
                <a:gd name="connsiteY10" fmla="*/ 78726 h 118436"/>
                <a:gd name="connsiteX11" fmla="*/ 116744 w 165968"/>
                <a:gd name="connsiteY11" fmla="*/ 59200 h 118436"/>
                <a:gd name="connsiteX12" fmla="*/ 82966 w 165968"/>
                <a:gd name="connsiteY12" fmla="*/ 39637 h 118436"/>
                <a:gd name="connsiteX13" fmla="*/ 49188 w 165968"/>
                <a:gd name="connsiteY13" fmla="*/ 59200 h 11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5968" h="118436">
                  <a:moveTo>
                    <a:pt x="17962" y="0"/>
                  </a:moveTo>
                  <a:lnTo>
                    <a:pt x="148014" y="0"/>
                  </a:lnTo>
                  <a:cubicBezTo>
                    <a:pt x="157721" y="0"/>
                    <a:pt x="165640" y="12884"/>
                    <a:pt x="165968" y="28979"/>
                  </a:cubicBezTo>
                  <a:lnTo>
                    <a:pt x="165968" y="89457"/>
                  </a:lnTo>
                  <a:cubicBezTo>
                    <a:pt x="165676" y="105589"/>
                    <a:pt x="157757" y="118436"/>
                    <a:pt x="148014" y="118436"/>
                  </a:cubicBezTo>
                  <a:lnTo>
                    <a:pt x="17962" y="118436"/>
                  </a:lnTo>
                  <a:cubicBezTo>
                    <a:pt x="8266" y="118436"/>
                    <a:pt x="358" y="105516"/>
                    <a:pt x="0" y="89457"/>
                  </a:cubicBezTo>
                  <a:lnTo>
                    <a:pt x="0" y="28979"/>
                  </a:lnTo>
                  <a:cubicBezTo>
                    <a:pt x="306" y="12847"/>
                    <a:pt x="8214" y="0"/>
                    <a:pt x="17962" y="0"/>
                  </a:cubicBezTo>
                  <a:close/>
                  <a:moveTo>
                    <a:pt x="49188" y="59200"/>
                  </a:moveTo>
                  <a:cubicBezTo>
                    <a:pt x="49188" y="70003"/>
                    <a:pt x="64340" y="78726"/>
                    <a:pt x="82966" y="78726"/>
                  </a:cubicBezTo>
                  <a:cubicBezTo>
                    <a:pt x="101639" y="78726"/>
                    <a:pt x="116744" y="70003"/>
                    <a:pt x="116744" y="59200"/>
                  </a:cubicBezTo>
                  <a:cubicBezTo>
                    <a:pt x="116744" y="48360"/>
                    <a:pt x="101639" y="39637"/>
                    <a:pt x="82966" y="39637"/>
                  </a:cubicBezTo>
                  <a:cubicBezTo>
                    <a:pt x="64289" y="39637"/>
                    <a:pt x="49188" y="48360"/>
                    <a:pt x="49188" y="59200"/>
                  </a:cubicBezTo>
                  <a:close/>
                </a:path>
              </a:pathLst>
            </a:custGeom>
            <a:solidFill>
              <a:srgbClr val="007B85"/>
            </a:solidFill>
            <a:ln w="3646" cap="flat">
              <a:noFill/>
              <a:prstDash val="solid"/>
              <a:miter/>
            </a:ln>
          </p:spPr>
          <p:txBody>
            <a:bodyPr rtlCol="0" anchor="ctr"/>
            <a:lstStyle/>
            <a:p>
              <a:endParaRPr lang="en-GR"/>
            </a:p>
          </p:txBody>
        </p:sp>
      </p:grpSp>
      <p:grpSp>
        <p:nvGrpSpPr>
          <p:cNvPr id="664" name="Group 663">
            <a:extLst>
              <a:ext uri="{FF2B5EF4-FFF2-40B4-BE49-F238E27FC236}">
                <a16:creationId xmlns:a16="http://schemas.microsoft.com/office/drawing/2014/main" id="{08D16184-C381-9E78-A105-4B42E0221688}"/>
              </a:ext>
            </a:extLst>
          </p:cNvPr>
          <p:cNvGrpSpPr/>
          <p:nvPr/>
        </p:nvGrpSpPr>
        <p:grpSpPr>
          <a:xfrm>
            <a:off x="8580651" y="4191834"/>
            <a:ext cx="146946" cy="180964"/>
            <a:chOff x="7428495" y="4191834"/>
            <a:chExt cx="146946" cy="180964"/>
          </a:xfrm>
        </p:grpSpPr>
        <p:sp>
          <p:nvSpPr>
            <p:cNvPr id="665" name="Freeform 542">
              <a:extLst>
                <a:ext uri="{FF2B5EF4-FFF2-40B4-BE49-F238E27FC236}">
                  <a16:creationId xmlns:a16="http://schemas.microsoft.com/office/drawing/2014/main" id="{D1C4A888-5B32-DCC3-4CEC-2D1AB4F07EAC}"/>
                </a:ext>
              </a:extLst>
            </p:cNvPr>
            <p:cNvSpPr/>
            <p:nvPr/>
          </p:nvSpPr>
          <p:spPr>
            <a:xfrm>
              <a:off x="7453148" y="4191834"/>
              <a:ext cx="97673" cy="67053"/>
            </a:xfrm>
            <a:custGeom>
              <a:avLst/>
              <a:gdLst>
                <a:gd name="connsiteX0" fmla="*/ 25545 w 110316"/>
                <a:gd name="connsiteY0" fmla="*/ 38177 h 75733"/>
                <a:gd name="connsiteX1" fmla="*/ 25545 w 110316"/>
                <a:gd name="connsiteY1" fmla="*/ 75734 h 75733"/>
                <a:gd name="connsiteX2" fmla="*/ 0 w 110316"/>
                <a:gd name="connsiteY2" fmla="*/ 75734 h 75733"/>
                <a:gd name="connsiteX3" fmla="*/ 0 w 110316"/>
                <a:gd name="connsiteY3" fmla="*/ 38177 h 75733"/>
                <a:gd name="connsiteX4" fmla="*/ 55177 w 110316"/>
                <a:gd name="connsiteY4" fmla="*/ 0 h 75733"/>
                <a:gd name="connsiteX5" fmla="*/ 110317 w 110316"/>
                <a:gd name="connsiteY5" fmla="*/ 38177 h 75733"/>
                <a:gd name="connsiteX6" fmla="*/ 110317 w 110316"/>
                <a:gd name="connsiteY6" fmla="*/ 75734 h 75733"/>
                <a:gd name="connsiteX7" fmla="*/ 84809 w 110316"/>
                <a:gd name="connsiteY7" fmla="*/ 75734 h 75733"/>
                <a:gd name="connsiteX8" fmla="*/ 84809 w 110316"/>
                <a:gd name="connsiteY8" fmla="*/ 38177 h 75733"/>
                <a:gd name="connsiteX9" fmla="*/ 55177 w 110316"/>
                <a:gd name="connsiteY9" fmla="*/ 25512 h 75733"/>
                <a:gd name="connsiteX10" fmla="*/ 25545 w 110316"/>
                <a:gd name="connsiteY10" fmla="*/ 38177 h 75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0316" h="75733">
                  <a:moveTo>
                    <a:pt x="25545" y="38177"/>
                  </a:moveTo>
                  <a:lnTo>
                    <a:pt x="25545" y="75734"/>
                  </a:lnTo>
                  <a:lnTo>
                    <a:pt x="0" y="75734"/>
                  </a:lnTo>
                  <a:lnTo>
                    <a:pt x="0" y="38177"/>
                  </a:lnTo>
                  <a:cubicBezTo>
                    <a:pt x="0" y="16789"/>
                    <a:pt x="24268" y="0"/>
                    <a:pt x="55177" y="0"/>
                  </a:cubicBezTo>
                  <a:cubicBezTo>
                    <a:pt x="86086" y="0"/>
                    <a:pt x="110317" y="16753"/>
                    <a:pt x="110317" y="38177"/>
                  </a:cubicBezTo>
                  <a:lnTo>
                    <a:pt x="110317" y="75734"/>
                  </a:lnTo>
                  <a:lnTo>
                    <a:pt x="84809" y="75734"/>
                  </a:lnTo>
                  <a:lnTo>
                    <a:pt x="84809" y="38177"/>
                  </a:lnTo>
                  <a:cubicBezTo>
                    <a:pt x="84809" y="33724"/>
                    <a:pt x="73533" y="25512"/>
                    <a:pt x="55177" y="25512"/>
                  </a:cubicBezTo>
                  <a:cubicBezTo>
                    <a:pt x="36821" y="25512"/>
                    <a:pt x="25545" y="33688"/>
                    <a:pt x="25545" y="38177"/>
                  </a:cubicBezTo>
                  <a:close/>
                </a:path>
              </a:pathLst>
            </a:custGeom>
            <a:solidFill>
              <a:srgbClr val="007B85"/>
            </a:solidFill>
            <a:ln w="3646" cap="flat">
              <a:noFill/>
              <a:prstDash val="solid"/>
              <a:miter/>
            </a:ln>
          </p:spPr>
          <p:txBody>
            <a:bodyPr rtlCol="0" anchor="ctr"/>
            <a:lstStyle/>
            <a:p>
              <a:endParaRPr lang="en-GR"/>
            </a:p>
          </p:txBody>
        </p:sp>
        <p:sp>
          <p:nvSpPr>
            <p:cNvPr id="666" name="Freeform 543">
              <a:extLst>
                <a:ext uri="{FF2B5EF4-FFF2-40B4-BE49-F238E27FC236}">
                  <a16:creationId xmlns:a16="http://schemas.microsoft.com/office/drawing/2014/main" id="{D025684F-5575-054C-0503-C758EB223977}"/>
                </a:ext>
              </a:extLst>
            </p:cNvPr>
            <p:cNvSpPr/>
            <p:nvPr/>
          </p:nvSpPr>
          <p:spPr>
            <a:xfrm>
              <a:off x="7428495" y="4267936"/>
              <a:ext cx="146946" cy="104862"/>
            </a:xfrm>
            <a:custGeom>
              <a:avLst/>
              <a:gdLst>
                <a:gd name="connsiteX0" fmla="*/ 17955 w 165968"/>
                <a:gd name="connsiteY0" fmla="*/ 0 h 118436"/>
                <a:gd name="connsiteX1" fmla="*/ 148014 w 165968"/>
                <a:gd name="connsiteY1" fmla="*/ 0 h 118436"/>
                <a:gd name="connsiteX2" fmla="*/ 165968 w 165968"/>
                <a:gd name="connsiteY2" fmla="*/ 28979 h 118436"/>
                <a:gd name="connsiteX3" fmla="*/ 165968 w 165968"/>
                <a:gd name="connsiteY3" fmla="*/ 89457 h 118436"/>
                <a:gd name="connsiteX4" fmla="*/ 148014 w 165968"/>
                <a:gd name="connsiteY4" fmla="*/ 118436 h 118436"/>
                <a:gd name="connsiteX5" fmla="*/ 17955 w 165968"/>
                <a:gd name="connsiteY5" fmla="*/ 118436 h 118436"/>
                <a:gd name="connsiteX6" fmla="*/ 0 w 165968"/>
                <a:gd name="connsiteY6" fmla="*/ 89457 h 118436"/>
                <a:gd name="connsiteX7" fmla="*/ 0 w 165968"/>
                <a:gd name="connsiteY7" fmla="*/ 28979 h 118436"/>
                <a:gd name="connsiteX8" fmla="*/ 17955 w 165968"/>
                <a:gd name="connsiteY8" fmla="*/ 0 h 118436"/>
                <a:gd name="connsiteX9" fmla="*/ 20144 w 165968"/>
                <a:gd name="connsiteY9" fmla="*/ 59200 h 118436"/>
                <a:gd name="connsiteX10" fmla="*/ 37770 w 165968"/>
                <a:gd name="connsiteY10" fmla="*/ 69383 h 118436"/>
                <a:gd name="connsiteX11" fmla="*/ 55359 w 165968"/>
                <a:gd name="connsiteY11" fmla="*/ 59200 h 118436"/>
                <a:gd name="connsiteX12" fmla="*/ 37770 w 165968"/>
                <a:gd name="connsiteY12" fmla="*/ 48980 h 118436"/>
                <a:gd name="connsiteX13" fmla="*/ 20144 w 165968"/>
                <a:gd name="connsiteY13" fmla="*/ 59200 h 118436"/>
                <a:gd name="connsiteX14" fmla="*/ 65176 w 165968"/>
                <a:gd name="connsiteY14" fmla="*/ 59200 h 118436"/>
                <a:gd name="connsiteX15" fmla="*/ 82765 w 165968"/>
                <a:gd name="connsiteY15" fmla="*/ 69383 h 118436"/>
                <a:gd name="connsiteX16" fmla="*/ 100355 w 165968"/>
                <a:gd name="connsiteY16" fmla="*/ 59200 h 118436"/>
                <a:gd name="connsiteX17" fmla="*/ 82765 w 165968"/>
                <a:gd name="connsiteY17" fmla="*/ 48980 h 118436"/>
                <a:gd name="connsiteX18" fmla="*/ 65176 w 165968"/>
                <a:gd name="connsiteY18" fmla="*/ 59200 h 118436"/>
                <a:gd name="connsiteX19" fmla="*/ 110609 w 165968"/>
                <a:gd name="connsiteY19" fmla="*/ 59200 h 118436"/>
                <a:gd name="connsiteX20" fmla="*/ 128235 w 165968"/>
                <a:gd name="connsiteY20" fmla="*/ 69383 h 118436"/>
                <a:gd name="connsiteX21" fmla="*/ 145824 w 165968"/>
                <a:gd name="connsiteY21" fmla="*/ 59200 h 118436"/>
                <a:gd name="connsiteX22" fmla="*/ 128235 w 165968"/>
                <a:gd name="connsiteY22" fmla="*/ 48980 h 118436"/>
                <a:gd name="connsiteX23" fmla="*/ 110609 w 165968"/>
                <a:gd name="connsiteY23" fmla="*/ 59200 h 11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5968" h="118436">
                  <a:moveTo>
                    <a:pt x="17955" y="0"/>
                  </a:moveTo>
                  <a:lnTo>
                    <a:pt x="148014" y="0"/>
                  </a:lnTo>
                  <a:cubicBezTo>
                    <a:pt x="157721" y="0"/>
                    <a:pt x="165640" y="12884"/>
                    <a:pt x="165968" y="28979"/>
                  </a:cubicBezTo>
                  <a:lnTo>
                    <a:pt x="165968" y="89457"/>
                  </a:lnTo>
                  <a:cubicBezTo>
                    <a:pt x="165676" y="105589"/>
                    <a:pt x="157757" y="118436"/>
                    <a:pt x="148014" y="118436"/>
                  </a:cubicBezTo>
                  <a:lnTo>
                    <a:pt x="17955" y="118436"/>
                  </a:lnTo>
                  <a:cubicBezTo>
                    <a:pt x="8284" y="118436"/>
                    <a:pt x="365" y="105516"/>
                    <a:pt x="0" y="89457"/>
                  </a:cubicBezTo>
                  <a:lnTo>
                    <a:pt x="0" y="28979"/>
                  </a:lnTo>
                  <a:cubicBezTo>
                    <a:pt x="292" y="12847"/>
                    <a:pt x="8211" y="0"/>
                    <a:pt x="17955" y="0"/>
                  </a:cubicBezTo>
                  <a:close/>
                  <a:moveTo>
                    <a:pt x="20144" y="59200"/>
                  </a:moveTo>
                  <a:cubicBezTo>
                    <a:pt x="20144" y="64857"/>
                    <a:pt x="28026" y="69383"/>
                    <a:pt x="37770" y="69383"/>
                  </a:cubicBezTo>
                  <a:cubicBezTo>
                    <a:pt x="47440" y="69383"/>
                    <a:pt x="55359" y="64857"/>
                    <a:pt x="55359" y="59200"/>
                  </a:cubicBezTo>
                  <a:cubicBezTo>
                    <a:pt x="55359" y="53506"/>
                    <a:pt x="47440" y="48980"/>
                    <a:pt x="37770" y="48980"/>
                  </a:cubicBezTo>
                  <a:cubicBezTo>
                    <a:pt x="28063" y="48980"/>
                    <a:pt x="20144" y="53506"/>
                    <a:pt x="20144" y="59200"/>
                  </a:cubicBezTo>
                  <a:close/>
                  <a:moveTo>
                    <a:pt x="65176" y="59200"/>
                  </a:moveTo>
                  <a:cubicBezTo>
                    <a:pt x="65176" y="64857"/>
                    <a:pt x="73022" y="69383"/>
                    <a:pt x="82765" y="69383"/>
                  </a:cubicBezTo>
                  <a:cubicBezTo>
                    <a:pt x="92472" y="69383"/>
                    <a:pt x="100355" y="64857"/>
                    <a:pt x="100355" y="59200"/>
                  </a:cubicBezTo>
                  <a:cubicBezTo>
                    <a:pt x="100355" y="53506"/>
                    <a:pt x="92472" y="48980"/>
                    <a:pt x="82765" y="48980"/>
                  </a:cubicBezTo>
                  <a:cubicBezTo>
                    <a:pt x="73058" y="48980"/>
                    <a:pt x="65176" y="53506"/>
                    <a:pt x="65176" y="59200"/>
                  </a:cubicBezTo>
                  <a:close/>
                  <a:moveTo>
                    <a:pt x="110609" y="59200"/>
                  </a:moveTo>
                  <a:cubicBezTo>
                    <a:pt x="110609" y="64857"/>
                    <a:pt x="118491" y="69383"/>
                    <a:pt x="128235" y="69383"/>
                  </a:cubicBezTo>
                  <a:cubicBezTo>
                    <a:pt x="137906" y="69383"/>
                    <a:pt x="145824" y="64857"/>
                    <a:pt x="145824" y="59200"/>
                  </a:cubicBezTo>
                  <a:cubicBezTo>
                    <a:pt x="145824" y="53506"/>
                    <a:pt x="137906" y="48980"/>
                    <a:pt x="128235" y="48980"/>
                  </a:cubicBezTo>
                  <a:cubicBezTo>
                    <a:pt x="118528" y="48980"/>
                    <a:pt x="110609" y="53506"/>
                    <a:pt x="110609" y="59200"/>
                  </a:cubicBezTo>
                  <a:close/>
                </a:path>
              </a:pathLst>
            </a:custGeom>
            <a:solidFill>
              <a:srgbClr val="007B85"/>
            </a:solidFill>
            <a:ln w="3646" cap="flat">
              <a:noFill/>
              <a:prstDash val="solid"/>
              <a:miter/>
            </a:ln>
          </p:spPr>
          <p:txBody>
            <a:bodyPr rtlCol="0" anchor="ctr"/>
            <a:lstStyle/>
            <a:p>
              <a:endParaRPr lang="en-GR"/>
            </a:p>
          </p:txBody>
        </p:sp>
      </p:grpSp>
      <p:grpSp>
        <p:nvGrpSpPr>
          <p:cNvPr id="667" name="Group 666">
            <a:extLst>
              <a:ext uri="{FF2B5EF4-FFF2-40B4-BE49-F238E27FC236}">
                <a16:creationId xmlns:a16="http://schemas.microsoft.com/office/drawing/2014/main" id="{878CDB22-36B0-09BE-3E3C-68324DFDAAFD}"/>
              </a:ext>
            </a:extLst>
          </p:cNvPr>
          <p:cNvGrpSpPr/>
          <p:nvPr/>
        </p:nvGrpSpPr>
        <p:grpSpPr>
          <a:xfrm>
            <a:off x="8903754" y="4191836"/>
            <a:ext cx="170565" cy="180931"/>
            <a:chOff x="7751596" y="4191834"/>
            <a:chExt cx="170565" cy="180931"/>
          </a:xfrm>
        </p:grpSpPr>
        <p:sp>
          <p:nvSpPr>
            <p:cNvPr id="668" name="Freeform 544">
              <a:extLst>
                <a:ext uri="{FF2B5EF4-FFF2-40B4-BE49-F238E27FC236}">
                  <a16:creationId xmlns:a16="http://schemas.microsoft.com/office/drawing/2014/main" id="{F01F3995-12A5-9E85-D740-57C0E5EA7FE6}"/>
                </a:ext>
              </a:extLst>
            </p:cNvPr>
            <p:cNvSpPr/>
            <p:nvPr/>
          </p:nvSpPr>
          <p:spPr>
            <a:xfrm>
              <a:off x="7751596" y="4191834"/>
              <a:ext cx="170565" cy="180931"/>
            </a:xfrm>
            <a:custGeom>
              <a:avLst/>
              <a:gdLst>
                <a:gd name="connsiteX0" fmla="*/ 96304 w 192644"/>
                <a:gd name="connsiteY0" fmla="*/ 0 h 204352"/>
                <a:gd name="connsiteX1" fmla="*/ 0 w 192644"/>
                <a:gd name="connsiteY1" fmla="*/ 45951 h 204352"/>
                <a:gd name="connsiteX2" fmla="*/ 85721 w 192644"/>
                <a:gd name="connsiteY2" fmla="*/ 201944 h 204352"/>
                <a:gd name="connsiteX3" fmla="*/ 106923 w 192644"/>
                <a:gd name="connsiteY3" fmla="*/ 201944 h 204352"/>
                <a:gd name="connsiteX4" fmla="*/ 192644 w 192644"/>
                <a:gd name="connsiteY4" fmla="*/ 45951 h 204352"/>
                <a:gd name="connsiteX5" fmla="*/ 96304 w 192644"/>
                <a:gd name="connsiteY5" fmla="*/ 0 h 204352"/>
                <a:gd name="connsiteX6" fmla="*/ 68314 w 192644"/>
                <a:gd name="connsiteY6" fmla="*/ 63872 h 204352"/>
                <a:gd name="connsiteX7" fmla="*/ 97472 w 192644"/>
                <a:gd name="connsiteY7" fmla="*/ 43323 h 204352"/>
                <a:gd name="connsiteX8" fmla="*/ 126666 w 192644"/>
                <a:gd name="connsiteY8" fmla="*/ 63872 h 204352"/>
                <a:gd name="connsiteX9" fmla="*/ 126666 w 192644"/>
                <a:gd name="connsiteY9" fmla="*/ 77778 h 204352"/>
                <a:gd name="connsiteX10" fmla="*/ 111339 w 192644"/>
                <a:gd name="connsiteY10" fmla="*/ 77778 h 204352"/>
                <a:gd name="connsiteX11" fmla="*/ 111339 w 192644"/>
                <a:gd name="connsiteY11" fmla="*/ 63872 h 204352"/>
                <a:gd name="connsiteX12" fmla="*/ 97472 w 192644"/>
                <a:gd name="connsiteY12" fmla="*/ 58652 h 204352"/>
                <a:gd name="connsiteX13" fmla="*/ 83641 w 192644"/>
                <a:gd name="connsiteY13" fmla="*/ 63872 h 204352"/>
                <a:gd name="connsiteX14" fmla="*/ 83641 w 192644"/>
                <a:gd name="connsiteY14" fmla="*/ 77778 h 204352"/>
                <a:gd name="connsiteX15" fmla="*/ 68314 w 192644"/>
                <a:gd name="connsiteY15" fmla="*/ 77778 h 204352"/>
                <a:gd name="connsiteX16" fmla="*/ 68314 w 192644"/>
                <a:gd name="connsiteY16" fmla="*/ 63872 h 204352"/>
                <a:gd name="connsiteX17" fmla="*/ 139511 w 192644"/>
                <a:gd name="connsiteY17" fmla="*/ 133401 h 204352"/>
                <a:gd name="connsiteX18" fmla="*/ 130424 w 192644"/>
                <a:gd name="connsiteY18" fmla="*/ 148073 h 204352"/>
                <a:gd name="connsiteX19" fmla="*/ 64519 w 192644"/>
                <a:gd name="connsiteY19" fmla="*/ 148073 h 204352"/>
                <a:gd name="connsiteX20" fmla="*/ 55432 w 192644"/>
                <a:gd name="connsiteY20" fmla="*/ 133401 h 204352"/>
                <a:gd name="connsiteX21" fmla="*/ 55432 w 192644"/>
                <a:gd name="connsiteY21" fmla="*/ 102742 h 204352"/>
                <a:gd name="connsiteX22" fmla="*/ 64519 w 192644"/>
                <a:gd name="connsiteY22" fmla="*/ 88107 h 204352"/>
                <a:gd name="connsiteX23" fmla="*/ 130424 w 192644"/>
                <a:gd name="connsiteY23" fmla="*/ 88107 h 204352"/>
                <a:gd name="connsiteX24" fmla="*/ 139511 w 192644"/>
                <a:gd name="connsiteY24" fmla="*/ 102742 h 204352"/>
                <a:gd name="connsiteX25" fmla="*/ 139511 w 192644"/>
                <a:gd name="connsiteY25" fmla="*/ 133401 h 204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92644" h="204352">
                  <a:moveTo>
                    <a:pt x="96304" y="0"/>
                  </a:moveTo>
                  <a:lnTo>
                    <a:pt x="0" y="45951"/>
                  </a:lnTo>
                  <a:cubicBezTo>
                    <a:pt x="219" y="85734"/>
                    <a:pt x="16568" y="168840"/>
                    <a:pt x="85721" y="201944"/>
                  </a:cubicBezTo>
                  <a:cubicBezTo>
                    <a:pt x="92436" y="205156"/>
                    <a:pt x="100245" y="205156"/>
                    <a:pt x="106923" y="201944"/>
                  </a:cubicBezTo>
                  <a:cubicBezTo>
                    <a:pt x="176040" y="168840"/>
                    <a:pt x="192462" y="85734"/>
                    <a:pt x="192644" y="45951"/>
                  </a:cubicBezTo>
                  <a:lnTo>
                    <a:pt x="96304" y="0"/>
                  </a:lnTo>
                  <a:close/>
                  <a:moveTo>
                    <a:pt x="68314" y="63872"/>
                  </a:moveTo>
                  <a:cubicBezTo>
                    <a:pt x="68314" y="52338"/>
                    <a:pt x="81123" y="43323"/>
                    <a:pt x="97472" y="43323"/>
                  </a:cubicBezTo>
                  <a:cubicBezTo>
                    <a:pt x="113820" y="43323"/>
                    <a:pt x="126666" y="52375"/>
                    <a:pt x="126666" y="63872"/>
                  </a:cubicBezTo>
                  <a:lnTo>
                    <a:pt x="126666" y="77778"/>
                  </a:lnTo>
                  <a:lnTo>
                    <a:pt x="111339" y="77778"/>
                  </a:lnTo>
                  <a:lnTo>
                    <a:pt x="111339" y="63872"/>
                  </a:lnTo>
                  <a:cubicBezTo>
                    <a:pt x="111229" y="62558"/>
                    <a:pt x="106266" y="58652"/>
                    <a:pt x="97472" y="58652"/>
                  </a:cubicBezTo>
                  <a:cubicBezTo>
                    <a:pt x="88677" y="58652"/>
                    <a:pt x="83787" y="62558"/>
                    <a:pt x="83641" y="63872"/>
                  </a:cubicBezTo>
                  <a:lnTo>
                    <a:pt x="83641" y="77778"/>
                  </a:lnTo>
                  <a:lnTo>
                    <a:pt x="68314" y="77778"/>
                  </a:lnTo>
                  <a:lnTo>
                    <a:pt x="68314" y="63872"/>
                  </a:lnTo>
                  <a:close/>
                  <a:moveTo>
                    <a:pt x="139511" y="133401"/>
                  </a:moveTo>
                  <a:cubicBezTo>
                    <a:pt x="139365" y="141576"/>
                    <a:pt x="135351" y="148073"/>
                    <a:pt x="130424" y="148073"/>
                  </a:cubicBezTo>
                  <a:lnTo>
                    <a:pt x="64519" y="148073"/>
                  </a:lnTo>
                  <a:cubicBezTo>
                    <a:pt x="59629" y="148073"/>
                    <a:pt x="55578" y="141540"/>
                    <a:pt x="55432" y="133401"/>
                  </a:cubicBezTo>
                  <a:lnTo>
                    <a:pt x="55432" y="102742"/>
                  </a:lnTo>
                  <a:cubicBezTo>
                    <a:pt x="55578" y="94567"/>
                    <a:pt x="59629" y="88107"/>
                    <a:pt x="64519" y="88107"/>
                  </a:cubicBezTo>
                  <a:lnTo>
                    <a:pt x="130424" y="88107"/>
                  </a:lnTo>
                  <a:cubicBezTo>
                    <a:pt x="135351" y="88107"/>
                    <a:pt x="139365" y="94640"/>
                    <a:pt x="139511" y="102742"/>
                  </a:cubicBezTo>
                  <a:lnTo>
                    <a:pt x="139511" y="133401"/>
                  </a:lnTo>
                  <a:close/>
                </a:path>
              </a:pathLst>
            </a:custGeom>
            <a:solidFill>
              <a:srgbClr val="007B85"/>
            </a:solidFill>
            <a:ln w="3646" cap="flat">
              <a:noFill/>
              <a:prstDash val="solid"/>
              <a:miter/>
            </a:ln>
          </p:spPr>
          <p:txBody>
            <a:bodyPr rtlCol="0" anchor="ctr"/>
            <a:lstStyle/>
            <a:p>
              <a:endParaRPr lang="en-GR"/>
            </a:p>
          </p:txBody>
        </p:sp>
        <p:sp>
          <p:nvSpPr>
            <p:cNvPr id="669" name="Freeform 545">
              <a:extLst>
                <a:ext uri="{FF2B5EF4-FFF2-40B4-BE49-F238E27FC236}">
                  <a16:creationId xmlns:a16="http://schemas.microsoft.com/office/drawing/2014/main" id="{1F2F2481-58FB-F386-C2B8-16008E3B7125}"/>
                </a:ext>
              </a:extLst>
            </p:cNvPr>
            <p:cNvSpPr/>
            <p:nvPr/>
          </p:nvSpPr>
          <p:spPr>
            <a:xfrm>
              <a:off x="7822743" y="4287616"/>
              <a:ext cx="30307" cy="17547"/>
            </a:xfrm>
            <a:custGeom>
              <a:avLst/>
              <a:gdLst>
                <a:gd name="connsiteX0" fmla="*/ 17115 w 34230"/>
                <a:gd name="connsiteY0" fmla="*/ 0 h 19818"/>
                <a:gd name="connsiteX1" fmla="*/ 0 w 34230"/>
                <a:gd name="connsiteY1" fmla="*/ 9891 h 19818"/>
                <a:gd name="connsiteX2" fmla="*/ 17115 w 34230"/>
                <a:gd name="connsiteY2" fmla="*/ 19818 h 19818"/>
                <a:gd name="connsiteX3" fmla="*/ 34230 w 34230"/>
                <a:gd name="connsiteY3" fmla="*/ 9891 h 19818"/>
                <a:gd name="connsiteX4" fmla="*/ 17115 w 34230"/>
                <a:gd name="connsiteY4" fmla="*/ 0 h 19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30" h="19818">
                  <a:moveTo>
                    <a:pt x="17115" y="0"/>
                  </a:moveTo>
                  <a:cubicBezTo>
                    <a:pt x="7663" y="0"/>
                    <a:pt x="0" y="4453"/>
                    <a:pt x="0" y="9891"/>
                  </a:cubicBezTo>
                  <a:cubicBezTo>
                    <a:pt x="0" y="15366"/>
                    <a:pt x="7663" y="19818"/>
                    <a:pt x="17115" y="19818"/>
                  </a:cubicBezTo>
                  <a:cubicBezTo>
                    <a:pt x="26567" y="19818"/>
                    <a:pt x="34230" y="15366"/>
                    <a:pt x="34230" y="9891"/>
                  </a:cubicBezTo>
                  <a:cubicBezTo>
                    <a:pt x="34230" y="4453"/>
                    <a:pt x="26567" y="0"/>
                    <a:pt x="17115" y="0"/>
                  </a:cubicBezTo>
                  <a:close/>
                </a:path>
              </a:pathLst>
            </a:custGeom>
            <a:solidFill>
              <a:srgbClr val="007B85"/>
            </a:solidFill>
            <a:ln w="3646" cap="flat">
              <a:noFill/>
              <a:prstDash val="solid"/>
              <a:miter/>
            </a:ln>
          </p:spPr>
          <p:txBody>
            <a:bodyPr rtlCol="0" anchor="ctr"/>
            <a:lstStyle/>
            <a:p>
              <a:endParaRPr lang="en-GR"/>
            </a:p>
          </p:txBody>
        </p:sp>
      </p:grpSp>
      <p:grpSp>
        <p:nvGrpSpPr>
          <p:cNvPr id="670" name="Group 669">
            <a:extLst>
              <a:ext uri="{FF2B5EF4-FFF2-40B4-BE49-F238E27FC236}">
                <a16:creationId xmlns:a16="http://schemas.microsoft.com/office/drawing/2014/main" id="{A6CB5543-32A5-26F9-9098-B19319F72C15}"/>
              </a:ext>
            </a:extLst>
          </p:cNvPr>
          <p:cNvGrpSpPr/>
          <p:nvPr/>
        </p:nvGrpSpPr>
        <p:grpSpPr>
          <a:xfrm>
            <a:off x="9217166" y="4207994"/>
            <a:ext cx="206748" cy="151395"/>
            <a:chOff x="8065010" y="4207992"/>
            <a:chExt cx="206748" cy="151395"/>
          </a:xfrm>
        </p:grpSpPr>
        <p:sp>
          <p:nvSpPr>
            <p:cNvPr id="671" name="Freeform 546">
              <a:extLst>
                <a:ext uri="{FF2B5EF4-FFF2-40B4-BE49-F238E27FC236}">
                  <a16:creationId xmlns:a16="http://schemas.microsoft.com/office/drawing/2014/main" id="{E0816237-9382-2312-0B44-ED259EF4D980}"/>
                </a:ext>
              </a:extLst>
            </p:cNvPr>
            <p:cNvSpPr/>
            <p:nvPr/>
          </p:nvSpPr>
          <p:spPr>
            <a:xfrm>
              <a:off x="8080094" y="4207992"/>
              <a:ext cx="176962" cy="114460"/>
            </a:xfrm>
            <a:custGeom>
              <a:avLst/>
              <a:gdLst>
                <a:gd name="connsiteX0" fmla="*/ 24413 w 199869"/>
                <a:gd name="connsiteY0" fmla="*/ 25184 h 129276"/>
                <a:gd name="connsiteX1" fmla="*/ 175420 w 199869"/>
                <a:gd name="connsiteY1" fmla="*/ 25074 h 129276"/>
                <a:gd name="connsiteX2" fmla="*/ 175420 w 199869"/>
                <a:gd name="connsiteY2" fmla="*/ 129277 h 129276"/>
                <a:gd name="connsiteX3" fmla="*/ 199869 w 199869"/>
                <a:gd name="connsiteY3" fmla="*/ 129277 h 129276"/>
                <a:gd name="connsiteX4" fmla="*/ 199869 w 199869"/>
                <a:gd name="connsiteY4" fmla="*/ 28797 h 129276"/>
                <a:gd name="connsiteX5" fmla="*/ 150568 w 199869"/>
                <a:gd name="connsiteY5" fmla="*/ 0 h 129276"/>
                <a:gd name="connsiteX6" fmla="*/ 46674 w 199869"/>
                <a:gd name="connsiteY6" fmla="*/ 73 h 129276"/>
                <a:gd name="connsiteX7" fmla="*/ 0 w 199869"/>
                <a:gd name="connsiteY7" fmla="*/ 28797 h 129276"/>
                <a:gd name="connsiteX8" fmla="*/ 0 w 199869"/>
                <a:gd name="connsiteY8" fmla="*/ 129277 h 129276"/>
                <a:gd name="connsiteX9" fmla="*/ 24450 w 199869"/>
                <a:gd name="connsiteY9" fmla="*/ 129277 h 129276"/>
                <a:gd name="connsiteX10" fmla="*/ 24450 w 199869"/>
                <a:gd name="connsiteY10" fmla="*/ 25184 h 129276"/>
                <a:gd name="connsiteX11" fmla="*/ 24413 w 199869"/>
                <a:gd name="connsiteY11" fmla="*/ 25184 h 129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9869" h="129276">
                  <a:moveTo>
                    <a:pt x="24413" y="25184"/>
                  </a:moveTo>
                  <a:lnTo>
                    <a:pt x="175420" y="25074"/>
                  </a:lnTo>
                  <a:lnTo>
                    <a:pt x="175420" y="129277"/>
                  </a:lnTo>
                  <a:lnTo>
                    <a:pt x="199869" y="129277"/>
                  </a:lnTo>
                  <a:lnTo>
                    <a:pt x="199869" y="28797"/>
                  </a:lnTo>
                  <a:cubicBezTo>
                    <a:pt x="199869" y="12957"/>
                    <a:pt x="177865" y="183"/>
                    <a:pt x="150568" y="0"/>
                  </a:cubicBezTo>
                  <a:cubicBezTo>
                    <a:pt x="150349" y="0"/>
                    <a:pt x="47732" y="0"/>
                    <a:pt x="46674" y="73"/>
                  </a:cubicBezTo>
                  <a:cubicBezTo>
                    <a:pt x="20618" y="1059"/>
                    <a:pt x="0" y="13468"/>
                    <a:pt x="0" y="28797"/>
                  </a:cubicBezTo>
                  <a:lnTo>
                    <a:pt x="0" y="129277"/>
                  </a:lnTo>
                  <a:lnTo>
                    <a:pt x="24450" y="129277"/>
                  </a:lnTo>
                  <a:lnTo>
                    <a:pt x="24450" y="25184"/>
                  </a:lnTo>
                  <a:lnTo>
                    <a:pt x="24413" y="25184"/>
                  </a:lnTo>
                  <a:close/>
                </a:path>
              </a:pathLst>
            </a:custGeom>
            <a:solidFill>
              <a:srgbClr val="007B85"/>
            </a:solidFill>
            <a:ln w="3646" cap="flat">
              <a:noFill/>
              <a:prstDash val="solid"/>
              <a:miter/>
            </a:ln>
          </p:spPr>
          <p:txBody>
            <a:bodyPr rtlCol="0" anchor="ctr"/>
            <a:lstStyle/>
            <a:p>
              <a:endParaRPr lang="en-GR"/>
            </a:p>
          </p:txBody>
        </p:sp>
        <p:sp>
          <p:nvSpPr>
            <p:cNvPr id="672" name="Freeform 547">
              <a:extLst>
                <a:ext uri="{FF2B5EF4-FFF2-40B4-BE49-F238E27FC236}">
                  <a16:creationId xmlns:a16="http://schemas.microsoft.com/office/drawing/2014/main" id="{C7E3D7E8-015F-C734-53E9-738F69412348}"/>
                </a:ext>
              </a:extLst>
            </p:cNvPr>
            <p:cNvSpPr/>
            <p:nvPr/>
          </p:nvSpPr>
          <p:spPr>
            <a:xfrm>
              <a:off x="8065010" y="4329847"/>
              <a:ext cx="206748" cy="29540"/>
            </a:xfrm>
            <a:custGeom>
              <a:avLst/>
              <a:gdLst>
                <a:gd name="connsiteX0" fmla="*/ 231284 w 233511"/>
                <a:gd name="connsiteY0" fmla="*/ 2268 h 33364"/>
                <a:gd name="connsiteX1" fmla="*/ 225554 w 233511"/>
                <a:gd name="connsiteY1" fmla="*/ 5 h 33364"/>
                <a:gd name="connsiteX2" fmla="*/ 133447 w 233511"/>
                <a:gd name="connsiteY2" fmla="*/ 5 h 33364"/>
                <a:gd name="connsiteX3" fmla="*/ 116733 w 233511"/>
                <a:gd name="connsiteY3" fmla="*/ 9641 h 33364"/>
                <a:gd name="connsiteX4" fmla="*/ 100020 w 233511"/>
                <a:gd name="connsiteY4" fmla="*/ 5 h 33364"/>
                <a:gd name="connsiteX5" fmla="*/ 8788 w 233511"/>
                <a:gd name="connsiteY5" fmla="*/ 5 h 33364"/>
                <a:gd name="connsiteX6" fmla="*/ 2256 w 233511"/>
                <a:gd name="connsiteY6" fmla="*/ 2268 h 33364"/>
                <a:gd name="connsiteX7" fmla="*/ 8350 w 233511"/>
                <a:gd name="connsiteY7" fmla="*/ 25043 h 33364"/>
                <a:gd name="connsiteX8" fmla="*/ 24516 w 233511"/>
                <a:gd name="connsiteY8" fmla="*/ 33364 h 33364"/>
                <a:gd name="connsiteX9" fmla="*/ 209388 w 233511"/>
                <a:gd name="connsiteY9" fmla="*/ 33364 h 33364"/>
                <a:gd name="connsiteX10" fmla="*/ 225153 w 233511"/>
                <a:gd name="connsiteY10" fmla="*/ 25007 h 33364"/>
                <a:gd name="connsiteX11" fmla="*/ 231247 w 233511"/>
                <a:gd name="connsiteY11" fmla="*/ 2231 h 33364"/>
                <a:gd name="connsiteX12" fmla="*/ 231284 w 233511"/>
                <a:gd name="connsiteY12" fmla="*/ 2268 h 33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511" h="33364">
                  <a:moveTo>
                    <a:pt x="231284" y="2268"/>
                  </a:moveTo>
                  <a:cubicBezTo>
                    <a:pt x="229824" y="808"/>
                    <a:pt x="227889" y="115"/>
                    <a:pt x="225554" y="5"/>
                  </a:cubicBezTo>
                  <a:lnTo>
                    <a:pt x="133447" y="5"/>
                  </a:lnTo>
                  <a:cubicBezTo>
                    <a:pt x="133447" y="5371"/>
                    <a:pt x="126003" y="9641"/>
                    <a:pt x="116733" y="9641"/>
                  </a:cubicBezTo>
                  <a:cubicBezTo>
                    <a:pt x="107464" y="9641"/>
                    <a:pt x="100020" y="5334"/>
                    <a:pt x="100020" y="5"/>
                  </a:cubicBezTo>
                  <a:lnTo>
                    <a:pt x="8788" y="5"/>
                  </a:lnTo>
                  <a:cubicBezTo>
                    <a:pt x="6161" y="-68"/>
                    <a:pt x="3825" y="662"/>
                    <a:pt x="2256" y="2268"/>
                  </a:cubicBezTo>
                  <a:cubicBezTo>
                    <a:pt x="-2379" y="6903"/>
                    <a:pt x="358" y="17086"/>
                    <a:pt x="8350" y="25043"/>
                  </a:cubicBezTo>
                  <a:cubicBezTo>
                    <a:pt x="13496" y="30226"/>
                    <a:pt x="19590" y="33146"/>
                    <a:pt x="24516" y="33364"/>
                  </a:cubicBezTo>
                  <a:lnTo>
                    <a:pt x="209388" y="33364"/>
                  </a:lnTo>
                  <a:cubicBezTo>
                    <a:pt x="214241" y="32963"/>
                    <a:pt x="220153" y="30043"/>
                    <a:pt x="225153" y="25007"/>
                  </a:cubicBezTo>
                  <a:cubicBezTo>
                    <a:pt x="233181" y="17050"/>
                    <a:pt x="235882" y="6830"/>
                    <a:pt x="231247" y="2231"/>
                  </a:cubicBezTo>
                  <a:lnTo>
                    <a:pt x="231284" y="2268"/>
                  </a:lnTo>
                  <a:close/>
                </a:path>
              </a:pathLst>
            </a:custGeom>
            <a:solidFill>
              <a:srgbClr val="007B85"/>
            </a:solidFill>
            <a:ln w="3646" cap="flat">
              <a:noFill/>
              <a:prstDash val="solid"/>
              <a:miter/>
            </a:ln>
          </p:spPr>
          <p:txBody>
            <a:bodyPr rtlCol="0" anchor="ctr"/>
            <a:lstStyle/>
            <a:p>
              <a:endParaRPr lang="en-GR"/>
            </a:p>
          </p:txBody>
        </p:sp>
        <p:sp>
          <p:nvSpPr>
            <p:cNvPr id="673" name="Freeform 548">
              <a:extLst>
                <a:ext uri="{FF2B5EF4-FFF2-40B4-BE49-F238E27FC236}">
                  <a16:creationId xmlns:a16="http://schemas.microsoft.com/office/drawing/2014/main" id="{D27C4070-1CDD-1430-C422-AE6F4E353B26}"/>
                </a:ext>
              </a:extLst>
            </p:cNvPr>
            <p:cNvSpPr/>
            <p:nvPr/>
          </p:nvSpPr>
          <p:spPr>
            <a:xfrm>
              <a:off x="8141256" y="4276403"/>
              <a:ext cx="54313" cy="38648"/>
            </a:xfrm>
            <a:custGeom>
              <a:avLst/>
              <a:gdLst>
                <a:gd name="connsiteX0" fmla="*/ 54702 w 61344"/>
                <a:gd name="connsiteY0" fmla="*/ 43652 h 43651"/>
                <a:gd name="connsiteX1" fmla="*/ 61344 w 61344"/>
                <a:gd name="connsiteY1" fmla="*/ 32994 h 43651"/>
                <a:gd name="connsiteX2" fmla="*/ 61344 w 61344"/>
                <a:gd name="connsiteY2" fmla="*/ 10657 h 43651"/>
                <a:gd name="connsiteX3" fmla="*/ 54702 w 61344"/>
                <a:gd name="connsiteY3" fmla="*/ 0 h 43651"/>
                <a:gd name="connsiteX4" fmla="*/ 6642 w 61344"/>
                <a:gd name="connsiteY4" fmla="*/ 0 h 43651"/>
                <a:gd name="connsiteX5" fmla="*/ 0 w 61344"/>
                <a:gd name="connsiteY5" fmla="*/ 10657 h 43651"/>
                <a:gd name="connsiteX6" fmla="*/ 0 w 61344"/>
                <a:gd name="connsiteY6" fmla="*/ 32994 h 43651"/>
                <a:gd name="connsiteX7" fmla="*/ 6642 w 61344"/>
                <a:gd name="connsiteY7" fmla="*/ 43652 h 43651"/>
                <a:gd name="connsiteX8" fmla="*/ 54702 w 61344"/>
                <a:gd name="connsiteY8" fmla="*/ 43652 h 43651"/>
                <a:gd name="connsiteX9" fmla="*/ 30654 w 61344"/>
                <a:gd name="connsiteY9" fmla="*/ 14599 h 43651"/>
                <a:gd name="connsiteX10" fmla="*/ 43134 w 61344"/>
                <a:gd name="connsiteY10" fmla="*/ 21789 h 43651"/>
                <a:gd name="connsiteX11" fmla="*/ 30654 w 61344"/>
                <a:gd name="connsiteY11" fmla="*/ 29016 h 43651"/>
                <a:gd name="connsiteX12" fmla="*/ 18173 w 61344"/>
                <a:gd name="connsiteY12" fmla="*/ 21789 h 43651"/>
                <a:gd name="connsiteX13" fmla="*/ 30654 w 61344"/>
                <a:gd name="connsiteY13" fmla="*/ 14599 h 43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344" h="43651">
                  <a:moveTo>
                    <a:pt x="54702" y="43652"/>
                  </a:moveTo>
                  <a:cubicBezTo>
                    <a:pt x="58315" y="43652"/>
                    <a:pt x="61235" y="38907"/>
                    <a:pt x="61344" y="32994"/>
                  </a:cubicBezTo>
                  <a:lnTo>
                    <a:pt x="61344" y="10657"/>
                  </a:lnTo>
                  <a:cubicBezTo>
                    <a:pt x="61235" y="4744"/>
                    <a:pt x="58315" y="0"/>
                    <a:pt x="54702" y="0"/>
                  </a:cubicBezTo>
                  <a:lnTo>
                    <a:pt x="6642" y="0"/>
                  </a:lnTo>
                  <a:cubicBezTo>
                    <a:pt x="3029" y="0"/>
                    <a:pt x="110" y="4744"/>
                    <a:pt x="0" y="10657"/>
                  </a:cubicBezTo>
                  <a:lnTo>
                    <a:pt x="0" y="32994"/>
                  </a:lnTo>
                  <a:cubicBezTo>
                    <a:pt x="110" y="38907"/>
                    <a:pt x="3029" y="43652"/>
                    <a:pt x="6642" y="43652"/>
                  </a:cubicBezTo>
                  <a:lnTo>
                    <a:pt x="54702" y="43652"/>
                  </a:lnTo>
                  <a:close/>
                  <a:moveTo>
                    <a:pt x="30654" y="14599"/>
                  </a:moveTo>
                  <a:cubicBezTo>
                    <a:pt x="37551" y="14599"/>
                    <a:pt x="43134" y="17811"/>
                    <a:pt x="43134" y="21789"/>
                  </a:cubicBezTo>
                  <a:cubicBezTo>
                    <a:pt x="43134" y="25804"/>
                    <a:pt x="37551" y="29016"/>
                    <a:pt x="30654" y="29016"/>
                  </a:cubicBezTo>
                  <a:cubicBezTo>
                    <a:pt x="23757" y="29016"/>
                    <a:pt x="18173" y="25804"/>
                    <a:pt x="18173" y="21789"/>
                  </a:cubicBezTo>
                  <a:cubicBezTo>
                    <a:pt x="18173" y="17811"/>
                    <a:pt x="23757" y="14599"/>
                    <a:pt x="30654" y="14599"/>
                  </a:cubicBezTo>
                  <a:close/>
                </a:path>
              </a:pathLst>
            </a:custGeom>
            <a:solidFill>
              <a:srgbClr val="007B85"/>
            </a:solidFill>
            <a:ln w="3646" cap="flat">
              <a:noFill/>
              <a:prstDash val="solid"/>
              <a:miter/>
            </a:ln>
          </p:spPr>
          <p:txBody>
            <a:bodyPr rtlCol="0" anchor="ctr"/>
            <a:lstStyle/>
            <a:p>
              <a:endParaRPr lang="en-GR"/>
            </a:p>
          </p:txBody>
        </p:sp>
        <p:sp>
          <p:nvSpPr>
            <p:cNvPr id="674" name="Freeform 549">
              <a:extLst>
                <a:ext uri="{FF2B5EF4-FFF2-40B4-BE49-F238E27FC236}">
                  <a16:creationId xmlns:a16="http://schemas.microsoft.com/office/drawing/2014/main" id="{DB929F46-7329-21E3-F0C1-B614F76B1B94}"/>
                </a:ext>
              </a:extLst>
            </p:cNvPr>
            <p:cNvSpPr/>
            <p:nvPr/>
          </p:nvSpPr>
          <p:spPr>
            <a:xfrm>
              <a:off x="8148979" y="4246964"/>
              <a:ext cx="38901" cy="23880"/>
            </a:xfrm>
            <a:custGeom>
              <a:avLst/>
              <a:gdLst>
                <a:gd name="connsiteX0" fmla="*/ 43864 w 43937"/>
                <a:gd name="connsiteY0" fmla="*/ 26972 h 26971"/>
                <a:gd name="connsiteX1" fmla="*/ 43864 w 43937"/>
                <a:gd name="connsiteY1" fmla="*/ 15621 h 26971"/>
                <a:gd name="connsiteX2" fmla="*/ 21932 w 43937"/>
                <a:gd name="connsiteY2" fmla="*/ 0 h 26971"/>
                <a:gd name="connsiteX3" fmla="*/ 0 w 43937"/>
                <a:gd name="connsiteY3" fmla="*/ 15621 h 26971"/>
                <a:gd name="connsiteX4" fmla="*/ 0 w 43937"/>
                <a:gd name="connsiteY4" fmla="*/ 26972 h 26971"/>
                <a:gd name="connsiteX5" fmla="*/ 12554 w 43937"/>
                <a:gd name="connsiteY5" fmla="*/ 26972 h 26971"/>
                <a:gd name="connsiteX6" fmla="*/ 12554 w 43937"/>
                <a:gd name="connsiteY6" fmla="*/ 15767 h 26971"/>
                <a:gd name="connsiteX7" fmla="*/ 21969 w 43937"/>
                <a:gd name="connsiteY7" fmla="*/ 12519 h 26971"/>
                <a:gd name="connsiteX8" fmla="*/ 31384 w 43937"/>
                <a:gd name="connsiteY8" fmla="*/ 15621 h 26971"/>
                <a:gd name="connsiteX9" fmla="*/ 31384 w 43937"/>
                <a:gd name="connsiteY9" fmla="*/ 26972 h 26971"/>
                <a:gd name="connsiteX10" fmla="*/ 43937 w 43937"/>
                <a:gd name="connsiteY10" fmla="*/ 26972 h 26971"/>
                <a:gd name="connsiteX11" fmla="*/ 43864 w 43937"/>
                <a:gd name="connsiteY11" fmla="*/ 26972 h 26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937" h="26971">
                  <a:moveTo>
                    <a:pt x="43864" y="26972"/>
                  </a:moveTo>
                  <a:lnTo>
                    <a:pt x="43864" y="15621"/>
                  </a:lnTo>
                  <a:cubicBezTo>
                    <a:pt x="43864" y="6861"/>
                    <a:pt x="34230" y="0"/>
                    <a:pt x="21932" y="0"/>
                  </a:cubicBezTo>
                  <a:cubicBezTo>
                    <a:pt x="9634" y="0"/>
                    <a:pt x="0" y="6861"/>
                    <a:pt x="0" y="15621"/>
                  </a:cubicBezTo>
                  <a:lnTo>
                    <a:pt x="0" y="26972"/>
                  </a:lnTo>
                  <a:lnTo>
                    <a:pt x="12554" y="26972"/>
                  </a:lnTo>
                  <a:lnTo>
                    <a:pt x="12554" y="15767"/>
                  </a:lnTo>
                  <a:cubicBezTo>
                    <a:pt x="12845" y="14855"/>
                    <a:pt x="16166" y="12519"/>
                    <a:pt x="21969" y="12519"/>
                  </a:cubicBezTo>
                  <a:cubicBezTo>
                    <a:pt x="27771" y="12519"/>
                    <a:pt x="31092" y="14891"/>
                    <a:pt x="31384" y="15621"/>
                  </a:cubicBezTo>
                  <a:lnTo>
                    <a:pt x="31384" y="26972"/>
                  </a:lnTo>
                  <a:lnTo>
                    <a:pt x="43937" y="26972"/>
                  </a:lnTo>
                  <a:lnTo>
                    <a:pt x="43864" y="26972"/>
                  </a:lnTo>
                  <a:close/>
                </a:path>
              </a:pathLst>
            </a:custGeom>
            <a:solidFill>
              <a:srgbClr val="007B85"/>
            </a:solidFill>
            <a:ln w="3646" cap="flat">
              <a:noFill/>
              <a:prstDash val="solid"/>
              <a:miter/>
            </a:ln>
          </p:spPr>
          <p:txBody>
            <a:bodyPr rtlCol="0" anchor="ctr"/>
            <a:lstStyle/>
            <a:p>
              <a:endParaRPr lang="en-GR"/>
            </a:p>
          </p:txBody>
        </p:sp>
      </p:grpSp>
      <p:grpSp>
        <p:nvGrpSpPr>
          <p:cNvPr id="675" name="Group 674">
            <a:extLst>
              <a:ext uri="{FF2B5EF4-FFF2-40B4-BE49-F238E27FC236}">
                <a16:creationId xmlns:a16="http://schemas.microsoft.com/office/drawing/2014/main" id="{6B9244BA-5B84-A158-AFE4-9DEDB40D7D5F}"/>
              </a:ext>
            </a:extLst>
          </p:cNvPr>
          <p:cNvGrpSpPr/>
          <p:nvPr/>
        </p:nvGrpSpPr>
        <p:grpSpPr>
          <a:xfrm>
            <a:off x="9562881" y="4191834"/>
            <a:ext cx="180581" cy="180964"/>
            <a:chOff x="8410723" y="4191834"/>
            <a:chExt cx="180581" cy="180964"/>
          </a:xfrm>
        </p:grpSpPr>
        <p:sp>
          <p:nvSpPr>
            <p:cNvPr id="676" name="Freeform 550">
              <a:extLst>
                <a:ext uri="{FF2B5EF4-FFF2-40B4-BE49-F238E27FC236}">
                  <a16:creationId xmlns:a16="http://schemas.microsoft.com/office/drawing/2014/main" id="{1F3243BA-194E-B9FD-CE98-7C8FECABD3E4}"/>
                </a:ext>
              </a:extLst>
            </p:cNvPr>
            <p:cNvSpPr/>
            <p:nvPr/>
          </p:nvSpPr>
          <p:spPr>
            <a:xfrm>
              <a:off x="8410723" y="4191834"/>
              <a:ext cx="65653" cy="63111"/>
            </a:xfrm>
            <a:custGeom>
              <a:avLst/>
              <a:gdLst>
                <a:gd name="connsiteX0" fmla="*/ 74153 w 74152"/>
                <a:gd name="connsiteY0" fmla="*/ 20475 h 71280"/>
                <a:gd name="connsiteX1" fmla="*/ 74153 w 74152"/>
                <a:gd name="connsiteY1" fmla="*/ 0 h 71280"/>
                <a:gd name="connsiteX2" fmla="*/ 0 w 74152"/>
                <a:gd name="connsiteY2" fmla="*/ 71281 h 71280"/>
                <a:gd name="connsiteX3" fmla="*/ 20472 w 74152"/>
                <a:gd name="connsiteY3" fmla="*/ 71281 h 71280"/>
                <a:gd name="connsiteX4" fmla="*/ 74153 w 74152"/>
                <a:gd name="connsiteY4" fmla="*/ 20475 h 71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152" h="71280">
                  <a:moveTo>
                    <a:pt x="74153" y="20475"/>
                  </a:moveTo>
                  <a:lnTo>
                    <a:pt x="74153" y="0"/>
                  </a:lnTo>
                  <a:cubicBezTo>
                    <a:pt x="18429" y="0"/>
                    <a:pt x="0" y="7373"/>
                    <a:pt x="0" y="71281"/>
                  </a:cubicBezTo>
                  <a:lnTo>
                    <a:pt x="20472" y="71281"/>
                  </a:lnTo>
                  <a:cubicBezTo>
                    <a:pt x="20472" y="28687"/>
                    <a:pt x="30326" y="20475"/>
                    <a:pt x="74153" y="20475"/>
                  </a:cubicBezTo>
                  <a:close/>
                </a:path>
              </a:pathLst>
            </a:custGeom>
            <a:solidFill>
              <a:srgbClr val="007B85"/>
            </a:solidFill>
            <a:ln w="3646" cap="flat">
              <a:noFill/>
              <a:prstDash val="solid"/>
              <a:miter/>
            </a:ln>
          </p:spPr>
          <p:txBody>
            <a:bodyPr rtlCol="0" anchor="ctr"/>
            <a:lstStyle/>
            <a:p>
              <a:endParaRPr lang="en-GR"/>
            </a:p>
          </p:txBody>
        </p:sp>
        <p:sp>
          <p:nvSpPr>
            <p:cNvPr id="677" name="Freeform 551">
              <a:extLst>
                <a:ext uri="{FF2B5EF4-FFF2-40B4-BE49-F238E27FC236}">
                  <a16:creationId xmlns:a16="http://schemas.microsoft.com/office/drawing/2014/main" id="{17506C75-4051-8FD6-758F-0BDF23E88D38}"/>
                </a:ext>
              </a:extLst>
            </p:cNvPr>
            <p:cNvSpPr/>
            <p:nvPr/>
          </p:nvSpPr>
          <p:spPr>
            <a:xfrm>
              <a:off x="8486457" y="4267678"/>
              <a:ext cx="29273" cy="29277"/>
            </a:xfrm>
            <a:custGeom>
              <a:avLst/>
              <a:gdLst>
                <a:gd name="connsiteX0" fmla="*/ 33062 w 33062"/>
                <a:gd name="connsiteY0" fmla="*/ 16534 h 33067"/>
                <a:gd name="connsiteX1" fmla="*/ 16531 w 33062"/>
                <a:gd name="connsiteY1" fmla="*/ 33068 h 33067"/>
                <a:gd name="connsiteX2" fmla="*/ 0 w 33062"/>
                <a:gd name="connsiteY2" fmla="*/ 16534 h 33067"/>
                <a:gd name="connsiteX3" fmla="*/ 16531 w 33062"/>
                <a:gd name="connsiteY3" fmla="*/ 0 h 33067"/>
                <a:gd name="connsiteX4" fmla="*/ 33062 w 33062"/>
                <a:gd name="connsiteY4" fmla="*/ 16534 h 330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62" h="33067">
                  <a:moveTo>
                    <a:pt x="33062" y="16534"/>
                  </a:moveTo>
                  <a:cubicBezTo>
                    <a:pt x="33062" y="25658"/>
                    <a:pt x="25654" y="33068"/>
                    <a:pt x="16531" y="33068"/>
                  </a:cubicBezTo>
                  <a:cubicBezTo>
                    <a:pt x="7408" y="33068"/>
                    <a:pt x="0" y="25658"/>
                    <a:pt x="0" y="16534"/>
                  </a:cubicBezTo>
                  <a:cubicBezTo>
                    <a:pt x="0" y="7409"/>
                    <a:pt x="7408" y="0"/>
                    <a:pt x="16531" y="0"/>
                  </a:cubicBezTo>
                  <a:cubicBezTo>
                    <a:pt x="25654" y="0"/>
                    <a:pt x="33062" y="7409"/>
                    <a:pt x="33062" y="16534"/>
                  </a:cubicBezTo>
                  <a:close/>
                </a:path>
              </a:pathLst>
            </a:custGeom>
            <a:solidFill>
              <a:srgbClr val="007B85"/>
            </a:solidFill>
            <a:ln w="3646" cap="flat">
              <a:noFill/>
              <a:prstDash val="solid"/>
              <a:miter/>
            </a:ln>
          </p:spPr>
          <p:txBody>
            <a:bodyPr rtlCol="0" anchor="ctr"/>
            <a:lstStyle/>
            <a:p>
              <a:endParaRPr lang="en-GR"/>
            </a:p>
          </p:txBody>
        </p:sp>
        <p:sp>
          <p:nvSpPr>
            <p:cNvPr id="678" name="Freeform 552">
              <a:extLst>
                <a:ext uri="{FF2B5EF4-FFF2-40B4-BE49-F238E27FC236}">
                  <a16:creationId xmlns:a16="http://schemas.microsoft.com/office/drawing/2014/main" id="{81F480A3-134D-B946-2E71-443A6AC9A09E}"/>
                </a:ext>
              </a:extLst>
            </p:cNvPr>
            <p:cNvSpPr/>
            <p:nvPr/>
          </p:nvSpPr>
          <p:spPr>
            <a:xfrm>
              <a:off x="8428396" y="4233973"/>
              <a:ext cx="145395" cy="96686"/>
            </a:xfrm>
            <a:custGeom>
              <a:avLst/>
              <a:gdLst>
                <a:gd name="connsiteX0" fmla="*/ 82108 w 164216"/>
                <a:gd name="connsiteY0" fmla="*/ 0 h 109202"/>
                <a:gd name="connsiteX1" fmla="*/ 164217 w 164216"/>
                <a:gd name="connsiteY1" fmla="*/ 54601 h 109202"/>
                <a:gd name="connsiteX2" fmla="*/ 82108 w 164216"/>
                <a:gd name="connsiteY2" fmla="*/ 109202 h 109202"/>
                <a:gd name="connsiteX3" fmla="*/ 0 w 164216"/>
                <a:gd name="connsiteY3" fmla="*/ 54601 h 109202"/>
                <a:gd name="connsiteX4" fmla="*/ 82108 w 164216"/>
                <a:gd name="connsiteY4" fmla="*/ 0 h 109202"/>
                <a:gd name="connsiteX5" fmla="*/ 45105 w 164216"/>
                <a:gd name="connsiteY5" fmla="*/ 54601 h 109202"/>
                <a:gd name="connsiteX6" fmla="*/ 82108 w 164216"/>
                <a:gd name="connsiteY6" fmla="*/ 91610 h 109202"/>
                <a:gd name="connsiteX7" fmla="*/ 119112 w 164216"/>
                <a:gd name="connsiteY7" fmla="*/ 54601 h 109202"/>
                <a:gd name="connsiteX8" fmla="*/ 82108 w 164216"/>
                <a:gd name="connsiteY8" fmla="*/ 17592 h 109202"/>
                <a:gd name="connsiteX9" fmla="*/ 45105 w 164216"/>
                <a:gd name="connsiteY9" fmla="*/ 54601 h 10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216" h="109202">
                  <a:moveTo>
                    <a:pt x="82108" y="0"/>
                  </a:moveTo>
                  <a:cubicBezTo>
                    <a:pt x="134256" y="0"/>
                    <a:pt x="164217" y="54601"/>
                    <a:pt x="164217" y="54601"/>
                  </a:cubicBezTo>
                  <a:cubicBezTo>
                    <a:pt x="164217" y="54601"/>
                    <a:pt x="134256" y="109202"/>
                    <a:pt x="82108" y="109202"/>
                  </a:cubicBezTo>
                  <a:cubicBezTo>
                    <a:pt x="29961" y="109202"/>
                    <a:pt x="0" y="54601"/>
                    <a:pt x="0" y="54601"/>
                  </a:cubicBezTo>
                  <a:cubicBezTo>
                    <a:pt x="0" y="54601"/>
                    <a:pt x="29961" y="0"/>
                    <a:pt x="82108" y="0"/>
                  </a:cubicBezTo>
                  <a:close/>
                  <a:moveTo>
                    <a:pt x="45105" y="54601"/>
                  </a:moveTo>
                  <a:cubicBezTo>
                    <a:pt x="45105" y="75003"/>
                    <a:pt x="61709" y="91610"/>
                    <a:pt x="82108" y="91610"/>
                  </a:cubicBezTo>
                  <a:cubicBezTo>
                    <a:pt x="102544" y="91610"/>
                    <a:pt x="119112" y="75003"/>
                    <a:pt x="119112" y="54601"/>
                  </a:cubicBezTo>
                  <a:cubicBezTo>
                    <a:pt x="119112" y="34199"/>
                    <a:pt x="102544" y="17592"/>
                    <a:pt x="82108" y="17592"/>
                  </a:cubicBezTo>
                  <a:cubicBezTo>
                    <a:pt x="61709" y="17592"/>
                    <a:pt x="45105" y="34199"/>
                    <a:pt x="45105" y="54601"/>
                  </a:cubicBezTo>
                  <a:close/>
                </a:path>
              </a:pathLst>
            </a:custGeom>
            <a:solidFill>
              <a:srgbClr val="007B85"/>
            </a:solidFill>
            <a:ln w="3646" cap="flat">
              <a:noFill/>
              <a:prstDash val="solid"/>
              <a:miter/>
            </a:ln>
          </p:spPr>
          <p:txBody>
            <a:bodyPr rtlCol="0" anchor="ctr"/>
            <a:lstStyle/>
            <a:p>
              <a:endParaRPr lang="en-GR"/>
            </a:p>
          </p:txBody>
        </p:sp>
        <p:sp>
          <p:nvSpPr>
            <p:cNvPr id="679" name="Freeform 553">
              <a:extLst>
                <a:ext uri="{FF2B5EF4-FFF2-40B4-BE49-F238E27FC236}">
                  <a16:creationId xmlns:a16="http://schemas.microsoft.com/office/drawing/2014/main" id="{F60556BC-3429-7001-AD59-8FAEAFF6B457}"/>
                </a:ext>
              </a:extLst>
            </p:cNvPr>
            <p:cNvSpPr/>
            <p:nvPr/>
          </p:nvSpPr>
          <p:spPr>
            <a:xfrm>
              <a:off x="8525456" y="4191866"/>
              <a:ext cx="65653" cy="63143"/>
            </a:xfrm>
            <a:custGeom>
              <a:avLst/>
              <a:gdLst>
                <a:gd name="connsiteX0" fmla="*/ 0 w 74152"/>
                <a:gd name="connsiteY0" fmla="*/ 20475 h 71317"/>
                <a:gd name="connsiteX1" fmla="*/ 0 w 74152"/>
                <a:gd name="connsiteY1" fmla="*/ 0 h 71317"/>
                <a:gd name="connsiteX2" fmla="*/ 74153 w 74152"/>
                <a:gd name="connsiteY2" fmla="*/ 71318 h 71317"/>
                <a:gd name="connsiteX3" fmla="*/ 53680 w 74152"/>
                <a:gd name="connsiteY3" fmla="*/ 71318 h 71317"/>
                <a:gd name="connsiteX4" fmla="*/ 0 w 74152"/>
                <a:gd name="connsiteY4" fmla="*/ 20475 h 71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152" h="71317">
                  <a:moveTo>
                    <a:pt x="0" y="20475"/>
                  </a:moveTo>
                  <a:lnTo>
                    <a:pt x="0" y="0"/>
                  </a:lnTo>
                  <a:cubicBezTo>
                    <a:pt x="58899" y="0"/>
                    <a:pt x="74153" y="12008"/>
                    <a:pt x="74153" y="71318"/>
                  </a:cubicBezTo>
                  <a:lnTo>
                    <a:pt x="53680" y="71318"/>
                  </a:lnTo>
                  <a:cubicBezTo>
                    <a:pt x="53680" y="16132"/>
                    <a:pt x="46054" y="20475"/>
                    <a:pt x="0" y="20475"/>
                  </a:cubicBezTo>
                  <a:close/>
                </a:path>
              </a:pathLst>
            </a:custGeom>
            <a:solidFill>
              <a:srgbClr val="007B85"/>
            </a:solidFill>
            <a:ln w="3646" cap="flat">
              <a:noFill/>
              <a:prstDash val="solid"/>
              <a:miter/>
            </a:ln>
          </p:spPr>
          <p:txBody>
            <a:bodyPr rtlCol="0" anchor="ctr"/>
            <a:lstStyle/>
            <a:p>
              <a:endParaRPr lang="en-GR"/>
            </a:p>
          </p:txBody>
        </p:sp>
        <p:sp>
          <p:nvSpPr>
            <p:cNvPr id="680" name="Freeform 554">
              <a:extLst>
                <a:ext uri="{FF2B5EF4-FFF2-40B4-BE49-F238E27FC236}">
                  <a16:creationId xmlns:a16="http://schemas.microsoft.com/office/drawing/2014/main" id="{61E0E441-E822-8B66-A754-EDC8C646509E}"/>
                </a:ext>
              </a:extLst>
            </p:cNvPr>
            <p:cNvSpPr/>
            <p:nvPr/>
          </p:nvSpPr>
          <p:spPr>
            <a:xfrm>
              <a:off x="8525650" y="4309687"/>
              <a:ext cx="65654" cy="63111"/>
            </a:xfrm>
            <a:custGeom>
              <a:avLst/>
              <a:gdLst>
                <a:gd name="connsiteX0" fmla="*/ 53681 w 74153"/>
                <a:gd name="connsiteY0" fmla="*/ 0 h 71280"/>
                <a:gd name="connsiteX1" fmla="*/ 0 w 74153"/>
                <a:gd name="connsiteY1" fmla="*/ 50806 h 71280"/>
                <a:gd name="connsiteX2" fmla="*/ 0 w 74153"/>
                <a:gd name="connsiteY2" fmla="*/ 71281 h 71280"/>
                <a:gd name="connsiteX3" fmla="*/ 74153 w 74153"/>
                <a:gd name="connsiteY3" fmla="*/ 0 h 71280"/>
                <a:gd name="connsiteX4" fmla="*/ 53681 w 74153"/>
                <a:gd name="connsiteY4" fmla="*/ 0 h 71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153" h="71280">
                  <a:moveTo>
                    <a:pt x="53681" y="0"/>
                  </a:moveTo>
                  <a:cubicBezTo>
                    <a:pt x="53681" y="49492"/>
                    <a:pt x="44813" y="50806"/>
                    <a:pt x="0" y="50806"/>
                  </a:cubicBezTo>
                  <a:lnTo>
                    <a:pt x="0" y="71281"/>
                  </a:lnTo>
                  <a:cubicBezTo>
                    <a:pt x="58899" y="71281"/>
                    <a:pt x="74153" y="59273"/>
                    <a:pt x="74153" y="0"/>
                  </a:cubicBezTo>
                  <a:lnTo>
                    <a:pt x="53681" y="0"/>
                  </a:lnTo>
                  <a:close/>
                </a:path>
              </a:pathLst>
            </a:custGeom>
            <a:solidFill>
              <a:srgbClr val="007B85"/>
            </a:solidFill>
            <a:ln w="3646" cap="flat">
              <a:noFill/>
              <a:prstDash val="solid"/>
              <a:miter/>
            </a:ln>
          </p:spPr>
          <p:txBody>
            <a:bodyPr rtlCol="0" anchor="ctr"/>
            <a:lstStyle/>
            <a:p>
              <a:endParaRPr lang="en-GR"/>
            </a:p>
          </p:txBody>
        </p:sp>
        <p:sp>
          <p:nvSpPr>
            <p:cNvPr id="681" name="Freeform 555">
              <a:extLst>
                <a:ext uri="{FF2B5EF4-FFF2-40B4-BE49-F238E27FC236}">
                  <a16:creationId xmlns:a16="http://schemas.microsoft.com/office/drawing/2014/main" id="{3DCCB4CE-0D49-49EB-1F92-6CF6DBC51650}"/>
                </a:ext>
              </a:extLst>
            </p:cNvPr>
            <p:cNvSpPr/>
            <p:nvPr/>
          </p:nvSpPr>
          <p:spPr>
            <a:xfrm>
              <a:off x="8410852" y="4309622"/>
              <a:ext cx="65653" cy="63143"/>
            </a:xfrm>
            <a:custGeom>
              <a:avLst/>
              <a:gdLst>
                <a:gd name="connsiteX0" fmla="*/ 74153 w 74152"/>
                <a:gd name="connsiteY0" fmla="*/ 50842 h 71317"/>
                <a:gd name="connsiteX1" fmla="*/ 74153 w 74152"/>
                <a:gd name="connsiteY1" fmla="*/ 71318 h 71317"/>
                <a:gd name="connsiteX2" fmla="*/ 0 w 74152"/>
                <a:gd name="connsiteY2" fmla="*/ 0 h 71317"/>
                <a:gd name="connsiteX3" fmla="*/ 20472 w 74152"/>
                <a:gd name="connsiteY3" fmla="*/ 0 h 71317"/>
                <a:gd name="connsiteX4" fmla="*/ 74153 w 74152"/>
                <a:gd name="connsiteY4" fmla="*/ 50842 h 71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152" h="71317">
                  <a:moveTo>
                    <a:pt x="74153" y="50842"/>
                  </a:moveTo>
                  <a:lnTo>
                    <a:pt x="74153" y="71318"/>
                  </a:lnTo>
                  <a:cubicBezTo>
                    <a:pt x="15254" y="71318"/>
                    <a:pt x="0" y="59309"/>
                    <a:pt x="0" y="0"/>
                  </a:cubicBezTo>
                  <a:lnTo>
                    <a:pt x="20472" y="0"/>
                  </a:lnTo>
                  <a:cubicBezTo>
                    <a:pt x="20472" y="43396"/>
                    <a:pt x="29778" y="50842"/>
                    <a:pt x="74153" y="50842"/>
                  </a:cubicBezTo>
                  <a:close/>
                </a:path>
              </a:pathLst>
            </a:custGeom>
            <a:solidFill>
              <a:srgbClr val="007B85"/>
            </a:solidFill>
            <a:ln w="3646" cap="flat">
              <a:noFill/>
              <a:prstDash val="solid"/>
              <a:miter/>
            </a:ln>
          </p:spPr>
          <p:txBody>
            <a:bodyPr rtlCol="0" anchor="ctr"/>
            <a:lstStyle/>
            <a:p>
              <a:endParaRPr lang="en-GR"/>
            </a:p>
          </p:txBody>
        </p:sp>
      </p:grpSp>
      <p:grpSp>
        <p:nvGrpSpPr>
          <p:cNvPr id="682" name="Group 681">
            <a:extLst>
              <a:ext uri="{FF2B5EF4-FFF2-40B4-BE49-F238E27FC236}">
                <a16:creationId xmlns:a16="http://schemas.microsoft.com/office/drawing/2014/main" id="{5F9C54E5-B550-B2FE-F7E9-128323DB15F5}"/>
              </a:ext>
            </a:extLst>
          </p:cNvPr>
          <p:cNvGrpSpPr/>
          <p:nvPr/>
        </p:nvGrpSpPr>
        <p:grpSpPr>
          <a:xfrm>
            <a:off x="9895674" y="4191834"/>
            <a:ext cx="180134" cy="180964"/>
            <a:chOff x="8743518" y="4191834"/>
            <a:chExt cx="180134" cy="180964"/>
          </a:xfrm>
        </p:grpSpPr>
        <p:sp>
          <p:nvSpPr>
            <p:cNvPr id="683" name="Freeform 556">
              <a:extLst>
                <a:ext uri="{FF2B5EF4-FFF2-40B4-BE49-F238E27FC236}">
                  <a16:creationId xmlns:a16="http://schemas.microsoft.com/office/drawing/2014/main" id="{4B69B6B9-491B-FC94-5B1B-66BE353FB18E}"/>
                </a:ext>
              </a:extLst>
            </p:cNvPr>
            <p:cNvSpPr/>
            <p:nvPr/>
          </p:nvSpPr>
          <p:spPr>
            <a:xfrm>
              <a:off x="8743518" y="4191834"/>
              <a:ext cx="65492" cy="62949"/>
            </a:xfrm>
            <a:custGeom>
              <a:avLst/>
              <a:gdLst>
                <a:gd name="connsiteX0" fmla="*/ 73971 w 73970"/>
                <a:gd name="connsiteY0" fmla="*/ 20402 h 71098"/>
                <a:gd name="connsiteX1" fmla="*/ 73971 w 73970"/>
                <a:gd name="connsiteY1" fmla="*/ 0 h 71098"/>
                <a:gd name="connsiteX2" fmla="*/ 0 w 73970"/>
                <a:gd name="connsiteY2" fmla="*/ 71098 h 71098"/>
                <a:gd name="connsiteX3" fmla="*/ 20399 w 73970"/>
                <a:gd name="connsiteY3" fmla="*/ 71098 h 71098"/>
                <a:gd name="connsiteX4" fmla="*/ 73971 w 73970"/>
                <a:gd name="connsiteY4" fmla="*/ 20402 h 710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70" h="71098">
                  <a:moveTo>
                    <a:pt x="73971" y="20402"/>
                  </a:moveTo>
                  <a:lnTo>
                    <a:pt x="73971" y="0"/>
                  </a:lnTo>
                  <a:cubicBezTo>
                    <a:pt x="15218" y="0"/>
                    <a:pt x="0" y="11971"/>
                    <a:pt x="0" y="71098"/>
                  </a:cubicBezTo>
                  <a:lnTo>
                    <a:pt x="20399" y="71098"/>
                  </a:lnTo>
                  <a:cubicBezTo>
                    <a:pt x="20399" y="21753"/>
                    <a:pt x="27078" y="20402"/>
                    <a:pt x="73971" y="20402"/>
                  </a:cubicBezTo>
                  <a:close/>
                </a:path>
              </a:pathLst>
            </a:custGeom>
            <a:solidFill>
              <a:srgbClr val="007B85"/>
            </a:solidFill>
            <a:ln w="3646" cap="flat">
              <a:noFill/>
              <a:prstDash val="solid"/>
              <a:miter/>
            </a:ln>
          </p:spPr>
          <p:txBody>
            <a:bodyPr rtlCol="0" anchor="ctr"/>
            <a:lstStyle/>
            <a:p>
              <a:endParaRPr lang="en-GR"/>
            </a:p>
          </p:txBody>
        </p:sp>
        <p:sp>
          <p:nvSpPr>
            <p:cNvPr id="684" name="Freeform 557">
              <a:extLst>
                <a:ext uri="{FF2B5EF4-FFF2-40B4-BE49-F238E27FC236}">
                  <a16:creationId xmlns:a16="http://schemas.microsoft.com/office/drawing/2014/main" id="{C7EEC1FD-6DEB-2E4A-66CE-28A752EC357A}"/>
                </a:ext>
              </a:extLst>
            </p:cNvPr>
            <p:cNvSpPr/>
            <p:nvPr/>
          </p:nvSpPr>
          <p:spPr>
            <a:xfrm>
              <a:off x="8797411" y="4245930"/>
              <a:ext cx="72374" cy="68379"/>
            </a:xfrm>
            <a:custGeom>
              <a:avLst/>
              <a:gdLst>
                <a:gd name="connsiteX0" fmla="*/ 0 w 81743"/>
                <a:gd name="connsiteY0" fmla="*/ 40842 h 77230"/>
                <a:gd name="connsiteX1" fmla="*/ 22406 w 81743"/>
                <a:gd name="connsiteY1" fmla="*/ 77230 h 77230"/>
                <a:gd name="connsiteX2" fmla="*/ 22406 w 81743"/>
                <a:gd name="connsiteY2" fmla="*/ 36754 h 77230"/>
                <a:gd name="connsiteX3" fmla="*/ 41054 w 81743"/>
                <a:gd name="connsiteY3" fmla="*/ 21242 h 77230"/>
                <a:gd name="connsiteX4" fmla="*/ 59665 w 81743"/>
                <a:gd name="connsiteY4" fmla="*/ 36826 h 77230"/>
                <a:gd name="connsiteX5" fmla="*/ 59665 w 81743"/>
                <a:gd name="connsiteY5" fmla="*/ 55696 h 77230"/>
                <a:gd name="connsiteX6" fmla="*/ 72583 w 81743"/>
                <a:gd name="connsiteY6" fmla="*/ 61463 h 77230"/>
                <a:gd name="connsiteX7" fmla="*/ 76050 w 81743"/>
                <a:gd name="connsiteY7" fmla="*/ 61499 h 77230"/>
                <a:gd name="connsiteX8" fmla="*/ 81743 w 81743"/>
                <a:gd name="connsiteY8" fmla="*/ 40842 h 77230"/>
                <a:gd name="connsiteX9" fmla="*/ 40908 w 81743"/>
                <a:gd name="connsiteY9" fmla="*/ 0 h 77230"/>
                <a:gd name="connsiteX10" fmla="*/ 73 w 81743"/>
                <a:gd name="connsiteY10" fmla="*/ 40842 h 77230"/>
                <a:gd name="connsiteX11" fmla="*/ 0 w 81743"/>
                <a:gd name="connsiteY11" fmla="*/ 40842 h 77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1743" h="77230">
                  <a:moveTo>
                    <a:pt x="0" y="40842"/>
                  </a:moveTo>
                  <a:cubicBezTo>
                    <a:pt x="0" y="56755"/>
                    <a:pt x="9159" y="70515"/>
                    <a:pt x="22406" y="77230"/>
                  </a:cubicBezTo>
                  <a:lnTo>
                    <a:pt x="22406" y="36754"/>
                  </a:lnTo>
                  <a:cubicBezTo>
                    <a:pt x="22406" y="28031"/>
                    <a:pt x="30653" y="21242"/>
                    <a:pt x="41054" y="21242"/>
                  </a:cubicBezTo>
                  <a:cubicBezTo>
                    <a:pt x="50031" y="21242"/>
                    <a:pt x="59665" y="26498"/>
                    <a:pt x="59665" y="36826"/>
                  </a:cubicBezTo>
                  <a:lnTo>
                    <a:pt x="59665" y="55696"/>
                  </a:lnTo>
                  <a:cubicBezTo>
                    <a:pt x="64446" y="56061"/>
                    <a:pt x="69299" y="57923"/>
                    <a:pt x="72583" y="61463"/>
                  </a:cubicBezTo>
                  <a:cubicBezTo>
                    <a:pt x="73751" y="61390"/>
                    <a:pt x="74919" y="61390"/>
                    <a:pt x="76050" y="61499"/>
                  </a:cubicBezTo>
                  <a:cubicBezTo>
                    <a:pt x="79627" y="55441"/>
                    <a:pt x="81743" y="48397"/>
                    <a:pt x="81743" y="40842"/>
                  </a:cubicBezTo>
                  <a:cubicBezTo>
                    <a:pt x="81743" y="18286"/>
                    <a:pt x="63460" y="0"/>
                    <a:pt x="40908" y="0"/>
                  </a:cubicBezTo>
                  <a:cubicBezTo>
                    <a:pt x="18355" y="0"/>
                    <a:pt x="73" y="18286"/>
                    <a:pt x="73" y="40842"/>
                  </a:cubicBezTo>
                  <a:lnTo>
                    <a:pt x="0" y="40842"/>
                  </a:lnTo>
                  <a:close/>
                </a:path>
              </a:pathLst>
            </a:custGeom>
            <a:solidFill>
              <a:srgbClr val="007B85"/>
            </a:solidFill>
            <a:ln w="3646" cap="flat">
              <a:noFill/>
              <a:prstDash val="solid"/>
              <a:miter/>
            </a:ln>
          </p:spPr>
          <p:txBody>
            <a:bodyPr rtlCol="0" anchor="ctr"/>
            <a:lstStyle/>
            <a:p>
              <a:endParaRPr lang="en-GR"/>
            </a:p>
          </p:txBody>
        </p:sp>
        <p:sp>
          <p:nvSpPr>
            <p:cNvPr id="685" name="Freeform 558">
              <a:extLst>
                <a:ext uri="{FF2B5EF4-FFF2-40B4-BE49-F238E27FC236}">
                  <a16:creationId xmlns:a16="http://schemas.microsoft.com/office/drawing/2014/main" id="{6176D4EE-C447-1F73-2BB2-BDFD87F8A476}"/>
                </a:ext>
              </a:extLst>
            </p:cNvPr>
            <p:cNvSpPr/>
            <p:nvPr/>
          </p:nvSpPr>
          <p:spPr>
            <a:xfrm>
              <a:off x="8857992" y="4191866"/>
              <a:ext cx="65459" cy="62981"/>
            </a:xfrm>
            <a:custGeom>
              <a:avLst/>
              <a:gdLst>
                <a:gd name="connsiteX0" fmla="*/ 0 w 73933"/>
                <a:gd name="connsiteY0" fmla="*/ 20439 h 71134"/>
                <a:gd name="connsiteX1" fmla="*/ 0 w 73933"/>
                <a:gd name="connsiteY1" fmla="*/ 0 h 71134"/>
                <a:gd name="connsiteX2" fmla="*/ 73934 w 73933"/>
                <a:gd name="connsiteY2" fmla="*/ 71135 h 71134"/>
                <a:gd name="connsiteX3" fmla="*/ 53534 w 73933"/>
                <a:gd name="connsiteY3" fmla="*/ 71135 h 71134"/>
                <a:gd name="connsiteX4" fmla="*/ 0 w 73933"/>
                <a:gd name="connsiteY4" fmla="*/ 20439 h 71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33" h="71134">
                  <a:moveTo>
                    <a:pt x="0" y="20439"/>
                  </a:moveTo>
                  <a:lnTo>
                    <a:pt x="0" y="0"/>
                  </a:lnTo>
                  <a:cubicBezTo>
                    <a:pt x="58753" y="0"/>
                    <a:pt x="73934" y="11971"/>
                    <a:pt x="73934" y="71135"/>
                  </a:cubicBezTo>
                  <a:lnTo>
                    <a:pt x="53534" y="71135"/>
                  </a:lnTo>
                  <a:cubicBezTo>
                    <a:pt x="53534" y="19052"/>
                    <a:pt x="47185" y="20439"/>
                    <a:pt x="0" y="20439"/>
                  </a:cubicBezTo>
                  <a:close/>
                </a:path>
              </a:pathLst>
            </a:custGeom>
            <a:solidFill>
              <a:srgbClr val="007B85"/>
            </a:solidFill>
            <a:ln w="3646" cap="flat">
              <a:noFill/>
              <a:prstDash val="solid"/>
              <a:miter/>
            </a:ln>
          </p:spPr>
          <p:txBody>
            <a:bodyPr rtlCol="0" anchor="ctr"/>
            <a:lstStyle/>
            <a:p>
              <a:endParaRPr lang="en-GR"/>
            </a:p>
          </p:txBody>
        </p:sp>
        <p:sp>
          <p:nvSpPr>
            <p:cNvPr id="686" name="Freeform 559">
              <a:extLst>
                <a:ext uri="{FF2B5EF4-FFF2-40B4-BE49-F238E27FC236}">
                  <a16:creationId xmlns:a16="http://schemas.microsoft.com/office/drawing/2014/main" id="{F96D9CF4-2670-5681-4AE0-3CA402629D02}"/>
                </a:ext>
              </a:extLst>
            </p:cNvPr>
            <p:cNvSpPr/>
            <p:nvPr/>
          </p:nvSpPr>
          <p:spPr>
            <a:xfrm>
              <a:off x="8801474" y="4273628"/>
              <a:ext cx="122178" cy="99170"/>
            </a:xfrm>
            <a:custGeom>
              <a:avLst/>
              <a:gdLst>
                <a:gd name="connsiteX0" fmla="*/ 117515 w 137993"/>
                <a:gd name="connsiteY0" fmla="*/ 40325 h 112007"/>
                <a:gd name="connsiteX1" fmla="*/ 95145 w 137993"/>
                <a:gd name="connsiteY1" fmla="*/ 91094 h 112007"/>
                <a:gd name="connsiteX2" fmla="*/ 95145 w 137993"/>
                <a:gd name="connsiteY2" fmla="*/ 53756 h 112007"/>
                <a:gd name="connsiteX3" fmla="*/ 92664 w 137993"/>
                <a:gd name="connsiteY3" fmla="*/ 48720 h 112007"/>
                <a:gd name="connsiteX4" fmla="*/ 82227 w 137993"/>
                <a:gd name="connsiteY4" fmla="*/ 46931 h 112007"/>
                <a:gd name="connsiteX5" fmla="*/ 78432 w 137993"/>
                <a:gd name="connsiteY5" fmla="*/ 51347 h 112007"/>
                <a:gd name="connsiteX6" fmla="*/ 69564 w 137993"/>
                <a:gd name="connsiteY6" fmla="*/ 40690 h 112007"/>
                <a:gd name="connsiteX7" fmla="*/ 61609 w 137993"/>
                <a:gd name="connsiteY7" fmla="*/ 45544 h 112007"/>
                <a:gd name="connsiteX8" fmla="*/ 53142 w 137993"/>
                <a:gd name="connsiteY8" fmla="*/ 34485 h 112007"/>
                <a:gd name="connsiteX9" fmla="*/ 44895 w 137993"/>
                <a:gd name="connsiteY9" fmla="*/ 39777 h 112007"/>
                <a:gd name="connsiteX10" fmla="*/ 44785 w 137993"/>
                <a:gd name="connsiteY10" fmla="*/ 4922 h 112007"/>
                <a:gd name="connsiteX11" fmla="*/ 28109 w 137993"/>
                <a:gd name="connsiteY11" fmla="*/ 5433 h 112007"/>
                <a:gd name="connsiteX12" fmla="*/ 28109 w 137993"/>
                <a:gd name="connsiteY12" fmla="*/ 76166 h 112007"/>
                <a:gd name="connsiteX13" fmla="*/ 12928 w 137993"/>
                <a:gd name="connsiteY13" fmla="*/ 65144 h 112007"/>
                <a:gd name="connsiteX14" fmla="*/ 265 w 137993"/>
                <a:gd name="connsiteY14" fmla="*/ 70764 h 112007"/>
                <a:gd name="connsiteX15" fmla="*/ 7782 w 137993"/>
                <a:gd name="connsiteY15" fmla="*/ 85363 h 112007"/>
                <a:gd name="connsiteX16" fmla="*/ 35444 w 137993"/>
                <a:gd name="connsiteY16" fmla="*/ 112007 h 112007"/>
                <a:gd name="connsiteX17" fmla="*/ 63579 w 137993"/>
                <a:gd name="connsiteY17" fmla="*/ 111752 h 112007"/>
                <a:gd name="connsiteX18" fmla="*/ 100911 w 137993"/>
                <a:gd name="connsiteY18" fmla="*/ 111387 h 112007"/>
                <a:gd name="connsiteX19" fmla="*/ 137988 w 137993"/>
                <a:gd name="connsiteY19" fmla="*/ 40288 h 112007"/>
                <a:gd name="connsiteX20" fmla="*/ 117552 w 137993"/>
                <a:gd name="connsiteY20" fmla="*/ 40288 h 112007"/>
                <a:gd name="connsiteX21" fmla="*/ 117515 w 137993"/>
                <a:gd name="connsiteY21" fmla="*/ 40325 h 112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7993" h="112007">
                  <a:moveTo>
                    <a:pt x="117515" y="40325"/>
                  </a:moveTo>
                  <a:cubicBezTo>
                    <a:pt x="117515" y="61457"/>
                    <a:pt x="122332" y="91094"/>
                    <a:pt x="95145" y="91094"/>
                  </a:cubicBezTo>
                  <a:lnTo>
                    <a:pt x="95145" y="53756"/>
                  </a:lnTo>
                  <a:cubicBezTo>
                    <a:pt x="95145" y="51785"/>
                    <a:pt x="94087" y="50216"/>
                    <a:pt x="92664" y="48720"/>
                  </a:cubicBezTo>
                  <a:cubicBezTo>
                    <a:pt x="89854" y="45909"/>
                    <a:pt x="85876" y="45435"/>
                    <a:pt x="82227" y="46931"/>
                  </a:cubicBezTo>
                  <a:cubicBezTo>
                    <a:pt x="79928" y="47880"/>
                    <a:pt x="78432" y="49522"/>
                    <a:pt x="78432" y="51347"/>
                  </a:cubicBezTo>
                  <a:cubicBezTo>
                    <a:pt x="78432" y="43902"/>
                    <a:pt x="78687" y="40690"/>
                    <a:pt x="69564" y="40690"/>
                  </a:cubicBezTo>
                  <a:cubicBezTo>
                    <a:pt x="64090" y="40690"/>
                    <a:pt x="61609" y="43390"/>
                    <a:pt x="61609" y="45544"/>
                  </a:cubicBezTo>
                  <a:cubicBezTo>
                    <a:pt x="61609" y="39522"/>
                    <a:pt x="60404" y="34485"/>
                    <a:pt x="53142" y="34485"/>
                  </a:cubicBezTo>
                  <a:cubicBezTo>
                    <a:pt x="50150" y="34485"/>
                    <a:pt x="44895" y="35945"/>
                    <a:pt x="44895" y="39777"/>
                  </a:cubicBezTo>
                  <a:cubicBezTo>
                    <a:pt x="44895" y="39777"/>
                    <a:pt x="44822" y="5067"/>
                    <a:pt x="44785" y="4922"/>
                  </a:cubicBezTo>
                  <a:cubicBezTo>
                    <a:pt x="43764" y="-1830"/>
                    <a:pt x="28109" y="-1612"/>
                    <a:pt x="28109" y="5433"/>
                  </a:cubicBezTo>
                  <a:lnTo>
                    <a:pt x="28109" y="76166"/>
                  </a:lnTo>
                  <a:cubicBezTo>
                    <a:pt x="27853" y="76020"/>
                    <a:pt x="20080" y="70801"/>
                    <a:pt x="12928" y="65144"/>
                  </a:cubicBezTo>
                  <a:cubicBezTo>
                    <a:pt x="8256" y="61384"/>
                    <a:pt x="2673" y="63355"/>
                    <a:pt x="265" y="70764"/>
                  </a:cubicBezTo>
                  <a:cubicBezTo>
                    <a:pt x="-1085" y="75035"/>
                    <a:pt x="2929" y="79342"/>
                    <a:pt x="7782" y="85363"/>
                  </a:cubicBezTo>
                  <a:cubicBezTo>
                    <a:pt x="7782" y="85363"/>
                    <a:pt x="28546" y="112007"/>
                    <a:pt x="35444" y="112007"/>
                  </a:cubicBezTo>
                  <a:cubicBezTo>
                    <a:pt x="36684" y="112007"/>
                    <a:pt x="49530" y="111898"/>
                    <a:pt x="63579" y="111752"/>
                  </a:cubicBezTo>
                  <a:cubicBezTo>
                    <a:pt x="80366" y="111569"/>
                    <a:pt x="98795" y="111387"/>
                    <a:pt x="100911" y="111387"/>
                  </a:cubicBezTo>
                  <a:cubicBezTo>
                    <a:pt x="139301" y="111387"/>
                    <a:pt x="137988" y="67771"/>
                    <a:pt x="137988" y="40288"/>
                  </a:cubicBezTo>
                  <a:lnTo>
                    <a:pt x="117552" y="40288"/>
                  </a:lnTo>
                  <a:lnTo>
                    <a:pt x="117515" y="40325"/>
                  </a:lnTo>
                  <a:close/>
                </a:path>
              </a:pathLst>
            </a:custGeom>
            <a:solidFill>
              <a:srgbClr val="007B85"/>
            </a:solidFill>
            <a:ln w="3646" cap="flat">
              <a:noFill/>
              <a:prstDash val="solid"/>
              <a:miter/>
            </a:ln>
          </p:spPr>
          <p:txBody>
            <a:bodyPr rtlCol="0" anchor="ctr"/>
            <a:lstStyle/>
            <a:p>
              <a:endParaRPr lang="en-GR"/>
            </a:p>
          </p:txBody>
        </p:sp>
        <p:sp>
          <p:nvSpPr>
            <p:cNvPr id="687" name="Freeform 560">
              <a:extLst>
                <a:ext uri="{FF2B5EF4-FFF2-40B4-BE49-F238E27FC236}">
                  <a16:creationId xmlns:a16="http://schemas.microsoft.com/office/drawing/2014/main" id="{D5A0FAB3-E090-8BDA-E8B9-4A1D70DCC5E5}"/>
                </a:ext>
              </a:extLst>
            </p:cNvPr>
            <p:cNvSpPr/>
            <p:nvPr/>
          </p:nvSpPr>
          <p:spPr>
            <a:xfrm>
              <a:off x="8743647" y="4309332"/>
              <a:ext cx="65492" cy="62981"/>
            </a:xfrm>
            <a:custGeom>
              <a:avLst/>
              <a:gdLst>
                <a:gd name="connsiteX0" fmla="*/ 73971 w 73970"/>
                <a:gd name="connsiteY0" fmla="*/ 50696 h 71134"/>
                <a:gd name="connsiteX1" fmla="*/ 73971 w 73970"/>
                <a:gd name="connsiteY1" fmla="*/ 71135 h 71134"/>
                <a:gd name="connsiteX2" fmla="*/ 0 w 73970"/>
                <a:gd name="connsiteY2" fmla="*/ 0 h 71134"/>
                <a:gd name="connsiteX3" fmla="*/ 20436 w 73970"/>
                <a:gd name="connsiteY3" fmla="*/ 0 h 71134"/>
                <a:gd name="connsiteX4" fmla="*/ 73971 w 73970"/>
                <a:gd name="connsiteY4" fmla="*/ 50696 h 71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70" h="71134">
                  <a:moveTo>
                    <a:pt x="73971" y="50696"/>
                  </a:moveTo>
                  <a:lnTo>
                    <a:pt x="73971" y="71135"/>
                  </a:lnTo>
                  <a:cubicBezTo>
                    <a:pt x="15217" y="71135"/>
                    <a:pt x="0" y="59163"/>
                    <a:pt x="0" y="0"/>
                  </a:cubicBezTo>
                  <a:lnTo>
                    <a:pt x="20436" y="0"/>
                  </a:lnTo>
                  <a:cubicBezTo>
                    <a:pt x="20436" y="50879"/>
                    <a:pt x="27333" y="50696"/>
                    <a:pt x="73971" y="50696"/>
                  </a:cubicBezTo>
                  <a:close/>
                </a:path>
              </a:pathLst>
            </a:custGeom>
            <a:solidFill>
              <a:srgbClr val="007B85"/>
            </a:solidFill>
            <a:ln w="3646" cap="flat">
              <a:noFill/>
              <a:prstDash val="solid"/>
              <a:miter/>
            </a:ln>
          </p:spPr>
          <p:txBody>
            <a:bodyPr rtlCol="0" anchor="ctr"/>
            <a:lstStyle/>
            <a:p>
              <a:endParaRPr lang="en-GR"/>
            </a:p>
          </p:txBody>
        </p:sp>
      </p:grpSp>
      <p:grpSp>
        <p:nvGrpSpPr>
          <p:cNvPr id="688" name="Group 687">
            <a:extLst>
              <a:ext uri="{FF2B5EF4-FFF2-40B4-BE49-F238E27FC236}">
                <a16:creationId xmlns:a16="http://schemas.microsoft.com/office/drawing/2014/main" id="{7259EFFB-375E-CD21-0F8E-8C7161D65696}"/>
              </a:ext>
            </a:extLst>
          </p:cNvPr>
          <p:cNvGrpSpPr/>
          <p:nvPr/>
        </p:nvGrpSpPr>
        <p:grpSpPr>
          <a:xfrm>
            <a:off x="10222006" y="4217688"/>
            <a:ext cx="193860" cy="128937"/>
            <a:chOff x="9069850" y="4217686"/>
            <a:chExt cx="193860" cy="128937"/>
          </a:xfrm>
        </p:grpSpPr>
        <p:sp>
          <p:nvSpPr>
            <p:cNvPr id="689" name="Freeform 561">
              <a:extLst>
                <a:ext uri="{FF2B5EF4-FFF2-40B4-BE49-F238E27FC236}">
                  <a16:creationId xmlns:a16="http://schemas.microsoft.com/office/drawing/2014/main" id="{FDB5B9CB-E8EF-BAFF-0A2F-A4F2B29B7F27}"/>
                </a:ext>
              </a:extLst>
            </p:cNvPr>
            <p:cNvSpPr/>
            <p:nvPr/>
          </p:nvSpPr>
          <p:spPr>
            <a:xfrm>
              <a:off x="9151110" y="4266514"/>
              <a:ext cx="31340" cy="31313"/>
            </a:xfrm>
            <a:custGeom>
              <a:avLst/>
              <a:gdLst>
                <a:gd name="connsiteX0" fmla="*/ 0 w 35397"/>
                <a:gd name="connsiteY0" fmla="*/ 17665 h 35366"/>
                <a:gd name="connsiteX1" fmla="*/ 17699 w 35397"/>
                <a:gd name="connsiteY1" fmla="*/ 0 h 35366"/>
                <a:gd name="connsiteX2" fmla="*/ 35398 w 35397"/>
                <a:gd name="connsiteY2" fmla="*/ 17665 h 35366"/>
                <a:gd name="connsiteX3" fmla="*/ 17699 w 35397"/>
                <a:gd name="connsiteY3" fmla="*/ 35367 h 35366"/>
                <a:gd name="connsiteX4" fmla="*/ 0 w 35397"/>
                <a:gd name="connsiteY4" fmla="*/ 17665 h 3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397" h="35366">
                  <a:moveTo>
                    <a:pt x="0" y="17665"/>
                  </a:moveTo>
                  <a:cubicBezTo>
                    <a:pt x="0" y="7920"/>
                    <a:pt x="7955" y="0"/>
                    <a:pt x="17699" y="0"/>
                  </a:cubicBezTo>
                  <a:cubicBezTo>
                    <a:pt x="27442" y="0"/>
                    <a:pt x="35398" y="7920"/>
                    <a:pt x="35398" y="17665"/>
                  </a:cubicBezTo>
                  <a:cubicBezTo>
                    <a:pt x="35398" y="27410"/>
                    <a:pt x="27442" y="35367"/>
                    <a:pt x="17699" y="35367"/>
                  </a:cubicBezTo>
                  <a:cubicBezTo>
                    <a:pt x="7955" y="35367"/>
                    <a:pt x="0" y="27410"/>
                    <a:pt x="0" y="17665"/>
                  </a:cubicBezTo>
                  <a:close/>
                </a:path>
              </a:pathLst>
            </a:custGeom>
            <a:solidFill>
              <a:srgbClr val="007B85"/>
            </a:solidFill>
            <a:ln w="3646" cap="flat">
              <a:noFill/>
              <a:prstDash val="solid"/>
              <a:miter/>
            </a:ln>
          </p:spPr>
          <p:txBody>
            <a:bodyPr rtlCol="0" anchor="ctr"/>
            <a:lstStyle/>
            <a:p>
              <a:endParaRPr lang="en-GR"/>
            </a:p>
          </p:txBody>
        </p:sp>
        <p:sp>
          <p:nvSpPr>
            <p:cNvPr id="690" name="Freeform 562">
              <a:extLst>
                <a:ext uri="{FF2B5EF4-FFF2-40B4-BE49-F238E27FC236}">
                  <a16:creationId xmlns:a16="http://schemas.microsoft.com/office/drawing/2014/main" id="{A317579B-6FB4-9881-6C1D-E7BD72161E7A}"/>
                </a:ext>
              </a:extLst>
            </p:cNvPr>
            <p:cNvSpPr/>
            <p:nvPr/>
          </p:nvSpPr>
          <p:spPr>
            <a:xfrm>
              <a:off x="9069850" y="4217686"/>
              <a:ext cx="193860" cy="128937"/>
            </a:xfrm>
            <a:custGeom>
              <a:avLst/>
              <a:gdLst>
                <a:gd name="connsiteX0" fmla="*/ 0 w 218955"/>
                <a:gd name="connsiteY0" fmla="*/ 72814 h 145627"/>
                <a:gd name="connsiteX1" fmla="*/ 109478 w 218955"/>
                <a:gd name="connsiteY1" fmla="*/ 0 h 145627"/>
                <a:gd name="connsiteX2" fmla="*/ 218955 w 218955"/>
                <a:gd name="connsiteY2" fmla="*/ 72814 h 145627"/>
                <a:gd name="connsiteX3" fmla="*/ 109478 w 218955"/>
                <a:gd name="connsiteY3" fmla="*/ 145628 h 145627"/>
                <a:gd name="connsiteX4" fmla="*/ 0 w 218955"/>
                <a:gd name="connsiteY4" fmla="*/ 72814 h 145627"/>
                <a:gd name="connsiteX5" fmla="*/ 69920 w 218955"/>
                <a:gd name="connsiteY5" fmla="*/ 72777 h 145627"/>
                <a:gd name="connsiteX6" fmla="*/ 109478 w 218955"/>
                <a:gd name="connsiteY6" fmla="*/ 112341 h 145627"/>
                <a:gd name="connsiteX7" fmla="*/ 149072 w 218955"/>
                <a:gd name="connsiteY7" fmla="*/ 72777 h 145627"/>
                <a:gd name="connsiteX8" fmla="*/ 109478 w 218955"/>
                <a:gd name="connsiteY8" fmla="*/ 33177 h 145627"/>
                <a:gd name="connsiteX9" fmla="*/ 69920 w 218955"/>
                <a:gd name="connsiteY9" fmla="*/ 72777 h 14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955" h="145627">
                  <a:moveTo>
                    <a:pt x="0" y="72814"/>
                  </a:moveTo>
                  <a:cubicBezTo>
                    <a:pt x="0" y="72814"/>
                    <a:pt x="40032" y="0"/>
                    <a:pt x="109478" y="0"/>
                  </a:cubicBezTo>
                  <a:cubicBezTo>
                    <a:pt x="178923" y="0"/>
                    <a:pt x="218955" y="72814"/>
                    <a:pt x="218955" y="72814"/>
                  </a:cubicBezTo>
                  <a:cubicBezTo>
                    <a:pt x="218955" y="72814"/>
                    <a:pt x="178923" y="145628"/>
                    <a:pt x="109478" y="145628"/>
                  </a:cubicBezTo>
                  <a:cubicBezTo>
                    <a:pt x="40032" y="145628"/>
                    <a:pt x="0" y="72814"/>
                    <a:pt x="0" y="72814"/>
                  </a:cubicBezTo>
                  <a:close/>
                  <a:moveTo>
                    <a:pt x="69920" y="72777"/>
                  </a:moveTo>
                  <a:cubicBezTo>
                    <a:pt x="69920" y="94603"/>
                    <a:pt x="87619" y="112341"/>
                    <a:pt x="109478" y="112341"/>
                  </a:cubicBezTo>
                  <a:cubicBezTo>
                    <a:pt x="131337" y="112341"/>
                    <a:pt x="149072" y="94603"/>
                    <a:pt x="149072" y="72777"/>
                  </a:cubicBezTo>
                  <a:cubicBezTo>
                    <a:pt x="149072" y="50915"/>
                    <a:pt x="131337" y="33177"/>
                    <a:pt x="109478" y="33177"/>
                  </a:cubicBezTo>
                  <a:cubicBezTo>
                    <a:pt x="87619" y="33177"/>
                    <a:pt x="69920" y="50915"/>
                    <a:pt x="69920" y="72777"/>
                  </a:cubicBezTo>
                  <a:close/>
                </a:path>
              </a:pathLst>
            </a:custGeom>
            <a:solidFill>
              <a:srgbClr val="007B85"/>
            </a:solidFill>
            <a:ln w="3646" cap="flat">
              <a:noFill/>
              <a:prstDash val="solid"/>
              <a:miter/>
            </a:ln>
          </p:spPr>
          <p:txBody>
            <a:bodyPr rtlCol="0" anchor="ctr"/>
            <a:lstStyle/>
            <a:p>
              <a:endParaRPr lang="en-GR"/>
            </a:p>
          </p:txBody>
        </p:sp>
      </p:grpSp>
      <p:grpSp>
        <p:nvGrpSpPr>
          <p:cNvPr id="691" name="Group 690">
            <a:extLst>
              <a:ext uri="{FF2B5EF4-FFF2-40B4-BE49-F238E27FC236}">
                <a16:creationId xmlns:a16="http://schemas.microsoft.com/office/drawing/2014/main" id="{4B165D7A-DB6D-D539-6555-62F55DBBAC3C}"/>
              </a:ext>
            </a:extLst>
          </p:cNvPr>
          <p:cNvGrpSpPr/>
          <p:nvPr/>
        </p:nvGrpSpPr>
        <p:grpSpPr>
          <a:xfrm>
            <a:off x="10554800" y="4207994"/>
            <a:ext cx="193860" cy="176849"/>
            <a:chOff x="9402644" y="4207992"/>
            <a:chExt cx="193860" cy="176849"/>
          </a:xfrm>
        </p:grpSpPr>
        <p:sp>
          <p:nvSpPr>
            <p:cNvPr id="692" name="Freeform 563">
              <a:extLst>
                <a:ext uri="{FF2B5EF4-FFF2-40B4-BE49-F238E27FC236}">
                  <a16:creationId xmlns:a16="http://schemas.microsoft.com/office/drawing/2014/main" id="{4782906A-8AA2-CDB8-015E-33662D42ABF4}"/>
                </a:ext>
              </a:extLst>
            </p:cNvPr>
            <p:cNvSpPr/>
            <p:nvPr/>
          </p:nvSpPr>
          <p:spPr>
            <a:xfrm>
              <a:off x="9441473" y="4247092"/>
              <a:ext cx="116687" cy="19356"/>
            </a:xfrm>
            <a:custGeom>
              <a:avLst/>
              <a:gdLst>
                <a:gd name="connsiteX0" fmla="*/ 125251 w 131792"/>
                <a:gd name="connsiteY0" fmla="*/ 0 h 21862"/>
                <a:gd name="connsiteX1" fmla="*/ 6541 w 131792"/>
                <a:gd name="connsiteY1" fmla="*/ 0 h 21862"/>
                <a:gd name="connsiteX2" fmla="*/ 6541 w 131792"/>
                <a:gd name="connsiteY2" fmla="*/ 21862 h 21862"/>
                <a:gd name="connsiteX3" fmla="*/ 125251 w 131792"/>
                <a:gd name="connsiteY3" fmla="*/ 21862 h 21862"/>
                <a:gd name="connsiteX4" fmla="*/ 125251 w 131792"/>
                <a:gd name="connsiteY4" fmla="*/ 0 h 21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792" h="21862">
                  <a:moveTo>
                    <a:pt x="125251" y="0"/>
                  </a:moveTo>
                  <a:lnTo>
                    <a:pt x="6541" y="0"/>
                  </a:lnTo>
                  <a:cubicBezTo>
                    <a:pt x="-2180" y="0"/>
                    <a:pt x="-2180" y="21862"/>
                    <a:pt x="6541" y="21862"/>
                  </a:cubicBezTo>
                  <a:lnTo>
                    <a:pt x="125251" y="21862"/>
                  </a:lnTo>
                  <a:cubicBezTo>
                    <a:pt x="133973" y="21862"/>
                    <a:pt x="133973" y="0"/>
                    <a:pt x="125251" y="0"/>
                  </a:cubicBezTo>
                  <a:close/>
                </a:path>
              </a:pathLst>
            </a:custGeom>
            <a:solidFill>
              <a:srgbClr val="007B85"/>
            </a:solidFill>
            <a:ln w="3646" cap="flat">
              <a:noFill/>
              <a:prstDash val="solid"/>
              <a:miter/>
            </a:ln>
          </p:spPr>
          <p:txBody>
            <a:bodyPr rtlCol="0" anchor="ctr"/>
            <a:lstStyle/>
            <a:p>
              <a:endParaRPr lang="en-GR"/>
            </a:p>
          </p:txBody>
        </p:sp>
        <p:sp>
          <p:nvSpPr>
            <p:cNvPr id="693" name="Freeform 564">
              <a:extLst>
                <a:ext uri="{FF2B5EF4-FFF2-40B4-BE49-F238E27FC236}">
                  <a16:creationId xmlns:a16="http://schemas.microsoft.com/office/drawing/2014/main" id="{1C23A1D7-B665-65A0-1D11-503093733874}"/>
                </a:ext>
              </a:extLst>
            </p:cNvPr>
            <p:cNvSpPr/>
            <p:nvPr/>
          </p:nvSpPr>
          <p:spPr>
            <a:xfrm>
              <a:off x="9468073" y="4279731"/>
              <a:ext cx="65137" cy="65147"/>
            </a:xfrm>
            <a:custGeom>
              <a:avLst/>
              <a:gdLst>
                <a:gd name="connsiteX0" fmla="*/ 36784 w 73569"/>
                <a:gd name="connsiteY0" fmla="*/ 0 h 73580"/>
                <a:gd name="connsiteX1" fmla="*/ 0 w 73569"/>
                <a:gd name="connsiteY1" fmla="*/ 36790 h 73580"/>
                <a:gd name="connsiteX2" fmla="*/ 36784 w 73569"/>
                <a:gd name="connsiteY2" fmla="*/ 73580 h 73580"/>
                <a:gd name="connsiteX3" fmla="*/ 73569 w 73569"/>
                <a:gd name="connsiteY3" fmla="*/ 36790 h 73580"/>
                <a:gd name="connsiteX4" fmla="*/ 36784 w 73569"/>
                <a:gd name="connsiteY4" fmla="*/ 0 h 73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569" h="73580">
                  <a:moveTo>
                    <a:pt x="36784" y="0"/>
                  </a:moveTo>
                  <a:cubicBezTo>
                    <a:pt x="16495" y="0"/>
                    <a:pt x="0" y="16497"/>
                    <a:pt x="0" y="36790"/>
                  </a:cubicBezTo>
                  <a:cubicBezTo>
                    <a:pt x="0" y="57083"/>
                    <a:pt x="16495" y="73580"/>
                    <a:pt x="36784" y="73580"/>
                  </a:cubicBezTo>
                  <a:cubicBezTo>
                    <a:pt x="57074" y="73580"/>
                    <a:pt x="73569" y="57083"/>
                    <a:pt x="73569" y="36790"/>
                  </a:cubicBezTo>
                  <a:cubicBezTo>
                    <a:pt x="73569" y="16497"/>
                    <a:pt x="57074" y="0"/>
                    <a:pt x="36784" y="0"/>
                  </a:cubicBezTo>
                  <a:close/>
                </a:path>
              </a:pathLst>
            </a:custGeom>
            <a:solidFill>
              <a:srgbClr val="007B85"/>
            </a:solidFill>
            <a:ln w="3646" cap="flat">
              <a:noFill/>
              <a:prstDash val="solid"/>
              <a:miter/>
            </a:ln>
          </p:spPr>
          <p:txBody>
            <a:bodyPr rtlCol="0" anchor="ctr"/>
            <a:lstStyle/>
            <a:p>
              <a:endParaRPr lang="en-GR"/>
            </a:p>
          </p:txBody>
        </p:sp>
        <p:sp>
          <p:nvSpPr>
            <p:cNvPr id="694" name="Freeform 565">
              <a:extLst>
                <a:ext uri="{FF2B5EF4-FFF2-40B4-BE49-F238E27FC236}">
                  <a16:creationId xmlns:a16="http://schemas.microsoft.com/office/drawing/2014/main" id="{6FC37A81-B943-7589-0F25-1827F603B28B}"/>
                </a:ext>
              </a:extLst>
            </p:cNvPr>
            <p:cNvSpPr/>
            <p:nvPr/>
          </p:nvSpPr>
          <p:spPr>
            <a:xfrm>
              <a:off x="9402644" y="4207992"/>
              <a:ext cx="193860" cy="176849"/>
            </a:xfrm>
            <a:custGeom>
              <a:avLst/>
              <a:gdLst>
                <a:gd name="connsiteX0" fmla="*/ 218591 w 218955"/>
                <a:gd name="connsiteY0" fmla="*/ 35220 h 199742"/>
                <a:gd name="connsiteX1" fmla="*/ 218591 w 218955"/>
                <a:gd name="connsiteY1" fmla="*/ 35147 h 199742"/>
                <a:gd name="connsiteX2" fmla="*/ 218956 w 218955"/>
                <a:gd name="connsiteY2" fmla="*/ 114093 h 199742"/>
                <a:gd name="connsiteX3" fmla="*/ 195053 w 218955"/>
                <a:gd name="connsiteY3" fmla="*/ 153839 h 199742"/>
                <a:gd name="connsiteX4" fmla="*/ 142759 w 218955"/>
                <a:gd name="connsiteY4" fmla="*/ 153839 h 199742"/>
                <a:gd name="connsiteX5" fmla="*/ 142759 w 218955"/>
                <a:gd name="connsiteY5" fmla="*/ 185921 h 199742"/>
                <a:gd name="connsiteX6" fmla="*/ 135169 w 218955"/>
                <a:gd name="connsiteY6" fmla="*/ 199279 h 199742"/>
                <a:gd name="connsiteX7" fmla="*/ 119696 w 218955"/>
                <a:gd name="connsiteY7" fmla="*/ 192053 h 199742"/>
                <a:gd name="connsiteX8" fmla="*/ 119623 w 218955"/>
                <a:gd name="connsiteY8" fmla="*/ 191980 h 199742"/>
                <a:gd name="connsiteX9" fmla="*/ 101596 w 218955"/>
                <a:gd name="connsiteY9" fmla="*/ 191067 h 199742"/>
                <a:gd name="connsiteX10" fmla="*/ 83860 w 218955"/>
                <a:gd name="connsiteY10" fmla="*/ 198185 h 199742"/>
                <a:gd name="connsiteX11" fmla="*/ 77839 w 218955"/>
                <a:gd name="connsiteY11" fmla="*/ 185921 h 199742"/>
                <a:gd name="connsiteX12" fmla="*/ 77839 w 218955"/>
                <a:gd name="connsiteY12" fmla="*/ 153839 h 199742"/>
                <a:gd name="connsiteX13" fmla="*/ 23903 w 218955"/>
                <a:gd name="connsiteY13" fmla="*/ 153839 h 199742"/>
                <a:gd name="connsiteX14" fmla="*/ 1 w 218955"/>
                <a:gd name="connsiteY14" fmla="*/ 114093 h 199742"/>
                <a:gd name="connsiteX15" fmla="*/ 1 w 218955"/>
                <a:gd name="connsiteY15" fmla="*/ 50075 h 199742"/>
                <a:gd name="connsiteX16" fmla="*/ 26458 w 218955"/>
                <a:gd name="connsiteY16" fmla="*/ 401 h 199742"/>
                <a:gd name="connsiteX17" fmla="*/ 195674 w 218955"/>
                <a:gd name="connsiteY17" fmla="*/ 291 h 199742"/>
                <a:gd name="connsiteX18" fmla="*/ 218591 w 218955"/>
                <a:gd name="connsiteY18" fmla="*/ 35220 h 199742"/>
                <a:gd name="connsiteX19" fmla="*/ 156152 w 218955"/>
                <a:gd name="connsiteY19" fmla="*/ 132086 h 199742"/>
                <a:gd name="connsiteX20" fmla="*/ 197097 w 218955"/>
                <a:gd name="connsiteY20" fmla="*/ 132086 h 199742"/>
                <a:gd name="connsiteX21" fmla="*/ 197097 w 218955"/>
                <a:gd name="connsiteY21" fmla="*/ 22738 h 199742"/>
                <a:gd name="connsiteX22" fmla="*/ 21860 w 218955"/>
                <a:gd name="connsiteY22" fmla="*/ 22738 h 199742"/>
                <a:gd name="connsiteX23" fmla="*/ 21860 w 218955"/>
                <a:gd name="connsiteY23" fmla="*/ 132086 h 199742"/>
                <a:gd name="connsiteX24" fmla="*/ 65103 w 218955"/>
                <a:gd name="connsiteY24" fmla="*/ 132086 h 199742"/>
                <a:gd name="connsiteX25" fmla="*/ 78934 w 218955"/>
                <a:gd name="connsiteY25" fmla="*/ 153328 h 199742"/>
                <a:gd name="connsiteX26" fmla="*/ 110646 w 218955"/>
                <a:gd name="connsiteY26" fmla="*/ 165518 h 199742"/>
                <a:gd name="connsiteX27" fmla="*/ 142212 w 218955"/>
                <a:gd name="connsiteY27" fmla="*/ 153438 h 199742"/>
                <a:gd name="connsiteX28" fmla="*/ 156152 w 218955"/>
                <a:gd name="connsiteY28" fmla="*/ 132086 h 199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8955" h="199742">
                  <a:moveTo>
                    <a:pt x="218591" y="35220"/>
                  </a:moveTo>
                  <a:lnTo>
                    <a:pt x="218591" y="35147"/>
                  </a:lnTo>
                  <a:cubicBezTo>
                    <a:pt x="218664" y="36461"/>
                    <a:pt x="218956" y="114093"/>
                    <a:pt x="218956" y="114093"/>
                  </a:cubicBezTo>
                  <a:cubicBezTo>
                    <a:pt x="218956" y="127816"/>
                    <a:pt x="213227" y="153839"/>
                    <a:pt x="195053" y="153839"/>
                  </a:cubicBezTo>
                  <a:lnTo>
                    <a:pt x="142759" y="153839"/>
                  </a:lnTo>
                  <a:lnTo>
                    <a:pt x="142759" y="185921"/>
                  </a:lnTo>
                  <a:cubicBezTo>
                    <a:pt x="142285" y="192527"/>
                    <a:pt x="139658" y="197674"/>
                    <a:pt x="135169" y="199279"/>
                  </a:cubicBezTo>
                  <a:cubicBezTo>
                    <a:pt x="130242" y="200958"/>
                    <a:pt x="124404" y="197965"/>
                    <a:pt x="119696" y="192053"/>
                  </a:cubicBezTo>
                  <a:cubicBezTo>
                    <a:pt x="119696" y="192053"/>
                    <a:pt x="119660" y="192016"/>
                    <a:pt x="119623" y="191980"/>
                  </a:cubicBezTo>
                  <a:cubicBezTo>
                    <a:pt x="118674" y="191067"/>
                    <a:pt x="109989" y="182673"/>
                    <a:pt x="101596" y="191067"/>
                  </a:cubicBezTo>
                  <a:cubicBezTo>
                    <a:pt x="97180" y="195484"/>
                    <a:pt x="90685" y="201432"/>
                    <a:pt x="83860" y="198185"/>
                  </a:cubicBezTo>
                  <a:cubicBezTo>
                    <a:pt x="80029" y="196323"/>
                    <a:pt x="77949" y="191724"/>
                    <a:pt x="77839" y="185921"/>
                  </a:cubicBezTo>
                  <a:lnTo>
                    <a:pt x="77839" y="153839"/>
                  </a:lnTo>
                  <a:lnTo>
                    <a:pt x="23903" y="153839"/>
                  </a:lnTo>
                  <a:cubicBezTo>
                    <a:pt x="5730" y="153839"/>
                    <a:pt x="1" y="127853"/>
                    <a:pt x="1" y="114093"/>
                  </a:cubicBezTo>
                  <a:cubicBezTo>
                    <a:pt x="1" y="92741"/>
                    <a:pt x="37" y="71426"/>
                    <a:pt x="1" y="50075"/>
                  </a:cubicBezTo>
                  <a:cubicBezTo>
                    <a:pt x="-36" y="32848"/>
                    <a:pt x="1716" y="-329"/>
                    <a:pt x="26458" y="401"/>
                  </a:cubicBezTo>
                  <a:cubicBezTo>
                    <a:pt x="29341" y="437"/>
                    <a:pt x="190857" y="-438"/>
                    <a:pt x="195674" y="291"/>
                  </a:cubicBezTo>
                  <a:cubicBezTo>
                    <a:pt x="211840" y="2737"/>
                    <a:pt x="217460" y="21351"/>
                    <a:pt x="218591" y="35220"/>
                  </a:cubicBezTo>
                  <a:close/>
                  <a:moveTo>
                    <a:pt x="156152" y="132086"/>
                  </a:moveTo>
                  <a:lnTo>
                    <a:pt x="197097" y="132086"/>
                  </a:lnTo>
                  <a:lnTo>
                    <a:pt x="197097" y="22738"/>
                  </a:lnTo>
                  <a:lnTo>
                    <a:pt x="21860" y="22738"/>
                  </a:lnTo>
                  <a:lnTo>
                    <a:pt x="21860" y="132086"/>
                  </a:lnTo>
                  <a:lnTo>
                    <a:pt x="65103" y="132086"/>
                  </a:lnTo>
                  <a:cubicBezTo>
                    <a:pt x="67658" y="140371"/>
                    <a:pt x="72584" y="147671"/>
                    <a:pt x="78934" y="153328"/>
                  </a:cubicBezTo>
                  <a:cubicBezTo>
                    <a:pt x="87400" y="160883"/>
                    <a:pt x="98494" y="165518"/>
                    <a:pt x="110646" y="165518"/>
                  </a:cubicBezTo>
                  <a:cubicBezTo>
                    <a:pt x="122762" y="165518"/>
                    <a:pt x="133819" y="160956"/>
                    <a:pt x="142212" y="153438"/>
                  </a:cubicBezTo>
                  <a:cubicBezTo>
                    <a:pt x="148598" y="147780"/>
                    <a:pt x="153525" y="140444"/>
                    <a:pt x="156152" y="132086"/>
                  </a:cubicBezTo>
                  <a:close/>
                </a:path>
              </a:pathLst>
            </a:custGeom>
            <a:solidFill>
              <a:srgbClr val="007B85"/>
            </a:solidFill>
            <a:ln w="3646" cap="flat">
              <a:noFill/>
              <a:prstDash val="solid"/>
              <a:miter/>
            </a:ln>
          </p:spPr>
          <p:txBody>
            <a:bodyPr rtlCol="0" anchor="ctr"/>
            <a:lstStyle/>
            <a:p>
              <a:endParaRPr lang="en-GR"/>
            </a:p>
          </p:txBody>
        </p:sp>
      </p:grpSp>
      <p:grpSp>
        <p:nvGrpSpPr>
          <p:cNvPr id="695" name="Group 694">
            <a:extLst>
              <a:ext uri="{FF2B5EF4-FFF2-40B4-BE49-F238E27FC236}">
                <a16:creationId xmlns:a16="http://schemas.microsoft.com/office/drawing/2014/main" id="{AC176D6B-AA26-298D-15F9-7282C0097937}"/>
              </a:ext>
            </a:extLst>
          </p:cNvPr>
          <p:cNvGrpSpPr/>
          <p:nvPr/>
        </p:nvGrpSpPr>
        <p:grpSpPr>
          <a:xfrm>
            <a:off x="10900521" y="4195952"/>
            <a:ext cx="171243" cy="173617"/>
            <a:chOff x="9748363" y="4195950"/>
            <a:chExt cx="171243" cy="173617"/>
          </a:xfrm>
        </p:grpSpPr>
        <p:sp>
          <p:nvSpPr>
            <p:cNvPr id="696" name="Freeform 566">
              <a:extLst>
                <a:ext uri="{FF2B5EF4-FFF2-40B4-BE49-F238E27FC236}">
                  <a16:creationId xmlns:a16="http://schemas.microsoft.com/office/drawing/2014/main" id="{F3389FCC-EA9D-229C-D34C-E814F1095FA1}"/>
                </a:ext>
              </a:extLst>
            </p:cNvPr>
            <p:cNvSpPr/>
            <p:nvPr/>
          </p:nvSpPr>
          <p:spPr>
            <a:xfrm>
              <a:off x="9748363" y="4195950"/>
              <a:ext cx="171243" cy="146440"/>
            </a:xfrm>
            <a:custGeom>
              <a:avLst/>
              <a:gdLst>
                <a:gd name="connsiteX0" fmla="*/ 165786 w 193410"/>
                <a:gd name="connsiteY0" fmla="*/ 96707 h 165396"/>
                <a:gd name="connsiteX1" fmla="*/ 193411 w 193410"/>
                <a:gd name="connsiteY1" fmla="*/ 146892 h 165396"/>
                <a:gd name="connsiteX2" fmla="*/ 193411 w 193410"/>
                <a:gd name="connsiteY2" fmla="*/ 165396 h 165396"/>
                <a:gd name="connsiteX3" fmla="*/ 0 w 193410"/>
                <a:gd name="connsiteY3" fmla="*/ 165396 h 165396"/>
                <a:gd name="connsiteX4" fmla="*/ 0 w 193410"/>
                <a:gd name="connsiteY4" fmla="*/ 146892 h 165396"/>
                <a:gd name="connsiteX5" fmla="*/ 27625 w 193410"/>
                <a:gd name="connsiteY5" fmla="*/ 96707 h 165396"/>
                <a:gd name="connsiteX6" fmla="*/ 78204 w 193410"/>
                <a:gd name="connsiteY6" fmla="*/ 20389 h 165396"/>
                <a:gd name="connsiteX7" fmla="*/ 115243 w 193410"/>
                <a:gd name="connsiteY7" fmla="*/ 20316 h 165396"/>
                <a:gd name="connsiteX8" fmla="*/ 165786 w 193410"/>
                <a:gd name="connsiteY8" fmla="*/ 96707 h 165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410" h="165396">
                  <a:moveTo>
                    <a:pt x="165786" y="96707"/>
                  </a:moveTo>
                  <a:cubicBezTo>
                    <a:pt x="165786" y="117219"/>
                    <a:pt x="180565" y="132548"/>
                    <a:pt x="193411" y="146892"/>
                  </a:cubicBezTo>
                  <a:lnTo>
                    <a:pt x="193411" y="165396"/>
                  </a:lnTo>
                  <a:lnTo>
                    <a:pt x="0" y="165396"/>
                  </a:lnTo>
                  <a:lnTo>
                    <a:pt x="0" y="146892"/>
                  </a:lnTo>
                  <a:cubicBezTo>
                    <a:pt x="12772" y="132402"/>
                    <a:pt x="27625" y="117401"/>
                    <a:pt x="27625" y="96707"/>
                  </a:cubicBezTo>
                  <a:cubicBezTo>
                    <a:pt x="27625" y="62910"/>
                    <a:pt x="43134" y="30208"/>
                    <a:pt x="78204" y="20389"/>
                  </a:cubicBezTo>
                  <a:cubicBezTo>
                    <a:pt x="74262" y="-7166"/>
                    <a:pt x="119039" y="-6400"/>
                    <a:pt x="115243" y="20316"/>
                  </a:cubicBezTo>
                  <a:cubicBezTo>
                    <a:pt x="150277" y="30280"/>
                    <a:pt x="165786" y="62837"/>
                    <a:pt x="165786" y="96707"/>
                  </a:cubicBezTo>
                  <a:close/>
                </a:path>
              </a:pathLst>
            </a:custGeom>
            <a:solidFill>
              <a:srgbClr val="007B85"/>
            </a:solidFill>
            <a:ln w="3646" cap="flat">
              <a:noFill/>
              <a:prstDash val="solid"/>
              <a:miter/>
            </a:ln>
          </p:spPr>
          <p:txBody>
            <a:bodyPr rtlCol="0" anchor="ctr"/>
            <a:lstStyle/>
            <a:p>
              <a:endParaRPr lang="en-GR"/>
            </a:p>
          </p:txBody>
        </p:sp>
        <p:sp>
          <p:nvSpPr>
            <p:cNvPr id="697" name="Freeform 567">
              <a:extLst>
                <a:ext uri="{FF2B5EF4-FFF2-40B4-BE49-F238E27FC236}">
                  <a16:creationId xmlns:a16="http://schemas.microsoft.com/office/drawing/2014/main" id="{D01B3BB8-50F5-2D04-0C69-0E0C6FFDB82C}"/>
                </a:ext>
              </a:extLst>
            </p:cNvPr>
            <p:cNvSpPr/>
            <p:nvPr/>
          </p:nvSpPr>
          <p:spPr>
            <a:xfrm>
              <a:off x="9801513" y="4350792"/>
              <a:ext cx="64975" cy="18775"/>
            </a:xfrm>
            <a:custGeom>
              <a:avLst/>
              <a:gdLst>
                <a:gd name="connsiteX0" fmla="*/ 73387 w 73386"/>
                <a:gd name="connsiteY0" fmla="*/ 0 h 21205"/>
                <a:gd name="connsiteX1" fmla="*/ 36675 w 73386"/>
                <a:gd name="connsiteY1" fmla="*/ 21206 h 21205"/>
                <a:gd name="connsiteX2" fmla="*/ 0 w 73386"/>
                <a:gd name="connsiteY2" fmla="*/ 0 h 21205"/>
                <a:gd name="connsiteX3" fmla="*/ 73387 w 73386"/>
                <a:gd name="connsiteY3" fmla="*/ 0 h 21205"/>
                <a:gd name="connsiteX4" fmla="*/ 36675 w 73386"/>
                <a:gd name="connsiteY4" fmla="*/ 21206 h 21205"/>
                <a:gd name="connsiteX5" fmla="*/ 36675 w 73386"/>
                <a:gd name="connsiteY5" fmla="*/ 21206 h 21205"/>
                <a:gd name="connsiteX6" fmla="*/ 36712 w 73386"/>
                <a:gd name="connsiteY6" fmla="*/ 21206 h 21205"/>
                <a:gd name="connsiteX7" fmla="*/ 36675 w 73386"/>
                <a:gd name="connsiteY7" fmla="*/ 21206 h 21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386" h="21205">
                  <a:moveTo>
                    <a:pt x="73387" y="0"/>
                  </a:moveTo>
                  <a:cubicBezTo>
                    <a:pt x="66052" y="12629"/>
                    <a:pt x="52404" y="21206"/>
                    <a:pt x="36675" y="21206"/>
                  </a:cubicBezTo>
                  <a:cubicBezTo>
                    <a:pt x="20983" y="21206"/>
                    <a:pt x="7335" y="12629"/>
                    <a:pt x="0" y="0"/>
                  </a:cubicBezTo>
                  <a:lnTo>
                    <a:pt x="73387" y="0"/>
                  </a:lnTo>
                  <a:close/>
                  <a:moveTo>
                    <a:pt x="36675" y="21206"/>
                  </a:moveTo>
                  <a:cubicBezTo>
                    <a:pt x="36675" y="21206"/>
                    <a:pt x="36675" y="21206"/>
                    <a:pt x="36675" y="21206"/>
                  </a:cubicBezTo>
                  <a:lnTo>
                    <a:pt x="36712" y="21206"/>
                  </a:lnTo>
                  <a:cubicBezTo>
                    <a:pt x="36712" y="21206"/>
                    <a:pt x="36712" y="21206"/>
                    <a:pt x="36675" y="21206"/>
                  </a:cubicBezTo>
                  <a:close/>
                </a:path>
              </a:pathLst>
            </a:custGeom>
            <a:solidFill>
              <a:srgbClr val="007B85"/>
            </a:solidFill>
            <a:ln w="3646" cap="flat">
              <a:noFill/>
              <a:prstDash val="solid"/>
              <a:miter/>
            </a:ln>
          </p:spPr>
          <p:txBody>
            <a:bodyPr rtlCol="0" anchor="ctr"/>
            <a:lstStyle/>
            <a:p>
              <a:endParaRPr lang="en-GR"/>
            </a:p>
          </p:txBody>
        </p:sp>
      </p:grpSp>
      <p:grpSp>
        <p:nvGrpSpPr>
          <p:cNvPr id="698" name="Group 697">
            <a:extLst>
              <a:ext uri="{FF2B5EF4-FFF2-40B4-BE49-F238E27FC236}">
                <a16:creationId xmlns:a16="http://schemas.microsoft.com/office/drawing/2014/main" id="{66B544AC-4516-C3B3-E17D-659166D794C8}"/>
              </a:ext>
            </a:extLst>
          </p:cNvPr>
          <p:cNvGrpSpPr/>
          <p:nvPr/>
        </p:nvGrpSpPr>
        <p:grpSpPr>
          <a:xfrm>
            <a:off x="5588734" y="4528797"/>
            <a:ext cx="171231" cy="173617"/>
            <a:chOff x="4436576" y="4528795"/>
            <a:chExt cx="171231" cy="173617"/>
          </a:xfrm>
        </p:grpSpPr>
        <p:sp>
          <p:nvSpPr>
            <p:cNvPr id="699" name="Freeform 568">
              <a:extLst>
                <a:ext uri="{FF2B5EF4-FFF2-40B4-BE49-F238E27FC236}">
                  <a16:creationId xmlns:a16="http://schemas.microsoft.com/office/drawing/2014/main" id="{E7385D4C-8766-CAC1-895F-EB99C0F413F3}"/>
                </a:ext>
              </a:extLst>
            </p:cNvPr>
            <p:cNvSpPr/>
            <p:nvPr/>
          </p:nvSpPr>
          <p:spPr>
            <a:xfrm>
              <a:off x="4436576" y="4528795"/>
              <a:ext cx="171231" cy="146440"/>
            </a:xfrm>
            <a:custGeom>
              <a:avLst/>
              <a:gdLst>
                <a:gd name="connsiteX0" fmla="*/ 177255 w 193396"/>
                <a:gd name="connsiteY0" fmla="*/ 127840 h 165396"/>
                <a:gd name="connsiteX1" fmla="*/ 144781 w 193396"/>
                <a:gd name="connsiteY1" fmla="*/ 138388 h 165396"/>
                <a:gd name="connsiteX2" fmla="*/ 89210 w 193396"/>
                <a:gd name="connsiteY2" fmla="*/ 82801 h 165396"/>
                <a:gd name="connsiteX3" fmla="*/ 133088 w 193396"/>
                <a:gd name="connsiteY3" fmla="*/ 28455 h 165396"/>
                <a:gd name="connsiteX4" fmla="*/ 115254 w 193396"/>
                <a:gd name="connsiteY4" fmla="*/ 20316 h 165396"/>
                <a:gd name="connsiteX5" fmla="*/ 78189 w 193396"/>
                <a:gd name="connsiteY5" fmla="*/ 20389 h 165396"/>
                <a:gd name="connsiteX6" fmla="*/ 27643 w 193396"/>
                <a:gd name="connsiteY6" fmla="*/ 88605 h 165396"/>
                <a:gd name="connsiteX7" fmla="*/ 0 w 193396"/>
                <a:gd name="connsiteY7" fmla="*/ 146892 h 165396"/>
                <a:gd name="connsiteX8" fmla="*/ 0 w 193396"/>
                <a:gd name="connsiteY8" fmla="*/ 165396 h 165396"/>
                <a:gd name="connsiteX9" fmla="*/ 193396 w 193396"/>
                <a:gd name="connsiteY9" fmla="*/ 165396 h 165396"/>
                <a:gd name="connsiteX10" fmla="*/ 193396 w 193396"/>
                <a:gd name="connsiteY10" fmla="*/ 146892 h 165396"/>
                <a:gd name="connsiteX11" fmla="*/ 177255 w 193396"/>
                <a:gd name="connsiteY11" fmla="*/ 127840 h 165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3396" h="165396">
                  <a:moveTo>
                    <a:pt x="177255" y="127840"/>
                  </a:moveTo>
                  <a:cubicBezTo>
                    <a:pt x="168121" y="134483"/>
                    <a:pt x="156911" y="138388"/>
                    <a:pt x="144781" y="138388"/>
                  </a:cubicBezTo>
                  <a:cubicBezTo>
                    <a:pt x="114094" y="138388"/>
                    <a:pt x="89210" y="113496"/>
                    <a:pt x="89210" y="82801"/>
                  </a:cubicBezTo>
                  <a:cubicBezTo>
                    <a:pt x="89210" y="56121"/>
                    <a:pt x="108007" y="33821"/>
                    <a:pt x="133088" y="28455"/>
                  </a:cubicBezTo>
                  <a:cubicBezTo>
                    <a:pt x="127626" y="24988"/>
                    <a:pt x="121633" y="22141"/>
                    <a:pt x="115254" y="20316"/>
                  </a:cubicBezTo>
                  <a:cubicBezTo>
                    <a:pt x="119046" y="-6400"/>
                    <a:pt x="74251" y="-7166"/>
                    <a:pt x="78189" y="20389"/>
                  </a:cubicBezTo>
                  <a:cubicBezTo>
                    <a:pt x="48375" y="28748"/>
                    <a:pt x="27643" y="57946"/>
                    <a:pt x="27643" y="88605"/>
                  </a:cubicBezTo>
                  <a:cubicBezTo>
                    <a:pt x="27643" y="112766"/>
                    <a:pt x="15152" y="129702"/>
                    <a:pt x="0" y="146892"/>
                  </a:cubicBezTo>
                  <a:lnTo>
                    <a:pt x="0" y="165396"/>
                  </a:lnTo>
                  <a:lnTo>
                    <a:pt x="193396" y="165396"/>
                  </a:lnTo>
                  <a:lnTo>
                    <a:pt x="193396" y="146892"/>
                  </a:lnTo>
                  <a:cubicBezTo>
                    <a:pt x="187838" y="140687"/>
                    <a:pt x="182167" y="134592"/>
                    <a:pt x="177255" y="127840"/>
                  </a:cubicBezTo>
                  <a:close/>
                </a:path>
              </a:pathLst>
            </a:custGeom>
            <a:solidFill>
              <a:srgbClr val="007B85"/>
            </a:solidFill>
            <a:ln w="3646" cap="flat">
              <a:noFill/>
              <a:prstDash val="solid"/>
              <a:miter/>
            </a:ln>
          </p:spPr>
          <p:txBody>
            <a:bodyPr rtlCol="0" anchor="ctr"/>
            <a:lstStyle/>
            <a:p>
              <a:endParaRPr lang="en-GR"/>
            </a:p>
          </p:txBody>
        </p:sp>
        <p:sp>
          <p:nvSpPr>
            <p:cNvPr id="700" name="Freeform 569">
              <a:extLst>
                <a:ext uri="{FF2B5EF4-FFF2-40B4-BE49-F238E27FC236}">
                  <a16:creationId xmlns:a16="http://schemas.microsoft.com/office/drawing/2014/main" id="{EECE7AB5-E701-8DF4-97B4-C1910C87E198}"/>
                </a:ext>
              </a:extLst>
            </p:cNvPr>
            <p:cNvSpPr/>
            <p:nvPr/>
          </p:nvSpPr>
          <p:spPr>
            <a:xfrm>
              <a:off x="4489716" y="4683637"/>
              <a:ext cx="64991" cy="18775"/>
            </a:xfrm>
            <a:custGeom>
              <a:avLst/>
              <a:gdLst>
                <a:gd name="connsiteX0" fmla="*/ 36704 w 73404"/>
                <a:gd name="connsiteY0" fmla="*/ 21206 h 21205"/>
                <a:gd name="connsiteX1" fmla="*/ 73405 w 73404"/>
                <a:gd name="connsiteY1" fmla="*/ 0 h 21205"/>
                <a:gd name="connsiteX2" fmla="*/ 0 w 73404"/>
                <a:gd name="connsiteY2" fmla="*/ 0 h 21205"/>
                <a:gd name="connsiteX3" fmla="*/ 36704 w 73404"/>
                <a:gd name="connsiteY3" fmla="*/ 21206 h 21205"/>
              </a:gdLst>
              <a:ahLst/>
              <a:cxnLst>
                <a:cxn ang="0">
                  <a:pos x="connsiteX0" y="connsiteY0"/>
                </a:cxn>
                <a:cxn ang="0">
                  <a:pos x="connsiteX1" y="connsiteY1"/>
                </a:cxn>
                <a:cxn ang="0">
                  <a:pos x="connsiteX2" y="connsiteY2"/>
                </a:cxn>
                <a:cxn ang="0">
                  <a:pos x="connsiteX3" y="connsiteY3"/>
                </a:cxn>
              </a:cxnLst>
              <a:rect l="l" t="t" r="r" b="b"/>
              <a:pathLst>
                <a:path w="73404" h="21205">
                  <a:moveTo>
                    <a:pt x="36704" y="21206"/>
                  </a:moveTo>
                  <a:cubicBezTo>
                    <a:pt x="52400" y="21206"/>
                    <a:pt x="66063" y="12629"/>
                    <a:pt x="73405" y="0"/>
                  </a:cubicBezTo>
                  <a:lnTo>
                    <a:pt x="0" y="0"/>
                  </a:lnTo>
                  <a:cubicBezTo>
                    <a:pt x="7342" y="12629"/>
                    <a:pt x="21005" y="21206"/>
                    <a:pt x="36704" y="21206"/>
                  </a:cubicBezTo>
                  <a:close/>
                </a:path>
              </a:pathLst>
            </a:custGeom>
            <a:solidFill>
              <a:srgbClr val="007B85"/>
            </a:solidFill>
            <a:ln w="3646" cap="flat">
              <a:noFill/>
              <a:prstDash val="solid"/>
              <a:miter/>
            </a:ln>
          </p:spPr>
          <p:txBody>
            <a:bodyPr rtlCol="0" anchor="ctr"/>
            <a:lstStyle/>
            <a:p>
              <a:endParaRPr lang="en-GR"/>
            </a:p>
          </p:txBody>
        </p:sp>
        <p:sp>
          <p:nvSpPr>
            <p:cNvPr id="701" name="Freeform 570">
              <a:extLst>
                <a:ext uri="{FF2B5EF4-FFF2-40B4-BE49-F238E27FC236}">
                  <a16:creationId xmlns:a16="http://schemas.microsoft.com/office/drawing/2014/main" id="{1577671D-2936-DA80-BF64-705458D06D6A}"/>
                </a:ext>
              </a:extLst>
            </p:cNvPr>
            <p:cNvSpPr/>
            <p:nvPr/>
          </p:nvSpPr>
          <p:spPr>
            <a:xfrm>
              <a:off x="4527196" y="4564491"/>
              <a:ext cx="75133" cy="75132"/>
            </a:xfrm>
            <a:custGeom>
              <a:avLst/>
              <a:gdLst>
                <a:gd name="connsiteX0" fmla="*/ 42430 w 84859"/>
                <a:gd name="connsiteY0" fmla="*/ 84858 h 84858"/>
                <a:gd name="connsiteX1" fmla="*/ 0 w 84859"/>
                <a:gd name="connsiteY1" fmla="*/ 42447 h 84858"/>
                <a:gd name="connsiteX2" fmla="*/ 42430 w 84859"/>
                <a:gd name="connsiteY2" fmla="*/ 0 h 84858"/>
                <a:gd name="connsiteX3" fmla="*/ 84860 w 84859"/>
                <a:gd name="connsiteY3" fmla="*/ 42447 h 84858"/>
                <a:gd name="connsiteX4" fmla="*/ 42430 w 84859"/>
                <a:gd name="connsiteY4" fmla="*/ 84858 h 84858"/>
                <a:gd name="connsiteX5" fmla="*/ 34507 w 84859"/>
                <a:gd name="connsiteY5" fmla="*/ 50952 h 84858"/>
                <a:gd name="connsiteX6" fmla="*/ 22618 w 84859"/>
                <a:gd name="connsiteY6" fmla="*/ 38214 h 84858"/>
                <a:gd name="connsiteX7" fmla="*/ 22571 w 84859"/>
                <a:gd name="connsiteY7" fmla="*/ 38177 h 84858"/>
                <a:gd name="connsiteX8" fmla="*/ 15513 w 84859"/>
                <a:gd name="connsiteY8" fmla="*/ 44783 h 84858"/>
                <a:gd name="connsiteX9" fmla="*/ 34215 w 84859"/>
                <a:gd name="connsiteY9" fmla="*/ 64821 h 84858"/>
                <a:gd name="connsiteX10" fmla="*/ 70555 w 84859"/>
                <a:gd name="connsiteY10" fmla="*/ 28761 h 84858"/>
                <a:gd name="connsiteX11" fmla="*/ 63742 w 84859"/>
                <a:gd name="connsiteY11" fmla="*/ 21899 h 84858"/>
                <a:gd name="connsiteX12" fmla="*/ 34507 w 84859"/>
                <a:gd name="connsiteY12" fmla="*/ 50952 h 8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4859" h="84858">
                  <a:moveTo>
                    <a:pt x="42430" y="84858"/>
                  </a:moveTo>
                  <a:cubicBezTo>
                    <a:pt x="18994" y="84858"/>
                    <a:pt x="0" y="65879"/>
                    <a:pt x="0" y="42447"/>
                  </a:cubicBezTo>
                  <a:cubicBezTo>
                    <a:pt x="0" y="18979"/>
                    <a:pt x="18994" y="0"/>
                    <a:pt x="42430" y="0"/>
                  </a:cubicBezTo>
                  <a:cubicBezTo>
                    <a:pt x="65869" y="0"/>
                    <a:pt x="84860" y="18979"/>
                    <a:pt x="84860" y="42447"/>
                  </a:cubicBezTo>
                  <a:cubicBezTo>
                    <a:pt x="84860" y="65879"/>
                    <a:pt x="65869" y="84858"/>
                    <a:pt x="42430" y="84858"/>
                  </a:cubicBezTo>
                  <a:close/>
                  <a:moveTo>
                    <a:pt x="34507" y="50952"/>
                  </a:moveTo>
                  <a:lnTo>
                    <a:pt x="22618" y="38214"/>
                  </a:lnTo>
                  <a:lnTo>
                    <a:pt x="22571" y="38177"/>
                  </a:lnTo>
                  <a:lnTo>
                    <a:pt x="15513" y="44783"/>
                  </a:lnTo>
                  <a:lnTo>
                    <a:pt x="34215" y="64821"/>
                  </a:lnTo>
                  <a:lnTo>
                    <a:pt x="70555" y="28761"/>
                  </a:lnTo>
                  <a:lnTo>
                    <a:pt x="63742" y="21899"/>
                  </a:lnTo>
                  <a:lnTo>
                    <a:pt x="34507" y="50952"/>
                  </a:lnTo>
                  <a:close/>
                </a:path>
              </a:pathLst>
            </a:custGeom>
            <a:solidFill>
              <a:srgbClr val="007B85"/>
            </a:solidFill>
            <a:ln w="3646" cap="flat">
              <a:noFill/>
              <a:prstDash val="solid"/>
              <a:miter/>
            </a:ln>
          </p:spPr>
          <p:txBody>
            <a:bodyPr rtlCol="0" anchor="ctr"/>
            <a:lstStyle/>
            <a:p>
              <a:endParaRPr lang="en-GR"/>
            </a:p>
          </p:txBody>
        </p:sp>
      </p:grpSp>
      <p:grpSp>
        <p:nvGrpSpPr>
          <p:cNvPr id="702" name="Group 701">
            <a:extLst>
              <a:ext uri="{FF2B5EF4-FFF2-40B4-BE49-F238E27FC236}">
                <a16:creationId xmlns:a16="http://schemas.microsoft.com/office/drawing/2014/main" id="{91E8B2DC-437B-A699-7695-F959354B570C}"/>
              </a:ext>
            </a:extLst>
          </p:cNvPr>
          <p:cNvGrpSpPr/>
          <p:nvPr/>
        </p:nvGrpSpPr>
        <p:grpSpPr>
          <a:xfrm>
            <a:off x="5908462" y="4518352"/>
            <a:ext cx="193572" cy="193857"/>
            <a:chOff x="4756306" y="4518350"/>
            <a:chExt cx="193572" cy="193857"/>
          </a:xfrm>
        </p:grpSpPr>
        <p:sp>
          <p:nvSpPr>
            <p:cNvPr id="703" name="Freeform 571">
              <a:extLst>
                <a:ext uri="{FF2B5EF4-FFF2-40B4-BE49-F238E27FC236}">
                  <a16:creationId xmlns:a16="http://schemas.microsoft.com/office/drawing/2014/main" id="{3B8A3065-466B-AC36-70CD-586E7D66BABB}"/>
                </a:ext>
              </a:extLst>
            </p:cNvPr>
            <p:cNvSpPr/>
            <p:nvPr/>
          </p:nvSpPr>
          <p:spPr>
            <a:xfrm>
              <a:off x="4756306" y="4518350"/>
              <a:ext cx="193572" cy="193857"/>
            </a:xfrm>
            <a:custGeom>
              <a:avLst/>
              <a:gdLst>
                <a:gd name="connsiteX0" fmla="*/ 200609 w 218629"/>
                <a:gd name="connsiteY0" fmla="*/ 1199 h 218951"/>
                <a:gd name="connsiteX1" fmla="*/ 217198 w 218629"/>
                <a:gd name="connsiteY1" fmla="*/ 17478 h 218951"/>
                <a:gd name="connsiteX2" fmla="*/ 17956 w 218629"/>
                <a:gd name="connsiteY2" fmla="*/ 217487 h 218951"/>
                <a:gd name="connsiteX3" fmla="*/ 1410 w 218629"/>
                <a:gd name="connsiteY3" fmla="*/ 201209 h 218951"/>
                <a:gd name="connsiteX4" fmla="*/ 35827 w 218629"/>
                <a:gd name="connsiteY4" fmla="*/ 166645 h 218951"/>
                <a:gd name="connsiteX5" fmla="*/ 15869 w 218629"/>
                <a:gd name="connsiteY5" fmla="*/ 166645 h 218951"/>
                <a:gd name="connsiteX6" fmla="*/ 15869 w 218629"/>
                <a:gd name="connsiteY6" fmla="*/ 148469 h 218951"/>
                <a:gd name="connsiteX7" fmla="*/ 42986 w 218629"/>
                <a:gd name="connsiteY7" fmla="*/ 99270 h 218951"/>
                <a:gd name="connsiteX8" fmla="*/ 92572 w 218629"/>
                <a:gd name="connsiteY8" fmla="*/ 24412 h 218951"/>
                <a:gd name="connsiteX9" fmla="*/ 128930 w 218629"/>
                <a:gd name="connsiteY9" fmla="*/ 24303 h 218951"/>
                <a:gd name="connsiteX10" fmla="*/ 159128 w 218629"/>
                <a:gd name="connsiteY10" fmla="*/ 42844 h 218951"/>
                <a:gd name="connsiteX11" fmla="*/ 200609 w 218629"/>
                <a:gd name="connsiteY11" fmla="*/ 1199 h 218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8629" h="218951">
                  <a:moveTo>
                    <a:pt x="200609" y="1199"/>
                  </a:moveTo>
                  <a:cubicBezTo>
                    <a:pt x="206199" y="-4385"/>
                    <a:pt x="223712" y="10981"/>
                    <a:pt x="217198" y="17478"/>
                  </a:cubicBezTo>
                  <a:lnTo>
                    <a:pt x="17956" y="217487"/>
                  </a:lnTo>
                  <a:cubicBezTo>
                    <a:pt x="11501" y="223911"/>
                    <a:pt x="-4874" y="207487"/>
                    <a:pt x="1410" y="201209"/>
                  </a:cubicBezTo>
                  <a:lnTo>
                    <a:pt x="35827" y="166645"/>
                  </a:lnTo>
                  <a:lnTo>
                    <a:pt x="15869" y="166645"/>
                  </a:lnTo>
                  <a:lnTo>
                    <a:pt x="15869" y="148469"/>
                  </a:lnTo>
                  <a:cubicBezTo>
                    <a:pt x="28400" y="134272"/>
                    <a:pt x="42986" y="119563"/>
                    <a:pt x="42986" y="99270"/>
                  </a:cubicBezTo>
                  <a:cubicBezTo>
                    <a:pt x="42986" y="66093"/>
                    <a:pt x="58186" y="34048"/>
                    <a:pt x="92572" y="24412"/>
                  </a:cubicBezTo>
                  <a:cubicBezTo>
                    <a:pt x="88719" y="-2560"/>
                    <a:pt x="132736" y="-2523"/>
                    <a:pt x="128930" y="24303"/>
                  </a:cubicBezTo>
                  <a:cubicBezTo>
                    <a:pt x="140641" y="27661"/>
                    <a:pt x="151023" y="34230"/>
                    <a:pt x="159128" y="42844"/>
                  </a:cubicBezTo>
                  <a:lnTo>
                    <a:pt x="200609" y="1199"/>
                  </a:lnTo>
                  <a:close/>
                </a:path>
              </a:pathLst>
            </a:custGeom>
            <a:solidFill>
              <a:srgbClr val="007B85"/>
            </a:solidFill>
            <a:ln w="3646" cap="flat">
              <a:noFill/>
              <a:prstDash val="solid"/>
              <a:miter/>
            </a:ln>
          </p:spPr>
          <p:txBody>
            <a:bodyPr rtlCol="0" anchor="ctr"/>
            <a:lstStyle/>
            <a:p>
              <a:endParaRPr lang="en-GR"/>
            </a:p>
          </p:txBody>
        </p:sp>
        <p:sp>
          <p:nvSpPr>
            <p:cNvPr id="704" name="Freeform 572">
              <a:extLst>
                <a:ext uri="{FF2B5EF4-FFF2-40B4-BE49-F238E27FC236}">
                  <a16:creationId xmlns:a16="http://schemas.microsoft.com/office/drawing/2014/main" id="{C88DD4CE-46BE-9AB9-DA4C-5DCF41274C56}"/>
                </a:ext>
              </a:extLst>
            </p:cNvPr>
            <p:cNvSpPr/>
            <p:nvPr/>
          </p:nvSpPr>
          <p:spPr>
            <a:xfrm>
              <a:off x="4845867" y="4597258"/>
              <a:ext cx="92465" cy="68637"/>
            </a:xfrm>
            <a:custGeom>
              <a:avLst/>
              <a:gdLst>
                <a:gd name="connsiteX0" fmla="*/ 77222 w 104434"/>
                <a:gd name="connsiteY0" fmla="*/ 0 h 77522"/>
                <a:gd name="connsiteX1" fmla="*/ 0 w 104434"/>
                <a:gd name="connsiteY1" fmla="*/ 77522 h 77522"/>
                <a:gd name="connsiteX2" fmla="*/ 104435 w 104434"/>
                <a:gd name="connsiteY2" fmla="*/ 77522 h 77522"/>
                <a:gd name="connsiteX3" fmla="*/ 104435 w 104434"/>
                <a:gd name="connsiteY3" fmla="*/ 59346 h 77522"/>
                <a:gd name="connsiteX4" fmla="*/ 77222 w 104434"/>
                <a:gd name="connsiteY4" fmla="*/ 0 h 775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434" h="77522">
                  <a:moveTo>
                    <a:pt x="77222" y="0"/>
                  </a:moveTo>
                  <a:lnTo>
                    <a:pt x="0" y="77522"/>
                  </a:lnTo>
                  <a:lnTo>
                    <a:pt x="104435" y="77522"/>
                  </a:lnTo>
                  <a:lnTo>
                    <a:pt x="104435" y="59346"/>
                  </a:lnTo>
                  <a:cubicBezTo>
                    <a:pt x="87973" y="40987"/>
                    <a:pt x="77222" y="24929"/>
                    <a:pt x="77222" y="0"/>
                  </a:cubicBezTo>
                  <a:close/>
                </a:path>
              </a:pathLst>
            </a:custGeom>
            <a:solidFill>
              <a:srgbClr val="007B85"/>
            </a:solidFill>
            <a:ln w="3646" cap="flat">
              <a:noFill/>
              <a:prstDash val="solid"/>
              <a:miter/>
            </a:ln>
          </p:spPr>
          <p:txBody>
            <a:bodyPr rtlCol="0" anchor="ctr"/>
            <a:lstStyle/>
            <a:p>
              <a:endParaRPr lang="en-GR"/>
            </a:p>
          </p:txBody>
        </p:sp>
        <p:sp>
          <p:nvSpPr>
            <p:cNvPr id="705" name="Freeform 573">
              <a:extLst>
                <a:ext uri="{FF2B5EF4-FFF2-40B4-BE49-F238E27FC236}">
                  <a16:creationId xmlns:a16="http://schemas.microsoft.com/office/drawing/2014/main" id="{5323651C-FDA7-F510-9311-066F58D0E69C}"/>
                </a:ext>
              </a:extLst>
            </p:cNvPr>
            <p:cNvSpPr/>
            <p:nvPr/>
          </p:nvSpPr>
          <p:spPr>
            <a:xfrm>
              <a:off x="4829205" y="4674169"/>
              <a:ext cx="56998" cy="18419"/>
            </a:xfrm>
            <a:custGeom>
              <a:avLst/>
              <a:gdLst>
                <a:gd name="connsiteX0" fmla="*/ 0 w 64376"/>
                <a:gd name="connsiteY0" fmla="*/ 9526 h 20803"/>
                <a:gd name="connsiteX1" fmla="*/ 28347 w 64376"/>
                <a:gd name="connsiteY1" fmla="*/ 20804 h 20803"/>
                <a:gd name="connsiteX2" fmla="*/ 64377 w 64376"/>
                <a:gd name="connsiteY2" fmla="*/ 0 h 20803"/>
                <a:gd name="connsiteX3" fmla="*/ 9481 w 64376"/>
                <a:gd name="connsiteY3" fmla="*/ 0 h 20803"/>
                <a:gd name="connsiteX4" fmla="*/ 0 w 64376"/>
                <a:gd name="connsiteY4" fmla="*/ 9526 h 208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376" h="20803">
                  <a:moveTo>
                    <a:pt x="0" y="9526"/>
                  </a:moveTo>
                  <a:cubicBezTo>
                    <a:pt x="7441" y="16497"/>
                    <a:pt x="17349" y="20804"/>
                    <a:pt x="28347" y="20804"/>
                  </a:cubicBezTo>
                  <a:cubicBezTo>
                    <a:pt x="43755" y="20804"/>
                    <a:pt x="57169" y="12409"/>
                    <a:pt x="64377" y="0"/>
                  </a:cubicBezTo>
                  <a:lnTo>
                    <a:pt x="9481" y="0"/>
                  </a:lnTo>
                  <a:lnTo>
                    <a:pt x="0" y="9526"/>
                  </a:lnTo>
                  <a:close/>
                </a:path>
              </a:pathLst>
            </a:custGeom>
            <a:solidFill>
              <a:srgbClr val="007B85"/>
            </a:solidFill>
            <a:ln w="3646" cap="flat">
              <a:noFill/>
              <a:prstDash val="solid"/>
              <a:miter/>
            </a:ln>
          </p:spPr>
          <p:txBody>
            <a:bodyPr rtlCol="0" anchor="ctr"/>
            <a:lstStyle/>
            <a:p>
              <a:endParaRPr lang="en-GR"/>
            </a:p>
          </p:txBody>
        </p:sp>
      </p:grpSp>
      <p:grpSp>
        <p:nvGrpSpPr>
          <p:cNvPr id="706" name="Group 705">
            <a:extLst>
              <a:ext uri="{FF2B5EF4-FFF2-40B4-BE49-F238E27FC236}">
                <a16:creationId xmlns:a16="http://schemas.microsoft.com/office/drawing/2014/main" id="{8760437E-25E0-6677-0E5B-0B12BC74A450}"/>
              </a:ext>
            </a:extLst>
          </p:cNvPr>
          <p:cNvGrpSpPr/>
          <p:nvPr/>
        </p:nvGrpSpPr>
        <p:grpSpPr>
          <a:xfrm>
            <a:off x="6241390" y="4553763"/>
            <a:ext cx="193869" cy="125834"/>
            <a:chOff x="5089232" y="4553763"/>
            <a:chExt cx="193869" cy="125834"/>
          </a:xfrm>
        </p:grpSpPr>
        <p:sp>
          <p:nvSpPr>
            <p:cNvPr id="707" name="Freeform 574">
              <a:extLst>
                <a:ext uri="{FF2B5EF4-FFF2-40B4-BE49-F238E27FC236}">
                  <a16:creationId xmlns:a16="http://schemas.microsoft.com/office/drawing/2014/main" id="{50A1567F-8656-883E-E7D4-11A006B48FE0}"/>
                </a:ext>
              </a:extLst>
            </p:cNvPr>
            <p:cNvSpPr/>
            <p:nvPr/>
          </p:nvSpPr>
          <p:spPr>
            <a:xfrm>
              <a:off x="5279014" y="4584236"/>
              <a:ext cx="3231" cy="226"/>
            </a:xfrm>
            <a:custGeom>
              <a:avLst/>
              <a:gdLst>
                <a:gd name="connsiteX0" fmla="*/ 0 w 3649"/>
                <a:gd name="connsiteY0" fmla="*/ 219 h 255"/>
                <a:gd name="connsiteX1" fmla="*/ 0 w 3649"/>
                <a:gd name="connsiteY1" fmla="*/ 0 h 255"/>
                <a:gd name="connsiteX2" fmla="*/ 0 w 3649"/>
                <a:gd name="connsiteY2" fmla="*/ 255 h 255"/>
                <a:gd name="connsiteX3" fmla="*/ 0 w 3649"/>
                <a:gd name="connsiteY3" fmla="*/ 219 h 255"/>
              </a:gdLst>
              <a:ahLst/>
              <a:cxnLst>
                <a:cxn ang="0">
                  <a:pos x="connsiteX0" y="connsiteY0"/>
                </a:cxn>
                <a:cxn ang="0">
                  <a:pos x="connsiteX1" y="connsiteY1"/>
                </a:cxn>
                <a:cxn ang="0">
                  <a:pos x="connsiteX2" y="connsiteY2"/>
                </a:cxn>
                <a:cxn ang="0">
                  <a:pos x="connsiteX3" y="connsiteY3"/>
                </a:cxn>
              </a:cxnLst>
              <a:rect l="l" t="t" r="r" b="b"/>
              <a:pathLst>
                <a:path w="3649" h="255">
                  <a:moveTo>
                    <a:pt x="0" y="219"/>
                  </a:moveTo>
                  <a:cubicBezTo>
                    <a:pt x="0" y="219"/>
                    <a:pt x="0" y="73"/>
                    <a:pt x="0" y="0"/>
                  </a:cubicBezTo>
                  <a:cubicBezTo>
                    <a:pt x="0" y="73"/>
                    <a:pt x="0" y="182"/>
                    <a:pt x="0" y="255"/>
                  </a:cubicBezTo>
                  <a:cubicBezTo>
                    <a:pt x="0" y="255"/>
                    <a:pt x="0" y="255"/>
                    <a:pt x="0" y="219"/>
                  </a:cubicBezTo>
                  <a:close/>
                </a:path>
              </a:pathLst>
            </a:custGeom>
            <a:solidFill>
              <a:srgbClr val="007B85"/>
            </a:solidFill>
            <a:ln w="3646" cap="flat">
              <a:noFill/>
              <a:prstDash val="solid"/>
              <a:miter/>
            </a:ln>
          </p:spPr>
          <p:txBody>
            <a:bodyPr rtlCol="0" anchor="ctr"/>
            <a:lstStyle/>
            <a:p>
              <a:endParaRPr lang="en-GR"/>
            </a:p>
          </p:txBody>
        </p:sp>
        <p:sp>
          <p:nvSpPr>
            <p:cNvPr id="708" name="Freeform 575">
              <a:extLst>
                <a:ext uri="{FF2B5EF4-FFF2-40B4-BE49-F238E27FC236}">
                  <a16:creationId xmlns:a16="http://schemas.microsoft.com/office/drawing/2014/main" id="{7BCBDEB0-399B-C4F8-E918-514411C136DD}"/>
                </a:ext>
              </a:extLst>
            </p:cNvPr>
            <p:cNvSpPr/>
            <p:nvPr/>
          </p:nvSpPr>
          <p:spPr>
            <a:xfrm>
              <a:off x="5089232" y="4553763"/>
              <a:ext cx="189585" cy="31442"/>
            </a:xfrm>
            <a:custGeom>
              <a:avLst/>
              <a:gdLst>
                <a:gd name="connsiteX0" fmla="*/ 214127 w 214126"/>
                <a:gd name="connsiteY0" fmla="*/ 35513 h 35512"/>
                <a:gd name="connsiteX1" fmla="*/ 214127 w 214126"/>
                <a:gd name="connsiteY1" fmla="*/ 25877 h 35512"/>
                <a:gd name="connsiteX2" fmla="*/ 214127 w 214126"/>
                <a:gd name="connsiteY2" fmla="*/ 25622 h 35512"/>
                <a:gd name="connsiteX3" fmla="*/ 169467 w 214126"/>
                <a:gd name="connsiteY3" fmla="*/ 0 h 35512"/>
                <a:gd name="connsiteX4" fmla="*/ 44717 w 214126"/>
                <a:gd name="connsiteY4" fmla="*/ 0 h 35512"/>
                <a:gd name="connsiteX5" fmla="*/ 1163 w 214126"/>
                <a:gd name="connsiteY5" fmla="*/ 20329 h 35512"/>
                <a:gd name="connsiteX6" fmla="*/ 145 w 214126"/>
                <a:gd name="connsiteY6" fmla="*/ 35513 h 35512"/>
                <a:gd name="connsiteX7" fmla="*/ 214127 w 214126"/>
                <a:gd name="connsiteY7" fmla="*/ 35513 h 35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126" h="35512">
                  <a:moveTo>
                    <a:pt x="214127" y="35513"/>
                  </a:moveTo>
                  <a:cubicBezTo>
                    <a:pt x="214127" y="35513"/>
                    <a:pt x="214127" y="26023"/>
                    <a:pt x="214127" y="25877"/>
                  </a:cubicBezTo>
                  <a:cubicBezTo>
                    <a:pt x="214127" y="25804"/>
                    <a:pt x="214127" y="25695"/>
                    <a:pt x="214127" y="25622"/>
                  </a:cubicBezTo>
                  <a:cubicBezTo>
                    <a:pt x="213904" y="11460"/>
                    <a:pt x="194015" y="0"/>
                    <a:pt x="169467" y="0"/>
                  </a:cubicBezTo>
                  <a:lnTo>
                    <a:pt x="44717" y="0"/>
                  </a:lnTo>
                  <a:cubicBezTo>
                    <a:pt x="23318" y="0"/>
                    <a:pt x="5469" y="8687"/>
                    <a:pt x="1163" y="20329"/>
                  </a:cubicBezTo>
                  <a:cubicBezTo>
                    <a:pt x="-567" y="25001"/>
                    <a:pt x="145" y="30622"/>
                    <a:pt x="145" y="35513"/>
                  </a:cubicBezTo>
                  <a:lnTo>
                    <a:pt x="214127" y="35513"/>
                  </a:lnTo>
                  <a:close/>
                </a:path>
              </a:pathLst>
            </a:custGeom>
            <a:solidFill>
              <a:srgbClr val="007B85"/>
            </a:solidFill>
            <a:ln w="3646" cap="flat">
              <a:noFill/>
              <a:prstDash val="solid"/>
              <a:miter/>
            </a:ln>
          </p:spPr>
          <p:txBody>
            <a:bodyPr rtlCol="0" anchor="ctr"/>
            <a:lstStyle/>
            <a:p>
              <a:endParaRPr lang="en-GR"/>
            </a:p>
          </p:txBody>
        </p:sp>
        <p:sp>
          <p:nvSpPr>
            <p:cNvPr id="709" name="Freeform 576">
              <a:extLst>
                <a:ext uri="{FF2B5EF4-FFF2-40B4-BE49-F238E27FC236}">
                  <a16:creationId xmlns:a16="http://schemas.microsoft.com/office/drawing/2014/main" id="{1B347C67-928D-FED7-8E35-9BA97C681DF5}"/>
                </a:ext>
              </a:extLst>
            </p:cNvPr>
            <p:cNvSpPr/>
            <p:nvPr/>
          </p:nvSpPr>
          <p:spPr>
            <a:xfrm>
              <a:off x="5254016" y="4627085"/>
              <a:ext cx="433" cy="323"/>
            </a:xfrm>
            <a:custGeom>
              <a:avLst/>
              <a:gdLst>
                <a:gd name="connsiteX0" fmla="*/ 0 w 489"/>
                <a:gd name="connsiteY0" fmla="*/ 0 h 365"/>
                <a:gd name="connsiteX1" fmla="*/ 0 w 489"/>
                <a:gd name="connsiteY1" fmla="*/ 365 h 365"/>
                <a:gd name="connsiteX2" fmla="*/ 489 w 489"/>
                <a:gd name="connsiteY2" fmla="*/ 365 h 365"/>
                <a:gd name="connsiteX3" fmla="*/ 489 w 489"/>
                <a:gd name="connsiteY3" fmla="*/ 0 h 365"/>
                <a:gd name="connsiteX4" fmla="*/ 0 w 489"/>
                <a:gd name="connsiteY4" fmla="*/ 0 h 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9" h="365">
                  <a:moveTo>
                    <a:pt x="0" y="0"/>
                  </a:moveTo>
                  <a:lnTo>
                    <a:pt x="0" y="365"/>
                  </a:lnTo>
                  <a:lnTo>
                    <a:pt x="489" y="365"/>
                  </a:lnTo>
                  <a:lnTo>
                    <a:pt x="489" y="0"/>
                  </a:lnTo>
                  <a:cubicBezTo>
                    <a:pt x="489" y="0"/>
                    <a:pt x="88" y="0"/>
                    <a:pt x="0" y="0"/>
                  </a:cubicBezTo>
                  <a:close/>
                </a:path>
              </a:pathLst>
            </a:custGeom>
            <a:solidFill>
              <a:srgbClr val="007B85"/>
            </a:solidFill>
            <a:ln w="3646" cap="flat">
              <a:noFill/>
              <a:prstDash val="solid"/>
              <a:miter/>
            </a:ln>
          </p:spPr>
          <p:txBody>
            <a:bodyPr rtlCol="0" anchor="ctr"/>
            <a:lstStyle/>
            <a:p>
              <a:endParaRPr lang="en-GR"/>
            </a:p>
          </p:txBody>
        </p:sp>
        <p:sp>
          <p:nvSpPr>
            <p:cNvPr id="710" name="Freeform 577">
              <a:extLst>
                <a:ext uri="{FF2B5EF4-FFF2-40B4-BE49-F238E27FC236}">
                  <a16:creationId xmlns:a16="http://schemas.microsoft.com/office/drawing/2014/main" id="{822055F2-62E9-5A54-F3ED-A7243F0BA765}"/>
                </a:ext>
              </a:extLst>
            </p:cNvPr>
            <p:cNvSpPr/>
            <p:nvPr/>
          </p:nvSpPr>
          <p:spPr>
            <a:xfrm>
              <a:off x="5089360" y="4608989"/>
              <a:ext cx="139931" cy="70608"/>
            </a:xfrm>
            <a:custGeom>
              <a:avLst/>
              <a:gdLst>
                <a:gd name="connsiteX0" fmla="*/ 158046 w 158045"/>
                <a:gd name="connsiteY0" fmla="*/ 0 h 79748"/>
                <a:gd name="connsiteX1" fmla="*/ 0 w 158045"/>
                <a:gd name="connsiteY1" fmla="*/ 0 h 79748"/>
                <a:gd name="connsiteX2" fmla="*/ 0 w 158045"/>
                <a:gd name="connsiteY2" fmla="*/ 59164 h 79748"/>
                <a:gd name="connsiteX3" fmla="*/ 10831 w 158045"/>
                <a:gd name="connsiteY3" fmla="*/ 73945 h 79748"/>
                <a:gd name="connsiteX4" fmla="*/ 35602 w 158045"/>
                <a:gd name="connsiteY4" fmla="*/ 79748 h 79748"/>
                <a:gd name="connsiteX5" fmla="*/ 144237 w 158045"/>
                <a:gd name="connsiteY5" fmla="*/ 79748 h 79748"/>
                <a:gd name="connsiteX6" fmla="*/ 141573 w 158045"/>
                <a:gd name="connsiteY6" fmla="*/ 68252 h 79748"/>
                <a:gd name="connsiteX7" fmla="*/ 141573 w 158045"/>
                <a:gd name="connsiteY7" fmla="*/ 44236 h 79748"/>
                <a:gd name="connsiteX8" fmla="*/ 153072 w 158045"/>
                <a:gd name="connsiteY8" fmla="*/ 22702 h 79748"/>
                <a:gd name="connsiteX9" fmla="*/ 153072 w 158045"/>
                <a:gd name="connsiteY9" fmla="*/ 14088 h 79748"/>
                <a:gd name="connsiteX10" fmla="*/ 157998 w 158045"/>
                <a:gd name="connsiteY10" fmla="*/ 37 h 79748"/>
                <a:gd name="connsiteX11" fmla="*/ 158046 w 158045"/>
                <a:gd name="connsiteY11" fmla="*/ 0 h 79748"/>
                <a:gd name="connsiteX12" fmla="*/ 47678 w 158045"/>
                <a:gd name="connsiteY12" fmla="*/ 56499 h 79748"/>
                <a:gd name="connsiteX13" fmla="*/ 44572 w 158045"/>
                <a:gd name="connsiteY13" fmla="*/ 61718 h 79748"/>
                <a:gd name="connsiteX14" fmla="*/ 21662 w 158045"/>
                <a:gd name="connsiteY14" fmla="*/ 61718 h 79748"/>
                <a:gd name="connsiteX15" fmla="*/ 18557 w 158045"/>
                <a:gd name="connsiteY15" fmla="*/ 56499 h 79748"/>
                <a:gd name="connsiteX16" fmla="*/ 18557 w 158045"/>
                <a:gd name="connsiteY16" fmla="*/ 55039 h 79748"/>
                <a:gd name="connsiteX17" fmla="*/ 21662 w 158045"/>
                <a:gd name="connsiteY17" fmla="*/ 49784 h 79748"/>
                <a:gd name="connsiteX18" fmla="*/ 44572 w 158045"/>
                <a:gd name="connsiteY18" fmla="*/ 49784 h 79748"/>
                <a:gd name="connsiteX19" fmla="*/ 47678 w 158045"/>
                <a:gd name="connsiteY19" fmla="*/ 55039 h 79748"/>
                <a:gd name="connsiteX20" fmla="*/ 47678 w 158045"/>
                <a:gd name="connsiteY20" fmla="*/ 56536 h 79748"/>
                <a:gd name="connsiteX21" fmla="*/ 47678 w 158045"/>
                <a:gd name="connsiteY21" fmla="*/ 56499 h 79748"/>
                <a:gd name="connsiteX22" fmla="*/ 103705 w 158045"/>
                <a:gd name="connsiteY22" fmla="*/ 56499 h 79748"/>
                <a:gd name="connsiteX23" fmla="*/ 100599 w 158045"/>
                <a:gd name="connsiteY23" fmla="*/ 61718 h 79748"/>
                <a:gd name="connsiteX24" fmla="*/ 60063 w 158045"/>
                <a:gd name="connsiteY24" fmla="*/ 61718 h 79748"/>
                <a:gd name="connsiteX25" fmla="*/ 56958 w 158045"/>
                <a:gd name="connsiteY25" fmla="*/ 56499 h 79748"/>
                <a:gd name="connsiteX26" fmla="*/ 56958 w 158045"/>
                <a:gd name="connsiteY26" fmla="*/ 55039 h 79748"/>
                <a:gd name="connsiteX27" fmla="*/ 60063 w 158045"/>
                <a:gd name="connsiteY27" fmla="*/ 49784 h 79748"/>
                <a:gd name="connsiteX28" fmla="*/ 100599 w 158045"/>
                <a:gd name="connsiteY28" fmla="*/ 49784 h 79748"/>
                <a:gd name="connsiteX29" fmla="*/ 103705 w 158045"/>
                <a:gd name="connsiteY29" fmla="*/ 55039 h 79748"/>
                <a:gd name="connsiteX30" fmla="*/ 103705 w 158045"/>
                <a:gd name="connsiteY30" fmla="*/ 56536 h 79748"/>
                <a:gd name="connsiteX31" fmla="*/ 103705 w 158045"/>
                <a:gd name="connsiteY31" fmla="*/ 56499 h 79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58045" h="79748">
                  <a:moveTo>
                    <a:pt x="158046" y="0"/>
                  </a:moveTo>
                  <a:lnTo>
                    <a:pt x="0" y="0"/>
                  </a:lnTo>
                  <a:lnTo>
                    <a:pt x="0" y="59164"/>
                  </a:lnTo>
                  <a:cubicBezTo>
                    <a:pt x="0" y="64967"/>
                    <a:pt x="4171" y="70150"/>
                    <a:pt x="10831" y="73945"/>
                  </a:cubicBezTo>
                  <a:cubicBezTo>
                    <a:pt x="17225" y="77522"/>
                    <a:pt x="25968" y="79748"/>
                    <a:pt x="35602" y="79748"/>
                  </a:cubicBezTo>
                  <a:lnTo>
                    <a:pt x="144237" y="79748"/>
                  </a:lnTo>
                  <a:cubicBezTo>
                    <a:pt x="142682" y="76391"/>
                    <a:pt x="141664" y="72522"/>
                    <a:pt x="141573" y="68252"/>
                  </a:cubicBezTo>
                  <a:lnTo>
                    <a:pt x="141573" y="44236"/>
                  </a:lnTo>
                  <a:cubicBezTo>
                    <a:pt x="141796" y="34235"/>
                    <a:pt x="146368" y="26169"/>
                    <a:pt x="153072" y="22702"/>
                  </a:cubicBezTo>
                  <a:lnTo>
                    <a:pt x="153072" y="14088"/>
                  </a:lnTo>
                  <a:cubicBezTo>
                    <a:pt x="153072" y="8906"/>
                    <a:pt x="154893" y="4088"/>
                    <a:pt x="157998" y="37"/>
                  </a:cubicBezTo>
                  <a:lnTo>
                    <a:pt x="158046" y="0"/>
                  </a:lnTo>
                  <a:close/>
                  <a:moveTo>
                    <a:pt x="47678" y="56499"/>
                  </a:moveTo>
                  <a:cubicBezTo>
                    <a:pt x="47678" y="59346"/>
                    <a:pt x="46302" y="61682"/>
                    <a:pt x="44572" y="61718"/>
                  </a:cubicBezTo>
                  <a:lnTo>
                    <a:pt x="21662" y="61718"/>
                  </a:lnTo>
                  <a:cubicBezTo>
                    <a:pt x="19932" y="61682"/>
                    <a:pt x="18557" y="59346"/>
                    <a:pt x="18557" y="56499"/>
                  </a:cubicBezTo>
                  <a:lnTo>
                    <a:pt x="18557" y="55039"/>
                  </a:lnTo>
                  <a:cubicBezTo>
                    <a:pt x="18557" y="52119"/>
                    <a:pt x="19932" y="49820"/>
                    <a:pt x="21662" y="49784"/>
                  </a:cubicBezTo>
                  <a:lnTo>
                    <a:pt x="44572" y="49784"/>
                  </a:lnTo>
                  <a:cubicBezTo>
                    <a:pt x="46302" y="49820"/>
                    <a:pt x="47678" y="52119"/>
                    <a:pt x="47678" y="55039"/>
                  </a:cubicBezTo>
                  <a:lnTo>
                    <a:pt x="47678" y="56536"/>
                  </a:lnTo>
                  <a:lnTo>
                    <a:pt x="47678" y="56499"/>
                  </a:lnTo>
                  <a:close/>
                  <a:moveTo>
                    <a:pt x="103705" y="56499"/>
                  </a:moveTo>
                  <a:cubicBezTo>
                    <a:pt x="103705" y="59346"/>
                    <a:pt x="102329" y="61682"/>
                    <a:pt x="100599" y="61718"/>
                  </a:cubicBezTo>
                  <a:lnTo>
                    <a:pt x="60063" y="61718"/>
                  </a:lnTo>
                  <a:cubicBezTo>
                    <a:pt x="58333" y="61682"/>
                    <a:pt x="56958" y="59346"/>
                    <a:pt x="56958" y="56499"/>
                  </a:cubicBezTo>
                  <a:lnTo>
                    <a:pt x="56958" y="55039"/>
                  </a:lnTo>
                  <a:cubicBezTo>
                    <a:pt x="56958" y="52119"/>
                    <a:pt x="58333" y="49820"/>
                    <a:pt x="60063" y="49784"/>
                  </a:cubicBezTo>
                  <a:lnTo>
                    <a:pt x="100599" y="49784"/>
                  </a:lnTo>
                  <a:cubicBezTo>
                    <a:pt x="102329" y="49820"/>
                    <a:pt x="103705" y="52119"/>
                    <a:pt x="103705" y="55039"/>
                  </a:cubicBezTo>
                  <a:lnTo>
                    <a:pt x="103705" y="56536"/>
                  </a:lnTo>
                  <a:lnTo>
                    <a:pt x="103705" y="56499"/>
                  </a:lnTo>
                  <a:close/>
                </a:path>
              </a:pathLst>
            </a:custGeom>
            <a:solidFill>
              <a:srgbClr val="007B85"/>
            </a:solidFill>
            <a:ln w="3646" cap="flat">
              <a:noFill/>
              <a:prstDash val="solid"/>
              <a:miter/>
            </a:ln>
          </p:spPr>
          <p:txBody>
            <a:bodyPr rtlCol="0" anchor="ctr"/>
            <a:lstStyle/>
            <a:p>
              <a:endParaRPr lang="en-GR"/>
            </a:p>
          </p:txBody>
        </p:sp>
        <p:sp>
          <p:nvSpPr>
            <p:cNvPr id="711" name="Freeform 578">
              <a:extLst>
                <a:ext uri="{FF2B5EF4-FFF2-40B4-BE49-F238E27FC236}">
                  <a16:creationId xmlns:a16="http://schemas.microsoft.com/office/drawing/2014/main" id="{70B35B41-FA67-0FE7-2C28-AFB54949F4F7}"/>
                </a:ext>
              </a:extLst>
            </p:cNvPr>
            <p:cNvSpPr/>
            <p:nvPr/>
          </p:nvSpPr>
          <p:spPr>
            <a:xfrm>
              <a:off x="5225360" y="4638008"/>
              <a:ext cx="57741" cy="41170"/>
            </a:xfrm>
            <a:custGeom>
              <a:avLst/>
              <a:gdLst>
                <a:gd name="connsiteX0" fmla="*/ 58158 w 65215"/>
                <a:gd name="connsiteY0" fmla="*/ 0 h 46499"/>
                <a:gd name="connsiteX1" fmla="*/ 7058 w 65215"/>
                <a:gd name="connsiteY1" fmla="*/ 0 h 46499"/>
                <a:gd name="connsiteX2" fmla="*/ 0 w 65215"/>
                <a:gd name="connsiteY2" fmla="*/ 11351 h 46499"/>
                <a:gd name="connsiteX3" fmla="*/ 0 w 65215"/>
                <a:gd name="connsiteY3" fmla="*/ 35111 h 46499"/>
                <a:gd name="connsiteX4" fmla="*/ 7058 w 65215"/>
                <a:gd name="connsiteY4" fmla="*/ 46499 h 46499"/>
                <a:gd name="connsiteX5" fmla="*/ 58158 w 65215"/>
                <a:gd name="connsiteY5" fmla="*/ 46499 h 46499"/>
                <a:gd name="connsiteX6" fmla="*/ 65216 w 65215"/>
                <a:gd name="connsiteY6" fmla="*/ 35111 h 46499"/>
                <a:gd name="connsiteX7" fmla="*/ 65216 w 65215"/>
                <a:gd name="connsiteY7" fmla="*/ 11351 h 46499"/>
                <a:gd name="connsiteX8" fmla="*/ 58158 w 65215"/>
                <a:gd name="connsiteY8" fmla="*/ 0 h 46499"/>
                <a:gd name="connsiteX9" fmla="*/ 32588 w 65215"/>
                <a:gd name="connsiteY9" fmla="*/ 30951 h 46499"/>
                <a:gd name="connsiteX10" fmla="*/ 19312 w 65215"/>
                <a:gd name="connsiteY10" fmla="*/ 23286 h 46499"/>
                <a:gd name="connsiteX11" fmla="*/ 32588 w 65215"/>
                <a:gd name="connsiteY11" fmla="*/ 15585 h 46499"/>
                <a:gd name="connsiteX12" fmla="*/ 45860 w 65215"/>
                <a:gd name="connsiteY12" fmla="*/ 23286 h 46499"/>
                <a:gd name="connsiteX13" fmla="*/ 32588 w 65215"/>
                <a:gd name="connsiteY13" fmla="*/ 30951 h 46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215" h="46499">
                  <a:moveTo>
                    <a:pt x="58158" y="0"/>
                  </a:moveTo>
                  <a:lnTo>
                    <a:pt x="7058" y="0"/>
                  </a:lnTo>
                  <a:cubicBezTo>
                    <a:pt x="3241" y="0"/>
                    <a:pt x="135" y="5073"/>
                    <a:pt x="0" y="11351"/>
                  </a:cubicBezTo>
                  <a:lnTo>
                    <a:pt x="0" y="35111"/>
                  </a:lnTo>
                  <a:cubicBezTo>
                    <a:pt x="135" y="41426"/>
                    <a:pt x="3241" y="46499"/>
                    <a:pt x="7058" y="46499"/>
                  </a:cubicBezTo>
                  <a:lnTo>
                    <a:pt x="58158" y="46499"/>
                  </a:lnTo>
                  <a:cubicBezTo>
                    <a:pt x="61975" y="46499"/>
                    <a:pt x="65084" y="41426"/>
                    <a:pt x="65216" y="35111"/>
                  </a:cubicBezTo>
                  <a:lnTo>
                    <a:pt x="65216" y="11351"/>
                  </a:lnTo>
                  <a:cubicBezTo>
                    <a:pt x="65084" y="5073"/>
                    <a:pt x="61975" y="0"/>
                    <a:pt x="58158" y="0"/>
                  </a:cubicBezTo>
                  <a:close/>
                  <a:moveTo>
                    <a:pt x="32588" y="30951"/>
                  </a:moveTo>
                  <a:cubicBezTo>
                    <a:pt x="25260" y="30951"/>
                    <a:pt x="19312" y="27520"/>
                    <a:pt x="19312" y="23286"/>
                  </a:cubicBezTo>
                  <a:cubicBezTo>
                    <a:pt x="19312" y="19016"/>
                    <a:pt x="25260" y="15585"/>
                    <a:pt x="32588" y="15585"/>
                  </a:cubicBezTo>
                  <a:cubicBezTo>
                    <a:pt x="39912" y="15585"/>
                    <a:pt x="45860" y="19016"/>
                    <a:pt x="45860" y="23286"/>
                  </a:cubicBezTo>
                  <a:cubicBezTo>
                    <a:pt x="45860" y="27520"/>
                    <a:pt x="39912" y="30951"/>
                    <a:pt x="32588" y="30951"/>
                  </a:cubicBezTo>
                  <a:close/>
                </a:path>
              </a:pathLst>
            </a:custGeom>
            <a:solidFill>
              <a:srgbClr val="007B85"/>
            </a:solidFill>
            <a:ln w="3646" cap="flat">
              <a:noFill/>
              <a:prstDash val="solid"/>
              <a:miter/>
            </a:ln>
          </p:spPr>
          <p:txBody>
            <a:bodyPr rtlCol="0" anchor="ctr"/>
            <a:lstStyle/>
            <a:p>
              <a:endParaRPr lang="en-GR"/>
            </a:p>
          </p:txBody>
        </p:sp>
        <p:sp>
          <p:nvSpPr>
            <p:cNvPr id="712" name="Freeform 579">
              <a:extLst>
                <a:ext uri="{FF2B5EF4-FFF2-40B4-BE49-F238E27FC236}">
                  <a16:creationId xmlns:a16="http://schemas.microsoft.com/office/drawing/2014/main" id="{3B38D26A-3C09-319D-4002-64AA69108546}"/>
                </a:ext>
              </a:extLst>
            </p:cNvPr>
            <p:cNvSpPr/>
            <p:nvPr/>
          </p:nvSpPr>
          <p:spPr>
            <a:xfrm>
              <a:off x="5233577" y="4605693"/>
              <a:ext cx="41270" cy="25464"/>
            </a:xfrm>
            <a:custGeom>
              <a:avLst/>
              <a:gdLst>
                <a:gd name="connsiteX0" fmla="*/ 46612 w 46612"/>
                <a:gd name="connsiteY0" fmla="*/ 28761 h 28760"/>
                <a:gd name="connsiteX1" fmla="*/ 46612 w 46612"/>
                <a:gd name="connsiteY1" fmla="*/ 16643 h 28760"/>
                <a:gd name="connsiteX2" fmla="*/ 23308 w 46612"/>
                <a:gd name="connsiteY2" fmla="*/ 0 h 28760"/>
                <a:gd name="connsiteX3" fmla="*/ 0 w 46612"/>
                <a:gd name="connsiteY3" fmla="*/ 16643 h 28760"/>
                <a:gd name="connsiteX4" fmla="*/ 0 w 46612"/>
                <a:gd name="connsiteY4" fmla="*/ 28761 h 28760"/>
                <a:gd name="connsiteX5" fmla="*/ 13316 w 46612"/>
                <a:gd name="connsiteY5" fmla="*/ 28761 h 28760"/>
                <a:gd name="connsiteX6" fmla="*/ 13316 w 46612"/>
                <a:gd name="connsiteY6" fmla="*/ 16790 h 28760"/>
                <a:gd name="connsiteX7" fmla="*/ 23308 w 46612"/>
                <a:gd name="connsiteY7" fmla="*/ 13322 h 28760"/>
                <a:gd name="connsiteX8" fmla="*/ 33296 w 46612"/>
                <a:gd name="connsiteY8" fmla="*/ 16643 h 28760"/>
                <a:gd name="connsiteX9" fmla="*/ 33296 w 46612"/>
                <a:gd name="connsiteY9" fmla="*/ 28761 h 28760"/>
                <a:gd name="connsiteX10" fmla="*/ 46612 w 46612"/>
                <a:gd name="connsiteY10" fmla="*/ 28761 h 28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612" h="28760">
                  <a:moveTo>
                    <a:pt x="46612" y="28761"/>
                  </a:moveTo>
                  <a:lnTo>
                    <a:pt x="46612" y="16643"/>
                  </a:lnTo>
                  <a:cubicBezTo>
                    <a:pt x="46612" y="7336"/>
                    <a:pt x="36358" y="0"/>
                    <a:pt x="23308" y="0"/>
                  </a:cubicBezTo>
                  <a:cubicBezTo>
                    <a:pt x="10254" y="0"/>
                    <a:pt x="0" y="7336"/>
                    <a:pt x="0" y="16643"/>
                  </a:cubicBezTo>
                  <a:lnTo>
                    <a:pt x="0" y="28761"/>
                  </a:lnTo>
                  <a:lnTo>
                    <a:pt x="13316" y="28761"/>
                  </a:lnTo>
                  <a:lnTo>
                    <a:pt x="13316" y="16790"/>
                  </a:lnTo>
                  <a:cubicBezTo>
                    <a:pt x="13626" y="15804"/>
                    <a:pt x="17181" y="13322"/>
                    <a:pt x="23308" y="13322"/>
                  </a:cubicBezTo>
                  <a:cubicBezTo>
                    <a:pt x="29431" y="13322"/>
                    <a:pt x="33029" y="15841"/>
                    <a:pt x="33296" y="16643"/>
                  </a:cubicBezTo>
                  <a:lnTo>
                    <a:pt x="33296" y="28761"/>
                  </a:lnTo>
                  <a:lnTo>
                    <a:pt x="46612" y="28761"/>
                  </a:lnTo>
                  <a:close/>
                </a:path>
              </a:pathLst>
            </a:custGeom>
            <a:solidFill>
              <a:srgbClr val="007B85"/>
            </a:solidFill>
            <a:ln w="3646" cap="flat">
              <a:noFill/>
              <a:prstDash val="solid"/>
              <a:miter/>
            </a:ln>
          </p:spPr>
          <p:txBody>
            <a:bodyPr rtlCol="0" anchor="ctr"/>
            <a:lstStyle/>
            <a:p>
              <a:endParaRPr lang="en-GR"/>
            </a:p>
          </p:txBody>
        </p:sp>
      </p:grpSp>
      <p:grpSp>
        <p:nvGrpSpPr>
          <p:cNvPr id="713" name="Group 712">
            <a:extLst>
              <a:ext uri="{FF2B5EF4-FFF2-40B4-BE49-F238E27FC236}">
                <a16:creationId xmlns:a16="http://schemas.microsoft.com/office/drawing/2014/main" id="{FB87D044-63F6-9618-2ADB-8923EE47D358}"/>
              </a:ext>
            </a:extLst>
          </p:cNvPr>
          <p:cNvGrpSpPr/>
          <p:nvPr/>
        </p:nvGrpSpPr>
        <p:grpSpPr>
          <a:xfrm>
            <a:off x="6596810" y="4524682"/>
            <a:ext cx="146959" cy="180963"/>
            <a:chOff x="5444652" y="4524680"/>
            <a:chExt cx="146959" cy="180963"/>
          </a:xfrm>
        </p:grpSpPr>
        <p:sp>
          <p:nvSpPr>
            <p:cNvPr id="714" name="Freeform 580">
              <a:extLst>
                <a:ext uri="{FF2B5EF4-FFF2-40B4-BE49-F238E27FC236}">
                  <a16:creationId xmlns:a16="http://schemas.microsoft.com/office/drawing/2014/main" id="{F0426098-721F-890E-0985-0F0C509BB4FA}"/>
                </a:ext>
              </a:extLst>
            </p:cNvPr>
            <p:cNvSpPr/>
            <p:nvPr/>
          </p:nvSpPr>
          <p:spPr>
            <a:xfrm>
              <a:off x="5469321" y="4524680"/>
              <a:ext cx="97670" cy="67053"/>
            </a:xfrm>
            <a:custGeom>
              <a:avLst/>
              <a:gdLst>
                <a:gd name="connsiteX0" fmla="*/ 25512 w 110313"/>
                <a:gd name="connsiteY0" fmla="*/ 38177 h 75733"/>
                <a:gd name="connsiteX1" fmla="*/ 25512 w 110313"/>
                <a:gd name="connsiteY1" fmla="*/ 75734 h 75733"/>
                <a:gd name="connsiteX2" fmla="*/ 0 w 110313"/>
                <a:gd name="connsiteY2" fmla="*/ 75734 h 75733"/>
                <a:gd name="connsiteX3" fmla="*/ 0 w 110313"/>
                <a:gd name="connsiteY3" fmla="*/ 38177 h 75733"/>
                <a:gd name="connsiteX4" fmla="*/ 55155 w 110313"/>
                <a:gd name="connsiteY4" fmla="*/ 0 h 75733"/>
                <a:gd name="connsiteX5" fmla="*/ 110313 w 110313"/>
                <a:gd name="connsiteY5" fmla="*/ 38177 h 75733"/>
                <a:gd name="connsiteX6" fmla="*/ 110313 w 110313"/>
                <a:gd name="connsiteY6" fmla="*/ 75734 h 75733"/>
                <a:gd name="connsiteX7" fmla="*/ 84801 w 110313"/>
                <a:gd name="connsiteY7" fmla="*/ 75734 h 75733"/>
                <a:gd name="connsiteX8" fmla="*/ 84801 w 110313"/>
                <a:gd name="connsiteY8" fmla="*/ 38177 h 75733"/>
                <a:gd name="connsiteX9" fmla="*/ 55155 w 110313"/>
                <a:gd name="connsiteY9" fmla="*/ 25512 h 75733"/>
                <a:gd name="connsiteX10" fmla="*/ 25512 w 110313"/>
                <a:gd name="connsiteY10" fmla="*/ 38177 h 75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0313" h="75733">
                  <a:moveTo>
                    <a:pt x="25512" y="38177"/>
                  </a:moveTo>
                  <a:lnTo>
                    <a:pt x="25512" y="75734"/>
                  </a:lnTo>
                  <a:lnTo>
                    <a:pt x="0" y="75734"/>
                  </a:lnTo>
                  <a:lnTo>
                    <a:pt x="0" y="38177"/>
                  </a:lnTo>
                  <a:cubicBezTo>
                    <a:pt x="0" y="16789"/>
                    <a:pt x="24235" y="0"/>
                    <a:pt x="55155" y="0"/>
                  </a:cubicBezTo>
                  <a:cubicBezTo>
                    <a:pt x="86075" y="0"/>
                    <a:pt x="110313" y="16753"/>
                    <a:pt x="110313" y="38177"/>
                  </a:cubicBezTo>
                  <a:lnTo>
                    <a:pt x="110313" y="75734"/>
                  </a:lnTo>
                  <a:lnTo>
                    <a:pt x="84801" y="75734"/>
                  </a:lnTo>
                  <a:lnTo>
                    <a:pt x="84801" y="38177"/>
                  </a:lnTo>
                  <a:cubicBezTo>
                    <a:pt x="84801" y="33724"/>
                    <a:pt x="73525" y="25512"/>
                    <a:pt x="55155" y="25512"/>
                  </a:cubicBezTo>
                  <a:cubicBezTo>
                    <a:pt x="36788" y="25512"/>
                    <a:pt x="25512" y="33688"/>
                    <a:pt x="25512" y="38177"/>
                  </a:cubicBezTo>
                  <a:close/>
                </a:path>
              </a:pathLst>
            </a:custGeom>
            <a:solidFill>
              <a:srgbClr val="007B85"/>
            </a:solidFill>
            <a:ln w="3646" cap="flat">
              <a:noFill/>
              <a:prstDash val="solid"/>
              <a:miter/>
            </a:ln>
          </p:spPr>
          <p:txBody>
            <a:bodyPr rtlCol="0" anchor="ctr"/>
            <a:lstStyle/>
            <a:p>
              <a:endParaRPr lang="en-GR"/>
            </a:p>
          </p:txBody>
        </p:sp>
        <p:sp>
          <p:nvSpPr>
            <p:cNvPr id="715" name="Freeform 581">
              <a:extLst>
                <a:ext uri="{FF2B5EF4-FFF2-40B4-BE49-F238E27FC236}">
                  <a16:creationId xmlns:a16="http://schemas.microsoft.com/office/drawing/2014/main" id="{7C3496CF-2D06-0DA7-F563-2916E5295857}"/>
                </a:ext>
              </a:extLst>
            </p:cNvPr>
            <p:cNvSpPr/>
            <p:nvPr/>
          </p:nvSpPr>
          <p:spPr>
            <a:xfrm>
              <a:off x="5444652" y="4600781"/>
              <a:ext cx="146959" cy="104862"/>
            </a:xfrm>
            <a:custGeom>
              <a:avLst/>
              <a:gdLst>
                <a:gd name="connsiteX0" fmla="*/ 17962 w 165982"/>
                <a:gd name="connsiteY0" fmla="*/ 0 h 118436"/>
                <a:gd name="connsiteX1" fmla="*/ 148021 w 165982"/>
                <a:gd name="connsiteY1" fmla="*/ 0 h 118436"/>
                <a:gd name="connsiteX2" fmla="*/ 165983 w 165982"/>
                <a:gd name="connsiteY2" fmla="*/ 28979 h 118436"/>
                <a:gd name="connsiteX3" fmla="*/ 165983 w 165982"/>
                <a:gd name="connsiteY3" fmla="*/ 89457 h 118436"/>
                <a:gd name="connsiteX4" fmla="*/ 148021 w 165982"/>
                <a:gd name="connsiteY4" fmla="*/ 118436 h 118436"/>
                <a:gd name="connsiteX5" fmla="*/ 17962 w 165982"/>
                <a:gd name="connsiteY5" fmla="*/ 118436 h 118436"/>
                <a:gd name="connsiteX6" fmla="*/ 0 w 165982"/>
                <a:gd name="connsiteY6" fmla="*/ 89457 h 118436"/>
                <a:gd name="connsiteX7" fmla="*/ 0 w 165982"/>
                <a:gd name="connsiteY7" fmla="*/ 28979 h 118436"/>
                <a:gd name="connsiteX8" fmla="*/ 17962 w 165982"/>
                <a:gd name="connsiteY8" fmla="*/ 0 h 118436"/>
                <a:gd name="connsiteX9" fmla="*/ 49188 w 165982"/>
                <a:gd name="connsiteY9" fmla="*/ 59200 h 118436"/>
                <a:gd name="connsiteX10" fmla="*/ 82966 w 165982"/>
                <a:gd name="connsiteY10" fmla="*/ 78726 h 118436"/>
                <a:gd name="connsiteX11" fmla="*/ 116743 w 165982"/>
                <a:gd name="connsiteY11" fmla="*/ 59200 h 118436"/>
                <a:gd name="connsiteX12" fmla="*/ 82966 w 165982"/>
                <a:gd name="connsiteY12" fmla="*/ 39637 h 118436"/>
                <a:gd name="connsiteX13" fmla="*/ 49188 w 165982"/>
                <a:gd name="connsiteY13" fmla="*/ 59200 h 11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5982" h="118436">
                  <a:moveTo>
                    <a:pt x="17962" y="0"/>
                  </a:moveTo>
                  <a:lnTo>
                    <a:pt x="148021" y="0"/>
                  </a:lnTo>
                  <a:cubicBezTo>
                    <a:pt x="157717" y="0"/>
                    <a:pt x="165625" y="12884"/>
                    <a:pt x="165983" y="28979"/>
                  </a:cubicBezTo>
                  <a:lnTo>
                    <a:pt x="165983" y="89457"/>
                  </a:lnTo>
                  <a:cubicBezTo>
                    <a:pt x="165676" y="105589"/>
                    <a:pt x="157768" y="118436"/>
                    <a:pt x="148021" y="118436"/>
                  </a:cubicBezTo>
                  <a:lnTo>
                    <a:pt x="17962" y="118436"/>
                  </a:lnTo>
                  <a:cubicBezTo>
                    <a:pt x="8266" y="118436"/>
                    <a:pt x="358" y="105516"/>
                    <a:pt x="0" y="89457"/>
                  </a:cubicBezTo>
                  <a:lnTo>
                    <a:pt x="0" y="28979"/>
                  </a:lnTo>
                  <a:cubicBezTo>
                    <a:pt x="307" y="12847"/>
                    <a:pt x="8215" y="0"/>
                    <a:pt x="17962" y="0"/>
                  </a:cubicBezTo>
                  <a:close/>
                  <a:moveTo>
                    <a:pt x="49188" y="59200"/>
                  </a:moveTo>
                  <a:cubicBezTo>
                    <a:pt x="49188" y="70003"/>
                    <a:pt x="64340" y="78726"/>
                    <a:pt x="82966" y="78726"/>
                  </a:cubicBezTo>
                  <a:cubicBezTo>
                    <a:pt x="101639" y="78726"/>
                    <a:pt x="116743" y="70003"/>
                    <a:pt x="116743" y="59200"/>
                  </a:cubicBezTo>
                  <a:cubicBezTo>
                    <a:pt x="116743" y="48360"/>
                    <a:pt x="101639" y="39637"/>
                    <a:pt x="82966" y="39637"/>
                  </a:cubicBezTo>
                  <a:cubicBezTo>
                    <a:pt x="64289" y="39637"/>
                    <a:pt x="49188" y="48360"/>
                    <a:pt x="49188" y="59200"/>
                  </a:cubicBezTo>
                  <a:close/>
                </a:path>
              </a:pathLst>
            </a:custGeom>
            <a:solidFill>
              <a:srgbClr val="007B85"/>
            </a:solidFill>
            <a:ln w="3646" cap="flat">
              <a:noFill/>
              <a:prstDash val="solid"/>
              <a:miter/>
            </a:ln>
          </p:spPr>
          <p:txBody>
            <a:bodyPr rtlCol="0" anchor="ctr"/>
            <a:lstStyle/>
            <a:p>
              <a:endParaRPr lang="en-GR"/>
            </a:p>
          </p:txBody>
        </p:sp>
      </p:grpSp>
      <p:grpSp>
        <p:nvGrpSpPr>
          <p:cNvPr id="716" name="Group 715">
            <a:extLst>
              <a:ext uri="{FF2B5EF4-FFF2-40B4-BE49-F238E27FC236}">
                <a16:creationId xmlns:a16="http://schemas.microsoft.com/office/drawing/2014/main" id="{6376EEA1-3A52-541C-3CBC-5DDEC253DB7F}"/>
              </a:ext>
            </a:extLst>
          </p:cNvPr>
          <p:cNvGrpSpPr/>
          <p:nvPr/>
        </p:nvGrpSpPr>
        <p:grpSpPr>
          <a:xfrm>
            <a:off x="6913450" y="4524682"/>
            <a:ext cx="178345" cy="181715"/>
            <a:chOff x="5761292" y="4524680"/>
            <a:chExt cx="178345" cy="181715"/>
          </a:xfrm>
        </p:grpSpPr>
        <p:sp>
          <p:nvSpPr>
            <p:cNvPr id="717" name="Freeform 582">
              <a:extLst>
                <a:ext uri="{FF2B5EF4-FFF2-40B4-BE49-F238E27FC236}">
                  <a16:creationId xmlns:a16="http://schemas.microsoft.com/office/drawing/2014/main" id="{30625015-F55B-FC58-4BE3-C97F8BC5223F}"/>
                </a:ext>
              </a:extLst>
            </p:cNvPr>
            <p:cNvSpPr/>
            <p:nvPr/>
          </p:nvSpPr>
          <p:spPr>
            <a:xfrm>
              <a:off x="5779476" y="4524680"/>
              <a:ext cx="28429" cy="41266"/>
            </a:xfrm>
            <a:custGeom>
              <a:avLst/>
              <a:gdLst>
                <a:gd name="connsiteX0" fmla="*/ 0 w 32109"/>
                <a:gd name="connsiteY0" fmla="*/ 0 h 46608"/>
                <a:gd name="connsiteX1" fmla="*/ 32110 w 32109"/>
                <a:gd name="connsiteY1" fmla="*/ 0 h 46608"/>
                <a:gd name="connsiteX2" fmla="*/ 32110 w 32109"/>
                <a:gd name="connsiteY2" fmla="*/ 25403 h 46608"/>
                <a:gd name="connsiteX3" fmla="*/ 0 w 32109"/>
                <a:gd name="connsiteY3" fmla="*/ 46608 h 46608"/>
                <a:gd name="connsiteX4" fmla="*/ 0 w 32109"/>
                <a:gd name="connsiteY4" fmla="*/ 0 h 46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09" h="46608">
                  <a:moveTo>
                    <a:pt x="0" y="0"/>
                  </a:moveTo>
                  <a:lnTo>
                    <a:pt x="32110" y="0"/>
                  </a:lnTo>
                  <a:lnTo>
                    <a:pt x="32110" y="25403"/>
                  </a:lnTo>
                  <a:lnTo>
                    <a:pt x="0" y="46608"/>
                  </a:lnTo>
                  <a:lnTo>
                    <a:pt x="0" y="0"/>
                  </a:lnTo>
                  <a:close/>
                </a:path>
              </a:pathLst>
            </a:custGeom>
            <a:solidFill>
              <a:srgbClr val="007B85"/>
            </a:solidFill>
            <a:ln w="3646" cap="flat">
              <a:noFill/>
              <a:prstDash val="solid"/>
              <a:miter/>
            </a:ln>
          </p:spPr>
          <p:txBody>
            <a:bodyPr rtlCol="0" anchor="ctr"/>
            <a:lstStyle/>
            <a:p>
              <a:endParaRPr lang="en-GR"/>
            </a:p>
          </p:txBody>
        </p:sp>
        <p:sp>
          <p:nvSpPr>
            <p:cNvPr id="718" name="Freeform 583">
              <a:extLst>
                <a:ext uri="{FF2B5EF4-FFF2-40B4-BE49-F238E27FC236}">
                  <a16:creationId xmlns:a16="http://schemas.microsoft.com/office/drawing/2014/main" id="{0EEEF3DE-1F27-BB64-F08B-02B48ACE8054}"/>
                </a:ext>
              </a:extLst>
            </p:cNvPr>
            <p:cNvSpPr/>
            <p:nvPr/>
          </p:nvSpPr>
          <p:spPr>
            <a:xfrm>
              <a:off x="5850397" y="4533760"/>
              <a:ext cx="90" cy="32"/>
            </a:xfrm>
            <a:custGeom>
              <a:avLst/>
              <a:gdLst>
                <a:gd name="connsiteX0" fmla="*/ 91 w 102"/>
                <a:gd name="connsiteY0" fmla="*/ 36 h 36"/>
                <a:gd name="connsiteX1" fmla="*/ 102 w 102"/>
                <a:gd name="connsiteY1" fmla="*/ 36 h 36"/>
                <a:gd name="connsiteX2" fmla="*/ 0 w 102"/>
                <a:gd name="connsiteY2" fmla="*/ 0 h 36"/>
                <a:gd name="connsiteX3" fmla="*/ 91 w 102"/>
                <a:gd name="connsiteY3" fmla="*/ 36 h 36"/>
              </a:gdLst>
              <a:ahLst/>
              <a:cxnLst>
                <a:cxn ang="0">
                  <a:pos x="connsiteX0" y="connsiteY0"/>
                </a:cxn>
                <a:cxn ang="0">
                  <a:pos x="connsiteX1" y="connsiteY1"/>
                </a:cxn>
                <a:cxn ang="0">
                  <a:pos x="connsiteX2" y="connsiteY2"/>
                </a:cxn>
                <a:cxn ang="0">
                  <a:pos x="connsiteX3" y="connsiteY3"/>
                </a:cxn>
              </a:cxnLst>
              <a:rect l="l" t="t" r="r" b="b"/>
              <a:pathLst>
                <a:path w="102" h="36">
                  <a:moveTo>
                    <a:pt x="91" y="36"/>
                  </a:moveTo>
                  <a:lnTo>
                    <a:pt x="102" y="36"/>
                  </a:lnTo>
                  <a:lnTo>
                    <a:pt x="0" y="0"/>
                  </a:lnTo>
                  <a:lnTo>
                    <a:pt x="91" y="36"/>
                  </a:lnTo>
                  <a:close/>
                </a:path>
              </a:pathLst>
            </a:custGeom>
            <a:solidFill>
              <a:srgbClr val="007B85"/>
            </a:solidFill>
            <a:ln w="3646" cap="flat">
              <a:noFill/>
              <a:prstDash val="solid"/>
              <a:miter/>
            </a:ln>
          </p:spPr>
          <p:txBody>
            <a:bodyPr rtlCol="0" anchor="ctr"/>
            <a:lstStyle/>
            <a:p>
              <a:endParaRPr lang="en-GR"/>
            </a:p>
          </p:txBody>
        </p:sp>
        <p:sp>
          <p:nvSpPr>
            <p:cNvPr id="719" name="Freeform 584">
              <a:extLst>
                <a:ext uri="{FF2B5EF4-FFF2-40B4-BE49-F238E27FC236}">
                  <a16:creationId xmlns:a16="http://schemas.microsoft.com/office/drawing/2014/main" id="{992BB189-2766-3897-9DC4-1A1D5CF781E1}"/>
                </a:ext>
              </a:extLst>
            </p:cNvPr>
            <p:cNvSpPr/>
            <p:nvPr/>
          </p:nvSpPr>
          <p:spPr>
            <a:xfrm>
              <a:off x="5761292" y="4533792"/>
              <a:ext cx="178345" cy="172603"/>
            </a:xfrm>
            <a:custGeom>
              <a:avLst/>
              <a:gdLst>
                <a:gd name="connsiteX0" fmla="*/ 100731 w 201431"/>
                <a:gd name="connsiteY0" fmla="*/ 0 h 194946"/>
                <a:gd name="connsiteX1" fmla="*/ 0 w 201431"/>
                <a:gd name="connsiteY1" fmla="*/ 66865 h 194946"/>
                <a:gd name="connsiteX2" fmla="*/ 0 w 201431"/>
                <a:gd name="connsiteY2" fmla="*/ 92012 h 194946"/>
                <a:gd name="connsiteX3" fmla="*/ 20487 w 201431"/>
                <a:gd name="connsiteY3" fmla="*/ 78070 h 194946"/>
                <a:gd name="connsiteX4" fmla="*/ 20487 w 201431"/>
                <a:gd name="connsiteY4" fmla="*/ 178257 h 194946"/>
                <a:gd name="connsiteX5" fmla="*/ 80101 w 201431"/>
                <a:gd name="connsiteY5" fmla="*/ 194097 h 194946"/>
                <a:gd name="connsiteX6" fmla="*/ 80101 w 201431"/>
                <a:gd name="connsiteY6" fmla="*/ 140920 h 194946"/>
                <a:gd name="connsiteX7" fmla="*/ 121075 w 201431"/>
                <a:gd name="connsiteY7" fmla="*/ 140920 h 194946"/>
                <a:gd name="connsiteX8" fmla="*/ 121075 w 201431"/>
                <a:gd name="connsiteY8" fmla="*/ 194097 h 194946"/>
                <a:gd name="connsiteX9" fmla="*/ 180843 w 201431"/>
                <a:gd name="connsiteY9" fmla="*/ 178221 h 194946"/>
                <a:gd name="connsiteX10" fmla="*/ 180843 w 201431"/>
                <a:gd name="connsiteY10" fmla="*/ 78033 h 194946"/>
                <a:gd name="connsiteX11" fmla="*/ 201432 w 201431"/>
                <a:gd name="connsiteY11" fmla="*/ 91903 h 194946"/>
                <a:gd name="connsiteX12" fmla="*/ 201432 w 201431"/>
                <a:gd name="connsiteY12" fmla="*/ 66755 h 194946"/>
                <a:gd name="connsiteX13" fmla="*/ 100731 w 201431"/>
                <a:gd name="connsiteY13" fmla="*/ 0 h 194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1431" h="194946">
                  <a:moveTo>
                    <a:pt x="100731" y="0"/>
                  </a:moveTo>
                  <a:lnTo>
                    <a:pt x="0" y="66865"/>
                  </a:lnTo>
                  <a:lnTo>
                    <a:pt x="0" y="92012"/>
                  </a:lnTo>
                  <a:lnTo>
                    <a:pt x="20487" y="78070"/>
                  </a:lnTo>
                  <a:lnTo>
                    <a:pt x="20487" y="178257"/>
                  </a:lnTo>
                  <a:cubicBezTo>
                    <a:pt x="20487" y="200448"/>
                    <a:pt x="66617" y="194097"/>
                    <a:pt x="80101" y="194097"/>
                  </a:cubicBezTo>
                  <a:lnTo>
                    <a:pt x="80101" y="140920"/>
                  </a:lnTo>
                  <a:lnTo>
                    <a:pt x="121075" y="140920"/>
                  </a:lnTo>
                  <a:lnTo>
                    <a:pt x="121075" y="194097"/>
                  </a:lnTo>
                  <a:cubicBezTo>
                    <a:pt x="134596" y="194097"/>
                    <a:pt x="180843" y="200484"/>
                    <a:pt x="180843" y="178221"/>
                  </a:cubicBezTo>
                  <a:lnTo>
                    <a:pt x="180843" y="78033"/>
                  </a:lnTo>
                  <a:lnTo>
                    <a:pt x="201432" y="91903"/>
                  </a:lnTo>
                  <a:lnTo>
                    <a:pt x="201432" y="66755"/>
                  </a:lnTo>
                  <a:lnTo>
                    <a:pt x="100731" y="0"/>
                  </a:lnTo>
                  <a:close/>
                </a:path>
              </a:pathLst>
            </a:custGeom>
            <a:solidFill>
              <a:srgbClr val="007B85"/>
            </a:solidFill>
            <a:ln w="3646" cap="flat">
              <a:noFill/>
              <a:prstDash val="solid"/>
              <a:miter/>
            </a:ln>
          </p:spPr>
          <p:txBody>
            <a:bodyPr rtlCol="0" anchor="ctr"/>
            <a:lstStyle/>
            <a:p>
              <a:endParaRPr lang="en-GR"/>
            </a:p>
          </p:txBody>
        </p:sp>
      </p:grpSp>
      <p:grpSp>
        <p:nvGrpSpPr>
          <p:cNvPr id="720" name="Group 719">
            <a:extLst>
              <a:ext uri="{FF2B5EF4-FFF2-40B4-BE49-F238E27FC236}">
                <a16:creationId xmlns:a16="http://schemas.microsoft.com/office/drawing/2014/main" id="{824D7481-646B-CA26-9A2C-8B3824E3EF81}"/>
              </a:ext>
            </a:extLst>
          </p:cNvPr>
          <p:cNvGrpSpPr/>
          <p:nvPr/>
        </p:nvGrpSpPr>
        <p:grpSpPr>
          <a:xfrm>
            <a:off x="7246244" y="4524682"/>
            <a:ext cx="178035" cy="180963"/>
            <a:chOff x="6094086" y="4524680"/>
            <a:chExt cx="178035" cy="180963"/>
          </a:xfrm>
        </p:grpSpPr>
        <p:sp>
          <p:nvSpPr>
            <p:cNvPr id="721" name="Freeform 585">
              <a:extLst>
                <a:ext uri="{FF2B5EF4-FFF2-40B4-BE49-F238E27FC236}">
                  <a16:creationId xmlns:a16="http://schemas.microsoft.com/office/drawing/2014/main" id="{7FD4C60F-2B06-F28A-AB31-A16251E8F3F2}"/>
                </a:ext>
              </a:extLst>
            </p:cNvPr>
            <p:cNvSpPr/>
            <p:nvPr/>
          </p:nvSpPr>
          <p:spPr>
            <a:xfrm>
              <a:off x="6112186" y="4524680"/>
              <a:ext cx="28374" cy="41137"/>
            </a:xfrm>
            <a:custGeom>
              <a:avLst/>
              <a:gdLst>
                <a:gd name="connsiteX0" fmla="*/ 32048 w 32047"/>
                <a:gd name="connsiteY0" fmla="*/ 0 h 46462"/>
                <a:gd name="connsiteX1" fmla="*/ 0 w 32047"/>
                <a:gd name="connsiteY1" fmla="*/ 0 h 46462"/>
                <a:gd name="connsiteX2" fmla="*/ 0 w 32047"/>
                <a:gd name="connsiteY2" fmla="*/ 46462 h 46462"/>
                <a:gd name="connsiteX3" fmla="*/ 32048 w 32047"/>
                <a:gd name="connsiteY3" fmla="*/ 25366 h 46462"/>
                <a:gd name="connsiteX4" fmla="*/ 32048 w 32047"/>
                <a:gd name="connsiteY4" fmla="*/ 0 h 46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47" h="46462">
                  <a:moveTo>
                    <a:pt x="32048" y="0"/>
                  </a:moveTo>
                  <a:lnTo>
                    <a:pt x="0" y="0"/>
                  </a:lnTo>
                  <a:lnTo>
                    <a:pt x="0" y="46462"/>
                  </a:lnTo>
                  <a:lnTo>
                    <a:pt x="32048" y="25366"/>
                  </a:lnTo>
                  <a:lnTo>
                    <a:pt x="32048" y="0"/>
                  </a:lnTo>
                  <a:close/>
                </a:path>
              </a:pathLst>
            </a:custGeom>
            <a:solidFill>
              <a:srgbClr val="007B85"/>
            </a:solidFill>
            <a:ln w="3646" cap="flat">
              <a:noFill/>
              <a:prstDash val="solid"/>
              <a:miter/>
            </a:ln>
          </p:spPr>
          <p:txBody>
            <a:bodyPr rtlCol="0" anchor="ctr"/>
            <a:lstStyle/>
            <a:p>
              <a:endParaRPr lang="en-GR"/>
            </a:p>
          </p:txBody>
        </p:sp>
        <p:sp>
          <p:nvSpPr>
            <p:cNvPr id="722" name="Freeform 586">
              <a:extLst>
                <a:ext uri="{FF2B5EF4-FFF2-40B4-BE49-F238E27FC236}">
                  <a16:creationId xmlns:a16="http://schemas.microsoft.com/office/drawing/2014/main" id="{89FECAC4-8C1A-E9F8-77F3-2E5C79ADDE51}"/>
                </a:ext>
              </a:extLst>
            </p:cNvPr>
            <p:cNvSpPr/>
            <p:nvPr/>
          </p:nvSpPr>
          <p:spPr>
            <a:xfrm>
              <a:off x="6094086" y="4533695"/>
              <a:ext cx="178035" cy="171527"/>
            </a:xfrm>
            <a:custGeom>
              <a:avLst/>
              <a:gdLst>
                <a:gd name="connsiteX0" fmla="*/ 100541 w 201081"/>
                <a:gd name="connsiteY0" fmla="*/ 37 h 193731"/>
                <a:gd name="connsiteX1" fmla="*/ 0 w 201081"/>
                <a:gd name="connsiteY1" fmla="*/ 66755 h 193731"/>
                <a:gd name="connsiteX2" fmla="*/ 0 w 201081"/>
                <a:gd name="connsiteY2" fmla="*/ 91866 h 193731"/>
                <a:gd name="connsiteX3" fmla="*/ 20447 w 201081"/>
                <a:gd name="connsiteY3" fmla="*/ 77960 h 193731"/>
                <a:gd name="connsiteX4" fmla="*/ 20447 w 201081"/>
                <a:gd name="connsiteY4" fmla="*/ 177965 h 193731"/>
                <a:gd name="connsiteX5" fmla="*/ 46820 w 201081"/>
                <a:gd name="connsiteY5" fmla="*/ 193732 h 193731"/>
                <a:gd name="connsiteX6" fmla="*/ 131669 w 201081"/>
                <a:gd name="connsiteY6" fmla="*/ 193732 h 193731"/>
                <a:gd name="connsiteX7" fmla="*/ 117356 w 201081"/>
                <a:gd name="connsiteY7" fmla="*/ 159278 h 193731"/>
                <a:gd name="connsiteX8" fmla="*/ 117765 w 201081"/>
                <a:gd name="connsiteY8" fmla="*/ 153110 h 193731"/>
                <a:gd name="connsiteX9" fmla="*/ 111733 w 201081"/>
                <a:gd name="connsiteY9" fmla="*/ 143766 h 193731"/>
                <a:gd name="connsiteX10" fmla="*/ 99059 w 201081"/>
                <a:gd name="connsiteY10" fmla="*/ 131028 h 193731"/>
                <a:gd name="connsiteX11" fmla="*/ 85615 w 201081"/>
                <a:gd name="connsiteY11" fmla="*/ 113181 h 193731"/>
                <a:gd name="connsiteX12" fmla="*/ 85615 w 201081"/>
                <a:gd name="connsiteY12" fmla="*/ 97267 h 193731"/>
                <a:gd name="connsiteX13" fmla="*/ 104168 w 201081"/>
                <a:gd name="connsiteY13" fmla="*/ 78726 h 193731"/>
                <a:gd name="connsiteX14" fmla="*/ 120064 w 201081"/>
                <a:gd name="connsiteY14" fmla="*/ 78726 h 193731"/>
                <a:gd name="connsiteX15" fmla="*/ 133201 w 201081"/>
                <a:gd name="connsiteY15" fmla="*/ 84128 h 193731"/>
                <a:gd name="connsiteX16" fmla="*/ 159932 w 201081"/>
                <a:gd name="connsiteY16" fmla="*/ 110881 h 193731"/>
                <a:gd name="connsiteX17" fmla="*/ 180532 w 201081"/>
                <a:gd name="connsiteY17" fmla="*/ 112670 h 193731"/>
                <a:gd name="connsiteX18" fmla="*/ 180532 w 201081"/>
                <a:gd name="connsiteY18" fmla="*/ 77887 h 193731"/>
                <a:gd name="connsiteX19" fmla="*/ 201081 w 201081"/>
                <a:gd name="connsiteY19" fmla="*/ 91756 h 193731"/>
                <a:gd name="connsiteX20" fmla="*/ 201081 w 201081"/>
                <a:gd name="connsiteY20" fmla="*/ 66646 h 193731"/>
                <a:gd name="connsiteX21" fmla="*/ 100490 w 201081"/>
                <a:gd name="connsiteY21" fmla="*/ 0 h 193731"/>
                <a:gd name="connsiteX22" fmla="*/ 100541 w 201081"/>
                <a:gd name="connsiteY22" fmla="*/ 37 h 19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1081" h="193731">
                  <a:moveTo>
                    <a:pt x="100541" y="37"/>
                  </a:moveTo>
                  <a:lnTo>
                    <a:pt x="0" y="66755"/>
                  </a:lnTo>
                  <a:lnTo>
                    <a:pt x="0" y="91866"/>
                  </a:lnTo>
                  <a:lnTo>
                    <a:pt x="20447" y="77960"/>
                  </a:lnTo>
                  <a:lnTo>
                    <a:pt x="20447" y="177965"/>
                  </a:lnTo>
                  <a:cubicBezTo>
                    <a:pt x="20447" y="186688"/>
                    <a:pt x="32252" y="193732"/>
                    <a:pt x="46820" y="193732"/>
                  </a:cubicBezTo>
                  <a:lnTo>
                    <a:pt x="131669" y="193732"/>
                  </a:lnTo>
                  <a:cubicBezTo>
                    <a:pt x="122827" y="184899"/>
                    <a:pt x="117356" y="172746"/>
                    <a:pt x="117356" y="159278"/>
                  </a:cubicBezTo>
                  <a:cubicBezTo>
                    <a:pt x="117356" y="157197"/>
                    <a:pt x="117510" y="155154"/>
                    <a:pt x="117765" y="153110"/>
                  </a:cubicBezTo>
                  <a:cubicBezTo>
                    <a:pt x="115061" y="150409"/>
                    <a:pt x="112758" y="147525"/>
                    <a:pt x="111733" y="143766"/>
                  </a:cubicBezTo>
                  <a:cubicBezTo>
                    <a:pt x="105599" y="141941"/>
                    <a:pt x="100796" y="137160"/>
                    <a:pt x="99059" y="131028"/>
                  </a:cubicBezTo>
                  <a:cubicBezTo>
                    <a:pt x="91290" y="128765"/>
                    <a:pt x="85615" y="121612"/>
                    <a:pt x="85615" y="113181"/>
                  </a:cubicBezTo>
                  <a:lnTo>
                    <a:pt x="85615" y="97267"/>
                  </a:lnTo>
                  <a:cubicBezTo>
                    <a:pt x="85615" y="87048"/>
                    <a:pt x="93947" y="78726"/>
                    <a:pt x="104168" y="78726"/>
                  </a:cubicBezTo>
                  <a:lnTo>
                    <a:pt x="120064" y="78726"/>
                  </a:lnTo>
                  <a:cubicBezTo>
                    <a:pt x="125024" y="78726"/>
                    <a:pt x="129676" y="80661"/>
                    <a:pt x="133201" y="84128"/>
                  </a:cubicBezTo>
                  <a:lnTo>
                    <a:pt x="159932" y="110881"/>
                  </a:lnTo>
                  <a:cubicBezTo>
                    <a:pt x="166840" y="110005"/>
                    <a:pt x="173880" y="110589"/>
                    <a:pt x="180532" y="112670"/>
                  </a:cubicBezTo>
                  <a:lnTo>
                    <a:pt x="180532" y="77887"/>
                  </a:lnTo>
                  <a:lnTo>
                    <a:pt x="201081" y="91756"/>
                  </a:lnTo>
                  <a:lnTo>
                    <a:pt x="201081" y="66646"/>
                  </a:lnTo>
                  <a:lnTo>
                    <a:pt x="100490" y="0"/>
                  </a:lnTo>
                  <a:lnTo>
                    <a:pt x="100541" y="37"/>
                  </a:lnTo>
                  <a:close/>
                </a:path>
              </a:pathLst>
            </a:custGeom>
            <a:solidFill>
              <a:srgbClr val="007B85"/>
            </a:solidFill>
            <a:ln w="3646" cap="flat">
              <a:noFill/>
              <a:prstDash val="solid"/>
              <a:miter/>
            </a:ln>
          </p:spPr>
          <p:txBody>
            <a:bodyPr rtlCol="0" anchor="ctr"/>
            <a:lstStyle/>
            <a:p>
              <a:endParaRPr lang="en-GR"/>
            </a:p>
          </p:txBody>
        </p:sp>
        <p:sp>
          <p:nvSpPr>
            <p:cNvPr id="723" name="Freeform 587">
              <a:extLst>
                <a:ext uri="{FF2B5EF4-FFF2-40B4-BE49-F238E27FC236}">
                  <a16:creationId xmlns:a16="http://schemas.microsoft.com/office/drawing/2014/main" id="{6D27548F-0F0B-6F4E-B371-8CF170DB9944}"/>
                </a:ext>
              </a:extLst>
            </p:cNvPr>
            <p:cNvSpPr/>
            <p:nvPr/>
          </p:nvSpPr>
          <p:spPr>
            <a:xfrm>
              <a:off x="6181968" y="4615646"/>
              <a:ext cx="90111" cy="89997"/>
            </a:xfrm>
            <a:custGeom>
              <a:avLst/>
              <a:gdLst>
                <a:gd name="connsiteX0" fmla="*/ 56233 w 101775"/>
                <a:gd name="connsiteY0" fmla="*/ 33432 h 101647"/>
                <a:gd name="connsiteX1" fmla="*/ 66914 w 101775"/>
                <a:gd name="connsiteY1" fmla="*/ 31826 h 101647"/>
                <a:gd name="connsiteX2" fmla="*/ 66812 w 101775"/>
                <a:gd name="connsiteY2" fmla="*/ 31717 h 101647"/>
                <a:gd name="connsiteX3" fmla="*/ 101776 w 101775"/>
                <a:gd name="connsiteY3" fmla="*/ 66682 h 101647"/>
                <a:gd name="connsiteX4" fmla="*/ 66812 w 101775"/>
                <a:gd name="connsiteY4" fmla="*/ 101647 h 101647"/>
                <a:gd name="connsiteX5" fmla="*/ 31852 w 101775"/>
                <a:gd name="connsiteY5" fmla="*/ 66682 h 101647"/>
                <a:gd name="connsiteX6" fmla="*/ 33487 w 101775"/>
                <a:gd name="connsiteY6" fmla="*/ 55988 h 101647"/>
                <a:gd name="connsiteX7" fmla="*/ 25514 w 101775"/>
                <a:gd name="connsiteY7" fmla="*/ 46024 h 101647"/>
                <a:gd name="connsiteX8" fmla="*/ 25514 w 101775"/>
                <a:gd name="connsiteY8" fmla="*/ 38104 h 101647"/>
                <a:gd name="connsiteX9" fmla="*/ 12836 w 101775"/>
                <a:gd name="connsiteY9" fmla="*/ 25439 h 101647"/>
                <a:gd name="connsiteX10" fmla="*/ 162 w 101775"/>
                <a:gd name="connsiteY10" fmla="*/ 4781 h 101647"/>
                <a:gd name="connsiteX11" fmla="*/ 4914 w 101775"/>
                <a:gd name="connsiteY11" fmla="*/ 0 h 101647"/>
                <a:gd name="connsiteX12" fmla="*/ 20810 w 101775"/>
                <a:gd name="connsiteY12" fmla="*/ 0 h 101647"/>
                <a:gd name="connsiteX13" fmla="*/ 24185 w 101775"/>
                <a:gd name="connsiteY13" fmla="*/ 1387 h 101647"/>
                <a:gd name="connsiteX14" fmla="*/ 56233 w 101775"/>
                <a:gd name="connsiteY14" fmla="*/ 33432 h 101647"/>
                <a:gd name="connsiteX15" fmla="*/ 66914 w 101775"/>
                <a:gd name="connsiteY15" fmla="*/ 74748 h 101647"/>
                <a:gd name="connsiteX16" fmla="*/ 74837 w 101775"/>
                <a:gd name="connsiteY16" fmla="*/ 82668 h 101647"/>
                <a:gd name="connsiteX17" fmla="*/ 82759 w 101775"/>
                <a:gd name="connsiteY17" fmla="*/ 74748 h 101647"/>
                <a:gd name="connsiteX18" fmla="*/ 74837 w 101775"/>
                <a:gd name="connsiteY18" fmla="*/ 66828 h 101647"/>
                <a:gd name="connsiteX19" fmla="*/ 66914 w 101775"/>
                <a:gd name="connsiteY19" fmla="*/ 74748 h 10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1775" h="101647">
                  <a:moveTo>
                    <a:pt x="56233" y="33432"/>
                  </a:moveTo>
                  <a:cubicBezTo>
                    <a:pt x="59605" y="32374"/>
                    <a:pt x="63185" y="31826"/>
                    <a:pt x="66914" y="31826"/>
                  </a:cubicBezTo>
                  <a:lnTo>
                    <a:pt x="66812" y="31717"/>
                  </a:lnTo>
                  <a:cubicBezTo>
                    <a:pt x="86135" y="31717"/>
                    <a:pt x="101776" y="47338"/>
                    <a:pt x="101776" y="66682"/>
                  </a:cubicBezTo>
                  <a:cubicBezTo>
                    <a:pt x="101776" y="85989"/>
                    <a:pt x="86135" y="101647"/>
                    <a:pt x="66812" y="101647"/>
                  </a:cubicBezTo>
                  <a:cubicBezTo>
                    <a:pt x="47493" y="101647"/>
                    <a:pt x="31852" y="85989"/>
                    <a:pt x="31852" y="66682"/>
                  </a:cubicBezTo>
                  <a:cubicBezTo>
                    <a:pt x="31852" y="62959"/>
                    <a:pt x="32414" y="59383"/>
                    <a:pt x="33487" y="55988"/>
                  </a:cubicBezTo>
                  <a:cubicBezTo>
                    <a:pt x="30969" y="53470"/>
                    <a:pt x="25514" y="50039"/>
                    <a:pt x="25514" y="46024"/>
                  </a:cubicBezTo>
                  <a:lnTo>
                    <a:pt x="25514" y="38104"/>
                  </a:lnTo>
                  <a:cubicBezTo>
                    <a:pt x="15040" y="38104"/>
                    <a:pt x="12836" y="36717"/>
                    <a:pt x="12836" y="25439"/>
                  </a:cubicBezTo>
                  <a:cubicBezTo>
                    <a:pt x="-2400" y="25439"/>
                    <a:pt x="162" y="17848"/>
                    <a:pt x="162" y="4781"/>
                  </a:cubicBezTo>
                  <a:cubicBezTo>
                    <a:pt x="162" y="2153"/>
                    <a:pt x="2257" y="0"/>
                    <a:pt x="4914" y="0"/>
                  </a:cubicBezTo>
                  <a:lnTo>
                    <a:pt x="20810" y="0"/>
                  </a:lnTo>
                  <a:cubicBezTo>
                    <a:pt x="22087" y="0"/>
                    <a:pt x="23317" y="511"/>
                    <a:pt x="24185" y="1387"/>
                  </a:cubicBezTo>
                  <a:lnTo>
                    <a:pt x="56233" y="33432"/>
                  </a:lnTo>
                  <a:close/>
                  <a:moveTo>
                    <a:pt x="66914" y="74748"/>
                  </a:moveTo>
                  <a:cubicBezTo>
                    <a:pt x="66914" y="79091"/>
                    <a:pt x="70443" y="82668"/>
                    <a:pt x="74837" y="82668"/>
                  </a:cubicBezTo>
                  <a:cubicBezTo>
                    <a:pt x="79183" y="82668"/>
                    <a:pt x="82759" y="79091"/>
                    <a:pt x="82759" y="74748"/>
                  </a:cubicBezTo>
                  <a:cubicBezTo>
                    <a:pt x="82759" y="70405"/>
                    <a:pt x="79183" y="66828"/>
                    <a:pt x="74837" y="66828"/>
                  </a:cubicBezTo>
                  <a:cubicBezTo>
                    <a:pt x="70494" y="66828"/>
                    <a:pt x="66914" y="70405"/>
                    <a:pt x="66914" y="74748"/>
                  </a:cubicBezTo>
                  <a:close/>
                </a:path>
              </a:pathLst>
            </a:custGeom>
            <a:solidFill>
              <a:srgbClr val="007B85"/>
            </a:solidFill>
            <a:ln w="3646" cap="flat">
              <a:noFill/>
              <a:prstDash val="solid"/>
              <a:miter/>
            </a:ln>
          </p:spPr>
          <p:txBody>
            <a:bodyPr rtlCol="0" anchor="ctr"/>
            <a:lstStyle/>
            <a:p>
              <a:endParaRPr lang="en-GR"/>
            </a:p>
          </p:txBody>
        </p:sp>
      </p:grpSp>
      <p:sp>
        <p:nvSpPr>
          <p:cNvPr id="724" name="Freeform 588">
            <a:extLst>
              <a:ext uri="{FF2B5EF4-FFF2-40B4-BE49-F238E27FC236}">
                <a16:creationId xmlns:a16="http://schemas.microsoft.com/office/drawing/2014/main" id="{1AF1F565-C150-AF2D-C37B-FBA9AD6DDCEF}"/>
              </a:ext>
            </a:extLst>
          </p:cNvPr>
          <p:cNvSpPr/>
          <p:nvPr/>
        </p:nvSpPr>
        <p:spPr>
          <a:xfrm>
            <a:off x="7579037" y="4524680"/>
            <a:ext cx="180930" cy="180964"/>
          </a:xfrm>
          <a:custGeom>
            <a:avLst/>
            <a:gdLst>
              <a:gd name="connsiteX0" fmla="*/ 102176 w 204351"/>
              <a:gd name="connsiteY0" fmla="*/ 0 h 204389"/>
              <a:gd name="connsiteX1" fmla="*/ 0 w 204351"/>
              <a:gd name="connsiteY1" fmla="*/ 102195 h 204389"/>
              <a:gd name="connsiteX2" fmla="*/ 102176 w 204351"/>
              <a:gd name="connsiteY2" fmla="*/ 204390 h 204389"/>
              <a:gd name="connsiteX3" fmla="*/ 204351 w 204351"/>
              <a:gd name="connsiteY3" fmla="*/ 102195 h 204389"/>
              <a:gd name="connsiteX4" fmla="*/ 102176 w 204351"/>
              <a:gd name="connsiteY4" fmla="*/ 0 h 204389"/>
              <a:gd name="connsiteX5" fmla="*/ 127450 w 204351"/>
              <a:gd name="connsiteY5" fmla="*/ 161030 h 204389"/>
              <a:gd name="connsiteX6" fmla="*/ 77310 w 204351"/>
              <a:gd name="connsiteY6" fmla="*/ 160263 h 204389"/>
              <a:gd name="connsiteX7" fmla="*/ 88772 w 204351"/>
              <a:gd name="connsiteY7" fmla="*/ 98144 h 204389"/>
              <a:gd name="connsiteX8" fmla="*/ 87542 w 204351"/>
              <a:gd name="connsiteY8" fmla="*/ 95479 h 204389"/>
              <a:gd name="connsiteX9" fmla="*/ 74087 w 204351"/>
              <a:gd name="connsiteY9" fmla="*/ 70624 h 204389"/>
              <a:gd name="connsiteX10" fmla="*/ 101154 w 204351"/>
              <a:gd name="connsiteY10" fmla="*/ 43396 h 204389"/>
              <a:gd name="connsiteX11" fmla="*/ 121772 w 204351"/>
              <a:gd name="connsiteY11" fmla="*/ 51280 h 204389"/>
              <a:gd name="connsiteX12" fmla="*/ 116911 w 204351"/>
              <a:gd name="connsiteY12" fmla="*/ 95552 h 204389"/>
              <a:gd name="connsiteX13" fmla="*/ 115682 w 204351"/>
              <a:gd name="connsiteY13" fmla="*/ 98217 h 204389"/>
              <a:gd name="connsiteX14" fmla="*/ 127502 w 204351"/>
              <a:gd name="connsiteY14" fmla="*/ 161103 h 204389"/>
              <a:gd name="connsiteX15" fmla="*/ 127450 w 204351"/>
              <a:gd name="connsiteY15" fmla="*/ 161030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4351" h="204389">
                <a:moveTo>
                  <a:pt x="102176" y="0"/>
                </a:moveTo>
                <a:cubicBezTo>
                  <a:pt x="45740" y="0"/>
                  <a:pt x="0" y="45732"/>
                  <a:pt x="0" y="102195"/>
                </a:cubicBezTo>
                <a:cubicBezTo>
                  <a:pt x="0" y="158657"/>
                  <a:pt x="45740" y="204390"/>
                  <a:pt x="102176" y="204390"/>
                </a:cubicBezTo>
                <a:cubicBezTo>
                  <a:pt x="158611" y="204390"/>
                  <a:pt x="204351" y="158657"/>
                  <a:pt x="204351" y="102195"/>
                </a:cubicBezTo>
                <a:cubicBezTo>
                  <a:pt x="204351" y="45732"/>
                  <a:pt x="158611" y="0"/>
                  <a:pt x="102176" y="0"/>
                </a:cubicBezTo>
                <a:close/>
                <a:moveTo>
                  <a:pt x="127450" y="161030"/>
                </a:moveTo>
                <a:lnTo>
                  <a:pt x="77310" y="160263"/>
                </a:lnTo>
                <a:lnTo>
                  <a:pt x="88772" y="98144"/>
                </a:lnTo>
                <a:cubicBezTo>
                  <a:pt x="88976" y="97085"/>
                  <a:pt x="88465" y="95990"/>
                  <a:pt x="87542" y="95479"/>
                </a:cubicBezTo>
                <a:cubicBezTo>
                  <a:pt x="78897" y="90223"/>
                  <a:pt x="73781" y="80697"/>
                  <a:pt x="74087" y="70624"/>
                </a:cubicBezTo>
                <a:cubicBezTo>
                  <a:pt x="74751" y="55915"/>
                  <a:pt x="86418" y="44126"/>
                  <a:pt x="101154" y="43396"/>
                </a:cubicBezTo>
                <a:cubicBezTo>
                  <a:pt x="108828" y="43105"/>
                  <a:pt x="116247" y="45951"/>
                  <a:pt x="121772" y="51280"/>
                </a:cubicBezTo>
                <a:cubicBezTo>
                  <a:pt x="134563" y="63616"/>
                  <a:pt x="132515" y="86500"/>
                  <a:pt x="116911" y="95552"/>
                </a:cubicBezTo>
                <a:cubicBezTo>
                  <a:pt x="115992" y="96099"/>
                  <a:pt x="115477" y="97195"/>
                  <a:pt x="115682" y="98217"/>
                </a:cubicBezTo>
                <a:lnTo>
                  <a:pt x="127502" y="161103"/>
                </a:lnTo>
                <a:lnTo>
                  <a:pt x="127450" y="161030"/>
                </a:lnTo>
                <a:close/>
              </a:path>
            </a:pathLst>
          </a:custGeom>
          <a:solidFill>
            <a:srgbClr val="007B85"/>
          </a:solidFill>
          <a:ln w="3646" cap="flat">
            <a:noFill/>
            <a:prstDash val="solid"/>
            <a:miter/>
          </a:ln>
        </p:spPr>
        <p:txBody>
          <a:bodyPr rtlCol="0" anchor="ctr"/>
          <a:lstStyle/>
          <a:p>
            <a:endParaRPr lang="en-GR"/>
          </a:p>
        </p:txBody>
      </p:sp>
      <p:grpSp>
        <p:nvGrpSpPr>
          <p:cNvPr id="725" name="Group 724">
            <a:extLst>
              <a:ext uri="{FF2B5EF4-FFF2-40B4-BE49-F238E27FC236}">
                <a16:creationId xmlns:a16="http://schemas.microsoft.com/office/drawing/2014/main" id="{17A10E98-44C7-D5ED-F846-3489CF5D0B98}"/>
              </a:ext>
            </a:extLst>
          </p:cNvPr>
          <p:cNvGrpSpPr/>
          <p:nvPr/>
        </p:nvGrpSpPr>
        <p:grpSpPr>
          <a:xfrm>
            <a:off x="7915062" y="4531140"/>
            <a:ext cx="174946" cy="171283"/>
            <a:chOff x="6762906" y="4531138"/>
            <a:chExt cx="174946" cy="171283"/>
          </a:xfrm>
        </p:grpSpPr>
        <p:sp>
          <p:nvSpPr>
            <p:cNvPr id="726" name="Freeform 589">
              <a:extLst>
                <a:ext uri="{FF2B5EF4-FFF2-40B4-BE49-F238E27FC236}">
                  <a16:creationId xmlns:a16="http://schemas.microsoft.com/office/drawing/2014/main" id="{23B76A1A-DF05-C816-E2EC-97CD5B9FFE6D}"/>
                </a:ext>
              </a:extLst>
            </p:cNvPr>
            <p:cNvSpPr/>
            <p:nvPr/>
          </p:nvSpPr>
          <p:spPr>
            <a:xfrm>
              <a:off x="6762906" y="4531138"/>
              <a:ext cx="173224" cy="51102"/>
            </a:xfrm>
            <a:custGeom>
              <a:avLst/>
              <a:gdLst>
                <a:gd name="connsiteX0" fmla="*/ 183032 w 195647"/>
                <a:gd name="connsiteY0" fmla="*/ 57709 h 57717"/>
                <a:gd name="connsiteX1" fmla="*/ 12477 w 195647"/>
                <a:gd name="connsiteY1" fmla="*/ 57453 h 57717"/>
                <a:gd name="connsiteX2" fmla="*/ 12477 w 195647"/>
                <a:gd name="connsiteY2" fmla="*/ 57380 h 57717"/>
                <a:gd name="connsiteX3" fmla="*/ 0 w 195647"/>
                <a:gd name="connsiteY3" fmla="*/ 44898 h 57717"/>
                <a:gd name="connsiteX4" fmla="*/ 7740 w 195647"/>
                <a:gd name="connsiteY4" fmla="*/ 32999 h 57717"/>
                <a:gd name="connsiteX5" fmla="*/ 79780 w 195647"/>
                <a:gd name="connsiteY5" fmla="*/ 3545 h 57717"/>
                <a:gd name="connsiteX6" fmla="*/ 116025 w 195647"/>
                <a:gd name="connsiteY6" fmla="*/ 3655 h 57717"/>
                <a:gd name="connsiteX7" fmla="*/ 188211 w 195647"/>
                <a:gd name="connsiteY7" fmla="*/ 33692 h 57717"/>
                <a:gd name="connsiteX8" fmla="*/ 183032 w 195647"/>
                <a:gd name="connsiteY8" fmla="*/ 57709 h 57717"/>
                <a:gd name="connsiteX9" fmla="*/ 116072 w 195647"/>
                <a:gd name="connsiteY9" fmla="*/ 32050 h 57717"/>
                <a:gd name="connsiteX10" fmla="*/ 97928 w 195647"/>
                <a:gd name="connsiteY10" fmla="*/ 21575 h 57717"/>
                <a:gd name="connsiteX11" fmla="*/ 79780 w 195647"/>
                <a:gd name="connsiteY11" fmla="*/ 32050 h 57717"/>
                <a:gd name="connsiteX12" fmla="*/ 97928 w 195647"/>
                <a:gd name="connsiteY12" fmla="*/ 42562 h 57717"/>
                <a:gd name="connsiteX13" fmla="*/ 116072 w 195647"/>
                <a:gd name="connsiteY13" fmla="*/ 32050 h 57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5647" h="57717">
                  <a:moveTo>
                    <a:pt x="183032" y="57709"/>
                  </a:moveTo>
                  <a:lnTo>
                    <a:pt x="12477" y="57453"/>
                  </a:lnTo>
                  <a:lnTo>
                    <a:pt x="12477" y="57380"/>
                  </a:lnTo>
                  <a:cubicBezTo>
                    <a:pt x="5572" y="57380"/>
                    <a:pt x="0" y="51795"/>
                    <a:pt x="0" y="44898"/>
                  </a:cubicBezTo>
                  <a:cubicBezTo>
                    <a:pt x="0" y="39751"/>
                    <a:pt x="2908" y="35006"/>
                    <a:pt x="7740" y="32999"/>
                  </a:cubicBezTo>
                  <a:lnTo>
                    <a:pt x="79780" y="3545"/>
                  </a:lnTo>
                  <a:cubicBezTo>
                    <a:pt x="91418" y="-1236"/>
                    <a:pt x="104434" y="-1163"/>
                    <a:pt x="116025" y="3655"/>
                  </a:cubicBezTo>
                  <a:lnTo>
                    <a:pt x="188211" y="33692"/>
                  </a:lnTo>
                  <a:cubicBezTo>
                    <a:pt x="200552" y="38802"/>
                    <a:pt x="196644" y="58183"/>
                    <a:pt x="183032" y="57709"/>
                  </a:cubicBezTo>
                  <a:close/>
                  <a:moveTo>
                    <a:pt x="116072" y="32050"/>
                  </a:moveTo>
                  <a:cubicBezTo>
                    <a:pt x="116072" y="26247"/>
                    <a:pt x="107938" y="21575"/>
                    <a:pt x="97928" y="21575"/>
                  </a:cubicBezTo>
                  <a:cubicBezTo>
                    <a:pt x="87918" y="21575"/>
                    <a:pt x="79780" y="26247"/>
                    <a:pt x="79780" y="32050"/>
                  </a:cubicBezTo>
                  <a:cubicBezTo>
                    <a:pt x="79780" y="37890"/>
                    <a:pt x="87918" y="42562"/>
                    <a:pt x="97928" y="42562"/>
                  </a:cubicBezTo>
                  <a:cubicBezTo>
                    <a:pt x="107938" y="42562"/>
                    <a:pt x="116072" y="37890"/>
                    <a:pt x="116072" y="32050"/>
                  </a:cubicBezTo>
                  <a:close/>
                </a:path>
              </a:pathLst>
            </a:custGeom>
            <a:solidFill>
              <a:srgbClr val="007B85"/>
            </a:solidFill>
            <a:ln w="3646" cap="flat">
              <a:noFill/>
              <a:prstDash val="solid"/>
              <a:miter/>
            </a:ln>
          </p:spPr>
          <p:txBody>
            <a:bodyPr rtlCol="0" anchor="ctr"/>
            <a:lstStyle/>
            <a:p>
              <a:endParaRPr lang="en-GR"/>
            </a:p>
          </p:txBody>
        </p:sp>
        <p:sp>
          <p:nvSpPr>
            <p:cNvPr id="727" name="Freeform 590">
              <a:extLst>
                <a:ext uri="{FF2B5EF4-FFF2-40B4-BE49-F238E27FC236}">
                  <a16:creationId xmlns:a16="http://schemas.microsoft.com/office/drawing/2014/main" id="{38897DD1-A53E-E7A8-FD15-DF4AAB402F63}"/>
                </a:ext>
              </a:extLst>
            </p:cNvPr>
            <p:cNvSpPr/>
            <p:nvPr/>
          </p:nvSpPr>
          <p:spPr>
            <a:xfrm>
              <a:off x="6784124" y="4590222"/>
              <a:ext cx="21738" cy="68371"/>
            </a:xfrm>
            <a:custGeom>
              <a:avLst/>
              <a:gdLst>
                <a:gd name="connsiteX0" fmla="*/ 0 w 24552"/>
                <a:gd name="connsiteY0" fmla="*/ 69447 h 77221"/>
                <a:gd name="connsiteX1" fmla="*/ 0 w 24552"/>
                <a:gd name="connsiteY1" fmla="*/ 7802 h 77221"/>
                <a:gd name="connsiteX2" fmla="*/ 24552 w 24552"/>
                <a:gd name="connsiteY2" fmla="*/ 7802 h 77221"/>
                <a:gd name="connsiteX3" fmla="*/ 24552 w 24552"/>
                <a:gd name="connsiteY3" fmla="*/ 69447 h 77221"/>
                <a:gd name="connsiteX4" fmla="*/ 0 w 24552"/>
                <a:gd name="connsiteY4" fmla="*/ 69447 h 7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52" h="77221">
                  <a:moveTo>
                    <a:pt x="0" y="69447"/>
                  </a:moveTo>
                  <a:lnTo>
                    <a:pt x="0" y="7802"/>
                  </a:lnTo>
                  <a:cubicBezTo>
                    <a:pt x="0" y="-2601"/>
                    <a:pt x="24552" y="-2601"/>
                    <a:pt x="24552" y="7802"/>
                  </a:cubicBezTo>
                  <a:lnTo>
                    <a:pt x="24552" y="69447"/>
                  </a:lnTo>
                  <a:cubicBezTo>
                    <a:pt x="24552" y="79813"/>
                    <a:pt x="0" y="79813"/>
                    <a:pt x="0" y="69447"/>
                  </a:cubicBezTo>
                  <a:close/>
                </a:path>
              </a:pathLst>
            </a:custGeom>
            <a:solidFill>
              <a:srgbClr val="007B85"/>
            </a:solidFill>
            <a:ln w="3646" cap="flat">
              <a:noFill/>
              <a:prstDash val="solid"/>
              <a:miter/>
            </a:ln>
          </p:spPr>
          <p:txBody>
            <a:bodyPr rtlCol="0" anchor="ctr"/>
            <a:lstStyle/>
            <a:p>
              <a:endParaRPr lang="en-GR"/>
            </a:p>
          </p:txBody>
        </p:sp>
        <p:sp>
          <p:nvSpPr>
            <p:cNvPr id="728" name="Freeform 591">
              <a:extLst>
                <a:ext uri="{FF2B5EF4-FFF2-40B4-BE49-F238E27FC236}">
                  <a16:creationId xmlns:a16="http://schemas.microsoft.com/office/drawing/2014/main" id="{2ABA495B-10C1-D23E-31D0-05ECB713FD7B}"/>
                </a:ext>
              </a:extLst>
            </p:cNvPr>
            <p:cNvSpPr/>
            <p:nvPr/>
          </p:nvSpPr>
          <p:spPr>
            <a:xfrm>
              <a:off x="6820534" y="4590222"/>
              <a:ext cx="21741" cy="68371"/>
            </a:xfrm>
            <a:custGeom>
              <a:avLst/>
              <a:gdLst>
                <a:gd name="connsiteX0" fmla="*/ 0 w 24555"/>
                <a:gd name="connsiteY0" fmla="*/ 7802 h 77221"/>
                <a:gd name="connsiteX1" fmla="*/ 0 w 24555"/>
                <a:gd name="connsiteY1" fmla="*/ 69447 h 77221"/>
                <a:gd name="connsiteX2" fmla="*/ 24556 w 24555"/>
                <a:gd name="connsiteY2" fmla="*/ 69447 h 77221"/>
                <a:gd name="connsiteX3" fmla="*/ 24556 w 24555"/>
                <a:gd name="connsiteY3" fmla="*/ 7802 h 77221"/>
                <a:gd name="connsiteX4" fmla="*/ 0 w 24555"/>
                <a:gd name="connsiteY4" fmla="*/ 7802 h 7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55" h="77221">
                  <a:moveTo>
                    <a:pt x="0" y="7802"/>
                  </a:moveTo>
                  <a:lnTo>
                    <a:pt x="0" y="69447"/>
                  </a:lnTo>
                  <a:cubicBezTo>
                    <a:pt x="0" y="79813"/>
                    <a:pt x="24556" y="79813"/>
                    <a:pt x="24556" y="69447"/>
                  </a:cubicBezTo>
                  <a:lnTo>
                    <a:pt x="24556" y="7802"/>
                  </a:lnTo>
                  <a:cubicBezTo>
                    <a:pt x="24556" y="-2601"/>
                    <a:pt x="0" y="-2601"/>
                    <a:pt x="0" y="7802"/>
                  </a:cubicBezTo>
                  <a:close/>
                </a:path>
              </a:pathLst>
            </a:custGeom>
            <a:solidFill>
              <a:srgbClr val="007B85"/>
            </a:solidFill>
            <a:ln w="3646" cap="flat">
              <a:noFill/>
              <a:prstDash val="solid"/>
              <a:miter/>
            </a:ln>
          </p:spPr>
          <p:txBody>
            <a:bodyPr rtlCol="0" anchor="ctr"/>
            <a:lstStyle/>
            <a:p>
              <a:endParaRPr lang="en-GR"/>
            </a:p>
          </p:txBody>
        </p:sp>
        <p:sp>
          <p:nvSpPr>
            <p:cNvPr id="729" name="Freeform 592">
              <a:extLst>
                <a:ext uri="{FF2B5EF4-FFF2-40B4-BE49-F238E27FC236}">
                  <a16:creationId xmlns:a16="http://schemas.microsoft.com/office/drawing/2014/main" id="{03E65D84-75FD-2F6B-1F68-61706A932A21}"/>
                </a:ext>
              </a:extLst>
            </p:cNvPr>
            <p:cNvSpPr/>
            <p:nvPr/>
          </p:nvSpPr>
          <p:spPr>
            <a:xfrm>
              <a:off x="6856989" y="4590222"/>
              <a:ext cx="21741" cy="68371"/>
            </a:xfrm>
            <a:custGeom>
              <a:avLst/>
              <a:gdLst>
                <a:gd name="connsiteX0" fmla="*/ 0 w 24555"/>
                <a:gd name="connsiteY0" fmla="*/ 69447 h 77221"/>
                <a:gd name="connsiteX1" fmla="*/ 0 w 24555"/>
                <a:gd name="connsiteY1" fmla="*/ 7802 h 77221"/>
                <a:gd name="connsiteX2" fmla="*/ 24556 w 24555"/>
                <a:gd name="connsiteY2" fmla="*/ 7802 h 77221"/>
                <a:gd name="connsiteX3" fmla="*/ 24556 w 24555"/>
                <a:gd name="connsiteY3" fmla="*/ 69447 h 77221"/>
                <a:gd name="connsiteX4" fmla="*/ 0 w 24555"/>
                <a:gd name="connsiteY4" fmla="*/ 69447 h 7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55" h="77221">
                  <a:moveTo>
                    <a:pt x="0" y="69447"/>
                  </a:moveTo>
                  <a:lnTo>
                    <a:pt x="0" y="7802"/>
                  </a:lnTo>
                  <a:cubicBezTo>
                    <a:pt x="0" y="-2601"/>
                    <a:pt x="24556" y="-2601"/>
                    <a:pt x="24556" y="7802"/>
                  </a:cubicBezTo>
                  <a:lnTo>
                    <a:pt x="24556" y="69447"/>
                  </a:lnTo>
                  <a:cubicBezTo>
                    <a:pt x="24556" y="79813"/>
                    <a:pt x="0" y="79813"/>
                    <a:pt x="0" y="69447"/>
                  </a:cubicBezTo>
                  <a:close/>
                </a:path>
              </a:pathLst>
            </a:custGeom>
            <a:solidFill>
              <a:srgbClr val="007B85"/>
            </a:solidFill>
            <a:ln w="3646" cap="flat">
              <a:noFill/>
              <a:prstDash val="solid"/>
              <a:miter/>
            </a:ln>
          </p:spPr>
          <p:txBody>
            <a:bodyPr rtlCol="0" anchor="ctr"/>
            <a:lstStyle/>
            <a:p>
              <a:endParaRPr lang="en-GR"/>
            </a:p>
          </p:txBody>
        </p:sp>
        <p:sp>
          <p:nvSpPr>
            <p:cNvPr id="730" name="Freeform 593">
              <a:extLst>
                <a:ext uri="{FF2B5EF4-FFF2-40B4-BE49-F238E27FC236}">
                  <a16:creationId xmlns:a16="http://schemas.microsoft.com/office/drawing/2014/main" id="{3E25EDE6-F44D-590E-3E6F-D5F7AB23EC64}"/>
                </a:ext>
              </a:extLst>
            </p:cNvPr>
            <p:cNvSpPr/>
            <p:nvPr/>
          </p:nvSpPr>
          <p:spPr>
            <a:xfrm>
              <a:off x="6893400" y="4590222"/>
              <a:ext cx="21741" cy="68371"/>
            </a:xfrm>
            <a:custGeom>
              <a:avLst/>
              <a:gdLst>
                <a:gd name="connsiteX0" fmla="*/ 0 w 24555"/>
                <a:gd name="connsiteY0" fmla="*/ 7802 h 77221"/>
                <a:gd name="connsiteX1" fmla="*/ 0 w 24555"/>
                <a:gd name="connsiteY1" fmla="*/ 69447 h 77221"/>
                <a:gd name="connsiteX2" fmla="*/ 24556 w 24555"/>
                <a:gd name="connsiteY2" fmla="*/ 69447 h 77221"/>
                <a:gd name="connsiteX3" fmla="*/ 24556 w 24555"/>
                <a:gd name="connsiteY3" fmla="*/ 7802 h 77221"/>
                <a:gd name="connsiteX4" fmla="*/ 0 w 24555"/>
                <a:gd name="connsiteY4" fmla="*/ 7802 h 7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55" h="77221">
                  <a:moveTo>
                    <a:pt x="0" y="7802"/>
                  </a:moveTo>
                  <a:lnTo>
                    <a:pt x="0" y="69447"/>
                  </a:lnTo>
                  <a:cubicBezTo>
                    <a:pt x="0" y="79813"/>
                    <a:pt x="24556" y="79813"/>
                    <a:pt x="24556" y="69447"/>
                  </a:cubicBezTo>
                  <a:lnTo>
                    <a:pt x="24556" y="7802"/>
                  </a:lnTo>
                  <a:cubicBezTo>
                    <a:pt x="24556" y="-2601"/>
                    <a:pt x="0" y="-2601"/>
                    <a:pt x="0" y="7802"/>
                  </a:cubicBezTo>
                  <a:close/>
                </a:path>
              </a:pathLst>
            </a:custGeom>
            <a:solidFill>
              <a:srgbClr val="007B85"/>
            </a:solidFill>
            <a:ln w="3646" cap="flat">
              <a:noFill/>
              <a:prstDash val="solid"/>
              <a:miter/>
            </a:ln>
          </p:spPr>
          <p:txBody>
            <a:bodyPr rtlCol="0" anchor="ctr"/>
            <a:lstStyle/>
            <a:p>
              <a:endParaRPr lang="en-GR"/>
            </a:p>
          </p:txBody>
        </p:sp>
        <p:sp>
          <p:nvSpPr>
            <p:cNvPr id="731" name="Freeform 594">
              <a:extLst>
                <a:ext uri="{FF2B5EF4-FFF2-40B4-BE49-F238E27FC236}">
                  <a16:creationId xmlns:a16="http://schemas.microsoft.com/office/drawing/2014/main" id="{0DA7B348-F47A-42D1-5488-091BC43F5D62}"/>
                </a:ext>
              </a:extLst>
            </p:cNvPr>
            <p:cNvSpPr/>
            <p:nvPr/>
          </p:nvSpPr>
          <p:spPr>
            <a:xfrm>
              <a:off x="6763383" y="4667221"/>
              <a:ext cx="174469" cy="35200"/>
            </a:xfrm>
            <a:custGeom>
              <a:avLst/>
              <a:gdLst>
                <a:gd name="connsiteX0" fmla="*/ 186292 w 197053"/>
                <a:gd name="connsiteY0" fmla="*/ 39747 h 39756"/>
                <a:gd name="connsiteX1" fmla="*/ 9471 w 197053"/>
                <a:gd name="connsiteY1" fmla="*/ 39747 h 39756"/>
                <a:gd name="connsiteX2" fmla="*/ 34767 w 197053"/>
                <a:gd name="connsiteY2" fmla="*/ 0 h 39756"/>
                <a:gd name="connsiteX3" fmla="*/ 159123 w 197053"/>
                <a:gd name="connsiteY3" fmla="*/ 0 h 39756"/>
                <a:gd name="connsiteX4" fmla="*/ 186292 w 197053"/>
                <a:gd name="connsiteY4" fmla="*/ 39747 h 39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53" h="39756">
                  <a:moveTo>
                    <a:pt x="186292" y="39747"/>
                  </a:moveTo>
                  <a:lnTo>
                    <a:pt x="9471" y="39747"/>
                  </a:lnTo>
                  <a:cubicBezTo>
                    <a:pt x="-15070" y="40476"/>
                    <a:pt x="13394" y="0"/>
                    <a:pt x="34767" y="0"/>
                  </a:cubicBezTo>
                  <a:lnTo>
                    <a:pt x="159123" y="0"/>
                  </a:lnTo>
                  <a:cubicBezTo>
                    <a:pt x="178234" y="0"/>
                    <a:pt x="215431" y="38724"/>
                    <a:pt x="186292" y="39747"/>
                  </a:cubicBezTo>
                  <a:close/>
                </a:path>
              </a:pathLst>
            </a:custGeom>
            <a:solidFill>
              <a:srgbClr val="007B85"/>
            </a:solidFill>
            <a:ln w="3646" cap="flat">
              <a:noFill/>
              <a:prstDash val="solid"/>
              <a:miter/>
            </a:ln>
          </p:spPr>
          <p:txBody>
            <a:bodyPr rtlCol="0" anchor="ctr"/>
            <a:lstStyle/>
            <a:p>
              <a:endParaRPr lang="en-GR"/>
            </a:p>
          </p:txBody>
        </p:sp>
      </p:grpSp>
      <p:grpSp>
        <p:nvGrpSpPr>
          <p:cNvPr id="732" name="Group 731">
            <a:extLst>
              <a:ext uri="{FF2B5EF4-FFF2-40B4-BE49-F238E27FC236}">
                <a16:creationId xmlns:a16="http://schemas.microsoft.com/office/drawing/2014/main" id="{7DEBBEB2-655B-527A-2E4B-E32E5DEB60A4}"/>
              </a:ext>
            </a:extLst>
          </p:cNvPr>
          <p:cNvGrpSpPr/>
          <p:nvPr/>
        </p:nvGrpSpPr>
        <p:grpSpPr>
          <a:xfrm>
            <a:off x="8238163" y="4544063"/>
            <a:ext cx="193860" cy="145718"/>
            <a:chOff x="7086007" y="4544063"/>
            <a:chExt cx="193860" cy="145718"/>
          </a:xfrm>
        </p:grpSpPr>
        <p:sp>
          <p:nvSpPr>
            <p:cNvPr id="733" name="Freeform 595">
              <a:extLst>
                <a:ext uri="{FF2B5EF4-FFF2-40B4-BE49-F238E27FC236}">
                  <a16:creationId xmlns:a16="http://schemas.microsoft.com/office/drawing/2014/main" id="{13BB39F8-ED2D-1C74-767D-ECC2D8A3FA5D}"/>
                </a:ext>
              </a:extLst>
            </p:cNvPr>
            <p:cNvSpPr/>
            <p:nvPr/>
          </p:nvSpPr>
          <p:spPr>
            <a:xfrm>
              <a:off x="7105497" y="4544063"/>
              <a:ext cx="158039" cy="87740"/>
            </a:xfrm>
            <a:custGeom>
              <a:avLst/>
              <a:gdLst>
                <a:gd name="connsiteX0" fmla="*/ 22676 w 178497"/>
                <a:gd name="connsiteY0" fmla="*/ 99098 h 99098"/>
                <a:gd name="connsiteX1" fmla="*/ 22676 w 178497"/>
                <a:gd name="connsiteY1" fmla="*/ 74572 h 99098"/>
                <a:gd name="connsiteX2" fmla="*/ 29 w 178497"/>
                <a:gd name="connsiteY2" fmla="*/ 55264 h 99098"/>
                <a:gd name="connsiteX3" fmla="*/ 157 w 178497"/>
                <a:gd name="connsiteY3" fmla="*/ 21394 h 99098"/>
                <a:gd name="connsiteX4" fmla="*/ 25428 w 178497"/>
                <a:gd name="connsiteY4" fmla="*/ 6 h 99098"/>
                <a:gd name="connsiteX5" fmla="*/ 150269 w 178497"/>
                <a:gd name="connsiteY5" fmla="*/ 6 h 99098"/>
                <a:gd name="connsiteX6" fmla="*/ 176033 w 178497"/>
                <a:gd name="connsiteY6" fmla="*/ 21394 h 99098"/>
                <a:gd name="connsiteX7" fmla="*/ 178295 w 178497"/>
                <a:gd name="connsiteY7" fmla="*/ 55264 h 99098"/>
                <a:gd name="connsiteX8" fmla="*/ 152568 w 178497"/>
                <a:gd name="connsiteY8" fmla="*/ 74900 h 99098"/>
                <a:gd name="connsiteX9" fmla="*/ 152568 w 178497"/>
                <a:gd name="connsiteY9" fmla="*/ 99098 h 99098"/>
                <a:gd name="connsiteX10" fmla="*/ 22676 w 178497"/>
                <a:gd name="connsiteY10" fmla="*/ 99098 h 99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497" h="99098">
                  <a:moveTo>
                    <a:pt x="22676" y="99098"/>
                  </a:moveTo>
                  <a:lnTo>
                    <a:pt x="22676" y="74572"/>
                  </a:lnTo>
                  <a:cubicBezTo>
                    <a:pt x="22403" y="66651"/>
                    <a:pt x="15345" y="55264"/>
                    <a:pt x="29" y="55264"/>
                  </a:cubicBezTo>
                  <a:cubicBezTo>
                    <a:pt x="-44" y="55264"/>
                    <a:pt x="29" y="29204"/>
                    <a:pt x="157" y="21394"/>
                  </a:cubicBezTo>
                  <a:cubicBezTo>
                    <a:pt x="157" y="9130"/>
                    <a:pt x="11429" y="6"/>
                    <a:pt x="25428" y="6"/>
                  </a:cubicBezTo>
                  <a:cubicBezTo>
                    <a:pt x="63449" y="6"/>
                    <a:pt x="112488" y="882"/>
                    <a:pt x="150269" y="6"/>
                  </a:cubicBezTo>
                  <a:cubicBezTo>
                    <a:pt x="162275" y="-286"/>
                    <a:pt x="172931" y="10517"/>
                    <a:pt x="176033" y="21394"/>
                  </a:cubicBezTo>
                  <a:cubicBezTo>
                    <a:pt x="179499" y="33438"/>
                    <a:pt x="178295" y="42928"/>
                    <a:pt x="178295" y="55264"/>
                  </a:cubicBezTo>
                  <a:cubicBezTo>
                    <a:pt x="163954" y="55264"/>
                    <a:pt x="152896" y="63586"/>
                    <a:pt x="152568" y="74900"/>
                  </a:cubicBezTo>
                  <a:lnTo>
                    <a:pt x="152568" y="99098"/>
                  </a:lnTo>
                  <a:lnTo>
                    <a:pt x="22676" y="99098"/>
                  </a:lnTo>
                  <a:close/>
                </a:path>
              </a:pathLst>
            </a:custGeom>
            <a:solidFill>
              <a:srgbClr val="007B85"/>
            </a:solidFill>
            <a:ln w="3646" cap="flat">
              <a:noFill/>
              <a:prstDash val="solid"/>
              <a:miter/>
            </a:ln>
          </p:spPr>
          <p:txBody>
            <a:bodyPr rtlCol="0" anchor="ctr"/>
            <a:lstStyle/>
            <a:p>
              <a:endParaRPr lang="en-GR"/>
            </a:p>
          </p:txBody>
        </p:sp>
        <p:sp>
          <p:nvSpPr>
            <p:cNvPr id="734" name="Freeform 596">
              <a:extLst>
                <a:ext uri="{FF2B5EF4-FFF2-40B4-BE49-F238E27FC236}">
                  <a16:creationId xmlns:a16="http://schemas.microsoft.com/office/drawing/2014/main" id="{8F95CB73-E2E0-7034-0ABB-B3D3504F1E19}"/>
                </a:ext>
              </a:extLst>
            </p:cNvPr>
            <p:cNvSpPr/>
            <p:nvPr/>
          </p:nvSpPr>
          <p:spPr>
            <a:xfrm>
              <a:off x="7086007" y="4602369"/>
              <a:ext cx="193860" cy="87412"/>
            </a:xfrm>
            <a:custGeom>
              <a:avLst/>
              <a:gdLst>
                <a:gd name="connsiteX0" fmla="*/ 218955 w 218955"/>
                <a:gd name="connsiteY0" fmla="*/ 9047 h 98727"/>
                <a:gd name="connsiteX1" fmla="*/ 218955 w 218955"/>
                <a:gd name="connsiteY1" fmla="*/ 89708 h 98727"/>
                <a:gd name="connsiteX2" fmla="*/ 185382 w 218955"/>
                <a:gd name="connsiteY2" fmla="*/ 89708 h 98727"/>
                <a:gd name="connsiteX3" fmla="*/ 185382 w 218955"/>
                <a:gd name="connsiteY3" fmla="*/ 77116 h 98727"/>
                <a:gd name="connsiteX4" fmla="*/ 33584 w 218955"/>
                <a:gd name="connsiteY4" fmla="*/ 77116 h 98727"/>
                <a:gd name="connsiteX5" fmla="*/ 33584 w 218955"/>
                <a:gd name="connsiteY5" fmla="*/ 89708 h 98727"/>
                <a:gd name="connsiteX6" fmla="*/ 0 w 218955"/>
                <a:gd name="connsiteY6" fmla="*/ 89708 h 98727"/>
                <a:gd name="connsiteX7" fmla="*/ 0 w 218955"/>
                <a:gd name="connsiteY7" fmla="*/ 9047 h 98727"/>
                <a:gd name="connsiteX8" fmla="*/ 33693 w 218955"/>
                <a:gd name="connsiteY8" fmla="*/ 9047 h 98727"/>
                <a:gd name="connsiteX9" fmla="*/ 33693 w 218955"/>
                <a:gd name="connsiteY9" fmla="*/ 44195 h 98727"/>
                <a:gd name="connsiteX10" fmla="*/ 185492 w 218955"/>
                <a:gd name="connsiteY10" fmla="*/ 44195 h 98727"/>
                <a:gd name="connsiteX11" fmla="*/ 185492 w 218955"/>
                <a:gd name="connsiteY11" fmla="*/ 9047 h 98727"/>
                <a:gd name="connsiteX12" fmla="*/ 218955 w 218955"/>
                <a:gd name="connsiteY12" fmla="*/ 9047 h 98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8955" h="98727">
                  <a:moveTo>
                    <a:pt x="218955" y="9047"/>
                  </a:moveTo>
                  <a:lnTo>
                    <a:pt x="218955" y="89708"/>
                  </a:lnTo>
                  <a:cubicBezTo>
                    <a:pt x="218663" y="101716"/>
                    <a:pt x="185784" y="101752"/>
                    <a:pt x="185382" y="89708"/>
                  </a:cubicBezTo>
                  <a:lnTo>
                    <a:pt x="185382" y="77116"/>
                  </a:lnTo>
                  <a:lnTo>
                    <a:pt x="33584" y="77116"/>
                  </a:lnTo>
                  <a:lnTo>
                    <a:pt x="33584" y="89708"/>
                  </a:lnTo>
                  <a:cubicBezTo>
                    <a:pt x="33303" y="101716"/>
                    <a:pt x="427" y="101752"/>
                    <a:pt x="0" y="89708"/>
                  </a:cubicBezTo>
                  <a:lnTo>
                    <a:pt x="0" y="9047"/>
                  </a:lnTo>
                  <a:cubicBezTo>
                    <a:pt x="412" y="-2997"/>
                    <a:pt x="33281" y="-3034"/>
                    <a:pt x="33693" y="9047"/>
                  </a:cubicBezTo>
                  <a:lnTo>
                    <a:pt x="33693" y="44195"/>
                  </a:lnTo>
                  <a:lnTo>
                    <a:pt x="185492" y="44195"/>
                  </a:lnTo>
                  <a:lnTo>
                    <a:pt x="185492" y="9047"/>
                  </a:lnTo>
                  <a:cubicBezTo>
                    <a:pt x="185893" y="-2997"/>
                    <a:pt x="218554" y="-2997"/>
                    <a:pt x="218955" y="9047"/>
                  </a:cubicBezTo>
                  <a:close/>
                </a:path>
              </a:pathLst>
            </a:custGeom>
            <a:solidFill>
              <a:srgbClr val="007B85"/>
            </a:solidFill>
            <a:ln w="3646" cap="flat">
              <a:noFill/>
              <a:prstDash val="solid"/>
              <a:miter/>
            </a:ln>
          </p:spPr>
          <p:txBody>
            <a:bodyPr rtlCol="0" anchor="ctr"/>
            <a:lstStyle/>
            <a:p>
              <a:endParaRPr lang="en-GR"/>
            </a:p>
          </p:txBody>
        </p:sp>
      </p:grpSp>
      <p:grpSp>
        <p:nvGrpSpPr>
          <p:cNvPr id="735" name="Group 734">
            <a:extLst>
              <a:ext uri="{FF2B5EF4-FFF2-40B4-BE49-F238E27FC236}">
                <a16:creationId xmlns:a16="http://schemas.microsoft.com/office/drawing/2014/main" id="{44E0D43E-2929-12F9-2D56-678ABD0ECC65}"/>
              </a:ext>
            </a:extLst>
          </p:cNvPr>
          <p:cNvGrpSpPr/>
          <p:nvPr/>
        </p:nvGrpSpPr>
        <p:grpSpPr>
          <a:xfrm>
            <a:off x="8612963" y="4524680"/>
            <a:ext cx="108271" cy="181444"/>
            <a:chOff x="7460805" y="4524680"/>
            <a:chExt cx="108271" cy="181444"/>
          </a:xfrm>
        </p:grpSpPr>
        <p:sp>
          <p:nvSpPr>
            <p:cNvPr id="736" name="Freeform 597">
              <a:extLst>
                <a:ext uri="{FF2B5EF4-FFF2-40B4-BE49-F238E27FC236}">
                  <a16:creationId xmlns:a16="http://schemas.microsoft.com/office/drawing/2014/main" id="{AE007E40-3EC2-8AFE-6B8E-B7C4436C828F}"/>
                </a:ext>
              </a:extLst>
            </p:cNvPr>
            <p:cNvSpPr/>
            <p:nvPr/>
          </p:nvSpPr>
          <p:spPr>
            <a:xfrm>
              <a:off x="7460805" y="4524680"/>
              <a:ext cx="108271" cy="95684"/>
            </a:xfrm>
            <a:custGeom>
              <a:avLst/>
              <a:gdLst>
                <a:gd name="connsiteX0" fmla="*/ 122287 w 122286"/>
                <a:gd name="connsiteY0" fmla="*/ 18066 h 108070"/>
                <a:gd name="connsiteX1" fmla="*/ 122287 w 122286"/>
                <a:gd name="connsiteY1" fmla="*/ 108071 h 108070"/>
                <a:gd name="connsiteX2" fmla="*/ 122250 w 122286"/>
                <a:gd name="connsiteY2" fmla="*/ 108034 h 108070"/>
                <a:gd name="connsiteX3" fmla="*/ 0 w 122286"/>
                <a:gd name="connsiteY3" fmla="*/ 108034 h 108070"/>
                <a:gd name="connsiteX4" fmla="*/ 0 w 122286"/>
                <a:gd name="connsiteY4" fmla="*/ 17994 h 108070"/>
                <a:gd name="connsiteX5" fmla="*/ 21458 w 122286"/>
                <a:gd name="connsiteY5" fmla="*/ 912 h 108070"/>
                <a:gd name="connsiteX6" fmla="*/ 21458 w 122286"/>
                <a:gd name="connsiteY6" fmla="*/ 31681 h 108070"/>
                <a:gd name="connsiteX7" fmla="*/ 37222 w 122286"/>
                <a:gd name="connsiteY7" fmla="*/ 31681 h 108070"/>
                <a:gd name="connsiteX8" fmla="*/ 37222 w 122286"/>
                <a:gd name="connsiteY8" fmla="*/ 146 h 108070"/>
                <a:gd name="connsiteX9" fmla="*/ 48900 w 122286"/>
                <a:gd name="connsiteY9" fmla="*/ 146 h 108070"/>
                <a:gd name="connsiteX10" fmla="*/ 48900 w 122286"/>
                <a:gd name="connsiteY10" fmla="*/ 46863 h 108070"/>
                <a:gd name="connsiteX11" fmla="*/ 64665 w 122286"/>
                <a:gd name="connsiteY11" fmla="*/ 46863 h 108070"/>
                <a:gd name="connsiteX12" fmla="*/ 64665 w 122286"/>
                <a:gd name="connsiteY12" fmla="*/ 110 h 108070"/>
                <a:gd name="connsiteX13" fmla="*/ 91085 w 122286"/>
                <a:gd name="connsiteY13" fmla="*/ 0 h 108070"/>
                <a:gd name="connsiteX14" fmla="*/ 91451 w 122286"/>
                <a:gd name="connsiteY14" fmla="*/ 0 h 108070"/>
                <a:gd name="connsiteX15" fmla="*/ 122287 w 122286"/>
                <a:gd name="connsiteY15" fmla="*/ 18066 h 108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2286" h="108070">
                  <a:moveTo>
                    <a:pt x="122287" y="18066"/>
                  </a:moveTo>
                  <a:lnTo>
                    <a:pt x="122287" y="108071"/>
                  </a:lnTo>
                  <a:lnTo>
                    <a:pt x="122250" y="108034"/>
                  </a:lnTo>
                  <a:lnTo>
                    <a:pt x="0" y="108034"/>
                  </a:lnTo>
                  <a:lnTo>
                    <a:pt x="0" y="17994"/>
                  </a:lnTo>
                  <a:cubicBezTo>
                    <a:pt x="0" y="10037"/>
                    <a:pt x="9014" y="3248"/>
                    <a:pt x="21458" y="912"/>
                  </a:cubicBezTo>
                  <a:lnTo>
                    <a:pt x="21458" y="31681"/>
                  </a:lnTo>
                  <a:cubicBezTo>
                    <a:pt x="21713" y="37338"/>
                    <a:pt x="37113" y="37338"/>
                    <a:pt x="37222" y="31681"/>
                  </a:cubicBezTo>
                  <a:lnTo>
                    <a:pt x="37222" y="146"/>
                  </a:lnTo>
                  <a:lnTo>
                    <a:pt x="48900" y="146"/>
                  </a:lnTo>
                  <a:lnTo>
                    <a:pt x="48900" y="46863"/>
                  </a:lnTo>
                  <a:cubicBezTo>
                    <a:pt x="49155" y="52557"/>
                    <a:pt x="64555" y="52557"/>
                    <a:pt x="64665" y="46863"/>
                  </a:cubicBezTo>
                  <a:lnTo>
                    <a:pt x="64665" y="110"/>
                  </a:lnTo>
                  <a:lnTo>
                    <a:pt x="91085" y="0"/>
                  </a:lnTo>
                  <a:lnTo>
                    <a:pt x="91451" y="0"/>
                  </a:lnTo>
                  <a:cubicBezTo>
                    <a:pt x="108529" y="146"/>
                    <a:pt x="122287" y="8176"/>
                    <a:pt x="122287" y="18066"/>
                  </a:cubicBezTo>
                  <a:close/>
                </a:path>
              </a:pathLst>
            </a:custGeom>
            <a:solidFill>
              <a:srgbClr val="007B85"/>
            </a:solidFill>
            <a:ln w="3646" cap="flat">
              <a:noFill/>
              <a:prstDash val="solid"/>
              <a:miter/>
            </a:ln>
          </p:spPr>
          <p:txBody>
            <a:bodyPr rtlCol="0" anchor="ctr"/>
            <a:lstStyle/>
            <a:p>
              <a:endParaRPr lang="en-GR"/>
            </a:p>
          </p:txBody>
        </p:sp>
        <p:sp>
          <p:nvSpPr>
            <p:cNvPr id="737" name="Freeform 598">
              <a:extLst>
                <a:ext uri="{FF2B5EF4-FFF2-40B4-BE49-F238E27FC236}">
                  <a16:creationId xmlns:a16="http://schemas.microsoft.com/office/drawing/2014/main" id="{362184C1-BFBF-7748-4DCE-35D5164C0D23}"/>
                </a:ext>
              </a:extLst>
            </p:cNvPr>
            <p:cNvSpPr/>
            <p:nvPr/>
          </p:nvSpPr>
          <p:spPr>
            <a:xfrm>
              <a:off x="7460837" y="4632579"/>
              <a:ext cx="108206" cy="73545"/>
            </a:xfrm>
            <a:custGeom>
              <a:avLst/>
              <a:gdLst>
                <a:gd name="connsiteX0" fmla="*/ 0 w 122213"/>
                <a:gd name="connsiteY0" fmla="*/ 0 h 83065"/>
                <a:gd name="connsiteX1" fmla="*/ 122214 w 122213"/>
                <a:gd name="connsiteY1" fmla="*/ 0 h 83065"/>
                <a:gd name="connsiteX2" fmla="*/ 87801 w 122213"/>
                <a:gd name="connsiteY2" fmla="*/ 29636 h 83065"/>
                <a:gd name="connsiteX3" fmla="*/ 87801 w 122213"/>
                <a:gd name="connsiteY3" fmla="*/ 69310 h 83065"/>
                <a:gd name="connsiteX4" fmla="*/ 36748 w 122213"/>
                <a:gd name="connsiteY4" fmla="*/ 69310 h 83065"/>
                <a:gd name="connsiteX5" fmla="*/ 36748 w 122213"/>
                <a:gd name="connsiteY5" fmla="*/ 30038 h 83065"/>
                <a:gd name="connsiteX6" fmla="*/ 0 w 122213"/>
                <a:gd name="connsiteY6" fmla="*/ 0 h 83065"/>
                <a:gd name="connsiteX7" fmla="*/ 48462 w 122213"/>
                <a:gd name="connsiteY7" fmla="*/ 60843 h 83065"/>
                <a:gd name="connsiteX8" fmla="*/ 62293 w 122213"/>
                <a:gd name="connsiteY8" fmla="*/ 68835 h 83065"/>
                <a:gd name="connsiteX9" fmla="*/ 76087 w 122213"/>
                <a:gd name="connsiteY9" fmla="*/ 60843 h 83065"/>
                <a:gd name="connsiteX10" fmla="*/ 62293 w 122213"/>
                <a:gd name="connsiteY10" fmla="*/ 52849 h 83065"/>
                <a:gd name="connsiteX11" fmla="*/ 48462 w 122213"/>
                <a:gd name="connsiteY11" fmla="*/ 60843 h 83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213" h="83065">
                  <a:moveTo>
                    <a:pt x="0" y="0"/>
                  </a:moveTo>
                  <a:lnTo>
                    <a:pt x="122214" y="0"/>
                  </a:lnTo>
                  <a:cubicBezTo>
                    <a:pt x="122214" y="18249"/>
                    <a:pt x="103566" y="26753"/>
                    <a:pt x="87801" y="29636"/>
                  </a:cubicBezTo>
                  <a:lnTo>
                    <a:pt x="87801" y="69310"/>
                  </a:lnTo>
                  <a:cubicBezTo>
                    <a:pt x="87254" y="87669"/>
                    <a:pt x="37259" y="87632"/>
                    <a:pt x="36748" y="69310"/>
                  </a:cubicBezTo>
                  <a:lnTo>
                    <a:pt x="36748" y="30038"/>
                  </a:lnTo>
                  <a:cubicBezTo>
                    <a:pt x="20363" y="27556"/>
                    <a:pt x="0" y="19088"/>
                    <a:pt x="0" y="0"/>
                  </a:cubicBezTo>
                  <a:close/>
                  <a:moveTo>
                    <a:pt x="48462" y="60843"/>
                  </a:moveTo>
                  <a:cubicBezTo>
                    <a:pt x="48462" y="65295"/>
                    <a:pt x="54629" y="68835"/>
                    <a:pt x="62293" y="68835"/>
                  </a:cubicBezTo>
                  <a:cubicBezTo>
                    <a:pt x="69920" y="68835"/>
                    <a:pt x="76087" y="65295"/>
                    <a:pt x="76087" y="60843"/>
                  </a:cubicBezTo>
                  <a:cubicBezTo>
                    <a:pt x="76087" y="56389"/>
                    <a:pt x="69883" y="52849"/>
                    <a:pt x="62293" y="52849"/>
                  </a:cubicBezTo>
                  <a:cubicBezTo>
                    <a:pt x="54702" y="52849"/>
                    <a:pt x="48462" y="56389"/>
                    <a:pt x="48462" y="60843"/>
                  </a:cubicBezTo>
                  <a:close/>
                </a:path>
              </a:pathLst>
            </a:custGeom>
            <a:solidFill>
              <a:srgbClr val="007B85"/>
            </a:solidFill>
            <a:ln w="3646" cap="flat">
              <a:noFill/>
              <a:prstDash val="solid"/>
              <a:miter/>
            </a:ln>
          </p:spPr>
          <p:txBody>
            <a:bodyPr rtlCol="0" anchor="ctr"/>
            <a:lstStyle/>
            <a:p>
              <a:endParaRPr lang="en-GR"/>
            </a:p>
          </p:txBody>
        </p:sp>
      </p:grpSp>
      <p:sp>
        <p:nvSpPr>
          <p:cNvPr id="738" name="Freeform 599">
            <a:extLst>
              <a:ext uri="{FF2B5EF4-FFF2-40B4-BE49-F238E27FC236}">
                <a16:creationId xmlns:a16="http://schemas.microsoft.com/office/drawing/2014/main" id="{712881FB-CDEB-7904-7B01-3B5A6140099C}"/>
              </a:ext>
            </a:extLst>
          </p:cNvPr>
          <p:cNvSpPr/>
          <p:nvPr/>
        </p:nvSpPr>
        <p:spPr>
          <a:xfrm>
            <a:off x="8910217" y="4524680"/>
            <a:ext cx="181418" cy="181446"/>
          </a:xfrm>
          <a:custGeom>
            <a:avLst/>
            <a:gdLst>
              <a:gd name="connsiteX0" fmla="*/ 202567 w 204902"/>
              <a:gd name="connsiteY0" fmla="*/ 44929 h 204933"/>
              <a:gd name="connsiteX1" fmla="*/ 197057 w 204902"/>
              <a:gd name="connsiteY1" fmla="*/ 43907 h 204933"/>
              <a:gd name="connsiteX2" fmla="*/ 156367 w 204902"/>
              <a:gd name="connsiteY2" fmla="*/ 84384 h 204933"/>
              <a:gd name="connsiteX3" fmla="*/ 120532 w 204902"/>
              <a:gd name="connsiteY3" fmla="*/ 48543 h 204933"/>
              <a:gd name="connsiteX4" fmla="*/ 161002 w 204902"/>
              <a:gd name="connsiteY4" fmla="*/ 7847 h 204933"/>
              <a:gd name="connsiteX5" fmla="*/ 159980 w 204902"/>
              <a:gd name="connsiteY5" fmla="*/ 2372 h 204933"/>
              <a:gd name="connsiteX6" fmla="*/ 142829 w 204902"/>
              <a:gd name="connsiteY6" fmla="*/ 0 h 204933"/>
              <a:gd name="connsiteX7" fmla="*/ 80718 w 204902"/>
              <a:gd name="connsiteY7" fmla="*/ 62083 h 204933"/>
              <a:gd name="connsiteX8" fmla="*/ 84258 w 204902"/>
              <a:gd name="connsiteY8" fmla="*/ 82668 h 204933"/>
              <a:gd name="connsiteX9" fmla="*/ 3500 w 204902"/>
              <a:gd name="connsiteY9" fmla="*/ 163439 h 204933"/>
              <a:gd name="connsiteX10" fmla="*/ 41489 w 204902"/>
              <a:gd name="connsiteY10" fmla="*/ 201433 h 204933"/>
              <a:gd name="connsiteX11" fmla="*/ 122247 w 204902"/>
              <a:gd name="connsiteY11" fmla="*/ 120699 h 204933"/>
              <a:gd name="connsiteX12" fmla="*/ 142829 w 204902"/>
              <a:gd name="connsiteY12" fmla="*/ 124203 h 204933"/>
              <a:gd name="connsiteX13" fmla="*/ 204903 w 204902"/>
              <a:gd name="connsiteY13" fmla="*/ 62083 h 204933"/>
              <a:gd name="connsiteX14" fmla="*/ 202458 w 204902"/>
              <a:gd name="connsiteY14" fmla="*/ 44929 h 204933"/>
              <a:gd name="connsiteX15" fmla="*/ 202567 w 204902"/>
              <a:gd name="connsiteY15" fmla="*/ 44929 h 204933"/>
              <a:gd name="connsiteX16" fmla="*/ 39482 w 204902"/>
              <a:gd name="connsiteY16" fmla="*/ 187126 h 204933"/>
              <a:gd name="connsiteX17" fmla="*/ 20761 w 204902"/>
              <a:gd name="connsiteY17" fmla="*/ 182126 h 204933"/>
              <a:gd name="connsiteX18" fmla="*/ 15725 w 204902"/>
              <a:gd name="connsiteY18" fmla="*/ 163402 h 204933"/>
              <a:gd name="connsiteX19" fmla="*/ 34446 w 204902"/>
              <a:gd name="connsiteY19" fmla="*/ 168402 h 204933"/>
              <a:gd name="connsiteX20" fmla="*/ 39482 w 204902"/>
              <a:gd name="connsiteY20" fmla="*/ 187126 h 20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4902" h="204933">
                <a:moveTo>
                  <a:pt x="202567" y="44929"/>
                </a:moveTo>
                <a:cubicBezTo>
                  <a:pt x="201837" y="42411"/>
                  <a:pt x="198735" y="42192"/>
                  <a:pt x="197057" y="43907"/>
                </a:cubicBezTo>
                <a:lnTo>
                  <a:pt x="156367" y="84384"/>
                </a:lnTo>
                <a:cubicBezTo>
                  <a:pt x="142099" y="98655"/>
                  <a:pt x="106263" y="62850"/>
                  <a:pt x="120532" y="48543"/>
                </a:cubicBezTo>
                <a:lnTo>
                  <a:pt x="161002" y="7847"/>
                </a:lnTo>
                <a:cubicBezTo>
                  <a:pt x="162717" y="6168"/>
                  <a:pt x="162498" y="3102"/>
                  <a:pt x="159980" y="2372"/>
                </a:cubicBezTo>
                <a:cubicBezTo>
                  <a:pt x="154324" y="766"/>
                  <a:pt x="148594" y="0"/>
                  <a:pt x="142829" y="0"/>
                </a:cubicBezTo>
                <a:cubicBezTo>
                  <a:pt x="108599" y="0"/>
                  <a:pt x="80718" y="27885"/>
                  <a:pt x="80718" y="62083"/>
                </a:cubicBezTo>
                <a:cubicBezTo>
                  <a:pt x="80718" y="69127"/>
                  <a:pt x="81922" y="76062"/>
                  <a:pt x="84258" y="82668"/>
                </a:cubicBezTo>
                <a:lnTo>
                  <a:pt x="3500" y="163439"/>
                </a:lnTo>
                <a:cubicBezTo>
                  <a:pt x="-11644" y="178586"/>
                  <a:pt x="26344" y="216580"/>
                  <a:pt x="41489" y="201433"/>
                </a:cubicBezTo>
                <a:lnTo>
                  <a:pt x="122247" y="120699"/>
                </a:lnTo>
                <a:cubicBezTo>
                  <a:pt x="128816" y="122999"/>
                  <a:pt x="135676" y="124203"/>
                  <a:pt x="142829" y="124203"/>
                </a:cubicBezTo>
                <a:cubicBezTo>
                  <a:pt x="177022" y="124203"/>
                  <a:pt x="204903" y="96319"/>
                  <a:pt x="204903" y="62083"/>
                </a:cubicBezTo>
                <a:cubicBezTo>
                  <a:pt x="204903" y="56353"/>
                  <a:pt x="204063" y="50586"/>
                  <a:pt x="202458" y="44929"/>
                </a:cubicBezTo>
                <a:lnTo>
                  <a:pt x="202567" y="44929"/>
                </a:lnTo>
                <a:close/>
                <a:moveTo>
                  <a:pt x="39482" y="187126"/>
                </a:moveTo>
                <a:cubicBezTo>
                  <a:pt x="35687" y="190885"/>
                  <a:pt x="27330" y="188659"/>
                  <a:pt x="20761" y="182126"/>
                </a:cubicBezTo>
                <a:cubicBezTo>
                  <a:pt x="14192" y="175556"/>
                  <a:pt x="11966" y="167162"/>
                  <a:pt x="15725" y="163402"/>
                </a:cubicBezTo>
                <a:cubicBezTo>
                  <a:pt x="19520" y="159606"/>
                  <a:pt x="27877" y="161833"/>
                  <a:pt x="34446" y="168402"/>
                </a:cubicBezTo>
                <a:cubicBezTo>
                  <a:pt x="41014" y="174972"/>
                  <a:pt x="43240" y="183367"/>
                  <a:pt x="39482" y="187126"/>
                </a:cubicBezTo>
                <a:close/>
              </a:path>
            </a:pathLst>
          </a:custGeom>
          <a:solidFill>
            <a:srgbClr val="007B85"/>
          </a:solidFill>
          <a:ln w="3646" cap="flat">
            <a:noFill/>
            <a:prstDash val="solid"/>
            <a:miter/>
          </a:ln>
        </p:spPr>
        <p:txBody>
          <a:bodyPr rtlCol="0" anchor="ctr"/>
          <a:lstStyle/>
          <a:p>
            <a:endParaRPr lang="en-GR"/>
          </a:p>
        </p:txBody>
      </p:sp>
      <p:grpSp>
        <p:nvGrpSpPr>
          <p:cNvPr id="739" name="Group 738">
            <a:extLst>
              <a:ext uri="{FF2B5EF4-FFF2-40B4-BE49-F238E27FC236}">
                <a16:creationId xmlns:a16="http://schemas.microsoft.com/office/drawing/2014/main" id="{522CBA45-953C-2E48-1033-CD48B4C55F39}"/>
              </a:ext>
            </a:extLst>
          </p:cNvPr>
          <p:cNvGrpSpPr/>
          <p:nvPr/>
        </p:nvGrpSpPr>
        <p:grpSpPr>
          <a:xfrm>
            <a:off x="9243015" y="4537607"/>
            <a:ext cx="181425" cy="152559"/>
            <a:chOff x="8090857" y="4537605"/>
            <a:chExt cx="181425" cy="152559"/>
          </a:xfrm>
        </p:grpSpPr>
        <p:sp>
          <p:nvSpPr>
            <p:cNvPr id="740" name="Freeform 600">
              <a:extLst>
                <a:ext uri="{FF2B5EF4-FFF2-40B4-BE49-F238E27FC236}">
                  <a16:creationId xmlns:a16="http://schemas.microsoft.com/office/drawing/2014/main" id="{3E475D0A-F4E4-1F6B-C565-C808A9AA85FB}"/>
                </a:ext>
              </a:extLst>
            </p:cNvPr>
            <p:cNvSpPr/>
            <p:nvPr/>
          </p:nvSpPr>
          <p:spPr>
            <a:xfrm>
              <a:off x="8090857" y="4537605"/>
              <a:ext cx="181425" cy="22620"/>
            </a:xfrm>
            <a:custGeom>
              <a:avLst/>
              <a:gdLst>
                <a:gd name="connsiteX0" fmla="*/ 6856 w 204910"/>
                <a:gd name="connsiteY0" fmla="*/ 0 h 25548"/>
                <a:gd name="connsiteX1" fmla="*/ 198041 w 204910"/>
                <a:gd name="connsiteY1" fmla="*/ 0 h 25548"/>
                <a:gd name="connsiteX2" fmla="*/ 198041 w 204910"/>
                <a:gd name="connsiteY2" fmla="*/ 25549 h 25548"/>
                <a:gd name="connsiteX3" fmla="*/ 6856 w 204910"/>
                <a:gd name="connsiteY3" fmla="*/ 25549 h 25548"/>
                <a:gd name="connsiteX4" fmla="*/ 6856 w 204910"/>
                <a:gd name="connsiteY4" fmla="*/ 0 h 25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910" h="25548">
                  <a:moveTo>
                    <a:pt x="6856" y="0"/>
                  </a:moveTo>
                  <a:lnTo>
                    <a:pt x="198041" y="0"/>
                  </a:lnTo>
                  <a:cubicBezTo>
                    <a:pt x="207200" y="255"/>
                    <a:pt x="207200" y="25293"/>
                    <a:pt x="198041" y="25549"/>
                  </a:cubicBezTo>
                  <a:lnTo>
                    <a:pt x="6856" y="25549"/>
                  </a:lnTo>
                  <a:cubicBezTo>
                    <a:pt x="-2267" y="25293"/>
                    <a:pt x="-2304" y="255"/>
                    <a:pt x="6856" y="0"/>
                  </a:cubicBezTo>
                  <a:close/>
                </a:path>
              </a:pathLst>
            </a:custGeom>
            <a:solidFill>
              <a:srgbClr val="007B85"/>
            </a:solidFill>
            <a:ln w="3646" cap="flat">
              <a:noFill/>
              <a:prstDash val="solid"/>
              <a:miter/>
            </a:ln>
          </p:spPr>
          <p:txBody>
            <a:bodyPr rtlCol="0" anchor="ctr"/>
            <a:lstStyle/>
            <a:p>
              <a:endParaRPr lang="en-GR"/>
            </a:p>
          </p:txBody>
        </p:sp>
        <p:sp>
          <p:nvSpPr>
            <p:cNvPr id="741" name="Freeform 601">
              <a:extLst>
                <a:ext uri="{FF2B5EF4-FFF2-40B4-BE49-F238E27FC236}">
                  <a16:creationId xmlns:a16="http://schemas.microsoft.com/office/drawing/2014/main" id="{7BBC8160-BE99-3B20-DC37-9F72A6141FB4}"/>
                </a:ext>
              </a:extLst>
            </p:cNvPr>
            <p:cNvSpPr/>
            <p:nvPr/>
          </p:nvSpPr>
          <p:spPr>
            <a:xfrm>
              <a:off x="8102355" y="4578322"/>
              <a:ext cx="158190" cy="111842"/>
            </a:xfrm>
            <a:custGeom>
              <a:avLst/>
              <a:gdLst>
                <a:gd name="connsiteX0" fmla="*/ 25545 w 178667"/>
                <a:gd name="connsiteY0" fmla="*/ 126320 h 126319"/>
                <a:gd name="connsiteX1" fmla="*/ 73 w 178667"/>
                <a:gd name="connsiteY1" fmla="*/ 100808 h 126319"/>
                <a:gd name="connsiteX2" fmla="*/ 0 w 178667"/>
                <a:gd name="connsiteY2" fmla="*/ 100808 h 126319"/>
                <a:gd name="connsiteX3" fmla="*/ 0 w 178667"/>
                <a:gd name="connsiteY3" fmla="*/ 0 h 126319"/>
                <a:gd name="connsiteX4" fmla="*/ 178668 w 178667"/>
                <a:gd name="connsiteY4" fmla="*/ 0 h 126319"/>
                <a:gd name="connsiteX5" fmla="*/ 178668 w 178667"/>
                <a:gd name="connsiteY5" fmla="*/ 100808 h 126319"/>
                <a:gd name="connsiteX6" fmla="*/ 153159 w 178667"/>
                <a:gd name="connsiteY6" fmla="*/ 126320 h 126319"/>
                <a:gd name="connsiteX7" fmla="*/ 25545 w 178667"/>
                <a:gd name="connsiteY7" fmla="*/ 126320 h 126319"/>
                <a:gd name="connsiteX8" fmla="*/ 55031 w 178667"/>
                <a:gd name="connsiteY8" fmla="*/ 20402 h 126319"/>
                <a:gd name="connsiteX9" fmla="*/ 55031 w 178667"/>
                <a:gd name="connsiteY9" fmla="*/ 35732 h 126319"/>
                <a:gd name="connsiteX10" fmla="*/ 123673 w 178667"/>
                <a:gd name="connsiteY10" fmla="*/ 35732 h 126319"/>
                <a:gd name="connsiteX11" fmla="*/ 123673 w 178667"/>
                <a:gd name="connsiteY11" fmla="*/ 20402 h 126319"/>
                <a:gd name="connsiteX12" fmla="*/ 55031 w 178667"/>
                <a:gd name="connsiteY12" fmla="*/ 20402 h 126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667" h="126319">
                  <a:moveTo>
                    <a:pt x="25545" y="126320"/>
                  </a:moveTo>
                  <a:cubicBezTo>
                    <a:pt x="11495" y="126320"/>
                    <a:pt x="73" y="114896"/>
                    <a:pt x="73" y="100808"/>
                  </a:cubicBezTo>
                  <a:lnTo>
                    <a:pt x="0" y="100808"/>
                  </a:lnTo>
                  <a:lnTo>
                    <a:pt x="0" y="0"/>
                  </a:lnTo>
                  <a:lnTo>
                    <a:pt x="178668" y="0"/>
                  </a:lnTo>
                  <a:lnTo>
                    <a:pt x="178668" y="100808"/>
                  </a:lnTo>
                  <a:cubicBezTo>
                    <a:pt x="178668" y="114860"/>
                    <a:pt x="167282" y="126320"/>
                    <a:pt x="153159" y="126320"/>
                  </a:cubicBezTo>
                  <a:lnTo>
                    <a:pt x="25545" y="126320"/>
                  </a:lnTo>
                  <a:close/>
                  <a:moveTo>
                    <a:pt x="55031" y="20402"/>
                  </a:moveTo>
                  <a:cubicBezTo>
                    <a:pt x="49155" y="20695"/>
                    <a:pt x="50213" y="35622"/>
                    <a:pt x="55031" y="35732"/>
                  </a:cubicBezTo>
                  <a:lnTo>
                    <a:pt x="123673" y="35732"/>
                  </a:lnTo>
                  <a:cubicBezTo>
                    <a:pt x="129147" y="35622"/>
                    <a:pt x="129147" y="20548"/>
                    <a:pt x="123673" y="20402"/>
                  </a:cubicBezTo>
                  <a:lnTo>
                    <a:pt x="55031" y="20402"/>
                  </a:lnTo>
                  <a:close/>
                </a:path>
              </a:pathLst>
            </a:custGeom>
            <a:solidFill>
              <a:srgbClr val="007B85"/>
            </a:solidFill>
            <a:ln w="3646" cap="flat">
              <a:noFill/>
              <a:prstDash val="solid"/>
              <a:miter/>
            </a:ln>
          </p:spPr>
          <p:txBody>
            <a:bodyPr rtlCol="0" anchor="ctr"/>
            <a:lstStyle/>
            <a:p>
              <a:endParaRPr lang="en-GR"/>
            </a:p>
          </p:txBody>
        </p:sp>
      </p:grpSp>
      <p:sp>
        <p:nvSpPr>
          <p:cNvPr id="742" name="Freeform 602">
            <a:extLst>
              <a:ext uri="{FF2B5EF4-FFF2-40B4-BE49-F238E27FC236}">
                <a16:creationId xmlns:a16="http://schemas.microsoft.com/office/drawing/2014/main" id="{9E7824EB-5B8F-EAE9-EC94-3950973372AD}"/>
              </a:ext>
            </a:extLst>
          </p:cNvPr>
          <p:cNvSpPr/>
          <p:nvPr/>
        </p:nvSpPr>
        <p:spPr>
          <a:xfrm>
            <a:off x="9575796" y="4518220"/>
            <a:ext cx="181396" cy="194024"/>
          </a:xfrm>
          <a:custGeom>
            <a:avLst/>
            <a:gdLst>
              <a:gd name="connsiteX0" fmla="*/ 23801 w 204877"/>
              <a:gd name="connsiteY0" fmla="*/ 45035 h 219140"/>
              <a:gd name="connsiteX1" fmla="*/ 20152 w 204877"/>
              <a:gd name="connsiteY1" fmla="*/ 161501 h 219140"/>
              <a:gd name="connsiteX2" fmla="*/ 29056 w 204877"/>
              <a:gd name="connsiteY2" fmla="*/ 168326 h 219140"/>
              <a:gd name="connsiteX3" fmla="*/ 29056 w 204877"/>
              <a:gd name="connsiteY3" fmla="*/ 212708 h 219140"/>
              <a:gd name="connsiteX4" fmla="*/ 50550 w 204877"/>
              <a:gd name="connsiteY4" fmla="*/ 212708 h 219140"/>
              <a:gd name="connsiteX5" fmla="*/ 50550 w 204877"/>
              <a:gd name="connsiteY5" fmla="*/ 174932 h 219140"/>
              <a:gd name="connsiteX6" fmla="*/ 50733 w 204877"/>
              <a:gd name="connsiteY6" fmla="*/ 174932 h 219140"/>
              <a:gd name="connsiteX7" fmla="*/ 102954 w 204877"/>
              <a:gd name="connsiteY7" fmla="*/ 71277 h 219140"/>
              <a:gd name="connsiteX8" fmla="*/ 111785 w 204877"/>
              <a:gd name="connsiteY8" fmla="*/ 82810 h 219140"/>
              <a:gd name="connsiteX9" fmla="*/ 65184 w 204877"/>
              <a:gd name="connsiteY9" fmla="*/ 176319 h 219140"/>
              <a:gd name="connsiteX10" fmla="*/ 88065 w 204877"/>
              <a:gd name="connsiteY10" fmla="*/ 174458 h 219140"/>
              <a:gd name="connsiteX11" fmla="*/ 168129 w 204877"/>
              <a:gd name="connsiteY11" fmla="*/ 79124 h 219140"/>
              <a:gd name="connsiteX12" fmla="*/ 204878 w 204877"/>
              <a:gd name="connsiteY12" fmla="*/ 19012 h 219140"/>
              <a:gd name="connsiteX13" fmla="*/ 23801 w 204877"/>
              <a:gd name="connsiteY13" fmla="*/ 45035 h 219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4877" h="219140">
                <a:moveTo>
                  <a:pt x="23801" y="45035"/>
                </a:moveTo>
                <a:cubicBezTo>
                  <a:pt x="-576" y="74416"/>
                  <a:pt x="-12983" y="132995"/>
                  <a:pt x="20152" y="161501"/>
                </a:cubicBezTo>
                <a:cubicBezTo>
                  <a:pt x="21502" y="162632"/>
                  <a:pt x="29056" y="166720"/>
                  <a:pt x="29056" y="168326"/>
                </a:cubicBezTo>
                <a:lnTo>
                  <a:pt x="29056" y="212708"/>
                </a:lnTo>
                <a:cubicBezTo>
                  <a:pt x="29056" y="221285"/>
                  <a:pt x="50550" y="221285"/>
                  <a:pt x="50550" y="212708"/>
                </a:cubicBezTo>
                <a:lnTo>
                  <a:pt x="50550" y="174932"/>
                </a:lnTo>
                <a:cubicBezTo>
                  <a:pt x="50550" y="174932"/>
                  <a:pt x="50660" y="174932"/>
                  <a:pt x="50733" y="174932"/>
                </a:cubicBezTo>
                <a:cubicBezTo>
                  <a:pt x="51572" y="159895"/>
                  <a:pt x="57885" y="106534"/>
                  <a:pt x="102954" y="71277"/>
                </a:cubicBezTo>
                <a:cubicBezTo>
                  <a:pt x="114996" y="61897"/>
                  <a:pt x="119996" y="82810"/>
                  <a:pt x="111785" y="82810"/>
                </a:cubicBezTo>
                <a:cubicBezTo>
                  <a:pt x="71460" y="114418"/>
                  <a:pt x="65950" y="164092"/>
                  <a:pt x="65184" y="176319"/>
                </a:cubicBezTo>
                <a:cubicBezTo>
                  <a:pt x="72592" y="176538"/>
                  <a:pt x="80401" y="176136"/>
                  <a:pt x="88065" y="174458"/>
                </a:cubicBezTo>
                <a:cubicBezTo>
                  <a:pt x="137330" y="164274"/>
                  <a:pt x="153751" y="121243"/>
                  <a:pt x="168129" y="79124"/>
                </a:cubicBezTo>
                <a:cubicBezTo>
                  <a:pt x="175975" y="55948"/>
                  <a:pt x="187069" y="35947"/>
                  <a:pt x="204878" y="19012"/>
                </a:cubicBezTo>
                <a:cubicBezTo>
                  <a:pt x="158641" y="-17304"/>
                  <a:pt x="59345" y="2296"/>
                  <a:pt x="23801" y="45035"/>
                </a:cubicBezTo>
                <a:close/>
              </a:path>
            </a:pathLst>
          </a:custGeom>
          <a:solidFill>
            <a:srgbClr val="007B85"/>
          </a:solidFill>
          <a:ln w="3646" cap="flat">
            <a:noFill/>
            <a:prstDash val="solid"/>
            <a:miter/>
          </a:ln>
        </p:spPr>
        <p:txBody>
          <a:bodyPr rtlCol="0" anchor="ctr"/>
          <a:lstStyle/>
          <a:p>
            <a:endParaRPr lang="en-GR"/>
          </a:p>
        </p:txBody>
      </p:sp>
      <p:grpSp>
        <p:nvGrpSpPr>
          <p:cNvPr id="743" name="Group 742">
            <a:extLst>
              <a:ext uri="{FF2B5EF4-FFF2-40B4-BE49-F238E27FC236}">
                <a16:creationId xmlns:a16="http://schemas.microsoft.com/office/drawing/2014/main" id="{6C735F8B-7CF0-DB01-EB39-3D257BBFF427}"/>
              </a:ext>
            </a:extLst>
          </p:cNvPr>
          <p:cNvGrpSpPr/>
          <p:nvPr/>
        </p:nvGrpSpPr>
        <p:grpSpPr>
          <a:xfrm>
            <a:off x="9908396" y="4534374"/>
            <a:ext cx="181130" cy="163998"/>
            <a:chOff x="8756240" y="4534374"/>
            <a:chExt cx="181130" cy="163998"/>
          </a:xfrm>
        </p:grpSpPr>
        <p:sp>
          <p:nvSpPr>
            <p:cNvPr id="744" name="Freeform 603">
              <a:extLst>
                <a:ext uri="{FF2B5EF4-FFF2-40B4-BE49-F238E27FC236}">
                  <a16:creationId xmlns:a16="http://schemas.microsoft.com/office/drawing/2014/main" id="{DBD3110C-4BB0-F8A3-98A8-7C5E81A423C6}"/>
                </a:ext>
              </a:extLst>
            </p:cNvPr>
            <p:cNvSpPr/>
            <p:nvPr/>
          </p:nvSpPr>
          <p:spPr>
            <a:xfrm>
              <a:off x="8756240" y="4534374"/>
              <a:ext cx="181130" cy="123960"/>
            </a:xfrm>
            <a:custGeom>
              <a:avLst/>
              <a:gdLst>
                <a:gd name="connsiteX0" fmla="*/ 175137 w 204577"/>
                <a:gd name="connsiteY0" fmla="*/ 139752 h 140006"/>
                <a:gd name="connsiteX1" fmla="*/ 70951 w 204577"/>
                <a:gd name="connsiteY1" fmla="*/ 139861 h 140006"/>
                <a:gd name="connsiteX2" fmla="*/ 70951 w 204577"/>
                <a:gd name="connsiteY2" fmla="*/ 140007 h 140006"/>
                <a:gd name="connsiteX3" fmla="*/ 44056 w 204577"/>
                <a:gd name="connsiteY3" fmla="*/ 117743 h 140006"/>
                <a:gd name="connsiteX4" fmla="*/ 25809 w 204577"/>
                <a:gd name="connsiteY4" fmla="*/ 21716 h 140006"/>
                <a:gd name="connsiteX5" fmla="*/ 24897 w 204577"/>
                <a:gd name="connsiteY5" fmla="*/ 20950 h 140006"/>
                <a:gd name="connsiteX6" fmla="*/ 5665 w 204577"/>
                <a:gd name="connsiteY6" fmla="*/ 20950 h 140006"/>
                <a:gd name="connsiteX7" fmla="*/ 5665 w 204577"/>
                <a:gd name="connsiteY7" fmla="*/ 0 h 140006"/>
                <a:gd name="connsiteX8" fmla="*/ 24824 w 204577"/>
                <a:gd name="connsiteY8" fmla="*/ 110 h 140006"/>
                <a:gd name="connsiteX9" fmla="*/ 43909 w 204577"/>
                <a:gd name="connsiteY9" fmla="*/ 11351 h 140006"/>
                <a:gd name="connsiteX10" fmla="*/ 186486 w 204577"/>
                <a:gd name="connsiteY10" fmla="*/ 11205 h 140006"/>
                <a:gd name="connsiteX11" fmla="*/ 186595 w 204577"/>
                <a:gd name="connsiteY11" fmla="*/ 11205 h 140006"/>
                <a:gd name="connsiteX12" fmla="*/ 204550 w 204577"/>
                <a:gd name="connsiteY12" fmla="*/ 28176 h 140006"/>
                <a:gd name="connsiteX13" fmla="*/ 180574 w 204577"/>
                <a:gd name="connsiteY13" fmla="*/ 103545 h 140006"/>
                <a:gd name="connsiteX14" fmla="*/ 174991 w 204577"/>
                <a:gd name="connsiteY14" fmla="*/ 105918 h 140006"/>
                <a:gd name="connsiteX15" fmla="*/ 62594 w 204577"/>
                <a:gd name="connsiteY15" fmla="*/ 106064 h 140006"/>
                <a:gd name="connsiteX16" fmla="*/ 75695 w 204577"/>
                <a:gd name="connsiteY16" fmla="*/ 119167 h 140006"/>
                <a:gd name="connsiteX17" fmla="*/ 175137 w 204577"/>
                <a:gd name="connsiteY17" fmla="*/ 119167 h 140006"/>
                <a:gd name="connsiteX18" fmla="*/ 175137 w 204577"/>
                <a:gd name="connsiteY18" fmla="*/ 139752 h 14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577" h="140006">
                  <a:moveTo>
                    <a:pt x="175137" y="139752"/>
                  </a:moveTo>
                  <a:lnTo>
                    <a:pt x="70951" y="139861"/>
                  </a:lnTo>
                  <a:lnTo>
                    <a:pt x="70951" y="140007"/>
                  </a:lnTo>
                  <a:cubicBezTo>
                    <a:pt x="57813" y="140007"/>
                    <a:pt x="46501" y="130627"/>
                    <a:pt x="44056" y="117743"/>
                  </a:cubicBezTo>
                  <a:lnTo>
                    <a:pt x="25809" y="21716"/>
                  </a:lnTo>
                  <a:cubicBezTo>
                    <a:pt x="25700" y="21278"/>
                    <a:pt x="25335" y="20950"/>
                    <a:pt x="24897" y="20950"/>
                  </a:cubicBezTo>
                  <a:lnTo>
                    <a:pt x="5665" y="20950"/>
                  </a:lnTo>
                  <a:cubicBezTo>
                    <a:pt x="-1888" y="20695"/>
                    <a:pt x="-1888" y="255"/>
                    <a:pt x="5665" y="0"/>
                  </a:cubicBezTo>
                  <a:lnTo>
                    <a:pt x="24824" y="110"/>
                  </a:lnTo>
                  <a:cubicBezTo>
                    <a:pt x="32816" y="110"/>
                    <a:pt x="40115" y="4453"/>
                    <a:pt x="43909" y="11351"/>
                  </a:cubicBezTo>
                  <a:cubicBezTo>
                    <a:pt x="44238" y="11278"/>
                    <a:pt x="184625" y="11205"/>
                    <a:pt x="186486" y="11205"/>
                  </a:cubicBezTo>
                  <a:lnTo>
                    <a:pt x="186595" y="11205"/>
                  </a:lnTo>
                  <a:cubicBezTo>
                    <a:pt x="195865" y="11205"/>
                    <a:pt x="203346" y="19928"/>
                    <a:pt x="204550" y="28176"/>
                  </a:cubicBezTo>
                  <a:cubicBezTo>
                    <a:pt x="205426" y="34053"/>
                    <a:pt x="185391" y="99202"/>
                    <a:pt x="180574" y="103545"/>
                  </a:cubicBezTo>
                  <a:cubicBezTo>
                    <a:pt x="178895" y="105042"/>
                    <a:pt x="176889" y="105918"/>
                    <a:pt x="174991" y="105918"/>
                  </a:cubicBezTo>
                  <a:lnTo>
                    <a:pt x="62594" y="106064"/>
                  </a:lnTo>
                  <a:cubicBezTo>
                    <a:pt x="62594" y="113290"/>
                    <a:pt x="68432" y="119167"/>
                    <a:pt x="75695" y="119167"/>
                  </a:cubicBezTo>
                  <a:lnTo>
                    <a:pt x="175137" y="119167"/>
                  </a:lnTo>
                  <a:cubicBezTo>
                    <a:pt x="182545" y="119276"/>
                    <a:pt x="182545" y="139496"/>
                    <a:pt x="175137" y="139752"/>
                  </a:cubicBezTo>
                  <a:close/>
                </a:path>
              </a:pathLst>
            </a:custGeom>
            <a:solidFill>
              <a:srgbClr val="007B85"/>
            </a:solidFill>
            <a:ln w="3646" cap="flat">
              <a:noFill/>
              <a:prstDash val="solid"/>
              <a:miter/>
            </a:ln>
          </p:spPr>
          <p:txBody>
            <a:bodyPr rtlCol="0" anchor="ctr"/>
            <a:lstStyle/>
            <a:p>
              <a:endParaRPr lang="en-GR"/>
            </a:p>
          </p:txBody>
        </p:sp>
        <p:sp>
          <p:nvSpPr>
            <p:cNvPr id="745" name="Freeform 604">
              <a:extLst>
                <a:ext uri="{FF2B5EF4-FFF2-40B4-BE49-F238E27FC236}">
                  <a16:creationId xmlns:a16="http://schemas.microsoft.com/office/drawing/2014/main" id="{17D21544-9F73-EA10-0A47-309A9660FF73}"/>
                </a:ext>
              </a:extLst>
            </p:cNvPr>
            <p:cNvSpPr/>
            <p:nvPr/>
          </p:nvSpPr>
          <p:spPr>
            <a:xfrm>
              <a:off x="8794858" y="4664862"/>
              <a:ext cx="33505" cy="33510"/>
            </a:xfrm>
            <a:custGeom>
              <a:avLst/>
              <a:gdLst>
                <a:gd name="connsiteX0" fmla="*/ 18903 w 37842"/>
                <a:gd name="connsiteY0" fmla="*/ 0 h 37848"/>
                <a:gd name="connsiteX1" fmla="*/ 0 w 37842"/>
                <a:gd name="connsiteY1" fmla="*/ 18942 h 37848"/>
                <a:gd name="connsiteX2" fmla="*/ 18903 w 37842"/>
                <a:gd name="connsiteY2" fmla="*/ 37849 h 37848"/>
                <a:gd name="connsiteX3" fmla="*/ 37843 w 37842"/>
                <a:gd name="connsiteY3" fmla="*/ 18942 h 37848"/>
                <a:gd name="connsiteX4" fmla="*/ 18903 w 37842"/>
                <a:gd name="connsiteY4" fmla="*/ 0 h 378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42" h="37848">
                  <a:moveTo>
                    <a:pt x="18903" y="0"/>
                  </a:moveTo>
                  <a:cubicBezTo>
                    <a:pt x="8503" y="0"/>
                    <a:pt x="0" y="8467"/>
                    <a:pt x="0" y="18942"/>
                  </a:cubicBezTo>
                  <a:cubicBezTo>
                    <a:pt x="0" y="29381"/>
                    <a:pt x="8466" y="37849"/>
                    <a:pt x="18903" y="37849"/>
                  </a:cubicBezTo>
                  <a:cubicBezTo>
                    <a:pt x="29376" y="37849"/>
                    <a:pt x="37843" y="29381"/>
                    <a:pt x="37843" y="18942"/>
                  </a:cubicBezTo>
                  <a:cubicBezTo>
                    <a:pt x="37843" y="8467"/>
                    <a:pt x="29376" y="0"/>
                    <a:pt x="18903" y="0"/>
                  </a:cubicBezTo>
                  <a:close/>
                </a:path>
              </a:pathLst>
            </a:custGeom>
            <a:solidFill>
              <a:srgbClr val="007B85"/>
            </a:solidFill>
            <a:ln w="3646" cap="flat">
              <a:noFill/>
              <a:prstDash val="solid"/>
              <a:miter/>
            </a:ln>
          </p:spPr>
          <p:txBody>
            <a:bodyPr rtlCol="0" anchor="ctr"/>
            <a:lstStyle/>
            <a:p>
              <a:endParaRPr lang="en-GR"/>
            </a:p>
          </p:txBody>
        </p:sp>
        <p:sp>
          <p:nvSpPr>
            <p:cNvPr id="746" name="Freeform 605">
              <a:extLst>
                <a:ext uri="{FF2B5EF4-FFF2-40B4-BE49-F238E27FC236}">
                  <a16:creationId xmlns:a16="http://schemas.microsoft.com/office/drawing/2014/main" id="{356A257D-B98B-4B31-1F58-EC6EACAA9A27}"/>
                </a:ext>
              </a:extLst>
            </p:cNvPr>
            <p:cNvSpPr/>
            <p:nvPr/>
          </p:nvSpPr>
          <p:spPr>
            <a:xfrm>
              <a:off x="8885165" y="4664862"/>
              <a:ext cx="33505" cy="33510"/>
            </a:xfrm>
            <a:custGeom>
              <a:avLst/>
              <a:gdLst>
                <a:gd name="connsiteX0" fmla="*/ 18903 w 37842"/>
                <a:gd name="connsiteY0" fmla="*/ 37849 h 37848"/>
                <a:gd name="connsiteX1" fmla="*/ 37843 w 37842"/>
                <a:gd name="connsiteY1" fmla="*/ 18942 h 37848"/>
                <a:gd name="connsiteX2" fmla="*/ 18903 w 37842"/>
                <a:gd name="connsiteY2" fmla="*/ 0 h 37848"/>
                <a:gd name="connsiteX3" fmla="*/ 0 w 37842"/>
                <a:gd name="connsiteY3" fmla="*/ 18942 h 37848"/>
                <a:gd name="connsiteX4" fmla="*/ 18903 w 37842"/>
                <a:gd name="connsiteY4" fmla="*/ 37849 h 378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42" h="37848">
                  <a:moveTo>
                    <a:pt x="18903" y="37849"/>
                  </a:moveTo>
                  <a:cubicBezTo>
                    <a:pt x="29377" y="37849"/>
                    <a:pt x="37843" y="29381"/>
                    <a:pt x="37843" y="18942"/>
                  </a:cubicBezTo>
                  <a:cubicBezTo>
                    <a:pt x="37843" y="8467"/>
                    <a:pt x="29377" y="0"/>
                    <a:pt x="18903" y="0"/>
                  </a:cubicBezTo>
                  <a:cubicBezTo>
                    <a:pt x="8467" y="0"/>
                    <a:pt x="0" y="8467"/>
                    <a:pt x="0" y="18942"/>
                  </a:cubicBezTo>
                  <a:cubicBezTo>
                    <a:pt x="0" y="29381"/>
                    <a:pt x="8467" y="37849"/>
                    <a:pt x="18903" y="37849"/>
                  </a:cubicBezTo>
                  <a:close/>
                </a:path>
              </a:pathLst>
            </a:custGeom>
            <a:solidFill>
              <a:srgbClr val="007B85"/>
            </a:solidFill>
            <a:ln w="3646" cap="flat">
              <a:noFill/>
              <a:prstDash val="solid"/>
              <a:miter/>
            </a:ln>
          </p:spPr>
          <p:txBody>
            <a:bodyPr rtlCol="0" anchor="ctr"/>
            <a:lstStyle/>
            <a:p>
              <a:endParaRPr lang="en-GR"/>
            </a:p>
          </p:txBody>
        </p:sp>
      </p:grpSp>
      <p:grpSp>
        <p:nvGrpSpPr>
          <p:cNvPr id="747" name="Group 746">
            <a:extLst>
              <a:ext uri="{FF2B5EF4-FFF2-40B4-BE49-F238E27FC236}">
                <a16:creationId xmlns:a16="http://schemas.microsoft.com/office/drawing/2014/main" id="{9A1645DC-066D-8610-2701-C16498E331A6}"/>
              </a:ext>
            </a:extLst>
          </p:cNvPr>
          <p:cNvGrpSpPr/>
          <p:nvPr/>
        </p:nvGrpSpPr>
        <p:grpSpPr>
          <a:xfrm>
            <a:off x="10228474" y="4540839"/>
            <a:ext cx="206748" cy="151395"/>
            <a:chOff x="9076318" y="4540837"/>
            <a:chExt cx="206748" cy="151395"/>
          </a:xfrm>
        </p:grpSpPr>
        <p:sp>
          <p:nvSpPr>
            <p:cNvPr id="748" name="Freeform 606">
              <a:extLst>
                <a:ext uri="{FF2B5EF4-FFF2-40B4-BE49-F238E27FC236}">
                  <a16:creationId xmlns:a16="http://schemas.microsoft.com/office/drawing/2014/main" id="{3A7719DE-0951-2266-DD6D-17E5B9C04BAB}"/>
                </a:ext>
              </a:extLst>
            </p:cNvPr>
            <p:cNvSpPr/>
            <p:nvPr/>
          </p:nvSpPr>
          <p:spPr>
            <a:xfrm>
              <a:off x="9091401" y="4540837"/>
              <a:ext cx="176962" cy="114460"/>
            </a:xfrm>
            <a:custGeom>
              <a:avLst/>
              <a:gdLst>
                <a:gd name="connsiteX0" fmla="*/ 24413 w 199869"/>
                <a:gd name="connsiteY0" fmla="*/ 25184 h 129276"/>
                <a:gd name="connsiteX1" fmla="*/ 175420 w 199869"/>
                <a:gd name="connsiteY1" fmla="*/ 25074 h 129276"/>
                <a:gd name="connsiteX2" fmla="*/ 175420 w 199869"/>
                <a:gd name="connsiteY2" fmla="*/ 129277 h 129276"/>
                <a:gd name="connsiteX3" fmla="*/ 199869 w 199869"/>
                <a:gd name="connsiteY3" fmla="*/ 129277 h 129276"/>
                <a:gd name="connsiteX4" fmla="*/ 199869 w 199869"/>
                <a:gd name="connsiteY4" fmla="*/ 28797 h 129276"/>
                <a:gd name="connsiteX5" fmla="*/ 150568 w 199869"/>
                <a:gd name="connsiteY5" fmla="*/ 0 h 129276"/>
                <a:gd name="connsiteX6" fmla="*/ 47002 w 199869"/>
                <a:gd name="connsiteY6" fmla="*/ 73 h 129276"/>
                <a:gd name="connsiteX7" fmla="*/ 52914 w 199869"/>
                <a:gd name="connsiteY7" fmla="*/ 73 h 129276"/>
                <a:gd name="connsiteX8" fmla="*/ 49849 w 199869"/>
                <a:gd name="connsiteY8" fmla="*/ 0 h 129276"/>
                <a:gd name="connsiteX9" fmla="*/ 46674 w 199869"/>
                <a:gd name="connsiteY9" fmla="*/ 73 h 129276"/>
                <a:gd name="connsiteX10" fmla="*/ 0 w 199869"/>
                <a:gd name="connsiteY10" fmla="*/ 28797 h 129276"/>
                <a:gd name="connsiteX11" fmla="*/ 0 w 199869"/>
                <a:gd name="connsiteY11" fmla="*/ 129277 h 129276"/>
                <a:gd name="connsiteX12" fmla="*/ 24450 w 199869"/>
                <a:gd name="connsiteY12" fmla="*/ 129277 h 129276"/>
                <a:gd name="connsiteX13" fmla="*/ 24450 w 199869"/>
                <a:gd name="connsiteY13" fmla="*/ 25184 h 129276"/>
                <a:gd name="connsiteX14" fmla="*/ 24413 w 199869"/>
                <a:gd name="connsiteY14" fmla="*/ 25184 h 129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9869" h="129276">
                  <a:moveTo>
                    <a:pt x="24413" y="25184"/>
                  </a:moveTo>
                  <a:lnTo>
                    <a:pt x="175420" y="25074"/>
                  </a:lnTo>
                  <a:lnTo>
                    <a:pt x="175420" y="129277"/>
                  </a:lnTo>
                  <a:lnTo>
                    <a:pt x="199869" y="129277"/>
                  </a:lnTo>
                  <a:lnTo>
                    <a:pt x="199869" y="28797"/>
                  </a:lnTo>
                  <a:cubicBezTo>
                    <a:pt x="199869" y="13030"/>
                    <a:pt x="177865" y="219"/>
                    <a:pt x="150568" y="0"/>
                  </a:cubicBezTo>
                  <a:cubicBezTo>
                    <a:pt x="150422" y="0"/>
                    <a:pt x="53389" y="73"/>
                    <a:pt x="47002" y="73"/>
                  </a:cubicBezTo>
                  <a:lnTo>
                    <a:pt x="52914" y="73"/>
                  </a:lnTo>
                  <a:cubicBezTo>
                    <a:pt x="51892" y="73"/>
                    <a:pt x="50907" y="0"/>
                    <a:pt x="49849" y="0"/>
                  </a:cubicBezTo>
                  <a:cubicBezTo>
                    <a:pt x="48754" y="0"/>
                    <a:pt x="47732" y="37"/>
                    <a:pt x="46674" y="73"/>
                  </a:cubicBezTo>
                  <a:cubicBezTo>
                    <a:pt x="20618" y="1059"/>
                    <a:pt x="0" y="13504"/>
                    <a:pt x="0" y="28797"/>
                  </a:cubicBezTo>
                  <a:lnTo>
                    <a:pt x="0" y="129277"/>
                  </a:lnTo>
                  <a:lnTo>
                    <a:pt x="24450" y="129277"/>
                  </a:lnTo>
                  <a:lnTo>
                    <a:pt x="24450" y="25184"/>
                  </a:lnTo>
                  <a:lnTo>
                    <a:pt x="24413" y="25184"/>
                  </a:lnTo>
                  <a:close/>
                </a:path>
              </a:pathLst>
            </a:custGeom>
            <a:solidFill>
              <a:srgbClr val="007B85"/>
            </a:solidFill>
            <a:ln w="3646" cap="flat">
              <a:noFill/>
              <a:prstDash val="solid"/>
              <a:miter/>
            </a:ln>
          </p:spPr>
          <p:txBody>
            <a:bodyPr rtlCol="0" anchor="ctr"/>
            <a:lstStyle/>
            <a:p>
              <a:endParaRPr lang="en-GR"/>
            </a:p>
          </p:txBody>
        </p:sp>
        <p:sp>
          <p:nvSpPr>
            <p:cNvPr id="749" name="Freeform 607">
              <a:extLst>
                <a:ext uri="{FF2B5EF4-FFF2-40B4-BE49-F238E27FC236}">
                  <a16:creationId xmlns:a16="http://schemas.microsoft.com/office/drawing/2014/main" id="{248D35D3-6F6C-FA8F-1C55-43C8A053BEF0}"/>
                </a:ext>
              </a:extLst>
            </p:cNvPr>
            <p:cNvSpPr/>
            <p:nvPr/>
          </p:nvSpPr>
          <p:spPr>
            <a:xfrm>
              <a:off x="9076318" y="4662692"/>
              <a:ext cx="206748" cy="29540"/>
            </a:xfrm>
            <a:custGeom>
              <a:avLst/>
              <a:gdLst>
                <a:gd name="connsiteX0" fmla="*/ 231284 w 233511"/>
                <a:gd name="connsiteY0" fmla="*/ 2268 h 33364"/>
                <a:gd name="connsiteX1" fmla="*/ 225554 w 233511"/>
                <a:gd name="connsiteY1" fmla="*/ 5 h 33364"/>
                <a:gd name="connsiteX2" fmla="*/ 133447 w 233511"/>
                <a:gd name="connsiteY2" fmla="*/ 5 h 33364"/>
                <a:gd name="connsiteX3" fmla="*/ 116733 w 233511"/>
                <a:gd name="connsiteY3" fmla="*/ 9641 h 33364"/>
                <a:gd name="connsiteX4" fmla="*/ 100020 w 233511"/>
                <a:gd name="connsiteY4" fmla="*/ 5 h 33364"/>
                <a:gd name="connsiteX5" fmla="*/ 8788 w 233511"/>
                <a:gd name="connsiteY5" fmla="*/ 5 h 33364"/>
                <a:gd name="connsiteX6" fmla="*/ 2256 w 233511"/>
                <a:gd name="connsiteY6" fmla="*/ 2268 h 33364"/>
                <a:gd name="connsiteX7" fmla="*/ 8350 w 233511"/>
                <a:gd name="connsiteY7" fmla="*/ 25043 h 33364"/>
                <a:gd name="connsiteX8" fmla="*/ 24516 w 233511"/>
                <a:gd name="connsiteY8" fmla="*/ 33364 h 33364"/>
                <a:gd name="connsiteX9" fmla="*/ 209388 w 233511"/>
                <a:gd name="connsiteY9" fmla="*/ 33364 h 33364"/>
                <a:gd name="connsiteX10" fmla="*/ 225153 w 233511"/>
                <a:gd name="connsiteY10" fmla="*/ 25007 h 33364"/>
                <a:gd name="connsiteX11" fmla="*/ 231247 w 233511"/>
                <a:gd name="connsiteY11" fmla="*/ 2231 h 33364"/>
                <a:gd name="connsiteX12" fmla="*/ 231284 w 233511"/>
                <a:gd name="connsiteY12" fmla="*/ 2268 h 33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511" h="33364">
                  <a:moveTo>
                    <a:pt x="231284" y="2268"/>
                  </a:moveTo>
                  <a:cubicBezTo>
                    <a:pt x="229824" y="808"/>
                    <a:pt x="227889" y="115"/>
                    <a:pt x="225554" y="5"/>
                  </a:cubicBezTo>
                  <a:lnTo>
                    <a:pt x="133447" y="5"/>
                  </a:lnTo>
                  <a:cubicBezTo>
                    <a:pt x="133447" y="5371"/>
                    <a:pt x="126003" y="9641"/>
                    <a:pt x="116733" y="9641"/>
                  </a:cubicBezTo>
                  <a:cubicBezTo>
                    <a:pt x="107464" y="9641"/>
                    <a:pt x="100020" y="5334"/>
                    <a:pt x="100020" y="5"/>
                  </a:cubicBezTo>
                  <a:lnTo>
                    <a:pt x="8788" y="5"/>
                  </a:lnTo>
                  <a:cubicBezTo>
                    <a:pt x="6161" y="-68"/>
                    <a:pt x="3825" y="662"/>
                    <a:pt x="2256" y="2268"/>
                  </a:cubicBezTo>
                  <a:cubicBezTo>
                    <a:pt x="-2379" y="6903"/>
                    <a:pt x="358" y="17086"/>
                    <a:pt x="8350" y="25043"/>
                  </a:cubicBezTo>
                  <a:cubicBezTo>
                    <a:pt x="13496" y="30226"/>
                    <a:pt x="19590" y="33146"/>
                    <a:pt x="24516" y="33364"/>
                  </a:cubicBezTo>
                  <a:lnTo>
                    <a:pt x="209388" y="33364"/>
                  </a:lnTo>
                  <a:cubicBezTo>
                    <a:pt x="214241" y="32963"/>
                    <a:pt x="220153" y="30043"/>
                    <a:pt x="225153" y="25007"/>
                  </a:cubicBezTo>
                  <a:cubicBezTo>
                    <a:pt x="233181" y="17050"/>
                    <a:pt x="235882" y="6830"/>
                    <a:pt x="231247" y="2231"/>
                  </a:cubicBezTo>
                  <a:lnTo>
                    <a:pt x="231284" y="2268"/>
                  </a:lnTo>
                  <a:close/>
                </a:path>
              </a:pathLst>
            </a:custGeom>
            <a:solidFill>
              <a:srgbClr val="007B85"/>
            </a:solidFill>
            <a:ln w="3646" cap="flat">
              <a:noFill/>
              <a:prstDash val="solid"/>
              <a:miter/>
            </a:ln>
          </p:spPr>
          <p:txBody>
            <a:bodyPr rtlCol="0" anchor="ctr"/>
            <a:lstStyle/>
            <a:p>
              <a:endParaRPr lang="en-GR"/>
            </a:p>
          </p:txBody>
        </p:sp>
        <p:sp>
          <p:nvSpPr>
            <p:cNvPr id="750" name="Freeform 608">
              <a:extLst>
                <a:ext uri="{FF2B5EF4-FFF2-40B4-BE49-F238E27FC236}">
                  <a16:creationId xmlns:a16="http://schemas.microsoft.com/office/drawing/2014/main" id="{02F5BCBD-4303-8832-6C4C-B5D1AB39E05B}"/>
                </a:ext>
              </a:extLst>
            </p:cNvPr>
            <p:cNvSpPr/>
            <p:nvPr/>
          </p:nvSpPr>
          <p:spPr>
            <a:xfrm>
              <a:off x="9147200" y="4581457"/>
              <a:ext cx="65008" cy="64791"/>
            </a:xfrm>
            <a:custGeom>
              <a:avLst/>
              <a:gdLst>
                <a:gd name="connsiteX0" fmla="*/ 0 w 73423"/>
                <a:gd name="connsiteY0" fmla="*/ 36571 h 73178"/>
                <a:gd name="connsiteX1" fmla="*/ 36712 w 73423"/>
                <a:gd name="connsiteY1" fmla="*/ 73179 h 73178"/>
                <a:gd name="connsiteX2" fmla="*/ 73423 w 73423"/>
                <a:gd name="connsiteY2" fmla="*/ 36571 h 73178"/>
                <a:gd name="connsiteX3" fmla="*/ 36712 w 73423"/>
                <a:gd name="connsiteY3" fmla="*/ 0 h 73178"/>
                <a:gd name="connsiteX4" fmla="*/ 0 w 73423"/>
                <a:gd name="connsiteY4" fmla="*/ 36571 h 73178"/>
                <a:gd name="connsiteX5" fmla="*/ 56527 w 73423"/>
                <a:gd name="connsiteY5" fmla="*/ 28359 h 73178"/>
                <a:gd name="connsiteX6" fmla="*/ 46711 w 73423"/>
                <a:gd name="connsiteY6" fmla="*/ 28359 h 73178"/>
                <a:gd name="connsiteX7" fmla="*/ 37478 w 73423"/>
                <a:gd name="connsiteY7" fmla="*/ 22228 h 73178"/>
                <a:gd name="connsiteX8" fmla="*/ 26457 w 73423"/>
                <a:gd name="connsiteY8" fmla="*/ 32410 h 73178"/>
                <a:gd name="connsiteX9" fmla="*/ 39668 w 73423"/>
                <a:gd name="connsiteY9" fmla="*/ 32410 h 73178"/>
                <a:gd name="connsiteX10" fmla="*/ 39668 w 73423"/>
                <a:gd name="connsiteY10" fmla="*/ 40769 h 73178"/>
                <a:gd name="connsiteX11" fmla="*/ 26457 w 73423"/>
                <a:gd name="connsiteY11" fmla="*/ 40769 h 73178"/>
                <a:gd name="connsiteX12" fmla="*/ 37332 w 73423"/>
                <a:gd name="connsiteY12" fmla="*/ 50988 h 73178"/>
                <a:gd name="connsiteX13" fmla="*/ 46601 w 73423"/>
                <a:gd name="connsiteY13" fmla="*/ 45039 h 73178"/>
                <a:gd name="connsiteX14" fmla="*/ 56381 w 73423"/>
                <a:gd name="connsiteY14" fmla="*/ 45039 h 73178"/>
                <a:gd name="connsiteX15" fmla="*/ 37405 w 73423"/>
                <a:gd name="connsiteY15" fmla="*/ 58945 h 73178"/>
                <a:gd name="connsiteX16" fmla="*/ 16750 w 73423"/>
                <a:gd name="connsiteY16" fmla="*/ 40769 h 73178"/>
                <a:gd name="connsiteX17" fmla="*/ 10182 w 73423"/>
                <a:gd name="connsiteY17" fmla="*/ 40769 h 73178"/>
                <a:gd name="connsiteX18" fmla="*/ 10182 w 73423"/>
                <a:gd name="connsiteY18" fmla="*/ 32410 h 73178"/>
                <a:gd name="connsiteX19" fmla="*/ 16787 w 73423"/>
                <a:gd name="connsiteY19" fmla="*/ 32410 h 73178"/>
                <a:gd name="connsiteX20" fmla="*/ 37989 w 73423"/>
                <a:gd name="connsiteY20" fmla="*/ 14234 h 73178"/>
                <a:gd name="connsiteX21" fmla="*/ 56527 w 73423"/>
                <a:gd name="connsiteY21" fmla="*/ 28323 h 73178"/>
                <a:gd name="connsiteX22" fmla="*/ 56527 w 73423"/>
                <a:gd name="connsiteY22" fmla="*/ 28359 h 73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3423" h="73178">
                  <a:moveTo>
                    <a:pt x="0" y="36571"/>
                  </a:moveTo>
                  <a:cubicBezTo>
                    <a:pt x="0" y="56828"/>
                    <a:pt x="16458" y="73179"/>
                    <a:pt x="36712" y="73179"/>
                  </a:cubicBezTo>
                  <a:cubicBezTo>
                    <a:pt x="56965" y="73179"/>
                    <a:pt x="73423" y="56791"/>
                    <a:pt x="73423" y="36571"/>
                  </a:cubicBezTo>
                  <a:cubicBezTo>
                    <a:pt x="73423" y="16388"/>
                    <a:pt x="56965" y="0"/>
                    <a:pt x="36712" y="0"/>
                  </a:cubicBezTo>
                  <a:cubicBezTo>
                    <a:pt x="16458" y="0"/>
                    <a:pt x="0" y="16388"/>
                    <a:pt x="0" y="36571"/>
                  </a:cubicBezTo>
                  <a:close/>
                  <a:moveTo>
                    <a:pt x="56527" y="28359"/>
                  </a:moveTo>
                  <a:lnTo>
                    <a:pt x="46711" y="28359"/>
                  </a:lnTo>
                  <a:cubicBezTo>
                    <a:pt x="45178" y="24600"/>
                    <a:pt x="41966" y="22228"/>
                    <a:pt x="37478" y="22228"/>
                  </a:cubicBezTo>
                  <a:cubicBezTo>
                    <a:pt x="31530" y="22228"/>
                    <a:pt x="27662" y="26279"/>
                    <a:pt x="26457" y="32410"/>
                  </a:cubicBezTo>
                  <a:lnTo>
                    <a:pt x="39668" y="32410"/>
                  </a:lnTo>
                  <a:lnTo>
                    <a:pt x="39668" y="40769"/>
                  </a:lnTo>
                  <a:lnTo>
                    <a:pt x="26457" y="40769"/>
                  </a:lnTo>
                  <a:cubicBezTo>
                    <a:pt x="27662" y="46900"/>
                    <a:pt x="31493" y="50988"/>
                    <a:pt x="37332" y="50988"/>
                  </a:cubicBezTo>
                  <a:cubicBezTo>
                    <a:pt x="41857" y="50988"/>
                    <a:pt x="44996" y="48689"/>
                    <a:pt x="46601" y="45039"/>
                  </a:cubicBezTo>
                  <a:lnTo>
                    <a:pt x="56381" y="45039"/>
                  </a:lnTo>
                  <a:cubicBezTo>
                    <a:pt x="54484" y="53397"/>
                    <a:pt x="47295" y="58945"/>
                    <a:pt x="37405" y="58945"/>
                  </a:cubicBezTo>
                  <a:cubicBezTo>
                    <a:pt x="25727" y="58945"/>
                    <a:pt x="18246" y="51901"/>
                    <a:pt x="16750" y="40769"/>
                  </a:cubicBezTo>
                  <a:lnTo>
                    <a:pt x="10182" y="40769"/>
                  </a:lnTo>
                  <a:lnTo>
                    <a:pt x="10182" y="32410"/>
                  </a:lnTo>
                  <a:lnTo>
                    <a:pt x="16787" y="32410"/>
                  </a:lnTo>
                  <a:cubicBezTo>
                    <a:pt x="18319" y="21315"/>
                    <a:pt x="26129" y="14234"/>
                    <a:pt x="37989" y="14234"/>
                  </a:cubicBezTo>
                  <a:cubicBezTo>
                    <a:pt x="47696" y="14234"/>
                    <a:pt x="54630" y="19892"/>
                    <a:pt x="56527" y="28323"/>
                  </a:cubicBezTo>
                  <a:lnTo>
                    <a:pt x="56527" y="28359"/>
                  </a:lnTo>
                  <a:close/>
                </a:path>
              </a:pathLst>
            </a:custGeom>
            <a:solidFill>
              <a:srgbClr val="007B85"/>
            </a:solidFill>
            <a:ln w="3646" cap="flat">
              <a:noFill/>
              <a:prstDash val="solid"/>
              <a:miter/>
            </a:ln>
          </p:spPr>
          <p:txBody>
            <a:bodyPr rtlCol="0" anchor="ctr"/>
            <a:lstStyle/>
            <a:p>
              <a:endParaRPr lang="en-GR"/>
            </a:p>
          </p:txBody>
        </p:sp>
      </p:grpSp>
      <p:sp>
        <p:nvSpPr>
          <p:cNvPr id="751" name="Freeform 609">
            <a:extLst>
              <a:ext uri="{FF2B5EF4-FFF2-40B4-BE49-F238E27FC236}">
                <a16:creationId xmlns:a16="http://schemas.microsoft.com/office/drawing/2014/main" id="{06A966D2-0520-D17F-5210-A0E0DFB4B5D1}"/>
              </a:ext>
            </a:extLst>
          </p:cNvPr>
          <p:cNvSpPr/>
          <p:nvPr/>
        </p:nvSpPr>
        <p:spPr>
          <a:xfrm>
            <a:off x="10574175" y="4524668"/>
            <a:ext cx="180950" cy="180976"/>
          </a:xfrm>
          <a:custGeom>
            <a:avLst/>
            <a:gdLst>
              <a:gd name="connsiteX0" fmla="*/ 198715 w 204373"/>
              <a:gd name="connsiteY0" fmla="*/ 87863 h 204403"/>
              <a:gd name="connsiteX1" fmla="*/ 115329 w 204373"/>
              <a:gd name="connsiteY1" fmla="*/ 4465 h 204403"/>
              <a:gd name="connsiteX2" fmla="*/ 115256 w 204373"/>
              <a:gd name="connsiteY2" fmla="*/ 4575 h 204403"/>
              <a:gd name="connsiteX3" fmla="*/ 99747 w 204373"/>
              <a:gd name="connsiteY3" fmla="*/ 232 h 204403"/>
              <a:gd name="connsiteX4" fmla="*/ 25740 w 204373"/>
              <a:gd name="connsiteY4" fmla="*/ 11217 h 204403"/>
              <a:gd name="connsiteX5" fmla="*/ 11289 w 204373"/>
              <a:gd name="connsiteY5" fmla="*/ 25744 h 204403"/>
              <a:gd name="connsiteX6" fmla="*/ 232 w 204373"/>
              <a:gd name="connsiteY6" fmla="*/ 99725 h 204403"/>
              <a:gd name="connsiteX7" fmla="*/ 4574 w 204373"/>
              <a:gd name="connsiteY7" fmla="*/ 115201 h 204403"/>
              <a:gd name="connsiteX8" fmla="*/ 4465 w 204373"/>
              <a:gd name="connsiteY8" fmla="*/ 115310 h 204403"/>
              <a:gd name="connsiteX9" fmla="*/ 87850 w 204373"/>
              <a:gd name="connsiteY9" fmla="*/ 198708 h 204403"/>
              <a:gd name="connsiteX10" fmla="*/ 145326 w 204373"/>
              <a:gd name="connsiteY10" fmla="*/ 183635 h 204403"/>
              <a:gd name="connsiteX11" fmla="*/ 185504 w 204373"/>
              <a:gd name="connsiteY11" fmla="*/ 143377 h 204403"/>
              <a:gd name="connsiteX12" fmla="*/ 198678 w 204373"/>
              <a:gd name="connsiteY12" fmla="*/ 87863 h 204403"/>
              <a:gd name="connsiteX13" fmla="*/ 198715 w 204373"/>
              <a:gd name="connsiteY13" fmla="*/ 87863 h 204403"/>
              <a:gd name="connsiteX14" fmla="*/ 60335 w 204373"/>
              <a:gd name="connsiteY14" fmla="*/ 62826 h 204403"/>
              <a:gd name="connsiteX15" fmla="*/ 36067 w 204373"/>
              <a:gd name="connsiteY15" fmla="*/ 69323 h 204403"/>
              <a:gd name="connsiteX16" fmla="*/ 42527 w 204373"/>
              <a:gd name="connsiteY16" fmla="*/ 45051 h 204403"/>
              <a:gd name="connsiteX17" fmla="*/ 66794 w 204373"/>
              <a:gd name="connsiteY17" fmla="*/ 38555 h 204403"/>
              <a:gd name="connsiteX18" fmla="*/ 60335 w 204373"/>
              <a:gd name="connsiteY18" fmla="*/ 62826 h 204403"/>
              <a:gd name="connsiteX19" fmla="*/ 133430 w 204373"/>
              <a:gd name="connsiteY19" fmla="*/ 135567 h 204403"/>
              <a:gd name="connsiteX20" fmla="*/ 89273 w 204373"/>
              <a:gd name="connsiteY20" fmla="*/ 140348 h 204403"/>
              <a:gd name="connsiteX21" fmla="*/ 81610 w 204373"/>
              <a:gd name="connsiteY21" fmla="*/ 148013 h 204403"/>
              <a:gd name="connsiteX22" fmla="*/ 70808 w 204373"/>
              <a:gd name="connsiteY22" fmla="*/ 137172 h 204403"/>
              <a:gd name="connsiteX23" fmla="*/ 78472 w 204373"/>
              <a:gd name="connsiteY23" fmla="*/ 129508 h 204403"/>
              <a:gd name="connsiteX24" fmla="*/ 83873 w 204373"/>
              <a:gd name="connsiteY24" fmla="*/ 84761 h 204403"/>
              <a:gd name="connsiteX25" fmla="*/ 121934 w 204373"/>
              <a:gd name="connsiteY25" fmla="*/ 78630 h 204403"/>
              <a:gd name="connsiteX26" fmla="*/ 123321 w 204373"/>
              <a:gd name="connsiteY26" fmla="*/ 79506 h 204403"/>
              <a:gd name="connsiteX27" fmla="*/ 110403 w 204373"/>
              <a:gd name="connsiteY27" fmla="*/ 92426 h 204403"/>
              <a:gd name="connsiteX28" fmla="*/ 109636 w 204373"/>
              <a:gd name="connsiteY28" fmla="*/ 92097 h 204403"/>
              <a:gd name="connsiteX29" fmla="*/ 93798 w 204373"/>
              <a:gd name="connsiteY29" fmla="*/ 95747 h 204403"/>
              <a:gd name="connsiteX30" fmla="*/ 91536 w 204373"/>
              <a:gd name="connsiteY30" fmla="*/ 116442 h 204403"/>
              <a:gd name="connsiteX31" fmla="*/ 106389 w 204373"/>
              <a:gd name="connsiteY31" fmla="*/ 101550 h 204403"/>
              <a:gd name="connsiteX32" fmla="*/ 117227 w 204373"/>
              <a:gd name="connsiteY32" fmla="*/ 112391 h 204403"/>
              <a:gd name="connsiteX33" fmla="*/ 102374 w 204373"/>
              <a:gd name="connsiteY33" fmla="*/ 127282 h 204403"/>
              <a:gd name="connsiteX34" fmla="*/ 122956 w 204373"/>
              <a:gd name="connsiteY34" fmla="*/ 125165 h 204403"/>
              <a:gd name="connsiteX35" fmla="*/ 126824 w 204373"/>
              <a:gd name="connsiteY35" fmla="*/ 109471 h 204403"/>
              <a:gd name="connsiteX36" fmla="*/ 126533 w 204373"/>
              <a:gd name="connsiteY36" fmla="*/ 108704 h 204403"/>
              <a:gd name="connsiteX37" fmla="*/ 139451 w 204373"/>
              <a:gd name="connsiteY37" fmla="*/ 95784 h 204403"/>
              <a:gd name="connsiteX38" fmla="*/ 140326 w 204373"/>
              <a:gd name="connsiteY38" fmla="*/ 97171 h 204403"/>
              <a:gd name="connsiteX39" fmla="*/ 133430 w 204373"/>
              <a:gd name="connsiteY39" fmla="*/ 135567 h 204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04373" h="204403">
                <a:moveTo>
                  <a:pt x="198715" y="87863"/>
                </a:moveTo>
                <a:lnTo>
                  <a:pt x="115329" y="4465"/>
                </a:lnTo>
                <a:lnTo>
                  <a:pt x="115256" y="4575"/>
                </a:lnTo>
                <a:cubicBezTo>
                  <a:pt x="110987" y="998"/>
                  <a:pt x="105330" y="-645"/>
                  <a:pt x="99747" y="232"/>
                </a:cubicBezTo>
                <a:lnTo>
                  <a:pt x="25740" y="11217"/>
                </a:lnTo>
                <a:cubicBezTo>
                  <a:pt x="18295" y="12386"/>
                  <a:pt x="12420" y="18335"/>
                  <a:pt x="11289" y="25744"/>
                </a:cubicBezTo>
                <a:lnTo>
                  <a:pt x="232" y="99725"/>
                </a:lnTo>
                <a:cubicBezTo>
                  <a:pt x="-644" y="105310"/>
                  <a:pt x="998" y="110931"/>
                  <a:pt x="4574" y="115201"/>
                </a:cubicBezTo>
                <a:lnTo>
                  <a:pt x="4465" y="115310"/>
                </a:lnTo>
                <a:lnTo>
                  <a:pt x="87850" y="198708"/>
                </a:lnTo>
                <a:cubicBezTo>
                  <a:pt x="99491" y="210351"/>
                  <a:pt x="125146" y="203563"/>
                  <a:pt x="145326" y="183635"/>
                </a:cubicBezTo>
                <a:cubicBezTo>
                  <a:pt x="145472" y="183489"/>
                  <a:pt x="185504" y="143377"/>
                  <a:pt x="185504" y="143377"/>
                </a:cubicBezTo>
                <a:cubicBezTo>
                  <a:pt x="203933" y="123486"/>
                  <a:pt x="209955" y="99105"/>
                  <a:pt x="198678" y="87863"/>
                </a:cubicBezTo>
                <a:lnTo>
                  <a:pt x="198715" y="87863"/>
                </a:lnTo>
                <a:close/>
                <a:moveTo>
                  <a:pt x="60335" y="62826"/>
                </a:moveTo>
                <a:cubicBezTo>
                  <a:pt x="51832" y="71330"/>
                  <a:pt x="40957" y="74213"/>
                  <a:pt x="36067" y="69323"/>
                </a:cubicBezTo>
                <a:cubicBezTo>
                  <a:pt x="31141" y="64432"/>
                  <a:pt x="34060" y="53519"/>
                  <a:pt x="42527" y="45051"/>
                </a:cubicBezTo>
                <a:cubicBezTo>
                  <a:pt x="51029" y="36584"/>
                  <a:pt x="61904" y="33664"/>
                  <a:pt x="66794" y="38555"/>
                </a:cubicBezTo>
                <a:cubicBezTo>
                  <a:pt x="71721" y="43482"/>
                  <a:pt x="68801" y="54358"/>
                  <a:pt x="60335" y="62826"/>
                </a:cubicBezTo>
                <a:close/>
                <a:moveTo>
                  <a:pt x="133430" y="135567"/>
                </a:moveTo>
                <a:cubicBezTo>
                  <a:pt x="120146" y="148852"/>
                  <a:pt x="103688" y="150567"/>
                  <a:pt x="89273" y="140348"/>
                </a:cubicBezTo>
                <a:lnTo>
                  <a:pt x="81610" y="148013"/>
                </a:lnTo>
                <a:lnTo>
                  <a:pt x="70808" y="137172"/>
                </a:lnTo>
                <a:lnTo>
                  <a:pt x="78472" y="129508"/>
                </a:lnTo>
                <a:cubicBezTo>
                  <a:pt x="68290" y="115018"/>
                  <a:pt x="70297" y="98338"/>
                  <a:pt x="83873" y="84761"/>
                </a:cubicBezTo>
                <a:cubicBezTo>
                  <a:pt x="95222" y="73410"/>
                  <a:pt x="109782" y="71074"/>
                  <a:pt x="121934" y="78630"/>
                </a:cubicBezTo>
                <a:lnTo>
                  <a:pt x="123321" y="79506"/>
                </a:lnTo>
                <a:lnTo>
                  <a:pt x="110403" y="92426"/>
                </a:lnTo>
                <a:lnTo>
                  <a:pt x="109636" y="92097"/>
                </a:lnTo>
                <a:cubicBezTo>
                  <a:pt x="104016" y="89871"/>
                  <a:pt x="98396" y="91185"/>
                  <a:pt x="93798" y="95747"/>
                </a:cubicBezTo>
                <a:cubicBezTo>
                  <a:pt x="87996" y="101514"/>
                  <a:pt x="87230" y="108959"/>
                  <a:pt x="91536" y="116442"/>
                </a:cubicBezTo>
                <a:lnTo>
                  <a:pt x="106389" y="101550"/>
                </a:lnTo>
                <a:lnTo>
                  <a:pt x="117227" y="112391"/>
                </a:lnTo>
                <a:lnTo>
                  <a:pt x="102374" y="127282"/>
                </a:lnTo>
                <a:cubicBezTo>
                  <a:pt x="109819" y="131552"/>
                  <a:pt x="117300" y="130858"/>
                  <a:pt x="122956" y="125165"/>
                </a:cubicBezTo>
                <a:cubicBezTo>
                  <a:pt x="127554" y="120566"/>
                  <a:pt x="128941" y="115018"/>
                  <a:pt x="126824" y="109471"/>
                </a:cubicBezTo>
                <a:lnTo>
                  <a:pt x="126533" y="108704"/>
                </a:lnTo>
                <a:lnTo>
                  <a:pt x="139451" y="95784"/>
                </a:lnTo>
                <a:lnTo>
                  <a:pt x="140326" y="97171"/>
                </a:lnTo>
                <a:cubicBezTo>
                  <a:pt x="147698" y="109215"/>
                  <a:pt x="145034" y="123960"/>
                  <a:pt x="133430" y="135567"/>
                </a:cubicBezTo>
                <a:close/>
              </a:path>
            </a:pathLst>
          </a:custGeom>
          <a:solidFill>
            <a:srgbClr val="007B85"/>
          </a:solidFill>
          <a:ln w="3646" cap="flat">
            <a:noFill/>
            <a:prstDash val="solid"/>
            <a:miter/>
          </a:ln>
        </p:spPr>
        <p:txBody>
          <a:bodyPr rtlCol="0" anchor="ctr"/>
          <a:lstStyle/>
          <a:p>
            <a:endParaRPr lang="en-GR"/>
          </a:p>
        </p:txBody>
      </p:sp>
      <p:grpSp>
        <p:nvGrpSpPr>
          <p:cNvPr id="752" name="Group 751">
            <a:extLst>
              <a:ext uri="{FF2B5EF4-FFF2-40B4-BE49-F238E27FC236}">
                <a16:creationId xmlns:a16="http://schemas.microsoft.com/office/drawing/2014/main" id="{AF787563-3849-9C40-5AD0-6B57BB5685BF}"/>
              </a:ext>
            </a:extLst>
          </p:cNvPr>
          <p:cNvGrpSpPr/>
          <p:nvPr/>
        </p:nvGrpSpPr>
        <p:grpSpPr>
          <a:xfrm>
            <a:off x="10926369" y="4524680"/>
            <a:ext cx="144975" cy="180964"/>
            <a:chOff x="9774211" y="4524680"/>
            <a:chExt cx="144975" cy="180964"/>
          </a:xfrm>
        </p:grpSpPr>
        <p:sp>
          <p:nvSpPr>
            <p:cNvPr id="753" name="Freeform 610">
              <a:extLst>
                <a:ext uri="{FF2B5EF4-FFF2-40B4-BE49-F238E27FC236}">
                  <a16:creationId xmlns:a16="http://schemas.microsoft.com/office/drawing/2014/main" id="{2545E9EB-5C61-EF9A-D0AA-29A4FEF7FAA1}"/>
                </a:ext>
              </a:extLst>
            </p:cNvPr>
            <p:cNvSpPr/>
            <p:nvPr/>
          </p:nvSpPr>
          <p:spPr>
            <a:xfrm>
              <a:off x="9805551" y="4524680"/>
              <a:ext cx="82164" cy="35385"/>
            </a:xfrm>
            <a:custGeom>
              <a:avLst/>
              <a:gdLst>
                <a:gd name="connsiteX0" fmla="*/ 20473 w 92800"/>
                <a:gd name="connsiteY0" fmla="*/ 31936 h 39965"/>
                <a:gd name="connsiteX1" fmla="*/ 20473 w 92800"/>
                <a:gd name="connsiteY1" fmla="*/ 39965 h 39965"/>
                <a:gd name="connsiteX2" fmla="*/ 0 w 92800"/>
                <a:gd name="connsiteY2" fmla="*/ 39965 h 39965"/>
                <a:gd name="connsiteX3" fmla="*/ 0 w 92800"/>
                <a:gd name="connsiteY3" fmla="*/ 31936 h 39965"/>
                <a:gd name="connsiteX4" fmla="*/ 46382 w 92800"/>
                <a:gd name="connsiteY4" fmla="*/ 0 h 39965"/>
                <a:gd name="connsiteX5" fmla="*/ 92801 w 92800"/>
                <a:gd name="connsiteY5" fmla="*/ 31936 h 39965"/>
                <a:gd name="connsiteX6" fmla="*/ 92801 w 92800"/>
                <a:gd name="connsiteY6" fmla="*/ 39965 h 39965"/>
                <a:gd name="connsiteX7" fmla="*/ 72329 w 92800"/>
                <a:gd name="connsiteY7" fmla="*/ 39965 h 39965"/>
                <a:gd name="connsiteX8" fmla="*/ 72329 w 92800"/>
                <a:gd name="connsiteY8" fmla="*/ 31936 h 39965"/>
                <a:gd name="connsiteX9" fmla="*/ 46382 w 92800"/>
                <a:gd name="connsiteY9" fmla="*/ 20475 h 39965"/>
                <a:gd name="connsiteX10" fmla="*/ 20473 w 92800"/>
                <a:gd name="connsiteY10" fmla="*/ 31936 h 39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00" h="39965">
                  <a:moveTo>
                    <a:pt x="20473" y="31936"/>
                  </a:moveTo>
                  <a:lnTo>
                    <a:pt x="20473" y="39965"/>
                  </a:lnTo>
                  <a:lnTo>
                    <a:pt x="0" y="39965"/>
                  </a:lnTo>
                  <a:lnTo>
                    <a:pt x="0" y="31936"/>
                  </a:lnTo>
                  <a:cubicBezTo>
                    <a:pt x="0" y="14015"/>
                    <a:pt x="20400" y="0"/>
                    <a:pt x="46382" y="0"/>
                  </a:cubicBezTo>
                  <a:cubicBezTo>
                    <a:pt x="72365" y="0"/>
                    <a:pt x="92801" y="14015"/>
                    <a:pt x="92801" y="31936"/>
                  </a:cubicBezTo>
                  <a:lnTo>
                    <a:pt x="92801" y="39965"/>
                  </a:lnTo>
                  <a:lnTo>
                    <a:pt x="72329" y="39965"/>
                  </a:lnTo>
                  <a:lnTo>
                    <a:pt x="72329" y="31936"/>
                  </a:lnTo>
                  <a:cubicBezTo>
                    <a:pt x="72329" y="27374"/>
                    <a:pt x="62001" y="20475"/>
                    <a:pt x="46382" y="20475"/>
                  </a:cubicBezTo>
                  <a:cubicBezTo>
                    <a:pt x="30800" y="20475"/>
                    <a:pt x="20473" y="27374"/>
                    <a:pt x="20473" y="31936"/>
                  </a:cubicBezTo>
                  <a:close/>
                </a:path>
              </a:pathLst>
            </a:custGeom>
            <a:solidFill>
              <a:srgbClr val="007B85"/>
            </a:solidFill>
            <a:ln w="3646" cap="flat">
              <a:noFill/>
              <a:prstDash val="solid"/>
              <a:miter/>
            </a:ln>
          </p:spPr>
          <p:txBody>
            <a:bodyPr rtlCol="0" anchor="ctr"/>
            <a:lstStyle/>
            <a:p>
              <a:endParaRPr lang="en-GR"/>
            </a:p>
          </p:txBody>
        </p:sp>
        <p:sp>
          <p:nvSpPr>
            <p:cNvPr id="754" name="Freeform 611">
              <a:extLst>
                <a:ext uri="{FF2B5EF4-FFF2-40B4-BE49-F238E27FC236}">
                  <a16:creationId xmlns:a16="http://schemas.microsoft.com/office/drawing/2014/main" id="{5D283615-8B89-8DF3-821F-FD1B52481F81}"/>
                </a:ext>
              </a:extLst>
            </p:cNvPr>
            <p:cNvSpPr/>
            <p:nvPr/>
          </p:nvSpPr>
          <p:spPr>
            <a:xfrm>
              <a:off x="9774211" y="4569113"/>
              <a:ext cx="144975" cy="136531"/>
            </a:xfrm>
            <a:custGeom>
              <a:avLst/>
              <a:gdLst>
                <a:gd name="connsiteX0" fmla="*/ 146153 w 163742"/>
                <a:gd name="connsiteY0" fmla="*/ 0 h 154204"/>
                <a:gd name="connsiteX1" fmla="*/ 163669 w 163742"/>
                <a:gd name="connsiteY1" fmla="*/ 17556 h 154204"/>
                <a:gd name="connsiteX2" fmla="*/ 163742 w 163742"/>
                <a:gd name="connsiteY2" fmla="*/ 17556 h 154204"/>
                <a:gd name="connsiteX3" fmla="*/ 163742 w 163742"/>
                <a:gd name="connsiteY3" fmla="*/ 130481 h 154204"/>
                <a:gd name="connsiteX4" fmla="*/ 149473 w 163742"/>
                <a:gd name="connsiteY4" fmla="*/ 154205 h 154204"/>
                <a:gd name="connsiteX5" fmla="*/ 14269 w 163742"/>
                <a:gd name="connsiteY5" fmla="*/ 154205 h 154204"/>
                <a:gd name="connsiteX6" fmla="*/ 0 w 163742"/>
                <a:gd name="connsiteY6" fmla="*/ 130481 h 154204"/>
                <a:gd name="connsiteX7" fmla="*/ 0 w 163742"/>
                <a:gd name="connsiteY7" fmla="*/ 17556 h 154204"/>
                <a:gd name="connsiteX8" fmla="*/ 17553 w 163742"/>
                <a:gd name="connsiteY8" fmla="*/ 0 h 154204"/>
                <a:gd name="connsiteX9" fmla="*/ 146153 w 163742"/>
                <a:gd name="connsiteY9" fmla="*/ 0 h 154204"/>
                <a:gd name="connsiteX10" fmla="*/ 29267 w 163742"/>
                <a:gd name="connsiteY10" fmla="*/ 25622 h 154204"/>
                <a:gd name="connsiteX11" fmla="*/ 44557 w 163742"/>
                <a:gd name="connsiteY11" fmla="*/ 34491 h 154204"/>
                <a:gd name="connsiteX12" fmla="*/ 59848 w 163742"/>
                <a:gd name="connsiteY12" fmla="*/ 25622 h 154204"/>
                <a:gd name="connsiteX13" fmla="*/ 44557 w 163742"/>
                <a:gd name="connsiteY13" fmla="*/ 16789 h 154204"/>
                <a:gd name="connsiteX14" fmla="*/ 29267 w 163742"/>
                <a:gd name="connsiteY14" fmla="*/ 25622 h 154204"/>
                <a:gd name="connsiteX15" fmla="*/ 103785 w 163742"/>
                <a:gd name="connsiteY15" fmla="*/ 25622 h 154204"/>
                <a:gd name="connsiteX16" fmla="*/ 119075 w 163742"/>
                <a:gd name="connsiteY16" fmla="*/ 34491 h 154204"/>
                <a:gd name="connsiteX17" fmla="*/ 134365 w 163742"/>
                <a:gd name="connsiteY17" fmla="*/ 25622 h 154204"/>
                <a:gd name="connsiteX18" fmla="*/ 119075 w 163742"/>
                <a:gd name="connsiteY18" fmla="*/ 16789 h 154204"/>
                <a:gd name="connsiteX19" fmla="*/ 103785 w 163742"/>
                <a:gd name="connsiteY19" fmla="*/ 25622 h 154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3742" h="154204">
                  <a:moveTo>
                    <a:pt x="146153" y="0"/>
                  </a:moveTo>
                  <a:cubicBezTo>
                    <a:pt x="155823" y="0"/>
                    <a:pt x="163669" y="7884"/>
                    <a:pt x="163669" y="17556"/>
                  </a:cubicBezTo>
                  <a:lnTo>
                    <a:pt x="163742" y="17556"/>
                  </a:lnTo>
                  <a:lnTo>
                    <a:pt x="163742" y="130481"/>
                  </a:lnTo>
                  <a:cubicBezTo>
                    <a:pt x="163742" y="138656"/>
                    <a:pt x="160312" y="154205"/>
                    <a:pt x="149473" y="154205"/>
                  </a:cubicBezTo>
                  <a:lnTo>
                    <a:pt x="14269" y="154205"/>
                  </a:lnTo>
                  <a:cubicBezTo>
                    <a:pt x="3430" y="154205"/>
                    <a:pt x="0" y="138656"/>
                    <a:pt x="0" y="130481"/>
                  </a:cubicBezTo>
                  <a:lnTo>
                    <a:pt x="0" y="17556"/>
                  </a:lnTo>
                  <a:cubicBezTo>
                    <a:pt x="0" y="7884"/>
                    <a:pt x="7883" y="0"/>
                    <a:pt x="17553" y="0"/>
                  </a:cubicBezTo>
                  <a:lnTo>
                    <a:pt x="146153" y="0"/>
                  </a:lnTo>
                  <a:close/>
                  <a:moveTo>
                    <a:pt x="29267" y="25622"/>
                  </a:moveTo>
                  <a:cubicBezTo>
                    <a:pt x="29267" y="30549"/>
                    <a:pt x="36128" y="34491"/>
                    <a:pt x="44557" y="34491"/>
                  </a:cubicBezTo>
                  <a:cubicBezTo>
                    <a:pt x="52987" y="34491"/>
                    <a:pt x="59848" y="30512"/>
                    <a:pt x="59848" y="25622"/>
                  </a:cubicBezTo>
                  <a:cubicBezTo>
                    <a:pt x="59848" y="20767"/>
                    <a:pt x="52987" y="16789"/>
                    <a:pt x="44557" y="16789"/>
                  </a:cubicBezTo>
                  <a:cubicBezTo>
                    <a:pt x="36128" y="16789"/>
                    <a:pt x="29267" y="20731"/>
                    <a:pt x="29267" y="25622"/>
                  </a:cubicBezTo>
                  <a:close/>
                  <a:moveTo>
                    <a:pt x="103785" y="25622"/>
                  </a:moveTo>
                  <a:cubicBezTo>
                    <a:pt x="103785" y="30549"/>
                    <a:pt x="110645" y="34491"/>
                    <a:pt x="119075" y="34491"/>
                  </a:cubicBezTo>
                  <a:cubicBezTo>
                    <a:pt x="127505" y="34491"/>
                    <a:pt x="134365" y="30512"/>
                    <a:pt x="134365" y="25622"/>
                  </a:cubicBezTo>
                  <a:cubicBezTo>
                    <a:pt x="134365" y="20767"/>
                    <a:pt x="127505" y="16789"/>
                    <a:pt x="119075" y="16789"/>
                  </a:cubicBezTo>
                  <a:cubicBezTo>
                    <a:pt x="110645" y="16789"/>
                    <a:pt x="103785" y="20731"/>
                    <a:pt x="103785" y="25622"/>
                  </a:cubicBezTo>
                  <a:close/>
                </a:path>
              </a:pathLst>
            </a:custGeom>
            <a:solidFill>
              <a:srgbClr val="007B85"/>
            </a:solidFill>
            <a:ln w="3646" cap="flat">
              <a:noFill/>
              <a:prstDash val="solid"/>
              <a:miter/>
            </a:ln>
          </p:spPr>
          <p:txBody>
            <a:bodyPr rtlCol="0" anchor="ctr"/>
            <a:lstStyle/>
            <a:p>
              <a:endParaRPr lang="en-GR"/>
            </a:p>
          </p:txBody>
        </p:sp>
      </p:grpSp>
      <p:grpSp>
        <p:nvGrpSpPr>
          <p:cNvPr id="755" name="Group 754">
            <a:extLst>
              <a:ext uri="{FF2B5EF4-FFF2-40B4-BE49-F238E27FC236}">
                <a16:creationId xmlns:a16="http://schemas.microsoft.com/office/drawing/2014/main" id="{6DBA2649-809D-EEC5-2F98-69C14C0A8C52}"/>
              </a:ext>
            </a:extLst>
          </p:cNvPr>
          <p:cNvGrpSpPr/>
          <p:nvPr/>
        </p:nvGrpSpPr>
        <p:grpSpPr>
          <a:xfrm>
            <a:off x="5582270" y="4857524"/>
            <a:ext cx="180936" cy="180964"/>
            <a:chOff x="4430114" y="4857524"/>
            <a:chExt cx="180936" cy="180964"/>
          </a:xfrm>
        </p:grpSpPr>
        <p:sp>
          <p:nvSpPr>
            <p:cNvPr id="756" name="Freeform 612">
              <a:extLst>
                <a:ext uri="{FF2B5EF4-FFF2-40B4-BE49-F238E27FC236}">
                  <a16:creationId xmlns:a16="http://schemas.microsoft.com/office/drawing/2014/main" id="{FB3E84EA-8C18-2645-E5B2-AB58D6EC29A0}"/>
                </a:ext>
              </a:extLst>
            </p:cNvPr>
            <p:cNvSpPr/>
            <p:nvPr/>
          </p:nvSpPr>
          <p:spPr>
            <a:xfrm>
              <a:off x="4487829" y="4915691"/>
              <a:ext cx="9515" cy="9532"/>
            </a:xfrm>
            <a:custGeom>
              <a:avLst/>
              <a:gdLst>
                <a:gd name="connsiteX0" fmla="*/ 5372 w 10747"/>
                <a:gd name="connsiteY0" fmla="*/ 10767 h 10766"/>
                <a:gd name="connsiteX1" fmla="*/ 10747 w 10747"/>
                <a:gd name="connsiteY1" fmla="*/ 5402 h 10766"/>
                <a:gd name="connsiteX2" fmla="*/ 5372 w 10747"/>
                <a:gd name="connsiteY2" fmla="*/ 0 h 10766"/>
                <a:gd name="connsiteX3" fmla="*/ 0 w 10747"/>
                <a:gd name="connsiteY3" fmla="*/ 5402 h 10766"/>
                <a:gd name="connsiteX4" fmla="*/ 5372 w 10747"/>
                <a:gd name="connsiteY4" fmla="*/ 10767 h 10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47" h="10766">
                  <a:moveTo>
                    <a:pt x="5372" y="10767"/>
                  </a:moveTo>
                  <a:cubicBezTo>
                    <a:pt x="8342" y="10767"/>
                    <a:pt x="10747" y="8358"/>
                    <a:pt x="10747" y="5402"/>
                  </a:cubicBezTo>
                  <a:cubicBezTo>
                    <a:pt x="10747" y="2409"/>
                    <a:pt x="8342" y="0"/>
                    <a:pt x="5372" y="0"/>
                  </a:cubicBezTo>
                  <a:cubicBezTo>
                    <a:pt x="2405" y="0"/>
                    <a:pt x="0" y="2409"/>
                    <a:pt x="0" y="5402"/>
                  </a:cubicBezTo>
                  <a:cubicBezTo>
                    <a:pt x="0" y="8358"/>
                    <a:pt x="2405" y="10767"/>
                    <a:pt x="5372" y="10767"/>
                  </a:cubicBezTo>
                  <a:close/>
                </a:path>
              </a:pathLst>
            </a:custGeom>
            <a:solidFill>
              <a:srgbClr val="007B85"/>
            </a:solidFill>
            <a:ln w="3646" cap="flat">
              <a:noFill/>
              <a:prstDash val="solid"/>
              <a:miter/>
            </a:ln>
          </p:spPr>
          <p:txBody>
            <a:bodyPr rtlCol="0" anchor="ctr"/>
            <a:lstStyle/>
            <a:p>
              <a:endParaRPr lang="en-GR"/>
            </a:p>
          </p:txBody>
        </p:sp>
        <p:sp>
          <p:nvSpPr>
            <p:cNvPr id="757" name="Freeform 613">
              <a:extLst>
                <a:ext uri="{FF2B5EF4-FFF2-40B4-BE49-F238E27FC236}">
                  <a16:creationId xmlns:a16="http://schemas.microsoft.com/office/drawing/2014/main" id="{393264C4-F689-ABAA-713D-71AD5645BA7C}"/>
                </a:ext>
              </a:extLst>
            </p:cNvPr>
            <p:cNvSpPr/>
            <p:nvPr/>
          </p:nvSpPr>
          <p:spPr>
            <a:xfrm>
              <a:off x="4542779" y="4970498"/>
              <a:ext cx="9515" cy="9500"/>
            </a:xfrm>
            <a:custGeom>
              <a:avLst/>
              <a:gdLst>
                <a:gd name="connsiteX0" fmla="*/ 5375 w 10747"/>
                <a:gd name="connsiteY0" fmla="*/ 0 h 10730"/>
                <a:gd name="connsiteX1" fmla="*/ 0 w 10747"/>
                <a:gd name="connsiteY1" fmla="*/ 5366 h 10730"/>
                <a:gd name="connsiteX2" fmla="*/ 5375 w 10747"/>
                <a:gd name="connsiteY2" fmla="*/ 10731 h 10730"/>
                <a:gd name="connsiteX3" fmla="*/ 10747 w 10747"/>
                <a:gd name="connsiteY3" fmla="*/ 5366 h 10730"/>
                <a:gd name="connsiteX4" fmla="*/ 5375 w 10747"/>
                <a:gd name="connsiteY4" fmla="*/ 0 h 10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47" h="10730">
                  <a:moveTo>
                    <a:pt x="5375" y="0"/>
                  </a:moveTo>
                  <a:cubicBezTo>
                    <a:pt x="2405" y="0"/>
                    <a:pt x="0" y="2372"/>
                    <a:pt x="0" y="5366"/>
                  </a:cubicBezTo>
                  <a:cubicBezTo>
                    <a:pt x="0" y="8322"/>
                    <a:pt x="2405" y="10731"/>
                    <a:pt x="5375" y="10731"/>
                  </a:cubicBezTo>
                  <a:cubicBezTo>
                    <a:pt x="8342" y="10731"/>
                    <a:pt x="10747" y="8322"/>
                    <a:pt x="10747" y="5366"/>
                  </a:cubicBezTo>
                  <a:cubicBezTo>
                    <a:pt x="10747" y="2372"/>
                    <a:pt x="8342" y="0"/>
                    <a:pt x="5375" y="0"/>
                  </a:cubicBezTo>
                  <a:close/>
                </a:path>
              </a:pathLst>
            </a:custGeom>
            <a:solidFill>
              <a:srgbClr val="007B85"/>
            </a:solidFill>
            <a:ln w="3646" cap="flat">
              <a:noFill/>
              <a:prstDash val="solid"/>
              <a:miter/>
            </a:ln>
          </p:spPr>
          <p:txBody>
            <a:bodyPr rtlCol="0" anchor="ctr"/>
            <a:lstStyle/>
            <a:p>
              <a:endParaRPr lang="en-GR"/>
            </a:p>
          </p:txBody>
        </p:sp>
        <p:sp>
          <p:nvSpPr>
            <p:cNvPr id="758" name="Freeform 614">
              <a:extLst>
                <a:ext uri="{FF2B5EF4-FFF2-40B4-BE49-F238E27FC236}">
                  <a16:creationId xmlns:a16="http://schemas.microsoft.com/office/drawing/2014/main" id="{008A1084-4492-2730-33F1-8A09D6CC5E49}"/>
                </a:ext>
              </a:extLst>
            </p:cNvPr>
            <p:cNvSpPr/>
            <p:nvPr/>
          </p:nvSpPr>
          <p:spPr>
            <a:xfrm>
              <a:off x="4430114" y="4857524"/>
              <a:ext cx="180936" cy="180964"/>
            </a:xfrm>
            <a:custGeom>
              <a:avLst/>
              <a:gdLst>
                <a:gd name="connsiteX0" fmla="*/ 0 w 204358"/>
                <a:gd name="connsiteY0" fmla="*/ 102195 h 204389"/>
                <a:gd name="connsiteX1" fmla="*/ 102179 w 204358"/>
                <a:gd name="connsiteY1" fmla="*/ 0 h 204389"/>
                <a:gd name="connsiteX2" fmla="*/ 204358 w 204358"/>
                <a:gd name="connsiteY2" fmla="*/ 102195 h 204389"/>
                <a:gd name="connsiteX3" fmla="*/ 102179 w 204358"/>
                <a:gd name="connsiteY3" fmla="*/ 204390 h 204389"/>
                <a:gd name="connsiteX4" fmla="*/ 0 w 204358"/>
                <a:gd name="connsiteY4" fmla="*/ 102195 h 204389"/>
                <a:gd name="connsiteX5" fmla="*/ 91279 w 204358"/>
                <a:gd name="connsiteY5" fmla="*/ 71171 h 204389"/>
                <a:gd name="connsiteX6" fmla="*/ 70558 w 204358"/>
                <a:gd name="connsiteY6" fmla="*/ 50477 h 204389"/>
                <a:gd name="connsiteX7" fmla="*/ 49834 w 204358"/>
                <a:gd name="connsiteY7" fmla="*/ 71171 h 204389"/>
                <a:gd name="connsiteX8" fmla="*/ 70558 w 204358"/>
                <a:gd name="connsiteY8" fmla="*/ 91903 h 204389"/>
                <a:gd name="connsiteX9" fmla="*/ 91279 w 204358"/>
                <a:gd name="connsiteY9" fmla="*/ 71171 h 204389"/>
                <a:gd name="connsiteX10" fmla="*/ 111952 w 204358"/>
                <a:gd name="connsiteY10" fmla="*/ 132890 h 204389"/>
                <a:gd name="connsiteX11" fmla="*/ 132676 w 204358"/>
                <a:gd name="connsiteY11" fmla="*/ 153621 h 204389"/>
                <a:gd name="connsiteX12" fmla="*/ 153397 w 204358"/>
                <a:gd name="connsiteY12" fmla="*/ 132890 h 204389"/>
                <a:gd name="connsiteX13" fmla="*/ 132676 w 204358"/>
                <a:gd name="connsiteY13" fmla="*/ 112195 h 204389"/>
                <a:gd name="connsiteX14" fmla="*/ 111952 w 204358"/>
                <a:gd name="connsiteY14" fmla="*/ 132890 h 204389"/>
                <a:gd name="connsiteX15" fmla="*/ 56027 w 204358"/>
                <a:gd name="connsiteY15" fmla="*/ 162855 h 204389"/>
                <a:gd name="connsiteX16" fmla="*/ 162761 w 204358"/>
                <a:gd name="connsiteY16" fmla="*/ 55769 h 204389"/>
                <a:gd name="connsiteX17" fmla="*/ 148331 w 204358"/>
                <a:gd name="connsiteY17" fmla="*/ 41608 h 204389"/>
                <a:gd name="connsiteX18" fmla="*/ 41598 w 204358"/>
                <a:gd name="connsiteY18" fmla="*/ 148657 h 204389"/>
                <a:gd name="connsiteX19" fmla="*/ 56027 w 204358"/>
                <a:gd name="connsiteY19" fmla="*/ 162855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4358" h="204389">
                  <a:moveTo>
                    <a:pt x="0" y="102195"/>
                  </a:moveTo>
                  <a:cubicBezTo>
                    <a:pt x="0" y="45769"/>
                    <a:pt x="45743" y="0"/>
                    <a:pt x="102179" y="0"/>
                  </a:cubicBezTo>
                  <a:cubicBezTo>
                    <a:pt x="158615" y="0"/>
                    <a:pt x="204358" y="45769"/>
                    <a:pt x="204358" y="102195"/>
                  </a:cubicBezTo>
                  <a:cubicBezTo>
                    <a:pt x="204358" y="158657"/>
                    <a:pt x="158615" y="204390"/>
                    <a:pt x="102179" y="204390"/>
                  </a:cubicBezTo>
                  <a:cubicBezTo>
                    <a:pt x="45743" y="204390"/>
                    <a:pt x="0" y="158657"/>
                    <a:pt x="0" y="102195"/>
                  </a:cubicBezTo>
                  <a:close/>
                  <a:moveTo>
                    <a:pt x="91279" y="71171"/>
                  </a:moveTo>
                  <a:cubicBezTo>
                    <a:pt x="91279" y="59711"/>
                    <a:pt x="81970" y="50477"/>
                    <a:pt x="70558" y="50477"/>
                  </a:cubicBezTo>
                  <a:cubicBezTo>
                    <a:pt x="59096" y="50477"/>
                    <a:pt x="49834" y="59711"/>
                    <a:pt x="49834" y="71171"/>
                  </a:cubicBezTo>
                  <a:cubicBezTo>
                    <a:pt x="49834" y="82632"/>
                    <a:pt x="59096" y="91903"/>
                    <a:pt x="70558" y="91903"/>
                  </a:cubicBezTo>
                  <a:cubicBezTo>
                    <a:pt x="82021" y="91903"/>
                    <a:pt x="91279" y="82632"/>
                    <a:pt x="91279" y="71171"/>
                  </a:cubicBezTo>
                  <a:close/>
                  <a:moveTo>
                    <a:pt x="111952" y="132890"/>
                  </a:moveTo>
                  <a:cubicBezTo>
                    <a:pt x="111952" y="144350"/>
                    <a:pt x="121265" y="153621"/>
                    <a:pt x="132676" y="153621"/>
                  </a:cubicBezTo>
                  <a:cubicBezTo>
                    <a:pt x="144135" y="153621"/>
                    <a:pt x="153397" y="144350"/>
                    <a:pt x="153397" y="132890"/>
                  </a:cubicBezTo>
                  <a:cubicBezTo>
                    <a:pt x="153397" y="121429"/>
                    <a:pt x="144135" y="112195"/>
                    <a:pt x="132676" y="112195"/>
                  </a:cubicBezTo>
                  <a:cubicBezTo>
                    <a:pt x="121214" y="112195"/>
                    <a:pt x="111952" y="121429"/>
                    <a:pt x="111952" y="132890"/>
                  </a:cubicBezTo>
                  <a:close/>
                  <a:moveTo>
                    <a:pt x="56027" y="162855"/>
                  </a:moveTo>
                  <a:lnTo>
                    <a:pt x="162761" y="55769"/>
                  </a:lnTo>
                  <a:cubicBezTo>
                    <a:pt x="168231" y="50295"/>
                    <a:pt x="153922" y="36024"/>
                    <a:pt x="148331" y="41608"/>
                  </a:cubicBezTo>
                  <a:lnTo>
                    <a:pt x="41598" y="148657"/>
                  </a:lnTo>
                  <a:cubicBezTo>
                    <a:pt x="36128" y="154132"/>
                    <a:pt x="50436" y="168439"/>
                    <a:pt x="56027" y="162855"/>
                  </a:cubicBezTo>
                  <a:close/>
                </a:path>
              </a:pathLst>
            </a:custGeom>
            <a:solidFill>
              <a:srgbClr val="007B85"/>
            </a:solidFill>
            <a:ln w="3646" cap="flat">
              <a:noFill/>
              <a:prstDash val="solid"/>
              <a:miter/>
            </a:ln>
          </p:spPr>
          <p:txBody>
            <a:bodyPr rtlCol="0" anchor="ctr"/>
            <a:lstStyle/>
            <a:p>
              <a:endParaRPr lang="en-GR"/>
            </a:p>
          </p:txBody>
        </p:sp>
      </p:grpSp>
      <p:grpSp>
        <p:nvGrpSpPr>
          <p:cNvPr id="759" name="Group 758">
            <a:extLst>
              <a:ext uri="{FF2B5EF4-FFF2-40B4-BE49-F238E27FC236}">
                <a16:creationId xmlns:a16="http://schemas.microsoft.com/office/drawing/2014/main" id="{DCC43A3B-67F3-C24A-8EAD-03ED6817EB96}"/>
              </a:ext>
            </a:extLst>
          </p:cNvPr>
          <p:cNvGrpSpPr/>
          <p:nvPr/>
        </p:nvGrpSpPr>
        <p:grpSpPr>
          <a:xfrm>
            <a:off x="5918295" y="4863889"/>
            <a:ext cx="174474" cy="170462"/>
            <a:chOff x="4766139" y="4863889"/>
            <a:chExt cx="174474" cy="170462"/>
          </a:xfrm>
        </p:grpSpPr>
        <p:sp>
          <p:nvSpPr>
            <p:cNvPr id="760" name="Freeform 615">
              <a:extLst>
                <a:ext uri="{FF2B5EF4-FFF2-40B4-BE49-F238E27FC236}">
                  <a16:creationId xmlns:a16="http://schemas.microsoft.com/office/drawing/2014/main" id="{11566EA0-D00D-6169-617E-02743186F8BE}"/>
                </a:ext>
              </a:extLst>
            </p:cNvPr>
            <p:cNvSpPr/>
            <p:nvPr/>
          </p:nvSpPr>
          <p:spPr>
            <a:xfrm>
              <a:off x="4770249" y="4863889"/>
              <a:ext cx="166208" cy="166446"/>
            </a:xfrm>
            <a:custGeom>
              <a:avLst/>
              <a:gdLst>
                <a:gd name="connsiteX0" fmla="*/ 186331 w 187723"/>
                <a:gd name="connsiteY0" fmla="*/ 17630 h 187992"/>
                <a:gd name="connsiteX1" fmla="*/ 17849 w 187723"/>
                <a:gd name="connsiteY1" fmla="*/ 186543 h 187992"/>
                <a:gd name="connsiteX2" fmla="*/ 1391 w 187723"/>
                <a:gd name="connsiteY2" fmla="*/ 170338 h 187992"/>
                <a:gd name="connsiteX3" fmla="*/ 169877 w 187723"/>
                <a:gd name="connsiteY3" fmla="*/ 1461 h 187992"/>
                <a:gd name="connsiteX4" fmla="*/ 186331 w 187723"/>
                <a:gd name="connsiteY4" fmla="*/ 17630 h 187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723" h="187992">
                  <a:moveTo>
                    <a:pt x="186331" y="17630"/>
                  </a:moveTo>
                  <a:lnTo>
                    <a:pt x="17849" y="186543"/>
                  </a:lnTo>
                  <a:cubicBezTo>
                    <a:pt x="11470" y="192894"/>
                    <a:pt x="-4831" y="176689"/>
                    <a:pt x="1391" y="170338"/>
                  </a:cubicBezTo>
                  <a:lnTo>
                    <a:pt x="169877" y="1461"/>
                  </a:lnTo>
                  <a:cubicBezTo>
                    <a:pt x="176256" y="-4926"/>
                    <a:pt x="192557" y="11316"/>
                    <a:pt x="186331" y="17630"/>
                  </a:cubicBezTo>
                  <a:close/>
                </a:path>
              </a:pathLst>
            </a:custGeom>
            <a:solidFill>
              <a:srgbClr val="007B85"/>
            </a:solidFill>
            <a:ln w="3646" cap="flat">
              <a:noFill/>
              <a:prstDash val="solid"/>
              <a:miter/>
            </a:ln>
          </p:spPr>
          <p:txBody>
            <a:bodyPr rtlCol="0" anchor="ctr"/>
            <a:lstStyle/>
            <a:p>
              <a:endParaRPr lang="en-GR"/>
            </a:p>
          </p:txBody>
        </p:sp>
        <p:sp>
          <p:nvSpPr>
            <p:cNvPr id="761" name="Freeform 616">
              <a:extLst>
                <a:ext uri="{FF2B5EF4-FFF2-40B4-BE49-F238E27FC236}">
                  <a16:creationId xmlns:a16="http://schemas.microsoft.com/office/drawing/2014/main" id="{0263BC8A-6799-131B-82F0-3945E72AC740}"/>
                </a:ext>
              </a:extLst>
            </p:cNvPr>
            <p:cNvSpPr/>
            <p:nvPr/>
          </p:nvSpPr>
          <p:spPr>
            <a:xfrm>
              <a:off x="4863628" y="4957345"/>
              <a:ext cx="76985" cy="77006"/>
            </a:xfrm>
            <a:custGeom>
              <a:avLst/>
              <a:gdLst>
                <a:gd name="connsiteX0" fmla="*/ 43477 w 86950"/>
                <a:gd name="connsiteY0" fmla="*/ 0 h 86974"/>
                <a:gd name="connsiteX1" fmla="*/ 0 w 86950"/>
                <a:gd name="connsiteY1" fmla="*/ 43469 h 86974"/>
                <a:gd name="connsiteX2" fmla="*/ 43477 w 86950"/>
                <a:gd name="connsiteY2" fmla="*/ 86975 h 86974"/>
                <a:gd name="connsiteX3" fmla="*/ 86951 w 86950"/>
                <a:gd name="connsiteY3" fmla="*/ 43469 h 86974"/>
                <a:gd name="connsiteX4" fmla="*/ 43477 w 86950"/>
                <a:gd name="connsiteY4" fmla="*/ 0 h 86974"/>
                <a:gd name="connsiteX5" fmla="*/ 43477 w 86950"/>
                <a:gd name="connsiteY5" fmla="*/ 63397 h 86974"/>
                <a:gd name="connsiteX6" fmla="*/ 23578 w 86950"/>
                <a:gd name="connsiteY6" fmla="*/ 43469 h 86974"/>
                <a:gd name="connsiteX7" fmla="*/ 43477 w 86950"/>
                <a:gd name="connsiteY7" fmla="*/ 23578 h 86974"/>
                <a:gd name="connsiteX8" fmla="*/ 63373 w 86950"/>
                <a:gd name="connsiteY8" fmla="*/ 43469 h 86974"/>
                <a:gd name="connsiteX9" fmla="*/ 43477 w 86950"/>
                <a:gd name="connsiteY9" fmla="*/ 63397 h 8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950" h="86974">
                  <a:moveTo>
                    <a:pt x="43477" y="0"/>
                  </a:moveTo>
                  <a:cubicBezTo>
                    <a:pt x="19472" y="0"/>
                    <a:pt x="0" y="19490"/>
                    <a:pt x="0" y="43469"/>
                  </a:cubicBezTo>
                  <a:cubicBezTo>
                    <a:pt x="0" y="67485"/>
                    <a:pt x="19472" y="86975"/>
                    <a:pt x="43477" y="86975"/>
                  </a:cubicBezTo>
                  <a:cubicBezTo>
                    <a:pt x="67478" y="86975"/>
                    <a:pt x="86951" y="67485"/>
                    <a:pt x="86951" y="43469"/>
                  </a:cubicBezTo>
                  <a:cubicBezTo>
                    <a:pt x="86951" y="19490"/>
                    <a:pt x="67478" y="0"/>
                    <a:pt x="43477" y="0"/>
                  </a:cubicBezTo>
                  <a:close/>
                  <a:moveTo>
                    <a:pt x="43477" y="63397"/>
                  </a:moveTo>
                  <a:cubicBezTo>
                    <a:pt x="32489" y="63397"/>
                    <a:pt x="23578" y="54455"/>
                    <a:pt x="23578" y="43469"/>
                  </a:cubicBezTo>
                  <a:cubicBezTo>
                    <a:pt x="23578" y="32483"/>
                    <a:pt x="32489" y="23578"/>
                    <a:pt x="43477" y="23578"/>
                  </a:cubicBezTo>
                  <a:cubicBezTo>
                    <a:pt x="54461" y="23578"/>
                    <a:pt x="63373" y="32483"/>
                    <a:pt x="63373" y="43469"/>
                  </a:cubicBezTo>
                  <a:cubicBezTo>
                    <a:pt x="63373" y="54455"/>
                    <a:pt x="54461" y="63397"/>
                    <a:pt x="43477" y="63397"/>
                  </a:cubicBezTo>
                  <a:close/>
                </a:path>
              </a:pathLst>
            </a:custGeom>
            <a:solidFill>
              <a:srgbClr val="007B85"/>
            </a:solidFill>
            <a:ln w="3646" cap="flat">
              <a:noFill/>
              <a:prstDash val="solid"/>
              <a:miter/>
            </a:ln>
          </p:spPr>
          <p:txBody>
            <a:bodyPr rtlCol="0" anchor="ctr"/>
            <a:lstStyle/>
            <a:p>
              <a:endParaRPr lang="en-GR"/>
            </a:p>
          </p:txBody>
        </p:sp>
        <p:sp>
          <p:nvSpPr>
            <p:cNvPr id="762" name="Freeform 617">
              <a:extLst>
                <a:ext uri="{FF2B5EF4-FFF2-40B4-BE49-F238E27FC236}">
                  <a16:creationId xmlns:a16="http://schemas.microsoft.com/office/drawing/2014/main" id="{EE26E695-DFE9-C607-433C-B20EDF501B1C}"/>
                </a:ext>
              </a:extLst>
            </p:cNvPr>
            <p:cNvSpPr/>
            <p:nvPr/>
          </p:nvSpPr>
          <p:spPr>
            <a:xfrm>
              <a:off x="4766139" y="4864020"/>
              <a:ext cx="76988" cy="77006"/>
            </a:xfrm>
            <a:custGeom>
              <a:avLst/>
              <a:gdLst>
                <a:gd name="connsiteX0" fmla="*/ 0 w 86954"/>
                <a:gd name="connsiteY0" fmla="*/ 43469 h 86974"/>
                <a:gd name="connsiteX1" fmla="*/ 43477 w 86954"/>
                <a:gd name="connsiteY1" fmla="*/ 0 h 86974"/>
                <a:gd name="connsiteX2" fmla="*/ 86955 w 86954"/>
                <a:gd name="connsiteY2" fmla="*/ 43469 h 86974"/>
                <a:gd name="connsiteX3" fmla="*/ 43477 w 86954"/>
                <a:gd name="connsiteY3" fmla="*/ 86975 h 86974"/>
                <a:gd name="connsiteX4" fmla="*/ 0 w 86954"/>
                <a:gd name="connsiteY4" fmla="*/ 43469 h 86974"/>
                <a:gd name="connsiteX5" fmla="*/ 23578 w 86954"/>
                <a:gd name="connsiteY5" fmla="*/ 43469 h 86974"/>
                <a:gd name="connsiteX6" fmla="*/ 43477 w 86954"/>
                <a:gd name="connsiteY6" fmla="*/ 63397 h 86974"/>
                <a:gd name="connsiteX7" fmla="*/ 63377 w 86954"/>
                <a:gd name="connsiteY7" fmla="*/ 43469 h 86974"/>
                <a:gd name="connsiteX8" fmla="*/ 43477 w 86954"/>
                <a:gd name="connsiteY8" fmla="*/ 23578 h 86974"/>
                <a:gd name="connsiteX9" fmla="*/ 23578 w 86954"/>
                <a:gd name="connsiteY9" fmla="*/ 43469 h 8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954" h="86974">
                  <a:moveTo>
                    <a:pt x="0" y="43469"/>
                  </a:moveTo>
                  <a:cubicBezTo>
                    <a:pt x="0" y="19490"/>
                    <a:pt x="19476" y="0"/>
                    <a:pt x="43477" y="0"/>
                  </a:cubicBezTo>
                  <a:cubicBezTo>
                    <a:pt x="67478" y="0"/>
                    <a:pt x="86955" y="19490"/>
                    <a:pt x="86955" y="43469"/>
                  </a:cubicBezTo>
                  <a:cubicBezTo>
                    <a:pt x="86955" y="67485"/>
                    <a:pt x="67478" y="86975"/>
                    <a:pt x="43477" y="86975"/>
                  </a:cubicBezTo>
                  <a:cubicBezTo>
                    <a:pt x="19476" y="86975"/>
                    <a:pt x="0" y="67485"/>
                    <a:pt x="0" y="43469"/>
                  </a:cubicBezTo>
                  <a:close/>
                  <a:moveTo>
                    <a:pt x="23578" y="43469"/>
                  </a:moveTo>
                  <a:cubicBezTo>
                    <a:pt x="23578" y="54455"/>
                    <a:pt x="32489" y="63397"/>
                    <a:pt x="43477" y="63397"/>
                  </a:cubicBezTo>
                  <a:cubicBezTo>
                    <a:pt x="54465" y="63397"/>
                    <a:pt x="63377" y="54455"/>
                    <a:pt x="63377" y="43469"/>
                  </a:cubicBezTo>
                  <a:cubicBezTo>
                    <a:pt x="63377" y="32483"/>
                    <a:pt x="54465" y="23578"/>
                    <a:pt x="43477" y="23578"/>
                  </a:cubicBezTo>
                  <a:cubicBezTo>
                    <a:pt x="32489" y="23578"/>
                    <a:pt x="23578" y="32483"/>
                    <a:pt x="23578" y="43469"/>
                  </a:cubicBezTo>
                  <a:close/>
                </a:path>
              </a:pathLst>
            </a:custGeom>
            <a:solidFill>
              <a:srgbClr val="007B85"/>
            </a:solidFill>
            <a:ln w="3646" cap="flat">
              <a:noFill/>
              <a:prstDash val="solid"/>
              <a:miter/>
            </a:ln>
          </p:spPr>
          <p:txBody>
            <a:bodyPr rtlCol="0" anchor="ctr"/>
            <a:lstStyle/>
            <a:p>
              <a:endParaRPr lang="en-GR"/>
            </a:p>
          </p:txBody>
        </p:sp>
      </p:grpSp>
      <p:sp>
        <p:nvSpPr>
          <p:cNvPr id="763" name="Freeform 618">
            <a:extLst>
              <a:ext uri="{FF2B5EF4-FFF2-40B4-BE49-F238E27FC236}">
                <a16:creationId xmlns:a16="http://schemas.microsoft.com/office/drawing/2014/main" id="{C2FF0AD4-FEE2-4A71-DD2F-CA4EE8E23BF0}"/>
              </a:ext>
            </a:extLst>
          </p:cNvPr>
          <p:cNvSpPr/>
          <p:nvPr/>
        </p:nvSpPr>
        <p:spPr>
          <a:xfrm>
            <a:off x="6247860" y="4857513"/>
            <a:ext cx="180936" cy="180976"/>
          </a:xfrm>
          <a:custGeom>
            <a:avLst/>
            <a:gdLst>
              <a:gd name="connsiteX0" fmla="*/ 198705 w 204357"/>
              <a:gd name="connsiteY0" fmla="*/ 87863 h 204403"/>
              <a:gd name="connsiteX1" fmla="*/ 115330 w 204357"/>
              <a:gd name="connsiteY1" fmla="*/ 4465 h 204403"/>
              <a:gd name="connsiteX2" fmla="*/ 115228 w 204357"/>
              <a:gd name="connsiteY2" fmla="*/ 4575 h 204403"/>
              <a:gd name="connsiteX3" fmla="*/ 99748 w 204357"/>
              <a:gd name="connsiteY3" fmla="*/ 232 h 204403"/>
              <a:gd name="connsiteX4" fmla="*/ 25723 w 204357"/>
              <a:gd name="connsiteY4" fmla="*/ 11217 h 204403"/>
              <a:gd name="connsiteX5" fmla="*/ 11264 w 204357"/>
              <a:gd name="connsiteY5" fmla="*/ 25744 h 204403"/>
              <a:gd name="connsiteX6" fmla="*/ 229 w 204357"/>
              <a:gd name="connsiteY6" fmla="*/ 99725 h 204403"/>
              <a:gd name="connsiteX7" fmla="*/ 4572 w 204357"/>
              <a:gd name="connsiteY7" fmla="*/ 115201 h 204403"/>
              <a:gd name="connsiteX8" fmla="*/ 4469 w 204357"/>
              <a:gd name="connsiteY8" fmla="*/ 115310 h 204403"/>
              <a:gd name="connsiteX9" fmla="*/ 87844 w 204357"/>
              <a:gd name="connsiteY9" fmla="*/ 198708 h 204403"/>
              <a:gd name="connsiteX10" fmla="*/ 145320 w 204357"/>
              <a:gd name="connsiteY10" fmla="*/ 183635 h 204403"/>
              <a:gd name="connsiteX11" fmla="*/ 185473 w 204357"/>
              <a:gd name="connsiteY11" fmla="*/ 143377 h 204403"/>
              <a:gd name="connsiteX12" fmla="*/ 198654 w 204357"/>
              <a:gd name="connsiteY12" fmla="*/ 87863 h 204403"/>
              <a:gd name="connsiteX13" fmla="*/ 198705 w 204357"/>
              <a:gd name="connsiteY13" fmla="*/ 87863 h 204403"/>
              <a:gd name="connsiteX14" fmla="*/ 60307 w 204357"/>
              <a:gd name="connsiteY14" fmla="*/ 62826 h 204403"/>
              <a:gd name="connsiteX15" fmla="*/ 36039 w 204357"/>
              <a:gd name="connsiteY15" fmla="*/ 69323 h 204403"/>
              <a:gd name="connsiteX16" fmla="*/ 42528 w 204357"/>
              <a:gd name="connsiteY16" fmla="*/ 45051 h 204403"/>
              <a:gd name="connsiteX17" fmla="*/ 66795 w 204357"/>
              <a:gd name="connsiteY17" fmla="*/ 38555 h 204403"/>
              <a:gd name="connsiteX18" fmla="*/ 60307 w 204357"/>
              <a:gd name="connsiteY18" fmla="*/ 62826 h 204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357" h="204403">
                <a:moveTo>
                  <a:pt x="198705" y="87863"/>
                </a:moveTo>
                <a:lnTo>
                  <a:pt x="115330" y="4465"/>
                </a:lnTo>
                <a:lnTo>
                  <a:pt x="115228" y="4575"/>
                </a:lnTo>
                <a:cubicBezTo>
                  <a:pt x="110988" y="998"/>
                  <a:pt x="105317" y="-645"/>
                  <a:pt x="99748" y="232"/>
                </a:cubicBezTo>
                <a:lnTo>
                  <a:pt x="25723" y="11217"/>
                </a:lnTo>
                <a:cubicBezTo>
                  <a:pt x="18297" y="12386"/>
                  <a:pt x="12396" y="18335"/>
                  <a:pt x="11264" y="25744"/>
                </a:cubicBezTo>
                <a:lnTo>
                  <a:pt x="229" y="99725"/>
                </a:lnTo>
                <a:cubicBezTo>
                  <a:pt x="-639" y="105310"/>
                  <a:pt x="995" y="110931"/>
                  <a:pt x="4572" y="115201"/>
                </a:cubicBezTo>
                <a:lnTo>
                  <a:pt x="4469" y="115310"/>
                </a:lnTo>
                <a:lnTo>
                  <a:pt x="87844" y="198708"/>
                </a:lnTo>
                <a:cubicBezTo>
                  <a:pt x="99493" y="210351"/>
                  <a:pt x="125139" y="203563"/>
                  <a:pt x="145320" y="183635"/>
                </a:cubicBezTo>
                <a:cubicBezTo>
                  <a:pt x="145473" y="183489"/>
                  <a:pt x="185473" y="143377"/>
                  <a:pt x="185473" y="143377"/>
                </a:cubicBezTo>
                <a:cubicBezTo>
                  <a:pt x="203916" y="123486"/>
                  <a:pt x="209945" y="99105"/>
                  <a:pt x="198654" y="87863"/>
                </a:cubicBezTo>
                <a:lnTo>
                  <a:pt x="198705" y="87863"/>
                </a:lnTo>
                <a:close/>
                <a:moveTo>
                  <a:pt x="60307" y="62826"/>
                </a:moveTo>
                <a:cubicBezTo>
                  <a:pt x="51826" y="71330"/>
                  <a:pt x="40944" y="74213"/>
                  <a:pt x="36039" y="69323"/>
                </a:cubicBezTo>
                <a:cubicBezTo>
                  <a:pt x="31138" y="64432"/>
                  <a:pt x="34047" y="53519"/>
                  <a:pt x="42528" y="45051"/>
                </a:cubicBezTo>
                <a:cubicBezTo>
                  <a:pt x="51008" y="36584"/>
                  <a:pt x="61890" y="33664"/>
                  <a:pt x="66795" y="38555"/>
                </a:cubicBezTo>
                <a:cubicBezTo>
                  <a:pt x="71700" y="43482"/>
                  <a:pt x="68788" y="54358"/>
                  <a:pt x="60307" y="62826"/>
                </a:cubicBezTo>
                <a:close/>
              </a:path>
            </a:pathLst>
          </a:custGeom>
          <a:solidFill>
            <a:srgbClr val="007B85"/>
          </a:solidFill>
          <a:ln w="3646" cap="flat">
            <a:noFill/>
            <a:prstDash val="solid"/>
            <a:miter/>
          </a:ln>
        </p:spPr>
        <p:txBody>
          <a:bodyPr rtlCol="0" anchor="ctr"/>
          <a:lstStyle/>
          <a:p>
            <a:endParaRPr lang="en-GR"/>
          </a:p>
        </p:txBody>
      </p:sp>
      <p:sp>
        <p:nvSpPr>
          <p:cNvPr id="764" name="Freeform 619">
            <a:extLst>
              <a:ext uri="{FF2B5EF4-FFF2-40B4-BE49-F238E27FC236}">
                <a16:creationId xmlns:a16="http://schemas.microsoft.com/office/drawing/2014/main" id="{69507BFE-92F6-4F31-65D9-E4AE67DFB19D}"/>
              </a:ext>
            </a:extLst>
          </p:cNvPr>
          <p:cNvSpPr/>
          <p:nvPr/>
        </p:nvSpPr>
        <p:spPr>
          <a:xfrm>
            <a:off x="6587117" y="4867221"/>
            <a:ext cx="167231" cy="161575"/>
          </a:xfrm>
          <a:custGeom>
            <a:avLst/>
            <a:gdLst>
              <a:gd name="connsiteX0" fmla="*/ 110795 w 188878"/>
              <a:gd name="connsiteY0" fmla="*/ 149862 h 182490"/>
              <a:gd name="connsiteX1" fmla="*/ 66420 w 188878"/>
              <a:gd name="connsiteY1" fmla="*/ 108217 h 182490"/>
              <a:gd name="connsiteX2" fmla="*/ 120236 w 188878"/>
              <a:gd name="connsiteY2" fmla="*/ 108217 h 182490"/>
              <a:gd name="connsiteX3" fmla="*/ 120236 w 188878"/>
              <a:gd name="connsiteY3" fmla="*/ 74164 h 182490"/>
              <a:gd name="connsiteX4" fmla="*/ 66420 w 188878"/>
              <a:gd name="connsiteY4" fmla="*/ 74164 h 182490"/>
              <a:gd name="connsiteX5" fmla="*/ 111313 w 188878"/>
              <a:gd name="connsiteY5" fmla="*/ 32520 h 182490"/>
              <a:gd name="connsiteX6" fmla="*/ 148988 w 188878"/>
              <a:gd name="connsiteY6" fmla="*/ 57594 h 182490"/>
              <a:gd name="connsiteX7" fmla="*/ 188878 w 188878"/>
              <a:gd name="connsiteY7" fmla="*/ 57594 h 182490"/>
              <a:gd name="connsiteX8" fmla="*/ 113393 w 188878"/>
              <a:gd name="connsiteY8" fmla="*/ 0 h 182490"/>
              <a:gd name="connsiteX9" fmla="*/ 26815 w 188878"/>
              <a:gd name="connsiteY9" fmla="*/ 74237 h 182490"/>
              <a:gd name="connsiteX10" fmla="*/ 0 w 188878"/>
              <a:gd name="connsiteY10" fmla="*/ 74237 h 182490"/>
              <a:gd name="connsiteX11" fmla="*/ 0 w 188878"/>
              <a:gd name="connsiteY11" fmla="*/ 108254 h 182490"/>
              <a:gd name="connsiteX12" fmla="*/ 26767 w 188878"/>
              <a:gd name="connsiteY12" fmla="*/ 108254 h 182490"/>
              <a:gd name="connsiteX13" fmla="*/ 111080 w 188878"/>
              <a:gd name="connsiteY13" fmla="*/ 182491 h 182490"/>
              <a:gd name="connsiteX14" fmla="*/ 188451 w 188878"/>
              <a:gd name="connsiteY14" fmla="*/ 125736 h 182490"/>
              <a:gd name="connsiteX15" fmla="*/ 148561 w 188878"/>
              <a:gd name="connsiteY15" fmla="*/ 125736 h 182490"/>
              <a:gd name="connsiteX16" fmla="*/ 110795 w 188878"/>
              <a:gd name="connsiteY16" fmla="*/ 149971 h 182490"/>
              <a:gd name="connsiteX17" fmla="*/ 110795 w 188878"/>
              <a:gd name="connsiteY17" fmla="*/ 149862 h 182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8878" h="182490">
                <a:moveTo>
                  <a:pt x="110795" y="149862"/>
                </a:moveTo>
                <a:cubicBezTo>
                  <a:pt x="86955" y="149862"/>
                  <a:pt x="71285" y="133182"/>
                  <a:pt x="66420" y="108217"/>
                </a:cubicBezTo>
                <a:lnTo>
                  <a:pt x="120236" y="108217"/>
                </a:lnTo>
                <a:lnTo>
                  <a:pt x="120236" y="74164"/>
                </a:lnTo>
                <a:lnTo>
                  <a:pt x="66420" y="74164"/>
                </a:lnTo>
                <a:cubicBezTo>
                  <a:pt x="71332" y="49053"/>
                  <a:pt x="87192" y="32520"/>
                  <a:pt x="111313" y="32520"/>
                </a:cubicBezTo>
                <a:cubicBezTo>
                  <a:pt x="129585" y="32520"/>
                  <a:pt x="142708" y="42228"/>
                  <a:pt x="148988" y="57594"/>
                </a:cubicBezTo>
                <a:lnTo>
                  <a:pt x="188878" y="57594"/>
                </a:lnTo>
                <a:cubicBezTo>
                  <a:pt x="181277" y="23140"/>
                  <a:pt x="152904" y="0"/>
                  <a:pt x="113393" y="0"/>
                </a:cubicBezTo>
                <a:cubicBezTo>
                  <a:pt x="64909" y="0"/>
                  <a:pt x="33139" y="28907"/>
                  <a:pt x="26815" y="74237"/>
                </a:cubicBezTo>
                <a:lnTo>
                  <a:pt x="0" y="74237"/>
                </a:lnTo>
                <a:lnTo>
                  <a:pt x="0" y="108254"/>
                </a:lnTo>
                <a:lnTo>
                  <a:pt x="26767" y="108254"/>
                </a:lnTo>
                <a:cubicBezTo>
                  <a:pt x="32858" y="153584"/>
                  <a:pt x="63493" y="182491"/>
                  <a:pt x="111080" y="182491"/>
                </a:cubicBezTo>
                <a:cubicBezTo>
                  <a:pt x="151441" y="182491"/>
                  <a:pt x="180664" y="159716"/>
                  <a:pt x="188451" y="125736"/>
                </a:cubicBezTo>
                <a:lnTo>
                  <a:pt x="148561" y="125736"/>
                </a:lnTo>
                <a:cubicBezTo>
                  <a:pt x="142142" y="140627"/>
                  <a:pt x="129158" y="149971"/>
                  <a:pt x="110795" y="149971"/>
                </a:cubicBezTo>
                <a:lnTo>
                  <a:pt x="110795" y="149862"/>
                </a:lnTo>
                <a:close/>
              </a:path>
            </a:pathLst>
          </a:custGeom>
          <a:solidFill>
            <a:srgbClr val="007B85"/>
          </a:solidFill>
          <a:ln w="3646" cap="flat">
            <a:noFill/>
            <a:prstDash val="solid"/>
            <a:miter/>
          </a:ln>
        </p:spPr>
        <p:txBody>
          <a:bodyPr rtlCol="0" anchor="ctr"/>
          <a:lstStyle/>
          <a:p>
            <a:endParaRPr lang="en-GR"/>
          </a:p>
        </p:txBody>
      </p:sp>
      <p:sp>
        <p:nvSpPr>
          <p:cNvPr id="765" name="Freeform 620">
            <a:extLst>
              <a:ext uri="{FF2B5EF4-FFF2-40B4-BE49-F238E27FC236}">
                <a16:creationId xmlns:a16="http://schemas.microsoft.com/office/drawing/2014/main" id="{957590C6-A423-2548-AD44-455513FD7CA0}"/>
              </a:ext>
            </a:extLst>
          </p:cNvPr>
          <p:cNvSpPr/>
          <p:nvPr/>
        </p:nvSpPr>
        <p:spPr>
          <a:xfrm>
            <a:off x="6913448" y="4857524"/>
            <a:ext cx="180930" cy="180964"/>
          </a:xfrm>
          <a:custGeom>
            <a:avLst/>
            <a:gdLst>
              <a:gd name="connsiteX0" fmla="*/ 102150 w 204351"/>
              <a:gd name="connsiteY0" fmla="*/ 0 h 204389"/>
              <a:gd name="connsiteX1" fmla="*/ 0 w 204351"/>
              <a:gd name="connsiteY1" fmla="*/ 102158 h 204389"/>
              <a:gd name="connsiteX2" fmla="*/ 102150 w 204351"/>
              <a:gd name="connsiteY2" fmla="*/ 204390 h 204389"/>
              <a:gd name="connsiteX3" fmla="*/ 204351 w 204351"/>
              <a:gd name="connsiteY3" fmla="*/ 102158 h 204389"/>
              <a:gd name="connsiteX4" fmla="*/ 102150 w 204351"/>
              <a:gd name="connsiteY4" fmla="*/ 0 h 204389"/>
              <a:gd name="connsiteX5" fmla="*/ 110529 w 204351"/>
              <a:gd name="connsiteY5" fmla="*/ 90552 h 204389"/>
              <a:gd name="connsiteX6" fmla="*/ 110529 w 204351"/>
              <a:gd name="connsiteY6" fmla="*/ 113837 h 204389"/>
              <a:gd name="connsiteX7" fmla="*/ 73722 w 204351"/>
              <a:gd name="connsiteY7" fmla="*/ 113837 h 204389"/>
              <a:gd name="connsiteX8" fmla="*/ 104051 w 204351"/>
              <a:gd name="connsiteY8" fmla="*/ 142343 h 204389"/>
              <a:gd name="connsiteX9" fmla="*/ 129859 w 204351"/>
              <a:gd name="connsiteY9" fmla="*/ 125772 h 204389"/>
              <a:gd name="connsiteX10" fmla="*/ 157108 w 204351"/>
              <a:gd name="connsiteY10" fmla="*/ 125772 h 204389"/>
              <a:gd name="connsiteX11" fmla="*/ 104208 w 204351"/>
              <a:gd name="connsiteY11" fmla="*/ 164607 h 204389"/>
              <a:gd name="connsiteX12" fmla="*/ 46575 w 204351"/>
              <a:gd name="connsiteY12" fmla="*/ 113837 h 204389"/>
              <a:gd name="connsiteX13" fmla="*/ 28274 w 204351"/>
              <a:gd name="connsiteY13" fmla="*/ 113837 h 204389"/>
              <a:gd name="connsiteX14" fmla="*/ 28274 w 204351"/>
              <a:gd name="connsiteY14" fmla="*/ 90552 h 204389"/>
              <a:gd name="connsiteX15" fmla="*/ 46575 w 204351"/>
              <a:gd name="connsiteY15" fmla="*/ 90552 h 204389"/>
              <a:gd name="connsiteX16" fmla="*/ 105748 w 204351"/>
              <a:gd name="connsiteY16" fmla="*/ 39783 h 204389"/>
              <a:gd name="connsiteX17" fmla="*/ 157363 w 204351"/>
              <a:gd name="connsiteY17" fmla="*/ 79201 h 204389"/>
              <a:gd name="connsiteX18" fmla="*/ 130118 w 204351"/>
              <a:gd name="connsiteY18" fmla="*/ 79201 h 204389"/>
              <a:gd name="connsiteX19" fmla="*/ 104362 w 204351"/>
              <a:gd name="connsiteY19" fmla="*/ 62047 h 204389"/>
              <a:gd name="connsiteX20" fmla="*/ 73671 w 204351"/>
              <a:gd name="connsiteY20" fmla="*/ 90552 h 204389"/>
              <a:gd name="connsiteX21" fmla="*/ 110529 w 204351"/>
              <a:gd name="connsiteY21" fmla="*/ 90552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4351" h="204389">
                <a:moveTo>
                  <a:pt x="102150" y="0"/>
                </a:moveTo>
                <a:cubicBezTo>
                  <a:pt x="45703" y="0"/>
                  <a:pt x="0" y="45769"/>
                  <a:pt x="0" y="102158"/>
                </a:cubicBezTo>
                <a:cubicBezTo>
                  <a:pt x="0" y="158584"/>
                  <a:pt x="45754" y="204390"/>
                  <a:pt x="102150" y="204390"/>
                </a:cubicBezTo>
                <a:cubicBezTo>
                  <a:pt x="158546" y="204390"/>
                  <a:pt x="204351" y="158621"/>
                  <a:pt x="204351" y="102158"/>
                </a:cubicBezTo>
                <a:cubicBezTo>
                  <a:pt x="204351" y="45696"/>
                  <a:pt x="158597" y="0"/>
                  <a:pt x="102150" y="0"/>
                </a:cubicBezTo>
                <a:close/>
                <a:moveTo>
                  <a:pt x="110529" y="90552"/>
                </a:moveTo>
                <a:lnTo>
                  <a:pt x="110529" y="113837"/>
                </a:lnTo>
                <a:lnTo>
                  <a:pt x="73722" y="113837"/>
                </a:lnTo>
                <a:cubicBezTo>
                  <a:pt x="77061" y="130955"/>
                  <a:pt x="87757" y="142343"/>
                  <a:pt x="104051" y="142343"/>
                </a:cubicBezTo>
                <a:cubicBezTo>
                  <a:pt x="116597" y="142343"/>
                  <a:pt x="125491" y="135956"/>
                  <a:pt x="129859" y="125772"/>
                </a:cubicBezTo>
                <a:lnTo>
                  <a:pt x="157108" y="125772"/>
                </a:lnTo>
                <a:cubicBezTo>
                  <a:pt x="151762" y="149022"/>
                  <a:pt x="131815" y="164607"/>
                  <a:pt x="104208" y="164607"/>
                </a:cubicBezTo>
                <a:cubicBezTo>
                  <a:pt x="71715" y="164607"/>
                  <a:pt x="50739" y="144861"/>
                  <a:pt x="46575" y="113837"/>
                </a:cubicBezTo>
                <a:lnTo>
                  <a:pt x="28274" y="113837"/>
                </a:lnTo>
                <a:lnTo>
                  <a:pt x="28274" y="90552"/>
                </a:lnTo>
                <a:lnTo>
                  <a:pt x="46575" y="90552"/>
                </a:lnTo>
                <a:cubicBezTo>
                  <a:pt x="50896" y="59529"/>
                  <a:pt x="72642" y="39783"/>
                  <a:pt x="105748" y="39783"/>
                </a:cubicBezTo>
                <a:cubicBezTo>
                  <a:pt x="132738" y="39783"/>
                  <a:pt x="152170" y="55623"/>
                  <a:pt x="157363" y="79201"/>
                </a:cubicBezTo>
                <a:lnTo>
                  <a:pt x="130118" y="79201"/>
                </a:lnTo>
                <a:cubicBezTo>
                  <a:pt x="125848" y="68689"/>
                  <a:pt x="116853" y="62047"/>
                  <a:pt x="104362" y="62047"/>
                </a:cubicBezTo>
                <a:cubicBezTo>
                  <a:pt x="87911" y="62047"/>
                  <a:pt x="77061" y="73361"/>
                  <a:pt x="73671" y="90552"/>
                </a:cubicBezTo>
                <a:lnTo>
                  <a:pt x="110529" y="90552"/>
                </a:lnTo>
                <a:close/>
              </a:path>
            </a:pathLst>
          </a:custGeom>
          <a:solidFill>
            <a:srgbClr val="007B85"/>
          </a:solidFill>
          <a:ln w="3646" cap="flat">
            <a:noFill/>
            <a:prstDash val="solid"/>
            <a:miter/>
          </a:ln>
        </p:spPr>
        <p:txBody>
          <a:bodyPr rtlCol="0" anchor="ctr"/>
          <a:lstStyle/>
          <a:p>
            <a:endParaRPr lang="en-GR"/>
          </a:p>
        </p:txBody>
      </p:sp>
      <p:grpSp>
        <p:nvGrpSpPr>
          <p:cNvPr id="766" name="Group 765">
            <a:extLst>
              <a:ext uri="{FF2B5EF4-FFF2-40B4-BE49-F238E27FC236}">
                <a16:creationId xmlns:a16="http://schemas.microsoft.com/office/drawing/2014/main" id="{691DD470-B80E-ED81-A3E4-D320443B394A}"/>
              </a:ext>
            </a:extLst>
          </p:cNvPr>
          <p:cNvGrpSpPr/>
          <p:nvPr/>
        </p:nvGrpSpPr>
        <p:grpSpPr>
          <a:xfrm>
            <a:off x="7233318" y="4863989"/>
            <a:ext cx="206784" cy="165389"/>
            <a:chOff x="6081162" y="4863987"/>
            <a:chExt cx="206784" cy="165389"/>
          </a:xfrm>
        </p:grpSpPr>
        <p:sp>
          <p:nvSpPr>
            <p:cNvPr id="767" name="Freeform 621">
              <a:extLst>
                <a:ext uri="{FF2B5EF4-FFF2-40B4-BE49-F238E27FC236}">
                  <a16:creationId xmlns:a16="http://schemas.microsoft.com/office/drawing/2014/main" id="{2F72CD7F-E2D6-F789-F489-C7F0A21D466D}"/>
                </a:ext>
              </a:extLst>
            </p:cNvPr>
            <p:cNvSpPr/>
            <p:nvPr/>
          </p:nvSpPr>
          <p:spPr>
            <a:xfrm>
              <a:off x="6140655" y="4939572"/>
              <a:ext cx="60797" cy="58780"/>
            </a:xfrm>
            <a:custGeom>
              <a:avLst/>
              <a:gdLst>
                <a:gd name="connsiteX0" fmla="*/ 40481 w 68667"/>
                <a:gd name="connsiteY0" fmla="*/ 11862 h 66389"/>
                <a:gd name="connsiteX1" fmla="*/ 54159 w 68667"/>
                <a:gd name="connsiteY1" fmla="*/ 20950 h 66389"/>
                <a:gd name="connsiteX2" fmla="*/ 68668 w 68667"/>
                <a:gd name="connsiteY2" fmla="*/ 20950 h 66389"/>
                <a:gd name="connsiteX3" fmla="*/ 41222 w 68667"/>
                <a:gd name="connsiteY3" fmla="*/ 0 h 66389"/>
                <a:gd name="connsiteX4" fmla="*/ 9740 w 68667"/>
                <a:gd name="connsiteY4" fmla="*/ 27009 h 66389"/>
                <a:gd name="connsiteX5" fmla="*/ 0 w 68667"/>
                <a:gd name="connsiteY5" fmla="*/ 27009 h 66389"/>
                <a:gd name="connsiteX6" fmla="*/ 0 w 68667"/>
                <a:gd name="connsiteY6" fmla="*/ 39382 h 66389"/>
                <a:gd name="connsiteX7" fmla="*/ 9740 w 68667"/>
                <a:gd name="connsiteY7" fmla="*/ 39382 h 66389"/>
                <a:gd name="connsiteX8" fmla="*/ 40383 w 68667"/>
                <a:gd name="connsiteY8" fmla="*/ 66390 h 66389"/>
                <a:gd name="connsiteX9" fmla="*/ 68522 w 68667"/>
                <a:gd name="connsiteY9" fmla="*/ 45732 h 66389"/>
                <a:gd name="connsiteX10" fmla="*/ 54009 w 68667"/>
                <a:gd name="connsiteY10" fmla="*/ 45732 h 66389"/>
                <a:gd name="connsiteX11" fmla="*/ 40284 w 68667"/>
                <a:gd name="connsiteY11" fmla="*/ 54565 h 66389"/>
                <a:gd name="connsiteX12" fmla="*/ 24151 w 68667"/>
                <a:gd name="connsiteY12" fmla="*/ 39382 h 66389"/>
                <a:gd name="connsiteX13" fmla="*/ 43729 w 68667"/>
                <a:gd name="connsiteY13" fmla="*/ 39382 h 66389"/>
                <a:gd name="connsiteX14" fmla="*/ 43729 w 68667"/>
                <a:gd name="connsiteY14" fmla="*/ 27009 h 66389"/>
                <a:gd name="connsiteX15" fmla="*/ 24151 w 68667"/>
                <a:gd name="connsiteY15" fmla="*/ 27009 h 66389"/>
                <a:gd name="connsiteX16" fmla="*/ 40481 w 68667"/>
                <a:gd name="connsiteY16" fmla="*/ 11862 h 6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667" h="66389">
                  <a:moveTo>
                    <a:pt x="40481" y="11862"/>
                  </a:moveTo>
                  <a:cubicBezTo>
                    <a:pt x="47123" y="11862"/>
                    <a:pt x="51896" y="15402"/>
                    <a:pt x="54159" y="20950"/>
                  </a:cubicBezTo>
                  <a:lnTo>
                    <a:pt x="68668" y="20950"/>
                  </a:lnTo>
                  <a:cubicBezTo>
                    <a:pt x="65913" y="8394"/>
                    <a:pt x="55582" y="0"/>
                    <a:pt x="41222" y="0"/>
                  </a:cubicBezTo>
                  <a:cubicBezTo>
                    <a:pt x="23611" y="0"/>
                    <a:pt x="12050" y="10475"/>
                    <a:pt x="9740" y="27009"/>
                  </a:cubicBezTo>
                  <a:lnTo>
                    <a:pt x="0" y="27009"/>
                  </a:lnTo>
                  <a:lnTo>
                    <a:pt x="0" y="39382"/>
                  </a:lnTo>
                  <a:lnTo>
                    <a:pt x="9740" y="39382"/>
                  </a:lnTo>
                  <a:cubicBezTo>
                    <a:pt x="11951" y="55878"/>
                    <a:pt x="23118" y="66390"/>
                    <a:pt x="40383" y="66390"/>
                  </a:cubicBezTo>
                  <a:cubicBezTo>
                    <a:pt x="55042" y="66390"/>
                    <a:pt x="65668" y="58141"/>
                    <a:pt x="68522" y="45732"/>
                  </a:cubicBezTo>
                  <a:lnTo>
                    <a:pt x="54009" y="45732"/>
                  </a:lnTo>
                  <a:cubicBezTo>
                    <a:pt x="51699" y="51170"/>
                    <a:pt x="46926" y="54565"/>
                    <a:pt x="40284" y="54565"/>
                  </a:cubicBezTo>
                  <a:cubicBezTo>
                    <a:pt x="31628" y="54565"/>
                    <a:pt x="25921" y="48506"/>
                    <a:pt x="24151" y="39382"/>
                  </a:cubicBezTo>
                  <a:lnTo>
                    <a:pt x="43729" y="39382"/>
                  </a:lnTo>
                  <a:lnTo>
                    <a:pt x="43729" y="27009"/>
                  </a:lnTo>
                  <a:lnTo>
                    <a:pt x="24151" y="27009"/>
                  </a:lnTo>
                  <a:cubicBezTo>
                    <a:pt x="25921" y="17848"/>
                    <a:pt x="31727" y="11862"/>
                    <a:pt x="40481" y="11862"/>
                  </a:cubicBezTo>
                  <a:close/>
                </a:path>
              </a:pathLst>
            </a:custGeom>
            <a:solidFill>
              <a:srgbClr val="007B85"/>
            </a:solidFill>
            <a:ln w="3646" cap="flat">
              <a:noFill/>
              <a:prstDash val="solid"/>
              <a:miter/>
            </a:ln>
          </p:spPr>
          <p:txBody>
            <a:bodyPr rtlCol="0" anchor="ctr"/>
            <a:lstStyle/>
            <a:p>
              <a:endParaRPr lang="en-GR"/>
            </a:p>
          </p:txBody>
        </p:sp>
        <p:sp>
          <p:nvSpPr>
            <p:cNvPr id="768" name="Freeform 622">
              <a:extLst>
                <a:ext uri="{FF2B5EF4-FFF2-40B4-BE49-F238E27FC236}">
                  <a16:creationId xmlns:a16="http://schemas.microsoft.com/office/drawing/2014/main" id="{9DD4A3E7-0B3B-A7D7-9F75-AA77F9EE03C5}"/>
                </a:ext>
              </a:extLst>
            </p:cNvPr>
            <p:cNvSpPr/>
            <p:nvPr/>
          </p:nvSpPr>
          <p:spPr>
            <a:xfrm>
              <a:off x="6100109" y="4883861"/>
              <a:ext cx="146157" cy="14961"/>
            </a:xfrm>
            <a:custGeom>
              <a:avLst/>
              <a:gdLst>
                <a:gd name="connsiteX0" fmla="*/ 147912 w 165077"/>
                <a:gd name="connsiteY0" fmla="*/ 0 h 16898"/>
                <a:gd name="connsiteX1" fmla="*/ 17166 w 165077"/>
                <a:gd name="connsiteY1" fmla="*/ 0 h 16898"/>
                <a:gd name="connsiteX2" fmla="*/ 0 w 165077"/>
                <a:gd name="connsiteY2" fmla="*/ 16899 h 16898"/>
                <a:gd name="connsiteX3" fmla="*/ 165078 w 165077"/>
                <a:gd name="connsiteY3" fmla="*/ 16899 h 16898"/>
                <a:gd name="connsiteX4" fmla="*/ 147912 w 165077"/>
                <a:gd name="connsiteY4" fmla="*/ 0 h 16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077" h="16898">
                  <a:moveTo>
                    <a:pt x="147912" y="0"/>
                  </a:moveTo>
                  <a:lnTo>
                    <a:pt x="17166" y="0"/>
                  </a:lnTo>
                  <a:cubicBezTo>
                    <a:pt x="9886" y="0"/>
                    <a:pt x="3492" y="6789"/>
                    <a:pt x="0" y="16899"/>
                  </a:cubicBezTo>
                  <a:lnTo>
                    <a:pt x="165078" y="16899"/>
                  </a:lnTo>
                  <a:cubicBezTo>
                    <a:pt x="161585" y="6789"/>
                    <a:pt x="155239" y="0"/>
                    <a:pt x="147912" y="0"/>
                  </a:cubicBezTo>
                  <a:close/>
                </a:path>
              </a:pathLst>
            </a:custGeom>
            <a:solidFill>
              <a:srgbClr val="007B85"/>
            </a:solidFill>
            <a:ln w="3646" cap="flat">
              <a:noFill/>
              <a:prstDash val="solid"/>
              <a:miter/>
            </a:ln>
          </p:spPr>
          <p:txBody>
            <a:bodyPr rtlCol="0" anchor="ctr"/>
            <a:lstStyle/>
            <a:p>
              <a:endParaRPr lang="en-GR"/>
            </a:p>
          </p:txBody>
        </p:sp>
        <p:sp>
          <p:nvSpPr>
            <p:cNvPr id="769" name="Freeform 623">
              <a:extLst>
                <a:ext uri="{FF2B5EF4-FFF2-40B4-BE49-F238E27FC236}">
                  <a16:creationId xmlns:a16="http://schemas.microsoft.com/office/drawing/2014/main" id="{231C7C73-60B4-8B4F-E4E8-09C17D6992C0}"/>
                </a:ext>
              </a:extLst>
            </p:cNvPr>
            <p:cNvSpPr/>
            <p:nvPr/>
          </p:nvSpPr>
          <p:spPr>
            <a:xfrm>
              <a:off x="6119750" y="4863987"/>
              <a:ext cx="106875" cy="10922"/>
            </a:xfrm>
            <a:custGeom>
              <a:avLst/>
              <a:gdLst>
                <a:gd name="connsiteX0" fmla="*/ 108168 w 120710"/>
                <a:gd name="connsiteY0" fmla="*/ 0 h 12336"/>
                <a:gd name="connsiteX1" fmla="*/ 12543 w 120710"/>
                <a:gd name="connsiteY1" fmla="*/ 0 h 12336"/>
                <a:gd name="connsiteX2" fmla="*/ 0 w 120710"/>
                <a:gd name="connsiteY2" fmla="*/ 12336 h 12336"/>
                <a:gd name="connsiteX3" fmla="*/ 120710 w 120710"/>
                <a:gd name="connsiteY3" fmla="*/ 12336 h 12336"/>
                <a:gd name="connsiteX4" fmla="*/ 108168 w 120710"/>
                <a:gd name="connsiteY4" fmla="*/ 0 h 12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710" h="12336">
                  <a:moveTo>
                    <a:pt x="108168" y="0"/>
                  </a:moveTo>
                  <a:lnTo>
                    <a:pt x="12543" y="0"/>
                  </a:lnTo>
                  <a:cubicBezTo>
                    <a:pt x="7182" y="0"/>
                    <a:pt x="2558" y="4964"/>
                    <a:pt x="0" y="12336"/>
                  </a:cubicBezTo>
                  <a:lnTo>
                    <a:pt x="120710" y="12336"/>
                  </a:lnTo>
                  <a:cubicBezTo>
                    <a:pt x="118152" y="4964"/>
                    <a:pt x="113528" y="0"/>
                    <a:pt x="108168" y="0"/>
                  </a:cubicBezTo>
                  <a:close/>
                </a:path>
              </a:pathLst>
            </a:custGeom>
            <a:solidFill>
              <a:srgbClr val="007B85"/>
            </a:solidFill>
            <a:ln w="3646" cap="flat">
              <a:noFill/>
              <a:prstDash val="solid"/>
              <a:miter/>
            </a:ln>
          </p:spPr>
          <p:txBody>
            <a:bodyPr rtlCol="0" anchor="ctr"/>
            <a:lstStyle/>
            <a:p>
              <a:endParaRPr lang="en-GR"/>
            </a:p>
          </p:txBody>
        </p:sp>
        <p:sp>
          <p:nvSpPr>
            <p:cNvPr id="770" name="Freeform 624">
              <a:extLst>
                <a:ext uri="{FF2B5EF4-FFF2-40B4-BE49-F238E27FC236}">
                  <a16:creationId xmlns:a16="http://schemas.microsoft.com/office/drawing/2014/main" id="{FE7F1CD5-4C45-0CD1-0A03-35008CF8C7B5}"/>
                </a:ext>
              </a:extLst>
            </p:cNvPr>
            <p:cNvSpPr/>
            <p:nvPr/>
          </p:nvSpPr>
          <p:spPr>
            <a:xfrm>
              <a:off x="6081162" y="4908518"/>
              <a:ext cx="185793" cy="120858"/>
            </a:xfrm>
            <a:custGeom>
              <a:avLst/>
              <a:gdLst>
                <a:gd name="connsiteX0" fmla="*/ 142799 w 209843"/>
                <a:gd name="connsiteY0" fmla="*/ 115662 h 136503"/>
                <a:gd name="connsiteX1" fmla="*/ 21494 w 209843"/>
                <a:gd name="connsiteY1" fmla="*/ 115662 h 136503"/>
                <a:gd name="connsiteX2" fmla="*/ 21399 w 209843"/>
                <a:gd name="connsiteY2" fmla="*/ 20804 h 136503"/>
                <a:gd name="connsiteX3" fmla="*/ 188396 w 209843"/>
                <a:gd name="connsiteY3" fmla="*/ 20804 h 136503"/>
                <a:gd name="connsiteX4" fmla="*/ 188396 w 209843"/>
                <a:gd name="connsiteY4" fmla="*/ 39381 h 136503"/>
                <a:gd name="connsiteX5" fmla="*/ 190363 w 209843"/>
                <a:gd name="connsiteY5" fmla="*/ 39309 h 136503"/>
                <a:gd name="connsiteX6" fmla="*/ 209843 w 209843"/>
                <a:gd name="connsiteY6" fmla="*/ 43031 h 136503"/>
                <a:gd name="connsiteX7" fmla="*/ 209843 w 209843"/>
                <a:gd name="connsiteY7" fmla="*/ 39747 h 136503"/>
                <a:gd name="connsiteX8" fmla="*/ 185346 w 209843"/>
                <a:gd name="connsiteY8" fmla="*/ 0 h 136503"/>
                <a:gd name="connsiteX9" fmla="*/ 24545 w 209843"/>
                <a:gd name="connsiteY9" fmla="*/ 0 h 136503"/>
                <a:gd name="connsiteX10" fmla="*/ 0 w 209843"/>
                <a:gd name="connsiteY10" fmla="*/ 42009 h 136503"/>
                <a:gd name="connsiteX11" fmla="*/ 0 w 209843"/>
                <a:gd name="connsiteY11" fmla="*/ 42484 h 136503"/>
                <a:gd name="connsiteX12" fmla="*/ 98 w 209843"/>
                <a:gd name="connsiteY12" fmla="*/ 96757 h 136503"/>
                <a:gd name="connsiteX13" fmla="*/ 24596 w 209843"/>
                <a:gd name="connsiteY13" fmla="*/ 136503 h 136503"/>
                <a:gd name="connsiteX14" fmla="*/ 161045 w 209843"/>
                <a:gd name="connsiteY14" fmla="*/ 136503 h 136503"/>
                <a:gd name="connsiteX15" fmla="*/ 142846 w 209843"/>
                <a:gd name="connsiteY15" fmla="*/ 115699 h 136503"/>
                <a:gd name="connsiteX16" fmla="*/ 142799 w 209843"/>
                <a:gd name="connsiteY16" fmla="*/ 115662 h 136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9843" h="136503">
                  <a:moveTo>
                    <a:pt x="142799" y="115662"/>
                  </a:moveTo>
                  <a:lnTo>
                    <a:pt x="21494" y="115662"/>
                  </a:lnTo>
                  <a:lnTo>
                    <a:pt x="21399" y="20804"/>
                  </a:lnTo>
                  <a:lnTo>
                    <a:pt x="188396" y="20804"/>
                  </a:lnTo>
                  <a:lnTo>
                    <a:pt x="188396" y="39381"/>
                  </a:lnTo>
                  <a:cubicBezTo>
                    <a:pt x="189086" y="39381"/>
                    <a:pt x="189674" y="39309"/>
                    <a:pt x="190363" y="39309"/>
                  </a:cubicBezTo>
                  <a:cubicBezTo>
                    <a:pt x="197250" y="39309"/>
                    <a:pt x="203793" y="40659"/>
                    <a:pt x="209843" y="43031"/>
                  </a:cubicBezTo>
                  <a:lnTo>
                    <a:pt x="209843" y="39747"/>
                  </a:lnTo>
                  <a:cubicBezTo>
                    <a:pt x="209008" y="17555"/>
                    <a:pt x="198381" y="0"/>
                    <a:pt x="185346" y="0"/>
                  </a:cubicBezTo>
                  <a:lnTo>
                    <a:pt x="24545" y="0"/>
                  </a:lnTo>
                  <a:cubicBezTo>
                    <a:pt x="11068" y="37"/>
                    <a:pt x="146" y="18797"/>
                    <a:pt x="0" y="42009"/>
                  </a:cubicBezTo>
                  <a:cubicBezTo>
                    <a:pt x="0" y="42155"/>
                    <a:pt x="0" y="42301"/>
                    <a:pt x="0" y="42484"/>
                  </a:cubicBezTo>
                  <a:cubicBezTo>
                    <a:pt x="0" y="42630"/>
                    <a:pt x="98" y="96757"/>
                    <a:pt x="98" y="96757"/>
                  </a:cubicBezTo>
                  <a:cubicBezTo>
                    <a:pt x="934" y="118947"/>
                    <a:pt x="11561" y="136503"/>
                    <a:pt x="24596" y="136503"/>
                  </a:cubicBezTo>
                  <a:lnTo>
                    <a:pt x="161045" y="136503"/>
                  </a:lnTo>
                  <a:cubicBezTo>
                    <a:pt x="153276" y="131357"/>
                    <a:pt x="146978" y="124167"/>
                    <a:pt x="142846" y="115699"/>
                  </a:cubicBezTo>
                  <a:lnTo>
                    <a:pt x="142799" y="115662"/>
                  </a:lnTo>
                  <a:close/>
                </a:path>
              </a:pathLst>
            </a:custGeom>
            <a:solidFill>
              <a:srgbClr val="007B85"/>
            </a:solidFill>
            <a:ln w="3646" cap="flat">
              <a:noFill/>
              <a:prstDash val="solid"/>
              <a:miter/>
            </a:ln>
          </p:spPr>
          <p:txBody>
            <a:bodyPr rtlCol="0" anchor="ctr"/>
            <a:lstStyle/>
            <a:p>
              <a:endParaRPr lang="en-GR"/>
            </a:p>
          </p:txBody>
        </p:sp>
        <p:sp>
          <p:nvSpPr>
            <p:cNvPr id="771" name="Freeform 625">
              <a:extLst>
                <a:ext uri="{FF2B5EF4-FFF2-40B4-BE49-F238E27FC236}">
                  <a16:creationId xmlns:a16="http://schemas.microsoft.com/office/drawing/2014/main" id="{7EA83C3C-5633-E576-2DDD-84407BDFFA39}"/>
                </a:ext>
              </a:extLst>
            </p:cNvPr>
            <p:cNvSpPr/>
            <p:nvPr/>
          </p:nvSpPr>
          <p:spPr>
            <a:xfrm>
              <a:off x="6211469" y="4952014"/>
              <a:ext cx="76477" cy="76490"/>
            </a:xfrm>
            <a:custGeom>
              <a:avLst/>
              <a:gdLst>
                <a:gd name="connsiteX0" fmla="*/ 86378 w 86377"/>
                <a:gd name="connsiteY0" fmla="*/ 43214 h 86391"/>
                <a:gd name="connsiteX1" fmla="*/ 43189 w 86377"/>
                <a:gd name="connsiteY1" fmla="*/ 0 h 86391"/>
                <a:gd name="connsiteX2" fmla="*/ 0 w 86377"/>
                <a:gd name="connsiteY2" fmla="*/ 43214 h 86391"/>
                <a:gd name="connsiteX3" fmla="*/ 43189 w 86377"/>
                <a:gd name="connsiteY3" fmla="*/ 86391 h 86391"/>
                <a:gd name="connsiteX4" fmla="*/ 86378 w 86377"/>
                <a:gd name="connsiteY4" fmla="*/ 43214 h 86391"/>
                <a:gd name="connsiteX5" fmla="*/ 42696 w 86377"/>
                <a:gd name="connsiteY5" fmla="*/ 63799 h 86391"/>
                <a:gd name="connsiteX6" fmla="*/ 42696 w 86377"/>
                <a:gd name="connsiteY6" fmla="*/ 51864 h 86391"/>
                <a:gd name="connsiteX7" fmla="*/ 16381 w 86377"/>
                <a:gd name="connsiteY7" fmla="*/ 51718 h 86391"/>
                <a:gd name="connsiteX8" fmla="*/ 16283 w 86377"/>
                <a:gd name="connsiteY8" fmla="*/ 34235 h 86391"/>
                <a:gd name="connsiteX9" fmla="*/ 42550 w 86377"/>
                <a:gd name="connsiteY9" fmla="*/ 34381 h 86391"/>
                <a:gd name="connsiteX10" fmla="*/ 42550 w 86377"/>
                <a:gd name="connsiteY10" fmla="*/ 22629 h 86391"/>
                <a:gd name="connsiteX11" fmla="*/ 47667 w 86377"/>
                <a:gd name="connsiteY11" fmla="*/ 20037 h 86391"/>
                <a:gd name="connsiteX12" fmla="*/ 75014 w 86377"/>
                <a:gd name="connsiteY12" fmla="*/ 40513 h 86391"/>
                <a:gd name="connsiteX13" fmla="*/ 75014 w 86377"/>
                <a:gd name="connsiteY13" fmla="*/ 45659 h 86391"/>
                <a:gd name="connsiteX14" fmla="*/ 47813 w 86377"/>
                <a:gd name="connsiteY14" fmla="*/ 66390 h 86391"/>
                <a:gd name="connsiteX15" fmla="*/ 42649 w 86377"/>
                <a:gd name="connsiteY15" fmla="*/ 63799 h 86391"/>
                <a:gd name="connsiteX16" fmla="*/ 42696 w 86377"/>
                <a:gd name="connsiteY16" fmla="*/ 63799 h 86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377" h="86391">
                  <a:moveTo>
                    <a:pt x="86378" y="43214"/>
                  </a:moveTo>
                  <a:cubicBezTo>
                    <a:pt x="86378" y="19344"/>
                    <a:pt x="67044" y="0"/>
                    <a:pt x="43189" y="0"/>
                  </a:cubicBezTo>
                  <a:cubicBezTo>
                    <a:pt x="19330" y="0"/>
                    <a:pt x="0" y="19344"/>
                    <a:pt x="0" y="43214"/>
                  </a:cubicBezTo>
                  <a:cubicBezTo>
                    <a:pt x="0" y="67047"/>
                    <a:pt x="19330" y="86391"/>
                    <a:pt x="43189" y="86391"/>
                  </a:cubicBezTo>
                  <a:cubicBezTo>
                    <a:pt x="67044" y="86391"/>
                    <a:pt x="86378" y="67047"/>
                    <a:pt x="86378" y="43214"/>
                  </a:cubicBezTo>
                  <a:close/>
                  <a:moveTo>
                    <a:pt x="42696" y="63799"/>
                  </a:moveTo>
                  <a:lnTo>
                    <a:pt x="42696" y="51864"/>
                  </a:lnTo>
                  <a:lnTo>
                    <a:pt x="16381" y="51718"/>
                  </a:lnTo>
                  <a:cubicBezTo>
                    <a:pt x="16429" y="47739"/>
                    <a:pt x="16232" y="37593"/>
                    <a:pt x="16283" y="34235"/>
                  </a:cubicBezTo>
                  <a:lnTo>
                    <a:pt x="42550" y="34381"/>
                  </a:lnTo>
                  <a:lnTo>
                    <a:pt x="42550" y="22629"/>
                  </a:lnTo>
                  <a:cubicBezTo>
                    <a:pt x="42499" y="19964"/>
                    <a:pt x="45499" y="18468"/>
                    <a:pt x="47667" y="20037"/>
                  </a:cubicBezTo>
                  <a:lnTo>
                    <a:pt x="75014" y="40513"/>
                  </a:lnTo>
                  <a:cubicBezTo>
                    <a:pt x="76736" y="41790"/>
                    <a:pt x="76736" y="44345"/>
                    <a:pt x="75014" y="45659"/>
                  </a:cubicBezTo>
                  <a:lnTo>
                    <a:pt x="47813" y="66390"/>
                  </a:lnTo>
                  <a:cubicBezTo>
                    <a:pt x="45696" y="67996"/>
                    <a:pt x="42649" y="66463"/>
                    <a:pt x="42649" y="63799"/>
                  </a:cubicBezTo>
                  <a:lnTo>
                    <a:pt x="42696" y="63799"/>
                  </a:lnTo>
                  <a:close/>
                </a:path>
              </a:pathLst>
            </a:custGeom>
            <a:solidFill>
              <a:srgbClr val="007B85"/>
            </a:solidFill>
            <a:ln w="3646" cap="flat">
              <a:noFill/>
              <a:prstDash val="solid"/>
              <a:miter/>
            </a:ln>
          </p:spPr>
          <p:txBody>
            <a:bodyPr rtlCol="0" anchor="ctr"/>
            <a:lstStyle/>
            <a:p>
              <a:endParaRPr lang="en-GR"/>
            </a:p>
          </p:txBody>
        </p:sp>
      </p:grpSp>
      <p:grpSp>
        <p:nvGrpSpPr>
          <p:cNvPr id="772" name="Group 771">
            <a:extLst>
              <a:ext uri="{FF2B5EF4-FFF2-40B4-BE49-F238E27FC236}">
                <a16:creationId xmlns:a16="http://schemas.microsoft.com/office/drawing/2014/main" id="{353EA568-B559-E881-B734-C1625F5B5BB2}"/>
              </a:ext>
            </a:extLst>
          </p:cNvPr>
          <p:cNvGrpSpPr/>
          <p:nvPr/>
        </p:nvGrpSpPr>
        <p:grpSpPr>
          <a:xfrm>
            <a:off x="7566113" y="4860756"/>
            <a:ext cx="206784" cy="176730"/>
            <a:chOff x="6413957" y="4860756"/>
            <a:chExt cx="206784" cy="176730"/>
          </a:xfrm>
        </p:grpSpPr>
        <p:sp>
          <p:nvSpPr>
            <p:cNvPr id="773" name="Freeform 626">
              <a:extLst>
                <a:ext uri="{FF2B5EF4-FFF2-40B4-BE49-F238E27FC236}">
                  <a16:creationId xmlns:a16="http://schemas.microsoft.com/office/drawing/2014/main" id="{7549F15A-CBBB-6A80-7E9D-C1FECEB676F7}"/>
                </a:ext>
              </a:extLst>
            </p:cNvPr>
            <p:cNvSpPr/>
            <p:nvPr/>
          </p:nvSpPr>
          <p:spPr>
            <a:xfrm>
              <a:off x="6508696" y="4860756"/>
              <a:ext cx="17495" cy="62820"/>
            </a:xfrm>
            <a:custGeom>
              <a:avLst/>
              <a:gdLst>
                <a:gd name="connsiteX0" fmla="*/ 19706 w 19760"/>
                <a:gd name="connsiteY0" fmla="*/ 5073 h 70952"/>
                <a:gd name="connsiteX1" fmla="*/ 11057 w 19760"/>
                <a:gd name="connsiteY1" fmla="*/ 0 h 70952"/>
                <a:gd name="connsiteX2" fmla="*/ 8649 w 19760"/>
                <a:gd name="connsiteY2" fmla="*/ 0 h 70952"/>
                <a:gd name="connsiteX3" fmla="*/ 0 w 19760"/>
                <a:gd name="connsiteY3" fmla="*/ 5073 h 70952"/>
                <a:gd name="connsiteX4" fmla="*/ 0 w 19760"/>
                <a:gd name="connsiteY4" fmla="*/ 70952 h 70952"/>
                <a:gd name="connsiteX5" fmla="*/ 19761 w 19760"/>
                <a:gd name="connsiteY5" fmla="*/ 70952 h 70952"/>
                <a:gd name="connsiteX6" fmla="*/ 19761 w 19760"/>
                <a:gd name="connsiteY6" fmla="*/ 5073 h 70952"/>
                <a:gd name="connsiteX7" fmla="*/ 19706 w 19760"/>
                <a:gd name="connsiteY7" fmla="*/ 5073 h 70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60" h="70952">
                  <a:moveTo>
                    <a:pt x="19706" y="5073"/>
                  </a:moveTo>
                  <a:cubicBezTo>
                    <a:pt x="19596" y="2226"/>
                    <a:pt x="15765" y="0"/>
                    <a:pt x="11057" y="0"/>
                  </a:cubicBezTo>
                  <a:lnTo>
                    <a:pt x="8649" y="0"/>
                  </a:lnTo>
                  <a:cubicBezTo>
                    <a:pt x="3941" y="0"/>
                    <a:pt x="55" y="2299"/>
                    <a:pt x="0" y="5073"/>
                  </a:cubicBezTo>
                  <a:lnTo>
                    <a:pt x="0" y="70952"/>
                  </a:lnTo>
                  <a:lnTo>
                    <a:pt x="19761" y="70952"/>
                  </a:lnTo>
                  <a:lnTo>
                    <a:pt x="19761" y="5073"/>
                  </a:lnTo>
                  <a:lnTo>
                    <a:pt x="19706" y="5073"/>
                  </a:lnTo>
                  <a:close/>
                </a:path>
              </a:pathLst>
            </a:custGeom>
            <a:solidFill>
              <a:srgbClr val="007B85"/>
            </a:solidFill>
            <a:ln w="3646" cap="flat">
              <a:noFill/>
              <a:prstDash val="solid"/>
              <a:miter/>
            </a:ln>
          </p:spPr>
          <p:txBody>
            <a:bodyPr rtlCol="0" anchor="ctr"/>
            <a:lstStyle/>
            <a:p>
              <a:endParaRPr lang="en-GR"/>
            </a:p>
          </p:txBody>
        </p:sp>
        <p:sp>
          <p:nvSpPr>
            <p:cNvPr id="774" name="Freeform 627">
              <a:extLst>
                <a:ext uri="{FF2B5EF4-FFF2-40B4-BE49-F238E27FC236}">
                  <a16:creationId xmlns:a16="http://schemas.microsoft.com/office/drawing/2014/main" id="{2CCC6061-6103-82E9-76AF-F7A2FECC1783}"/>
                </a:ext>
              </a:extLst>
            </p:cNvPr>
            <p:cNvSpPr/>
            <p:nvPr/>
          </p:nvSpPr>
          <p:spPr>
            <a:xfrm>
              <a:off x="6535837" y="4880145"/>
              <a:ext cx="17493" cy="43431"/>
            </a:xfrm>
            <a:custGeom>
              <a:avLst/>
              <a:gdLst>
                <a:gd name="connsiteX0" fmla="*/ 11057 w 19757"/>
                <a:gd name="connsiteY0" fmla="*/ 0 h 49053"/>
                <a:gd name="connsiteX1" fmla="*/ 19702 w 19757"/>
                <a:gd name="connsiteY1" fmla="*/ 5073 h 49053"/>
                <a:gd name="connsiteX2" fmla="*/ 19757 w 19757"/>
                <a:gd name="connsiteY2" fmla="*/ 5073 h 49053"/>
                <a:gd name="connsiteX3" fmla="*/ 19757 w 19757"/>
                <a:gd name="connsiteY3" fmla="*/ 49053 h 49053"/>
                <a:gd name="connsiteX4" fmla="*/ 0 w 19757"/>
                <a:gd name="connsiteY4" fmla="*/ 49053 h 49053"/>
                <a:gd name="connsiteX5" fmla="*/ 0 w 19757"/>
                <a:gd name="connsiteY5" fmla="*/ 5073 h 49053"/>
                <a:gd name="connsiteX6" fmla="*/ 8649 w 19757"/>
                <a:gd name="connsiteY6" fmla="*/ 0 h 49053"/>
                <a:gd name="connsiteX7" fmla="*/ 11057 w 19757"/>
                <a:gd name="connsiteY7" fmla="*/ 0 h 49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57" h="49053">
                  <a:moveTo>
                    <a:pt x="11057" y="0"/>
                  </a:moveTo>
                  <a:cubicBezTo>
                    <a:pt x="15765" y="0"/>
                    <a:pt x="19593" y="2226"/>
                    <a:pt x="19702" y="5073"/>
                  </a:cubicBezTo>
                  <a:lnTo>
                    <a:pt x="19757" y="5073"/>
                  </a:lnTo>
                  <a:lnTo>
                    <a:pt x="19757" y="49053"/>
                  </a:lnTo>
                  <a:lnTo>
                    <a:pt x="0" y="49053"/>
                  </a:lnTo>
                  <a:lnTo>
                    <a:pt x="0" y="5073"/>
                  </a:lnTo>
                  <a:cubicBezTo>
                    <a:pt x="55" y="2299"/>
                    <a:pt x="3886" y="0"/>
                    <a:pt x="8649" y="0"/>
                  </a:cubicBezTo>
                  <a:lnTo>
                    <a:pt x="11057" y="0"/>
                  </a:lnTo>
                  <a:close/>
                </a:path>
              </a:pathLst>
            </a:custGeom>
            <a:solidFill>
              <a:srgbClr val="007B85"/>
            </a:solidFill>
            <a:ln w="3646" cap="flat">
              <a:noFill/>
              <a:prstDash val="solid"/>
              <a:miter/>
            </a:ln>
          </p:spPr>
          <p:txBody>
            <a:bodyPr rtlCol="0" anchor="ctr"/>
            <a:lstStyle/>
            <a:p>
              <a:endParaRPr lang="en-GR"/>
            </a:p>
          </p:txBody>
        </p:sp>
        <p:sp>
          <p:nvSpPr>
            <p:cNvPr id="775" name="Freeform 628">
              <a:extLst>
                <a:ext uri="{FF2B5EF4-FFF2-40B4-BE49-F238E27FC236}">
                  <a16:creationId xmlns:a16="http://schemas.microsoft.com/office/drawing/2014/main" id="{E3CAFC8B-8C02-16F1-77F5-64477A37834D}"/>
                </a:ext>
              </a:extLst>
            </p:cNvPr>
            <p:cNvSpPr/>
            <p:nvPr/>
          </p:nvSpPr>
          <p:spPr>
            <a:xfrm>
              <a:off x="6413957" y="4903024"/>
              <a:ext cx="206784" cy="134462"/>
            </a:xfrm>
            <a:custGeom>
              <a:avLst/>
              <a:gdLst>
                <a:gd name="connsiteX0" fmla="*/ 233498 w 233552"/>
                <a:gd name="connsiteY0" fmla="*/ 44236 h 151868"/>
                <a:gd name="connsiteX1" fmla="*/ 206241 w 233552"/>
                <a:gd name="connsiteY1" fmla="*/ 0 h 151868"/>
                <a:gd name="connsiteX2" fmla="*/ 172139 w 233552"/>
                <a:gd name="connsiteY2" fmla="*/ 0 h 151868"/>
                <a:gd name="connsiteX3" fmla="*/ 172139 w 233552"/>
                <a:gd name="connsiteY3" fmla="*/ 23140 h 151868"/>
                <a:gd name="connsiteX4" fmla="*/ 209632 w 233552"/>
                <a:gd name="connsiteY4" fmla="*/ 23140 h 151868"/>
                <a:gd name="connsiteX5" fmla="*/ 209745 w 233552"/>
                <a:gd name="connsiteY5" fmla="*/ 128692 h 151868"/>
                <a:gd name="connsiteX6" fmla="*/ 23917 w 233552"/>
                <a:gd name="connsiteY6" fmla="*/ 128692 h 151868"/>
                <a:gd name="connsiteX7" fmla="*/ 23808 w 233552"/>
                <a:gd name="connsiteY7" fmla="*/ 23140 h 151868"/>
                <a:gd name="connsiteX8" fmla="*/ 61413 w 233552"/>
                <a:gd name="connsiteY8" fmla="*/ 23140 h 151868"/>
                <a:gd name="connsiteX9" fmla="*/ 61413 w 233552"/>
                <a:gd name="connsiteY9" fmla="*/ 0 h 151868"/>
                <a:gd name="connsiteX10" fmla="*/ 27311 w 233552"/>
                <a:gd name="connsiteY10" fmla="*/ 0 h 151868"/>
                <a:gd name="connsiteX11" fmla="*/ 0 w 233552"/>
                <a:gd name="connsiteY11" fmla="*/ 46681 h 151868"/>
                <a:gd name="connsiteX12" fmla="*/ 55 w 233552"/>
                <a:gd name="connsiteY12" fmla="*/ 107633 h 151868"/>
                <a:gd name="connsiteX13" fmla="*/ 27311 w 233552"/>
                <a:gd name="connsiteY13" fmla="*/ 151869 h 151868"/>
                <a:gd name="connsiteX14" fmla="*/ 206241 w 233552"/>
                <a:gd name="connsiteY14" fmla="*/ 151869 h 151868"/>
                <a:gd name="connsiteX15" fmla="*/ 233552 w 233552"/>
                <a:gd name="connsiteY15" fmla="*/ 105151 h 151868"/>
                <a:gd name="connsiteX16" fmla="*/ 233498 w 233552"/>
                <a:gd name="connsiteY16" fmla="*/ 44236 h 15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3552" h="151868">
                  <a:moveTo>
                    <a:pt x="233498" y="44236"/>
                  </a:moveTo>
                  <a:cubicBezTo>
                    <a:pt x="232567" y="19527"/>
                    <a:pt x="220744" y="0"/>
                    <a:pt x="206241" y="0"/>
                  </a:cubicBezTo>
                  <a:lnTo>
                    <a:pt x="172139" y="0"/>
                  </a:lnTo>
                  <a:lnTo>
                    <a:pt x="172139" y="23140"/>
                  </a:lnTo>
                  <a:lnTo>
                    <a:pt x="209632" y="23140"/>
                  </a:lnTo>
                  <a:lnTo>
                    <a:pt x="209745" y="128692"/>
                  </a:lnTo>
                  <a:lnTo>
                    <a:pt x="23917" y="128692"/>
                  </a:lnTo>
                  <a:lnTo>
                    <a:pt x="23808" y="23140"/>
                  </a:lnTo>
                  <a:lnTo>
                    <a:pt x="61413" y="23140"/>
                  </a:lnTo>
                  <a:lnTo>
                    <a:pt x="61413" y="0"/>
                  </a:lnTo>
                  <a:lnTo>
                    <a:pt x="27311" y="0"/>
                  </a:lnTo>
                  <a:cubicBezTo>
                    <a:pt x="12316" y="0"/>
                    <a:pt x="164" y="20841"/>
                    <a:pt x="0" y="46681"/>
                  </a:cubicBezTo>
                  <a:lnTo>
                    <a:pt x="55" y="107633"/>
                  </a:lnTo>
                  <a:cubicBezTo>
                    <a:pt x="985" y="132306"/>
                    <a:pt x="12809" y="151869"/>
                    <a:pt x="27311" y="151869"/>
                  </a:cubicBezTo>
                  <a:lnTo>
                    <a:pt x="206241" y="151869"/>
                  </a:lnTo>
                  <a:cubicBezTo>
                    <a:pt x="221236" y="151869"/>
                    <a:pt x="233388" y="130992"/>
                    <a:pt x="233552" y="105151"/>
                  </a:cubicBezTo>
                  <a:lnTo>
                    <a:pt x="233498" y="44236"/>
                  </a:lnTo>
                  <a:close/>
                </a:path>
              </a:pathLst>
            </a:custGeom>
            <a:solidFill>
              <a:srgbClr val="007B85"/>
            </a:solidFill>
            <a:ln w="3646" cap="flat">
              <a:noFill/>
              <a:prstDash val="solid"/>
              <a:miter/>
            </a:ln>
          </p:spPr>
          <p:txBody>
            <a:bodyPr rtlCol="0" anchor="ctr"/>
            <a:lstStyle/>
            <a:p>
              <a:endParaRPr lang="en-GR"/>
            </a:p>
          </p:txBody>
        </p:sp>
        <p:sp>
          <p:nvSpPr>
            <p:cNvPr id="776" name="Freeform 629">
              <a:extLst>
                <a:ext uri="{FF2B5EF4-FFF2-40B4-BE49-F238E27FC236}">
                  <a16:creationId xmlns:a16="http://schemas.microsoft.com/office/drawing/2014/main" id="{41C34C67-1ECB-EBB5-1860-238089956BBE}"/>
                </a:ext>
              </a:extLst>
            </p:cNvPr>
            <p:cNvSpPr/>
            <p:nvPr/>
          </p:nvSpPr>
          <p:spPr>
            <a:xfrm>
              <a:off x="6476906" y="4937537"/>
              <a:ext cx="67653" cy="65437"/>
            </a:xfrm>
            <a:custGeom>
              <a:avLst/>
              <a:gdLst>
                <a:gd name="connsiteX0" fmla="*/ 44937 w 76411"/>
                <a:gd name="connsiteY0" fmla="*/ 73909 h 73908"/>
                <a:gd name="connsiteX1" fmla="*/ 76248 w 76411"/>
                <a:gd name="connsiteY1" fmla="*/ 50915 h 73908"/>
                <a:gd name="connsiteX2" fmla="*/ 60100 w 76411"/>
                <a:gd name="connsiteY2" fmla="*/ 50915 h 73908"/>
                <a:gd name="connsiteX3" fmla="*/ 44828 w 76411"/>
                <a:gd name="connsiteY3" fmla="*/ 60696 h 73908"/>
                <a:gd name="connsiteX4" fmla="*/ 26877 w 76411"/>
                <a:gd name="connsiteY4" fmla="*/ 43834 h 73908"/>
                <a:gd name="connsiteX5" fmla="*/ 48659 w 76411"/>
                <a:gd name="connsiteY5" fmla="*/ 43834 h 73908"/>
                <a:gd name="connsiteX6" fmla="*/ 48659 w 76411"/>
                <a:gd name="connsiteY6" fmla="*/ 30038 h 73908"/>
                <a:gd name="connsiteX7" fmla="*/ 26877 w 76411"/>
                <a:gd name="connsiteY7" fmla="*/ 30038 h 73908"/>
                <a:gd name="connsiteX8" fmla="*/ 45047 w 76411"/>
                <a:gd name="connsiteY8" fmla="*/ 13176 h 73908"/>
                <a:gd name="connsiteX9" fmla="*/ 60264 w 76411"/>
                <a:gd name="connsiteY9" fmla="*/ 23322 h 73908"/>
                <a:gd name="connsiteX10" fmla="*/ 76412 w 76411"/>
                <a:gd name="connsiteY10" fmla="*/ 23322 h 73908"/>
                <a:gd name="connsiteX11" fmla="*/ 45868 w 76411"/>
                <a:gd name="connsiteY11" fmla="*/ 0 h 73908"/>
                <a:gd name="connsiteX12" fmla="*/ 10838 w 76411"/>
                <a:gd name="connsiteY12" fmla="*/ 30038 h 73908"/>
                <a:gd name="connsiteX13" fmla="*/ 0 w 76411"/>
                <a:gd name="connsiteY13" fmla="*/ 30038 h 73908"/>
                <a:gd name="connsiteX14" fmla="*/ 0 w 76411"/>
                <a:gd name="connsiteY14" fmla="*/ 43834 h 73908"/>
                <a:gd name="connsiteX15" fmla="*/ 10838 w 76411"/>
                <a:gd name="connsiteY15" fmla="*/ 43834 h 73908"/>
                <a:gd name="connsiteX16" fmla="*/ 44937 w 76411"/>
                <a:gd name="connsiteY16" fmla="*/ 73909 h 73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411" h="73908">
                  <a:moveTo>
                    <a:pt x="44937" y="73909"/>
                  </a:moveTo>
                  <a:cubicBezTo>
                    <a:pt x="61249" y="73909"/>
                    <a:pt x="73073" y="64711"/>
                    <a:pt x="76248" y="50915"/>
                  </a:cubicBezTo>
                  <a:lnTo>
                    <a:pt x="60100" y="50915"/>
                  </a:lnTo>
                  <a:cubicBezTo>
                    <a:pt x="57527" y="56937"/>
                    <a:pt x="52217" y="60696"/>
                    <a:pt x="44828" y="60696"/>
                  </a:cubicBezTo>
                  <a:cubicBezTo>
                    <a:pt x="35197" y="60696"/>
                    <a:pt x="28847" y="53981"/>
                    <a:pt x="26877" y="43834"/>
                  </a:cubicBezTo>
                  <a:lnTo>
                    <a:pt x="48659" y="43834"/>
                  </a:lnTo>
                  <a:lnTo>
                    <a:pt x="48659" y="30038"/>
                  </a:lnTo>
                  <a:lnTo>
                    <a:pt x="26877" y="30038"/>
                  </a:lnTo>
                  <a:cubicBezTo>
                    <a:pt x="28847" y="19855"/>
                    <a:pt x="35307" y="13176"/>
                    <a:pt x="45047" y="13176"/>
                  </a:cubicBezTo>
                  <a:cubicBezTo>
                    <a:pt x="52436" y="13176"/>
                    <a:pt x="57746" y="17117"/>
                    <a:pt x="60264" y="23322"/>
                  </a:cubicBezTo>
                  <a:lnTo>
                    <a:pt x="76412" y="23322"/>
                  </a:lnTo>
                  <a:cubicBezTo>
                    <a:pt x="73346" y="9343"/>
                    <a:pt x="61851" y="0"/>
                    <a:pt x="45868" y="0"/>
                  </a:cubicBezTo>
                  <a:cubicBezTo>
                    <a:pt x="26275" y="0"/>
                    <a:pt x="13411" y="11643"/>
                    <a:pt x="10838" y="30038"/>
                  </a:cubicBezTo>
                  <a:lnTo>
                    <a:pt x="0" y="30038"/>
                  </a:lnTo>
                  <a:lnTo>
                    <a:pt x="0" y="43834"/>
                  </a:lnTo>
                  <a:lnTo>
                    <a:pt x="10838" y="43834"/>
                  </a:lnTo>
                  <a:cubicBezTo>
                    <a:pt x="13302" y="62193"/>
                    <a:pt x="25727" y="73909"/>
                    <a:pt x="44937" y="73909"/>
                  </a:cubicBezTo>
                  <a:close/>
                </a:path>
              </a:pathLst>
            </a:custGeom>
            <a:solidFill>
              <a:srgbClr val="007B85"/>
            </a:solidFill>
            <a:ln w="3646" cap="flat">
              <a:noFill/>
              <a:prstDash val="solid"/>
              <a:miter/>
            </a:ln>
          </p:spPr>
          <p:txBody>
            <a:bodyPr rtlCol="0" anchor="ctr"/>
            <a:lstStyle/>
            <a:p>
              <a:endParaRPr lang="en-GR"/>
            </a:p>
          </p:txBody>
        </p:sp>
        <p:sp>
          <p:nvSpPr>
            <p:cNvPr id="777" name="Freeform 630">
              <a:extLst>
                <a:ext uri="{FF2B5EF4-FFF2-40B4-BE49-F238E27FC236}">
                  <a16:creationId xmlns:a16="http://schemas.microsoft.com/office/drawing/2014/main" id="{ABAEEF7C-1A3C-AC48-3128-515DF561F839}"/>
                </a:ext>
              </a:extLst>
            </p:cNvPr>
            <p:cNvSpPr/>
            <p:nvPr/>
          </p:nvSpPr>
          <p:spPr>
            <a:xfrm>
              <a:off x="6481511" y="4880145"/>
              <a:ext cx="17495" cy="43431"/>
            </a:xfrm>
            <a:custGeom>
              <a:avLst/>
              <a:gdLst>
                <a:gd name="connsiteX0" fmla="*/ 11057 w 19760"/>
                <a:gd name="connsiteY0" fmla="*/ 0 h 49053"/>
                <a:gd name="connsiteX1" fmla="*/ 19706 w 19760"/>
                <a:gd name="connsiteY1" fmla="*/ 5073 h 49053"/>
                <a:gd name="connsiteX2" fmla="*/ 19761 w 19760"/>
                <a:gd name="connsiteY2" fmla="*/ 5073 h 49053"/>
                <a:gd name="connsiteX3" fmla="*/ 19761 w 19760"/>
                <a:gd name="connsiteY3" fmla="*/ 49053 h 49053"/>
                <a:gd name="connsiteX4" fmla="*/ 0 w 19760"/>
                <a:gd name="connsiteY4" fmla="*/ 49053 h 49053"/>
                <a:gd name="connsiteX5" fmla="*/ 0 w 19760"/>
                <a:gd name="connsiteY5" fmla="*/ 5073 h 49053"/>
                <a:gd name="connsiteX6" fmla="*/ 8649 w 19760"/>
                <a:gd name="connsiteY6" fmla="*/ 0 h 49053"/>
                <a:gd name="connsiteX7" fmla="*/ 11057 w 19760"/>
                <a:gd name="connsiteY7" fmla="*/ 0 h 49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60" h="49053">
                  <a:moveTo>
                    <a:pt x="11057" y="0"/>
                  </a:moveTo>
                  <a:cubicBezTo>
                    <a:pt x="15765" y="0"/>
                    <a:pt x="19596" y="2226"/>
                    <a:pt x="19706" y="5073"/>
                  </a:cubicBezTo>
                  <a:lnTo>
                    <a:pt x="19761" y="5073"/>
                  </a:lnTo>
                  <a:lnTo>
                    <a:pt x="19761" y="49053"/>
                  </a:lnTo>
                  <a:lnTo>
                    <a:pt x="0" y="49053"/>
                  </a:lnTo>
                  <a:lnTo>
                    <a:pt x="0" y="5073"/>
                  </a:lnTo>
                  <a:cubicBezTo>
                    <a:pt x="55" y="2299"/>
                    <a:pt x="3941" y="0"/>
                    <a:pt x="8649" y="0"/>
                  </a:cubicBezTo>
                  <a:lnTo>
                    <a:pt x="11057" y="0"/>
                  </a:lnTo>
                  <a:close/>
                </a:path>
              </a:pathLst>
            </a:custGeom>
            <a:solidFill>
              <a:srgbClr val="007B85"/>
            </a:solidFill>
            <a:ln w="3646" cap="flat">
              <a:noFill/>
              <a:prstDash val="solid"/>
              <a:miter/>
            </a:ln>
          </p:spPr>
          <p:txBody>
            <a:bodyPr rtlCol="0" anchor="ctr"/>
            <a:lstStyle/>
            <a:p>
              <a:endParaRPr lang="en-GR"/>
            </a:p>
          </p:txBody>
        </p:sp>
      </p:grpSp>
      <p:sp>
        <p:nvSpPr>
          <p:cNvPr id="778" name="Freeform 631">
            <a:extLst>
              <a:ext uri="{FF2B5EF4-FFF2-40B4-BE49-F238E27FC236}">
                <a16:creationId xmlns:a16="http://schemas.microsoft.com/office/drawing/2014/main" id="{C28E5FBB-2087-2D3A-50CA-4B98B2AF43A3}"/>
              </a:ext>
            </a:extLst>
          </p:cNvPr>
          <p:cNvSpPr/>
          <p:nvPr/>
        </p:nvSpPr>
        <p:spPr>
          <a:xfrm>
            <a:off x="7908600" y="4867219"/>
            <a:ext cx="187360" cy="158958"/>
          </a:xfrm>
          <a:custGeom>
            <a:avLst/>
            <a:gdLst>
              <a:gd name="connsiteX0" fmla="*/ 154586 w 211613"/>
              <a:gd name="connsiteY0" fmla="*/ 0 h 179534"/>
              <a:gd name="connsiteX1" fmla="*/ 153915 w 211613"/>
              <a:gd name="connsiteY1" fmla="*/ 0 h 179534"/>
              <a:gd name="connsiteX2" fmla="*/ 53980 w 211613"/>
              <a:gd name="connsiteY2" fmla="*/ 73 h 179534"/>
              <a:gd name="connsiteX3" fmla="*/ 0 w 211613"/>
              <a:gd name="connsiteY3" fmla="*/ 33432 h 179534"/>
              <a:gd name="connsiteX4" fmla="*/ 0 w 211613"/>
              <a:gd name="connsiteY4" fmla="*/ 146102 h 179534"/>
              <a:gd name="connsiteX5" fmla="*/ 57023 w 211613"/>
              <a:gd name="connsiteY5" fmla="*/ 179534 h 179534"/>
              <a:gd name="connsiteX6" fmla="*/ 57695 w 211613"/>
              <a:gd name="connsiteY6" fmla="*/ 179534 h 179534"/>
              <a:gd name="connsiteX7" fmla="*/ 157633 w 211613"/>
              <a:gd name="connsiteY7" fmla="*/ 179462 h 179534"/>
              <a:gd name="connsiteX8" fmla="*/ 211613 w 211613"/>
              <a:gd name="connsiteY8" fmla="*/ 146102 h 179534"/>
              <a:gd name="connsiteX9" fmla="*/ 211613 w 211613"/>
              <a:gd name="connsiteY9" fmla="*/ 33432 h 179534"/>
              <a:gd name="connsiteX10" fmla="*/ 154586 w 211613"/>
              <a:gd name="connsiteY10" fmla="*/ 0 h 179534"/>
              <a:gd name="connsiteX11" fmla="*/ 53038 w 211613"/>
              <a:gd name="connsiteY11" fmla="*/ 110005 h 179534"/>
              <a:gd name="connsiteX12" fmla="*/ 42331 w 211613"/>
              <a:gd name="connsiteY12" fmla="*/ 110005 h 179534"/>
              <a:gd name="connsiteX13" fmla="*/ 42331 w 211613"/>
              <a:gd name="connsiteY13" fmla="*/ 69164 h 179534"/>
              <a:gd name="connsiteX14" fmla="*/ 53038 w 211613"/>
              <a:gd name="connsiteY14" fmla="*/ 69164 h 179534"/>
              <a:gd name="connsiteX15" fmla="*/ 53038 w 211613"/>
              <a:gd name="connsiteY15" fmla="*/ 110005 h 179534"/>
              <a:gd name="connsiteX16" fmla="*/ 64103 w 211613"/>
              <a:gd name="connsiteY16" fmla="*/ 110370 h 179534"/>
              <a:gd name="connsiteX17" fmla="*/ 58279 w 211613"/>
              <a:gd name="connsiteY17" fmla="*/ 104677 h 179534"/>
              <a:gd name="connsiteX18" fmla="*/ 64103 w 211613"/>
              <a:gd name="connsiteY18" fmla="*/ 98983 h 179534"/>
              <a:gd name="connsiteX19" fmla="*/ 69923 w 211613"/>
              <a:gd name="connsiteY19" fmla="*/ 104677 h 179534"/>
              <a:gd name="connsiteX20" fmla="*/ 64103 w 211613"/>
              <a:gd name="connsiteY20" fmla="*/ 110370 h 179534"/>
              <a:gd name="connsiteX21" fmla="*/ 100924 w 211613"/>
              <a:gd name="connsiteY21" fmla="*/ 110005 h 179534"/>
              <a:gd name="connsiteX22" fmla="*/ 90261 w 211613"/>
              <a:gd name="connsiteY22" fmla="*/ 93910 h 179534"/>
              <a:gd name="connsiteX23" fmla="*/ 85871 w 211613"/>
              <a:gd name="connsiteY23" fmla="*/ 98800 h 179534"/>
              <a:gd name="connsiteX24" fmla="*/ 85871 w 211613"/>
              <a:gd name="connsiteY24" fmla="*/ 110005 h 179534"/>
              <a:gd name="connsiteX25" fmla="*/ 75167 w 211613"/>
              <a:gd name="connsiteY25" fmla="*/ 110005 h 179534"/>
              <a:gd name="connsiteX26" fmla="*/ 75167 w 211613"/>
              <a:gd name="connsiteY26" fmla="*/ 69164 h 179534"/>
              <a:gd name="connsiteX27" fmla="*/ 85871 w 211613"/>
              <a:gd name="connsiteY27" fmla="*/ 69164 h 179534"/>
              <a:gd name="connsiteX28" fmla="*/ 85871 w 211613"/>
              <a:gd name="connsiteY28" fmla="*/ 85150 h 179534"/>
              <a:gd name="connsiteX29" fmla="*/ 99895 w 211613"/>
              <a:gd name="connsiteY29" fmla="*/ 69164 h 179534"/>
              <a:gd name="connsiteX30" fmla="*/ 112882 w 211613"/>
              <a:gd name="connsiteY30" fmla="*/ 69164 h 179534"/>
              <a:gd name="connsiteX31" fmla="*/ 97742 w 211613"/>
              <a:gd name="connsiteY31" fmla="*/ 86136 h 179534"/>
              <a:gd name="connsiteX32" fmla="*/ 113824 w 211613"/>
              <a:gd name="connsiteY32" fmla="*/ 110005 h 179534"/>
              <a:gd name="connsiteX33" fmla="*/ 100880 w 211613"/>
              <a:gd name="connsiteY33" fmla="*/ 110005 h 179534"/>
              <a:gd name="connsiteX34" fmla="*/ 100924 w 211613"/>
              <a:gd name="connsiteY34" fmla="*/ 110005 h 179534"/>
              <a:gd name="connsiteX35" fmla="*/ 121575 w 211613"/>
              <a:gd name="connsiteY35" fmla="*/ 110370 h 179534"/>
              <a:gd name="connsiteX36" fmla="*/ 115751 w 211613"/>
              <a:gd name="connsiteY36" fmla="*/ 104677 h 179534"/>
              <a:gd name="connsiteX37" fmla="*/ 121575 w 211613"/>
              <a:gd name="connsiteY37" fmla="*/ 98983 h 179534"/>
              <a:gd name="connsiteX38" fmla="*/ 127395 w 211613"/>
              <a:gd name="connsiteY38" fmla="*/ 104677 h 179534"/>
              <a:gd name="connsiteX39" fmla="*/ 121575 w 211613"/>
              <a:gd name="connsiteY39" fmla="*/ 110370 h 179534"/>
              <a:gd name="connsiteX40" fmla="*/ 161396 w 211613"/>
              <a:gd name="connsiteY40" fmla="*/ 110005 h 179534"/>
              <a:gd name="connsiteX41" fmla="*/ 132640 w 211613"/>
              <a:gd name="connsiteY41" fmla="*/ 110005 h 179534"/>
              <a:gd name="connsiteX42" fmla="*/ 132640 w 211613"/>
              <a:gd name="connsiteY42" fmla="*/ 69164 h 179534"/>
              <a:gd name="connsiteX43" fmla="*/ 160768 w 211613"/>
              <a:gd name="connsiteY43" fmla="*/ 69164 h 179534"/>
              <a:gd name="connsiteX44" fmla="*/ 160768 w 211613"/>
              <a:gd name="connsiteY44" fmla="*/ 78288 h 179534"/>
              <a:gd name="connsiteX45" fmla="*/ 143343 w 211613"/>
              <a:gd name="connsiteY45" fmla="*/ 78288 h 179534"/>
              <a:gd name="connsiteX46" fmla="*/ 143343 w 211613"/>
              <a:gd name="connsiteY46" fmla="*/ 85296 h 179534"/>
              <a:gd name="connsiteX47" fmla="*/ 157276 w 211613"/>
              <a:gd name="connsiteY47" fmla="*/ 85296 h 179534"/>
              <a:gd name="connsiteX48" fmla="*/ 157276 w 211613"/>
              <a:gd name="connsiteY48" fmla="*/ 93800 h 179534"/>
              <a:gd name="connsiteX49" fmla="*/ 143343 w 211613"/>
              <a:gd name="connsiteY49" fmla="*/ 93800 h 179534"/>
              <a:gd name="connsiteX50" fmla="*/ 143343 w 211613"/>
              <a:gd name="connsiteY50" fmla="*/ 100954 h 179534"/>
              <a:gd name="connsiteX51" fmla="*/ 161396 w 211613"/>
              <a:gd name="connsiteY51" fmla="*/ 100954 h 179534"/>
              <a:gd name="connsiteX52" fmla="*/ 161396 w 211613"/>
              <a:gd name="connsiteY52" fmla="*/ 110042 h 179534"/>
              <a:gd name="connsiteX53" fmla="*/ 161396 w 211613"/>
              <a:gd name="connsiteY53" fmla="*/ 110005 h 179534"/>
              <a:gd name="connsiteX54" fmla="*/ 171566 w 211613"/>
              <a:gd name="connsiteY54" fmla="*/ 110370 h 179534"/>
              <a:gd name="connsiteX55" fmla="*/ 165742 w 211613"/>
              <a:gd name="connsiteY55" fmla="*/ 104677 h 179534"/>
              <a:gd name="connsiteX56" fmla="*/ 171566 w 211613"/>
              <a:gd name="connsiteY56" fmla="*/ 98983 h 179534"/>
              <a:gd name="connsiteX57" fmla="*/ 177390 w 211613"/>
              <a:gd name="connsiteY57" fmla="*/ 104677 h 179534"/>
              <a:gd name="connsiteX58" fmla="*/ 171566 w 211613"/>
              <a:gd name="connsiteY58" fmla="*/ 110370 h 179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11613" h="179534">
                <a:moveTo>
                  <a:pt x="154586" y="0"/>
                </a:moveTo>
                <a:cubicBezTo>
                  <a:pt x="154586" y="0"/>
                  <a:pt x="154141" y="0"/>
                  <a:pt x="153915" y="0"/>
                </a:cubicBezTo>
                <a:cubicBezTo>
                  <a:pt x="153692" y="0"/>
                  <a:pt x="53980" y="73"/>
                  <a:pt x="53980" y="73"/>
                </a:cubicBezTo>
                <a:cubicBezTo>
                  <a:pt x="23877" y="1204"/>
                  <a:pt x="0" y="15694"/>
                  <a:pt x="0" y="33432"/>
                </a:cubicBezTo>
                <a:lnTo>
                  <a:pt x="0" y="146102"/>
                </a:lnTo>
                <a:cubicBezTo>
                  <a:pt x="0" y="164461"/>
                  <a:pt x="25490" y="179315"/>
                  <a:pt x="57023" y="179534"/>
                </a:cubicBezTo>
                <a:cubicBezTo>
                  <a:pt x="57250" y="179534"/>
                  <a:pt x="57472" y="179534"/>
                  <a:pt x="57695" y="179534"/>
                </a:cubicBezTo>
                <a:cubicBezTo>
                  <a:pt x="57921" y="179534"/>
                  <a:pt x="157633" y="179462"/>
                  <a:pt x="157633" y="179462"/>
                </a:cubicBezTo>
                <a:cubicBezTo>
                  <a:pt x="187780" y="178330"/>
                  <a:pt x="211613" y="163877"/>
                  <a:pt x="211613" y="146102"/>
                </a:cubicBezTo>
                <a:lnTo>
                  <a:pt x="211613" y="33432"/>
                </a:lnTo>
                <a:cubicBezTo>
                  <a:pt x="211657" y="15074"/>
                  <a:pt x="186167" y="219"/>
                  <a:pt x="154586" y="0"/>
                </a:cubicBezTo>
                <a:close/>
                <a:moveTo>
                  <a:pt x="53038" y="110005"/>
                </a:moveTo>
                <a:lnTo>
                  <a:pt x="42331" y="110005"/>
                </a:lnTo>
                <a:lnTo>
                  <a:pt x="42331" y="69164"/>
                </a:lnTo>
                <a:lnTo>
                  <a:pt x="53038" y="69164"/>
                </a:lnTo>
                <a:lnTo>
                  <a:pt x="53038" y="110005"/>
                </a:lnTo>
                <a:close/>
                <a:moveTo>
                  <a:pt x="64103" y="110370"/>
                </a:moveTo>
                <a:cubicBezTo>
                  <a:pt x="60786" y="110370"/>
                  <a:pt x="58279" y="107889"/>
                  <a:pt x="58279" y="104677"/>
                </a:cubicBezTo>
                <a:cubicBezTo>
                  <a:pt x="58279" y="101428"/>
                  <a:pt x="60786" y="98983"/>
                  <a:pt x="64103" y="98983"/>
                </a:cubicBezTo>
                <a:cubicBezTo>
                  <a:pt x="67416" y="98983"/>
                  <a:pt x="69923" y="101428"/>
                  <a:pt x="69923" y="104677"/>
                </a:cubicBezTo>
                <a:cubicBezTo>
                  <a:pt x="69923" y="107889"/>
                  <a:pt x="67416" y="110370"/>
                  <a:pt x="64103" y="110370"/>
                </a:cubicBezTo>
                <a:close/>
                <a:moveTo>
                  <a:pt x="100924" y="110005"/>
                </a:moveTo>
                <a:lnTo>
                  <a:pt x="90261" y="93910"/>
                </a:lnTo>
                <a:lnTo>
                  <a:pt x="85871" y="98800"/>
                </a:lnTo>
                <a:lnTo>
                  <a:pt x="85871" y="110005"/>
                </a:lnTo>
                <a:lnTo>
                  <a:pt x="75167" y="110005"/>
                </a:lnTo>
                <a:lnTo>
                  <a:pt x="75167" y="69164"/>
                </a:lnTo>
                <a:lnTo>
                  <a:pt x="85871" y="69164"/>
                </a:lnTo>
                <a:lnTo>
                  <a:pt x="85871" y="85150"/>
                </a:lnTo>
                <a:lnTo>
                  <a:pt x="99895" y="69164"/>
                </a:lnTo>
                <a:lnTo>
                  <a:pt x="112882" y="69164"/>
                </a:lnTo>
                <a:lnTo>
                  <a:pt x="97742" y="86136"/>
                </a:lnTo>
                <a:lnTo>
                  <a:pt x="113824" y="110005"/>
                </a:lnTo>
                <a:lnTo>
                  <a:pt x="100880" y="110005"/>
                </a:lnTo>
                <a:lnTo>
                  <a:pt x="100924" y="110005"/>
                </a:lnTo>
                <a:close/>
                <a:moveTo>
                  <a:pt x="121575" y="110370"/>
                </a:moveTo>
                <a:cubicBezTo>
                  <a:pt x="118258" y="110370"/>
                  <a:pt x="115751" y="107889"/>
                  <a:pt x="115751" y="104677"/>
                </a:cubicBezTo>
                <a:cubicBezTo>
                  <a:pt x="115751" y="101428"/>
                  <a:pt x="118258" y="98983"/>
                  <a:pt x="121575" y="98983"/>
                </a:cubicBezTo>
                <a:cubicBezTo>
                  <a:pt x="124889" y="98983"/>
                  <a:pt x="127395" y="101428"/>
                  <a:pt x="127395" y="104677"/>
                </a:cubicBezTo>
                <a:cubicBezTo>
                  <a:pt x="127395" y="107889"/>
                  <a:pt x="124889" y="110370"/>
                  <a:pt x="121575" y="110370"/>
                </a:cubicBezTo>
                <a:close/>
                <a:moveTo>
                  <a:pt x="161396" y="110005"/>
                </a:moveTo>
                <a:lnTo>
                  <a:pt x="132640" y="110005"/>
                </a:lnTo>
                <a:lnTo>
                  <a:pt x="132640" y="69164"/>
                </a:lnTo>
                <a:lnTo>
                  <a:pt x="160768" y="69164"/>
                </a:lnTo>
                <a:lnTo>
                  <a:pt x="160768" y="78288"/>
                </a:lnTo>
                <a:lnTo>
                  <a:pt x="143343" y="78288"/>
                </a:lnTo>
                <a:lnTo>
                  <a:pt x="143343" y="85296"/>
                </a:lnTo>
                <a:lnTo>
                  <a:pt x="157276" y="85296"/>
                </a:lnTo>
                <a:lnTo>
                  <a:pt x="157276" y="93800"/>
                </a:lnTo>
                <a:lnTo>
                  <a:pt x="143343" y="93800"/>
                </a:lnTo>
                <a:lnTo>
                  <a:pt x="143343" y="100954"/>
                </a:lnTo>
                <a:lnTo>
                  <a:pt x="161396" y="100954"/>
                </a:lnTo>
                <a:lnTo>
                  <a:pt x="161396" y="110042"/>
                </a:lnTo>
                <a:lnTo>
                  <a:pt x="161396" y="110005"/>
                </a:lnTo>
                <a:close/>
                <a:moveTo>
                  <a:pt x="171566" y="110370"/>
                </a:moveTo>
                <a:cubicBezTo>
                  <a:pt x="168249" y="110370"/>
                  <a:pt x="165742" y="107889"/>
                  <a:pt x="165742" y="104677"/>
                </a:cubicBezTo>
                <a:cubicBezTo>
                  <a:pt x="165742" y="101428"/>
                  <a:pt x="168249" y="98983"/>
                  <a:pt x="171566" y="98983"/>
                </a:cubicBezTo>
                <a:cubicBezTo>
                  <a:pt x="174880" y="98983"/>
                  <a:pt x="177390" y="101428"/>
                  <a:pt x="177390" y="104677"/>
                </a:cubicBezTo>
                <a:cubicBezTo>
                  <a:pt x="177390" y="107889"/>
                  <a:pt x="174880" y="110370"/>
                  <a:pt x="171566" y="110370"/>
                </a:cubicBezTo>
                <a:close/>
              </a:path>
            </a:pathLst>
          </a:custGeom>
          <a:solidFill>
            <a:srgbClr val="007B85"/>
          </a:solidFill>
          <a:ln w="3646" cap="flat">
            <a:noFill/>
            <a:prstDash val="solid"/>
            <a:miter/>
          </a:ln>
        </p:spPr>
        <p:txBody>
          <a:bodyPr rtlCol="0" anchor="ctr"/>
          <a:lstStyle/>
          <a:p>
            <a:endParaRPr lang="en-GR"/>
          </a:p>
        </p:txBody>
      </p:sp>
      <p:grpSp>
        <p:nvGrpSpPr>
          <p:cNvPr id="779" name="Group 778">
            <a:extLst>
              <a:ext uri="{FF2B5EF4-FFF2-40B4-BE49-F238E27FC236}">
                <a16:creationId xmlns:a16="http://schemas.microsoft.com/office/drawing/2014/main" id="{26B8705B-6365-95AB-9D3C-D35B83F3C179}"/>
              </a:ext>
            </a:extLst>
          </p:cNvPr>
          <p:cNvGrpSpPr/>
          <p:nvPr/>
        </p:nvGrpSpPr>
        <p:grpSpPr>
          <a:xfrm>
            <a:off x="8231700" y="4844732"/>
            <a:ext cx="205106" cy="205962"/>
            <a:chOff x="7079544" y="4844732"/>
            <a:chExt cx="205106" cy="205962"/>
          </a:xfrm>
        </p:grpSpPr>
        <p:sp>
          <p:nvSpPr>
            <p:cNvPr id="780" name="Freeform 633">
              <a:extLst>
                <a:ext uri="{FF2B5EF4-FFF2-40B4-BE49-F238E27FC236}">
                  <a16:creationId xmlns:a16="http://schemas.microsoft.com/office/drawing/2014/main" id="{FB5EF3E2-E58A-2205-61EC-646E902882BF}"/>
                </a:ext>
              </a:extLst>
            </p:cNvPr>
            <p:cNvSpPr/>
            <p:nvPr/>
          </p:nvSpPr>
          <p:spPr>
            <a:xfrm>
              <a:off x="7079544" y="4844732"/>
              <a:ext cx="205106" cy="205962"/>
            </a:xfrm>
            <a:custGeom>
              <a:avLst/>
              <a:gdLst>
                <a:gd name="connsiteX0" fmla="*/ 211658 w 231656"/>
                <a:gd name="connsiteY0" fmla="*/ 1674 h 232623"/>
                <a:gd name="connsiteX1" fmla="*/ 230160 w 231656"/>
                <a:gd name="connsiteY1" fmla="*/ 18318 h 232623"/>
                <a:gd name="connsiteX2" fmla="*/ 18025 w 231656"/>
                <a:gd name="connsiteY2" fmla="*/ 231102 h 232623"/>
                <a:gd name="connsiteX3" fmla="*/ 1599 w 231656"/>
                <a:gd name="connsiteY3" fmla="*/ 212853 h 232623"/>
                <a:gd name="connsiteX4" fmla="*/ 54627 w 231656"/>
                <a:gd name="connsiteY4" fmla="*/ 159310 h 232623"/>
                <a:gd name="connsiteX5" fmla="*/ 20189 w 231656"/>
                <a:gd name="connsiteY5" fmla="*/ 118505 h 232623"/>
                <a:gd name="connsiteX6" fmla="*/ 121627 w 231656"/>
                <a:gd name="connsiteY6" fmla="*/ 51020 h 232623"/>
                <a:gd name="connsiteX7" fmla="*/ 155861 w 231656"/>
                <a:gd name="connsiteY7" fmla="*/ 57662 h 232623"/>
                <a:gd name="connsiteX8" fmla="*/ 211658 w 231656"/>
                <a:gd name="connsiteY8" fmla="*/ 1674 h 232623"/>
                <a:gd name="connsiteX9" fmla="*/ 86226 w 231656"/>
                <a:gd name="connsiteY9" fmla="*/ 127556 h 232623"/>
                <a:gd name="connsiteX10" fmla="*/ 130707 w 231656"/>
                <a:gd name="connsiteY10" fmla="*/ 82883 h 232623"/>
                <a:gd name="connsiteX11" fmla="*/ 86226 w 231656"/>
                <a:gd name="connsiteY11" fmla="*/ 127556 h 232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656" h="232623">
                  <a:moveTo>
                    <a:pt x="211658" y="1674"/>
                  </a:moveTo>
                  <a:cubicBezTo>
                    <a:pt x="218664" y="-5333"/>
                    <a:pt x="236984" y="11492"/>
                    <a:pt x="230160" y="18318"/>
                  </a:cubicBezTo>
                  <a:lnTo>
                    <a:pt x="18025" y="231102"/>
                  </a:lnTo>
                  <a:cubicBezTo>
                    <a:pt x="11139" y="238000"/>
                    <a:pt x="-5133" y="219605"/>
                    <a:pt x="1599" y="212853"/>
                  </a:cubicBezTo>
                  <a:lnTo>
                    <a:pt x="54627" y="159310"/>
                  </a:lnTo>
                  <a:cubicBezTo>
                    <a:pt x="32312" y="140440"/>
                    <a:pt x="20189" y="118505"/>
                    <a:pt x="20189" y="118505"/>
                  </a:cubicBezTo>
                  <a:cubicBezTo>
                    <a:pt x="20189" y="118505"/>
                    <a:pt x="57265" y="51020"/>
                    <a:pt x="121627" y="51020"/>
                  </a:cubicBezTo>
                  <a:cubicBezTo>
                    <a:pt x="134104" y="51020"/>
                    <a:pt x="145515" y="53575"/>
                    <a:pt x="155861" y="57662"/>
                  </a:cubicBezTo>
                  <a:lnTo>
                    <a:pt x="211658" y="1674"/>
                  </a:lnTo>
                  <a:close/>
                  <a:moveTo>
                    <a:pt x="86226" y="127556"/>
                  </a:moveTo>
                  <a:lnTo>
                    <a:pt x="130707" y="82883"/>
                  </a:lnTo>
                  <a:cubicBezTo>
                    <a:pt x="104330" y="76386"/>
                    <a:pt x="79383" y="101132"/>
                    <a:pt x="86226" y="127556"/>
                  </a:cubicBezTo>
                  <a:close/>
                </a:path>
              </a:pathLst>
            </a:custGeom>
            <a:solidFill>
              <a:srgbClr val="007B85"/>
            </a:solidFill>
            <a:ln w="3646" cap="flat">
              <a:noFill/>
              <a:prstDash val="solid"/>
              <a:miter/>
            </a:ln>
          </p:spPr>
          <p:txBody>
            <a:bodyPr rtlCol="0" anchor="ctr"/>
            <a:lstStyle/>
            <a:p>
              <a:endParaRPr lang="en-GR"/>
            </a:p>
          </p:txBody>
        </p:sp>
        <p:sp>
          <p:nvSpPr>
            <p:cNvPr id="781" name="Freeform 634">
              <a:extLst>
                <a:ext uri="{FF2B5EF4-FFF2-40B4-BE49-F238E27FC236}">
                  <a16:creationId xmlns:a16="http://schemas.microsoft.com/office/drawing/2014/main" id="{7BF4983C-9A3D-682E-5C13-B62AE10C25B4}"/>
                </a:ext>
              </a:extLst>
            </p:cNvPr>
            <p:cNvSpPr/>
            <p:nvPr/>
          </p:nvSpPr>
          <p:spPr>
            <a:xfrm>
              <a:off x="7165406" y="4918729"/>
              <a:ext cx="111683" cy="90323"/>
            </a:xfrm>
            <a:custGeom>
              <a:avLst/>
              <a:gdLst>
                <a:gd name="connsiteX0" fmla="*/ 61256 w 126140"/>
                <a:gd name="connsiteY0" fmla="*/ 37338 h 102015"/>
                <a:gd name="connsiteX1" fmla="*/ 98442 w 126140"/>
                <a:gd name="connsiteY1" fmla="*/ 0 h 102015"/>
                <a:gd name="connsiteX2" fmla="*/ 98442 w 126140"/>
                <a:gd name="connsiteY2" fmla="*/ 73 h 102015"/>
                <a:gd name="connsiteX3" fmla="*/ 126140 w 126140"/>
                <a:gd name="connsiteY3" fmla="*/ 34856 h 102015"/>
                <a:gd name="connsiteX4" fmla="*/ 0 w 126140"/>
                <a:gd name="connsiteY4" fmla="*/ 98837 h 102015"/>
                <a:gd name="connsiteX5" fmla="*/ 27388 w 126140"/>
                <a:gd name="connsiteY5" fmla="*/ 71354 h 102015"/>
                <a:gd name="connsiteX6" fmla="*/ 61256 w 126140"/>
                <a:gd name="connsiteY6" fmla="*/ 37338 h 102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0" h="102015">
                  <a:moveTo>
                    <a:pt x="61256" y="37338"/>
                  </a:moveTo>
                  <a:lnTo>
                    <a:pt x="98442" y="0"/>
                  </a:lnTo>
                  <a:lnTo>
                    <a:pt x="98442" y="73"/>
                  </a:lnTo>
                  <a:cubicBezTo>
                    <a:pt x="116470" y="17264"/>
                    <a:pt x="126140" y="34856"/>
                    <a:pt x="126140" y="34856"/>
                  </a:cubicBezTo>
                  <a:cubicBezTo>
                    <a:pt x="102019" y="78727"/>
                    <a:pt x="50637" y="112816"/>
                    <a:pt x="0" y="98837"/>
                  </a:cubicBezTo>
                  <a:lnTo>
                    <a:pt x="27388" y="71354"/>
                  </a:lnTo>
                  <a:cubicBezTo>
                    <a:pt x="45546" y="70004"/>
                    <a:pt x="60016" y="55514"/>
                    <a:pt x="61256" y="37338"/>
                  </a:cubicBezTo>
                  <a:close/>
                </a:path>
              </a:pathLst>
            </a:custGeom>
            <a:solidFill>
              <a:srgbClr val="007B85"/>
            </a:solidFill>
            <a:ln w="3646" cap="flat">
              <a:noFill/>
              <a:prstDash val="solid"/>
              <a:miter/>
            </a:ln>
          </p:spPr>
          <p:txBody>
            <a:bodyPr rtlCol="0" anchor="ctr"/>
            <a:lstStyle/>
            <a:p>
              <a:endParaRPr lang="en-GR"/>
            </a:p>
          </p:txBody>
        </p:sp>
      </p:grpSp>
      <p:grpSp>
        <p:nvGrpSpPr>
          <p:cNvPr id="782" name="Group 781">
            <a:extLst>
              <a:ext uri="{FF2B5EF4-FFF2-40B4-BE49-F238E27FC236}">
                <a16:creationId xmlns:a16="http://schemas.microsoft.com/office/drawing/2014/main" id="{2BD9BB88-0724-D3E5-F6CA-7A9503449A1C}"/>
              </a:ext>
            </a:extLst>
          </p:cNvPr>
          <p:cNvGrpSpPr/>
          <p:nvPr/>
        </p:nvGrpSpPr>
        <p:grpSpPr>
          <a:xfrm>
            <a:off x="8564495" y="4863989"/>
            <a:ext cx="206786" cy="165389"/>
            <a:chOff x="7412339" y="4863987"/>
            <a:chExt cx="206786" cy="165389"/>
          </a:xfrm>
        </p:grpSpPr>
        <p:sp>
          <p:nvSpPr>
            <p:cNvPr id="783" name="Freeform 635">
              <a:extLst>
                <a:ext uri="{FF2B5EF4-FFF2-40B4-BE49-F238E27FC236}">
                  <a16:creationId xmlns:a16="http://schemas.microsoft.com/office/drawing/2014/main" id="{A5EC4312-8919-73C2-530C-902A7AD0C651}"/>
                </a:ext>
              </a:extLst>
            </p:cNvPr>
            <p:cNvSpPr/>
            <p:nvPr/>
          </p:nvSpPr>
          <p:spPr>
            <a:xfrm>
              <a:off x="7471822" y="4939572"/>
              <a:ext cx="60807" cy="58780"/>
            </a:xfrm>
            <a:custGeom>
              <a:avLst/>
              <a:gdLst>
                <a:gd name="connsiteX0" fmla="*/ 40507 w 68678"/>
                <a:gd name="connsiteY0" fmla="*/ 11862 h 66389"/>
                <a:gd name="connsiteX1" fmla="*/ 54155 w 68678"/>
                <a:gd name="connsiteY1" fmla="*/ 20950 h 66389"/>
                <a:gd name="connsiteX2" fmla="*/ 68679 w 68678"/>
                <a:gd name="connsiteY2" fmla="*/ 20950 h 66389"/>
                <a:gd name="connsiteX3" fmla="*/ 41236 w 68678"/>
                <a:gd name="connsiteY3" fmla="*/ 0 h 66389"/>
                <a:gd name="connsiteX4" fmla="*/ 9743 w 68678"/>
                <a:gd name="connsiteY4" fmla="*/ 27009 h 66389"/>
                <a:gd name="connsiteX5" fmla="*/ 0 w 68678"/>
                <a:gd name="connsiteY5" fmla="*/ 27009 h 66389"/>
                <a:gd name="connsiteX6" fmla="*/ 0 w 68678"/>
                <a:gd name="connsiteY6" fmla="*/ 39382 h 66389"/>
                <a:gd name="connsiteX7" fmla="*/ 9743 w 68678"/>
                <a:gd name="connsiteY7" fmla="*/ 39382 h 66389"/>
                <a:gd name="connsiteX8" fmla="*/ 40397 w 68678"/>
                <a:gd name="connsiteY8" fmla="*/ 66390 h 66389"/>
                <a:gd name="connsiteX9" fmla="*/ 68533 w 68678"/>
                <a:gd name="connsiteY9" fmla="*/ 45732 h 66389"/>
                <a:gd name="connsiteX10" fmla="*/ 54009 w 68678"/>
                <a:gd name="connsiteY10" fmla="*/ 45732 h 66389"/>
                <a:gd name="connsiteX11" fmla="*/ 40288 w 68678"/>
                <a:gd name="connsiteY11" fmla="*/ 54565 h 66389"/>
                <a:gd name="connsiteX12" fmla="*/ 24158 w 68678"/>
                <a:gd name="connsiteY12" fmla="*/ 39382 h 66389"/>
                <a:gd name="connsiteX13" fmla="*/ 43755 w 68678"/>
                <a:gd name="connsiteY13" fmla="*/ 39382 h 66389"/>
                <a:gd name="connsiteX14" fmla="*/ 43755 w 68678"/>
                <a:gd name="connsiteY14" fmla="*/ 27009 h 66389"/>
                <a:gd name="connsiteX15" fmla="*/ 24158 w 68678"/>
                <a:gd name="connsiteY15" fmla="*/ 27009 h 66389"/>
                <a:gd name="connsiteX16" fmla="*/ 40507 w 68678"/>
                <a:gd name="connsiteY16" fmla="*/ 11862 h 6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678" h="66389">
                  <a:moveTo>
                    <a:pt x="40507" y="11862"/>
                  </a:moveTo>
                  <a:cubicBezTo>
                    <a:pt x="47148" y="11862"/>
                    <a:pt x="51892" y="15402"/>
                    <a:pt x="54155" y="20950"/>
                  </a:cubicBezTo>
                  <a:lnTo>
                    <a:pt x="68679" y="20950"/>
                  </a:lnTo>
                  <a:cubicBezTo>
                    <a:pt x="65942" y="8394"/>
                    <a:pt x="55578" y="0"/>
                    <a:pt x="41236" y="0"/>
                  </a:cubicBezTo>
                  <a:cubicBezTo>
                    <a:pt x="23611" y="0"/>
                    <a:pt x="12079" y="10475"/>
                    <a:pt x="9743" y="27009"/>
                  </a:cubicBezTo>
                  <a:lnTo>
                    <a:pt x="0" y="27009"/>
                  </a:lnTo>
                  <a:lnTo>
                    <a:pt x="0" y="39382"/>
                  </a:lnTo>
                  <a:lnTo>
                    <a:pt x="9743" y="39382"/>
                  </a:lnTo>
                  <a:cubicBezTo>
                    <a:pt x="11969" y="55878"/>
                    <a:pt x="23136" y="66390"/>
                    <a:pt x="40397" y="66390"/>
                  </a:cubicBezTo>
                  <a:cubicBezTo>
                    <a:pt x="55067" y="66390"/>
                    <a:pt x="65687" y="58141"/>
                    <a:pt x="68533" y="45732"/>
                  </a:cubicBezTo>
                  <a:lnTo>
                    <a:pt x="54009" y="45732"/>
                  </a:lnTo>
                  <a:cubicBezTo>
                    <a:pt x="51710" y="51170"/>
                    <a:pt x="46929" y="54565"/>
                    <a:pt x="40288" y="54565"/>
                  </a:cubicBezTo>
                  <a:cubicBezTo>
                    <a:pt x="31639" y="54565"/>
                    <a:pt x="25946" y="48506"/>
                    <a:pt x="24158" y="39382"/>
                  </a:cubicBezTo>
                  <a:lnTo>
                    <a:pt x="43755" y="39382"/>
                  </a:lnTo>
                  <a:lnTo>
                    <a:pt x="43755" y="27009"/>
                  </a:lnTo>
                  <a:lnTo>
                    <a:pt x="24158" y="27009"/>
                  </a:lnTo>
                  <a:cubicBezTo>
                    <a:pt x="25946" y="17848"/>
                    <a:pt x="31748" y="11862"/>
                    <a:pt x="40507" y="11862"/>
                  </a:cubicBezTo>
                  <a:close/>
                </a:path>
              </a:pathLst>
            </a:custGeom>
            <a:solidFill>
              <a:srgbClr val="007B85"/>
            </a:solidFill>
            <a:ln w="3646" cap="flat">
              <a:noFill/>
              <a:prstDash val="solid"/>
              <a:miter/>
            </a:ln>
          </p:spPr>
          <p:txBody>
            <a:bodyPr rtlCol="0" anchor="ctr"/>
            <a:lstStyle/>
            <a:p>
              <a:endParaRPr lang="en-GR"/>
            </a:p>
          </p:txBody>
        </p:sp>
        <p:sp>
          <p:nvSpPr>
            <p:cNvPr id="784" name="Freeform 636">
              <a:extLst>
                <a:ext uri="{FF2B5EF4-FFF2-40B4-BE49-F238E27FC236}">
                  <a16:creationId xmlns:a16="http://schemas.microsoft.com/office/drawing/2014/main" id="{33E65AD4-5C36-35AF-FB5A-1E7C4316D74D}"/>
                </a:ext>
              </a:extLst>
            </p:cNvPr>
            <p:cNvSpPr/>
            <p:nvPr/>
          </p:nvSpPr>
          <p:spPr>
            <a:xfrm>
              <a:off x="7431273" y="4883861"/>
              <a:ext cx="146171" cy="14961"/>
            </a:xfrm>
            <a:custGeom>
              <a:avLst/>
              <a:gdLst>
                <a:gd name="connsiteX0" fmla="*/ 147941 w 165092"/>
                <a:gd name="connsiteY0" fmla="*/ 0 h 16898"/>
                <a:gd name="connsiteX1" fmla="*/ 17188 w 165092"/>
                <a:gd name="connsiteY1" fmla="*/ 0 h 16898"/>
                <a:gd name="connsiteX2" fmla="*/ 0 w 165092"/>
                <a:gd name="connsiteY2" fmla="*/ 16899 h 16898"/>
                <a:gd name="connsiteX3" fmla="*/ 165092 w 165092"/>
                <a:gd name="connsiteY3" fmla="*/ 16899 h 16898"/>
                <a:gd name="connsiteX4" fmla="*/ 147941 w 165092"/>
                <a:gd name="connsiteY4" fmla="*/ 0 h 16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092" h="16898">
                  <a:moveTo>
                    <a:pt x="147941" y="0"/>
                  </a:moveTo>
                  <a:lnTo>
                    <a:pt x="17188" y="0"/>
                  </a:lnTo>
                  <a:cubicBezTo>
                    <a:pt x="9889" y="0"/>
                    <a:pt x="3503" y="6789"/>
                    <a:pt x="0" y="16899"/>
                  </a:cubicBezTo>
                  <a:lnTo>
                    <a:pt x="165092" y="16899"/>
                  </a:lnTo>
                  <a:cubicBezTo>
                    <a:pt x="161589" y="6789"/>
                    <a:pt x="155240" y="0"/>
                    <a:pt x="147941" y="0"/>
                  </a:cubicBezTo>
                  <a:close/>
                </a:path>
              </a:pathLst>
            </a:custGeom>
            <a:solidFill>
              <a:srgbClr val="007B85"/>
            </a:solidFill>
            <a:ln w="3646" cap="flat">
              <a:noFill/>
              <a:prstDash val="solid"/>
              <a:miter/>
            </a:ln>
          </p:spPr>
          <p:txBody>
            <a:bodyPr rtlCol="0" anchor="ctr"/>
            <a:lstStyle/>
            <a:p>
              <a:endParaRPr lang="en-GR"/>
            </a:p>
          </p:txBody>
        </p:sp>
        <p:sp>
          <p:nvSpPr>
            <p:cNvPr id="785" name="Freeform 637">
              <a:extLst>
                <a:ext uri="{FF2B5EF4-FFF2-40B4-BE49-F238E27FC236}">
                  <a16:creationId xmlns:a16="http://schemas.microsoft.com/office/drawing/2014/main" id="{32C4F98B-71C3-455C-66C5-8AE489B54A09}"/>
                </a:ext>
              </a:extLst>
            </p:cNvPr>
            <p:cNvSpPr/>
            <p:nvPr/>
          </p:nvSpPr>
          <p:spPr>
            <a:xfrm>
              <a:off x="7450918" y="4863987"/>
              <a:ext cx="106882" cy="10922"/>
            </a:xfrm>
            <a:custGeom>
              <a:avLst/>
              <a:gdLst>
                <a:gd name="connsiteX0" fmla="*/ 108164 w 120717"/>
                <a:gd name="connsiteY0" fmla="*/ 0 h 12336"/>
                <a:gd name="connsiteX1" fmla="*/ 12554 w 120717"/>
                <a:gd name="connsiteY1" fmla="*/ 0 h 12336"/>
                <a:gd name="connsiteX2" fmla="*/ 0 w 120717"/>
                <a:gd name="connsiteY2" fmla="*/ 12336 h 12336"/>
                <a:gd name="connsiteX3" fmla="*/ 120718 w 120717"/>
                <a:gd name="connsiteY3" fmla="*/ 12336 h 12336"/>
                <a:gd name="connsiteX4" fmla="*/ 108164 w 120717"/>
                <a:gd name="connsiteY4" fmla="*/ 0 h 12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717" h="12336">
                  <a:moveTo>
                    <a:pt x="108164" y="0"/>
                  </a:moveTo>
                  <a:lnTo>
                    <a:pt x="12554" y="0"/>
                  </a:lnTo>
                  <a:cubicBezTo>
                    <a:pt x="7189" y="0"/>
                    <a:pt x="2555" y="4964"/>
                    <a:pt x="0" y="12336"/>
                  </a:cubicBezTo>
                  <a:lnTo>
                    <a:pt x="120718" y="12336"/>
                  </a:lnTo>
                  <a:cubicBezTo>
                    <a:pt x="118163" y="4964"/>
                    <a:pt x="113529" y="0"/>
                    <a:pt x="108164" y="0"/>
                  </a:cubicBezTo>
                  <a:close/>
                </a:path>
              </a:pathLst>
            </a:custGeom>
            <a:solidFill>
              <a:srgbClr val="007B85"/>
            </a:solidFill>
            <a:ln w="3646" cap="flat">
              <a:noFill/>
              <a:prstDash val="solid"/>
              <a:miter/>
            </a:ln>
          </p:spPr>
          <p:txBody>
            <a:bodyPr rtlCol="0" anchor="ctr"/>
            <a:lstStyle/>
            <a:p>
              <a:endParaRPr lang="en-GR"/>
            </a:p>
          </p:txBody>
        </p:sp>
        <p:sp>
          <p:nvSpPr>
            <p:cNvPr id="786" name="Freeform 638">
              <a:extLst>
                <a:ext uri="{FF2B5EF4-FFF2-40B4-BE49-F238E27FC236}">
                  <a16:creationId xmlns:a16="http://schemas.microsoft.com/office/drawing/2014/main" id="{9B0EB94A-C92F-E114-9B88-E7EAFF7F1C7F}"/>
                </a:ext>
              </a:extLst>
            </p:cNvPr>
            <p:cNvSpPr/>
            <p:nvPr/>
          </p:nvSpPr>
          <p:spPr>
            <a:xfrm>
              <a:off x="7412339" y="4908518"/>
              <a:ext cx="185783" cy="120858"/>
            </a:xfrm>
            <a:custGeom>
              <a:avLst/>
              <a:gdLst>
                <a:gd name="connsiteX0" fmla="*/ 142795 w 209832"/>
                <a:gd name="connsiteY0" fmla="*/ 115662 h 136503"/>
                <a:gd name="connsiteX1" fmla="*/ 21494 w 209832"/>
                <a:gd name="connsiteY1" fmla="*/ 115662 h 136503"/>
                <a:gd name="connsiteX2" fmla="*/ 21385 w 209832"/>
                <a:gd name="connsiteY2" fmla="*/ 20804 h 136503"/>
                <a:gd name="connsiteX3" fmla="*/ 188411 w 209832"/>
                <a:gd name="connsiteY3" fmla="*/ 20804 h 136503"/>
                <a:gd name="connsiteX4" fmla="*/ 188411 w 209832"/>
                <a:gd name="connsiteY4" fmla="*/ 39381 h 136503"/>
                <a:gd name="connsiteX5" fmla="*/ 190382 w 209832"/>
                <a:gd name="connsiteY5" fmla="*/ 39309 h 136503"/>
                <a:gd name="connsiteX6" fmla="*/ 209832 w 209832"/>
                <a:gd name="connsiteY6" fmla="*/ 43031 h 136503"/>
                <a:gd name="connsiteX7" fmla="*/ 209832 w 209832"/>
                <a:gd name="connsiteY7" fmla="*/ 39747 h 136503"/>
                <a:gd name="connsiteX8" fmla="*/ 185346 w 209832"/>
                <a:gd name="connsiteY8" fmla="*/ 0 h 136503"/>
                <a:gd name="connsiteX9" fmla="*/ 24559 w 209832"/>
                <a:gd name="connsiteY9" fmla="*/ 0 h 136503"/>
                <a:gd name="connsiteX10" fmla="*/ 0 w 209832"/>
                <a:gd name="connsiteY10" fmla="*/ 42009 h 136503"/>
                <a:gd name="connsiteX11" fmla="*/ 0 w 209832"/>
                <a:gd name="connsiteY11" fmla="*/ 42484 h 136503"/>
                <a:gd name="connsiteX12" fmla="*/ 110 w 209832"/>
                <a:gd name="connsiteY12" fmla="*/ 96757 h 136503"/>
                <a:gd name="connsiteX13" fmla="*/ 24596 w 209832"/>
                <a:gd name="connsiteY13" fmla="*/ 136503 h 136503"/>
                <a:gd name="connsiteX14" fmla="*/ 161042 w 209832"/>
                <a:gd name="connsiteY14" fmla="*/ 136503 h 136503"/>
                <a:gd name="connsiteX15" fmla="*/ 142832 w 209832"/>
                <a:gd name="connsiteY15" fmla="*/ 115699 h 136503"/>
                <a:gd name="connsiteX16" fmla="*/ 142795 w 209832"/>
                <a:gd name="connsiteY16" fmla="*/ 115662 h 136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9832" h="136503">
                  <a:moveTo>
                    <a:pt x="142795" y="115662"/>
                  </a:moveTo>
                  <a:lnTo>
                    <a:pt x="21494" y="115662"/>
                  </a:lnTo>
                  <a:lnTo>
                    <a:pt x="21385" y="20804"/>
                  </a:lnTo>
                  <a:lnTo>
                    <a:pt x="188411" y="20804"/>
                  </a:lnTo>
                  <a:lnTo>
                    <a:pt x="188411" y="39381"/>
                  </a:lnTo>
                  <a:cubicBezTo>
                    <a:pt x="189068" y="39381"/>
                    <a:pt x="189688" y="39309"/>
                    <a:pt x="190382" y="39309"/>
                  </a:cubicBezTo>
                  <a:cubicBezTo>
                    <a:pt x="197243" y="39309"/>
                    <a:pt x="203774" y="40659"/>
                    <a:pt x="209832" y="43031"/>
                  </a:cubicBezTo>
                  <a:lnTo>
                    <a:pt x="209832" y="39747"/>
                  </a:lnTo>
                  <a:cubicBezTo>
                    <a:pt x="208993" y="17555"/>
                    <a:pt x="198374" y="0"/>
                    <a:pt x="185346" y="0"/>
                  </a:cubicBezTo>
                  <a:lnTo>
                    <a:pt x="24559" y="0"/>
                  </a:lnTo>
                  <a:cubicBezTo>
                    <a:pt x="11057" y="37"/>
                    <a:pt x="146" y="18797"/>
                    <a:pt x="0" y="42009"/>
                  </a:cubicBezTo>
                  <a:cubicBezTo>
                    <a:pt x="0" y="42155"/>
                    <a:pt x="0" y="42301"/>
                    <a:pt x="0" y="42484"/>
                  </a:cubicBezTo>
                  <a:cubicBezTo>
                    <a:pt x="0" y="42630"/>
                    <a:pt x="110" y="96757"/>
                    <a:pt x="110" y="96757"/>
                  </a:cubicBezTo>
                  <a:cubicBezTo>
                    <a:pt x="949" y="118947"/>
                    <a:pt x="11568" y="136503"/>
                    <a:pt x="24596" y="136503"/>
                  </a:cubicBezTo>
                  <a:lnTo>
                    <a:pt x="161042" y="136503"/>
                  </a:lnTo>
                  <a:cubicBezTo>
                    <a:pt x="153269" y="131357"/>
                    <a:pt x="146992" y="124167"/>
                    <a:pt x="142832" y="115699"/>
                  </a:cubicBezTo>
                  <a:lnTo>
                    <a:pt x="142795" y="115662"/>
                  </a:lnTo>
                  <a:close/>
                </a:path>
              </a:pathLst>
            </a:custGeom>
            <a:solidFill>
              <a:srgbClr val="007B85"/>
            </a:solidFill>
            <a:ln w="3646" cap="flat">
              <a:noFill/>
              <a:prstDash val="solid"/>
              <a:miter/>
            </a:ln>
          </p:spPr>
          <p:txBody>
            <a:bodyPr rtlCol="0" anchor="ctr"/>
            <a:lstStyle/>
            <a:p>
              <a:endParaRPr lang="en-GR"/>
            </a:p>
          </p:txBody>
        </p:sp>
        <p:sp>
          <p:nvSpPr>
            <p:cNvPr id="787" name="Freeform 639">
              <a:extLst>
                <a:ext uri="{FF2B5EF4-FFF2-40B4-BE49-F238E27FC236}">
                  <a16:creationId xmlns:a16="http://schemas.microsoft.com/office/drawing/2014/main" id="{58EC7E36-8B90-9E72-A829-47ED3F98E6E7}"/>
                </a:ext>
              </a:extLst>
            </p:cNvPr>
            <p:cNvSpPr/>
            <p:nvPr/>
          </p:nvSpPr>
          <p:spPr>
            <a:xfrm>
              <a:off x="7542647" y="4952014"/>
              <a:ext cx="76478" cy="76490"/>
            </a:xfrm>
            <a:custGeom>
              <a:avLst/>
              <a:gdLst>
                <a:gd name="connsiteX0" fmla="*/ 43208 w 86378"/>
                <a:gd name="connsiteY0" fmla="*/ 0 h 86391"/>
                <a:gd name="connsiteX1" fmla="*/ 0 w 86378"/>
                <a:gd name="connsiteY1" fmla="*/ 43214 h 86391"/>
                <a:gd name="connsiteX2" fmla="*/ 43208 w 86378"/>
                <a:gd name="connsiteY2" fmla="*/ 86391 h 86391"/>
                <a:gd name="connsiteX3" fmla="*/ 86378 w 86378"/>
                <a:gd name="connsiteY3" fmla="*/ 43214 h 86391"/>
                <a:gd name="connsiteX4" fmla="*/ 43208 w 86378"/>
                <a:gd name="connsiteY4" fmla="*/ 0 h 86391"/>
                <a:gd name="connsiteX5" fmla="*/ 63789 w 86378"/>
                <a:gd name="connsiteY5" fmla="*/ 43688 h 86391"/>
                <a:gd name="connsiteX6" fmla="*/ 51856 w 86378"/>
                <a:gd name="connsiteY6" fmla="*/ 43688 h 86391"/>
                <a:gd name="connsiteX7" fmla="*/ 51710 w 86378"/>
                <a:gd name="connsiteY7" fmla="*/ 70004 h 86391"/>
                <a:gd name="connsiteX8" fmla="*/ 34230 w 86378"/>
                <a:gd name="connsiteY8" fmla="*/ 70113 h 86391"/>
                <a:gd name="connsiteX9" fmla="*/ 34376 w 86378"/>
                <a:gd name="connsiteY9" fmla="*/ 43834 h 86391"/>
                <a:gd name="connsiteX10" fmla="*/ 22626 w 86378"/>
                <a:gd name="connsiteY10" fmla="*/ 43834 h 86391"/>
                <a:gd name="connsiteX11" fmla="*/ 20034 w 86378"/>
                <a:gd name="connsiteY11" fmla="*/ 38724 h 86391"/>
                <a:gd name="connsiteX12" fmla="*/ 40471 w 86378"/>
                <a:gd name="connsiteY12" fmla="*/ 11387 h 86391"/>
                <a:gd name="connsiteX13" fmla="*/ 45652 w 86378"/>
                <a:gd name="connsiteY13" fmla="*/ 11387 h 86391"/>
                <a:gd name="connsiteX14" fmla="*/ 66344 w 86378"/>
                <a:gd name="connsiteY14" fmla="*/ 38579 h 86391"/>
                <a:gd name="connsiteX15" fmla="*/ 63789 w 86378"/>
                <a:gd name="connsiteY15" fmla="*/ 43725 h 86391"/>
                <a:gd name="connsiteX16" fmla="*/ 63789 w 86378"/>
                <a:gd name="connsiteY16" fmla="*/ 43688 h 86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378" h="86391">
                  <a:moveTo>
                    <a:pt x="43208" y="0"/>
                  </a:moveTo>
                  <a:cubicBezTo>
                    <a:pt x="19341" y="0"/>
                    <a:pt x="0" y="19344"/>
                    <a:pt x="0" y="43214"/>
                  </a:cubicBezTo>
                  <a:cubicBezTo>
                    <a:pt x="0" y="67047"/>
                    <a:pt x="19341" y="86391"/>
                    <a:pt x="43208" y="86391"/>
                  </a:cubicBezTo>
                  <a:cubicBezTo>
                    <a:pt x="67037" y="86391"/>
                    <a:pt x="86378" y="67047"/>
                    <a:pt x="86378" y="43214"/>
                  </a:cubicBezTo>
                  <a:cubicBezTo>
                    <a:pt x="86378" y="19344"/>
                    <a:pt x="67037" y="0"/>
                    <a:pt x="43208" y="0"/>
                  </a:cubicBezTo>
                  <a:close/>
                  <a:moveTo>
                    <a:pt x="63789" y="43688"/>
                  </a:moveTo>
                  <a:lnTo>
                    <a:pt x="51856" y="43688"/>
                  </a:lnTo>
                  <a:lnTo>
                    <a:pt x="51710" y="70004"/>
                  </a:lnTo>
                  <a:cubicBezTo>
                    <a:pt x="47733" y="69967"/>
                    <a:pt x="37588" y="70149"/>
                    <a:pt x="34230" y="70113"/>
                  </a:cubicBezTo>
                  <a:lnTo>
                    <a:pt x="34376" y="43834"/>
                  </a:lnTo>
                  <a:lnTo>
                    <a:pt x="22626" y="43834"/>
                  </a:lnTo>
                  <a:cubicBezTo>
                    <a:pt x="19962" y="43907"/>
                    <a:pt x="18465" y="40878"/>
                    <a:pt x="20034" y="38724"/>
                  </a:cubicBezTo>
                  <a:lnTo>
                    <a:pt x="40471" y="11387"/>
                  </a:lnTo>
                  <a:cubicBezTo>
                    <a:pt x="41748" y="9636"/>
                    <a:pt x="44339" y="9636"/>
                    <a:pt x="45652" y="11387"/>
                  </a:cubicBezTo>
                  <a:lnTo>
                    <a:pt x="66344" y="38579"/>
                  </a:lnTo>
                  <a:cubicBezTo>
                    <a:pt x="67986" y="40696"/>
                    <a:pt x="66453" y="43725"/>
                    <a:pt x="63789" y="43725"/>
                  </a:cubicBezTo>
                  <a:lnTo>
                    <a:pt x="63789" y="43688"/>
                  </a:lnTo>
                  <a:close/>
                </a:path>
              </a:pathLst>
            </a:custGeom>
            <a:solidFill>
              <a:srgbClr val="007B85"/>
            </a:solidFill>
            <a:ln w="3646" cap="flat">
              <a:noFill/>
              <a:prstDash val="solid"/>
              <a:miter/>
            </a:ln>
          </p:spPr>
          <p:txBody>
            <a:bodyPr rtlCol="0" anchor="ctr"/>
            <a:lstStyle/>
            <a:p>
              <a:endParaRPr lang="en-GR"/>
            </a:p>
          </p:txBody>
        </p:sp>
      </p:grpSp>
      <p:grpSp>
        <p:nvGrpSpPr>
          <p:cNvPr id="788" name="Group 787">
            <a:extLst>
              <a:ext uri="{FF2B5EF4-FFF2-40B4-BE49-F238E27FC236}">
                <a16:creationId xmlns:a16="http://schemas.microsoft.com/office/drawing/2014/main" id="{F7D2ED38-ECEB-BE53-4282-EF055809FE33}"/>
              </a:ext>
            </a:extLst>
          </p:cNvPr>
          <p:cNvGrpSpPr/>
          <p:nvPr/>
        </p:nvGrpSpPr>
        <p:grpSpPr>
          <a:xfrm>
            <a:off x="8897290" y="4863989"/>
            <a:ext cx="206784" cy="165389"/>
            <a:chOff x="7745134" y="4863987"/>
            <a:chExt cx="206784" cy="165389"/>
          </a:xfrm>
        </p:grpSpPr>
        <p:sp>
          <p:nvSpPr>
            <p:cNvPr id="789" name="Freeform 640">
              <a:extLst>
                <a:ext uri="{FF2B5EF4-FFF2-40B4-BE49-F238E27FC236}">
                  <a16:creationId xmlns:a16="http://schemas.microsoft.com/office/drawing/2014/main" id="{A7ADA2B6-9113-CDA1-3DFE-2FAD85C8F9B1}"/>
                </a:ext>
              </a:extLst>
            </p:cNvPr>
            <p:cNvSpPr/>
            <p:nvPr/>
          </p:nvSpPr>
          <p:spPr>
            <a:xfrm>
              <a:off x="7804617" y="4939572"/>
              <a:ext cx="60807" cy="58780"/>
            </a:xfrm>
            <a:custGeom>
              <a:avLst/>
              <a:gdLst>
                <a:gd name="connsiteX0" fmla="*/ 40507 w 68678"/>
                <a:gd name="connsiteY0" fmla="*/ 11862 h 66389"/>
                <a:gd name="connsiteX1" fmla="*/ 54155 w 68678"/>
                <a:gd name="connsiteY1" fmla="*/ 20950 h 66389"/>
                <a:gd name="connsiteX2" fmla="*/ 68679 w 68678"/>
                <a:gd name="connsiteY2" fmla="*/ 20950 h 66389"/>
                <a:gd name="connsiteX3" fmla="*/ 41236 w 68678"/>
                <a:gd name="connsiteY3" fmla="*/ 0 h 66389"/>
                <a:gd name="connsiteX4" fmla="*/ 9743 w 68678"/>
                <a:gd name="connsiteY4" fmla="*/ 27009 h 66389"/>
                <a:gd name="connsiteX5" fmla="*/ 0 w 68678"/>
                <a:gd name="connsiteY5" fmla="*/ 27009 h 66389"/>
                <a:gd name="connsiteX6" fmla="*/ 0 w 68678"/>
                <a:gd name="connsiteY6" fmla="*/ 39382 h 66389"/>
                <a:gd name="connsiteX7" fmla="*/ 9743 w 68678"/>
                <a:gd name="connsiteY7" fmla="*/ 39382 h 66389"/>
                <a:gd name="connsiteX8" fmla="*/ 40397 w 68678"/>
                <a:gd name="connsiteY8" fmla="*/ 66390 h 66389"/>
                <a:gd name="connsiteX9" fmla="*/ 68533 w 68678"/>
                <a:gd name="connsiteY9" fmla="*/ 45732 h 66389"/>
                <a:gd name="connsiteX10" fmla="*/ 54009 w 68678"/>
                <a:gd name="connsiteY10" fmla="*/ 45732 h 66389"/>
                <a:gd name="connsiteX11" fmla="*/ 40288 w 68678"/>
                <a:gd name="connsiteY11" fmla="*/ 54565 h 66389"/>
                <a:gd name="connsiteX12" fmla="*/ 24158 w 68678"/>
                <a:gd name="connsiteY12" fmla="*/ 39382 h 66389"/>
                <a:gd name="connsiteX13" fmla="*/ 43755 w 68678"/>
                <a:gd name="connsiteY13" fmla="*/ 39382 h 66389"/>
                <a:gd name="connsiteX14" fmla="*/ 43755 w 68678"/>
                <a:gd name="connsiteY14" fmla="*/ 27009 h 66389"/>
                <a:gd name="connsiteX15" fmla="*/ 24158 w 68678"/>
                <a:gd name="connsiteY15" fmla="*/ 27009 h 66389"/>
                <a:gd name="connsiteX16" fmla="*/ 40507 w 68678"/>
                <a:gd name="connsiteY16" fmla="*/ 11862 h 66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678" h="66389">
                  <a:moveTo>
                    <a:pt x="40507" y="11862"/>
                  </a:moveTo>
                  <a:cubicBezTo>
                    <a:pt x="47148" y="11862"/>
                    <a:pt x="51892" y="15402"/>
                    <a:pt x="54155" y="20950"/>
                  </a:cubicBezTo>
                  <a:lnTo>
                    <a:pt x="68679" y="20950"/>
                  </a:lnTo>
                  <a:cubicBezTo>
                    <a:pt x="65942" y="8394"/>
                    <a:pt x="55578" y="0"/>
                    <a:pt x="41236" y="0"/>
                  </a:cubicBezTo>
                  <a:cubicBezTo>
                    <a:pt x="23611" y="0"/>
                    <a:pt x="12079" y="10475"/>
                    <a:pt x="9743" y="27009"/>
                  </a:cubicBezTo>
                  <a:lnTo>
                    <a:pt x="0" y="27009"/>
                  </a:lnTo>
                  <a:lnTo>
                    <a:pt x="0" y="39382"/>
                  </a:lnTo>
                  <a:lnTo>
                    <a:pt x="9743" y="39382"/>
                  </a:lnTo>
                  <a:cubicBezTo>
                    <a:pt x="11969" y="55878"/>
                    <a:pt x="23136" y="66390"/>
                    <a:pt x="40397" y="66390"/>
                  </a:cubicBezTo>
                  <a:cubicBezTo>
                    <a:pt x="55067" y="66390"/>
                    <a:pt x="65687" y="58141"/>
                    <a:pt x="68533" y="45732"/>
                  </a:cubicBezTo>
                  <a:lnTo>
                    <a:pt x="54009" y="45732"/>
                  </a:lnTo>
                  <a:cubicBezTo>
                    <a:pt x="51710" y="51170"/>
                    <a:pt x="46929" y="54565"/>
                    <a:pt x="40288" y="54565"/>
                  </a:cubicBezTo>
                  <a:cubicBezTo>
                    <a:pt x="31639" y="54565"/>
                    <a:pt x="25946" y="48506"/>
                    <a:pt x="24158" y="39382"/>
                  </a:cubicBezTo>
                  <a:lnTo>
                    <a:pt x="43755" y="39382"/>
                  </a:lnTo>
                  <a:lnTo>
                    <a:pt x="43755" y="27009"/>
                  </a:lnTo>
                  <a:lnTo>
                    <a:pt x="24158" y="27009"/>
                  </a:lnTo>
                  <a:cubicBezTo>
                    <a:pt x="25946" y="17848"/>
                    <a:pt x="31748" y="11862"/>
                    <a:pt x="40507" y="11862"/>
                  </a:cubicBezTo>
                  <a:close/>
                </a:path>
              </a:pathLst>
            </a:custGeom>
            <a:solidFill>
              <a:srgbClr val="007B85"/>
            </a:solidFill>
            <a:ln w="3646" cap="flat">
              <a:noFill/>
              <a:prstDash val="solid"/>
              <a:miter/>
            </a:ln>
          </p:spPr>
          <p:txBody>
            <a:bodyPr rtlCol="0" anchor="ctr"/>
            <a:lstStyle/>
            <a:p>
              <a:endParaRPr lang="en-GR"/>
            </a:p>
          </p:txBody>
        </p:sp>
        <p:sp>
          <p:nvSpPr>
            <p:cNvPr id="790" name="Freeform 641">
              <a:extLst>
                <a:ext uri="{FF2B5EF4-FFF2-40B4-BE49-F238E27FC236}">
                  <a16:creationId xmlns:a16="http://schemas.microsoft.com/office/drawing/2014/main" id="{011BAD6B-33E8-5F12-E3CB-DE53FF01900C}"/>
                </a:ext>
              </a:extLst>
            </p:cNvPr>
            <p:cNvSpPr/>
            <p:nvPr/>
          </p:nvSpPr>
          <p:spPr>
            <a:xfrm>
              <a:off x="7764068" y="4883861"/>
              <a:ext cx="146171" cy="14961"/>
            </a:xfrm>
            <a:custGeom>
              <a:avLst/>
              <a:gdLst>
                <a:gd name="connsiteX0" fmla="*/ 147941 w 165092"/>
                <a:gd name="connsiteY0" fmla="*/ 0 h 16898"/>
                <a:gd name="connsiteX1" fmla="*/ 17188 w 165092"/>
                <a:gd name="connsiteY1" fmla="*/ 0 h 16898"/>
                <a:gd name="connsiteX2" fmla="*/ 0 w 165092"/>
                <a:gd name="connsiteY2" fmla="*/ 16899 h 16898"/>
                <a:gd name="connsiteX3" fmla="*/ 165092 w 165092"/>
                <a:gd name="connsiteY3" fmla="*/ 16899 h 16898"/>
                <a:gd name="connsiteX4" fmla="*/ 147941 w 165092"/>
                <a:gd name="connsiteY4" fmla="*/ 0 h 16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092" h="16898">
                  <a:moveTo>
                    <a:pt x="147941" y="0"/>
                  </a:moveTo>
                  <a:lnTo>
                    <a:pt x="17188" y="0"/>
                  </a:lnTo>
                  <a:cubicBezTo>
                    <a:pt x="9889" y="0"/>
                    <a:pt x="3503" y="6789"/>
                    <a:pt x="0" y="16899"/>
                  </a:cubicBezTo>
                  <a:lnTo>
                    <a:pt x="165092" y="16899"/>
                  </a:lnTo>
                  <a:cubicBezTo>
                    <a:pt x="161589" y="6789"/>
                    <a:pt x="155240" y="0"/>
                    <a:pt x="147941" y="0"/>
                  </a:cubicBezTo>
                  <a:close/>
                </a:path>
              </a:pathLst>
            </a:custGeom>
            <a:solidFill>
              <a:srgbClr val="007B85"/>
            </a:solidFill>
            <a:ln w="3646" cap="flat">
              <a:noFill/>
              <a:prstDash val="solid"/>
              <a:miter/>
            </a:ln>
          </p:spPr>
          <p:txBody>
            <a:bodyPr rtlCol="0" anchor="ctr"/>
            <a:lstStyle/>
            <a:p>
              <a:endParaRPr lang="en-GR"/>
            </a:p>
          </p:txBody>
        </p:sp>
        <p:sp>
          <p:nvSpPr>
            <p:cNvPr id="791" name="Freeform 642">
              <a:extLst>
                <a:ext uri="{FF2B5EF4-FFF2-40B4-BE49-F238E27FC236}">
                  <a16:creationId xmlns:a16="http://schemas.microsoft.com/office/drawing/2014/main" id="{982B0F6F-57D9-86F5-552A-EF9AF082D60D}"/>
                </a:ext>
              </a:extLst>
            </p:cNvPr>
            <p:cNvSpPr/>
            <p:nvPr/>
          </p:nvSpPr>
          <p:spPr>
            <a:xfrm>
              <a:off x="7783712" y="4863987"/>
              <a:ext cx="106882" cy="10922"/>
            </a:xfrm>
            <a:custGeom>
              <a:avLst/>
              <a:gdLst>
                <a:gd name="connsiteX0" fmla="*/ 108164 w 120717"/>
                <a:gd name="connsiteY0" fmla="*/ 0 h 12336"/>
                <a:gd name="connsiteX1" fmla="*/ 12554 w 120717"/>
                <a:gd name="connsiteY1" fmla="*/ 0 h 12336"/>
                <a:gd name="connsiteX2" fmla="*/ 0 w 120717"/>
                <a:gd name="connsiteY2" fmla="*/ 12336 h 12336"/>
                <a:gd name="connsiteX3" fmla="*/ 120718 w 120717"/>
                <a:gd name="connsiteY3" fmla="*/ 12336 h 12336"/>
                <a:gd name="connsiteX4" fmla="*/ 108164 w 120717"/>
                <a:gd name="connsiteY4" fmla="*/ 0 h 12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717" h="12336">
                  <a:moveTo>
                    <a:pt x="108164" y="0"/>
                  </a:moveTo>
                  <a:lnTo>
                    <a:pt x="12554" y="0"/>
                  </a:lnTo>
                  <a:cubicBezTo>
                    <a:pt x="7189" y="0"/>
                    <a:pt x="2555" y="4964"/>
                    <a:pt x="0" y="12336"/>
                  </a:cubicBezTo>
                  <a:lnTo>
                    <a:pt x="120718" y="12336"/>
                  </a:lnTo>
                  <a:cubicBezTo>
                    <a:pt x="118163" y="4964"/>
                    <a:pt x="113529" y="0"/>
                    <a:pt x="108164" y="0"/>
                  </a:cubicBezTo>
                  <a:close/>
                </a:path>
              </a:pathLst>
            </a:custGeom>
            <a:solidFill>
              <a:srgbClr val="007B85"/>
            </a:solidFill>
            <a:ln w="3646" cap="flat">
              <a:noFill/>
              <a:prstDash val="solid"/>
              <a:miter/>
            </a:ln>
          </p:spPr>
          <p:txBody>
            <a:bodyPr rtlCol="0" anchor="ctr"/>
            <a:lstStyle/>
            <a:p>
              <a:endParaRPr lang="en-GR"/>
            </a:p>
          </p:txBody>
        </p:sp>
        <p:sp>
          <p:nvSpPr>
            <p:cNvPr id="792" name="Freeform 643">
              <a:extLst>
                <a:ext uri="{FF2B5EF4-FFF2-40B4-BE49-F238E27FC236}">
                  <a16:creationId xmlns:a16="http://schemas.microsoft.com/office/drawing/2014/main" id="{3522AB98-3286-F50F-C6DE-C6AD1C914665}"/>
                </a:ext>
              </a:extLst>
            </p:cNvPr>
            <p:cNvSpPr/>
            <p:nvPr/>
          </p:nvSpPr>
          <p:spPr>
            <a:xfrm>
              <a:off x="7745134" y="4908518"/>
              <a:ext cx="185783" cy="120858"/>
            </a:xfrm>
            <a:custGeom>
              <a:avLst/>
              <a:gdLst>
                <a:gd name="connsiteX0" fmla="*/ 142795 w 209832"/>
                <a:gd name="connsiteY0" fmla="*/ 115662 h 136503"/>
                <a:gd name="connsiteX1" fmla="*/ 21494 w 209832"/>
                <a:gd name="connsiteY1" fmla="*/ 115662 h 136503"/>
                <a:gd name="connsiteX2" fmla="*/ 21385 w 209832"/>
                <a:gd name="connsiteY2" fmla="*/ 20804 h 136503"/>
                <a:gd name="connsiteX3" fmla="*/ 188411 w 209832"/>
                <a:gd name="connsiteY3" fmla="*/ 20804 h 136503"/>
                <a:gd name="connsiteX4" fmla="*/ 188411 w 209832"/>
                <a:gd name="connsiteY4" fmla="*/ 39381 h 136503"/>
                <a:gd name="connsiteX5" fmla="*/ 190382 w 209832"/>
                <a:gd name="connsiteY5" fmla="*/ 39309 h 136503"/>
                <a:gd name="connsiteX6" fmla="*/ 209832 w 209832"/>
                <a:gd name="connsiteY6" fmla="*/ 43031 h 136503"/>
                <a:gd name="connsiteX7" fmla="*/ 209832 w 209832"/>
                <a:gd name="connsiteY7" fmla="*/ 39747 h 136503"/>
                <a:gd name="connsiteX8" fmla="*/ 185346 w 209832"/>
                <a:gd name="connsiteY8" fmla="*/ 0 h 136503"/>
                <a:gd name="connsiteX9" fmla="*/ 24559 w 209832"/>
                <a:gd name="connsiteY9" fmla="*/ 0 h 136503"/>
                <a:gd name="connsiteX10" fmla="*/ 0 w 209832"/>
                <a:gd name="connsiteY10" fmla="*/ 42009 h 136503"/>
                <a:gd name="connsiteX11" fmla="*/ 0 w 209832"/>
                <a:gd name="connsiteY11" fmla="*/ 42484 h 136503"/>
                <a:gd name="connsiteX12" fmla="*/ 110 w 209832"/>
                <a:gd name="connsiteY12" fmla="*/ 96757 h 136503"/>
                <a:gd name="connsiteX13" fmla="*/ 24596 w 209832"/>
                <a:gd name="connsiteY13" fmla="*/ 136503 h 136503"/>
                <a:gd name="connsiteX14" fmla="*/ 161042 w 209832"/>
                <a:gd name="connsiteY14" fmla="*/ 136503 h 136503"/>
                <a:gd name="connsiteX15" fmla="*/ 142832 w 209832"/>
                <a:gd name="connsiteY15" fmla="*/ 115699 h 136503"/>
                <a:gd name="connsiteX16" fmla="*/ 142795 w 209832"/>
                <a:gd name="connsiteY16" fmla="*/ 115662 h 136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9832" h="136503">
                  <a:moveTo>
                    <a:pt x="142795" y="115662"/>
                  </a:moveTo>
                  <a:lnTo>
                    <a:pt x="21494" y="115662"/>
                  </a:lnTo>
                  <a:lnTo>
                    <a:pt x="21385" y="20804"/>
                  </a:lnTo>
                  <a:lnTo>
                    <a:pt x="188411" y="20804"/>
                  </a:lnTo>
                  <a:lnTo>
                    <a:pt x="188411" y="39381"/>
                  </a:lnTo>
                  <a:cubicBezTo>
                    <a:pt x="189068" y="39381"/>
                    <a:pt x="189688" y="39309"/>
                    <a:pt x="190382" y="39309"/>
                  </a:cubicBezTo>
                  <a:cubicBezTo>
                    <a:pt x="197243" y="39309"/>
                    <a:pt x="203774" y="40659"/>
                    <a:pt x="209832" y="43031"/>
                  </a:cubicBezTo>
                  <a:lnTo>
                    <a:pt x="209832" y="39747"/>
                  </a:lnTo>
                  <a:cubicBezTo>
                    <a:pt x="208993" y="17555"/>
                    <a:pt x="198374" y="0"/>
                    <a:pt x="185346" y="0"/>
                  </a:cubicBezTo>
                  <a:lnTo>
                    <a:pt x="24559" y="0"/>
                  </a:lnTo>
                  <a:cubicBezTo>
                    <a:pt x="11057" y="37"/>
                    <a:pt x="146" y="18797"/>
                    <a:pt x="0" y="42009"/>
                  </a:cubicBezTo>
                  <a:cubicBezTo>
                    <a:pt x="0" y="42155"/>
                    <a:pt x="0" y="42301"/>
                    <a:pt x="0" y="42484"/>
                  </a:cubicBezTo>
                  <a:cubicBezTo>
                    <a:pt x="0" y="42630"/>
                    <a:pt x="110" y="96757"/>
                    <a:pt x="110" y="96757"/>
                  </a:cubicBezTo>
                  <a:cubicBezTo>
                    <a:pt x="949" y="118947"/>
                    <a:pt x="11568" y="136503"/>
                    <a:pt x="24596" y="136503"/>
                  </a:cubicBezTo>
                  <a:lnTo>
                    <a:pt x="161042" y="136503"/>
                  </a:lnTo>
                  <a:cubicBezTo>
                    <a:pt x="153269" y="131357"/>
                    <a:pt x="146992" y="124167"/>
                    <a:pt x="142832" y="115699"/>
                  </a:cubicBezTo>
                  <a:lnTo>
                    <a:pt x="142795" y="115662"/>
                  </a:lnTo>
                  <a:close/>
                </a:path>
              </a:pathLst>
            </a:custGeom>
            <a:solidFill>
              <a:srgbClr val="007B85"/>
            </a:solidFill>
            <a:ln w="3646" cap="flat">
              <a:noFill/>
              <a:prstDash val="solid"/>
              <a:miter/>
            </a:ln>
          </p:spPr>
          <p:txBody>
            <a:bodyPr rtlCol="0" anchor="ctr"/>
            <a:lstStyle/>
            <a:p>
              <a:endParaRPr lang="en-GR"/>
            </a:p>
          </p:txBody>
        </p:sp>
        <p:sp>
          <p:nvSpPr>
            <p:cNvPr id="793" name="Freeform 644">
              <a:extLst>
                <a:ext uri="{FF2B5EF4-FFF2-40B4-BE49-F238E27FC236}">
                  <a16:creationId xmlns:a16="http://schemas.microsoft.com/office/drawing/2014/main" id="{D5E79257-5FDE-3488-AA67-7161B1939206}"/>
                </a:ext>
              </a:extLst>
            </p:cNvPr>
            <p:cNvSpPr/>
            <p:nvPr/>
          </p:nvSpPr>
          <p:spPr>
            <a:xfrm>
              <a:off x="7875440" y="4952014"/>
              <a:ext cx="76478" cy="76490"/>
            </a:xfrm>
            <a:custGeom>
              <a:avLst/>
              <a:gdLst>
                <a:gd name="connsiteX0" fmla="*/ 43171 w 86378"/>
                <a:gd name="connsiteY0" fmla="*/ 86391 h 86391"/>
                <a:gd name="connsiteX1" fmla="*/ 86378 w 86378"/>
                <a:gd name="connsiteY1" fmla="*/ 43214 h 86391"/>
                <a:gd name="connsiteX2" fmla="*/ 43171 w 86378"/>
                <a:gd name="connsiteY2" fmla="*/ 0 h 86391"/>
                <a:gd name="connsiteX3" fmla="*/ 0 w 86378"/>
                <a:gd name="connsiteY3" fmla="*/ 43214 h 86391"/>
                <a:gd name="connsiteX4" fmla="*/ 43171 w 86378"/>
                <a:gd name="connsiteY4" fmla="*/ 86391 h 86391"/>
                <a:gd name="connsiteX5" fmla="*/ 22589 w 86378"/>
                <a:gd name="connsiteY5" fmla="*/ 42703 h 86391"/>
                <a:gd name="connsiteX6" fmla="*/ 34522 w 86378"/>
                <a:gd name="connsiteY6" fmla="*/ 42703 h 86391"/>
                <a:gd name="connsiteX7" fmla="*/ 34668 w 86378"/>
                <a:gd name="connsiteY7" fmla="*/ 16388 h 86391"/>
                <a:gd name="connsiteX8" fmla="*/ 52148 w 86378"/>
                <a:gd name="connsiteY8" fmla="*/ 16278 h 86391"/>
                <a:gd name="connsiteX9" fmla="*/ 52002 w 86378"/>
                <a:gd name="connsiteY9" fmla="*/ 42557 h 86391"/>
                <a:gd name="connsiteX10" fmla="*/ 63753 w 86378"/>
                <a:gd name="connsiteY10" fmla="*/ 42557 h 86391"/>
                <a:gd name="connsiteX11" fmla="*/ 66344 w 86378"/>
                <a:gd name="connsiteY11" fmla="*/ 47667 h 86391"/>
                <a:gd name="connsiteX12" fmla="*/ 45908 w 86378"/>
                <a:gd name="connsiteY12" fmla="*/ 75040 h 86391"/>
                <a:gd name="connsiteX13" fmla="*/ 40726 w 86378"/>
                <a:gd name="connsiteY13" fmla="*/ 75040 h 86391"/>
                <a:gd name="connsiteX14" fmla="*/ 20034 w 86378"/>
                <a:gd name="connsiteY14" fmla="*/ 47812 h 86391"/>
                <a:gd name="connsiteX15" fmla="*/ 22589 w 86378"/>
                <a:gd name="connsiteY15" fmla="*/ 42667 h 86391"/>
                <a:gd name="connsiteX16" fmla="*/ 22589 w 86378"/>
                <a:gd name="connsiteY16" fmla="*/ 42703 h 86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378" h="86391">
                  <a:moveTo>
                    <a:pt x="43171" y="86391"/>
                  </a:moveTo>
                  <a:cubicBezTo>
                    <a:pt x="67037" y="86391"/>
                    <a:pt x="86378" y="67047"/>
                    <a:pt x="86378" y="43214"/>
                  </a:cubicBezTo>
                  <a:cubicBezTo>
                    <a:pt x="86378" y="19344"/>
                    <a:pt x="67037" y="0"/>
                    <a:pt x="43171" y="0"/>
                  </a:cubicBezTo>
                  <a:cubicBezTo>
                    <a:pt x="19341" y="0"/>
                    <a:pt x="0" y="19344"/>
                    <a:pt x="0" y="43214"/>
                  </a:cubicBezTo>
                  <a:cubicBezTo>
                    <a:pt x="0" y="67047"/>
                    <a:pt x="19341" y="86391"/>
                    <a:pt x="43171" y="86391"/>
                  </a:cubicBezTo>
                  <a:close/>
                  <a:moveTo>
                    <a:pt x="22589" y="42703"/>
                  </a:moveTo>
                  <a:lnTo>
                    <a:pt x="34522" y="42703"/>
                  </a:lnTo>
                  <a:lnTo>
                    <a:pt x="34668" y="16388"/>
                  </a:lnTo>
                  <a:cubicBezTo>
                    <a:pt x="38646" y="16424"/>
                    <a:pt x="48791" y="16241"/>
                    <a:pt x="52148" y="16278"/>
                  </a:cubicBezTo>
                  <a:lnTo>
                    <a:pt x="52002" y="42557"/>
                  </a:lnTo>
                  <a:lnTo>
                    <a:pt x="63753" y="42557"/>
                  </a:lnTo>
                  <a:cubicBezTo>
                    <a:pt x="66417" y="42520"/>
                    <a:pt x="67949" y="45513"/>
                    <a:pt x="66344" y="47667"/>
                  </a:cubicBezTo>
                  <a:lnTo>
                    <a:pt x="45908" y="75040"/>
                  </a:lnTo>
                  <a:cubicBezTo>
                    <a:pt x="44631" y="76756"/>
                    <a:pt x="42040" y="76756"/>
                    <a:pt x="40726" y="75040"/>
                  </a:cubicBezTo>
                  <a:lnTo>
                    <a:pt x="20034" y="47812"/>
                  </a:lnTo>
                  <a:cubicBezTo>
                    <a:pt x="18392" y="45696"/>
                    <a:pt x="19925" y="42667"/>
                    <a:pt x="22589" y="42667"/>
                  </a:cubicBezTo>
                  <a:lnTo>
                    <a:pt x="22589" y="42703"/>
                  </a:lnTo>
                  <a:close/>
                </a:path>
              </a:pathLst>
            </a:custGeom>
            <a:solidFill>
              <a:srgbClr val="007B85"/>
            </a:solidFill>
            <a:ln w="3646" cap="flat">
              <a:noFill/>
              <a:prstDash val="solid"/>
              <a:miter/>
            </a:ln>
          </p:spPr>
          <p:txBody>
            <a:bodyPr rtlCol="0" anchor="ctr"/>
            <a:lstStyle/>
            <a:p>
              <a:endParaRPr lang="en-GR"/>
            </a:p>
          </p:txBody>
        </p:sp>
      </p:grpSp>
      <p:grpSp>
        <p:nvGrpSpPr>
          <p:cNvPr id="794" name="Group 793">
            <a:extLst>
              <a:ext uri="{FF2B5EF4-FFF2-40B4-BE49-F238E27FC236}">
                <a16:creationId xmlns:a16="http://schemas.microsoft.com/office/drawing/2014/main" id="{39303EE1-A230-BE28-2CE9-7239E0045586}"/>
              </a:ext>
            </a:extLst>
          </p:cNvPr>
          <p:cNvGrpSpPr/>
          <p:nvPr/>
        </p:nvGrpSpPr>
        <p:grpSpPr>
          <a:xfrm>
            <a:off x="9249473" y="4844598"/>
            <a:ext cx="169143" cy="206816"/>
            <a:chOff x="8097315" y="4844598"/>
            <a:chExt cx="169143" cy="206816"/>
          </a:xfrm>
        </p:grpSpPr>
        <p:sp>
          <p:nvSpPr>
            <p:cNvPr id="795" name="Freeform 645">
              <a:extLst>
                <a:ext uri="{FF2B5EF4-FFF2-40B4-BE49-F238E27FC236}">
                  <a16:creationId xmlns:a16="http://schemas.microsoft.com/office/drawing/2014/main" id="{AACA4BB4-3B9A-A5E5-32EE-6A0A141FA4F3}"/>
                </a:ext>
              </a:extLst>
            </p:cNvPr>
            <p:cNvSpPr/>
            <p:nvPr/>
          </p:nvSpPr>
          <p:spPr>
            <a:xfrm>
              <a:off x="8151628" y="4844598"/>
              <a:ext cx="114830" cy="172853"/>
            </a:xfrm>
            <a:custGeom>
              <a:avLst/>
              <a:gdLst>
                <a:gd name="connsiteX0" fmla="*/ 110828 w 129694"/>
                <a:gd name="connsiteY0" fmla="*/ 0 h 195228"/>
                <a:gd name="connsiteX1" fmla="*/ 129694 w 129694"/>
                <a:gd name="connsiteY1" fmla="*/ 32593 h 195228"/>
                <a:gd name="connsiteX2" fmla="*/ 129694 w 129694"/>
                <a:gd name="connsiteY2" fmla="*/ 162782 h 195228"/>
                <a:gd name="connsiteX3" fmla="*/ 110901 w 129694"/>
                <a:gd name="connsiteY3" fmla="*/ 195229 h 195228"/>
                <a:gd name="connsiteX4" fmla="*/ 56125 w 129694"/>
                <a:gd name="connsiteY4" fmla="*/ 195229 h 195228"/>
                <a:gd name="connsiteX5" fmla="*/ 76233 w 129694"/>
                <a:gd name="connsiteY5" fmla="*/ 150628 h 195228"/>
                <a:gd name="connsiteX6" fmla="*/ 46856 w 129694"/>
                <a:gd name="connsiteY6" fmla="*/ 126904 h 195228"/>
                <a:gd name="connsiteX7" fmla="*/ 29011 w 129694"/>
                <a:gd name="connsiteY7" fmla="*/ 132452 h 195228"/>
                <a:gd name="connsiteX8" fmla="*/ 0 w 129694"/>
                <a:gd name="connsiteY8" fmla="*/ 150226 h 195228"/>
                <a:gd name="connsiteX9" fmla="*/ 0 w 129694"/>
                <a:gd name="connsiteY9" fmla="*/ 40732 h 195228"/>
                <a:gd name="connsiteX10" fmla="*/ 23391 w 129694"/>
                <a:gd name="connsiteY10" fmla="*/ 0 h 195228"/>
                <a:gd name="connsiteX11" fmla="*/ 110828 w 129694"/>
                <a:gd name="connsiteY11" fmla="*/ 0 h 195228"/>
                <a:gd name="connsiteX12" fmla="*/ 72985 w 129694"/>
                <a:gd name="connsiteY12" fmla="*/ 104202 h 195228"/>
                <a:gd name="connsiteX13" fmla="*/ 72985 w 129694"/>
                <a:gd name="connsiteY13" fmla="*/ 94311 h 195228"/>
                <a:gd name="connsiteX14" fmla="*/ 73021 w 129694"/>
                <a:gd name="connsiteY14" fmla="*/ 94311 h 195228"/>
                <a:gd name="connsiteX15" fmla="*/ 100427 w 129694"/>
                <a:gd name="connsiteY15" fmla="*/ 63215 h 195228"/>
                <a:gd name="connsiteX16" fmla="*/ 79480 w 129694"/>
                <a:gd name="connsiteY16" fmla="*/ 34637 h 195228"/>
                <a:gd name="connsiteX17" fmla="*/ 79480 w 129694"/>
                <a:gd name="connsiteY17" fmla="*/ 49382 h 195228"/>
                <a:gd name="connsiteX18" fmla="*/ 88421 w 129694"/>
                <a:gd name="connsiteY18" fmla="*/ 63324 h 195228"/>
                <a:gd name="connsiteX19" fmla="*/ 73021 w 129694"/>
                <a:gd name="connsiteY19" fmla="*/ 79675 h 195228"/>
                <a:gd name="connsiteX20" fmla="*/ 73021 w 129694"/>
                <a:gd name="connsiteY20" fmla="*/ 59784 h 195228"/>
                <a:gd name="connsiteX21" fmla="*/ 60468 w 129694"/>
                <a:gd name="connsiteY21" fmla="*/ 59784 h 195228"/>
                <a:gd name="connsiteX22" fmla="*/ 60468 w 129694"/>
                <a:gd name="connsiteY22" fmla="*/ 79675 h 195228"/>
                <a:gd name="connsiteX23" fmla="*/ 45068 w 129694"/>
                <a:gd name="connsiteY23" fmla="*/ 63105 h 195228"/>
                <a:gd name="connsiteX24" fmla="*/ 54301 w 129694"/>
                <a:gd name="connsiteY24" fmla="*/ 49199 h 195228"/>
                <a:gd name="connsiteX25" fmla="*/ 54301 w 129694"/>
                <a:gd name="connsiteY25" fmla="*/ 34454 h 195228"/>
                <a:gd name="connsiteX26" fmla="*/ 33026 w 129694"/>
                <a:gd name="connsiteY26" fmla="*/ 62339 h 195228"/>
                <a:gd name="connsiteX27" fmla="*/ 60395 w 129694"/>
                <a:gd name="connsiteY27" fmla="*/ 94311 h 195228"/>
                <a:gd name="connsiteX28" fmla="*/ 60395 w 129694"/>
                <a:gd name="connsiteY28" fmla="*/ 104202 h 195228"/>
                <a:gd name="connsiteX29" fmla="*/ 72985 w 129694"/>
                <a:gd name="connsiteY29" fmla="*/ 104202 h 195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9694" h="195228">
                  <a:moveTo>
                    <a:pt x="110828" y="0"/>
                  </a:moveTo>
                  <a:cubicBezTo>
                    <a:pt x="125425" y="0"/>
                    <a:pt x="129694" y="21789"/>
                    <a:pt x="129694" y="32593"/>
                  </a:cubicBezTo>
                  <a:lnTo>
                    <a:pt x="129694" y="162782"/>
                  </a:lnTo>
                  <a:cubicBezTo>
                    <a:pt x="129694" y="173585"/>
                    <a:pt x="125425" y="195229"/>
                    <a:pt x="110901" y="195229"/>
                  </a:cubicBezTo>
                  <a:lnTo>
                    <a:pt x="56125" y="195229"/>
                  </a:lnTo>
                  <a:cubicBezTo>
                    <a:pt x="66672" y="183184"/>
                    <a:pt x="82290" y="168183"/>
                    <a:pt x="76233" y="150628"/>
                  </a:cubicBezTo>
                  <a:cubicBezTo>
                    <a:pt x="71087" y="135773"/>
                    <a:pt x="60140" y="126904"/>
                    <a:pt x="46856" y="126904"/>
                  </a:cubicBezTo>
                  <a:cubicBezTo>
                    <a:pt x="40798" y="126904"/>
                    <a:pt x="34631" y="128802"/>
                    <a:pt x="29011" y="132452"/>
                  </a:cubicBezTo>
                  <a:cubicBezTo>
                    <a:pt x="23136" y="136284"/>
                    <a:pt x="0" y="150226"/>
                    <a:pt x="0" y="150226"/>
                  </a:cubicBezTo>
                  <a:lnTo>
                    <a:pt x="0" y="40732"/>
                  </a:lnTo>
                  <a:cubicBezTo>
                    <a:pt x="0" y="18359"/>
                    <a:pt x="10473" y="146"/>
                    <a:pt x="23391" y="0"/>
                  </a:cubicBezTo>
                  <a:lnTo>
                    <a:pt x="110828" y="0"/>
                  </a:lnTo>
                  <a:close/>
                  <a:moveTo>
                    <a:pt x="72985" y="104202"/>
                  </a:moveTo>
                  <a:lnTo>
                    <a:pt x="72985" y="94311"/>
                  </a:lnTo>
                  <a:lnTo>
                    <a:pt x="73021" y="94311"/>
                  </a:lnTo>
                  <a:cubicBezTo>
                    <a:pt x="89772" y="92121"/>
                    <a:pt x="100427" y="80770"/>
                    <a:pt x="100427" y="63215"/>
                  </a:cubicBezTo>
                  <a:cubicBezTo>
                    <a:pt x="100427" y="48287"/>
                    <a:pt x="91998" y="37484"/>
                    <a:pt x="79480" y="34637"/>
                  </a:cubicBezTo>
                  <a:lnTo>
                    <a:pt x="79480" y="49382"/>
                  </a:lnTo>
                  <a:cubicBezTo>
                    <a:pt x="84954" y="51755"/>
                    <a:pt x="88421" y="56572"/>
                    <a:pt x="88421" y="63324"/>
                  </a:cubicBezTo>
                  <a:cubicBezTo>
                    <a:pt x="88421" y="72120"/>
                    <a:pt x="82254" y="77887"/>
                    <a:pt x="73021" y="79675"/>
                  </a:cubicBezTo>
                  <a:lnTo>
                    <a:pt x="73021" y="59784"/>
                  </a:lnTo>
                  <a:lnTo>
                    <a:pt x="60468" y="59784"/>
                  </a:lnTo>
                  <a:lnTo>
                    <a:pt x="60468" y="79675"/>
                  </a:lnTo>
                  <a:cubicBezTo>
                    <a:pt x="51162" y="77850"/>
                    <a:pt x="45068" y="72011"/>
                    <a:pt x="45068" y="63105"/>
                  </a:cubicBezTo>
                  <a:cubicBezTo>
                    <a:pt x="45068" y="56389"/>
                    <a:pt x="48608" y="51535"/>
                    <a:pt x="54301" y="49199"/>
                  </a:cubicBezTo>
                  <a:lnTo>
                    <a:pt x="54301" y="34454"/>
                  </a:lnTo>
                  <a:cubicBezTo>
                    <a:pt x="41565" y="37264"/>
                    <a:pt x="33026" y="47739"/>
                    <a:pt x="33026" y="62339"/>
                  </a:cubicBezTo>
                  <a:cubicBezTo>
                    <a:pt x="33026" y="80259"/>
                    <a:pt x="43645" y="92012"/>
                    <a:pt x="60395" y="94311"/>
                  </a:cubicBezTo>
                  <a:lnTo>
                    <a:pt x="60395" y="104202"/>
                  </a:lnTo>
                  <a:lnTo>
                    <a:pt x="72985" y="104202"/>
                  </a:lnTo>
                  <a:close/>
                </a:path>
              </a:pathLst>
            </a:custGeom>
            <a:solidFill>
              <a:srgbClr val="007B85"/>
            </a:solidFill>
            <a:ln w="3646" cap="flat">
              <a:noFill/>
              <a:prstDash val="solid"/>
              <a:miter/>
            </a:ln>
          </p:spPr>
          <p:txBody>
            <a:bodyPr rtlCol="0" anchor="ctr"/>
            <a:lstStyle/>
            <a:p>
              <a:endParaRPr lang="en-GR"/>
            </a:p>
          </p:txBody>
        </p:sp>
        <p:sp>
          <p:nvSpPr>
            <p:cNvPr id="796" name="Freeform 646">
              <a:extLst>
                <a:ext uri="{FF2B5EF4-FFF2-40B4-BE49-F238E27FC236}">
                  <a16:creationId xmlns:a16="http://schemas.microsoft.com/office/drawing/2014/main" id="{3A328D20-0324-310D-B178-C77F4FE1DA74}"/>
                </a:ext>
              </a:extLst>
            </p:cNvPr>
            <p:cNvSpPr/>
            <p:nvPr/>
          </p:nvSpPr>
          <p:spPr>
            <a:xfrm>
              <a:off x="8097315" y="4898984"/>
              <a:ext cx="109150" cy="152430"/>
            </a:xfrm>
            <a:custGeom>
              <a:avLst/>
              <a:gdLst>
                <a:gd name="connsiteX0" fmla="*/ 98347 w 123279"/>
                <a:gd name="connsiteY0" fmla="*/ 83289 h 172161"/>
                <a:gd name="connsiteX1" fmla="*/ 117141 w 123279"/>
                <a:gd name="connsiteY1" fmla="*/ 111648 h 172161"/>
                <a:gd name="connsiteX2" fmla="*/ 60286 w 123279"/>
                <a:gd name="connsiteY2" fmla="*/ 169498 h 172161"/>
                <a:gd name="connsiteX3" fmla="*/ 53133 w 123279"/>
                <a:gd name="connsiteY3" fmla="*/ 172162 h 172161"/>
                <a:gd name="connsiteX4" fmla="*/ 22260 w 123279"/>
                <a:gd name="connsiteY4" fmla="*/ 172162 h 172161"/>
                <a:gd name="connsiteX5" fmla="*/ 0 w 123279"/>
                <a:gd name="connsiteY5" fmla="*/ 135007 h 172161"/>
                <a:gd name="connsiteX6" fmla="*/ 0 w 123279"/>
                <a:gd name="connsiteY6" fmla="*/ 60806 h 172161"/>
                <a:gd name="connsiteX7" fmla="*/ 17444 w 123279"/>
                <a:gd name="connsiteY7" fmla="*/ 28140 h 172161"/>
                <a:gd name="connsiteX8" fmla="*/ 46601 w 123279"/>
                <a:gd name="connsiteY8" fmla="*/ 0 h 172161"/>
                <a:gd name="connsiteX9" fmla="*/ 46601 w 123279"/>
                <a:gd name="connsiteY9" fmla="*/ 92925 h 172161"/>
                <a:gd name="connsiteX10" fmla="*/ 62329 w 123279"/>
                <a:gd name="connsiteY10" fmla="*/ 104750 h 172161"/>
                <a:gd name="connsiteX11" fmla="*/ 98347 w 123279"/>
                <a:gd name="connsiteY11" fmla="*/ 83289 h 172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3279" h="172161">
                  <a:moveTo>
                    <a:pt x="98347" y="83289"/>
                  </a:moveTo>
                  <a:cubicBezTo>
                    <a:pt x="111302" y="74858"/>
                    <a:pt x="134329" y="90296"/>
                    <a:pt x="117141" y="111648"/>
                  </a:cubicBezTo>
                  <a:cubicBezTo>
                    <a:pt x="114732" y="114677"/>
                    <a:pt x="77656" y="159205"/>
                    <a:pt x="60286" y="169498"/>
                  </a:cubicBezTo>
                  <a:cubicBezTo>
                    <a:pt x="57476" y="171140"/>
                    <a:pt x="55031" y="172162"/>
                    <a:pt x="53133" y="172162"/>
                  </a:cubicBezTo>
                  <a:lnTo>
                    <a:pt x="22260" y="172162"/>
                  </a:lnTo>
                  <a:cubicBezTo>
                    <a:pt x="9999" y="172162"/>
                    <a:pt x="0" y="155519"/>
                    <a:pt x="0" y="135007"/>
                  </a:cubicBezTo>
                  <a:lnTo>
                    <a:pt x="0" y="60806"/>
                  </a:lnTo>
                  <a:cubicBezTo>
                    <a:pt x="0" y="43798"/>
                    <a:pt x="9306" y="35440"/>
                    <a:pt x="17444" y="28140"/>
                  </a:cubicBezTo>
                  <a:cubicBezTo>
                    <a:pt x="27479" y="19089"/>
                    <a:pt x="36675" y="9161"/>
                    <a:pt x="46601" y="0"/>
                  </a:cubicBezTo>
                  <a:lnTo>
                    <a:pt x="46601" y="92925"/>
                  </a:lnTo>
                  <a:cubicBezTo>
                    <a:pt x="46601" y="101939"/>
                    <a:pt x="53571" y="107633"/>
                    <a:pt x="62329" y="104750"/>
                  </a:cubicBezTo>
                  <a:cubicBezTo>
                    <a:pt x="65176" y="103764"/>
                    <a:pt x="91998" y="87450"/>
                    <a:pt x="98347" y="83289"/>
                  </a:cubicBezTo>
                  <a:close/>
                </a:path>
              </a:pathLst>
            </a:custGeom>
            <a:solidFill>
              <a:srgbClr val="007B85"/>
            </a:solidFill>
            <a:ln w="3646" cap="flat">
              <a:noFill/>
              <a:prstDash val="solid"/>
              <a:miter/>
            </a:ln>
          </p:spPr>
          <p:txBody>
            <a:bodyPr rtlCol="0" anchor="ctr"/>
            <a:lstStyle/>
            <a:p>
              <a:endParaRPr lang="en-GR"/>
            </a:p>
          </p:txBody>
        </p:sp>
      </p:grpSp>
      <p:grpSp>
        <p:nvGrpSpPr>
          <p:cNvPr id="797" name="Group 796">
            <a:extLst>
              <a:ext uri="{FF2B5EF4-FFF2-40B4-BE49-F238E27FC236}">
                <a16:creationId xmlns:a16="http://schemas.microsoft.com/office/drawing/2014/main" id="{E9C9C4BB-6EC8-2722-DB2C-9E3423E7AAF9}"/>
              </a:ext>
            </a:extLst>
          </p:cNvPr>
          <p:cNvGrpSpPr/>
          <p:nvPr/>
        </p:nvGrpSpPr>
        <p:grpSpPr>
          <a:xfrm>
            <a:off x="9572572" y="4867221"/>
            <a:ext cx="187398" cy="159021"/>
            <a:chOff x="8420416" y="4867219"/>
            <a:chExt cx="187398" cy="159021"/>
          </a:xfrm>
        </p:grpSpPr>
        <p:sp>
          <p:nvSpPr>
            <p:cNvPr id="798" name="Freeform 647">
              <a:extLst>
                <a:ext uri="{FF2B5EF4-FFF2-40B4-BE49-F238E27FC236}">
                  <a16:creationId xmlns:a16="http://schemas.microsoft.com/office/drawing/2014/main" id="{E9CA11AE-F99F-475A-542A-18F7446CCCB8}"/>
                </a:ext>
              </a:extLst>
            </p:cNvPr>
            <p:cNvSpPr/>
            <p:nvPr/>
          </p:nvSpPr>
          <p:spPr>
            <a:xfrm>
              <a:off x="8420416" y="4867219"/>
              <a:ext cx="187398" cy="48892"/>
            </a:xfrm>
            <a:custGeom>
              <a:avLst/>
              <a:gdLst>
                <a:gd name="connsiteX0" fmla="*/ 49192 w 211656"/>
                <a:gd name="connsiteY0" fmla="*/ 73 h 55221"/>
                <a:gd name="connsiteX1" fmla="*/ 159692 w 211656"/>
                <a:gd name="connsiteY1" fmla="*/ 0 h 55221"/>
                <a:gd name="connsiteX2" fmla="*/ 211657 w 211656"/>
                <a:gd name="connsiteY2" fmla="*/ 30403 h 55221"/>
                <a:gd name="connsiteX3" fmla="*/ 211657 w 211656"/>
                <a:gd name="connsiteY3" fmla="*/ 55222 h 55221"/>
                <a:gd name="connsiteX4" fmla="*/ 189871 w 211656"/>
                <a:gd name="connsiteY4" fmla="*/ 55222 h 55221"/>
                <a:gd name="connsiteX5" fmla="*/ 189871 w 211656"/>
                <a:gd name="connsiteY5" fmla="*/ 23505 h 55221"/>
                <a:gd name="connsiteX6" fmla="*/ 21786 w 211656"/>
                <a:gd name="connsiteY6" fmla="*/ 23651 h 55221"/>
                <a:gd name="connsiteX7" fmla="*/ 21786 w 211656"/>
                <a:gd name="connsiteY7" fmla="*/ 55222 h 55221"/>
                <a:gd name="connsiteX8" fmla="*/ 0 w 211656"/>
                <a:gd name="connsiteY8" fmla="*/ 55222 h 55221"/>
                <a:gd name="connsiteX9" fmla="*/ 0 w 211656"/>
                <a:gd name="connsiteY9" fmla="*/ 30403 h 55221"/>
                <a:gd name="connsiteX10" fmla="*/ 49192 w 211656"/>
                <a:gd name="connsiteY10" fmla="*/ 73 h 55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1656" h="55221">
                  <a:moveTo>
                    <a:pt x="49192" y="73"/>
                  </a:moveTo>
                  <a:lnTo>
                    <a:pt x="159692" y="0"/>
                  </a:lnTo>
                  <a:cubicBezTo>
                    <a:pt x="188448" y="183"/>
                    <a:pt x="211657" y="13687"/>
                    <a:pt x="211657" y="30403"/>
                  </a:cubicBezTo>
                  <a:lnTo>
                    <a:pt x="211657" y="55222"/>
                  </a:lnTo>
                  <a:lnTo>
                    <a:pt x="189871" y="55222"/>
                  </a:lnTo>
                  <a:lnTo>
                    <a:pt x="189871" y="23505"/>
                  </a:lnTo>
                  <a:lnTo>
                    <a:pt x="21786" y="23651"/>
                  </a:lnTo>
                  <a:lnTo>
                    <a:pt x="21786" y="55222"/>
                  </a:lnTo>
                  <a:lnTo>
                    <a:pt x="0" y="55222"/>
                  </a:lnTo>
                  <a:lnTo>
                    <a:pt x="0" y="30403"/>
                  </a:lnTo>
                  <a:cubicBezTo>
                    <a:pt x="0" y="14271"/>
                    <a:pt x="21749" y="1095"/>
                    <a:pt x="49192" y="73"/>
                  </a:cubicBezTo>
                  <a:close/>
                </a:path>
              </a:pathLst>
            </a:custGeom>
            <a:solidFill>
              <a:srgbClr val="007B85"/>
            </a:solidFill>
            <a:ln w="3646" cap="flat">
              <a:noFill/>
              <a:prstDash val="solid"/>
              <a:miter/>
            </a:ln>
          </p:spPr>
          <p:txBody>
            <a:bodyPr rtlCol="0" anchor="ctr"/>
            <a:lstStyle/>
            <a:p>
              <a:endParaRPr lang="en-GR"/>
            </a:p>
          </p:txBody>
        </p:sp>
        <p:sp>
          <p:nvSpPr>
            <p:cNvPr id="799" name="Freeform 648">
              <a:extLst>
                <a:ext uri="{FF2B5EF4-FFF2-40B4-BE49-F238E27FC236}">
                  <a16:creationId xmlns:a16="http://schemas.microsoft.com/office/drawing/2014/main" id="{CC5184D2-9F68-7ABB-9174-C40E362FCB1B}"/>
                </a:ext>
              </a:extLst>
            </p:cNvPr>
            <p:cNvSpPr/>
            <p:nvPr/>
          </p:nvSpPr>
          <p:spPr>
            <a:xfrm>
              <a:off x="8449785" y="4903508"/>
              <a:ext cx="128206" cy="122732"/>
            </a:xfrm>
            <a:custGeom>
              <a:avLst/>
              <a:gdLst>
                <a:gd name="connsiteX0" fmla="*/ 0 w 144802"/>
                <a:gd name="connsiteY0" fmla="*/ 102195 h 138619"/>
                <a:gd name="connsiteX1" fmla="*/ 0 w 144802"/>
                <a:gd name="connsiteY1" fmla="*/ 110 h 138619"/>
                <a:gd name="connsiteX2" fmla="*/ 144730 w 144802"/>
                <a:gd name="connsiteY2" fmla="*/ 0 h 138619"/>
                <a:gd name="connsiteX3" fmla="*/ 144803 w 144802"/>
                <a:gd name="connsiteY3" fmla="*/ 93070 h 138619"/>
                <a:gd name="connsiteX4" fmla="*/ 118674 w 144802"/>
                <a:gd name="connsiteY4" fmla="*/ 138620 h 138619"/>
                <a:gd name="connsiteX5" fmla="*/ 21020 w 144802"/>
                <a:gd name="connsiteY5" fmla="*/ 138620 h 138619"/>
                <a:gd name="connsiteX6" fmla="*/ 0 w 144802"/>
                <a:gd name="connsiteY6" fmla="*/ 102195 h 138619"/>
                <a:gd name="connsiteX7" fmla="*/ 81050 w 144802"/>
                <a:gd name="connsiteY7" fmla="*/ 110443 h 138619"/>
                <a:gd name="connsiteX8" fmla="*/ 98348 w 144802"/>
                <a:gd name="connsiteY8" fmla="*/ 87742 h 138619"/>
                <a:gd name="connsiteX9" fmla="*/ 76014 w 144802"/>
                <a:gd name="connsiteY9" fmla="*/ 61682 h 138619"/>
                <a:gd name="connsiteX10" fmla="*/ 76014 w 144802"/>
                <a:gd name="connsiteY10" fmla="*/ 53616 h 138619"/>
                <a:gd name="connsiteX11" fmla="*/ 65760 w 144802"/>
                <a:gd name="connsiteY11" fmla="*/ 53616 h 138619"/>
                <a:gd name="connsiteX12" fmla="*/ 65760 w 144802"/>
                <a:gd name="connsiteY12" fmla="*/ 61682 h 138619"/>
                <a:gd name="connsiteX13" fmla="*/ 43426 w 144802"/>
                <a:gd name="connsiteY13" fmla="*/ 87048 h 138619"/>
                <a:gd name="connsiteX14" fmla="*/ 60542 w 144802"/>
                <a:gd name="connsiteY14" fmla="*/ 110334 h 138619"/>
                <a:gd name="connsiteX15" fmla="*/ 60542 w 144802"/>
                <a:gd name="connsiteY15" fmla="*/ 98326 h 138619"/>
                <a:gd name="connsiteX16" fmla="*/ 53206 w 144802"/>
                <a:gd name="connsiteY16" fmla="*/ 86939 h 138619"/>
                <a:gd name="connsiteX17" fmla="*/ 65760 w 144802"/>
                <a:gd name="connsiteY17" fmla="*/ 73617 h 138619"/>
                <a:gd name="connsiteX18" fmla="*/ 65760 w 144802"/>
                <a:gd name="connsiteY18" fmla="*/ 89822 h 138619"/>
                <a:gd name="connsiteX19" fmla="*/ 76014 w 144802"/>
                <a:gd name="connsiteY19" fmla="*/ 89822 h 138619"/>
                <a:gd name="connsiteX20" fmla="*/ 76014 w 144802"/>
                <a:gd name="connsiteY20" fmla="*/ 73617 h 138619"/>
                <a:gd name="connsiteX21" fmla="*/ 88568 w 144802"/>
                <a:gd name="connsiteY21" fmla="*/ 87121 h 138619"/>
                <a:gd name="connsiteX22" fmla="*/ 81050 w 144802"/>
                <a:gd name="connsiteY22" fmla="*/ 98435 h 138619"/>
                <a:gd name="connsiteX23" fmla="*/ 81050 w 144802"/>
                <a:gd name="connsiteY23" fmla="*/ 110443 h 138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4802" h="138619">
                  <a:moveTo>
                    <a:pt x="0" y="102195"/>
                  </a:moveTo>
                  <a:lnTo>
                    <a:pt x="0" y="110"/>
                  </a:lnTo>
                  <a:lnTo>
                    <a:pt x="144730" y="0"/>
                  </a:lnTo>
                  <a:lnTo>
                    <a:pt x="144803" y="93070"/>
                  </a:lnTo>
                  <a:cubicBezTo>
                    <a:pt x="144803" y="118071"/>
                    <a:pt x="133125" y="138401"/>
                    <a:pt x="118674" y="138620"/>
                  </a:cubicBezTo>
                  <a:lnTo>
                    <a:pt x="21020" y="138620"/>
                  </a:lnTo>
                  <a:cubicBezTo>
                    <a:pt x="4781" y="138620"/>
                    <a:pt x="0" y="114203"/>
                    <a:pt x="0" y="102195"/>
                  </a:cubicBezTo>
                  <a:close/>
                  <a:moveTo>
                    <a:pt x="81050" y="110443"/>
                  </a:moveTo>
                  <a:cubicBezTo>
                    <a:pt x="91414" y="108144"/>
                    <a:pt x="98348" y="99604"/>
                    <a:pt x="98348" y="87742"/>
                  </a:cubicBezTo>
                  <a:cubicBezTo>
                    <a:pt x="98348" y="73106"/>
                    <a:pt x="89663" y="63580"/>
                    <a:pt x="76014" y="61682"/>
                  </a:cubicBezTo>
                  <a:lnTo>
                    <a:pt x="76014" y="53616"/>
                  </a:lnTo>
                  <a:lnTo>
                    <a:pt x="65760" y="53616"/>
                  </a:lnTo>
                  <a:lnTo>
                    <a:pt x="65760" y="61682"/>
                  </a:lnTo>
                  <a:cubicBezTo>
                    <a:pt x="52112" y="63470"/>
                    <a:pt x="43426" y="72704"/>
                    <a:pt x="43426" y="87048"/>
                  </a:cubicBezTo>
                  <a:cubicBezTo>
                    <a:pt x="43426" y="99202"/>
                    <a:pt x="50323" y="107998"/>
                    <a:pt x="60542" y="110334"/>
                  </a:cubicBezTo>
                  <a:lnTo>
                    <a:pt x="60542" y="98326"/>
                  </a:lnTo>
                  <a:cubicBezTo>
                    <a:pt x="56053" y="96355"/>
                    <a:pt x="53206" y="92450"/>
                    <a:pt x="53206" y="86939"/>
                  </a:cubicBezTo>
                  <a:cubicBezTo>
                    <a:pt x="53206" y="79785"/>
                    <a:pt x="58242" y="75040"/>
                    <a:pt x="65760" y="73617"/>
                  </a:cubicBezTo>
                  <a:lnTo>
                    <a:pt x="65760" y="89822"/>
                  </a:lnTo>
                  <a:lnTo>
                    <a:pt x="76014" y="89822"/>
                  </a:lnTo>
                  <a:lnTo>
                    <a:pt x="76014" y="73617"/>
                  </a:lnTo>
                  <a:cubicBezTo>
                    <a:pt x="83605" y="75113"/>
                    <a:pt x="88568" y="79858"/>
                    <a:pt x="88568" y="87121"/>
                  </a:cubicBezTo>
                  <a:cubicBezTo>
                    <a:pt x="88568" y="92596"/>
                    <a:pt x="85685" y="96538"/>
                    <a:pt x="81050" y="98435"/>
                  </a:cubicBezTo>
                  <a:lnTo>
                    <a:pt x="81050" y="110443"/>
                  </a:lnTo>
                  <a:close/>
                </a:path>
              </a:pathLst>
            </a:custGeom>
            <a:solidFill>
              <a:srgbClr val="007B85"/>
            </a:solidFill>
            <a:ln w="3646" cap="flat">
              <a:noFill/>
              <a:prstDash val="solid"/>
              <a:miter/>
            </a:ln>
          </p:spPr>
          <p:txBody>
            <a:bodyPr rtlCol="0" anchor="ctr"/>
            <a:lstStyle/>
            <a:p>
              <a:endParaRPr lang="en-GR"/>
            </a:p>
          </p:txBody>
        </p:sp>
      </p:grpSp>
      <p:grpSp>
        <p:nvGrpSpPr>
          <p:cNvPr id="800" name="Group 799">
            <a:extLst>
              <a:ext uri="{FF2B5EF4-FFF2-40B4-BE49-F238E27FC236}">
                <a16:creationId xmlns:a16="http://schemas.microsoft.com/office/drawing/2014/main" id="{662186F2-4767-ED04-F81C-6C3362CB3DB2}"/>
              </a:ext>
            </a:extLst>
          </p:cNvPr>
          <p:cNvGrpSpPr/>
          <p:nvPr/>
        </p:nvGrpSpPr>
        <p:grpSpPr>
          <a:xfrm>
            <a:off x="9898905" y="4860756"/>
            <a:ext cx="200322" cy="171818"/>
            <a:chOff x="8746749" y="4860756"/>
            <a:chExt cx="200322" cy="171818"/>
          </a:xfrm>
        </p:grpSpPr>
        <p:sp>
          <p:nvSpPr>
            <p:cNvPr id="801" name="Freeform 649">
              <a:extLst>
                <a:ext uri="{FF2B5EF4-FFF2-40B4-BE49-F238E27FC236}">
                  <a16:creationId xmlns:a16="http://schemas.microsoft.com/office/drawing/2014/main" id="{5565A1EE-6D9A-B8FB-9295-56236BFD1FC4}"/>
                </a:ext>
              </a:extLst>
            </p:cNvPr>
            <p:cNvSpPr/>
            <p:nvPr/>
          </p:nvSpPr>
          <p:spPr>
            <a:xfrm>
              <a:off x="8746749" y="4860756"/>
              <a:ext cx="73699" cy="73710"/>
            </a:xfrm>
            <a:custGeom>
              <a:avLst/>
              <a:gdLst>
                <a:gd name="connsiteX0" fmla="*/ 83240 w 83239"/>
                <a:gd name="connsiteY0" fmla="*/ 41645 h 83252"/>
                <a:gd name="connsiteX1" fmla="*/ 41638 w 83239"/>
                <a:gd name="connsiteY1" fmla="*/ 83252 h 83252"/>
                <a:gd name="connsiteX2" fmla="*/ 0 w 83239"/>
                <a:gd name="connsiteY2" fmla="*/ 41645 h 83252"/>
                <a:gd name="connsiteX3" fmla="*/ 41638 w 83239"/>
                <a:gd name="connsiteY3" fmla="*/ 0 h 83252"/>
                <a:gd name="connsiteX4" fmla="*/ 83240 w 83239"/>
                <a:gd name="connsiteY4" fmla="*/ 41645 h 83252"/>
                <a:gd name="connsiteX5" fmla="*/ 18976 w 83239"/>
                <a:gd name="connsiteY5" fmla="*/ 36900 h 83252"/>
                <a:gd name="connsiteX6" fmla="*/ 11495 w 83239"/>
                <a:gd name="connsiteY6" fmla="*/ 36900 h 83252"/>
                <a:gd name="connsiteX7" fmla="*/ 11495 w 83239"/>
                <a:gd name="connsiteY7" fmla="*/ 46389 h 83252"/>
                <a:gd name="connsiteX8" fmla="*/ 18939 w 83239"/>
                <a:gd name="connsiteY8" fmla="*/ 46389 h 83252"/>
                <a:gd name="connsiteX9" fmla="*/ 42404 w 83239"/>
                <a:gd name="connsiteY9" fmla="*/ 67084 h 83252"/>
                <a:gd name="connsiteX10" fmla="*/ 63972 w 83239"/>
                <a:gd name="connsiteY10" fmla="*/ 51280 h 83252"/>
                <a:gd name="connsiteX11" fmla="*/ 52878 w 83239"/>
                <a:gd name="connsiteY11" fmla="*/ 51280 h 83252"/>
                <a:gd name="connsiteX12" fmla="*/ 42368 w 83239"/>
                <a:gd name="connsiteY12" fmla="*/ 57996 h 83252"/>
                <a:gd name="connsiteX13" fmla="*/ 30033 w 83239"/>
                <a:gd name="connsiteY13" fmla="*/ 46389 h 83252"/>
                <a:gd name="connsiteX14" fmla="*/ 44995 w 83239"/>
                <a:gd name="connsiteY14" fmla="*/ 46389 h 83252"/>
                <a:gd name="connsiteX15" fmla="*/ 44995 w 83239"/>
                <a:gd name="connsiteY15" fmla="*/ 36900 h 83252"/>
                <a:gd name="connsiteX16" fmla="*/ 30033 w 83239"/>
                <a:gd name="connsiteY16" fmla="*/ 36900 h 83252"/>
                <a:gd name="connsiteX17" fmla="*/ 42514 w 83239"/>
                <a:gd name="connsiteY17" fmla="*/ 25293 h 83252"/>
                <a:gd name="connsiteX18" fmla="*/ 52987 w 83239"/>
                <a:gd name="connsiteY18" fmla="*/ 32264 h 83252"/>
                <a:gd name="connsiteX19" fmla="*/ 64081 w 83239"/>
                <a:gd name="connsiteY19" fmla="*/ 32264 h 83252"/>
                <a:gd name="connsiteX20" fmla="*/ 43061 w 83239"/>
                <a:gd name="connsiteY20" fmla="*/ 16241 h 83252"/>
                <a:gd name="connsiteX21" fmla="*/ 18976 w 83239"/>
                <a:gd name="connsiteY21" fmla="*/ 36900 h 83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3239" h="83252">
                  <a:moveTo>
                    <a:pt x="83240" y="41645"/>
                  </a:moveTo>
                  <a:cubicBezTo>
                    <a:pt x="83240" y="64638"/>
                    <a:pt x="64592" y="83252"/>
                    <a:pt x="41638" y="83252"/>
                  </a:cubicBezTo>
                  <a:cubicBezTo>
                    <a:pt x="18611" y="83252"/>
                    <a:pt x="0" y="64638"/>
                    <a:pt x="0" y="41645"/>
                  </a:cubicBezTo>
                  <a:cubicBezTo>
                    <a:pt x="0" y="18614"/>
                    <a:pt x="18611" y="0"/>
                    <a:pt x="41638" y="0"/>
                  </a:cubicBezTo>
                  <a:cubicBezTo>
                    <a:pt x="64628" y="0"/>
                    <a:pt x="83240" y="18614"/>
                    <a:pt x="83240" y="41645"/>
                  </a:cubicBezTo>
                  <a:close/>
                  <a:moveTo>
                    <a:pt x="18976" y="36900"/>
                  </a:moveTo>
                  <a:lnTo>
                    <a:pt x="11495" y="36900"/>
                  </a:lnTo>
                  <a:lnTo>
                    <a:pt x="11495" y="46389"/>
                  </a:lnTo>
                  <a:lnTo>
                    <a:pt x="18939" y="46389"/>
                  </a:lnTo>
                  <a:cubicBezTo>
                    <a:pt x="20655" y="59018"/>
                    <a:pt x="29194" y="67084"/>
                    <a:pt x="42404" y="67084"/>
                  </a:cubicBezTo>
                  <a:cubicBezTo>
                    <a:pt x="53680" y="67084"/>
                    <a:pt x="61818" y="60696"/>
                    <a:pt x="63972" y="51280"/>
                  </a:cubicBezTo>
                  <a:lnTo>
                    <a:pt x="52878" y="51280"/>
                  </a:lnTo>
                  <a:cubicBezTo>
                    <a:pt x="51053" y="55368"/>
                    <a:pt x="47477" y="57996"/>
                    <a:pt x="42368" y="57996"/>
                  </a:cubicBezTo>
                  <a:cubicBezTo>
                    <a:pt x="35726" y="57996"/>
                    <a:pt x="31384" y="53360"/>
                    <a:pt x="30033" y="46389"/>
                  </a:cubicBezTo>
                  <a:lnTo>
                    <a:pt x="44995" y="46389"/>
                  </a:lnTo>
                  <a:lnTo>
                    <a:pt x="44995" y="36900"/>
                  </a:lnTo>
                  <a:lnTo>
                    <a:pt x="30033" y="36900"/>
                  </a:lnTo>
                  <a:cubicBezTo>
                    <a:pt x="31384" y="29892"/>
                    <a:pt x="35836" y="25293"/>
                    <a:pt x="42514" y="25293"/>
                  </a:cubicBezTo>
                  <a:cubicBezTo>
                    <a:pt x="47623" y="25293"/>
                    <a:pt x="51272" y="27958"/>
                    <a:pt x="52987" y="32264"/>
                  </a:cubicBezTo>
                  <a:lnTo>
                    <a:pt x="64081" y="32264"/>
                  </a:lnTo>
                  <a:cubicBezTo>
                    <a:pt x="61964" y="22702"/>
                    <a:pt x="54046" y="16241"/>
                    <a:pt x="43061" y="16241"/>
                  </a:cubicBezTo>
                  <a:cubicBezTo>
                    <a:pt x="29595" y="16241"/>
                    <a:pt x="20764" y="24271"/>
                    <a:pt x="18976" y="36900"/>
                  </a:cubicBezTo>
                  <a:close/>
                </a:path>
              </a:pathLst>
            </a:custGeom>
            <a:solidFill>
              <a:srgbClr val="007B85"/>
            </a:solidFill>
            <a:ln w="3646" cap="flat">
              <a:noFill/>
              <a:prstDash val="solid"/>
              <a:miter/>
            </a:ln>
          </p:spPr>
          <p:txBody>
            <a:bodyPr rtlCol="0" anchor="ctr"/>
            <a:lstStyle/>
            <a:p>
              <a:endParaRPr lang="en-GR"/>
            </a:p>
          </p:txBody>
        </p:sp>
        <p:sp>
          <p:nvSpPr>
            <p:cNvPr id="802" name="Freeform 650">
              <a:extLst>
                <a:ext uri="{FF2B5EF4-FFF2-40B4-BE49-F238E27FC236}">
                  <a16:creationId xmlns:a16="http://schemas.microsoft.com/office/drawing/2014/main" id="{72C7AAC8-E2A4-DDB6-BFC0-F92A4AA12BE5}"/>
                </a:ext>
              </a:extLst>
            </p:cNvPr>
            <p:cNvSpPr/>
            <p:nvPr/>
          </p:nvSpPr>
          <p:spPr>
            <a:xfrm>
              <a:off x="8873372" y="4958864"/>
              <a:ext cx="73699" cy="73710"/>
            </a:xfrm>
            <a:custGeom>
              <a:avLst/>
              <a:gdLst>
                <a:gd name="connsiteX0" fmla="*/ 0 w 83239"/>
                <a:gd name="connsiteY0" fmla="*/ 41645 h 83252"/>
                <a:gd name="connsiteX1" fmla="*/ 41602 w 83239"/>
                <a:gd name="connsiteY1" fmla="*/ 0 h 83252"/>
                <a:gd name="connsiteX2" fmla="*/ 83240 w 83239"/>
                <a:gd name="connsiteY2" fmla="*/ 41645 h 83252"/>
                <a:gd name="connsiteX3" fmla="*/ 41602 w 83239"/>
                <a:gd name="connsiteY3" fmla="*/ 83252 h 83252"/>
                <a:gd name="connsiteX4" fmla="*/ 0 w 83239"/>
                <a:gd name="connsiteY4" fmla="*/ 41645 h 83252"/>
                <a:gd name="connsiteX5" fmla="*/ 46200 w 83239"/>
                <a:gd name="connsiteY5" fmla="*/ 74529 h 83252"/>
                <a:gd name="connsiteX6" fmla="*/ 46200 w 83239"/>
                <a:gd name="connsiteY6" fmla="*/ 66974 h 83252"/>
                <a:gd name="connsiteX7" fmla="*/ 46236 w 83239"/>
                <a:gd name="connsiteY7" fmla="*/ 66974 h 83252"/>
                <a:gd name="connsiteX8" fmla="*/ 61928 w 83239"/>
                <a:gd name="connsiteY8" fmla="*/ 51353 h 83252"/>
                <a:gd name="connsiteX9" fmla="*/ 45725 w 83239"/>
                <a:gd name="connsiteY9" fmla="*/ 37046 h 83252"/>
                <a:gd name="connsiteX10" fmla="*/ 33427 w 83239"/>
                <a:gd name="connsiteY10" fmla="*/ 30512 h 83252"/>
                <a:gd name="connsiteX11" fmla="*/ 41346 w 83239"/>
                <a:gd name="connsiteY11" fmla="*/ 24636 h 83252"/>
                <a:gd name="connsiteX12" fmla="*/ 50323 w 83239"/>
                <a:gd name="connsiteY12" fmla="*/ 31863 h 83252"/>
                <a:gd name="connsiteX13" fmla="*/ 60870 w 83239"/>
                <a:gd name="connsiteY13" fmla="*/ 31863 h 83252"/>
                <a:gd name="connsiteX14" fmla="*/ 46200 w 83239"/>
                <a:gd name="connsiteY14" fmla="*/ 16388 h 83252"/>
                <a:gd name="connsiteX15" fmla="*/ 46200 w 83239"/>
                <a:gd name="connsiteY15" fmla="*/ 8650 h 83252"/>
                <a:gd name="connsiteX16" fmla="*/ 37259 w 83239"/>
                <a:gd name="connsiteY16" fmla="*/ 8650 h 83252"/>
                <a:gd name="connsiteX17" fmla="*/ 37259 w 83239"/>
                <a:gd name="connsiteY17" fmla="*/ 16278 h 83252"/>
                <a:gd name="connsiteX18" fmla="*/ 22553 w 83239"/>
                <a:gd name="connsiteY18" fmla="*/ 31243 h 83252"/>
                <a:gd name="connsiteX19" fmla="*/ 38500 w 83239"/>
                <a:gd name="connsiteY19" fmla="*/ 45805 h 83252"/>
                <a:gd name="connsiteX20" fmla="*/ 51017 w 83239"/>
                <a:gd name="connsiteY20" fmla="*/ 52557 h 83252"/>
                <a:gd name="connsiteX21" fmla="*/ 42368 w 83239"/>
                <a:gd name="connsiteY21" fmla="*/ 58689 h 83252"/>
                <a:gd name="connsiteX22" fmla="*/ 31931 w 83239"/>
                <a:gd name="connsiteY22" fmla="*/ 50441 h 83252"/>
                <a:gd name="connsiteX23" fmla="*/ 21385 w 83239"/>
                <a:gd name="connsiteY23" fmla="*/ 50295 h 83252"/>
                <a:gd name="connsiteX24" fmla="*/ 37259 w 83239"/>
                <a:gd name="connsiteY24" fmla="*/ 66901 h 83252"/>
                <a:gd name="connsiteX25" fmla="*/ 37259 w 83239"/>
                <a:gd name="connsiteY25" fmla="*/ 74529 h 83252"/>
                <a:gd name="connsiteX26" fmla="*/ 46200 w 83239"/>
                <a:gd name="connsiteY26" fmla="*/ 74529 h 83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3239" h="83252">
                  <a:moveTo>
                    <a:pt x="0" y="41645"/>
                  </a:moveTo>
                  <a:cubicBezTo>
                    <a:pt x="0" y="18614"/>
                    <a:pt x="18648" y="0"/>
                    <a:pt x="41602" y="0"/>
                  </a:cubicBezTo>
                  <a:cubicBezTo>
                    <a:pt x="64629" y="0"/>
                    <a:pt x="83240" y="18614"/>
                    <a:pt x="83240" y="41645"/>
                  </a:cubicBezTo>
                  <a:cubicBezTo>
                    <a:pt x="83240" y="64638"/>
                    <a:pt x="64629" y="83252"/>
                    <a:pt x="41602" y="83252"/>
                  </a:cubicBezTo>
                  <a:cubicBezTo>
                    <a:pt x="18612" y="83252"/>
                    <a:pt x="0" y="64638"/>
                    <a:pt x="0" y="41645"/>
                  </a:cubicBezTo>
                  <a:close/>
                  <a:moveTo>
                    <a:pt x="46200" y="74529"/>
                  </a:moveTo>
                  <a:lnTo>
                    <a:pt x="46200" y="66974"/>
                  </a:lnTo>
                  <a:lnTo>
                    <a:pt x="46236" y="66974"/>
                  </a:lnTo>
                  <a:cubicBezTo>
                    <a:pt x="55797" y="65660"/>
                    <a:pt x="61819" y="59674"/>
                    <a:pt x="61928" y="51353"/>
                  </a:cubicBezTo>
                  <a:cubicBezTo>
                    <a:pt x="61965" y="41207"/>
                    <a:pt x="54374" y="38651"/>
                    <a:pt x="45725" y="37046"/>
                  </a:cubicBezTo>
                  <a:cubicBezTo>
                    <a:pt x="37405" y="35440"/>
                    <a:pt x="33427" y="34600"/>
                    <a:pt x="33427" y="30512"/>
                  </a:cubicBezTo>
                  <a:cubicBezTo>
                    <a:pt x="33427" y="26607"/>
                    <a:pt x="36748" y="24636"/>
                    <a:pt x="41346" y="24636"/>
                  </a:cubicBezTo>
                  <a:cubicBezTo>
                    <a:pt x="46565" y="24636"/>
                    <a:pt x="49812" y="27593"/>
                    <a:pt x="50323" y="31863"/>
                  </a:cubicBezTo>
                  <a:lnTo>
                    <a:pt x="60870" y="31863"/>
                  </a:lnTo>
                  <a:cubicBezTo>
                    <a:pt x="60760" y="23578"/>
                    <a:pt x="55177" y="17884"/>
                    <a:pt x="46200" y="16388"/>
                  </a:cubicBezTo>
                  <a:lnTo>
                    <a:pt x="46200" y="8650"/>
                  </a:lnTo>
                  <a:lnTo>
                    <a:pt x="37259" y="8650"/>
                  </a:lnTo>
                  <a:lnTo>
                    <a:pt x="37259" y="16278"/>
                  </a:lnTo>
                  <a:cubicBezTo>
                    <a:pt x="28209" y="17592"/>
                    <a:pt x="22553" y="23395"/>
                    <a:pt x="22553" y="31243"/>
                  </a:cubicBezTo>
                  <a:cubicBezTo>
                    <a:pt x="22553" y="41498"/>
                    <a:pt x="30034" y="44199"/>
                    <a:pt x="38500" y="45805"/>
                  </a:cubicBezTo>
                  <a:cubicBezTo>
                    <a:pt x="46893" y="47484"/>
                    <a:pt x="51017" y="48324"/>
                    <a:pt x="51017" y="52557"/>
                  </a:cubicBezTo>
                  <a:cubicBezTo>
                    <a:pt x="51017" y="56536"/>
                    <a:pt x="47331" y="58689"/>
                    <a:pt x="42368" y="58689"/>
                  </a:cubicBezTo>
                  <a:cubicBezTo>
                    <a:pt x="36201" y="58689"/>
                    <a:pt x="32296" y="55331"/>
                    <a:pt x="31931" y="50441"/>
                  </a:cubicBezTo>
                  <a:lnTo>
                    <a:pt x="21385" y="50295"/>
                  </a:lnTo>
                  <a:cubicBezTo>
                    <a:pt x="21458" y="59127"/>
                    <a:pt x="27406" y="65295"/>
                    <a:pt x="37259" y="66901"/>
                  </a:cubicBezTo>
                  <a:lnTo>
                    <a:pt x="37259" y="74529"/>
                  </a:lnTo>
                  <a:lnTo>
                    <a:pt x="46200" y="74529"/>
                  </a:lnTo>
                  <a:close/>
                </a:path>
              </a:pathLst>
            </a:custGeom>
            <a:solidFill>
              <a:srgbClr val="007B85"/>
            </a:solidFill>
            <a:ln w="3646" cap="flat">
              <a:noFill/>
              <a:prstDash val="solid"/>
              <a:miter/>
            </a:ln>
          </p:spPr>
          <p:txBody>
            <a:bodyPr rtlCol="0" anchor="ctr"/>
            <a:lstStyle/>
            <a:p>
              <a:endParaRPr lang="en-GR"/>
            </a:p>
          </p:txBody>
        </p:sp>
        <p:sp>
          <p:nvSpPr>
            <p:cNvPr id="803" name="Freeform 651">
              <a:extLst>
                <a:ext uri="{FF2B5EF4-FFF2-40B4-BE49-F238E27FC236}">
                  <a16:creationId xmlns:a16="http://schemas.microsoft.com/office/drawing/2014/main" id="{F700EDBB-5671-3D80-6B3D-F32B5A50E64A}"/>
                </a:ext>
              </a:extLst>
            </p:cNvPr>
            <p:cNvSpPr/>
            <p:nvPr/>
          </p:nvSpPr>
          <p:spPr>
            <a:xfrm>
              <a:off x="8829316" y="4860773"/>
              <a:ext cx="108481" cy="73694"/>
            </a:xfrm>
            <a:custGeom>
              <a:avLst/>
              <a:gdLst>
                <a:gd name="connsiteX0" fmla="*/ 50598 w 122524"/>
                <a:gd name="connsiteY0" fmla="*/ 46881 h 83233"/>
                <a:gd name="connsiteX1" fmla="*/ 92272 w 122524"/>
                <a:gd name="connsiteY1" fmla="*/ 58415 h 83233"/>
                <a:gd name="connsiteX2" fmla="*/ 99607 w 122524"/>
                <a:gd name="connsiteY2" fmla="*/ 83234 h 83233"/>
                <a:gd name="connsiteX3" fmla="*/ 122525 w 122524"/>
                <a:gd name="connsiteY3" fmla="*/ 83234 h 83233"/>
                <a:gd name="connsiteX4" fmla="*/ 114935 w 122524"/>
                <a:gd name="connsiteY4" fmla="*/ 49509 h 83233"/>
                <a:gd name="connsiteX5" fmla="*/ 50306 w 122524"/>
                <a:gd name="connsiteY5" fmla="*/ 23194 h 83233"/>
                <a:gd name="connsiteX6" fmla="*/ 50160 w 122524"/>
                <a:gd name="connsiteY6" fmla="*/ 3193 h 83233"/>
                <a:gd name="connsiteX7" fmla="*/ 42789 w 122524"/>
                <a:gd name="connsiteY7" fmla="*/ 930 h 83233"/>
                <a:gd name="connsiteX8" fmla="*/ 1880 w 122524"/>
                <a:gd name="connsiteY8" fmla="*/ 31771 h 83233"/>
                <a:gd name="connsiteX9" fmla="*/ 1880 w 122524"/>
                <a:gd name="connsiteY9" fmla="*/ 39508 h 83233"/>
                <a:gd name="connsiteX10" fmla="*/ 42789 w 122524"/>
                <a:gd name="connsiteY10" fmla="*/ 70386 h 83233"/>
                <a:gd name="connsiteX11" fmla="*/ 50306 w 122524"/>
                <a:gd name="connsiteY11" fmla="*/ 67941 h 83233"/>
                <a:gd name="connsiteX12" fmla="*/ 50562 w 122524"/>
                <a:gd name="connsiteY12" fmla="*/ 46808 h 83233"/>
                <a:gd name="connsiteX13" fmla="*/ 50598 w 122524"/>
                <a:gd name="connsiteY13" fmla="*/ 46881 h 8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524" h="83233">
                  <a:moveTo>
                    <a:pt x="50598" y="46881"/>
                  </a:moveTo>
                  <a:cubicBezTo>
                    <a:pt x="65779" y="46881"/>
                    <a:pt x="81507" y="45312"/>
                    <a:pt x="92272" y="58415"/>
                  </a:cubicBezTo>
                  <a:cubicBezTo>
                    <a:pt x="98330" y="65787"/>
                    <a:pt x="99060" y="74072"/>
                    <a:pt x="99607" y="83234"/>
                  </a:cubicBezTo>
                  <a:lnTo>
                    <a:pt x="122525" y="83234"/>
                  </a:lnTo>
                  <a:cubicBezTo>
                    <a:pt x="122415" y="71079"/>
                    <a:pt x="121393" y="60130"/>
                    <a:pt x="114935" y="49509"/>
                  </a:cubicBezTo>
                  <a:cubicBezTo>
                    <a:pt x="100191" y="25311"/>
                    <a:pt x="75632" y="23194"/>
                    <a:pt x="50306" y="23194"/>
                  </a:cubicBezTo>
                  <a:cubicBezTo>
                    <a:pt x="50306" y="20639"/>
                    <a:pt x="50744" y="5018"/>
                    <a:pt x="50160" y="3193"/>
                  </a:cubicBezTo>
                  <a:cubicBezTo>
                    <a:pt x="49248" y="164"/>
                    <a:pt x="45270" y="-968"/>
                    <a:pt x="42789" y="930"/>
                  </a:cubicBezTo>
                  <a:cubicBezTo>
                    <a:pt x="30819" y="9945"/>
                    <a:pt x="3303" y="30347"/>
                    <a:pt x="1880" y="31771"/>
                  </a:cubicBezTo>
                  <a:cubicBezTo>
                    <a:pt x="-346" y="34034"/>
                    <a:pt x="-893" y="37465"/>
                    <a:pt x="1880" y="39508"/>
                  </a:cubicBezTo>
                  <a:cubicBezTo>
                    <a:pt x="1880" y="39508"/>
                    <a:pt x="42752" y="70313"/>
                    <a:pt x="42789" y="70386"/>
                  </a:cubicBezTo>
                  <a:cubicBezTo>
                    <a:pt x="45306" y="72284"/>
                    <a:pt x="49321" y="71116"/>
                    <a:pt x="50306" y="67941"/>
                  </a:cubicBezTo>
                  <a:lnTo>
                    <a:pt x="50562" y="46808"/>
                  </a:lnTo>
                  <a:lnTo>
                    <a:pt x="50598" y="46881"/>
                  </a:lnTo>
                  <a:close/>
                </a:path>
              </a:pathLst>
            </a:custGeom>
            <a:solidFill>
              <a:srgbClr val="007B85"/>
            </a:solidFill>
            <a:ln w="3646" cap="flat">
              <a:noFill/>
              <a:prstDash val="solid"/>
              <a:miter/>
            </a:ln>
          </p:spPr>
          <p:txBody>
            <a:bodyPr rtlCol="0" anchor="ctr"/>
            <a:lstStyle/>
            <a:p>
              <a:endParaRPr lang="en-GR"/>
            </a:p>
          </p:txBody>
        </p:sp>
        <p:sp>
          <p:nvSpPr>
            <p:cNvPr id="804" name="Freeform 652">
              <a:extLst>
                <a:ext uri="{FF2B5EF4-FFF2-40B4-BE49-F238E27FC236}">
                  <a16:creationId xmlns:a16="http://schemas.microsoft.com/office/drawing/2014/main" id="{E4D00491-7368-AB01-64D2-A89A8D6CA2E4}"/>
                </a:ext>
              </a:extLst>
            </p:cNvPr>
            <p:cNvSpPr/>
            <p:nvPr/>
          </p:nvSpPr>
          <p:spPr>
            <a:xfrm>
              <a:off x="8751724" y="4946682"/>
              <a:ext cx="108470" cy="73703"/>
            </a:xfrm>
            <a:custGeom>
              <a:avLst/>
              <a:gdLst>
                <a:gd name="connsiteX0" fmla="*/ 79700 w 122511"/>
                <a:gd name="connsiteY0" fmla="*/ 12774 h 83244"/>
                <a:gd name="connsiteX1" fmla="*/ 120608 w 122511"/>
                <a:gd name="connsiteY1" fmla="*/ 43652 h 83244"/>
                <a:gd name="connsiteX2" fmla="*/ 120644 w 122511"/>
                <a:gd name="connsiteY2" fmla="*/ 43725 h 83244"/>
                <a:gd name="connsiteX3" fmla="*/ 120644 w 122511"/>
                <a:gd name="connsiteY3" fmla="*/ 51462 h 83244"/>
                <a:gd name="connsiteX4" fmla="*/ 79736 w 122511"/>
                <a:gd name="connsiteY4" fmla="*/ 82340 h 83244"/>
                <a:gd name="connsiteX5" fmla="*/ 72328 w 122511"/>
                <a:gd name="connsiteY5" fmla="*/ 80041 h 83244"/>
                <a:gd name="connsiteX6" fmla="*/ 72182 w 122511"/>
                <a:gd name="connsiteY6" fmla="*/ 60076 h 83244"/>
                <a:gd name="connsiteX7" fmla="*/ 7554 w 122511"/>
                <a:gd name="connsiteY7" fmla="*/ 33724 h 83244"/>
                <a:gd name="connsiteX8" fmla="*/ 0 w 122511"/>
                <a:gd name="connsiteY8" fmla="*/ 0 h 83244"/>
                <a:gd name="connsiteX9" fmla="*/ 22917 w 122511"/>
                <a:gd name="connsiteY9" fmla="*/ 0 h 83244"/>
                <a:gd name="connsiteX10" fmla="*/ 30252 w 122511"/>
                <a:gd name="connsiteY10" fmla="*/ 24855 h 83244"/>
                <a:gd name="connsiteX11" fmla="*/ 71927 w 122511"/>
                <a:gd name="connsiteY11" fmla="*/ 36352 h 83244"/>
                <a:gd name="connsiteX12" fmla="*/ 72146 w 122511"/>
                <a:gd name="connsiteY12" fmla="*/ 15220 h 83244"/>
                <a:gd name="connsiteX13" fmla="*/ 79700 w 122511"/>
                <a:gd name="connsiteY13" fmla="*/ 12774 h 83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511" h="83244">
                  <a:moveTo>
                    <a:pt x="79700" y="12774"/>
                  </a:moveTo>
                  <a:cubicBezTo>
                    <a:pt x="79736" y="12811"/>
                    <a:pt x="120608" y="43652"/>
                    <a:pt x="120608" y="43652"/>
                  </a:cubicBezTo>
                  <a:lnTo>
                    <a:pt x="120644" y="43725"/>
                  </a:lnTo>
                  <a:cubicBezTo>
                    <a:pt x="123418" y="45805"/>
                    <a:pt x="122834" y="49199"/>
                    <a:pt x="120644" y="51462"/>
                  </a:cubicBezTo>
                  <a:cubicBezTo>
                    <a:pt x="119184" y="52922"/>
                    <a:pt x="91706" y="73289"/>
                    <a:pt x="79736" y="82340"/>
                  </a:cubicBezTo>
                  <a:cubicBezTo>
                    <a:pt x="77255" y="84201"/>
                    <a:pt x="73277" y="83070"/>
                    <a:pt x="72328" y="80041"/>
                  </a:cubicBezTo>
                  <a:cubicBezTo>
                    <a:pt x="71781" y="78216"/>
                    <a:pt x="72182" y="62594"/>
                    <a:pt x="72182" y="60076"/>
                  </a:cubicBezTo>
                  <a:cubicBezTo>
                    <a:pt x="46893" y="60076"/>
                    <a:pt x="22333" y="57923"/>
                    <a:pt x="7554" y="33724"/>
                  </a:cubicBezTo>
                  <a:cubicBezTo>
                    <a:pt x="1131" y="23104"/>
                    <a:pt x="73" y="12154"/>
                    <a:pt x="0" y="0"/>
                  </a:cubicBezTo>
                  <a:lnTo>
                    <a:pt x="22917" y="0"/>
                  </a:lnTo>
                  <a:cubicBezTo>
                    <a:pt x="23464" y="9161"/>
                    <a:pt x="24158" y="17446"/>
                    <a:pt x="30252" y="24855"/>
                  </a:cubicBezTo>
                  <a:cubicBezTo>
                    <a:pt x="41018" y="37958"/>
                    <a:pt x="56746" y="36352"/>
                    <a:pt x="71927" y="36352"/>
                  </a:cubicBezTo>
                  <a:lnTo>
                    <a:pt x="72146" y="15220"/>
                  </a:lnTo>
                  <a:cubicBezTo>
                    <a:pt x="73131" y="12045"/>
                    <a:pt x="77145" y="10876"/>
                    <a:pt x="79700" y="12774"/>
                  </a:cubicBezTo>
                  <a:close/>
                </a:path>
              </a:pathLst>
            </a:custGeom>
            <a:solidFill>
              <a:srgbClr val="007B85"/>
            </a:solidFill>
            <a:ln w="3646" cap="flat">
              <a:noFill/>
              <a:prstDash val="solid"/>
              <a:miter/>
            </a:ln>
          </p:spPr>
          <p:txBody>
            <a:bodyPr rtlCol="0" anchor="ctr"/>
            <a:lstStyle/>
            <a:p>
              <a:endParaRPr lang="en-GR"/>
            </a:p>
          </p:txBody>
        </p:sp>
      </p:grpSp>
      <p:grpSp>
        <p:nvGrpSpPr>
          <p:cNvPr id="805" name="Group 804">
            <a:extLst>
              <a:ext uri="{FF2B5EF4-FFF2-40B4-BE49-F238E27FC236}">
                <a16:creationId xmlns:a16="http://schemas.microsoft.com/office/drawing/2014/main" id="{26C11F23-BE4E-6C59-63DF-98B2E603EFCE}"/>
              </a:ext>
            </a:extLst>
          </p:cNvPr>
          <p:cNvGrpSpPr/>
          <p:nvPr/>
        </p:nvGrpSpPr>
        <p:grpSpPr>
          <a:xfrm>
            <a:off x="10254308" y="4851056"/>
            <a:ext cx="157863" cy="193905"/>
            <a:chOff x="9102150" y="4851054"/>
            <a:chExt cx="157863" cy="193905"/>
          </a:xfrm>
        </p:grpSpPr>
        <p:sp>
          <p:nvSpPr>
            <p:cNvPr id="806" name="Freeform 653">
              <a:extLst>
                <a:ext uri="{FF2B5EF4-FFF2-40B4-BE49-F238E27FC236}">
                  <a16:creationId xmlns:a16="http://schemas.microsoft.com/office/drawing/2014/main" id="{9BE254C4-59A2-CAAE-5827-783B44E45497}"/>
                </a:ext>
              </a:extLst>
            </p:cNvPr>
            <p:cNvSpPr/>
            <p:nvPr/>
          </p:nvSpPr>
          <p:spPr>
            <a:xfrm>
              <a:off x="9102150" y="4851054"/>
              <a:ext cx="129983" cy="138962"/>
            </a:xfrm>
            <a:custGeom>
              <a:avLst/>
              <a:gdLst>
                <a:gd name="connsiteX0" fmla="*/ 29241 w 146809"/>
                <a:gd name="connsiteY0" fmla="*/ 141512 h 156950"/>
                <a:gd name="connsiteX1" fmla="*/ 52086 w 146809"/>
                <a:gd name="connsiteY1" fmla="*/ 51507 h 156950"/>
                <a:gd name="connsiteX2" fmla="*/ 95913 w 146809"/>
                <a:gd name="connsiteY2" fmla="*/ 41689 h 156950"/>
                <a:gd name="connsiteX3" fmla="*/ 88651 w 146809"/>
                <a:gd name="connsiteY3" fmla="*/ 59354 h 156950"/>
                <a:gd name="connsiteX4" fmla="*/ 94308 w 146809"/>
                <a:gd name="connsiteY4" fmla="*/ 65815 h 156950"/>
                <a:gd name="connsiteX5" fmla="*/ 143244 w 146809"/>
                <a:gd name="connsiteY5" fmla="*/ 52967 h 156950"/>
                <a:gd name="connsiteX6" fmla="*/ 146127 w 146809"/>
                <a:gd name="connsiteY6" fmla="*/ 45923 h 156950"/>
                <a:gd name="connsiteX7" fmla="*/ 120363 w 146809"/>
                <a:gd name="connsiteY7" fmla="*/ 2344 h 156950"/>
                <a:gd name="connsiteX8" fmla="*/ 111861 w 146809"/>
                <a:gd name="connsiteY8" fmla="*/ 2965 h 156950"/>
                <a:gd name="connsiteX9" fmla="*/ 103723 w 146809"/>
                <a:gd name="connsiteY9" fmla="*/ 22710 h 156950"/>
                <a:gd name="connsiteX10" fmla="*/ 41868 w 146809"/>
                <a:gd name="connsiteY10" fmla="*/ 34317 h 156950"/>
                <a:gd name="connsiteX11" fmla="*/ 12017 w 146809"/>
                <a:gd name="connsiteY11" fmla="*/ 151767 h 156950"/>
                <a:gd name="connsiteX12" fmla="*/ 15082 w 146809"/>
                <a:gd name="connsiteY12" fmla="*/ 156950 h 156950"/>
                <a:gd name="connsiteX13" fmla="*/ 32307 w 146809"/>
                <a:gd name="connsiteY13" fmla="*/ 146731 h 156950"/>
                <a:gd name="connsiteX14" fmla="*/ 29241 w 146809"/>
                <a:gd name="connsiteY14" fmla="*/ 141585 h 156950"/>
                <a:gd name="connsiteX15" fmla="*/ 29241 w 146809"/>
                <a:gd name="connsiteY15" fmla="*/ 141512 h 15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6809" h="156950">
                  <a:moveTo>
                    <a:pt x="29241" y="141512"/>
                  </a:moveTo>
                  <a:cubicBezTo>
                    <a:pt x="10776" y="110306"/>
                    <a:pt x="20994" y="69939"/>
                    <a:pt x="52086" y="51507"/>
                  </a:cubicBezTo>
                  <a:cubicBezTo>
                    <a:pt x="67084" y="42638"/>
                    <a:pt x="82046" y="39426"/>
                    <a:pt x="95913" y="41689"/>
                  </a:cubicBezTo>
                  <a:lnTo>
                    <a:pt x="88651" y="59354"/>
                  </a:lnTo>
                  <a:cubicBezTo>
                    <a:pt x="87155" y="63004"/>
                    <a:pt x="90476" y="66837"/>
                    <a:pt x="94308" y="65815"/>
                  </a:cubicBezTo>
                  <a:lnTo>
                    <a:pt x="143244" y="52967"/>
                  </a:lnTo>
                  <a:cubicBezTo>
                    <a:pt x="146309" y="52164"/>
                    <a:pt x="147769" y="48660"/>
                    <a:pt x="146127" y="45923"/>
                  </a:cubicBezTo>
                  <a:lnTo>
                    <a:pt x="120363" y="2344"/>
                  </a:lnTo>
                  <a:cubicBezTo>
                    <a:pt x="118356" y="-1050"/>
                    <a:pt x="113357" y="-685"/>
                    <a:pt x="111861" y="2965"/>
                  </a:cubicBezTo>
                  <a:lnTo>
                    <a:pt x="103723" y="22710"/>
                  </a:lnTo>
                  <a:cubicBezTo>
                    <a:pt x="84053" y="18184"/>
                    <a:pt x="62559" y="22053"/>
                    <a:pt x="41868" y="34317"/>
                  </a:cubicBezTo>
                  <a:cubicBezTo>
                    <a:pt x="1288" y="58332"/>
                    <a:pt x="-12141" y="111072"/>
                    <a:pt x="12017" y="151767"/>
                  </a:cubicBezTo>
                  <a:lnTo>
                    <a:pt x="15082" y="156950"/>
                  </a:lnTo>
                  <a:lnTo>
                    <a:pt x="32307" y="146731"/>
                  </a:lnTo>
                  <a:lnTo>
                    <a:pt x="29241" y="141585"/>
                  </a:lnTo>
                  <a:lnTo>
                    <a:pt x="29241" y="141512"/>
                  </a:lnTo>
                  <a:close/>
                </a:path>
              </a:pathLst>
            </a:custGeom>
            <a:solidFill>
              <a:srgbClr val="007B85"/>
            </a:solidFill>
            <a:ln w="3646" cap="flat">
              <a:noFill/>
              <a:prstDash val="solid"/>
              <a:miter/>
            </a:ln>
          </p:spPr>
          <p:txBody>
            <a:bodyPr rtlCol="0" anchor="ctr"/>
            <a:lstStyle/>
            <a:p>
              <a:endParaRPr lang="en-GR"/>
            </a:p>
          </p:txBody>
        </p:sp>
        <p:sp>
          <p:nvSpPr>
            <p:cNvPr id="807" name="Freeform 654">
              <a:extLst>
                <a:ext uri="{FF2B5EF4-FFF2-40B4-BE49-F238E27FC236}">
                  <a16:creationId xmlns:a16="http://schemas.microsoft.com/office/drawing/2014/main" id="{FFE4AFFD-B5B5-FD74-5084-4F0903A1C088}"/>
                </a:ext>
              </a:extLst>
            </p:cNvPr>
            <p:cNvSpPr/>
            <p:nvPr/>
          </p:nvSpPr>
          <p:spPr>
            <a:xfrm>
              <a:off x="9147718" y="4922090"/>
              <a:ext cx="58352" cy="56357"/>
            </a:xfrm>
            <a:custGeom>
              <a:avLst/>
              <a:gdLst>
                <a:gd name="connsiteX0" fmla="*/ 38865 w 65905"/>
                <a:gd name="connsiteY0" fmla="*/ 11314 h 63652"/>
                <a:gd name="connsiteX1" fmla="*/ 52002 w 65905"/>
                <a:gd name="connsiteY1" fmla="*/ 20074 h 63652"/>
                <a:gd name="connsiteX2" fmla="*/ 65906 w 65905"/>
                <a:gd name="connsiteY2" fmla="*/ 20074 h 63652"/>
                <a:gd name="connsiteX3" fmla="*/ 39558 w 65905"/>
                <a:gd name="connsiteY3" fmla="*/ 0 h 63652"/>
                <a:gd name="connsiteX4" fmla="*/ 9379 w 65905"/>
                <a:gd name="connsiteY4" fmla="*/ 25914 h 63652"/>
                <a:gd name="connsiteX5" fmla="*/ 0 w 65905"/>
                <a:gd name="connsiteY5" fmla="*/ 25914 h 63652"/>
                <a:gd name="connsiteX6" fmla="*/ 0 w 65905"/>
                <a:gd name="connsiteY6" fmla="*/ 37739 h 63652"/>
                <a:gd name="connsiteX7" fmla="*/ 9306 w 65905"/>
                <a:gd name="connsiteY7" fmla="*/ 37739 h 63652"/>
                <a:gd name="connsiteX8" fmla="*/ 38719 w 65905"/>
                <a:gd name="connsiteY8" fmla="*/ 63653 h 63652"/>
                <a:gd name="connsiteX9" fmla="*/ 65723 w 65905"/>
                <a:gd name="connsiteY9" fmla="*/ 43834 h 63652"/>
                <a:gd name="connsiteX10" fmla="*/ 51820 w 65905"/>
                <a:gd name="connsiteY10" fmla="*/ 43834 h 63652"/>
                <a:gd name="connsiteX11" fmla="*/ 38609 w 65905"/>
                <a:gd name="connsiteY11" fmla="*/ 52266 h 63652"/>
                <a:gd name="connsiteX12" fmla="*/ 23136 w 65905"/>
                <a:gd name="connsiteY12" fmla="*/ 37739 h 63652"/>
                <a:gd name="connsiteX13" fmla="*/ 41893 w 65905"/>
                <a:gd name="connsiteY13" fmla="*/ 37739 h 63652"/>
                <a:gd name="connsiteX14" fmla="*/ 41893 w 65905"/>
                <a:gd name="connsiteY14" fmla="*/ 25914 h 63652"/>
                <a:gd name="connsiteX15" fmla="*/ 23136 w 65905"/>
                <a:gd name="connsiteY15" fmla="*/ 25914 h 63652"/>
                <a:gd name="connsiteX16" fmla="*/ 38792 w 65905"/>
                <a:gd name="connsiteY16" fmla="*/ 11387 h 63652"/>
                <a:gd name="connsiteX17" fmla="*/ 38865 w 65905"/>
                <a:gd name="connsiteY17" fmla="*/ 11314 h 6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5905" h="63652">
                  <a:moveTo>
                    <a:pt x="38865" y="11314"/>
                  </a:moveTo>
                  <a:cubicBezTo>
                    <a:pt x="45214" y="11314"/>
                    <a:pt x="49776" y="14709"/>
                    <a:pt x="52002" y="20074"/>
                  </a:cubicBezTo>
                  <a:lnTo>
                    <a:pt x="65906" y="20074"/>
                  </a:lnTo>
                  <a:cubicBezTo>
                    <a:pt x="63242" y="8030"/>
                    <a:pt x="53316" y="0"/>
                    <a:pt x="39558" y="0"/>
                  </a:cubicBezTo>
                  <a:cubicBezTo>
                    <a:pt x="22626" y="0"/>
                    <a:pt x="11568" y="10074"/>
                    <a:pt x="9379" y="25914"/>
                  </a:cubicBezTo>
                  <a:lnTo>
                    <a:pt x="0" y="25914"/>
                  </a:lnTo>
                  <a:lnTo>
                    <a:pt x="0" y="37739"/>
                  </a:lnTo>
                  <a:lnTo>
                    <a:pt x="9306" y="37739"/>
                  </a:lnTo>
                  <a:cubicBezTo>
                    <a:pt x="11459" y="53579"/>
                    <a:pt x="22151" y="63653"/>
                    <a:pt x="38719" y="63653"/>
                  </a:cubicBezTo>
                  <a:cubicBezTo>
                    <a:pt x="52805" y="63653"/>
                    <a:pt x="62986" y="55696"/>
                    <a:pt x="65723" y="43834"/>
                  </a:cubicBezTo>
                  <a:lnTo>
                    <a:pt x="51820" y="43834"/>
                  </a:lnTo>
                  <a:cubicBezTo>
                    <a:pt x="49593" y="49054"/>
                    <a:pt x="45032" y="52266"/>
                    <a:pt x="38609" y="52266"/>
                  </a:cubicBezTo>
                  <a:cubicBezTo>
                    <a:pt x="30326" y="52266"/>
                    <a:pt x="24852" y="46462"/>
                    <a:pt x="23136" y="37739"/>
                  </a:cubicBezTo>
                  <a:lnTo>
                    <a:pt x="41893" y="37739"/>
                  </a:lnTo>
                  <a:lnTo>
                    <a:pt x="41893" y="25914"/>
                  </a:lnTo>
                  <a:lnTo>
                    <a:pt x="23136" y="25914"/>
                  </a:lnTo>
                  <a:cubicBezTo>
                    <a:pt x="24852" y="17154"/>
                    <a:pt x="30362" y="11387"/>
                    <a:pt x="38792" y="11387"/>
                  </a:cubicBezTo>
                  <a:lnTo>
                    <a:pt x="38865" y="11314"/>
                  </a:lnTo>
                  <a:close/>
                </a:path>
              </a:pathLst>
            </a:custGeom>
            <a:solidFill>
              <a:srgbClr val="007B85"/>
            </a:solidFill>
            <a:ln w="3646" cap="flat">
              <a:noFill/>
              <a:prstDash val="solid"/>
              <a:miter/>
            </a:ln>
          </p:spPr>
          <p:txBody>
            <a:bodyPr rtlCol="0" anchor="ctr"/>
            <a:lstStyle/>
            <a:p>
              <a:endParaRPr lang="en-GR"/>
            </a:p>
          </p:txBody>
        </p:sp>
        <p:sp>
          <p:nvSpPr>
            <p:cNvPr id="808" name="Freeform 655">
              <a:extLst>
                <a:ext uri="{FF2B5EF4-FFF2-40B4-BE49-F238E27FC236}">
                  <a16:creationId xmlns:a16="http://schemas.microsoft.com/office/drawing/2014/main" id="{374C7870-91A1-9814-31FE-03CF99FB6CEC}"/>
                </a:ext>
              </a:extLst>
            </p:cNvPr>
            <p:cNvSpPr/>
            <p:nvPr/>
          </p:nvSpPr>
          <p:spPr>
            <a:xfrm>
              <a:off x="9130053" y="4906062"/>
              <a:ext cx="129960" cy="138897"/>
            </a:xfrm>
            <a:custGeom>
              <a:avLst/>
              <a:gdLst>
                <a:gd name="connsiteX0" fmla="*/ 131691 w 146783"/>
                <a:gd name="connsiteY0" fmla="*/ 0 h 156877"/>
                <a:gd name="connsiteX1" fmla="*/ 134757 w 146783"/>
                <a:gd name="connsiteY1" fmla="*/ 5146 h 156877"/>
                <a:gd name="connsiteX2" fmla="*/ 134757 w 146783"/>
                <a:gd name="connsiteY2" fmla="*/ 5110 h 156877"/>
                <a:gd name="connsiteX3" fmla="*/ 104942 w 146783"/>
                <a:gd name="connsiteY3" fmla="*/ 122561 h 156877"/>
                <a:gd name="connsiteX4" fmla="*/ 43087 w 146783"/>
                <a:gd name="connsiteY4" fmla="*/ 134167 h 156877"/>
                <a:gd name="connsiteX5" fmla="*/ 34949 w 146783"/>
                <a:gd name="connsiteY5" fmla="*/ 153912 h 156877"/>
                <a:gd name="connsiteX6" fmla="*/ 26410 w 146783"/>
                <a:gd name="connsiteY6" fmla="*/ 154533 h 156877"/>
                <a:gd name="connsiteX7" fmla="*/ 683 w 146783"/>
                <a:gd name="connsiteY7" fmla="*/ 110954 h 156877"/>
                <a:gd name="connsiteX8" fmla="*/ 3566 w 146783"/>
                <a:gd name="connsiteY8" fmla="*/ 103910 h 156877"/>
                <a:gd name="connsiteX9" fmla="*/ 52502 w 146783"/>
                <a:gd name="connsiteY9" fmla="*/ 91063 h 156877"/>
                <a:gd name="connsiteX10" fmla="*/ 58122 w 146783"/>
                <a:gd name="connsiteY10" fmla="*/ 97523 h 156877"/>
                <a:gd name="connsiteX11" fmla="*/ 50897 w 146783"/>
                <a:gd name="connsiteY11" fmla="*/ 115188 h 156877"/>
                <a:gd name="connsiteX12" fmla="*/ 94724 w 146783"/>
                <a:gd name="connsiteY12" fmla="*/ 105370 h 156877"/>
                <a:gd name="connsiteX13" fmla="*/ 117532 w 146783"/>
                <a:gd name="connsiteY13" fmla="*/ 15366 h 156877"/>
                <a:gd name="connsiteX14" fmla="*/ 114467 w 146783"/>
                <a:gd name="connsiteY14" fmla="*/ 10219 h 156877"/>
                <a:gd name="connsiteX15" fmla="*/ 131691 w 146783"/>
                <a:gd name="connsiteY15" fmla="*/ 0 h 156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6783" h="156877">
                  <a:moveTo>
                    <a:pt x="131691" y="0"/>
                  </a:moveTo>
                  <a:lnTo>
                    <a:pt x="134757" y="5146"/>
                  </a:lnTo>
                  <a:lnTo>
                    <a:pt x="134757" y="5110"/>
                  </a:lnTo>
                  <a:cubicBezTo>
                    <a:pt x="158915" y="45805"/>
                    <a:pt x="145522" y="98545"/>
                    <a:pt x="104942" y="122561"/>
                  </a:cubicBezTo>
                  <a:cubicBezTo>
                    <a:pt x="84251" y="134824"/>
                    <a:pt x="62757" y="138693"/>
                    <a:pt x="43087" y="134167"/>
                  </a:cubicBezTo>
                  <a:lnTo>
                    <a:pt x="34949" y="153912"/>
                  </a:lnTo>
                  <a:cubicBezTo>
                    <a:pt x="33453" y="157562"/>
                    <a:pt x="28417" y="157928"/>
                    <a:pt x="26410" y="154533"/>
                  </a:cubicBezTo>
                  <a:lnTo>
                    <a:pt x="683" y="110954"/>
                  </a:lnTo>
                  <a:cubicBezTo>
                    <a:pt x="-959" y="108217"/>
                    <a:pt x="501" y="104713"/>
                    <a:pt x="3566" y="103910"/>
                  </a:cubicBezTo>
                  <a:lnTo>
                    <a:pt x="52502" y="91063"/>
                  </a:lnTo>
                  <a:cubicBezTo>
                    <a:pt x="56298" y="90041"/>
                    <a:pt x="59618" y="93873"/>
                    <a:pt x="58122" y="97523"/>
                  </a:cubicBezTo>
                  <a:lnTo>
                    <a:pt x="50897" y="115188"/>
                  </a:lnTo>
                  <a:cubicBezTo>
                    <a:pt x="64727" y="117451"/>
                    <a:pt x="79689" y="114239"/>
                    <a:pt x="94724" y="105370"/>
                  </a:cubicBezTo>
                  <a:cubicBezTo>
                    <a:pt x="125779" y="86938"/>
                    <a:pt x="135997" y="46572"/>
                    <a:pt x="117532" y="15366"/>
                  </a:cubicBezTo>
                  <a:lnTo>
                    <a:pt x="114467" y="10219"/>
                  </a:lnTo>
                  <a:lnTo>
                    <a:pt x="131691" y="0"/>
                  </a:lnTo>
                  <a:close/>
                </a:path>
              </a:pathLst>
            </a:custGeom>
            <a:solidFill>
              <a:srgbClr val="007B85"/>
            </a:solidFill>
            <a:ln w="3646" cap="flat">
              <a:noFill/>
              <a:prstDash val="solid"/>
              <a:miter/>
            </a:ln>
          </p:spPr>
          <p:txBody>
            <a:bodyPr rtlCol="0" anchor="ctr"/>
            <a:lstStyle/>
            <a:p>
              <a:endParaRPr lang="en-GR"/>
            </a:p>
          </p:txBody>
        </p:sp>
      </p:grpSp>
      <p:sp>
        <p:nvSpPr>
          <p:cNvPr id="809" name="Freeform 656">
            <a:extLst>
              <a:ext uri="{FF2B5EF4-FFF2-40B4-BE49-F238E27FC236}">
                <a16:creationId xmlns:a16="http://schemas.microsoft.com/office/drawing/2014/main" id="{446380A9-1F4A-7583-2FC8-9F1C2551713B}"/>
              </a:ext>
            </a:extLst>
          </p:cNvPr>
          <p:cNvSpPr/>
          <p:nvPr/>
        </p:nvSpPr>
        <p:spPr>
          <a:xfrm>
            <a:off x="10583879" y="4876915"/>
            <a:ext cx="161550" cy="139439"/>
          </a:xfrm>
          <a:custGeom>
            <a:avLst/>
            <a:gdLst>
              <a:gd name="connsiteX0" fmla="*/ 164618 w 182462"/>
              <a:gd name="connsiteY0" fmla="*/ 34235 h 157489"/>
              <a:gd name="connsiteX1" fmla="*/ 28391 w 182462"/>
              <a:gd name="connsiteY1" fmla="*/ 34235 h 157489"/>
              <a:gd name="connsiteX2" fmla="*/ 18137 w 182462"/>
              <a:gd name="connsiteY2" fmla="*/ 26023 h 157489"/>
              <a:gd name="connsiteX3" fmla="*/ 32916 w 182462"/>
              <a:gd name="connsiteY3" fmla="*/ 17446 h 157489"/>
              <a:gd name="connsiteX4" fmla="*/ 159838 w 182462"/>
              <a:gd name="connsiteY4" fmla="*/ 17446 h 157489"/>
              <a:gd name="connsiteX5" fmla="*/ 159838 w 182462"/>
              <a:gd name="connsiteY5" fmla="*/ 17081 h 157489"/>
              <a:gd name="connsiteX6" fmla="*/ 126921 w 182462"/>
              <a:gd name="connsiteY6" fmla="*/ 0 h 157489"/>
              <a:gd name="connsiteX7" fmla="*/ 33245 w 182462"/>
              <a:gd name="connsiteY7" fmla="*/ 0 h 157489"/>
              <a:gd name="connsiteX8" fmla="*/ 0 w 182462"/>
              <a:gd name="connsiteY8" fmla="*/ 18833 h 157489"/>
              <a:gd name="connsiteX9" fmla="*/ 0 w 182462"/>
              <a:gd name="connsiteY9" fmla="*/ 126685 h 157489"/>
              <a:gd name="connsiteX10" fmla="*/ 17808 w 182462"/>
              <a:gd name="connsiteY10" fmla="*/ 157490 h 157489"/>
              <a:gd name="connsiteX11" fmla="*/ 164654 w 182462"/>
              <a:gd name="connsiteY11" fmla="*/ 157490 h 157489"/>
              <a:gd name="connsiteX12" fmla="*/ 182463 w 182462"/>
              <a:gd name="connsiteY12" fmla="*/ 126685 h 157489"/>
              <a:gd name="connsiteX13" fmla="*/ 182463 w 182462"/>
              <a:gd name="connsiteY13" fmla="*/ 65039 h 157489"/>
              <a:gd name="connsiteX14" fmla="*/ 164618 w 182462"/>
              <a:gd name="connsiteY14" fmla="*/ 34235 h 157489"/>
              <a:gd name="connsiteX15" fmla="*/ 149291 w 182462"/>
              <a:gd name="connsiteY15" fmla="*/ 105443 h 157489"/>
              <a:gd name="connsiteX16" fmla="*/ 132030 w 182462"/>
              <a:gd name="connsiteY16" fmla="*/ 95479 h 157489"/>
              <a:gd name="connsiteX17" fmla="*/ 149291 w 182462"/>
              <a:gd name="connsiteY17" fmla="*/ 85479 h 157489"/>
              <a:gd name="connsiteX18" fmla="*/ 166516 w 182462"/>
              <a:gd name="connsiteY18" fmla="*/ 95479 h 157489"/>
              <a:gd name="connsiteX19" fmla="*/ 149291 w 182462"/>
              <a:gd name="connsiteY19" fmla="*/ 105443 h 157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462" h="157489">
                <a:moveTo>
                  <a:pt x="164618" y="34235"/>
                </a:moveTo>
                <a:cubicBezTo>
                  <a:pt x="164472" y="34235"/>
                  <a:pt x="28391" y="34235"/>
                  <a:pt x="28391" y="34235"/>
                </a:cubicBezTo>
                <a:cubicBezTo>
                  <a:pt x="28391" y="34235"/>
                  <a:pt x="18137" y="34527"/>
                  <a:pt x="18137" y="26023"/>
                </a:cubicBezTo>
                <a:cubicBezTo>
                  <a:pt x="18137" y="20220"/>
                  <a:pt x="24742" y="17446"/>
                  <a:pt x="32916" y="17446"/>
                </a:cubicBezTo>
                <a:lnTo>
                  <a:pt x="159838" y="17446"/>
                </a:lnTo>
                <a:cubicBezTo>
                  <a:pt x="159838" y="17446"/>
                  <a:pt x="159838" y="17190"/>
                  <a:pt x="159838" y="17081"/>
                </a:cubicBezTo>
                <a:cubicBezTo>
                  <a:pt x="158050" y="7482"/>
                  <a:pt x="144000" y="0"/>
                  <a:pt x="126921" y="0"/>
                </a:cubicBezTo>
                <a:lnTo>
                  <a:pt x="33245" y="0"/>
                </a:lnTo>
                <a:cubicBezTo>
                  <a:pt x="14925" y="0"/>
                  <a:pt x="110" y="8212"/>
                  <a:pt x="0" y="18833"/>
                </a:cubicBezTo>
                <a:lnTo>
                  <a:pt x="0" y="126685"/>
                </a:lnTo>
                <a:cubicBezTo>
                  <a:pt x="0" y="136831"/>
                  <a:pt x="4051" y="157490"/>
                  <a:pt x="17808" y="157490"/>
                </a:cubicBezTo>
                <a:lnTo>
                  <a:pt x="164654" y="157490"/>
                </a:lnTo>
                <a:cubicBezTo>
                  <a:pt x="178412" y="157490"/>
                  <a:pt x="182463" y="136831"/>
                  <a:pt x="182463" y="126685"/>
                </a:cubicBezTo>
                <a:lnTo>
                  <a:pt x="182463" y="65039"/>
                </a:lnTo>
                <a:cubicBezTo>
                  <a:pt x="182463" y="53944"/>
                  <a:pt x="179178" y="34235"/>
                  <a:pt x="164618" y="34235"/>
                </a:cubicBezTo>
                <a:close/>
                <a:moveTo>
                  <a:pt x="149291" y="105443"/>
                </a:moveTo>
                <a:cubicBezTo>
                  <a:pt x="139767" y="105443"/>
                  <a:pt x="132030" y="100991"/>
                  <a:pt x="132030" y="95479"/>
                </a:cubicBezTo>
                <a:cubicBezTo>
                  <a:pt x="132030" y="89968"/>
                  <a:pt x="139767" y="85479"/>
                  <a:pt x="149291" y="85479"/>
                </a:cubicBezTo>
                <a:cubicBezTo>
                  <a:pt x="158816" y="85479"/>
                  <a:pt x="166516" y="89968"/>
                  <a:pt x="166516" y="95479"/>
                </a:cubicBezTo>
                <a:cubicBezTo>
                  <a:pt x="166516" y="100991"/>
                  <a:pt x="158816" y="105443"/>
                  <a:pt x="149291" y="105443"/>
                </a:cubicBezTo>
                <a:close/>
              </a:path>
            </a:pathLst>
          </a:custGeom>
          <a:solidFill>
            <a:srgbClr val="007B85"/>
          </a:solidFill>
          <a:ln w="3646" cap="flat">
            <a:noFill/>
            <a:prstDash val="solid"/>
            <a:miter/>
          </a:ln>
        </p:spPr>
        <p:txBody>
          <a:bodyPr rtlCol="0" anchor="ctr"/>
          <a:lstStyle/>
          <a:p>
            <a:endParaRPr lang="en-GR"/>
          </a:p>
        </p:txBody>
      </p:sp>
      <p:grpSp>
        <p:nvGrpSpPr>
          <p:cNvPr id="810" name="Group 809">
            <a:extLst>
              <a:ext uri="{FF2B5EF4-FFF2-40B4-BE49-F238E27FC236}">
                <a16:creationId xmlns:a16="http://schemas.microsoft.com/office/drawing/2014/main" id="{F605EAF2-0696-A088-4E1F-5FAF06AD0C5F}"/>
              </a:ext>
            </a:extLst>
          </p:cNvPr>
          <p:cNvGrpSpPr/>
          <p:nvPr/>
        </p:nvGrpSpPr>
        <p:grpSpPr>
          <a:xfrm>
            <a:off x="10919905" y="4857524"/>
            <a:ext cx="156058" cy="180964"/>
            <a:chOff x="9767749" y="4857524"/>
            <a:chExt cx="156058" cy="180964"/>
          </a:xfrm>
        </p:grpSpPr>
        <p:sp>
          <p:nvSpPr>
            <p:cNvPr id="811" name="Freeform 657">
              <a:extLst>
                <a:ext uri="{FF2B5EF4-FFF2-40B4-BE49-F238E27FC236}">
                  <a16:creationId xmlns:a16="http://schemas.microsoft.com/office/drawing/2014/main" id="{F72039B1-8255-91F3-9547-C64B69D93FB9}"/>
                </a:ext>
              </a:extLst>
            </p:cNvPr>
            <p:cNvSpPr/>
            <p:nvPr/>
          </p:nvSpPr>
          <p:spPr>
            <a:xfrm>
              <a:off x="9818120" y="4883441"/>
              <a:ext cx="40969" cy="42462"/>
            </a:xfrm>
            <a:custGeom>
              <a:avLst/>
              <a:gdLst>
                <a:gd name="connsiteX0" fmla="*/ 27442 w 46272"/>
                <a:gd name="connsiteY0" fmla="*/ 47959 h 47958"/>
                <a:gd name="connsiteX1" fmla="*/ 27442 w 46272"/>
                <a:gd name="connsiteY1" fmla="*/ 41133 h 47958"/>
                <a:gd name="connsiteX2" fmla="*/ 46273 w 46272"/>
                <a:gd name="connsiteY2" fmla="*/ 19162 h 47958"/>
                <a:gd name="connsiteX3" fmla="*/ 31639 w 46272"/>
                <a:gd name="connsiteY3" fmla="*/ 0 h 47958"/>
                <a:gd name="connsiteX4" fmla="*/ 31639 w 46272"/>
                <a:gd name="connsiteY4" fmla="*/ 10110 h 47958"/>
                <a:gd name="connsiteX5" fmla="*/ 38025 w 46272"/>
                <a:gd name="connsiteY5" fmla="*/ 19673 h 47958"/>
                <a:gd name="connsiteX6" fmla="*/ 27442 w 46272"/>
                <a:gd name="connsiteY6" fmla="*/ 31096 h 47958"/>
                <a:gd name="connsiteX7" fmla="*/ 27442 w 46272"/>
                <a:gd name="connsiteY7" fmla="*/ 17410 h 47958"/>
                <a:gd name="connsiteX8" fmla="*/ 18830 w 46272"/>
                <a:gd name="connsiteY8" fmla="*/ 17410 h 47958"/>
                <a:gd name="connsiteX9" fmla="*/ 18830 w 46272"/>
                <a:gd name="connsiteY9" fmla="*/ 31096 h 47958"/>
                <a:gd name="connsiteX10" fmla="*/ 8247 w 46272"/>
                <a:gd name="connsiteY10" fmla="*/ 19855 h 47958"/>
                <a:gd name="connsiteX11" fmla="*/ 14378 w 46272"/>
                <a:gd name="connsiteY11" fmla="*/ 10256 h 47958"/>
                <a:gd name="connsiteX12" fmla="*/ 14378 w 46272"/>
                <a:gd name="connsiteY12" fmla="*/ 110 h 47958"/>
                <a:gd name="connsiteX13" fmla="*/ 0 w 46272"/>
                <a:gd name="connsiteY13" fmla="*/ 19746 h 47958"/>
                <a:gd name="connsiteX14" fmla="*/ 18830 w 46272"/>
                <a:gd name="connsiteY14" fmla="*/ 41170 h 47958"/>
                <a:gd name="connsiteX15" fmla="*/ 18830 w 46272"/>
                <a:gd name="connsiteY15" fmla="*/ 47959 h 47958"/>
                <a:gd name="connsiteX16" fmla="*/ 27442 w 46272"/>
                <a:gd name="connsiteY16" fmla="*/ 47959 h 4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6272" h="47958">
                  <a:moveTo>
                    <a:pt x="27442" y="47959"/>
                  </a:moveTo>
                  <a:lnTo>
                    <a:pt x="27442" y="41133"/>
                  </a:lnTo>
                  <a:cubicBezTo>
                    <a:pt x="38938" y="39527"/>
                    <a:pt x="46273" y="31461"/>
                    <a:pt x="46273" y="19162"/>
                  </a:cubicBezTo>
                  <a:cubicBezTo>
                    <a:pt x="46273" y="9125"/>
                    <a:pt x="40398" y="1898"/>
                    <a:pt x="31639" y="0"/>
                  </a:cubicBezTo>
                  <a:lnTo>
                    <a:pt x="31639" y="10110"/>
                  </a:lnTo>
                  <a:cubicBezTo>
                    <a:pt x="35544" y="11752"/>
                    <a:pt x="38025" y="15037"/>
                    <a:pt x="38025" y="19673"/>
                  </a:cubicBezTo>
                  <a:cubicBezTo>
                    <a:pt x="38025" y="25804"/>
                    <a:pt x="33829" y="29855"/>
                    <a:pt x="27442" y="31096"/>
                  </a:cubicBezTo>
                  <a:lnTo>
                    <a:pt x="27442" y="17410"/>
                  </a:lnTo>
                  <a:lnTo>
                    <a:pt x="18830" y="17410"/>
                  </a:lnTo>
                  <a:lnTo>
                    <a:pt x="18830" y="31096"/>
                  </a:lnTo>
                  <a:cubicBezTo>
                    <a:pt x="12481" y="29855"/>
                    <a:pt x="8247" y="25877"/>
                    <a:pt x="8247" y="19855"/>
                  </a:cubicBezTo>
                  <a:cubicBezTo>
                    <a:pt x="8247" y="15147"/>
                    <a:pt x="10619" y="11898"/>
                    <a:pt x="14378" y="10256"/>
                  </a:cubicBezTo>
                  <a:lnTo>
                    <a:pt x="14378" y="110"/>
                  </a:lnTo>
                  <a:cubicBezTo>
                    <a:pt x="5766" y="2080"/>
                    <a:pt x="0" y="9526"/>
                    <a:pt x="0" y="19746"/>
                  </a:cubicBezTo>
                  <a:cubicBezTo>
                    <a:pt x="0" y="31826"/>
                    <a:pt x="7335" y="39637"/>
                    <a:pt x="18830" y="41170"/>
                  </a:cubicBezTo>
                  <a:lnTo>
                    <a:pt x="18830" y="47959"/>
                  </a:lnTo>
                  <a:lnTo>
                    <a:pt x="27442" y="47959"/>
                  </a:lnTo>
                  <a:close/>
                </a:path>
              </a:pathLst>
            </a:custGeom>
            <a:solidFill>
              <a:srgbClr val="007B85"/>
            </a:solidFill>
            <a:ln w="3646" cap="flat">
              <a:noFill/>
              <a:prstDash val="solid"/>
              <a:miter/>
            </a:ln>
          </p:spPr>
          <p:txBody>
            <a:bodyPr rtlCol="0" anchor="ctr"/>
            <a:lstStyle/>
            <a:p>
              <a:endParaRPr lang="en-GR"/>
            </a:p>
          </p:txBody>
        </p:sp>
        <p:sp>
          <p:nvSpPr>
            <p:cNvPr id="812" name="Freeform 658">
              <a:extLst>
                <a:ext uri="{FF2B5EF4-FFF2-40B4-BE49-F238E27FC236}">
                  <a16:creationId xmlns:a16="http://schemas.microsoft.com/office/drawing/2014/main" id="{D9A552B8-CA9B-2F24-9AC5-F3774FA7C6BC}"/>
                </a:ext>
              </a:extLst>
            </p:cNvPr>
            <p:cNvSpPr/>
            <p:nvPr/>
          </p:nvSpPr>
          <p:spPr>
            <a:xfrm>
              <a:off x="9767749" y="4904349"/>
              <a:ext cx="156058" cy="134139"/>
            </a:xfrm>
            <a:custGeom>
              <a:avLst/>
              <a:gdLst>
                <a:gd name="connsiteX0" fmla="*/ 167574 w 176259"/>
                <a:gd name="connsiteY0" fmla="*/ 36389 h 151503"/>
                <a:gd name="connsiteX1" fmla="*/ 159034 w 176259"/>
                <a:gd name="connsiteY1" fmla="*/ 32447 h 151503"/>
                <a:gd name="connsiteX2" fmla="*/ 27442 w 176259"/>
                <a:gd name="connsiteY2" fmla="*/ 32447 h 151503"/>
                <a:gd name="connsiteX3" fmla="*/ 17589 w 176259"/>
                <a:gd name="connsiteY3" fmla="*/ 24490 h 151503"/>
                <a:gd name="connsiteX4" fmla="*/ 23793 w 176259"/>
                <a:gd name="connsiteY4" fmla="*/ 17410 h 151503"/>
                <a:gd name="connsiteX5" fmla="*/ 23793 w 176259"/>
                <a:gd name="connsiteY5" fmla="*/ 0 h 151503"/>
                <a:gd name="connsiteX6" fmla="*/ 0 w 176259"/>
                <a:gd name="connsiteY6" fmla="*/ 17556 h 151503"/>
                <a:gd name="connsiteX7" fmla="*/ 0 w 176259"/>
                <a:gd name="connsiteY7" fmla="*/ 121758 h 151503"/>
                <a:gd name="connsiteX8" fmla="*/ 8612 w 176259"/>
                <a:gd name="connsiteY8" fmla="*/ 147526 h 151503"/>
                <a:gd name="connsiteX9" fmla="*/ 17224 w 176259"/>
                <a:gd name="connsiteY9" fmla="*/ 151504 h 151503"/>
                <a:gd name="connsiteX10" fmla="*/ 159034 w 176259"/>
                <a:gd name="connsiteY10" fmla="*/ 151504 h 151503"/>
                <a:gd name="connsiteX11" fmla="*/ 167647 w 176259"/>
                <a:gd name="connsiteY11" fmla="*/ 147526 h 151503"/>
                <a:gd name="connsiteX12" fmla="*/ 176259 w 176259"/>
                <a:gd name="connsiteY12" fmla="*/ 121758 h 151503"/>
                <a:gd name="connsiteX13" fmla="*/ 176259 w 176259"/>
                <a:gd name="connsiteY13" fmla="*/ 62193 h 151503"/>
                <a:gd name="connsiteX14" fmla="*/ 167574 w 176259"/>
                <a:gd name="connsiteY14" fmla="*/ 36389 h 151503"/>
                <a:gd name="connsiteX15" fmla="*/ 144255 w 176259"/>
                <a:gd name="connsiteY15" fmla="*/ 101209 h 151503"/>
                <a:gd name="connsiteX16" fmla="*/ 127614 w 176259"/>
                <a:gd name="connsiteY16" fmla="*/ 91574 h 151503"/>
                <a:gd name="connsiteX17" fmla="*/ 144255 w 176259"/>
                <a:gd name="connsiteY17" fmla="*/ 81938 h 151503"/>
                <a:gd name="connsiteX18" fmla="*/ 160896 w 176259"/>
                <a:gd name="connsiteY18" fmla="*/ 91574 h 151503"/>
                <a:gd name="connsiteX19" fmla="*/ 144255 w 176259"/>
                <a:gd name="connsiteY19" fmla="*/ 101209 h 151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6259" h="151503">
                  <a:moveTo>
                    <a:pt x="167574" y="36389"/>
                  </a:moveTo>
                  <a:cubicBezTo>
                    <a:pt x="165056" y="33870"/>
                    <a:pt x="162137" y="32447"/>
                    <a:pt x="159034" y="32447"/>
                  </a:cubicBezTo>
                  <a:cubicBezTo>
                    <a:pt x="158925" y="32447"/>
                    <a:pt x="27442" y="32447"/>
                    <a:pt x="27442" y="32447"/>
                  </a:cubicBezTo>
                  <a:cubicBezTo>
                    <a:pt x="27442" y="32447"/>
                    <a:pt x="17589" y="32702"/>
                    <a:pt x="17589" y="24490"/>
                  </a:cubicBezTo>
                  <a:cubicBezTo>
                    <a:pt x="17589" y="21023"/>
                    <a:pt x="20034" y="18687"/>
                    <a:pt x="23793" y="17410"/>
                  </a:cubicBezTo>
                  <a:lnTo>
                    <a:pt x="23793" y="0"/>
                  </a:lnTo>
                  <a:cubicBezTo>
                    <a:pt x="10109" y="2044"/>
                    <a:pt x="73" y="9015"/>
                    <a:pt x="0" y="17556"/>
                  </a:cubicBezTo>
                  <a:lnTo>
                    <a:pt x="0" y="121758"/>
                  </a:lnTo>
                  <a:cubicBezTo>
                    <a:pt x="0" y="132744"/>
                    <a:pt x="3467" y="142343"/>
                    <a:pt x="8612" y="147526"/>
                  </a:cubicBezTo>
                  <a:cubicBezTo>
                    <a:pt x="11167" y="150044"/>
                    <a:pt x="14123" y="151504"/>
                    <a:pt x="17224" y="151504"/>
                  </a:cubicBezTo>
                  <a:lnTo>
                    <a:pt x="159034" y="151504"/>
                  </a:lnTo>
                  <a:cubicBezTo>
                    <a:pt x="162173" y="151504"/>
                    <a:pt x="165129" y="150007"/>
                    <a:pt x="167647" y="147526"/>
                  </a:cubicBezTo>
                  <a:cubicBezTo>
                    <a:pt x="172792" y="142343"/>
                    <a:pt x="176259" y="132744"/>
                    <a:pt x="176259" y="121758"/>
                  </a:cubicBezTo>
                  <a:lnTo>
                    <a:pt x="176259" y="62193"/>
                  </a:lnTo>
                  <a:cubicBezTo>
                    <a:pt x="176259" y="51134"/>
                    <a:pt x="172756" y="41498"/>
                    <a:pt x="167574" y="36389"/>
                  </a:cubicBezTo>
                  <a:close/>
                  <a:moveTo>
                    <a:pt x="144255" y="101209"/>
                  </a:moveTo>
                  <a:cubicBezTo>
                    <a:pt x="135059" y="101209"/>
                    <a:pt x="127614" y="96903"/>
                    <a:pt x="127614" y="91574"/>
                  </a:cubicBezTo>
                  <a:cubicBezTo>
                    <a:pt x="127614" y="86282"/>
                    <a:pt x="135059" y="81938"/>
                    <a:pt x="144255" y="81938"/>
                  </a:cubicBezTo>
                  <a:cubicBezTo>
                    <a:pt x="153451" y="81938"/>
                    <a:pt x="160896" y="86282"/>
                    <a:pt x="160896" y="91574"/>
                  </a:cubicBezTo>
                  <a:cubicBezTo>
                    <a:pt x="160896" y="96903"/>
                    <a:pt x="153451" y="101209"/>
                    <a:pt x="144255" y="101209"/>
                  </a:cubicBezTo>
                  <a:close/>
                </a:path>
              </a:pathLst>
            </a:custGeom>
            <a:solidFill>
              <a:srgbClr val="007B85"/>
            </a:solidFill>
            <a:ln w="3646" cap="flat">
              <a:noFill/>
              <a:prstDash val="solid"/>
              <a:miter/>
            </a:ln>
          </p:spPr>
          <p:txBody>
            <a:bodyPr rtlCol="0" anchor="ctr"/>
            <a:lstStyle/>
            <a:p>
              <a:endParaRPr lang="en-GR"/>
            </a:p>
          </p:txBody>
        </p:sp>
        <p:sp>
          <p:nvSpPr>
            <p:cNvPr id="813" name="Freeform 659">
              <a:extLst>
                <a:ext uri="{FF2B5EF4-FFF2-40B4-BE49-F238E27FC236}">
                  <a16:creationId xmlns:a16="http://schemas.microsoft.com/office/drawing/2014/main" id="{2CACCA2E-B709-A096-B1BF-751501425682}"/>
                </a:ext>
              </a:extLst>
            </p:cNvPr>
            <p:cNvSpPr/>
            <p:nvPr/>
          </p:nvSpPr>
          <p:spPr>
            <a:xfrm>
              <a:off x="9888394" y="4875653"/>
              <a:ext cx="12795" cy="50249"/>
            </a:xfrm>
            <a:custGeom>
              <a:avLst/>
              <a:gdLst>
                <a:gd name="connsiteX0" fmla="*/ 14451 w 14451"/>
                <a:gd name="connsiteY0" fmla="*/ 14672 h 56754"/>
                <a:gd name="connsiteX1" fmla="*/ 0 w 14451"/>
                <a:gd name="connsiteY1" fmla="*/ 0 h 56754"/>
                <a:gd name="connsiteX2" fmla="*/ 0 w 14451"/>
                <a:gd name="connsiteY2" fmla="*/ 56755 h 56754"/>
                <a:gd name="connsiteX3" fmla="*/ 14451 w 14451"/>
                <a:gd name="connsiteY3" fmla="*/ 56755 h 56754"/>
                <a:gd name="connsiteX4" fmla="*/ 14451 w 14451"/>
                <a:gd name="connsiteY4" fmla="*/ 14672 h 567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51" h="56754">
                  <a:moveTo>
                    <a:pt x="14451" y="14672"/>
                  </a:moveTo>
                  <a:cubicBezTo>
                    <a:pt x="14451" y="8431"/>
                    <a:pt x="8612" y="2993"/>
                    <a:pt x="0" y="0"/>
                  </a:cubicBezTo>
                  <a:lnTo>
                    <a:pt x="0" y="56755"/>
                  </a:lnTo>
                  <a:lnTo>
                    <a:pt x="14451" y="56755"/>
                  </a:lnTo>
                  <a:lnTo>
                    <a:pt x="14451" y="14672"/>
                  </a:lnTo>
                  <a:close/>
                </a:path>
              </a:pathLst>
            </a:custGeom>
            <a:solidFill>
              <a:srgbClr val="007B85"/>
            </a:solidFill>
            <a:ln w="3646" cap="flat">
              <a:noFill/>
              <a:prstDash val="solid"/>
              <a:miter/>
            </a:ln>
          </p:spPr>
          <p:txBody>
            <a:bodyPr rtlCol="0" anchor="ctr"/>
            <a:lstStyle/>
            <a:p>
              <a:endParaRPr lang="en-GR"/>
            </a:p>
          </p:txBody>
        </p:sp>
        <p:sp>
          <p:nvSpPr>
            <p:cNvPr id="814" name="Freeform 660">
              <a:extLst>
                <a:ext uri="{FF2B5EF4-FFF2-40B4-BE49-F238E27FC236}">
                  <a16:creationId xmlns:a16="http://schemas.microsoft.com/office/drawing/2014/main" id="{81D670D6-A73F-E155-A55D-9787D16B4399}"/>
                </a:ext>
              </a:extLst>
            </p:cNvPr>
            <p:cNvSpPr/>
            <p:nvPr/>
          </p:nvSpPr>
          <p:spPr>
            <a:xfrm>
              <a:off x="9796408" y="4857524"/>
              <a:ext cx="84362" cy="68379"/>
            </a:xfrm>
            <a:custGeom>
              <a:avLst/>
              <a:gdLst>
                <a:gd name="connsiteX0" fmla="*/ 14561 w 95282"/>
                <a:gd name="connsiteY0" fmla="*/ 15001 h 77230"/>
                <a:gd name="connsiteX1" fmla="*/ 80758 w 95282"/>
                <a:gd name="connsiteY1" fmla="*/ 14928 h 77230"/>
                <a:gd name="connsiteX2" fmla="*/ 80758 w 95282"/>
                <a:gd name="connsiteY2" fmla="*/ 77157 h 77230"/>
                <a:gd name="connsiteX3" fmla="*/ 95282 w 95282"/>
                <a:gd name="connsiteY3" fmla="*/ 77157 h 77230"/>
                <a:gd name="connsiteX4" fmla="*/ 95282 w 95282"/>
                <a:gd name="connsiteY4" fmla="*/ 17154 h 77230"/>
                <a:gd name="connsiteX5" fmla="*/ 65942 w 95282"/>
                <a:gd name="connsiteY5" fmla="*/ 0 h 77230"/>
                <a:gd name="connsiteX6" fmla="*/ 27734 w 95282"/>
                <a:gd name="connsiteY6" fmla="*/ 37 h 77230"/>
                <a:gd name="connsiteX7" fmla="*/ 0 w 95282"/>
                <a:gd name="connsiteY7" fmla="*/ 17154 h 77230"/>
                <a:gd name="connsiteX8" fmla="*/ 0 w 95282"/>
                <a:gd name="connsiteY8" fmla="*/ 77230 h 77230"/>
                <a:gd name="connsiteX9" fmla="*/ 14524 w 95282"/>
                <a:gd name="connsiteY9" fmla="*/ 77230 h 77230"/>
                <a:gd name="connsiteX10" fmla="*/ 14524 w 95282"/>
                <a:gd name="connsiteY10" fmla="*/ 15001 h 77230"/>
                <a:gd name="connsiteX11" fmla="*/ 14561 w 95282"/>
                <a:gd name="connsiteY11" fmla="*/ 15001 h 77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5282" h="77230">
                  <a:moveTo>
                    <a:pt x="14561" y="15001"/>
                  </a:moveTo>
                  <a:lnTo>
                    <a:pt x="80758" y="14928"/>
                  </a:lnTo>
                  <a:lnTo>
                    <a:pt x="80758" y="77157"/>
                  </a:lnTo>
                  <a:lnTo>
                    <a:pt x="95282" y="77157"/>
                  </a:lnTo>
                  <a:lnTo>
                    <a:pt x="95282" y="17154"/>
                  </a:lnTo>
                  <a:cubicBezTo>
                    <a:pt x="95282" y="7738"/>
                    <a:pt x="82181" y="110"/>
                    <a:pt x="65942" y="0"/>
                  </a:cubicBezTo>
                  <a:cubicBezTo>
                    <a:pt x="65833" y="0"/>
                    <a:pt x="27734" y="37"/>
                    <a:pt x="27734" y="37"/>
                  </a:cubicBezTo>
                  <a:cubicBezTo>
                    <a:pt x="12261" y="621"/>
                    <a:pt x="0" y="8029"/>
                    <a:pt x="0" y="17154"/>
                  </a:cubicBezTo>
                  <a:lnTo>
                    <a:pt x="0" y="77230"/>
                  </a:lnTo>
                  <a:lnTo>
                    <a:pt x="14524" y="77230"/>
                  </a:lnTo>
                  <a:lnTo>
                    <a:pt x="14524" y="15001"/>
                  </a:lnTo>
                  <a:lnTo>
                    <a:pt x="14561" y="15001"/>
                  </a:lnTo>
                  <a:close/>
                </a:path>
              </a:pathLst>
            </a:custGeom>
            <a:solidFill>
              <a:srgbClr val="007B85"/>
            </a:solidFill>
            <a:ln w="3646" cap="flat">
              <a:noFill/>
              <a:prstDash val="solid"/>
              <a:miter/>
            </a:ln>
          </p:spPr>
          <p:txBody>
            <a:bodyPr rtlCol="0" anchor="ctr"/>
            <a:lstStyle/>
            <a:p>
              <a:endParaRPr lang="en-GR"/>
            </a:p>
          </p:txBody>
        </p:sp>
      </p:grpSp>
      <p:grpSp>
        <p:nvGrpSpPr>
          <p:cNvPr id="815" name="Group 814">
            <a:extLst>
              <a:ext uri="{FF2B5EF4-FFF2-40B4-BE49-F238E27FC236}">
                <a16:creationId xmlns:a16="http://schemas.microsoft.com/office/drawing/2014/main" id="{E57E390B-8A19-342D-3368-4C09265DF4E1}"/>
              </a:ext>
            </a:extLst>
          </p:cNvPr>
          <p:cNvGrpSpPr/>
          <p:nvPr/>
        </p:nvGrpSpPr>
        <p:grpSpPr>
          <a:xfrm>
            <a:off x="5604889" y="5177444"/>
            <a:ext cx="133893" cy="206816"/>
            <a:chOff x="4452731" y="5177444"/>
            <a:chExt cx="133893" cy="206816"/>
          </a:xfrm>
        </p:grpSpPr>
        <p:sp>
          <p:nvSpPr>
            <p:cNvPr id="816" name="Freeform 661">
              <a:extLst>
                <a:ext uri="{FF2B5EF4-FFF2-40B4-BE49-F238E27FC236}">
                  <a16:creationId xmlns:a16="http://schemas.microsoft.com/office/drawing/2014/main" id="{6D0B5DEC-C448-5CFF-1AE0-73FA904905C4}"/>
                </a:ext>
              </a:extLst>
            </p:cNvPr>
            <p:cNvSpPr/>
            <p:nvPr/>
          </p:nvSpPr>
          <p:spPr>
            <a:xfrm>
              <a:off x="4487539" y="5239715"/>
              <a:ext cx="64223" cy="64209"/>
            </a:xfrm>
            <a:custGeom>
              <a:avLst/>
              <a:gdLst>
                <a:gd name="connsiteX0" fmla="*/ 36270 w 72536"/>
                <a:gd name="connsiteY0" fmla="*/ 72522 h 72521"/>
                <a:gd name="connsiteX1" fmla="*/ 0 w 72536"/>
                <a:gd name="connsiteY1" fmla="*/ 36279 h 72521"/>
                <a:gd name="connsiteX2" fmla="*/ 36270 w 72536"/>
                <a:gd name="connsiteY2" fmla="*/ 0 h 72521"/>
                <a:gd name="connsiteX3" fmla="*/ 72536 w 72536"/>
                <a:gd name="connsiteY3" fmla="*/ 36279 h 72521"/>
                <a:gd name="connsiteX4" fmla="*/ 36270 w 72536"/>
                <a:gd name="connsiteY4" fmla="*/ 72522 h 72521"/>
                <a:gd name="connsiteX5" fmla="*/ 55929 w 72536"/>
                <a:gd name="connsiteY5" fmla="*/ 28103 h 72521"/>
                <a:gd name="connsiteX6" fmla="*/ 46287 w 72536"/>
                <a:gd name="connsiteY6" fmla="*/ 28103 h 72521"/>
                <a:gd name="connsiteX7" fmla="*/ 37146 w 72536"/>
                <a:gd name="connsiteY7" fmla="*/ 22008 h 72521"/>
                <a:gd name="connsiteX8" fmla="*/ 26249 w 72536"/>
                <a:gd name="connsiteY8" fmla="*/ 32155 h 72521"/>
                <a:gd name="connsiteX9" fmla="*/ 39317 w 72536"/>
                <a:gd name="connsiteY9" fmla="*/ 32155 h 72521"/>
                <a:gd name="connsiteX10" fmla="*/ 39317 w 72536"/>
                <a:gd name="connsiteY10" fmla="*/ 40440 h 72521"/>
                <a:gd name="connsiteX11" fmla="*/ 26249 w 72536"/>
                <a:gd name="connsiteY11" fmla="*/ 40440 h 72521"/>
                <a:gd name="connsiteX12" fmla="*/ 37029 w 72536"/>
                <a:gd name="connsiteY12" fmla="*/ 50550 h 72521"/>
                <a:gd name="connsiteX13" fmla="*/ 46170 w 72536"/>
                <a:gd name="connsiteY13" fmla="*/ 44710 h 72521"/>
                <a:gd name="connsiteX14" fmla="*/ 55837 w 72536"/>
                <a:gd name="connsiteY14" fmla="*/ 44710 h 72521"/>
                <a:gd name="connsiteX15" fmla="*/ 37029 w 72536"/>
                <a:gd name="connsiteY15" fmla="*/ 58470 h 72521"/>
                <a:gd name="connsiteX16" fmla="*/ 16582 w 72536"/>
                <a:gd name="connsiteY16" fmla="*/ 40476 h 72521"/>
                <a:gd name="connsiteX17" fmla="*/ 10079 w 72536"/>
                <a:gd name="connsiteY17" fmla="*/ 40476 h 72521"/>
                <a:gd name="connsiteX18" fmla="*/ 10079 w 72536"/>
                <a:gd name="connsiteY18" fmla="*/ 32228 h 72521"/>
                <a:gd name="connsiteX19" fmla="*/ 16582 w 72536"/>
                <a:gd name="connsiteY19" fmla="*/ 32228 h 72521"/>
                <a:gd name="connsiteX20" fmla="*/ 37617 w 72536"/>
                <a:gd name="connsiteY20" fmla="*/ 14234 h 72521"/>
                <a:gd name="connsiteX21" fmla="*/ 55929 w 72536"/>
                <a:gd name="connsiteY21" fmla="*/ 28103 h 7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2536" h="72521">
                  <a:moveTo>
                    <a:pt x="36270" y="72522"/>
                  </a:moveTo>
                  <a:cubicBezTo>
                    <a:pt x="16232" y="72522"/>
                    <a:pt x="0" y="56316"/>
                    <a:pt x="0" y="36279"/>
                  </a:cubicBezTo>
                  <a:cubicBezTo>
                    <a:pt x="0" y="16241"/>
                    <a:pt x="16232" y="0"/>
                    <a:pt x="36270" y="0"/>
                  </a:cubicBezTo>
                  <a:cubicBezTo>
                    <a:pt x="56308" y="0"/>
                    <a:pt x="72536" y="16241"/>
                    <a:pt x="72536" y="36279"/>
                  </a:cubicBezTo>
                  <a:cubicBezTo>
                    <a:pt x="72536" y="56316"/>
                    <a:pt x="56308" y="72522"/>
                    <a:pt x="36270" y="72522"/>
                  </a:cubicBezTo>
                  <a:close/>
                  <a:moveTo>
                    <a:pt x="55929" y="28103"/>
                  </a:moveTo>
                  <a:lnTo>
                    <a:pt x="46287" y="28103"/>
                  </a:lnTo>
                  <a:cubicBezTo>
                    <a:pt x="44765" y="24381"/>
                    <a:pt x="41602" y="22008"/>
                    <a:pt x="37146" y="22008"/>
                  </a:cubicBezTo>
                  <a:cubicBezTo>
                    <a:pt x="31289" y="22008"/>
                    <a:pt x="27421" y="26023"/>
                    <a:pt x="26249" y="32155"/>
                  </a:cubicBezTo>
                  <a:lnTo>
                    <a:pt x="39317" y="32155"/>
                  </a:lnTo>
                  <a:lnTo>
                    <a:pt x="39317" y="40440"/>
                  </a:lnTo>
                  <a:lnTo>
                    <a:pt x="26249" y="40440"/>
                  </a:lnTo>
                  <a:cubicBezTo>
                    <a:pt x="27421" y="46535"/>
                    <a:pt x="31230" y="50550"/>
                    <a:pt x="37029" y="50550"/>
                  </a:cubicBezTo>
                  <a:cubicBezTo>
                    <a:pt x="41485" y="50550"/>
                    <a:pt x="44649" y="48287"/>
                    <a:pt x="46170" y="44710"/>
                  </a:cubicBezTo>
                  <a:lnTo>
                    <a:pt x="55837" y="44710"/>
                  </a:lnTo>
                  <a:cubicBezTo>
                    <a:pt x="53962" y="52959"/>
                    <a:pt x="46875" y="58470"/>
                    <a:pt x="37029" y="58470"/>
                  </a:cubicBezTo>
                  <a:cubicBezTo>
                    <a:pt x="25486" y="58470"/>
                    <a:pt x="18046" y="51426"/>
                    <a:pt x="16582" y="40476"/>
                  </a:cubicBezTo>
                  <a:lnTo>
                    <a:pt x="10079" y="40476"/>
                  </a:lnTo>
                  <a:lnTo>
                    <a:pt x="10079" y="32228"/>
                  </a:lnTo>
                  <a:lnTo>
                    <a:pt x="16582" y="32228"/>
                  </a:lnTo>
                  <a:cubicBezTo>
                    <a:pt x="18104" y="21205"/>
                    <a:pt x="25840" y="14234"/>
                    <a:pt x="37617" y="14234"/>
                  </a:cubicBezTo>
                  <a:cubicBezTo>
                    <a:pt x="47181" y="14234"/>
                    <a:pt x="54016" y="19818"/>
                    <a:pt x="55929" y="28103"/>
                  </a:cubicBezTo>
                  <a:close/>
                </a:path>
              </a:pathLst>
            </a:custGeom>
            <a:solidFill>
              <a:srgbClr val="007B85"/>
            </a:solidFill>
            <a:ln w="3646" cap="flat">
              <a:noFill/>
              <a:prstDash val="solid"/>
              <a:miter/>
            </a:ln>
          </p:spPr>
          <p:txBody>
            <a:bodyPr rtlCol="0" anchor="ctr"/>
            <a:lstStyle/>
            <a:p>
              <a:endParaRPr lang="en-GR"/>
            </a:p>
          </p:txBody>
        </p:sp>
        <p:sp>
          <p:nvSpPr>
            <p:cNvPr id="817" name="Freeform 662">
              <a:extLst>
                <a:ext uri="{FF2B5EF4-FFF2-40B4-BE49-F238E27FC236}">
                  <a16:creationId xmlns:a16="http://schemas.microsoft.com/office/drawing/2014/main" id="{B20A5738-7425-EC9E-1B53-E268AABD29B9}"/>
                </a:ext>
              </a:extLst>
            </p:cNvPr>
            <p:cNvSpPr/>
            <p:nvPr/>
          </p:nvSpPr>
          <p:spPr>
            <a:xfrm>
              <a:off x="4452731" y="5177444"/>
              <a:ext cx="133893" cy="206816"/>
            </a:xfrm>
            <a:custGeom>
              <a:avLst/>
              <a:gdLst>
                <a:gd name="connsiteX0" fmla="*/ 37792 w 151225"/>
                <a:gd name="connsiteY0" fmla="*/ 0 h 233588"/>
                <a:gd name="connsiteX1" fmla="*/ 113434 w 151225"/>
                <a:gd name="connsiteY1" fmla="*/ 0 h 233588"/>
                <a:gd name="connsiteX2" fmla="*/ 151225 w 151225"/>
                <a:gd name="connsiteY2" fmla="*/ 21862 h 233588"/>
                <a:gd name="connsiteX3" fmla="*/ 151225 w 151225"/>
                <a:gd name="connsiteY3" fmla="*/ 211726 h 233588"/>
                <a:gd name="connsiteX4" fmla="*/ 113434 w 151225"/>
                <a:gd name="connsiteY4" fmla="*/ 233588 h 233588"/>
                <a:gd name="connsiteX5" fmla="*/ 37792 w 151225"/>
                <a:gd name="connsiteY5" fmla="*/ 233588 h 233588"/>
                <a:gd name="connsiteX6" fmla="*/ 0 w 151225"/>
                <a:gd name="connsiteY6" fmla="*/ 211726 h 233588"/>
                <a:gd name="connsiteX7" fmla="*/ 0 w 151225"/>
                <a:gd name="connsiteY7" fmla="*/ 21862 h 233588"/>
                <a:gd name="connsiteX8" fmla="*/ 37792 w 151225"/>
                <a:gd name="connsiteY8" fmla="*/ 0 h 233588"/>
                <a:gd name="connsiteX9" fmla="*/ 53494 w 151225"/>
                <a:gd name="connsiteY9" fmla="*/ 208112 h 233588"/>
                <a:gd name="connsiteX10" fmla="*/ 75350 w 151225"/>
                <a:gd name="connsiteY10" fmla="*/ 220741 h 233588"/>
                <a:gd name="connsiteX11" fmla="*/ 97202 w 151225"/>
                <a:gd name="connsiteY11" fmla="*/ 208112 h 233588"/>
                <a:gd name="connsiteX12" fmla="*/ 75350 w 151225"/>
                <a:gd name="connsiteY12" fmla="*/ 195448 h 233588"/>
                <a:gd name="connsiteX13" fmla="*/ 53494 w 151225"/>
                <a:gd name="connsiteY13" fmla="*/ 208112 h 233588"/>
                <a:gd name="connsiteX14" fmla="*/ 27596 w 151225"/>
                <a:gd name="connsiteY14" fmla="*/ 183184 h 233588"/>
                <a:gd name="connsiteX15" fmla="*/ 123626 w 151225"/>
                <a:gd name="connsiteY15" fmla="*/ 183184 h 233588"/>
                <a:gd name="connsiteX16" fmla="*/ 123626 w 151225"/>
                <a:gd name="connsiteY16" fmla="*/ 30001 h 233588"/>
                <a:gd name="connsiteX17" fmla="*/ 27596 w 151225"/>
                <a:gd name="connsiteY17" fmla="*/ 30001 h 233588"/>
                <a:gd name="connsiteX18" fmla="*/ 27596 w 151225"/>
                <a:gd name="connsiteY18" fmla="*/ 183184 h 233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1225" h="233588">
                  <a:moveTo>
                    <a:pt x="37792" y="0"/>
                  </a:moveTo>
                  <a:lnTo>
                    <a:pt x="113434" y="0"/>
                  </a:lnTo>
                  <a:cubicBezTo>
                    <a:pt x="134293" y="0"/>
                    <a:pt x="151225" y="9782"/>
                    <a:pt x="151225" y="21862"/>
                  </a:cubicBezTo>
                  <a:lnTo>
                    <a:pt x="151225" y="211726"/>
                  </a:lnTo>
                  <a:cubicBezTo>
                    <a:pt x="151225" y="223806"/>
                    <a:pt x="134293" y="233588"/>
                    <a:pt x="113434" y="233588"/>
                  </a:cubicBezTo>
                  <a:lnTo>
                    <a:pt x="37792" y="233588"/>
                  </a:lnTo>
                  <a:cubicBezTo>
                    <a:pt x="16933" y="233588"/>
                    <a:pt x="0" y="223806"/>
                    <a:pt x="0" y="211726"/>
                  </a:cubicBezTo>
                  <a:lnTo>
                    <a:pt x="0" y="21862"/>
                  </a:lnTo>
                  <a:cubicBezTo>
                    <a:pt x="0" y="9782"/>
                    <a:pt x="16933" y="0"/>
                    <a:pt x="37792" y="0"/>
                  </a:cubicBezTo>
                  <a:close/>
                  <a:moveTo>
                    <a:pt x="53494" y="208112"/>
                  </a:moveTo>
                  <a:cubicBezTo>
                    <a:pt x="53494" y="215084"/>
                    <a:pt x="63278" y="220741"/>
                    <a:pt x="75350" y="220741"/>
                  </a:cubicBezTo>
                  <a:cubicBezTo>
                    <a:pt x="87418" y="220741"/>
                    <a:pt x="97202" y="215084"/>
                    <a:pt x="97202" y="208112"/>
                  </a:cubicBezTo>
                  <a:cubicBezTo>
                    <a:pt x="97202" y="201105"/>
                    <a:pt x="87418" y="195448"/>
                    <a:pt x="75350" y="195448"/>
                  </a:cubicBezTo>
                  <a:cubicBezTo>
                    <a:pt x="63278" y="195448"/>
                    <a:pt x="53494" y="201105"/>
                    <a:pt x="53494" y="208112"/>
                  </a:cubicBezTo>
                  <a:close/>
                  <a:moveTo>
                    <a:pt x="27596" y="183184"/>
                  </a:moveTo>
                  <a:lnTo>
                    <a:pt x="123626" y="183184"/>
                  </a:lnTo>
                  <a:lnTo>
                    <a:pt x="123626" y="30001"/>
                  </a:lnTo>
                  <a:lnTo>
                    <a:pt x="27596" y="30001"/>
                  </a:lnTo>
                  <a:lnTo>
                    <a:pt x="27596" y="183184"/>
                  </a:lnTo>
                  <a:close/>
                </a:path>
              </a:pathLst>
            </a:custGeom>
            <a:solidFill>
              <a:srgbClr val="007B85"/>
            </a:solidFill>
            <a:ln w="3646" cap="flat">
              <a:noFill/>
              <a:prstDash val="solid"/>
              <a:miter/>
            </a:ln>
          </p:spPr>
          <p:txBody>
            <a:bodyPr rtlCol="0" anchor="ctr"/>
            <a:lstStyle/>
            <a:p>
              <a:endParaRPr lang="en-GR"/>
            </a:p>
          </p:txBody>
        </p:sp>
      </p:grpSp>
      <p:grpSp>
        <p:nvGrpSpPr>
          <p:cNvPr id="818" name="Group 817">
            <a:extLst>
              <a:ext uri="{FF2B5EF4-FFF2-40B4-BE49-F238E27FC236}">
                <a16:creationId xmlns:a16="http://schemas.microsoft.com/office/drawing/2014/main" id="{0EC28ED8-4B19-7F8E-520A-DBFD70A42632}"/>
              </a:ext>
            </a:extLst>
          </p:cNvPr>
          <p:cNvGrpSpPr/>
          <p:nvPr/>
        </p:nvGrpSpPr>
        <p:grpSpPr>
          <a:xfrm>
            <a:off x="5915066" y="5190371"/>
            <a:ext cx="180937" cy="180965"/>
            <a:chOff x="4762908" y="5190369"/>
            <a:chExt cx="180937" cy="180965"/>
          </a:xfrm>
        </p:grpSpPr>
        <p:sp>
          <p:nvSpPr>
            <p:cNvPr id="819" name="Freeform 663">
              <a:extLst>
                <a:ext uri="{FF2B5EF4-FFF2-40B4-BE49-F238E27FC236}">
                  <a16:creationId xmlns:a16="http://schemas.microsoft.com/office/drawing/2014/main" id="{EB885850-9A6A-AF99-8233-E3A159F82D1C}"/>
                </a:ext>
              </a:extLst>
            </p:cNvPr>
            <p:cNvSpPr/>
            <p:nvPr/>
          </p:nvSpPr>
          <p:spPr>
            <a:xfrm>
              <a:off x="4864414" y="5291904"/>
              <a:ext cx="79431" cy="79430"/>
            </a:xfrm>
            <a:custGeom>
              <a:avLst/>
              <a:gdLst>
                <a:gd name="connsiteX0" fmla="*/ 44857 w 89713"/>
                <a:gd name="connsiteY0" fmla="*/ 0 h 89712"/>
                <a:gd name="connsiteX1" fmla="*/ 0 w 89713"/>
                <a:gd name="connsiteY1" fmla="*/ 44856 h 89712"/>
                <a:gd name="connsiteX2" fmla="*/ 44857 w 89713"/>
                <a:gd name="connsiteY2" fmla="*/ 89712 h 89712"/>
                <a:gd name="connsiteX3" fmla="*/ 89713 w 89713"/>
                <a:gd name="connsiteY3" fmla="*/ 44856 h 89712"/>
                <a:gd name="connsiteX4" fmla="*/ 44857 w 89713"/>
                <a:gd name="connsiteY4" fmla="*/ 0 h 89712"/>
                <a:gd name="connsiteX5" fmla="*/ 48535 w 89713"/>
                <a:gd name="connsiteY5" fmla="*/ 39747 h 89712"/>
                <a:gd name="connsiteX6" fmla="*/ 48535 w 89713"/>
                <a:gd name="connsiteY6" fmla="*/ 49966 h 89712"/>
                <a:gd name="connsiteX7" fmla="*/ 32391 w 89713"/>
                <a:gd name="connsiteY7" fmla="*/ 49966 h 89712"/>
                <a:gd name="connsiteX8" fmla="*/ 45725 w 89713"/>
                <a:gd name="connsiteY8" fmla="*/ 62485 h 89712"/>
                <a:gd name="connsiteX9" fmla="*/ 57067 w 89713"/>
                <a:gd name="connsiteY9" fmla="*/ 55222 h 89712"/>
                <a:gd name="connsiteX10" fmla="*/ 69022 w 89713"/>
                <a:gd name="connsiteY10" fmla="*/ 55222 h 89712"/>
                <a:gd name="connsiteX11" fmla="*/ 45776 w 89713"/>
                <a:gd name="connsiteY11" fmla="*/ 72230 h 89712"/>
                <a:gd name="connsiteX12" fmla="*/ 20487 w 89713"/>
                <a:gd name="connsiteY12" fmla="*/ 49966 h 89712"/>
                <a:gd name="connsiteX13" fmla="*/ 12466 w 89713"/>
                <a:gd name="connsiteY13" fmla="*/ 49966 h 89712"/>
                <a:gd name="connsiteX14" fmla="*/ 12466 w 89713"/>
                <a:gd name="connsiteY14" fmla="*/ 39747 h 89712"/>
                <a:gd name="connsiteX15" fmla="*/ 20487 w 89713"/>
                <a:gd name="connsiteY15" fmla="*/ 39747 h 89712"/>
                <a:gd name="connsiteX16" fmla="*/ 46441 w 89713"/>
                <a:gd name="connsiteY16" fmla="*/ 17446 h 89712"/>
                <a:gd name="connsiteX17" fmla="*/ 69073 w 89713"/>
                <a:gd name="connsiteY17" fmla="*/ 34746 h 89712"/>
                <a:gd name="connsiteX18" fmla="*/ 57118 w 89713"/>
                <a:gd name="connsiteY18" fmla="*/ 34746 h 89712"/>
                <a:gd name="connsiteX19" fmla="*/ 45827 w 89713"/>
                <a:gd name="connsiteY19" fmla="*/ 27227 h 89712"/>
                <a:gd name="connsiteX20" fmla="*/ 32340 w 89713"/>
                <a:gd name="connsiteY20" fmla="*/ 39747 h 89712"/>
                <a:gd name="connsiteX21" fmla="*/ 48535 w 89713"/>
                <a:gd name="connsiteY21" fmla="*/ 39747 h 89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9713" h="89712">
                  <a:moveTo>
                    <a:pt x="44857" y="0"/>
                  </a:moveTo>
                  <a:cubicBezTo>
                    <a:pt x="20078" y="0"/>
                    <a:pt x="0" y="20074"/>
                    <a:pt x="0" y="44856"/>
                  </a:cubicBezTo>
                  <a:cubicBezTo>
                    <a:pt x="0" y="69638"/>
                    <a:pt x="20078" y="89712"/>
                    <a:pt x="44857" y="89712"/>
                  </a:cubicBezTo>
                  <a:cubicBezTo>
                    <a:pt x="69635" y="89712"/>
                    <a:pt x="89713" y="69638"/>
                    <a:pt x="89713" y="44856"/>
                  </a:cubicBezTo>
                  <a:cubicBezTo>
                    <a:pt x="89713" y="20074"/>
                    <a:pt x="69635" y="0"/>
                    <a:pt x="44857" y="0"/>
                  </a:cubicBezTo>
                  <a:close/>
                  <a:moveTo>
                    <a:pt x="48535" y="39747"/>
                  </a:moveTo>
                  <a:lnTo>
                    <a:pt x="48535" y="49966"/>
                  </a:lnTo>
                  <a:lnTo>
                    <a:pt x="32391" y="49966"/>
                  </a:lnTo>
                  <a:cubicBezTo>
                    <a:pt x="33821" y="57485"/>
                    <a:pt x="38573" y="62485"/>
                    <a:pt x="45725" y="62485"/>
                  </a:cubicBezTo>
                  <a:cubicBezTo>
                    <a:pt x="51243" y="62485"/>
                    <a:pt x="55126" y="59674"/>
                    <a:pt x="57067" y="55222"/>
                  </a:cubicBezTo>
                  <a:lnTo>
                    <a:pt x="69022" y="55222"/>
                  </a:lnTo>
                  <a:cubicBezTo>
                    <a:pt x="66672" y="65441"/>
                    <a:pt x="57936" y="72230"/>
                    <a:pt x="45776" y="72230"/>
                  </a:cubicBezTo>
                  <a:cubicBezTo>
                    <a:pt x="31522" y="72230"/>
                    <a:pt x="22326" y="63543"/>
                    <a:pt x="20487" y="49966"/>
                  </a:cubicBezTo>
                  <a:lnTo>
                    <a:pt x="12466" y="49966"/>
                  </a:lnTo>
                  <a:lnTo>
                    <a:pt x="12466" y="39747"/>
                  </a:lnTo>
                  <a:lnTo>
                    <a:pt x="20487" y="39747"/>
                  </a:lnTo>
                  <a:cubicBezTo>
                    <a:pt x="22377" y="26132"/>
                    <a:pt x="31931" y="17446"/>
                    <a:pt x="46441" y="17446"/>
                  </a:cubicBezTo>
                  <a:cubicBezTo>
                    <a:pt x="58293" y="17446"/>
                    <a:pt x="66825" y="24417"/>
                    <a:pt x="69073" y="34746"/>
                  </a:cubicBezTo>
                  <a:lnTo>
                    <a:pt x="57118" y="34746"/>
                  </a:lnTo>
                  <a:cubicBezTo>
                    <a:pt x="55228" y="30147"/>
                    <a:pt x="51294" y="27227"/>
                    <a:pt x="45827" y="27227"/>
                  </a:cubicBezTo>
                  <a:cubicBezTo>
                    <a:pt x="38624" y="27227"/>
                    <a:pt x="33821" y="32191"/>
                    <a:pt x="32340" y="39747"/>
                  </a:cubicBezTo>
                  <a:lnTo>
                    <a:pt x="48535" y="39747"/>
                  </a:lnTo>
                  <a:close/>
                </a:path>
              </a:pathLst>
            </a:custGeom>
            <a:solidFill>
              <a:srgbClr val="007B85"/>
            </a:solidFill>
            <a:ln w="3646" cap="flat">
              <a:noFill/>
              <a:prstDash val="solid"/>
              <a:miter/>
            </a:ln>
          </p:spPr>
          <p:txBody>
            <a:bodyPr rtlCol="0" anchor="ctr"/>
            <a:lstStyle/>
            <a:p>
              <a:endParaRPr lang="en-GR"/>
            </a:p>
          </p:txBody>
        </p:sp>
        <p:sp>
          <p:nvSpPr>
            <p:cNvPr id="820" name="Freeform 664">
              <a:extLst>
                <a:ext uri="{FF2B5EF4-FFF2-40B4-BE49-F238E27FC236}">
                  <a16:creationId xmlns:a16="http://schemas.microsoft.com/office/drawing/2014/main" id="{AEB4EC05-7E76-B9FF-1A2B-3D70F0978A50}"/>
                </a:ext>
              </a:extLst>
            </p:cNvPr>
            <p:cNvSpPr/>
            <p:nvPr/>
          </p:nvSpPr>
          <p:spPr>
            <a:xfrm>
              <a:off x="4762908" y="5190369"/>
              <a:ext cx="180936" cy="180964"/>
            </a:xfrm>
            <a:custGeom>
              <a:avLst/>
              <a:gdLst>
                <a:gd name="connsiteX0" fmla="*/ 104274 w 204358"/>
                <a:gd name="connsiteY0" fmla="*/ 159533 h 204389"/>
                <a:gd name="connsiteX1" fmla="*/ 159502 w 204358"/>
                <a:gd name="connsiteY1" fmla="*/ 104275 h 204389"/>
                <a:gd name="connsiteX2" fmla="*/ 201855 w 204358"/>
                <a:gd name="connsiteY2" fmla="*/ 124057 h 204389"/>
                <a:gd name="connsiteX3" fmla="*/ 204358 w 204358"/>
                <a:gd name="connsiteY3" fmla="*/ 102195 h 204389"/>
                <a:gd name="connsiteX4" fmla="*/ 102179 w 204358"/>
                <a:gd name="connsiteY4" fmla="*/ 0 h 204389"/>
                <a:gd name="connsiteX5" fmla="*/ 0 w 204358"/>
                <a:gd name="connsiteY5" fmla="*/ 102195 h 204389"/>
                <a:gd name="connsiteX6" fmla="*/ 102179 w 204358"/>
                <a:gd name="connsiteY6" fmla="*/ 204390 h 204389"/>
                <a:gd name="connsiteX7" fmla="*/ 124046 w 204358"/>
                <a:gd name="connsiteY7" fmla="*/ 201871 h 204389"/>
                <a:gd name="connsiteX8" fmla="*/ 104274 w 204358"/>
                <a:gd name="connsiteY8" fmla="*/ 159533 h 204389"/>
                <a:gd name="connsiteX9" fmla="*/ 181521 w 204358"/>
                <a:gd name="connsiteY9" fmla="*/ 68689 h 204389"/>
                <a:gd name="connsiteX10" fmla="*/ 187908 w 204358"/>
                <a:gd name="connsiteY10" fmla="*/ 94165 h 204389"/>
                <a:gd name="connsiteX11" fmla="*/ 165377 w 204358"/>
                <a:gd name="connsiteY11" fmla="*/ 94165 h 204389"/>
                <a:gd name="connsiteX12" fmla="*/ 162005 w 204358"/>
                <a:gd name="connsiteY12" fmla="*/ 68689 h 204389"/>
                <a:gd name="connsiteX13" fmla="*/ 181521 w 204358"/>
                <a:gd name="connsiteY13" fmla="*/ 68689 h 204389"/>
                <a:gd name="connsiteX14" fmla="*/ 172530 w 204358"/>
                <a:gd name="connsiteY14" fmla="*/ 52630 h 204389"/>
                <a:gd name="connsiteX15" fmla="*/ 157203 w 204358"/>
                <a:gd name="connsiteY15" fmla="*/ 52630 h 204389"/>
                <a:gd name="connsiteX16" fmla="*/ 148160 w 204358"/>
                <a:gd name="connsiteY16" fmla="*/ 33432 h 204389"/>
                <a:gd name="connsiteX17" fmla="*/ 143715 w 204358"/>
                <a:gd name="connsiteY17" fmla="*/ 26790 h 204389"/>
                <a:gd name="connsiteX18" fmla="*/ 172530 w 204358"/>
                <a:gd name="connsiteY18" fmla="*/ 52630 h 204389"/>
                <a:gd name="connsiteX19" fmla="*/ 110200 w 204358"/>
                <a:gd name="connsiteY19" fmla="*/ 20147 h 204389"/>
                <a:gd name="connsiteX20" fmla="*/ 134468 w 204358"/>
                <a:gd name="connsiteY20" fmla="*/ 41681 h 204389"/>
                <a:gd name="connsiteX21" fmla="*/ 139985 w 204358"/>
                <a:gd name="connsiteY21" fmla="*/ 52630 h 204389"/>
                <a:gd name="connsiteX22" fmla="*/ 110200 w 204358"/>
                <a:gd name="connsiteY22" fmla="*/ 52630 h 204389"/>
                <a:gd name="connsiteX23" fmla="*/ 110200 w 204358"/>
                <a:gd name="connsiteY23" fmla="*/ 20147 h 204389"/>
                <a:gd name="connsiteX24" fmla="*/ 145401 w 204358"/>
                <a:gd name="connsiteY24" fmla="*/ 68689 h 204389"/>
                <a:gd name="connsiteX25" fmla="*/ 149284 w 204358"/>
                <a:gd name="connsiteY25" fmla="*/ 94165 h 204389"/>
                <a:gd name="connsiteX26" fmla="*/ 110149 w 204358"/>
                <a:gd name="connsiteY26" fmla="*/ 94165 h 204389"/>
                <a:gd name="connsiteX27" fmla="*/ 110149 w 204358"/>
                <a:gd name="connsiteY27" fmla="*/ 68689 h 204389"/>
                <a:gd name="connsiteX28" fmla="*/ 145401 w 204358"/>
                <a:gd name="connsiteY28" fmla="*/ 68689 h 204389"/>
                <a:gd name="connsiteX29" fmla="*/ 60643 w 204358"/>
                <a:gd name="connsiteY29" fmla="*/ 26790 h 204389"/>
                <a:gd name="connsiteX30" fmla="*/ 56199 w 204358"/>
                <a:gd name="connsiteY30" fmla="*/ 33432 h 204389"/>
                <a:gd name="connsiteX31" fmla="*/ 47156 w 204358"/>
                <a:gd name="connsiteY31" fmla="*/ 52630 h 204389"/>
                <a:gd name="connsiteX32" fmla="*/ 31829 w 204358"/>
                <a:gd name="connsiteY32" fmla="*/ 52630 h 204389"/>
                <a:gd name="connsiteX33" fmla="*/ 60643 w 204358"/>
                <a:gd name="connsiteY33" fmla="*/ 26790 h 204389"/>
                <a:gd name="connsiteX34" fmla="*/ 22837 w 204358"/>
                <a:gd name="connsiteY34" fmla="*/ 68689 h 204389"/>
                <a:gd name="connsiteX35" fmla="*/ 42353 w 204358"/>
                <a:gd name="connsiteY35" fmla="*/ 68689 h 204389"/>
                <a:gd name="connsiteX36" fmla="*/ 38981 w 204358"/>
                <a:gd name="connsiteY36" fmla="*/ 94165 h 204389"/>
                <a:gd name="connsiteX37" fmla="*/ 16451 w 204358"/>
                <a:gd name="connsiteY37" fmla="*/ 94165 h 204389"/>
                <a:gd name="connsiteX38" fmla="*/ 22837 w 204358"/>
                <a:gd name="connsiteY38" fmla="*/ 68689 h 204389"/>
                <a:gd name="connsiteX39" fmla="*/ 22837 w 204358"/>
                <a:gd name="connsiteY39" fmla="*/ 135700 h 204389"/>
                <a:gd name="connsiteX40" fmla="*/ 16451 w 204358"/>
                <a:gd name="connsiteY40" fmla="*/ 110224 h 204389"/>
                <a:gd name="connsiteX41" fmla="*/ 38981 w 204358"/>
                <a:gd name="connsiteY41" fmla="*/ 110224 h 204389"/>
                <a:gd name="connsiteX42" fmla="*/ 42353 w 204358"/>
                <a:gd name="connsiteY42" fmla="*/ 135700 h 204389"/>
                <a:gd name="connsiteX43" fmla="*/ 22837 w 204358"/>
                <a:gd name="connsiteY43" fmla="*/ 135700 h 204389"/>
                <a:gd name="connsiteX44" fmla="*/ 31727 w 204358"/>
                <a:gd name="connsiteY44" fmla="*/ 151759 h 204389"/>
                <a:gd name="connsiteX45" fmla="*/ 47105 w 204358"/>
                <a:gd name="connsiteY45" fmla="*/ 151759 h 204389"/>
                <a:gd name="connsiteX46" fmla="*/ 56147 w 204358"/>
                <a:gd name="connsiteY46" fmla="*/ 170921 h 204389"/>
                <a:gd name="connsiteX47" fmla="*/ 60694 w 204358"/>
                <a:gd name="connsiteY47" fmla="*/ 177673 h 204389"/>
                <a:gd name="connsiteX48" fmla="*/ 31727 w 204358"/>
                <a:gd name="connsiteY48" fmla="*/ 151759 h 204389"/>
                <a:gd name="connsiteX49" fmla="*/ 94158 w 204358"/>
                <a:gd name="connsiteY49" fmla="*/ 184316 h 204389"/>
                <a:gd name="connsiteX50" fmla="*/ 69891 w 204358"/>
                <a:gd name="connsiteY50" fmla="*/ 162599 h 204389"/>
                <a:gd name="connsiteX51" fmla="*/ 64373 w 204358"/>
                <a:gd name="connsiteY51" fmla="*/ 151759 h 204389"/>
                <a:gd name="connsiteX52" fmla="*/ 94158 w 204358"/>
                <a:gd name="connsiteY52" fmla="*/ 151759 h 204389"/>
                <a:gd name="connsiteX53" fmla="*/ 94158 w 204358"/>
                <a:gd name="connsiteY53" fmla="*/ 184316 h 204389"/>
                <a:gd name="connsiteX54" fmla="*/ 94158 w 204358"/>
                <a:gd name="connsiteY54" fmla="*/ 135700 h 204389"/>
                <a:gd name="connsiteX55" fmla="*/ 58906 w 204358"/>
                <a:gd name="connsiteY55" fmla="*/ 135700 h 204389"/>
                <a:gd name="connsiteX56" fmla="*/ 55024 w 204358"/>
                <a:gd name="connsiteY56" fmla="*/ 110224 h 204389"/>
                <a:gd name="connsiteX57" fmla="*/ 94158 w 204358"/>
                <a:gd name="connsiteY57" fmla="*/ 110224 h 204389"/>
                <a:gd name="connsiteX58" fmla="*/ 94158 w 204358"/>
                <a:gd name="connsiteY58" fmla="*/ 135700 h 204389"/>
                <a:gd name="connsiteX59" fmla="*/ 94158 w 204358"/>
                <a:gd name="connsiteY59" fmla="*/ 94165 h 204389"/>
                <a:gd name="connsiteX60" fmla="*/ 55024 w 204358"/>
                <a:gd name="connsiteY60" fmla="*/ 94165 h 204389"/>
                <a:gd name="connsiteX61" fmla="*/ 58906 w 204358"/>
                <a:gd name="connsiteY61" fmla="*/ 68689 h 204389"/>
                <a:gd name="connsiteX62" fmla="*/ 94158 w 204358"/>
                <a:gd name="connsiteY62" fmla="*/ 68689 h 204389"/>
                <a:gd name="connsiteX63" fmla="*/ 94158 w 204358"/>
                <a:gd name="connsiteY63" fmla="*/ 94165 h 204389"/>
                <a:gd name="connsiteX64" fmla="*/ 94158 w 204358"/>
                <a:gd name="connsiteY64" fmla="*/ 52630 h 204389"/>
                <a:gd name="connsiteX65" fmla="*/ 64373 w 204358"/>
                <a:gd name="connsiteY65" fmla="*/ 52630 h 204389"/>
                <a:gd name="connsiteX66" fmla="*/ 69891 w 204358"/>
                <a:gd name="connsiteY66" fmla="*/ 41681 h 204389"/>
                <a:gd name="connsiteX67" fmla="*/ 94158 w 204358"/>
                <a:gd name="connsiteY67" fmla="*/ 20147 h 204389"/>
                <a:gd name="connsiteX68" fmla="*/ 94158 w 204358"/>
                <a:gd name="connsiteY68" fmla="*/ 52630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04358" h="204389">
                  <a:moveTo>
                    <a:pt x="104274" y="159533"/>
                  </a:moveTo>
                  <a:cubicBezTo>
                    <a:pt x="104274" y="129021"/>
                    <a:pt x="129001" y="104275"/>
                    <a:pt x="159502" y="104275"/>
                  </a:cubicBezTo>
                  <a:cubicBezTo>
                    <a:pt x="176515" y="104275"/>
                    <a:pt x="191688" y="112013"/>
                    <a:pt x="201855" y="124057"/>
                  </a:cubicBezTo>
                  <a:cubicBezTo>
                    <a:pt x="203439" y="117013"/>
                    <a:pt x="204358" y="109714"/>
                    <a:pt x="204358" y="102195"/>
                  </a:cubicBezTo>
                  <a:cubicBezTo>
                    <a:pt x="204358" y="45842"/>
                    <a:pt x="158531" y="0"/>
                    <a:pt x="102179" y="0"/>
                  </a:cubicBezTo>
                  <a:cubicBezTo>
                    <a:pt x="45827" y="0"/>
                    <a:pt x="0" y="45842"/>
                    <a:pt x="0" y="102195"/>
                  </a:cubicBezTo>
                  <a:cubicBezTo>
                    <a:pt x="0" y="158548"/>
                    <a:pt x="45827" y="204390"/>
                    <a:pt x="102179" y="204390"/>
                  </a:cubicBezTo>
                  <a:cubicBezTo>
                    <a:pt x="109689" y="204390"/>
                    <a:pt x="116995" y="203404"/>
                    <a:pt x="124046" y="201871"/>
                  </a:cubicBezTo>
                  <a:cubicBezTo>
                    <a:pt x="111937" y="191761"/>
                    <a:pt x="104274" y="176541"/>
                    <a:pt x="104274" y="159533"/>
                  </a:cubicBezTo>
                  <a:close/>
                  <a:moveTo>
                    <a:pt x="181521" y="68689"/>
                  </a:moveTo>
                  <a:cubicBezTo>
                    <a:pt x="184944" y="76792"/>
                    <a:pt x="187090" y="85333"/>
                    <a:pt x="187908" y="94165"/>
                  </a:cubicBezTo>
                  <a:lnTo>
                    <a:pt x="165377" y="94165"/>
                  </a:lnTo>
                  <a:cubicBezTo>
                    <a:pt x="164917" y="85333"/>
                    <a:pt x="163793" y="76792"/>
                    <a:pt x="162005" y="68689"/>
                  </a:cubicBezTo>
                  <a:lnTo>
                    <a:pt x="181521" y="68689"/>
                  </a:lnTo>
                  <a:close/>
                  <a:moveTo>
                    <a:pt x="172530" y="52630"/>
                  </a:moveTo>
                  <a:lnTo>
                    <a:pt x="157203" y="52630"/>
                  </a:lnTo>
                  <a:cubicBezTo>
                    <a:pt x="154648" y="45586"/>
                    <a:pt x="151583" y="39089"/>
                    <a:pt x="148160" y="33432"/>
                  </a:cubicBezTo>
                  <a:cubicBezTo>
                    <a:pt x="146729" y="31133"/>
                    <a:pt x="145248" y="28870"/>
                    <a:pt x="143715" y="26790"/>
                  </a:cubicBezTo>
                  <a:cubicBezTo>
                    <a:pt x="155057" y="33068"/>
                    <a:pt x="164968" y="41936"/>
                    <a:pt x="172530" y="52630"/>
                  </a:cubicBezTo>
                  <a:close/>
                  <a:moveTo>
                    <a:pt x="110200" y="20147"/>
                  </a:moveTo>
                  <a:cubicBezTo>
                    <a:pt x="119243" y="22957"/>
                    <a:pt x="127622" y="30294"/>
                    <a:pt x="134468" y="41681"/>
                  </a:cubicBezTo>
                  <a:cubicBezTo>
                    <a:pt x="136460" y="44966"/>
                    <a:pt x="138300" y="48652"/>
                    <a:pt x="139985" y="52630"/>
                  </a:cubicBezTo>
                  <a:lnTo>
                    <a:pt x="110200" y="52630"/>
                  </a:lnTo>
                  <a:lnTo>
                    <a:pt x="110200" y="20147"/>
                  </a:lnTo>
                  <a:close/>
                  <a:moveTo>
                    <a:pt x="145401" y="68689"/>
                  </a:moveTo>
                  <a:cubicBezTo>
                    <a:pt x="147496" y="76865"/>
                    <a:pt x="148773" y="85369"/>
                    <a:pt x="149284" y="94165"/>
                  </a:cubicBezTo>
                  <a:lnTo>
                    <a:pt x="110149" y="94165"/>
                  </a:lnTo>
                  <a:lnTo>
                    <a:pt x="110149" y="68689"/>
                  </a:lnTo>
                  <a:lnTo>
                    <a:pt x="145401" y="68689"/>
                  </a:lnTo>
                  <a:close/>
                  <a:moveTo>
                    <a:pt x="60643" y="26790"/>
                  </a:moveTo>
                  <a:cubicBezTo>
                    <a:pt x="59111" y="28870"/>
                    <a:pt x="57629" y="31060"/>
                    <a:pt x="56199" y="33432"/>
                  </a:cubicBezTo>
                  <a:cubicBezTo>
                    <a:pt x="52724" y="39089"/>
                    <a:pt x="49710" y="45586"/>
                    <a:pt x="47156" y="52630"/>
                  </a:cubicBezTo>
                  <a:lnTo>
                    <a:pt x="31829" y="52630"/>
                  </a:lnTo>
                  <a:cubicBezTo>
                    <a:pt x="39390" y="41936"/>
                    <a:pt x="49302" y="33068"/>
                    <a:pt x="60643" y="26790"/>
                  </a:cubicBezTo>
                  <a:close/>
                  <a:moveTo>
                    <a:pt x="22837" y="68689"/>
                  </a:moveTo>
                  <a:lnTo>
                    <a:pt x="42353" y="68689"/>
                  </a:lnTo>
                  <a:cubicBezTo>
                    <a:pt x="40514" y="76792"/>
                    <a:pt x="39390" y="85333"/>
                    <a:pt x="38981" y="94165"/>
                  </a:cubicBezTo>
                  <a:lnTo>
                    <a:pt x="16451" y="94165"/>
                  </a:lnTo>
                  <a:cubicBezTo>
                    <a:pt x="17268" y="85333"/>
                    <a:pt x="19414" y="76792"/>
                    <a:pt x="22837" y="68689"/>
                  </a:cubicBezTo>
                  <a:close/>
                  <a:moveTo>
                    <a:pt x="22837" y="135700"/>
                  </a:moveTo>
                  <a:cubicBezTo>
                    <a:pt x="19414" y="127597"/>
                    <a:pt x="17268" y="119020"/>
                    <a:pt x="16451" y="110224"/>
                  </a:cubicBezTo>
                  <a:lnTo>
                    <a:pt x="38981" y="110224"/>
                  </a:lnTo>
                  <a:cubicBezTo>
                    <a:pt x="39390" y="119057"/>
                    <a:pt x="40565" y="127597"/>
                    <a:pt x="42353" y="135700"/>
                  </a:cubicBezTo>
                  <a:lnTo>
                    <a:pt x="22837" y="135700"/>
                  </a:lnTo>
                  <a:close/>
                  <a:moveTo>
                    <a:pt x="31727" y="151759"/>
                  </a:moveTo>
                  <a:lnTo>
                    <a:pt x="47105" y="151759"/>
                  </a:lnTo>
                  <a:cubicBezTo>
                    <a:pt x="49659" y="158694"/>
                    <a:pt x="52673" y="165154"/>
                    <a:pt x="56147" y="170921"/>
                  </a:cubicBezTo>
                  <a:cubicBezTo>
                    <a:pt x="57578" y="173257"/>
                    <a:pt x="59111" y="175519"/>
                    <a:pt x="60694" y="177673"/>
                  </a:cubicBezTo>
                  <a:cubicBezTo>
                    <a:pt x="49250" y="171322"/>
                    <a:pt x="39237" y="162453"/>
                    <a:pt x="31727" y="151759"/>
                  </a:cubicBezTo>
                  <a:close/>
                  <a:moveTo>
                    <a:pt x="94158" y="184316"/>
                  </a:moveTo>
                  <a:cubicBezTo>
                    <a:pt x="85217" y="181432"/>
                    <a:pt x="76686" y="173877"/>
                    <a:pt x="69891" y="162599"/>
                  </a:cubicBezTo>
                  <a:cubicBezTo>
                    <a:pt x="67898" y="159314"/>
                    <a:pt x="66059" y="155701"/>
                    <a:pt x="64373" y="151759"/>
                  </a:cubicBezTo>
                  <a:lnTo>
                    <a:pt x="94158" y="151759"/>
                  </a:lnTo>
                  <a:lnTo>
                    <a:pt x="94158" y="184316"/>
                  </a:lnTo>
                  <a:close/>
                  <a:moveTo>
                    <a:pt x="94158" y="135700"/>
                  </a:moveTo>
                  <a:lnTo>
                    <a:pt x="58906" y="135700"/>
                  </a:lnTo>
                  <a:cubicBezTo>
                    <a:pt x="56812" y="127524"/>
                    <a:pt x="55483" y="119020"/>
                    <a:pt x="55024" y="110224"/>
                  </a:cubicBezTo>
                  <a:lnTo>
                    <a:pt x="94158" y="110224"/>
                  </a:lnTo>
                  <a:lnTo>
                    <a:pt x="94158" y="135700"/>
                  </a:lnTo>
                  <a:close/>
                  <a:moveTo>
                    <a:pt x="94158" y="94165"/>
                  </a:moveTo>
                  <a:lnTo>
                    <a:pt x="55024" y="94165"/>
                  </a:lnTo>
                  <a:cubicBezTo>
                    <a:pt x="55534" y="85442"/>
                    <a:pt x="56812" y="76865"/>
                    <a:pt x="58906" y="68689"/>
                  </a:cubicBezTo>
                  <a:lnTo>
                    <a:pt x="94158" y="68689"/>
                  </a:lnTo>
                  <a:lnTo>
                    <a:pt x="94158" y="94165"/>
                  </a:lnTo>
                  <a:close/>
                  <a:moveTo>
                    <a:pt x="94158" y="52630"/>
                  </a:moveTo>
                  <a:lnTo>
                    <a:pt x="64373" y="52630"/>
                  </a:lnTo>
                  <a:cubicBezTo>
                    <a:pt x="66059" y="48579"/>
                    <a:pt x="67949" y="44966"/>
                    <a:pt x="69891" y="41681"/>
                  </a:cubicBezTo>
                  <a:cubicBezTo>
                    <a:pt x="76788" y="30366"/>
                    <a:pt x="85115" y="22957"/>
                    <a:pt x="94158" y="20147"/>
                  </a:cubicBezTo>
                  <a:lnTo>
                    <a:pt x="94158" y="52630"/>
                  </a:lnTo>
                  <a:close/>
                </a:path>
              </a:pathLst>
            </a:custGeom>
            <a:solidFill>
              <a:srgbClr val="007B85"/>
            </a:solidFill>
            <a:ln w="3646" cap="flat">
              <a:noFill/>
              <a:prstDash val="solid"/>
              <a:miter/>
            </a:ln>
          </p:spPr>
          <p:txBody>
            <a:bodyPr rtlCol="0" anchor="ctr"/>
            <a:lstStyle/>
            <a:p>
              <a:endParaRPr lang="en-GR"/>
            </a:p>
          </p:txBody>
        </p:sp>
      </p:grpSp>
      <p:grpSp>
        <p:nvGrpSpPr>
          <p:cNvPr id="821" name="Group 820">
            <a:extLst>
              <a:ext uri="{FF2B5EF4-FFF2-40B4-BE49-F238E27FC236}">
                <a16:creationId xmlns:a16="http://schemas.microsoft.com/office/drawing/2014/main" id="{07B8D6D6-DD48-9113-2180-F9ED96054374}"/>
              </a:ext>
            </a:extLst>
          </p:cNvPr>
          <p:cNvGrpSpPr/>
          <p:nvPr/>
        </p:nvGrpSpPr>
        <p:grpSpPr>
          <a:xfrm>
            <a:off x="6279683" y="5180675"/>
            <a:ext cx="120738" cy="200352"/>
            <a:chOff x="5127527" y="5180675"/>
            <a:chExt cx="120738" cy="200352"/>
          </a:xfrm>
        </p:grpSpPr>
        <p:sp>
          <p:nvSpPr>
            <p:cNvPr id="822" name="Freeform 665">
              <a:extLst>
                <a:ext uri="{FF2B5EF4-FFF2-40B4-BE49-F238E27FC236}">
                  <a16:creationId xmlns:a16="http://schemas.microsoft.com/office/drawing/2014/main" id="{6339825C-B9BE-93A5-50C1-66CD68E339CB}"/>
                </a:ext>
              </a:extLst>
            </p:cNvPr>
            <p:cNvSpPr/>
            <p:nvPr/>
          </p:nvSpPr>
          <p:spPr>
            <a:xfrm>
              <a:off x="5144029" y="5180675"/>
              <a:ext cx="101034" cy="101049"/>
            </a:xfrm>
            <a:custGeom>
              <a:avLst/>
              <a:gdLst>
                <a:gd name="connsiteX0" fmla="*/ 114112 w 114112"/>
                <a:gd name="connsiteY0" fmla="*/ 57083 h 114129"/>
                <a:gd name="connsiteX1" fmla="*/ 57056 w 114112"/>
                <a:gd name="connsiteY1" fmla="*/ 114130 h 114129"/>
                <a:gd name="connsiteX2" fmla="*/ 0 w 114112"/>
                <a:gd name="connsiteY2" fmla="*/ 57083 h 114129"/>
                <a:gd name="connsiteX3" fmla="*/ 57056 w 114112"/>
                <a:gd name="connsiteY3" fmla="*/ 0 h 114129"/>
                <a:gd name="connsiteX4" fmla="*/ 114112 w 114112"/>
                <a:gd name="connsiteY4" fmla="*/ 57083 h 114129"/>
                <a:gd name="connsiteX5" fmla="*/ 26548 w 114112"/>
                <a:gd name="connsiteY5" fmla="*/ 50696 h 114129"/>
                <a:gd name="connsiteX6" fmla="*/ 16484 w 114112"/>
                <a:gd name="connsiteY6" fmla="*/ 50696 h 114129"/>
                <a:gd name="connsiteX7" fmla="*/ 16484 w 114112"/>
                <a:gd name="connsiteY7" fmla="*/ 63507 h 114129"/>
                <a:gd name="connsiteX8" fmla="*/ 26494 w 114112"/>
                <a:gd name="connsiteY8" fmla="*/ 63507 h 114129"/>
                <a:gd name="connsiteX9" fmla="*/ 58125 w 114112"/>
                <a:gd name="connsiteY9" fmla="*/ 91318 h 114129"/>
                <a:gd name="connsiteX10" fmla="*/ 87137 w 114112"/>
                <a:gd name="connsiteY10" fmla="*/ 70040 h 114129"/>
                <a:gd name="connsiteX11" fmla="*/ 72204 w 114112"/>
                <a:gd name="connsiteY11" fmla="*/ 70040 h 114129"/>
                <a:gd name="connsiteX12" fmla="*/ 58074 w 114112"/>
                <a:gd name="connsiteY12" fmla="*/ 79128 h 114129"/>
                <a:gd name="connsiteX13" fmla="*/ 41426 w 114112"/>
                <a:gd name="connsiteY13" fmla="*/ 63507 h 114129"/>
                <a:gd name="connsiteX14" fmla="*/ 61607 w 114112"/>
                <a:gd name="connsiteY14" fmla="*/ 63507 h 114129"/>
                <a:gd name="connsiteX15" fmla="*/ 61607 w 114112"/>
                <a:gd name="connsiteY15" fmla="*/ 50696 h 114129"/>
                <a:gd name="connsiteX16" fmla="*/ 41426 w 114112"/>
                <a:gd name="connsiteY16" fmla="*/ 50696 h 114129"/>
                <a:gd name="connsiteX17" fmla="*/ 58235 w 114112"/>
                <a:gd name="connsiteY17" fmla="*/ 35075 h 114129"/>
                <a:gd name="connsiteX18" fmla="*/ 72365 w 114112"/>
                <a:gd name="connsiteY18" fmla="*/ 44418 h 114129"/>
                <a:gd name="connsiteX19" fmla="*/ 87298 w 114112"/>
                <a:gd name="connsiteY19" fmla="*/ 44418 h 114129"/>
                <a:gd name="connsiteX20" fmla="*/ 58983 w 114112"/>
                <a:gd name="connsiteY20" fmla="*/ 22848 h 114129"/>
                <a:gd name="connsiteX21" fmla="*/ 26548 w 114112"/>
                <a:gd name="connsiteY21" fmla="*/ 50696 h 114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4112" h="114129">
                  <a:moveTo>
                    <a:pt x="114112" y="57083"/>
                  </a:moveTo>
                  <a:cubicBezTo>
                    <a:pt x="114112" y="88581"/>
                    <a:pt x="88582" y="114130"/>
                    <a:pt x="57056" y="114130"/>
                  </a:cubicBezTo>
                  <a:cubicBezTo>
                    <a:pt x="25530" y="114130"/>
                    <a:pt x="0" y="88581"/>
                    <a:pt x="0" y="57083"/>
                  </a:cubicBezTo>
                  <a:cubicBezTo>
                    <a:pt x="0" y="25549"/>
                    <a:pt x="25530" y="0"/>
                    <a:pt x="57056" y="0"/>
                  </a:cubicBezTo>
                  <a:cubicBezTo>
                    <a:pt x="88582" y="0"/>
                    <a:pt x="114112" y="25549"/>
                    <a:pt x="114112" y="57083"/>
                  </a:cubicBezTo>
                  <a:close/>
                  <a:moveTo>
                    <a:pt x="26548" y="50696"/>
                  </a:moveTo>
                  <a:lnTo>
                    <a:pt x="16484" y="50696"/>
                  </a:lnTo>
                  <a:lnTo>
                    <a:pt x="16484" y="63507"/>
                  </a:lnTo>
                  <a:lnTo>
                    <a:pt x="26494" y="63507"/>
                  </a:lnTo>
                  <a:cubicBezTo>
                    <a:pt x="28796" y="80515"/>
                    <a:pt x="40302" y="91318"/>
                    <a:pt x="58125" y="91318"/>
                  </a:cubicBezTo>
                  <a:cubicBezTo>
                    <a:pt x="73273" y="91318"/>
                    <a:pt x="84192" y="82778"/>
                    <a:pt x="87137" y="70040"/>
                  </a:cubicBezTo>
                  <a:lnTo>
                    <a:pt x="72204" y="70040"/>
                  </a:lnTo>
                  <a:cubicBezTo>
                    <a:pt x="69796" y="75661"/>
                    <a:pt x="64924" y="79128"/>
                    <a:pt x="58074" y="79128"/>
                  </a:cubicBezTo>
                  <a:cubicBezTo>
                    <a:pt x="49134" y="79128"/>
                    <a:pt x="43247" y="72850"/>
                    <a:pt x="41426" y="63507"/>
                  </a:cubicBezTo>
                  <a:lnTo>
                    <a:pt x="61607" y="63507"/>
                  </a:lnTo>
                  <a:lnTo>
                    <a:pt x="61607" y="50696"/>
                  </a:lnTo>
                  <a:lnTo>
                    <a:pt x="41426" y="50696"/>
                  </a:lnTo>
                  <a:cubicBezTo>
                    <a:pt x="43247" y="41280"/>
                    <a:pt x="49188" y="35075"/>
                    <a:pt x="58235" y="35075"/>
                  </a:cubicBezTo>
                  <a:cubicBezTo>
                    <a:pt x="65084" y="35075"/>
                    <a:pt x="70011" y="38651"/>
                    <a:pt x="72365" y="44418"/>
                  </a:cubicBezTo>
                  <a:lnTo>
                    <a:pt x="87298" y="44418"/>
                  </a:lnTo>
                  <a:cubicBezTo>
                    <a:pt x="84462" y="31534"/>
                    <a:pt x="73810" y="22848"/>
                    <a:pt x="58983" y="22848"/>
                  </a:cubicBezTo>
                  <a:cubicBezTo>
                    <a:pt x="40839" y="22848"/>
                    <a:pt x="28902" y="33688"/>
                    <a:pt x="26548" y="50696"/>
                  </a:cubicBezTo>
                  <a:close/>
                </a:path>
              </a:pathLst>
            </a:custGeom>
            <a:solidFill>
              <a:srgbClr val="007B85"/>
            </a:solidFill>
            <a:ln w="3646" cap="flat">
              <a:noFill/>
              <a:prstDash val="solid"/>
              <a:miter/>
            </a:ln>
          </p:spPr>
          <p:txBody>
            <a:bodyPr rtlCol="0" anchor="ctr"/>
            <a:lstStyle/>
            <a:p>
              <a:endParaRPr lang="en-GR"/>
            </a:p>
          </p:txBody>
        </p:sp>
        <p:sp>
          <p:nvSpPr>
            <p:cNvPr id="823" name="Freeform 666">
              <a:extLst>
                <a:ext uri="{FF2B5EF4-FFF2-40B4-BE49-F238E27FC236}">
                  <a16:creationId xmlns:a16="http://schemas.microsoft.com/office/drawing/2014/main" id="{2765713C-0532-3BB1-FA98-928CC64B3CA2}"/>
                </a:ext>
              </a:extLst>
            </p:cNvPr>
            <p:cNvSpPr/>
            <p:nvPr/>
          </p:nvSpPr>
          <p:spPr>
            <a:xfrm>
              <a:off x="5143591" y="5290966"/>
              <a:ext cx="104674" cy="23719"/>
            </a:xfrm>
            <a:custGeom>
              <a:avLst/>
              <a:gdLst>
                <a:gd name="connsiteX0" fmla="*/ 6064 w 118224"/>
                <a:gd name="connsiteY0" fmla="*/ 73 h 26789"/>
                <a:gd name="connsiteX1" fmla="*/ 111878 w 118224"/>
                <a:gd name="connsiteY1" fmla="*/ 73 h 26789"/>
                <a:gd name="connsiteX2" fmla="*/ 111878 w 118224"/>
                <a:gd name="connsiteY2" fmla="*/ 0 h 26789"/>
                <a:gd name="connsiteX3" fmla="*/ 111878 w 118224"/>
                <a:gd name="connsiteY3" fmla="*/ 26790 h 26789"/>
                <a:gd name="connsiteX4" fmla="*/ 6064 w 118224"/>
                <a:gd name="connsiteY4" fmla="*/ 26790 h 26789"/>
                <a:gd name="connsiteX5" fmla="*/ 6064 w 118224"/>
                <a:gd name="connsiteY5" fmla="*/ 73 h 2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224" h="26789">
                  <a:moveTo>
                    <a:pt x="6064" y="73"/>
                  </a:moveTo>
                  <a:lnTo>
                    <a:pt x="111878" y="73"/>
                  </a:lnTo>
                  <a:lnTo>
                    <a:pt x="111878" y="0"/>
                  </a:lnTo>
                  <a:cubicBezTo>
                    <a:pt x="120074" y="292"/>
                    <a:pt x="120603" y="26461"/>
                    <a:pt x="111878" y="26790"/>
                  </a:cubicBezTo>
                  <a:lnTo>
                    <a:pt x="6064" y="26790"/>
                  </a:lnTo>
                  <a:cubicBezTo>
                    <a:pt x="-2005" y="26644"/>
                    <a:pt x="-2038" y="328"/>
                    <a:pt x="6064" y="73"/>
                  </a:cubicBezTo>
                  <a:close/>
                </a:path>
              </a:pathLst>
            </a:custGeom>
            <a:solidFill>
              <a:srgbClr val="007B85"/>
            </a:solidFill>
            <a:ln w="3646" cap="flat">
              <a:noFill/>
              <a:prstDash val="solid"/>
              <a:miter/>
            </a:ln>
          </p:spPr>
          <p:txBody>
            <a:bodyPr rtlCol="0" anchor="ctr"/>
            <a:lstStyle/>
            <a:p>
              <a:endParaRPr lang="en-GR"/>
            </a:p>
          </p:txBody>
        </p:sp>
        <p:sp>
          <p:nvSpPr>
            <p:cNvPr id="824" name="Freeform 667">
              <a:extLst>
                <a:ext uri="{FF2B5EF4-FFF2-40B4-BE49-F238E27FC236}">
                  <a16:creationId xmlns:a16="http://schemas.microsoft.com/office/drawing/2014/main" id="{A627CB24-F7CA-6020-55E6-5D892C516C55}"/>
                </a:ext>
              </a:extLst>
            </p:cNvPr>
            <p:cNvSpPr/>
            <p:nvPr/>
          </p:nvSpPr>
          <p:spPr>
            <a:xfrm>
              <a:off x="5127527" y="5324154"/>
              <a:ext cx="104457" cy="23654"/>
            </a:xfrm>
            <a:custGeom>
              <a:avLst/>
              <a:gdLst>
                <a:gd name="connsiteX0" fmla="*/ 111878 w 117979"/>
                <a:gd name="connsiteY0" fmla="*/ 0 h 26716"/>
                <a:gd name="connsiteX1" fmla="*/ 6064 w 117979"/>
                <a:gd name="connsiteY1" fmla="*/ 0 h 26716"/>
                <a:gd name="connsiteX2" fmla="*/ 6064 w 117979"/>
                <a:gd name="connsiteY2" fmla="*/ 26716 h 26716"/>
                <a:gd name="connsiteX3" fmla="*/ 111878 w 117979"/>
                <a:gd name="connsiteY3" fmla="*/ 26716 h 26716"/>
                <a:gd name="connsiteX4" fmla="*/ 111878 w 117979"/>
                <a:gd name="connsiteY4" fmla="*/ 0 h 26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79" h="26716">
                  <a:moveTo>
                    <a:pt x="111878" y="0"/>
                  </a:moveTo>
                  <a:lnTo>
                    <a:pt x="6064" y="0"/>
                  </a:lnTo>
                  <a:cubicBezTo>
                    <a:pt x="-2038" y="292"/>
                    <a:pt x="-2005" y="26571"/>
                    <a:pt x="6064" y="26716"/>
                  </a:cubicBezTo>
                  <a:lnTo>
                    <a:pt x="111878" y="26716"/>
                  </a:lnTo>
                  <a:cubicBezTo>
                    <a:pt x="120026" y="26425"/>
                    <a:pt x="120001" y="292"/>
                    <a:pt x="111878" y="0"/>
                  </a:cubicBezTo>
                  <a:close/>
                </a:path>
              </a:pathLst>
            </a:custGeom>
            <a:solidFill>
              <a:srgbClr val="007B85"/>
            </a:solidFill>
            <a:ln w="3646" cap="flat">
              <a:noFill/>
              <a:prstDash val="solid"/>
              <a:miter/>
            </a:ln>
          </p:spPr>
          <p:txBody>
            <a:bodyPr rtlCol="0" anchor="ctr"/>
            <a:lstStyle/>
            <a:p>
              <a:endParaRPr lang="en-GR"/>
            </a:p>
          </p:txBody>
        </p:sp>
        <p:sp>
          <p:nvSpPr>
            <p:cNvPr id="825" name="Freeform 668">
              <a:extLst>
                <a:ext uri="{FF2B5EF4-FFF2-40B4-BE49-F238E27FC236}">
                  <a16:creationId xmlns:a16="http://schemas.microsoft.com/office/drawing/2014/main" id="{41891E20-0CBD-B1DD-F1CE-A1962B17CEB6}"/>
                </a:ext>
              </a:extLst>
            </p:cNvPr>
            <p:cNvSpPr/>
            <p:nvPr/>
          </p:nvSpPr>
          <p:spPr>
            <a:xfrm>
              <a:off x="5141364" y="5357341"/>
              <a:ext cx="104460" cy="23686"/>
            </a:xfrm>
            <a:custGeom>
              <a:avLst/>
              <a:gdLst>
                <a:gd name="connsiteX0" fmla="*/ 6064 w 117982"/>
                <a:gd name="connsiteY0" fmla="*/ 37 h 26752"/>
                <a:gd name="connsiteX1" fmla="*/ 111878 w 117982"/>
                <a:gd name="connsiteY1" fmla="*/ 37 h 26752"/>
                <a:gd name="connsiteX2" fmla="*/ 111878 w 117982"/>
                <a:gd name="connsiteY2" fmla="*/ 0 h 26752"/>
                <a:gd name="connsiteX3" fmla="*/ 111878 w 117982"/>
                <a:gd name="connsiteY3" fmla="*/ 26753 h 26752"/>
                <a:gd name="connsiteX4" fmla="*/ 6064 w 117982"/>
                <a:gd name="connsiteY4" fmla="*/ 26753 h 26752"/>
                <a:gd name="connsiteX5" fmla="*/ 6064 w 117982"/>
                <a:gd name="connsiteY5" fmla="*/ 37 h 26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982" h="26752">
                  <a:moveTo>
                    <a:pt x="6064" y="37"/>
                  </a:moveTo>
                  <a:lnTo>
                    <a:pt x="111878" y="37"/>
                  </a:lnTo>
                  <a:lnTo>
                    <a:pt x="111878" y="0"/>
                  </a:lnTo>
                  <a:cubicBezTo>
                    <a:pt x="120004" y="292"/>
                    <a:pt x="120030" y="26461"/>
                    <a:pt x="111878" y="26753"/>
                  </a:cubicBezTo>
                  <a:lnTo>
                    <a:pt x="6064" y="26753"/>
                  </a:lnTo>
                  <a:cubicBezTo>
                    <a:pt x="-2005" y="26607"/>
                    <a:pt x="-2038" y="328"/>
                    <a:pt x="6064" y="37"/>
                  </a:cubicBezTo>
                  <a:close/>
                </a:path>
              </a:pathLst>
            </a:custGeom>
            <a:solidFill>
              <a:srgbClr val="007B85"/>
            </a:solidFill>
            <a:ln w="3646" cap="flat">
              <a:noFill/>
              <a:prstDash val="solid"/>
              <a:miter/>
            </a:ln>
          </p:spPr>
          <p:txBody>
            <a:bodyPr rtlCol="0" anchor="ctr"/>
            <a:lstStyle/>
            <a:p>
              <a:endParaRPr lang="en-GR"/>
            </a:p>
          </p:txBody>
        </p:sp>
      </p:grpSp>
      <p:grpSp>
        <p:nvGrpSpPr>
          <p:cNvPr id="826" name="Group 825">
            <a:extLst>
              <a:ext uri="{FF2B5EF4-FFF2-40B4-BE49-F238E27FC236}">
                <a16:creationId xmlns:a16="http://schemas.microsoft.com/office/drawing/2014/main" id="{EE4A4F9D-65E6-90A0-8557-AD63391EE8CE}"/>
              </a:ext>
            </a:extLst>
          </p:cNvPr>
          <p:cNvGrpSpPr/>
          <p:nvPr/>
        </p:nvGrpSpPr>
        <p:grpSpPr>
          <a:xfrm>
            <a:off x="6570962" y="5190371"/>
            <a:ext cx="200323" cy="182483"/>
            <a:chOff x="5418804" y="5190369"/>
            <a:chExt cx="200323" cy="182483"/>
          </a:xfrm>
        </p:grpSpPr>
        <p:sp>
          <p:nvSpPr>
            <p:cNvPr id="827" name="Freeform 669">
              <a:extLst>
                <a:ext uri="{FF2B5EF4-FFF2-40B4-BE49-F238E27FC236}">
                  <a16:creationId xmlns:a16="http://schemas.microsoft.com/office/drawing/2014/main" id="{F4B3BC29-9861-32A2-D7F7-79C90F5FA7E3}"/>
                </a:ext>
              </a:extLst>
            </p:cNvPr>
            <p:cNvSpPr/>
            <p:nvPr/>
          </p:nvSpPr>
          <p:spPr>
            <a:xfrm>
              <a:off x="5418804" y="5190369"/>
              <a:ext cx="145140" cy="181804"/>
            </a:xfrm>
            <a:custGeom>
              <a:avLst/>
              <a:gdLst>
                <a:gd name="connsiteX0" fmla="*/ 53035 w 163928"/>
                <a:gd name="connsiteY0" fmla="*/ 179680 h 205338"/>
                <a:gd name="connsiteX1" fmla="*/ 25567 w 163928"/>
                <a:gd name="connsiteY1" fmla="*/ 179680 h 205338"/>
                <a:gd name="connsiteX2" fmla="*/ 25567 w 163928"/>
                <a:gd name="connsiteY2" fmla="*/ 25622 h 205338"/>
                <a:gd name="connsiteX3" fmla="*/ 105912 w 163928"/>
                <a:gd name="connsiteY3" fmla="*/ 25622 h 205338"/>
                <a:gd name="connsiteX4" fmla="*/ 138311 w 163928"/>
                <a:gd name="connsiteY4" fmla="*/ 57886 h 205338"/>
                <a:gd name="connsiteX5" fmla="*/ 138311 w 163928"/>
                <a:gd name="connsiteY5" fmla="*/ 86975 h 205338"/>
                <a:gd name="connsiteX6" fmla="*/ 163928 w 163928"/>
                <a:gd name="connsiteY6" fmla="*/ 86975 h 205338"/>
                <a:gd name="connsiteX7" fmla="*/ 163928 w 163928"/>
                <a:gd name="connsiteY7" fmla="*/ 52521 h 205338"/>
                <a:gd name="connsiteX8" fmla="*/ 160181 w 163928"/>
                <a:gd name="connsiteY8" fmla="*/ 43506 h 205338"/>
                <a:gd name="connsiteX9" fmla="*/ 120444 w 163928"/>
                <a:gd name="connsiteY9" fmla="*/ 3759 h 205338"/>
                <a:gd name="connsiteX10" fmla="*/ 111408 w 163928"/>
                <a:gd name="connsiteY10" fmla="*/ 0 h 205338"/>
                <a:gd name="connsiteX11" fmla="*/ 41226 w 163928"/>
                <a:gd name="connsiteY11" fmla="*/ 0 h 205338"/>
                <a:gd name="connsiteX12" fmla="*/ 0 w 163928"/>
                <a:gd name="connsiteY12" fmla="*/ 23870 h 205338"/>
                <a:gd name="connsiteX13" fmla="*/ 0 w 163928"/>
                <a:gd name="connsiteY13" fmla="*/ 181469 h 205338"/>
                <a:gd name="connsiteX14" fmla="*/ 41226 w 163928"/>
                <a:gd name="connsiteY14" fmla="*/ 205339 h 205338"/>
                <a:gd name="connsiteX15" fmla="*/ 58782 w 163928"/>
                <a:gd name="connsiteY15" fmla="*/ 205339 h 205338"/>
                <a:gd name="connsiteX16" fmla="*/ 53035 w 163928"/>
                <a:gd name="connsiteY16" fmla="*/ 179680 h 20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3928" h="205338">
                  <a:moveTo>
                    <a:pt x="53035" y="179680"/>
                  </a:moveTo>
                  <a:lnTo>
                    <a:pt x="25567" y="179680"/>
                  </a:lnTo>
                  <a:lnTo>
                    <a:pt x="25567" y="25622"/>
                  </a:lnTo>
                  <a:lnTo>
                    <a:pt x="105912" y="25622"/>
                  </a:lnTo>
                  <a:cubicBezTo>
                    <a:pt x="116740" y="36352"/>
                    <a:pt x="127399" y="47228"/>
                    <a:pt x="138311" y="57886"/>
                  </a:cubicBezTo>
                  <a:lnTo>
                    <a:pt x="138311" y="86975"/>
                  </a:lnTo>
                  <a:lnTo>
                    <a:pt x="163928" y="86975"/>
                  </a:lnTo>
                  <a:lnTo>
                    <a:pt x="163928" y="52521"/>
                  </a:lnTo>
                  <a:cubicBezTo>
                    <a:pt x="163928" y="49126"/>
                    <a:pt x="162593" y="45842"/>
                    <a:pt x="160181" y="43506"/>
                  </a:cubicBezTo>
                  <a:lnTo>
                    <a:pt x="120444" y="3759"/>
                  </a:lnTo>
                  <a:cubicBezTo>
                    <a:pt x="118032" y="1350"/>
                    <a:pt x="114795" y="0"/>
                    <a:pt x="111408" y="0"/>
                  </a:cubicBezTo>
                  <a:lnTo>
                    <a:pt x="41226" y="0"/>
                  </a:lnTo>
                  <a:cubicBezTo>
                    <a:pt x="27621" y="0"/>
                    <a:pt x="0" y="5438"/>
                    <a:pt x="0" y="23870"/>
                  </a:cubicBezTo>
                  <a:lnTo>
                    <a:pt x="0" y="181469"/>
                  </a:lnTo>
                  <a:cubicBezTo>
                    <a:pt x="0" y="194572"/>
                    <a:pt x="18451" y="205339"/>
                    <a:pt x="41226" y="205339"/>
                  </a:cubicBezTo>
                  <a:lnTo>
                    <a:pt x="58782" y="205339"/>
                  </a:lnTo>
                  <a:cubicBezTo>
                    <a:pt x="52312" y="197783"/>
                    <a:pt x="53035" y="188951"/>
                    <a:pt x="53035" y="179680"/>
                  </a:cubicBezTo>
                  <a:close/>
                </a:path>
              </a:pathLst>
            </a:custGeom>
            <a:solidFill>
              <a:srgbClr val="007B85"/>
            </a:solidFill>
            <a:ln w="3646" cap="flat">
              <a:noFill/>
              <a:prstDash val="solid"/>
              <a:miter/>
            </a:ln>
          </p:spPr>
          <p:txBody>
            <a:bodyPr rtlCol="0" anchor="ctr"/>
            <a:lstStyle/>
            <a:p>
              <a:endParaRPr lang="en-GR"/>
            </a:p>
          </p:txBody>
        </p:sp>
        <p:sp>
          <p:nvSpPr>
            <p:cNvPr id="828" name="Freeform 670">
              <a:extLst>
                <a:ext uri="{FF2B5EF4-FFF2-40B4-BE49-F238E27FC236}">
                  <a16:creationId xmlns:a16="http://schemas.microsoft.com/office/drawing/2014/main" id="{36ADB15B-22B4-FD77-3BA7-0043ADE3870D}"/>
                </a:ext>
              </a:extLst>
            </p:cNvPr>
            <p:cNvSpPr/>
            <p:nvPr/>
          </p:nvSpPr>
          <p:spPr>
            <a:xfrm>
              <a:off x="5476397" y="5318951"/>
              <a:ext cx="142684" cy="53901"/>
            </a:xfrm>
            <a:custGeom>
              <a:avLst/>
              <a:gdLst>
                <a:gd name="connsiteX0" fmla="*/ 0 w 161154"/>
                <a:gd name="connsiteY0" fmla="*/ 45367 h 60878"/>
                <a:gd name="connsiteX1" fmla="*/ 26800 w 161154"/>
                <a:gd name="connsiteY1" fmla="*/ 60879 h 60878"/>
                <a:gd name="connsiteX2" fmla="*/ 134253 w 161154"/>
                <a:gd name="connsiteY2" fmla="*/ 60879 h 60878"/>
                <a:gd name="connsiteX3" fmla="*/ 161155 w 161154"/>
                <a:gd name="connsiteY3" fmla="*/ 45330 h 60878"/>
                <a:gd name="connsiteX4" fmla="*/ 161155 w 161154"/>
                <a:gd name="connsiteY4" fmla="*/ 0 h 60878"/>
                <a:gd name="connsiteX5" fmla="*/ 0 w 161154"/>
                <a:gd name="connsiteY5" fmla="*/ 0 h 60878"/>
                <a:gd name="connsiteX6" fmla="*/ 0 w 161154"/>
                <a:gd name="connsiteY6" fmla="*/ 45367 h 60878"/>
                <a:gd name="connsiteX7" fmla="*/ 56936 w 161154"/>
                <a:gd name="connsiteY7" fmla="*/ 29928 h 60878"/>
                <a:gd name="connsiteX8" fmla="*/ 98366 w 161154"/>
                <a:gd name="connsiteY8" fmla="*/ 29928 h 60878"/>
                <a:gd name="connsiteX9" fmla="*/ 98366 w 161154"/>
                <a:gd name="connsiteY9" fmla="*/ 43798 h 60878"/>
                <a:gd name="connsiteX10" fmla="*/ 56936 w 161154"/>
                <a:gd name="connsiteY10" fmla="*/ 43798 h 60878"/>
                <a:gd name="connsiteX11" fmla="*/ 56936 w 161154"/>
                <a:gd name="connsiteY11" fmla="*/ 29928 h 60878"/>
                <a:gd name="connsiteX12" fmla="*/ 18994 w 161154"/>
                <a:gd name="connsiteY12" fmla="*/ 29928 h 60878"/>
                <a:gd name="connsiteX13" fmla="*/ 40043 w 161154"/>
                <a:gd name="connsiteY13" fmla="*/ 29928 h 60878"/>
                <a:gd name="connsiteX14" fmla="*/ 40043 w 161154"/>
                <a:gd name="connsiteY14" fmla="*/ 43798 h 60878"/>
                <a:gd name="connsiteX15" fmla="*/ 18994 w 161154"/>
                <a:gd name="connsiteY15" fmla="*/ 43798 h 60878"/>
                <a:gd name="connsiteX16" fmla="*/ 18994 w 161154"/>
                <a:gd name="connsiteY16" fmla="*/ 29928 h 60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1154" h="60878">
                  <a:moveTo>
                    <a:pt x="0" y="45367"/>
                  </a:moveTo>
                  <a:cubicBezTo>
                    <a:pt x="0" y="53944"/>
                    <a:pt x="12021" y="60879"/>
                    <a:pt x="26800" y="60879"/>
                  </a:cubicBezTo>
                  <a:lnTo>
                    <a:pt x="134253" y="60879"/>
                  </a:lnTo>
                  <a:cubicBezTo>
                    <a:pt x="143131" y="60879"/>
                    <a:pt x="161155" y="57338"/>
                    <a:pt x="161155" y="45330"/>
                  </a:cubicBezTo>
                  <a:lnTo>
                    <a:pt x="161155" y="0"/>
                  </a:lnTo>
                  <a:lnTo>
                    <a:pt x="0" y="0"/>
                  </a:lnTo>
                  <a:lnTo>
                    <a:pt x="0" y="45367"/>
                  </a:lnTo>
                  <a:close/>
                  <a:moveTo>
                    <a:pt x="56936" y="29928"/>
                  </a:moveTo>
                  <a:lnTo>
                    <a:pt x="98366" y="29928"/>
                  </a:lnTo>
                  <a:cubicBezTo>
                    <a:pt x="103365" y="30038"/>
                    <a:pt x="103351" y="43652"/>
                    <a:pt x="98366" y="43798"/>
                  </a:cubicBezTo>
                  <a:lnTo>
                    <a:pt x="56936" y="43798"/>
                  </a:lnTo>
                  <a:cubicBezTo>
                    <a:pt x="51951" y="43652"/>
                    <a:pt x="51936" y="30038"/>
                    <a:pt x="56936" y="29928"/>
                  </a:cubicBezTo>
                  <a:close/>
                  <a:moveTo>
                    <a:pt x="18994" y="29928"/>
                  </a:moveTo>
                  <a:lnTo>
                    <a:pt x="40043" y="29928"/>
                  </a:lnTo>
                  <a:cubicBezTo>
                    <a:pt x="45043" y="30038"/>
                    <a:pt x="45028" y="43652"/>
                    <a:pt x="40043" y="43798"/>
                  </a:cubicBezTo>
                  <a:lnTo>
                    <a:pt x="18994" y="43798"/>
                  </a:lnTo>
                  <a:cubicBezTo>
                    <a:pt x="14009" y="43652"/>
                    <a:pt x="13995" y="30038"/>
                    <a:pt x="18994" y="29928"/>
                  </a:cubicBezTo>
                  <a:close/>
                </a:path>
              </a:pathLst>
            </a:custGeom>
            <a:solidFill>
              <a:srgbClr val="007B85"/>
            </a:solidFill>
            <a:ln w="3646" cap="flat">
              <a:noFill/>
              <a:prstDash val="solid"/>
              <a:miter/>
            </a:ln>
          </p:spPr>
          <p:txBody>
            <a:bodyPr rtlCol="0" anchor="ctr"/>
            <a:lstStyle/>
            <a:p>
              <a:endParaRPr lang="en-GR"/>
            </a:p>
          </p:txBody>
        </p:sp>
        <p:sp>
          <p:nvSpPr>
            <p:cNvPr id="829" name="Freeform 671">
              <a:extLst>
                <a:ext uri="{FF2B5EF4-FFF2-40B4-BE49-F238E27FC236}">
                  <a16:creationId xmlns:a16="http://schemas.microsoft.com/office/drawing/2014/main" id="{0CBC4A32-7076-1907-2D54-5079C03558CB}"/>
                </a:ext>
              </a:extLst>
            </p:cNvPr>
            <p:cNvSpPr/>
            <p:nvPr/>
          </p:nvSpPr>
          <p:spPr>
            <a:xfrm>
              <a:off x="5476381" y="5278072"/>
              <a:ext cx="142746" cy="22653"/>
            </a:xfrm>
            <a:custGeom>
              <a:avLst/>
              <a:gdLst>
                <a:gd name="connsiteX0" fmla="*/ 161225 w 161224"/>
                <a:gd name="connsiteY0" fmla="*/ 25585 h 25585"/>
                <a:gd name="connsiteX1" fmla="*/ 70 w 161224"/>
                <a:gd name="connsiteY1" fmla="*/ 25585 h 25585"/>
                <a:gd name="connsiteX2" fmla="*/ 840 w 161224"/>
                <a:gd name="connsiteY2" fmla="*/ 15293 h 25585"/>
                <a:gd name="connsiteX3" fmla="*/ 33646 w 161224"/>
                <a:gd name="connsiteY3" fmla="*/ 0 h 25585"/>
                <a:gd name="connsiteX4" fmla="*/ 127597 w 161224"/>
                <a:gd name="connsiteY4" fmla="*/ 0 h 25585"/>
                <a:gd name="connsiteX5" fmla="*/ 161225 w 161224"/>
                <a:gd name="connsiteY5" fmla="*/ 19308 h 25585"/>
                <a:gd name="connsiteX6" fmla="*/ 161225 w 161224"/>
                <a:gd name="connsiteY6" fmla="*/ 25585 h 25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224" h="25585">
                  <a:moveTo>
                    <a:pt x="161225" y="25585"/>
                  </a:moveTo>
                  <a:lnTo>
                    <a:pt x="70" y="25585"/>
                  </a:lnTo>
                  <a:cubicBezTo>
                    <a:pt x="70" y="22227"/>
                    <a:pt x="-343" y="18541"/>
                    <a:pt x="840" y="15293"/>
                  </a:cubicBezTo>
                  <a:cubicBezTo>
                    <a:pt x="4124" y="6569"/>
                    <a:pt x="17524" y="0"/>
                    <a:pt x="33646" y="0"/>
                  </a:cubicBezTo>
                  <a:lnTo>
                    <a:pt x="127597" y="0"/>
                  </a:lnTo>
                  <a:cubicBezTo>
                    <a:pt x="146080" y="0"/>
                    <a:pt x="161071" y="8614"/>
                    <a:pt x="161225" y="19308"/>
                  </a:cubicBezTo>
                  <a:lnTo>
                    <a:pt x="161225" y="25585"/>
                  </a:lnTo>
                  <a:close/>
                </a:path>
              </a:pathLst>
            </a:custGeom>
            <a:solidFill>
              <a:srgbClr val="007B85"/>
            </a:solidFill>
            <a:ln w="3646" cap="flat">
              <a:noFill/>
              <a:prstDash val="solid"/>
              <a:miter/>
            </a:ln>
          </p:spPr>
          <p:txBody>
            <a:bodyPr rtlCol="0" anchor="ctr"/>
            <a:lstStyle/>
            <a:p>
              <a:endParaRPr lang="en-GR"/>
            </a:p>
          </p:txBody>
        </p:sp>
      </p:grpSp>
      <p:grpSp>
        <p:nvGrpSpPr>
          <p:cNvPr id="830" name="Group 829">
            <a:extLst>
              <a:ext uri="{FF2B5EF4-FFF2-40B4-BE49-F238E27FC236}">
                <a16:creationId xmlns:a16="http://schemas.microsoft.com/office/drawing/2014/main" id="{A91F8305-0670-DC7D-8869-C2113DDB15A0}"/>
              </a:ext>
            </a:extLst>
          </p:cNvPr>
          <p:cNvGrpSpPr/>
          <p:nvPr/>
        </p:nvGrpSpPr>
        <p:grpSpPr>
          <a:xfrm>
            <a:off x="6929603" y="5187140"/>
            <a:ext cx="149670" cy="187427"/>
            <a:chOff x="5777447" y="5187138"/>
            <a:chExt cx="149670" cy="187427"/>
          </a:xfrm>
        </p:grpSpPr>
        <p:sp>
          <p:nvSpPr>
            <p:cNvPr id="831" name="Freeform 672">
              <a:extLst>
                <a:ext uri="{FF2B5EF4-FFF2-40B4-BE49-F238E27FC236}">
                  <a16:creationId xmlns:a16="http://schemas.microsoft.com/office/drawing/2014/main" id="{6B223EB5-F146-E099-1F29-74EF8C9B047C}"/>
                </a:ext>
              </a:extLst>
            </p:cNvPr>
            <p:cNvSpPr/>
            <p:nvPr/>
          </p:nvSpPr>
          <p:spPr>
            <a:xfrm>
              <a:off x="5814606" y="5250960"/>
              <a:ext cx="68039" cy="65631"/>
            </a:xfrm>
            <a:custGeom>
              <a:avLst/>
              <a:gdLst>
                <a:gd name="connsiteX0" fmla="*/ 58377 w 76846"/>
                <a:gd name="connsiteY0" fmla="*/ 24308 h 74127"/>
                <a:gd name="connsiteX1" fmla="*/ 44882 w 76846"/>
                <a:gd name="connsiteY1" fmla="*/ 15329 h 74127"/>
                <a:gd name="connsiteX2" fmla="*/ 44827 w 76846"/>
                <a:gd name="connsiteY2" fmla="*/ 15402 h 74127"/>
                <a:gd name="connsiteX3" fmla="*/ 28898 w 76846"/>
                <a:gd name="connsiteY3" fmla="*/ 29089 h 74127"/>
                <a:gd name="connsiteX4" fmla="*/ 49645 w 76846"/>
                <a:gd name="connsiteY4" fmla="*/ 29089 h 74127"/>
                <a:gd name="connsiteX5" fmla="*/ 49645 w 76846"/>
                <a:gd name="connsiteY5" fmla="*/ 45075 h 74127"/>
                <a:gd name="connsiteX6" fmla="*/ 28898 w 76846"/>
                <a:gd name="connsiteY6" fmla="*/ 45075 h 74127"/>
                <a:gd name="connsiteX7" fmla="*/ 44616 w 76846"/>
                <a:gd name="connsiteY7" fmla="*/ 58725 h 74127"/>
                <a:gd name="connsiteX8" fmla="*/ 58166 w 76846"/>
                <a:gd name="connsiteY8" fmla="*/ 50039 h 74127"/>
                <a:gd name="connsiteX9" fmla="*/ 58534 w 76846"/>
                <a:gd name="connsiteY9" fmla="*/ 49236 h 74127"/>
                <a:gd name="connsiteX10" fmla="*/ 76689 w 76846"/>
                <a:gd name="connsiteY10" fmla="*/ 49236 h 74127"/>
                <a:gd name="connsiteX11" fmla="*/ 76317 w 76846"/>
                <a:gd name="connsiteY11" fmla="*/ 50878 h 74127"/>
                <a:gd name="connsiteX12" fmla="*/ 44776 w 76846"/>
                <a:gd name="connsiteY12" fmla="*/ 74128 h 74127"/>
                <a:gd name="connsiteX13" fmla="*/ 10638 w 76846"/>
                <a:gd name="connsiteY13" fmla="*/ 45075 h 74127"/>
                <a:gd name="connsiteX14" fmla="*/ 0 w 76846"/>
                <a:gd name="connsiteY14" fmla="*/ 45075 h 74127"/>
                <a:gd name="connsiteX15" fmla="*/ 0 w 76846"/>
                <a:gd name="connsiteY15" fmla="*/ 29089 h 74127"/>
                <a:gd name="connsiteX16" fmla="*/ 10693 w 76846"/>
                <a:gd name="connsiteY16" fmla="*/ 29089 h 74127"/>
                <a:gd name="connsiteX17" fmla="*/ 45674 w 76846"/>
                <a:gd name="connsiteY17" fmla="*/ 0 h 74127"/>
                <a:gd name="connsiteX18" fmla="*/ 76478 w 76846"/>
                <a:gd name="connsiteY18" fmla="*/ 23578 h 74127"/>
                <a:gd name="connsiteX19" fmla="*/ 76846 w 76846"/>
                <a:gd name="connsiteY19" fmla="*/ 25147 h 74127"/>
                <a:gd name="connsiteX20" fmla="*/ 58695 w 76846"/>
                <a:gd name="connsiteY20" fmla="*/ 25147 h 74127"/>
                <a:gd name="connsiteX21" fmla="*/ 58377 w 76846"/>
                <a:gd name="connsiteY21" fmla="*/ 24308 h 74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6846" h="74127">
                  <a:moveTo>
                    <a:pt x="58377" y="24308"/>
                  </a:moveTo>
                  <a:cubicBezTo>
                    <a:pt x="56049" y="18504"/>
                    <a:pt x="51232" y="15329"/>
                    <a:pt x="44882" y="15329"/>
                  </a:cubicBezTo>
                  <a:lnTo>
                    <a:pt x="44827" y="15402"/>
                  </a:lnTo>
                  <a:cubicBezTo>
                    <a:pt x="36836" y="15402"/>
                    <a:pt x="31121" y="20402"/>
                    <a:pt x="28898" y="29089"/>
                  </a:cubicBezTo>
                  <a:lnTo>
                    <a:pt x="49645" y="29089"/>
                  </a:lnTo>
                  <a:lnTo>
                    <a:pt x="49645" y="45075"/>
                  </a:lnTo>
                  <a:lnTo>
                    <a:pt x="28898" y="45075"/>
                  </a:lnTo>
                  <a:cubicBezTo>
                    <a:pt x="31066" y="53762"/>
                    <a:pt x="36730" y="58725"/>
                    <a:pt x="44616" y="58725"/>
                  </a:cubicBezTo>
                  <a:cubicBezTo>
                    <a:pt x="50915" y="58725"/>
                    <a:pt x="55732" y="55660"/>
                    <a:pt x="58166" y="50039"/>
                  </a:cubicBezTo>
                  <a:lnTo>
                    <a:pt x="58534" y="49236"/>
                  </a:lnTo>
                  <a:lnTo>
                    <a:pt x="76689" y="49236"/>
                  </a:lnTo>
                  <a:lnTo>
                    <a:pt x="76317" y="50878"/>
                  </a:lnTo>
                  <a:cubicBezTo>
                    <a:pt x="73091" y="65003"/>
                    <a:pt x="60705" y="74128"/>
                    <a:pt x="44776" y="74128"/>
                  </a:cubicBezTo>
                  <a:cubicBezTo>
                    <a:pt x="26198" y="74128"/>
                    <a:pt x="13550" y="63288"/>
                    <a:pt x="10638" y="45075"/>
                  </a:cubicBezTo>
                  <a:lnTo>
                    <a:pt x="0" y="45075"/>
                  </a:lnTo>
                  <a:lnTo>
                    <a:pt x="0" y="29089"/>
                  </a:lnTo>
                  <a:lnTo>
                    <a:pt x="10693" y="29089"/>
                  </a:lnTo>
                  <a:cubicBezTo>
                    <a:pt x="13656" y="10876"/>
                    <a:pt x="26676" y="0"/>
                    <a:pt x="45674" y="0"/>
                  </a:cubicBezTo>
                  <a:cubicBezTo>
                    <a:pt x="61446" y="0"/>
                    <a:pt x="73303" y="9015"/>
                    <a:pt x="76478" y="23578"/>
                  </a:cubicBezTo>
                  <a:lnTo>
                    <a:pt x="76846" y="25147"/>
                  </a:lnTo>
                  <a:lnTo>
                    <a:pt x="58695" y="25147"/>
                  </a:lnTo>
                  <a:lnTo>
                    <a:pt x="58377" y="24308"/>
                  </a:lnTo>
                  <a:close/>
                </a:path>
              </a:pathLst>
            </a:custGeom>
            <a:solidFill>
              <a:srgbClr val="007B85"/>
            </a:solidFill>
            <a:ln w="3646" cap="flat">
              <a:noFill/>
              <a:prstDash val="solid"/>
              <a:miter/>
            </a:ln>
          </p:spPr>
          <p:txBody>
            <a:bodyPr rtlCol="0" anchor="ctr"/>
            <a:lstStyle/>
            <a:p>
              <a:endParaRPr lang="en-GR"/>
            </a:p>
          </p:txBody>
        </p:sp>
        <p:sp>
          <p:nvSpPr>
            <p:cNvPr id="832" name="Freeform 673">
              <a:extLst>
                <a:ext uri="{FF2B5EF4-FFF2-40B4-BE49-F238E27FC236}">
                  <a16:creationId xmlns:a16="http://schemas.microsoft.com/office/drawing/2014/main" id="{201442DB-86F0-7956-3D37-CF8161B7EE99}"/>
                </a:ext>
              </a:extLst>
            </p:cNvPr>
            <p:cNvSpPr/>
            <p:nvPr/>
          </p:nvSpPr>
          <p:spPr>
            <a:xfrm>
              <a:off x="5777447" y="5187138"/>
              <a:ext cx="149670" cy="187427"/>
            </a:xfrm>
            <a:custGeom>
              <a:avLst/>
              <a:gdLst>
                <a:gd name="connsiteX0" fmla="*/ 124162 w 169044"/>
                <a:gd name="connsiteY0" fmla="*/ 3869 h 211689"/>
                <a:gd name="connsiteX1" fmla="*/ 165180 w 169044"/>
                <a:gd name="connsiteY1" fmla="*/ 44893 h 211689"/>
                <a:gd name="connsiteX2" fmla="*/ 169045 w 169044"/>
                <a:gd name="connsiteY2" fmla="*/ 54200 h 211689"/>
                <a:gd name="connsiteX3" fmla="*/ 169045 w 169044"/>
                <a:gd name="connsiteY3" fmla="*/ 187089 h 211689"/>
                <a:gd name="connsiteX4" fmla="*/ 126545 w 169044"/>
                <a:gd name="connsiteY4" fmla="*/ 211689 h 211689"/>
                <a:gd name="connsiteX5" fmla="*/ 42499 w 169044"/>
                <a:gd name="connsiteY5" fmla="*/ 211689 h 211689"/>
                <a:gd name="connsiteX6" fmla="*/ 0 w 169044"/>
                <a:gd name="connsiteY6" fmla="*/ 187089 h 211689"/>
                <a:gd name="connsiteX7" fmla="*/ 0 w 169044"/>
                <a:gd name="connsiteY7" fmla="*/ 24600 h 211689"/>
                <a:gd name="connsiteX8" fmla="*/ 42499 w 169044"/>
                <a:gd name="connsiteY8" fmla="*/ 0 h 211689"/>
                <a:gd name="connsiteX9" fmla="*/ 114849 w 169044"/>
                <a:gd name="connsiteY9" fmla="*/ 0 h 211689"/>
                <a:gd name="connsiteX10" fmla="*/ 124162 w 169044"/>
                <a:gd name="connsiteY10" fmla="*/ 3869 h 211689"/>
                <a:gd name="connsiteX11" fmla="*/ 26359 w 169044"/>
                <a:gd name="connsiteY11" fmla="*/ 185228 h 211689"/>
                <a:gd name="connsiteX12" fmla="*/ 142580 w 169044"/>
                <a:gd name="connsiteY12" fmla="*/ 185228 h 211689"/>
                <a:gd name="connsiteX13" fmla="*/ 142580 w 169044"/>
                <a:gd name="connsiteY13" fmla="*/ 59674 h 211689"/>
                <a:gd name="connsiteX14" fmla="*/ 109186 w 169044"/>
                <a:gd name="connsiteY14" fmla="*/ 26425 h 211689"/>
                <a:gd name="connsiteX15" fmla="*/ 26359 w 169044"/>
                <a:gd name="connsiteY15" fmla="*/ 26425 h 211689"/>
                <a:gd name="connsiteX16" fmla="*/ 26359 w 169044"/>
                <a:gd name="connsiteY16" fmla="*/ 185228 h 211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9044" h="211689">
                  <a:moveTo>
                    <a:pt x="124162" y="3869"/>
                  </a:moveTo>
                  <a:lnTo>
                    <a:pt x="165180" y="44893"/>
                  </a:lnTo>
                  <a:cubicBezTo>
                    <a:pt x="167669" y="47338"/>
                    <a:pt x="169045" y="50696"/>
                    <a:pt x="169045" y="54200"/>
                  </a:cubicBezTo>
                  <a:lnTo>
                    <a:pt x="169045" y="187089"/>
                  </a:lnTo>
                  <a:cubicBezTo>
                    <a:pt x="169045" y="206105"/>
                    <a:pt x="140569" y="211689"/>
                    <a:pt x="126545" y="211689"/>
                  </a:cubicBezTo>
                  <a:lnTo>
                    <a:pt x="42499" y="211689"/>
                  </a:lnTo>
                  <a:cubicBezTo>
                    <a:pt x="19020" y="211689"/>
                    <a:pt x="0" y="200557"/>
                    <a:pt x="0" y="187089"/>
                  </a:cubicBezTo>
                  <a:lnTo>
                    <a:pt x="0" y="24600"/>
                  </a:lnTo>
                  <a:cubicBezTo>
                    <a:pt x="0" y="5584"/>
                    <a:pt x="28475" y="0"/>
                    <a:pt x="42499" y="0"/>
                  </a:cubicBezTo>
                  <a:lnTo>
                    <a:pt x="114849" y="0"/>
                  </a:lnTo>
                  <a:cubicBezTo>
                    <a:pt x="118342" y="0"/>
                    <a:pt x="121677" y="1387"/>
                    <a:pt x="124162" y="3869"/>
                  </a:cubicBezTo>
                  <a:close/>
                  <a:moveTo>
                    <a:pt x="26359" y="185228"/>
                  </a:moveTo>
                  <a:lnTo>
                    <a:pt x="142580" y="185228"/>
                  </a:lnTo>
                  <a:lnTo>
                    <a:pt x="142580" y="59674"/>
                  </a:lnTo>
                  <a:cubicBezTo>
                    <a:pt x="138453" y="55623"/>
                    <a:pt x="114689" y="31863"/>
                    <a:pt x="109186" y="26425"/>
                  </a:cubicBezTo>
                  <a:lnTo>
                    <a:pt x="26359" y="26425"/>
                  </a:lnTo>
                  <a:lnTo>
                    <a:pt x="26359" y="185228"/>
                  </a:lnTo>
                  <a:close/>
                </a:path>
              </a:pathLst>
            </a:custGeom>
            <a:solidFill>
              <a:srgbClr val="007B85"/>
            </a:solidFill>
            <a:ln w="3646" cap="flat">
              <a:noFill/>
              <a:prstDash val="solid"/>
              <a:miter/>
            </a:ln>
          </p:spPr>
          <p:txBody>
            <a:bodyPr rtlCol="0" anchor="ctr"/>
            <a:lstStyle/>
            <a:p>
              <a:endParaRPr lang="en-GR"/>
            </a:p>
          </p:txBody>
        </p:sp>
      </p:grpSp>
      <p:grpSp>
        <p:nvGrpSpPr>
          <p:cNvPr id="833" name="Group 832">
            <a:extLst>
              <a:ext uri="{FF2B5EF4-FFF2-40B4-BE49-F238E27FC236}">
                <a16:creationId xmlns:a16="http://schemas.microsoft.com/office/drawing/2014/main" id="{AFBC3EEB-1EFF-35AA-E99F-7A3FBB90F646}"/>
              </a:ext>
            </a:extLst>
          </p:cNvPr>
          <p:cNvGrpSpPr/>
          <p:nvPr/>
        </p:nvGrpSpPr>
        <p:grpSpPr>
          <a:xfrm>
            <a:off x="7246244" y="5190596"/>
            <a:ext cx="180751" cy="180739"/>
            <a:chOff x="6094086" y="5190594"/>
            <a:chExt cx="180751" cy="180739"/>
          </a:xfrm>
        </p:grpSpPr>
        <p:sp>
          <p:nvSpPr>
            <p:cNvPr id="834" name="Freeform 674">
              <a:extLst>
                <a:ext uri="{FF2B5EF4-FFF2-40B4-BE49-F238E27FC236}">
                  <a16:creationId xmlns:a16="http://schemas.microsoft.com/office/drawing/2014/main" id="{02CCD298-E336-684C-75CA-BD632DFA0186}"/>
                </a:ext>
              </a:extLst>
            </p:cNvPr>
            <p:cNvSpPr/>
            <p:nvPr/>
          </p:nvSpPr>
          <p:spPr>
            <a:xfrm>
              <a:off x="6184573" y="5190594"/>
              <a:ext cx="90264" cy="90289"/>
            </a:xfrm>
            <a:custGeom>
              <a:avLst/>
              <a:gdLst>
                <a:gd name="connsiteX0" fmla="*/ 101844 w 101948"/>
                <a:gd name="connsiteY0" fmla="*/ 101977 h 101977"/>
                <a:gd name="connsiteX1" fmla="*/ 11714 w 101948"/>
                <a:gd name="connsiteY1" fmla="*/ 101977 h 101977"/>
                <a:gd name="connsiteX2" fmla="*/ 0 w 101948"/>
                <a:gd name="connsiteY2" fmla="*/ 90262 h 101977"/>
                <a:gd name="connsiteX3" fmla="*/ 0 w 101948"/>
                <a:gd name="connsiteY3" fmla="*/ 111 h 101977"/>
                <a:gd name="connsiteX4" fmla="*/ 101844 w 101948"/>
                <a:gd name="connsiteY4" fmla="*/ 101977 h 101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948" h="101977">
                  <a:moveTo>
                    <a:pt x="101844" y="101977"/>
                  </a:moveTo>
                  <a:lnTo>
                    <a:pt x="11714" y="101977"/>
                  </a:lnTo>
                  <a:cubicBezTo>
                    <a:pt x="5218" y="101977"/>
                    <a:pt x="0" y="96685"/>
                    <a:pt x="0" y="90262"/>
                  </a:cubicBezTo>
                  <a:lnTo>
                    <a:pt x="0" y="111"/>
                  </a:lnTo>
                  <a:cubicBezTo>
                    <a:pt x="47185" y="-2918"/>
                    <a:pt x="104737" y="56647"/>
                    <a:pt x="101844" y="101977"/>
                  </a:cubicBezTo>
                  <a:close/>
                </a:path>
              </a:pathLst>
            </a:custGeom>
            <a:solidFill>
              <a:srgbClr val="007B85"/>
            </a:solidFill>
            <a:ln w="3646" cap="flat">
              <a:noFill/>
              <a:prstDash val="solid"/>
              <a:miter/>
            </a:ln>
          </p:spPr>
          <p:txBody>
            <a:bodyPr rtlCol="0" anchor="ctr"/>
            <a:lstStyle/>
            <a:p>
              <a:endParaRPr lang="en-GR"/>
            </a:p>
          </p:txBody>
        </p:sp>
        <p:sp>
          <p:nvSpPr>
            <p:cNvPr id="835" name="Freeform 675">
              <a:extLst>
                <a:ext uri="{FF2B5EF4-FFF2-40B4-BE49-F238E27FC236}">
                  <a16:creationId xmlns:a16="http://schemas.microsoft.com/office/drawing/2014/main" id="{E791F0D7-731C-297F-1221-7406FB3570AD}"/>
                </a:ext>
              </a:extLst>
            </p:cNvPr>
            <p:cNvSpPr/>
            <p:nvPr/>
          </p:nvSpPr>
          <p:spPr>
            <a:xfrm>
              <a:off x="6094086" y="5203586"/>
              <a:ext cx="167705" cy="167747"/>
            </a:xfrm>
            <a:custGeom>
              <a:avLst/>
              <a:gdLst>
                <a:gd name="connsiteX0" fmla="*/ 87571 w 189414"/>
                <a:gd name="connsiteY0" fmla="*/ 0 h 189461"/>
                <a:gd name="connsiteX1" fmla="*/ 87571 w 189414"/>
                <a:gd name="connsiteY1" fmla="*/ 88180 h 189461"/>
                <a:gd name="connsiteX2" fmla="*/ 101282 w 189414"/>
                <a:gd name="connsiteY2" fmla="*/ 101866 h 189461"/>
                <a:gd name="connsiteX3" fmla="*/ 189415 w 189414"/>
                <a:gd name="connsiteY3" fmla="*/ 101866 h 189461"/>
                <a:gd name="connsiteX4" fmla="*/ 94888 w 189414"/>
                <a:gd name="connsiteY4" fmla="*/ 189462 h 189461"/>
                <a:gd name="connsiteX5" fmla="*/ 0 w 189414"/>
                <a:gd name="connsiteY5" fmla="*/ 94567 h 189461"/>
                <a:gd name="connsiteX6" fmla="*/ 87571 w 189414"/>
                <a:gd name="connsiteY6" fmla="*/ 0 h 189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414" h="189461">
                  <a:moveTo>
                    <a:pt x="87571" y="0"/>
                  </a:moveTo>
                  <a:lnTo>
                    <a:pt x="87571" y="88180"/>
                  </a:lnTo>
                  <a:cubicBezTo>
                    <a:pt x="87571" y="95735"/>
                    <a:pt x="93709" y="101866"/>
                    <a:pt x="101282" y="101866"/>
                  </a:cubicBezTo>
                  <a:lnTo>
                    <a:pt x="189415" y="101866"/>
                  </a:lnTo>
                  <a:cubicBezTo>
                    <a:pt x="185630" y="151285"/>
                    <a:pt x="144452" y="189462"/>
                    <a:pt x="94888" y="189462"/>
                  </a:cubicBezTo>
                  <a:cubicBezTo>
                    <a:pt x="44036" y="189462"/>
                    <a:pt x="0" y="145664"/>
                    <a:pt x="0" y="94567"/>
                  </a:cubicBezTo>
                  <a:cubicBezTo>
                    <a:pt x="0" y="44966"/>
                    <a:pt x="38160" y="3796"/>
                    <a:pt x="87571" y="0"/>
                  </a:cubicBezTo>
                  <a:close/>
                </a:path>
              </a:pathLst>
            </a:custGeom>
            <a:solidFill>
              <a:srgbClr val="007B85"/>
            </a:solidFill>
            <a:ln w="3646" cap="flat">
              <a:noFill/>
              <a:prstDash val="solid"/>
              <a:miter/>
            </a:ln>
          </p:spPr>
          <p:txBody>
            <a:bodyPr rtlCol="0" anchor="ctr"/>
            <a:lstStyle/>
            <a:p>
              <a:endParaRPr lang="en-GR"/>
            </a:p>
          </p:txBody>
        </p:sp>
      </p:grpSp>
      <p:grpSp>
        <p:nvGrpSpPr>
          <p:cNvPr id="836" name="Group 835">
            <a:extLst>
              <a:ext uri="{FF2B5EF4-FFF2-40B4-BE49-F238E27FC236}">
                <a16:creationId xmlns:a16="http://schemas.microsoft.com/office/drawing/2014/main" id="{02DABDA8-1086-6E56-1A38-77F3DA98C36C}"/>
              </a:ext>
            </a:extLst>
          </p:cNvPr>
          <p:cNvGrpSpPr/>
          <p:nvPr/>
        </p:nvGrpSpPr>
        <p:grpSpPr>
          <a:xfrm>
            <a:off x="7579037" y="5190369"/>
            <a:ext cx="180936" cy="180964"/>
            <a:chOff x="6426881" y="5190369"/>
            <a:chExt cx="180936" cy="180964"/>
          </a:xfrm>
        </p:grpSpPr>
        <p:sp>
          <p:nvSpPr>
            <p:cNvPr id="837" name="Freeform 676">
              <a:extLst>
                <a:ext uri="{FF2B5EF4-FFF2-40B4-BE49-F238E27FC236}">
                  <a16:creationId xmlns:a16="http://schemas.microsoft.com/office/drawing/2014/main" id="{6040ACB1-B9F6-3413-C2CC-15CE14C055C1}"/>
                </a:ext>
              </a:extLst>
            </p:cNvPr>
            <p:cNvSpPr/>
            <p:nvPr/>
          </p:nvSpPr>
          <p:spPr>
            <a:xfrm>
              <a:off x="6426881" y="5190369"/>
              <a:ext cx="179854" cy="180964"/>
            </a:xfrm>
            <a:custGeom>
              <a:avLst/>
              <a:gdLst>
                <a:gd name="connsiteX0" fmla="*/ 20436 w 203135"/>
                <a:gd name="connsiteY0" fmla="*/ 0 h 204389"/>
                <a:gd name="connsiteX1" fmla="*/ 0 w 203135"/>
                <a:gd name="connsiteY1" fmla="*/ 0 h 204389"/>
                <a:gd name="connsiteX2" fmla="*/ 0 w 203135"/>
                <a:gd name="connsiteY2" fmla="*/ 204390 h 204389"/>
                <a:gd name="connsiteX3" fmla="*/ 203136 w 203135"/>
                <a:gd name="connsiteY3" fmla="*/ 204390 h 204389"/>
                <a:gd name="connsiteX4" fmla="*/ 203136 w 203135"/>
                <a:gd name="connsiteY4" fmla="*/ 183951 h 204389"/>
                <a:gd name="connsiteX5" fmla="*/ 20436 w 203135"/>
                <a:gd name="connsiteY5" fmla="*/ 183951 h 204389"/>
                <a:gd name="connsiteX6" fmla="*/ 20436 w 203135"/>
                <a:gd name="connsiteY6" fmla="*/ 0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135" h="204389">
                  <a:moveTo>
                    <a:pt x="20436" y="0"/>
                  </a:moveTo>
                  <a:lnTo>
                    <a:pt x="0" y="0"/>
                  </a:lnTo>
                  <a:lnTo>
                    <a:pt x="0" y="204390"/>
                  </a:lnTo>
                  <a:lnTo>
                    <a:pt x="203136" y="204390"/>
                  </a:lnTo>
                  <a:lnTo>
                    <a:pt x="203136" y="183951"/>
                  </a:lnTo>
                  <a:lnTo>
                    <a:pt x="20436" y="183951"/>
                  </a:lnTo>
                  <a:lnTo>
                    <a:pt x="20436" y="0"/>
                  </a:lnTo>
                  <a:close/>
                </a:path>
              </a:pathLst>
            </a:custGeom>
            <a:solidFill>
              <a:srgbClr val="007B85"/>
            </a:solidFill>
            <a:ln w="3646" cap="flat">
              <a:noFill/>
              <a:prstDash val="solid"/>
              <a:miter/>
            </a:ln>
          </p:spPr>
          <p:txBody>
            <a:bodyPr rtlCol="0" anchor="ctr"/>
            <a:lstStyle/>
            <a:p>
              <a:endParaRPr lang="en-GR"/>
            </a:p>
          </p:txBody>
        </p:sp>
        <p:sp>
          <p:nvSpPr>
            <p:cNvPr id="838" name="Freeform 677">
              <a:extLst>
                <a:ext uri="{FF2B5EF4-FFF2-40B4-BE49-F238E27FC236}">
                  <a16:creationId xmlns:a16="http://schemas.microsoft.com/office/drawing/2014/main" id="{EE4E7F83-A835-1EBA-4CAA-869FE2AF126C}"/>
                </a:ext>
              </a:extLst>
            </p:cNvPr>
            <p:cNvSpPr/>
            <p:nvPr/>
          </p:nvSpPr>
          <p:spPr>
            <a:xfrm>
              <a:off x="6502195" y="5220431"/>
              <a:ext cx="27506" cy="114710"/>
            </a:xfrm>
            <a:custGeom>
              <a:avLst/>
              <a:gdLst>
                <a:gd name="connsiteX0" fmla="*/ 29993 w 31066"/>
                <a:gd name="connsiteY0" fmla="*/ 129559 h 129559"/>
                <a:gd name="connsiteX1" fmla="*/ 31066 w 31066"/>
                <a:gd name="connsiteY1" fmla="*/ 126566 h 129559"/>
                <a:gd name="connsiteX2" fmla="*/ 31066 w 31066"/>
                <a:gd name="connsiteY2" fmla="*/ 8349 h 129559"/>
                <a:gd name="connsiteX3" fmla="*/ 0 w 31066"/>
                <a:gd name="connsiteY3" fmla="*/ 8349 h 129559"/>
                <a:gd name="connsiteX4" fmla="*/ 0 w 31066"/>
                <a:gd name="connsiteY4" fmla="*/ 126566 h 129559"/>
                <a:gd name="connsiteX5" fmla="*/ 1073 w 31066"/>
                <a:gd name="connsiteY5" fmla="*/ 129559 h 129559"/>
                <a:gd name="connsiteX6" fmla="*/ 29993 w 31066"/>
                <a:gd name="connsiteY6" fmla="*/ 129559 h 129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66" h="129559">
                  <a:moveTo>
                    <a:pt x="29993" y="129559"/>
                  </a:moveTo>
                  <a:cubicBezTo>
                    <a:pt x="30657" y="128647"/>
                    <a:pt x="31066" y="127625"/>
                    <a:pt x="31066" y="126566"/>
                  </a:cubicBezTo>
                  <a:lnTo>
                    <a:pt x="31066" y="8349"/>
                  </a:lnTo>
                  <a:cubicBezTo>
                    <a:pt x="30679" y="-2783"/>
                    <a:pt x="259" y="-2783"/>
                    <a:pt x="0" y="8349"/>
                  </a:cubicBezTo>
                  <a:lnTo>
                    <a:pt x="0" y="126566"/>
                  </a:lnTo>
                  <a:cubicBezTo>
                    <a:pt x="0" y="127625"/>
                    <a:pt x="409" y="128647"/>
                    <a:pt x="1073" y="129559"/>
                  </a:cubicBezTo>
                  <a:lnTo>
                    <a:pt x="29993" y="129559"/>
                  </a:lnTo>
                  <a:close/>
                </a:path>
              </a:pathLst>
            </a:custGeom>
            <a:solidFill>
              <a:srgbClr val="007B85"/>
            </a:solidFill>
            <a:ln w="3646" cap="flat">
              <a:noFill/>
              <a:prstDash val="solid"/>
              <a:miter/>
            </a:ln>
          </p:spPr>
          <p:txBody>
            <a:bodyPr rtlCol="0" anchor="ctr"/>
            <a:lstStyle/>
            <a:p>
              <a:endParaRPr lang="en-GR"/>
            </a:p>
          </p:txBody>
        </p:sp>
        <p:sp>
          <p:nvSpPr>
            <p:cNvPr id="839" name="Freeform 678">
              <a:extLst>
                <a:ext uri="{FF2B5EF4-FFF2-40B4-BE49-F238E27FC236}">
                  <a16:creationId xmlns:a16="http://schemas.microsoft.com/office/drawing/2014/main" id="{BFDC7955-4D34-30FA-CE52-10FE1C9AC724}"/>
                </a:ext>
              </a:extLst>
            </p:cNvPr>
            <p:cNvSpPr/>
            <p:nvPr/>
          </p:nvSpPr>
          <p:spPr>
            <a:xfrm>
              <a:off x="6580315" y="5248803"/>
              <a:ext cx="27502" cy="86338"/>
            </a:xfrm>
            <a:custGeom>
              <a:avLst/>
              <a:gdLst>
                <a:gd name="connsiteX0" fmla="*/ 31063 w 31062"/>
                <a:gd name="connsiteY0" fmla="*/ 8349 h 97514"/>
                <a:gd name="connsiteX1" fmla="*/ 31063 w 31062"/>
                <a:gd name="connsiteY1" fmla="*/ 94521 h 97514"/>
                <a:gd name="connsiteX2" fmla="*/ 29990 w 31062"/>
                <a:gd name="connsiteY2" fmla="*/ 97514 h 97514"/>
                <a:gd name="connsiteX3" fmla="*/ 1073 w 31062"/>
                <a:gd name="connsiteY3" fmla="*/ 97514 h 97514"/>
                <a:gd name="connsiteX4" fmla="*/ 0 w 31062"/>
                <a:gd name="connsiteY4" fmla="*/ 94521 h 97514"/>
                <a:gd name="connsiteX5" fmla="*/ 0 w 31062"/>
                <a:gd name="connsiteY5" fmla="*/ 8349 h 97514"/>
                <a:gd name="connsiteX6" fmla="*/ 31063 w 31062"/>
                <a:gd name="connsiteY6" fmla="*/ 8349 h 97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062" h="97514">
                  <a:moveTo>
                    <a:pt x="31063" y="8349"/>
                  </a:moveTo>
                  <a:lnTo>
                    <a:pt x="31063" y="94521"/>
                  </a:lnTo>
                  <a:cubicBezTo>
                    <a:pt x="31063" y="95580"/>
                    <a:pt x="30654" y="96602"/>
                    <a:pt x="29990" y="97514"/>
                  </a:cubicBezTo>
                  <a:lnTo>
                    <a:pt x="1073" y="97514"/>
                  </a:lnTo>
                  <a:cubicBezTo>
                    <a:pt x="409" y="96602"/>
                    <a:pt x="0" y="95580"/>
                    <a:pt x="0" y="94521"/>
                  </a:cubicBezTo>
                  <a:lnTo>
                    <a:pt x="0" y="8349"/>
                  </a:lnTo>
                  <a:cubicBezTo>
                    <a:pt x="255" y="-2783"/>
                    <a:pt x="30679" y="-2783"/>
                    <a:pt x="31063" y="8349"/>
                  </a:cubicBezTo>
                  <a:close/>
                </a:path>
              </a:pathLst>
            </a:custGeom>
            <a:solidFill>
              <a:srgbClr val="007B85"/>
            </a:solidFill>
            <a:ln w="3646" cap="flat">
              <a:noFill/>
              <a:prstDash val="solid"/>
              <a:miter/>
            </a:ln>
          </p:spPr>
          <p:txBody>
            <a:bodyPr rtlCol="0" anchor="ctr"/>
            <a:lstStyle/>
            <a:p>
              <a:endParaRPr lang="en-GR"/>
            </a:p>
          </p:txBody>
        </p:sp>
        <p:sp>
          <p:nvSpPr>
            <p:cNvPr id="840" name="Freeform 679">
              <a:extLst>
                <a:ext uri="{FF2B5EF4-FFF2-40B4-BE49-F238E27FC236}">
                  <a16:creationId xmlns:a16="http://schemas.microsoft.com/office/drawing/2014/main" id="{9236673C-FFCB-B3F2-E82E-E112275DBE08}"/>
                </a:ext>
              </a:extLst>
            </p:cNvPr>
            <p:cNvSpPr/>
            <p:nvPr/>
          </p:nvSpPr>
          <p:spPr>
            <a:xfrm>
              <a:off x="6541187" y="5293035"/>
              <a:ext cx="27637" cy="42106"/>
            </a:xfrm>
            <a:custGeom>
              <a:avLst/>
              <a:gdLst>
                <a:gd name="connsiteX0" fmla="*/ 30092 w 31215"/>
                <a:gd name="connsiteY0" fmla="*/ 47557 h 47557"/>
                <a:gd name="connsiteX1" fmla="*/ 31216 w 31215"/>
                <a:gd name="connsiteY1" fmla="*/ 44491 h 47557"/>
                <a:gd name="connsiteX2" fmla="*/ 31216 w 31215"/>
                <a:gd name="connsiteY2" fmla="*/ 8431 h 47557"/>
                <a:gd name="connsiteX3" fmla="*/ 0 w 31215"/>
                <a:gd name="connsiteY3" fmla="*/ 8431 h 47557"/>
                <a:gd name="connsiteX4" fmla="*/ 0 w 31215"/>
                <a:gd name="connsiteY4" fmla="*/ 44491 h 47557"/>
                <a:gd name="connsiteX5" fmla="*/ 1124 w 31215"/>
                <a:gd name="connsiteY5" fmla="*/ 47557 h 47557"/>
                <a:gd name="connsiteX6" fmla="*/ 30092 w 31215"/>
                <a:gd name="connsiteY6" fmla="*/ 47557 h 47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215" h="47557">
                  <a:moveTo>
                    <a:pt x="30092" y="47557"/>
                  </a:moveTo>
                  <a:cubicBezTo>
                    <a:pt x="30756" y="46608"/>
                    <a:pt x="31165" y="45586"/>
                    <a:pt x="31216" y="44491"/>
                  </a:cubicBezTo>
                  <a:lnTo>
                    <a:pt x="31216" y="8431"/>
                  </a:lnTo>
                  <a:cubicBezTo>
                    <a:pt x="30822" y="-2810"/>
                    <a:pt x="266" y="-2810"/>
                    <a:pt x="0" y="8431"/>
                  </a:cubicBezTo>
                  <a:lnTo>
                    <a:pt x="0" y="44491"/>
                  </a:lnTo>
                  <a:cubicBezTo>
                    <a:pt x="0" y="45586"/>
                    <a:pt x="409" y="46645"/>
                    <a:pt x="1124" y="47557"/>
                  </a:cubicBezTo>
                  <a:lnTo>
                    <a:pt x="30092" y="47557"/>
                  </a:lnTo>
                  <a:close/>
                </a:path>
              </a:pathLst>
            </a:custGeom>
            <a:solidFill>
              <a:srgbClr val="007B85"/>
            </a:solidFill>
            <a:ln w="3646" cap="flat">
              <a:noFill/>
              <a:prstDash val="solid"/>
              <a:miter/>
            </a:ln>
          </p:spPr>
          <p:txBody>
            <a:bodyPr rtlCol="0" anchor="ctr"/>
            <a:lstStyle/>
            <a:p>
              <a:endParaRPr lang="en-GR"/>
            </a:p>
          </p:txBody>
        </p:sp>
        <p:sp>
          <p:nvSpPr>
            <p:cNvPr id="841" name="Freeform 680">
              <a:extLst>
                <a:ext uri="{FF2B5EF4-FFF2-40B4-BE49-F238E27FC236}">
                  <a16:creationId xmlns:a16="http://schemas.microsoft.com/office/drawing/2014/main" id="{6355DDA9-F534-D32F-D519-FA2907D849D8}"/>
                </a:ext>
              </a:extLst>
            </p:cNvPr>
            <p:cNvSpPr/>
            <p:nvPr/>
          </p:nvSpPr>
          <p:spPr>
            <a:xfrm>
              <a:off x="6463065" y="5268297"/>
              <a:ext cx="27637" cy="66844"/>
            </a:xfrm>
            <a:custGeom>
              <a:avLst/>
              <a:gdLst>
                <a:gd name="connsiteX0" fmla="*/ 31216 w 31215"/>
                <a:gd name="connsiteY0" fmla="*/ 72540 h 75497"/>
                <a:gd name="connsiteX1" fmla="*/ 30092 w 31215"/>
                <a:gd name="connsiteY1" fmla="*/ 75497 h 75497"/>
                <a:gd name="connsiteX2" fmla="*/ 1124 w 31215"/>
                <a:gd name="connsiteY2" fmla="*/ 75497 h 75497"/>
                <a:gd name="connsiteX3" fmla="*/ 0 w 31215"/>
                <a:gd name="connsiteY3" fmla="*/ 72285 h 75497"/>
                <a:gd name="connsiteX4" fmla="*/ 0 w 31215"/>
                <a:gd name="connsiteY4" fmla="*/ 8559 h 75497"/>
                <a:gd name="connsiteX5" fmla="*/ 31216 w 31215"/>
                <a:gd name="connsiteY5" fmla="*/ 8304 h 75497"/>
                <a:gd name="connsiteX6" fmla="*/ 31216 w 31215"/>
                <a:gd name="connsiteY6" fmla="*/ 72540 h 75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215" h="75497">
                  <a:moveTo>
                    <a:pt x="31216" y="72540"/>
                  </a:moveTo>
                  <a:cubicBezTo>
                    <a:pt x="31165" y="73599"/>
                    <a:pt x="30756" y="74585"/>
                    <a:pt x="30092" y="75497"/>
                  </a:cubicBezTo>
                  <a:lnTo>
                    <a:pt x="1124" y="75497"/>
                  </a:lnTo>
                  <a:cubicBezTo>
                    <a:pt x="409" y="74548"/>
                    <a:pt x="0" y="73416"/>
                    <a:pt x="0" y="72285"/>
                  </a:cubicBezTo>
                  <a:lnTo>
                    <a:pt x="0" y="8559"/>
                  </a:lnTo>
                  <a:cubicBezTo>
                    <a:pt x="0" y="-2792"/>
                    <a:pt x="30566" y="-2828"/>
                    <a:pt x="31216" y="8304"/>
                  </a:cubicBezTo>
                  <a:lnTo>
                    <a:pt x="31216" y="72540"/>
                  </a:lnTo>
                  <a:close/>
                </a:path>
              </a:pathLst>
            </a:custGeom>
            <a:solidFill>
              <a:srgbClr val="007B85"/>
            </a:solidFill>
            <a:ln w="3646" cap="flat">
              <a:noFill/>
              <a:prstDash val="solid"/>
              <a:miter/>
            </a:ln>
          </p:spPr>
          <p:txBody>
            <a:bodyPr rtlCol="0" anchor="ctr"/>
            <a:lstStyle/>
            <a:p>
              <a:endParaRPr lang="en-GR"/>
            </a:p>
          </p:txBody>
        </p:sp>
      </p:grpSp>
      <p:grpSp>
        <p:nvGrpSpPr>
          <p:cNvPr id="842" name="Group 841">
            <a:extLst>
              <a:ext uri="{FF2B5EF4-FFF2-40B4-BE49-F238E27FC236}">
                <a16:creationId xmlns:a16="http://schemas.microsoft.com/office/drawing/2014/main" id="{4D24487C-1744-1BEE-C2BF-7BEF8183AB9E}"/>
              </a:ext>
            </a:extLst>
          </p:cNvPr>
          <p:cNvGrpSpPr/>
          <p:nvPr/>
        </p:nvGrpSpPr>
        <p:grpSpPr>
          <a:xfrm>
            <a:off x="7911831" y="5186625"/>
            <a:ext cx="180936" cy="185936"/>
            <a:chOff x="6759675" y="5186625"/>
            <a:chExt cx="180936" cy="185936"/>
          </a:xfrm>
        </p:grpSpPr>
        <p:sp>
          <p:nvSpPr>
            <p:cNvPr id="843" name="Freeform 681">
              <a:extLst>
                <a:ext uri="{FF2B5EF4-FFF2-40B4-BE49-F238E27FC236}">
                  <a16:creationId xmlns:a16="http://schemas.microsoft.com/office/drawing/2014/main" id="{D387B5DD-BB03-7C68-F766-9775356A1920}"/>
                </a:ext>
              </a:extLst>
            </p:cNvPr>
            <p:cNvSpPr/>
            <p:nvPr/>
          </p:nvSpPr>
          <p:spPr>
            <a:xfrm>
              <a:off x="6892828" y="5186625"/>
              <a:ext cx="47783" cy="148838"/>
            </a:xfrm>
            <a:custGeom>
              <a:avLst/>
              <a:gdLst>
                <a:gd name="connsiteX0" fmla="*/ 53969 w 53968"/>
                <a:gd name="connsiteY0" fmla="*/ 14522 h 168105"/>
                <a:gd name="connsiteX1" fmla="*/ 53969 w 53968"/>
                <a:gd name="connsiteY1" fmla="*/ 168106 h 168105"/>
                <a:gd name="connsiteX2" fmla="*/ 0 w 53968"/>
                <a:gd name="connsiteY2" fmla="*/ 168106 h 168105"/>
                <a:gd name="connsiteX3" fmla="*/ 0 w 53968"/>
                <a:gd name="connsiteY3" fmla="*/ 14522 h 168105"/>
                <a:gd name="connsiteX4" fmla="*/ 53969 w 53968"/>
                <a:gd name="connsiteY4" fmla="*/ 14522 h 168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68" h="168105">
                  <a:moveTo>
                    <a:pt x="53969" y="14522"/>
                  </a:moveTo>
                  <a:lnTo>
                    <a:pt x="53969" y="168106"/>
                  </a:lnTo>
                  <a:lnTo>
                    <a:pt x="0" y="168106"/>
                  </a:lnTo>
                  <a:lnTo>
                    <a:pt x="0" y="14522"/>
                  </a:lnTo>
                  <a:cubicBezTo>
                    <a:pt x="657" y="-4859"/>
                    <a:pt x="53443" y="-4822"/>
                    <a:pt x="53969" y="14522"/>
                  </a:cubicBezTo>
                  <a:close/>
                </a:path>
              </a:pathLst>
            </a:custGeom>
            <a:solidFill>
              <a:srgbClr val="007B85"/>
            </a:solidFill>
            <a:ln w="3646" cap="flat">
              <a:noFill/>
              <a:prstDash val="solid"/>
              <a:miter/>
            </a:ln>
          </p:spPr>
          <p:txBody>
            <a:bodyPr rtlCol="0" anchor="ctr"/>
            <a:lstStyle/>
            <a:p>
              <a:endParaRPr lang="en-GR"/>
            </a:p>
          </p:txBody>
        </p:sp>
        <p:sp>
          <p:nvSpPr>
            <p:cNvPr id="844" name="Freeform 682">
              <a:extLst>
                <a:ext uri="{FF2B5EF4-FFF2-40B4-BE49-F238E27FC236}">
                  <a16:creationId xmlns:a16="http://schemas.microsoft.com/office/drawing/2014/main" id="{E28C10DF-9EBB-21F3-656D-5D104D44A512}"/>
                </a:ext>
              </a:extLst>
            </p:cNvPr>
            <p:cNvSpPr/>
            <p:nvPr/>
          </p:nvSpPr>
          <p:spPr>
            <a:xfrm>
              <a:off x="6759720" y="5354013"/>
              <a:ext cx="180891" cy="18548"/>
            </a:xfrm>
            <a:custGeom>
              <a:avLst/>
              <a:gdLst>
                <a:gd name="connsiteX0" fmla="*/ 204307 w 204307"/>
                <a:gd name="connsiteY0" fmla="*/ 20950 h 20949"/>
                <a:gd name="connsiteX1" fmla="*/ 0 w 204307"/>
                <a:gd name="connsiteY1" fmla="*/ 20950 h 20949"/>
                <a:gd name="connsiteX2" fmla="*/ 0 w 204307"/>
                <a:gd name="connsiteY2" fmla="*/ 0 h 20949"/>
                <a:gd name="connsiteX3" fmla="*/ 204307 w 204307"/>
                <a:gd name="connsiteY3" fmla="*/ 0 h 20949"/>
                <a:gd name="connsiteX4" fmla="*/ 204307 w 204307"/>
                <a:gd name="connsiteY4" fmla="*/ 20950 h 20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307" h="20949">
                  <a:moveTo>
                    <a:pt x="204307" y="20950"/>
                  </a:moveTo>
                  <a:lnTo>
                    <a:pt x="0" y="20950"/>
                  </a:lnTo>
                  <a:lnTo>
                    <a:pt x="0" y="0"/>
                  </a:lnTo>
                  <a:lnTo>
                    <a:pt x="204307" y="0"/>
                  </a:lnTo>
                  <a:lnTo>
                    <a:pt x="204307" y="20950"/>
                  </a:lnTo>
                  <a:close/>
                </a:path>
              </a:pathLst>
            </a:custGeom>
            <a:solidFill>
              <a:srgbClr val="007B85"/>
            </a:solidFill>
            <a:ln w="3646" cap="flat">
              <a:noFill/>
              <a:prstDash val="solid"/>
              <a:miter/>
            </a:ln>
          </p:spPr>
          <p:txBody>
            <a:bodyPr rtlCol="0" anchor="ctr"/>
            <a:lstStyle/>
            <a:p>
              <a:endParaRPr lang="en-GR"/>
            </a:p>
          </p:txBody>
        </p:sp>
        <p:sp>
          <p:nvSpPr>
            <p:cNvPr id="845" name="Freeform 683">
              <a:extLst>
                <a:ext uri="{FF2B5EF4-FFF2-40B4-BE49-F238E27FC236}">
                  <a16:creationId xmlns:a16="http://schemas.microsoft.com/office/drawing/2014/main" id="{A69A50BC-7540-9C66-CA7F-22D6D7630A1E}"/>
                </a:ext>
              </a:extLst>
            </p:cNvPr>
            <p:cNvSpPr/>
            <p:nvPr/>
          </p:nvSpPr>
          <p:spPr>
            <a:xfrm>
              <a:off x="6826321" y="5256534"/>
              <a:ext cx="48016" cy="78929"/>
            </a:xfrm>
            <a:custGeom>
              <a:avLst/>
              <a:gdLst>
                <a:gd name="connsiteX0" fmla="*/ 54231 w 54231"/>
                <a:gd name="connsiteY0" fmla="*/ 14617 h 89146"/>
                <a:gd name="connsiteX1" fmla="*/ 0 w 54231"/>
                <a:gd name="connsiteY1" fmla="*/ 14617 h 89146"/>
                <a:gd name="connsiteX2" fmla="*/ 0 w 54231"/>
                <a:gd name="connsiteY2" fmla="*/ 89147 h 89146"/>
                <a:gd name="connsiteX3" fmla="*/ 54231 w 54231"/>
                <a:gd name="connsiteY3" fmla="*/ 89147 h 89146"/>
                <a:gd name="connsiteX4" fmla="*/ 54231 w 54231"/>
                <a:gd name="connsiteY4" fmla="*/ 14617 h 89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31" h="89146">
                  <a:moveTo>
                    <a:pt x="54231" y="14617"/>
                  </a:moveTo>
                  <a:cubicBezTo>
                    <a:pt x="53692" y="-4872"/>
                    <a:pt x="544" y="-4872"/>
                    <a:pt x="0" y="14617"/>
                  </a:cubicBezTo>
                  <a:lnTo>
                    <a:pt x="0" y="89147"/>
                  </a:lnTo>
                  <a:lnTo>
                    <a:pt x="54231" y="89147"/>
                  </a:lnTo>
                  <a:lnTo>
                    <a:pt x="54231" y="14617"/>
                  </a:lnTo>
                  <a:close/>
                </a:path>
              </a:pathLst>
            </a:custGeom>
            <a:solidFill>
              <a:srgbClr val="007B85"/>
            </a:solidFill>
            <a:ln w="3646" cap="flat">
              <a:noFill/>
              <a:prstDash val="solid"/>
              <a:miter/>
            </a:ln>
          </p:spPr>
          <p:txBody>
            <a:bodyPr rtlCol="0" anchor="ctr"/>
            <a:lstStyle/>
            <a:p>
              <a:endParaRPr lang="en-GR"/>
            </a:p>
          </p:txBody>
        </p:sp>
        <p:sp>
          <p:nvSpPr>
            <p:cNvPr id="846" name="Freeform 684">
              <a:extLst>
                <a:ext uri="{FF2B5EF4-FFF2-40B4-BE49-F238E27FC236}">
                  <a16:creationId xmlns:a16="http://schemas.microsoft.com/office/drawing/2014/main" id="{3194A0C7-30CD-7059-1432-5DC71FEE92E5}"/>
                </a:ext>
              </a:extLst>
            </p:cNvPr>
            <p:cNvSpPr/>
            <p:nvPr/>
          </p:nvSpPr>
          <p:spPr>
            <a:xfrm>
              <a:off x="6759675" y="5298301"/>
              <a:ext cx="48061" cy="37227"/>
            </a:xfrm>
            <a:custGeom>
              <a:avLst/>
              <a:gdLst>
                <a:gd name="connsiteX0" fmla="*/ 54283 w 54282"/>
                <a:gd name="connsiteY0" fmla="*/ 14235 h 42046"/>
                <a:gd name="connsiteX1" fmla="*/ 54232 w 54282"/>
                <a:gd name="connsiteY1" fmla="*/ 14235 h 42046"/>
                <a:gd name="connsiteX2" fmla="*/ 54232 w 54282"/>
                <a:gd name="connsiteY2" fmla="*/ 42047 h 42046"/>
                <a:gd name="connsiteX3" fmla="*/ 0 w 54282"/>
                <a:gd name="connsiteY3" fmla="*/ 42047 h 42046"/>
                <a:gd name="connsiteX4" fmla="*/ 0 w 54282"/>
                <a:gd name="connsiteY4" fmla="*/ 14673 h 42046"/>
                <a:gd name="connsiteX5" fmla="*/ 54283 w 54282"/>
                <a:gd name="connsiteY5" fmla="*/ 14235 h 4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282" h="42046">
                  <a:moveTo>
                    <a:pt x="54283" y="14235"/>
                  </a:moveTo>
                  <a:lnTo>
                    <a:pt x="54232" y="14235"/>
                  </a:lnTo>
                  <a:lnTo>
                    <a:pt x="54232" y="42047"/>
                  </a:lnTo>
                  <a:lnTo>
                    <a:pt x="0" y="42047"/>
                  </a:lnTo>
                  <a:lnTo>
                    <a:pt x="0" y="14673"/>
                  </a:lnTo>
                  <a:cubicBezTo>
                    <a:pt x="128" y="-4744"/>
                    <a:pt x="53235" y="-4890"/>
                    <a:pt x="54283" y="14235"/>
                  </a:cubicBezTo>
                  <a:close/>
                </a:path>
              </a:pathLst>
            </a:custGeom>
            <a:solidFill>
              <a:srgbClr val="007B85"/>
            </a:solidFill>
            <a:ln w="3646" cap="flat">
              <a:noFill/>
              <a:prstDash val="solid"/>
              <a:miter/>
            </a:ln>
          </p:spPr>
          <p:txBody>
            <a:bodyPr rtlCol="0" anchor="ctr"/>
            <a:lstStyle/>
            <a:p>
              <a:endParaRPr lang="en-GR"/>
            </a:p>
          </p:txBody>
        </p:sp>
      </p:grpSp>
      <p:grpSp>
        <p:nvGrpSpPr>
          <p:cNvPr id="847" name="Group 846">
            <a:extLst>
              <a:ext uri="{FF2B5EF4-FFF2-40B4-BE49-F238E27FC236}">
                <a16:creationId xmlns:a16="http://schemas.microsoft.com/office/drawing/2014/main" id="{4C3062B9-5708-3A7F-87F4-711CB849BE86}"/>
              </a:ext>
            </a:extLst>
          </p:cNvPr>
          <p:cNvGrpSpPr/>
          <p:nvPr/>
        </p:nvGrpSpPr>
        <p:grpSpPr>
          <a:xfrm>
            <a:off x="8244625" y="5190369"/>
            <a:ext cx="180936" cy="181772"/>
            <a:chOff x="7092469" y="5190369"/>
            <a:chExt cx="180936" cy="181772"/>
          </a:xfrm>
        </p:grpSpPr>
        <p:sp>
          <p:nvSpPr>
            <p:cNvPr id="848" name="Freeform 685">
              <a:extLst>
                <a:ext uri="{FF2B5EF4-FFF2-40B4-BE49-F238E27FC236}">
                  <a16:creationId xmlns:a16="http://schemas.microsoft.com/office/drawing/2014/main" id="{73384C90-5A28-9EDB-88E2-B845F7489555}"/>
                </a:ext>
              </a:extLst>
            </p:cNvPr>
            <p:cNvSpPr/>
            <p:nvPr/>
          </p:nvSpPr>
          <p:spPr>
            <a:xfrm>
              <a:off x="7187412" y="5228181"/>
              <a:ext cx="48575" cy="48598"/>
            </a:xfrm>
            <a:custGeom>
              <a:avLst/>
              <a:gdLst>
                <a:gd name="connsiteX0" fmla="*/ 150 w 54863"/>
                <a:gd name="connsiteY0" fmla="*/ 143 h 54889"/>
                <a:gd name="connsiteX1" fmla="*/ 0 w 54863"/>
                <a:gd name="connsiteY1" fmla="*/ 179 h 54889"/>
                <a:gd name="connsiteX2" fmla="*/ 0 w 54863"/>
                <a:gd name="connsiteY2" fmla="*/ 48612 h 54889"/>
                <a:gd name="connsiteX3" fmla="*/ 6284 w 54863"/>
                <a:gd name="connsiteY3" fmla="*/ 54890 h 54889"/>
                <a:gd name="connsiteX4" fmla="*/ 54721 w 54863"/>
                <a:gd name="connsiteY4" fmla="*/ 54890 h 54889"/>
                <a:gd name="connsiteX5" fmla="*/ 54721 w 54863"/>
                <a:gd name="connsiteY5" fmla="*/ 54744 h 54889"/>
                <a:gd name="connsiteX6" fmla="*/ 150 w 54863"/>
                <a:gd name="connsiteY6" fmla="*/ 143 h 54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863" h="54889">
                  <a:moveTo>
                    <a:pt x="150" y="143"/>
                  </a:moveTo>
                  <a:lnTo>
                    <a:pt x="0" y="179"/>
                  </a:lnTo>
                  <a:lnTo>
                    <a:pt x="0" y="48612"/>
                  </a:lnTo>
                  <a:cubicBezTo>
                    <a:pt x="0" y="52080"/>
                    <a:pt x="2810" y="54890"/>
                    <a:pt x="6284" y="54890"/>
                  </a:cubicBezTo>
                  <a:lnTo>
                    <a:pt x="54721" y="54890"/>
                  </a:lnTo>
                  <a:lnTo>
                    <a:pt x="54721" y="54744"/>
                  </a:lnTo>
                  <a:cubicBezTo>
                    <a:pt x="57056" y="24487"/>
                    <a:pt x="30489" y="-2193"/>
                    <a:pt x="150" y="143"/>
                  </a:cubicBezTo>
                  <a:close/>
                </a:path>
              </a:pathLst>
            </a:custGeom>
            <a:solidFill>
              <a:srgbClr val="007B85"/>
            </a:solidFill>
            <a:ln w="3646" cap="flat">
              <a:noFill/>
              <a:prstDash val="solid"/>
              <a:miter/>
            </a:ln>
          </p:spPr>
          <p:txBody>
            <a:bodyPr rtlCol="0" anchor="ctr"/>
            <a:lstStyle/>
            <a:p>
              <a:endParaRPr lang="en-GR"/>
            </a:p>
          </p:txBody>
        </p:sp>
        <p:sp>
          <p:nvSpPr>
            <p:cNvPr id="849" name="Freeform 686">
              <a:extLst>
                <a:ext uri="{FF2B5EF4-FFF2-40B4-BE49-F238E27FC236}">
                  <a16:creationId xmlns:a16="http://schemas.microsoft.com/office/drawing/2014/main" id="{92CEDA71-A594-645E-079E-FE7A9899D8AA}"/>
                </a:ext>
              </a:extLst>
            </p:cNvPr>
            <p:cNvSpPr/>
            <p:nvPr/>
          </p:nvSpPr>
          <p:spPr>
            <a:xfrm>
              <a:off x="7134308" y="5239779"/>
              <a:ext cx="90116" cy="90126"/>
            </a:xfrm>
            <a:custGeom>
              <a:avLst/>
              <a:gdLst>
                <a:gd name="connsiteX0" fmla="*/ 47054 w 101781"/>
                <a:gd name="connsiteY0" fmla="*/ 0 h 101793"/>
                <a:gd name="connsiteX1" fmla="*/ 47054 w 101781"/>
                <a:gd name="connsiteY1" fmla="*/ 47375 h 101793"/>
                <a:gd name="connsiteX2" fmla="*/ 54411 w 101781"/>
                <a:gd name="connsiteY2" fmla="*/ 54711 h 101793"/>
                <a:gd name="connsiteX3" fmla="*/ 101782 w 101781"/>
                <a:gd name="connsiteY3" fmla="*/ 54711 h 101793"/>
                <a:gd name="connsiteX4" fmla="*/ 50988 w 101781"/>
                <a:gd name="connsiteY4" fmla="*/ 101793 h 101793"/>
                <a:gd name="connsiteX5" fmla="*/ 0 w 101781"/>
                <a:gd name="connsiteY5" fmla="*/ 50769 h 101793"/>
                <a:gd name="connsiteX6" fmla="*/ 47054 w 101781"/>
                <a:gd name="connsiteY6" fmla="*/ 0 h 101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1781" h="101793">
                  <a:moveTo>
                    <a:pt x="47054" y="0"/>
                  </a:moveTo>
                  <a:lnTo>
                    <a:pt x="47054" y="47375"/>
                  </a:lnTo>
                  <a:cubicBezTo>
                    <a:pt x="47054" y="51389"/>
                    <a:pt x="50323" y="54711"/>
                    <a:pt x="54411" y="54711"/>
                  </a:cubicBezTo>
                  <a:lnTo>
                    <a:pt x="101782" y="54711"/>
                  </a:lnTo>
                  <a:cubicBezTo>
                    <a:pt x="99738" y="81245"/>
                    <a:pt x="77605" y="101793"/>
                    <a:pt x="50988" y="101793"/>
                  </a:cubicBezTo>
                  <a:cubicBezTo>
                    <a:pt x="23720" y="101793"/>
                    <a:pt x="0" y="78070"/>
                    <a:pt x="0" y="50769"/>
                  </a:cubicBezTo>
                  <a:cubicBezTo>
                    <a:pt x="0" y="24162"/>
                    <a:pt x="20487" y="2044"/>
                    <a:pt x="47054" y="0"/>
                  </a:cubicBezTo>
                  <a:close/>
                </a:path>
              </a:pathLst>
            </a:custGeom>
            <a:solidFill>
              <a:srgbClr val="007B85"/>
            </a:solidFill>
            <a:ln w="3646" cap="flat">
              <a:noFill/>
              <a:prstDash val="solid"/>
              <a:miter/>
            </a:ln>
          </p:spPr>
          <p:txBody>
            <a:bodyPr rtlCol="0" anchor="ctr"/>
            <a:lstStyle/>
            <a:p>
              <a:endParaRPr lang="en-GR"/>
            </a:p>
          </p:txBody>
        </p:sp>
        <p:sp>
          <p:nvSpPr>
            <p:cNvPr id="850" name="Freeform 687">
              <a:extLst>
                <a:ext uri="{FF2B5EF4-FFF2-40B4-BE49-F238E27FC236}">
                  <a16:creationId xmlns:a16="http://schemas.microsoft.com/office/drawing/2014/main" id="{481F4DB6-B0BE-3196-F254-9199CC656203}"/>
                </a:ext>
              </a:extLst>
            </p:cNvPr>
            <p:cNvSpPr/>
            <p:nvPr/>
          </p:nvSpPr>
          <p:spPr>
            <a:xfrm>
              <a:off x="7092469" y="5190369"/>
              <a:ext cx="180936" cy="181772"/>
            </a:xfrm>
            <a:custGeom>
              <a:avLst/>
              <a:gdLst>
                <a:gd name="connsiteX0" fmla="*/ 150568 w 204358"/>
                <a:gd name="connsiteY0" fmla="*/ 0 h 205302"/>
                <a:gd name="connsiteX1" fmla="*/ 57067 w 204358"/>
                <a:gd name="connsiteY1" fmla="*/ 110 h 205302"/>
                <a:gd name="connsiteX2" fmla="*/ 0 w 204358"/>
                <a:gd name="connsiteY2" fmla="*/ 35257 h 205302"/>
                <a:gd name="connsiteX3" fmla="*/ 0 w 204358"/>
                <a:gd name="connsiteY3" fmla="*/ 170045 h 205302"/>
                <a:gd name="connsiteX4" fmla="*/ 60286 w 204358"/>
                <a:gd name="connsiteY4" fmla="*/ 205302 h 205302"/>
                <a:gd name="connsiteX5" fmla="*/ 153780 w 204358"/>
                <a:gd name="connsiteY5" fmla="*/ 205229 h 205302"/>
                <a:gd name="connsiteX6" fmla="*/ 204358 w 204358"/>
                <a:gd name="connsiteY6" fmla="*/ 170045 h 205302"/>
                <a:gd name="connsiteX7" fmla="*/ 204358 w 204358"/>
                <a:gd name="connsiteY7" fmla="*/ 35257 h 205302"/>
                <a:gd name="connsiteX8" fmla="*/ 150568 w 204358"/>
                <a:gd name="connsiteY8" fmla="*/ 0 h 205302"/>
                <a:gd name="connsiteX9" fmla="*/ 179069 w 204358"/>
                <a:gd name="connsiteY9" fmla="*/ 177892 h 205302"/>
                <a:gd name="connsiteX10" fmla="*/ 25289 w 204358"/>
                <a:gd name="connsiteY10" fmla="*/ 178038 h 205302"/>
                <a:gd name="connsiteX11" fmla="*/ 25289 w 204358"/>
                <a:gd name="connsiteY11" fmla="*/ 27483 h 205302"/>
                <a:gd name="connsiteX12" fmla="*/ 179069 w 204358"/>
                <a:gd name="connsiteY12" fmla="*/ 27337 h 205302"/>
                <a:gd name="connsiteX13" fmla="*/ 179069 w 204358"/>
                <a:gd name="connsiteY13" fmla="*/ 177892 h 20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4358" h="205302">
                  <a:moveTo>
                    <a:pt x="150568" y="0"/>
                  </a:moveTo>
                  <a:lnTo>
                    <a:pt x="57067" y="110"/>
                  </a:lnTo>
                  <a:cubicBezTo>
                    <a:pt x="25238" y="1277"/>
                    <a:pt x="0" y="16570"/>
                    <a:pt x="0" y="35257"/>
                  </a:cubicBezTo>
                  <a:lnTo>
                    <a:pt x="0" y="170045"/>
                  </a:lnTo>
                  <a:cubicBezTo>
                    <a:pt x="0" y="189425"/>
                    <a:pt x="26924" y="205119"/>
                    <a:pt x="60286" y="205302"/>
                  </a:cubicBezTo>
                  <a:lnTo>
                    <a:pt x="153780" y="205229"/>
                  </a:lnTo>
                  <a:cubicBezTo>
                    <a:pt x="185601" y="204025"/>
                    <a:pt x="204358" y="188768"/>
                    <a:pt x="204358" y="170045"/>
                  </a:cubicBezTo>
                  <a:lnTo>
                    <a:pt x="204358" y="35257"/>
                  </a:lnTo>
                  <a:cubicBezTo>
                    <a:pt x="204358" y="15877"/>
                    <a:pt x="183923" y="219"/>
                    <a:pt x="150568" y="0"/>
                  </a:cubicBezTo>
                  <a:close/>
                  <a:moveTo>
                    <a:pt x="179069" y="177892"/>
                  </a:moveTo>
                  <a:lnTo>
                    <a:pt x="25289" y="178038"/>
                  </a:lnTo>
                  <a:lnTo>
                    <a:pt x="25289" y="27483"/>
                  </a:lnTo>
                  <a:lnTo>
                    <a:pt x="179069" y="27337"/>
                  </a:lnTo>
                  <a:lnTo>
                    <a:pt x="179069" y="177892"/>
                  </a:lnTo>
                  <a:close/>
                </a:path>
              </a:pathLst>
            </a:custGeom>
            <a:solidFill>
              <a:srgbClr val="007B85"/>
            </a:solidFill>
            <a:ln w="3646" cap="flat">
              <a:noFill/>
              <a:prstDash val="solid"/>
              <a:miter/>
            </a:ln>
          </p:spPr>
          <p:txBody>
            <a:bodyPr rtlCol="0" anchor="ctr"/>
            <a:lstStyle/>
            <a:p>
              <a:endParaRPr lang="en-GR"/>
            </a:p>
          </p:txBody>
        </p:sp>
      </p:grpSp>
      <p:grpSp>
        <p:nvGrpSpPr>
          <p:cNvPr id="851" name="Group 850">
            <a:extLst>
              <a:ext uri="{FF2B5EF4-FFF2-40B4-BE49-F238E27FC236}">
                <a16:creationId xmlns:a16="http://schemas.microsoft.com/office/drawing/2014/main" id="{1ADE5073-077B-205B-0225-C320AE829578}"/>
              </a:ext>
            </a:extLst>
          </p:cNvPr>
          <p:cNvGrpSpPr/>
          <p:nvPr/>
        </p:nvGrpSpPr>
        <p:grpSpPr>
          <a:xfrm>
            <a:off x="8577419" y="5190369"/>
            <a:ext cx="180936" cy="181772"/>
            <a:chOff x="7425263" y="5190369"/>
            <a:chExt cx="180936" cy="181772"/>
          </a:xfrm>
        </p:grpSpPr>
        <p:sp>
          <p:nvSpPr>
            <p:cNvPr id="852" name="Freeform 688">
              <a:extLst>
                <a:ext uri="{FF2B5EF4-FFF2-40B4-BE49-F238E27FC236}">
                  <a16:creationId xmlns:a16="http://schemas.microsoft.com/office/drawing/2014/main" id="{BFBF699A-599B-D92B-AE56-9F0688CC622D}"/>
                </a:ext>
              </a:extLst>
            </p:cNvPr>
            <p:cNvSpPr/>
            <p:nvPr/>
          </p:nvSpPr>
          <p:spPr>
            <a:xfrm>
              <a:off x="7501225" y="5232307"/>
              <a:ext cx="29111" cy="97534"/>
            </a:xfrm>
            <a:custGeom>
              <a:avLst/>
              <a:gdLst>
                <a:gd name="connsiteX0" fmla="*/ 32880 w 32879"/>
                <a:gd name="connsiteY0" fmla="*/ 8842 h 110160"/>
                <a:gd name="connsiteX1" fmla="*/ 32880 w 32879"/>
                <a:gd name="connsiteY1" fmla="*/ 110160 h 110160"/>
                <a:gd name="connsiteX2" fmla="*/ 0 w 32879"/>
                <a:gd name="connsiteY2" fmla="*/ 110160 h 110160"/>
                <a:gd name="connsiteX3" fmla="*/ 0 w 32879"/>
                <a:gd name="connsiteY3" fmla="*/ 8842 h 110160"/>
                <a:gd name="connsiteX4" fmla="*/ 32880 w 32879"/>
                <a:gd name="connsiteY4" fmla="*/ 8842 h 110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79" h="110160">
                  <a:moveTo>
                    <a:pt x="32880" y="8842"/>
                  </a:moveTo>
                  <a:lnTo>
                    <a:pt x="32880" y="110160"/>
                  </a:lnTo>
                  <a:lnTo>
                    <a:pt x="0" y="110160"/>
                  </a:lnTo>
                  <a:lnTo>
                    <a:pt x="0" y="8842"/>
                  </a:lnTo>
                  <a:cubicBezTo>
                    <a:pt x="365" y="-2947"/>
                    <a:pt x="32515" y="-2947"/>
                    <a:pt x="32880" y="8842"/>
                  </a:cubicBezTo>
                  <a:close/>
                </a:path>
              </a:pathLst>
            </a:custGeom>
            <a:solidFill>
              <a:srgbClr val="007B85"/>
            </a:solidFill>
            <a:ln w="3646" cap="flat">
              <a:noFill/>
              <a:prstDash val="solid"/>
              <a:miter/>
            </a:ln>
          </p:spPr>
          <p:txBody>
            <a:bodyPr rtlCol="0" anchor="ctr"/>
            <a:lstStyle/>
            <a:p>
              <a:endParaRPr lang="en-GR"/>
            </a:p>
          </p:txBody>
        </p:sp>
        <p:sp>
          <p:nvSpPr>
            <p:cNvPr id="853" name="Freeform 689">
              <a:extLst>
                <a:ext uri="{FF2B5EF4-FFF2-40B4-BE49-F238E27FC236}">
                  <a16:creationId xmlns:a16="http://schemas.microsoft.com/office/drawing/2014/main" id="{9A8345FF-4D17-D24F-4BDC-905C53FB1B29}"/>
                </a:ext>
              </a:extLst>
            </p:cNvPr>
            <p:cNvSpPr/>
            <p:nvPr/>
          </p:nvSpPr>
          <p:spPr>
            <a:xfrm>
              <a:off x="7542647" y="5289617"/>
              <a:ext cx="29306" cy="40289"/>
            </a:xfrm>
            <a:custGeom>
              <a:avLst/>
              <a:gdLst>
                <a:gd name="connsiteX0" fmla="*/ 33062 w 33099"/>
                <a:gd name="connsiteY0" fmla="*/ 8896 h 45504"/>
                <a:gd name="connsiteX1" fmla="*/ 33099 w 33099"/>
                <a:gd name="connsiteY1" fmla="*/ 8896 h 45504"/>
                <a:gd name="connsiteX2" fmla="*/ 33099 w 33099"/>
                <a:gd name="connsiteY2" fmla="*/ 45504 h 45504"/>
                <a:gd name="connsiteX3" fmla="*/ 0 w 33099"/>
                <a:gd name="connsiteY3" fmla="*/ 45504 h 45504"/>
                <a:gd name="connsiteX4" fmla="*/ 0 w 33099"/>
                <a:gd name="connsiteY4" fmla="*/ 8896 h 45504"/>
                <a:gd name="connsiteX5" fmla="*/ 33062 w 33099"/>
                <a:gd name="connsiteY5" fmla="*/ 8896 h 4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99" h="45504">
                  <a:moveTo>
                    <a:pt x="33062" y="8896"/>
                  </a:moveTo>
                  <a:lnTo>
                    <a:pt x="33099" y="8896"/>
                  </a:lnTo>
                  <a:lnTo>
                    <a:pt x="33099" y="45504"/>
                  </a:lnTo>
                  <a:lnTo>
                    <a:pt x="0" y="45504"/>
                  </a:lnTo>
                  <a:lnTo>
                    <a:pt x="0" y="8896"/>
                  </a:lnTo>
                  <a:cubicBezTo>
                    <a:pt x="401" y="-2965"/>
                    <a:pt x="32661" y="-2965"/>
                    <a:pt x="33062" y="8896"/>
                  </a:cubicBezTo>
                  <a:close/>
                </a:path>
              </a:pathLst>
            </a:custGeom>
            <a:solidFill>
              <a:srgbClr val="007B85"/>
            </a:solidFill>
            <a:ln w="3646" cap="flat">
              <a:noFill/>
              <a:prstDash val="solid"/>
              <a:miter/>
            </a:ln>
          </p:spPr>
          <p:txBody>
            <a:bodyPr rtlCol="0" anchor="ctr"/>
            <a:lstStyle/>
            <a:p>
              <a:endParaRPr lang="en-GR"/>
            </a:p>
          </p:txBody>
        </p:sp>
        <p:sp>
          <p:nvSpPr>
            <p:cNvPr id="854" name="Freeform 690">
              <a:extLst>
                <a:ext uri="{FF2B5EF4-FFF2-40B4-BE49-F238E27FC236}">
                  <a16:creationId xmlns:a16="http://schemas.microsoft.com/office/drawing/2014/main" id="{194BA514-3573-5B6A-4F55-BD4500871788}"/>
                </a:ext>
              </a:extLst>
            </p:cNvPr>
            <p:cNvSpPr/>
            <p:nvPr/>
          </p:nvSpPr>
          <p:spPr>
            <a:xfrm>
              <a:off x="7459868" y="5263433"/>
              <a:ext cx="29306" cy="66408"/>
            </a:xfrm>
            <a:custGeom>
              <a:avLst/>
              <a:gdLst>
                <a:gd name="connsiteX0" fmla="*/ 33099 w 33099"/>
                <a:gd name="connsiteY0" fmla="*/ 8796 h 75004"/>
                <a:gd name="connsiteX1" fmla="*/ 0 w 33099"/>
                <a:gd name="connsiteY1" fmla="*/ 9052 h 75004"/>
                <a:gd name="connsiteX2" fmla="*/ 0 w 33099"/>
                <a:gd name="connsiteY2" fmla="*/ 75004 h 75004"/>
                <a:gd name="connsiteX3" fmla="*/ 33099 w 33099"/>
                <a:gd name="connsiteY3" fmla="*/ 75004 h 75004"/>
                <a:gd name="connsiteX4" fmla="*/ 33099 w 33099"/>
                <a:gd name="connsiteY4" fmla="*/ 8796 h 75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99" h="75004">
                  <a:moveTo>
                    <a:pt x="33099" y="8796"/>
                  </a:moveTo>
                  <a:cubicBezTo>
                    <a:pt x="32442" y="-2992"/>
                    <a:pt x="0" y="-2956"/>
                    <a:pt x="0" y="9052"/>
                  </a:cubicBezTo>
                  <a:lnTo>
                    <a:pt x="0" y="75004"/>
                  </a:lnTo>
                  <a:lnTo>
                    <a:pt x="33099" y="75004"/>
                  </a:lnTo>
                  <a:lnTo>
                    <a:pt x="33099" y="8796"/>
                  </a:lnTo>
                  <a:close/>
                </a:path>
              </a:pathLst>
            </a:custGeom>
            <a:solidFill>
              <a:srgbClr val="007B85"/>
            </a:solidFill>
            <a:ln w="3646" cap="flat">
              <a:noFill/>
              <a:prstDash val="solid"/>
              <a:miter/>
            </a:ln>
          </p:spPr>
          <p:txBody>
            <a:bodyPr rtlCol="0" anchor="ctr"/>
            <a:lstStyle/>
            <a:p>
              <a:endParaRPr lang="en-GR"/>
            </a:p>
          </p:txBody>
        </p:sp>
        <p:sp>
          <p:nvSpPr>
            <p:cNvPr id="855" name="Freeform 691">
              <a:extLst>
                <a:ext uri="{FF2B5EF4-FFF2-40B4-BE49-F238E27FC236}">
                  <a16:creationId xmlns:a16="http://schemas.microsoft.com/office/drawing/2014/main" id="{DB03AB7A-17DE-88A4-F0ED-A3C9041E5A60}"/>
                </a:ext>
              </a:extLst>
            </p:cNvPr>
            <p:cNvSpPr/>
            <p:nvPr/>
          </p:nvSpPr>
          <p:spPr>
            <a:xfrm>
              <a:off x="7425263" y="5190369"/>
              <a:ext cx="180936" cy="181772"/>
            </a:xfrm>
            <a:custGeom>
              <a:avLst/>
              <a:gdLst>
                <a:gd name="connsiteX0" fmla="*/ 57074 w 204358"/>
                <a:gd name="connsiteY0" fmla="*/ 110 h 205302"/>
                <a:gd name="connsiteX1" fmla="*/ 150568 w 204358"/>
                <a:gd name="connsiteY1" fmla="*/ 0 h 205302"/>
                <a:gd name="connsiteX2" fmla="*/ 204358 w 204358"/>
                <a:gd name="connsiteY2" fmla="*/ 35257 h 205302"/>
                <a:gd name="connsiteX3" fmla="*/ 204358 w 204358"/>
                <a:gd name="connsiteY3" fmla="*/ 170045 h 205302"/>
                <a:gd name="connsiteX4" fmla="*/ 153780 w 204358"/>
                <a:gd name="connsiteY4" fmla="*/ 205229 h 205302"/>
                <a:gd name="connsiteX5" fmla="*/ 60286 w 204358"/>
                <a:gd name="connsiteY5" fmla="*/ 205302 h 205302"/>
                <a:gd name="connsiteX6" fmla="*/ 0 w 204358"/>
                <a:gd name="connsiteY6" fmla="*/ 170045 h 205302"/>
                <a:gd name="connsiteX7" fmla="*/ 0 w 204358"/>
                <a:gd name="connsiteY7" fmla="*/ 35257 h 205302"/>
                <a:gd name="connsiteX8" fmla="*/ 57074 w 204358"/>
                <a:gd name="connsiteY8" fmla="*/ 110 h 205302"/>
                <a:gd name="connsiteX9" fmla="*/ 25290 w 204358"/>
                <a:gd name="connsiteY9" fmla="*/ 178038 h 205302"/>
                <a:gd name="connsiteX10" fmla="*/ 179069 w 204358"/>
                <a:gd name="connsiteY10" fmla="*/ 177892 h 205302"/>
                <a:gd name="connsiteX11" fmla="*/ 179069 w 204358"/>
                <a:gd name="connsiteY11" fmla="*/ 27337 h 205302"/>
                <a:gd name="connsiteX12" fmla="*/ 25290 w 204358"/>
                <a:gd name="connsiteY12" fmla="*/ 27483 h 205302"/>
                <a:gd name="connsiteX13" fmla="*/ 25290 w 204358"/>
                <a:gd name="connsiteY13" fmla="*/ 178038 h 20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4358" h="205302">
                  <a:moveTo>
                    <a:pt x="57074" y="110"/>
                  </a:moveTo>
                  <a:lnTo>
                    <a:pt x="150568" y="0"/>
                  </a:lnTo>
                  <a:cubicBezTo>
                    <a:pt x="183923" y="219"/>
                    <a:pt x="204358" y="15877"/>
                    <a:pt x="204358" y="35257"/>
                  </a:cubicBezTo>
                  <a:lnTo>
                    <a:pt x="204358" y="170045"/>
                  </a:lnTo>
                  <a:cubicBezTo>
                    <a:pt x="204358" y="188768"/>
                    <a:pt x="185601" y="204025"/>
                    <a:pt x="153780" y="205229"/>
                  </a:cubicBezTo>
                  <a:lnTo>
                    <a:pt x="60286" y="205302"/>
                  </a:lnTo>
                  <a:cubicBezTo>
                    <a:pt x="26932" y="205119"/>
                    <a:pt x="0" y="189425"/>
                    <a:pt x="0" y="170045"/>
                  </a:cubicBezTo>
                  <a:lnTo>
                    <a:pt x="0" y="35257"/>
                  </a:lnTo>
                  <a:cubicBezTo>
                    <a:pt x="0" y="16570"/>
                    <a:pt x="25253" y="1277"/>
                    <a:pt x="57074" y="110"/>
                  </a:cubicBezTo>
                  <a:close/>
                  <a:moveTo>
                    <a:pt x="25290" y="178038"/>
                  </a:moveTo>
                  <a:lnTo>
                    <a:pt x="179069" y="177892"/>
                  </a:lnTo>
                  <a:lnTo>
                    <a:pt x="179069" y="27337"/>
                  </a:lnTo>
                  <a:lnTo>
                    <a:pt x="25290" y="27483"/>
                  </a:lnTo>
                  <a:lnTo>
                    <a:pt x="25290" y="178038"/>
                  </a:lnTo>
                  <a:close/>
                </a:path>
              </a:pathLst>
            </a:custGeom>
            <a:solidFill>
              <a:srgbClr val="007B85"/>
            </a:solidFill>
            <a:ln w="3646" cap="flat">
              <a:noFill/>
              <a:prstDash val="solid"/>
              <a:miter/>
            </a:ln>
          </p:spPr>
          <p:txBody>
            <a:bodyPr rtlCol="0" anchor="ctr"/>
            <a:lstStyle/>
            <a:p>
              <a:endParaRPr lang="en-GR"/>
            </a:p>
          </p:txBody>
        </p:sp>
      </p:grpSp>
      <p:grpSp>
        <p:nvGrpSpPr>
          <p:cNvPr id="856" name="Group 855">
            <a:extLst>
              <a:ext uri="{FF2B5EF4-FFF2-40B4-BE49-F238E27FC236}">
                <a16:creationId xmlns:a16="http://schemas.microsoft.com/office/drawing/2014/main" id="{0678CD9E-E990-CD3E-9809-3660D558489E}"/>
              </a:ext>
            </a:extLst>
          </p:cNvPr>
          <p:cNvGrpSpPr/>
          <p:nvPr/>
        </p:nvGrpSpPr>
        <p:grpSpPr>
          <a:xfrm>
            <a:off x="8910214" y="5190369"/>
            <a:ext cx="180936" cy="181772"/>
            <a:chOff x="7758058" y="5190369"/>
            <a:chExt cx="180936" cy="181772"/>
          </a:xfrm>
        </p:grpSpPr>
        <p:sp>
          <p:nvSpPr>
            <p:cNvPr id="857" name="Freeform 692">
              <a:extLst>
                <a:ext uri="{FF2B5EF4-FFF2-40B4-BE49-F238E27FC236}">
                  <a16:creationId xmlns:a16="http://schemas.microsoft.com/office/drawing/2014/main" id="{89DFA8F6-446A-E0A7-DEE7-72294D2C5E31}"/>
                </a:ext>
              </a:extLst>
            </p:cNvPr>
            <p:cNvSpPr/>
            <p:nvPr/>
          </p:nvSpPr>
          <p:spPr>
            <a:xfrm>
              <a:off x="7833955" y="5235700"/>
              <a:ext cx="29143" cy="64121"/>
            </a:xfrm>
            <a:custGeom>
              <a:avLst/>
              <a:gdLst>
                <a:gd name="connsiteX0" fmla="*/ 32916 w 32916"/>
                <a:gd name="connsiteY0" fmla="*/ 8842 h 72421"/>
                <a:gd name="connsiteX1" fmla="*/ 0 w 32916"/>
                <a:gd name="connsiteY1" fmla="*/ 8842 h 72421"/>
                <a:gd name="connsiteX2" fmla="*/ 0 w 32916"/>
                <a:gd name="connsiteY2" fmla="*/ 72422 h 72421"/>
                <a:gd name="connsiteX3" fmla="*/ 32916 w 32916"/>
                <a:gd name="connsiteY3" fmla="*/ 72422 h 72421"/>
                <a:gd name="connsiteX4" fmla="*/ 32916 w 32916"/>
                <a:gd name="connsiteY4" fmla="*/ 8842 h 72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916" h="72421">
                  <a:moveTo>
                    <a:pt x="32916" y="8842"/>
                  </a:moveTo>
                  <a:cubicBezTo>
                    <a:pt x="32515" y="-2947"/>
                    <a:pt x="401" y="-2947"/>
                    <a:pt x="0" y="8842"/>
                  </a:cubicBezTo>
                  <a:lnTo>
                    <a:pt x="0" y="72422"/>
                  </a:lnTo>
                  <a:lnTo>
                    <a:pt x="32916" y="72422"/>
                  </a:lnTo>
                  <a:lnTo>
                    <a:pt x="32916" y="8842"/>
                  </a:lnTo>
                  <a:close/>
                </a:path>
              </a:pathLst>
            </a:custGeom>
            <a:solidFill>
              <a:srgbClr val="007B85"/>
            </a:solidFill>
            <a:ln w="3646" cap="flat">
              <a:noFill/>
              <a:prstDash val="solid"/>
              <a:miter/>
            </a:ln>
          </p:spPr>
          <p:txBody>
            <a:bodyPr rtlCol="0" anchor="ctr"/>
            <a:lstStyle/>
            <a:p>
              <a:endParaRPr lang="en-GR"/>
            </a:p>
          </p:txBody>
        </p:sp>
        <p:sp>
          <p:nvSpPr>
            <p:cNvPr id="858" name="Freeform 693">
              <a:extLst>
                <a:ext uri="{FF2B5EF4-FFF2-40B4-BE49-F238E27FC236}">
                  <a16:creationId xmlns:a16="http://schemas.microsoft.com/office/drawing/2014/main" id="{B3B3646B-B259-A4C5-4BD7-DBF6FEFA0CAF}"/>
                </a:ext>
              </a:extLst>
            </p:cNvPr>
            <p:cNvSpPr/>
            <p:nvPr/>
          </p:nvSpPr>
          <p:spPr>
            <a:xfrm>
              <a:off x="7792662" y="5312036"/>
              <a:ext cx="112051" cy="18096"/>
            </a:xfrm>
            <a:custGeom>
              <a:avLst/>
              <a:gdLst>
                <a:gd name="connsiteX0" fmla="*/ 126556 w 126556"/>
                <a:gd name="connsiteY0" fmla="*/ 0 h 20438"/>
                <a:gd name="connsiteX1" fmla="*/ 0 w 126556"/>
                <a:gd name="connsiteY1" fmla="*/ 0 h 20438"/>
                <a:gd name="connsiteX2" fmla="*/ 0 w 126556"/>
                <a:gd name="connsiteY2" fmla="*/ 20439 h 20438"/>
                <a:gd name="connsiteX3" fmla="*/ 126556 w 126556"/>
                <a:gd name="connsiteY3" fmla="*/ 20439 h 20438"/>
                <a:gd name="connsiteX4" fmla="*/ 126556 w 126556"/>
                <a:gd name="connsiteY4" fmla="*/ 0 h 20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556" h="20438">
                  <a:moveTo>
                    <a:pt x="126556" y="0"/>
                  </a:moveTo>
                  <a:lnTo>
                    <a:pt x="0" y="0"/>
                  </a:lnTo>
                  <a:lnTo>
                    <a:pt x="0" y="20439"/>
                  </a:lnTo>
                  <a:lnTo>
                    <a:pt x="126556" y="20439"/>
                  </a:lnTo>
                  <a:lnTo>
                    <a:pt x="126556" y="0"/>
                  </a:lnTo>
                  <a:close/>
                </a:path>
              </a:pathLst>
            </a:custGeom>
            <a:solidFill>
              <a:srgbClr val="007B85"/>
            </a:solidFill>
            <a:ln w="3646" cap="flat">
              <a:noFill/>
              <a:prstDash val="solid"/>
              <a:miter/>
            </a:ln>
          </p:spPr>
          <p:txBody>
            <a:bodyPr rtlCol="0" anchor="ctr"/>
            <a:lstStyle/>
            <a:p>
              <a:endParaRPr lang="en-GR"/>
            </a:p>
          </p:txBody>
        </p:sp>
        <p:sp>
          <p:nvSpPr>
            <p:cNvPr id="859" name="Freeform 694">
              <a:extLst>
                <a:ext uri="{FF2B5EF4-FFF2-40B4-BE49-F238E27FC236}">
                  <a16:creationId xmlns:a16="http://schemas.microsoft.com/office/drawing/2014/main" id="{D97C4FB4-B3DC-16E2-8EAC-82279AF03116}"/>
                </a:ext>
              </a:extLst>
            </p:cNvPr>
            <p:cNvSpPr/>
            <p:nvPr/>
          </p:nvSpPr>
          <p:spPr>
            <a:xfrm>
              <a:off x="7875440" y="5268935"/>
              <a:ext cx="29306" cy="30885"/>
            </a:xfrm>
            <a:custGeom>
              <a:avLst/>
              <a:gdLst>
                <a:gd name="connsiteX0" fmla="*/ 33099 w 33099"/>
                <a:gd name="connsiteY0" fmla="*/ 8896 h 34883"/>
                <a:gd name="connsiteX1" fmla="*/ 33099 w 33099"/>
                <a:gd name="connsiteY1" fmla="*/ 34883 h 34883"/>
                <a:gd name="connsiteX2" fmla="*/ 0 w 33099"/>
                <a:gd name="connsiteY2" fmla="*/ 34883 h 34883"/>
                <a:gd name="connsiteX3" fmla="*/ 0 w 33099"/>
                <a:gd name="connsiteY3" fmla="*/ 8896 h 34883"/>
                <a:gd name="connsiteX4" fmla="*/ 33099 w 33099"/>
                <a:gd name="connsiteY4" fmla="*/ 8896 h 34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99" h="34883">
                  <a:moveTo>
                    <a:pt x="33099" y="8896"/>
                  </a:moveTo>
                  <a:lnTo>
                    <a:pt x="33099" y="34883"/>
                  </a:lnTo>
                  <a:lnTo>
                    <a:pt x="0" y="34883"/>
                  </a:lnTo>
                  <a:lnTo>
                    <a:pt x="0" y="8896"/>
                  </a:lnTo>
                  <a:cubicBezTo>
                    <a:pt x="401" y="-2965"/>
                    <a:pt x="32698" y="-2965"/>
                    <a:pt x="33099" y="8896"/>
                  </a:cubicBezTo>
                  <a:close/>
                </a:path>
              </a:pathLst>
            </a:custGeom>
            <a:solidFill>
              <a:srgbClr val="007B85"/>
            </a:solidFill>
            <a:ln w="3646" cap="flat">
              <a:noFill/>
              <a:prstDash val="solid"/>
              <a:miter/>
            </a:ln>
          </p:spPr>
          <p:txBody>
            <a:bodyPr rtlCol="0" anchor="ctr"/>
            <a:lstStyle/>
            <a:p>
              <a:endParaRPr lang="en-GR"/>
            </a:p>
          </p:txBody>
        </p:sp>
        <p:sp>
          <p:nvSpPr>
            <p:cNvPr id="860" name="Freeform 695">
              <a:extLst>
                <a:ext uri="{FF2B5EF4-FFF2-40B4-BE49-F238E27FC236}">
                  <a16:creationId xmlns:a16="http://schemas.microsoft.com/office/drawing/2014/main" id="{13E311B2-1BF8-02CE-BA15-59CDFB78AAAC}"/>
                </a:ext>
              </a:extLst>
            </p:cNvPr>
            <p:cNvSpPr/>
            <p:nvPr/>
          </p:nvSpPr>
          <p:spPr>
            <a:xfrm>
              <a:off x="7792662" y="5256385"/>
              <a:ext cx="29306" cy="43435"/>
            </a:xfrm>
            <a:custGeom>
              <a:avLst/>
              <a:gdLst>
                <a:gd name="connsiteX0" fmla="*/ 33099 w 33099"/>
                <a:gd name="connsiteY0" fmla="*/ 8837 h 49058"/>
                <a:gd name="connsiteX1" fmla="*/ 0 w 33099"/>
                <a:gd name="connsiteY1" fmla="*/ 9093 h 49058"/>
                <a:gd name="connsiteX2" fmla="*/ 0 w 33099"/>
                <a:gd name="connsiteY2" fmla="*/ 49058 h 49058"/>
                <a:gd name="connsiteX3" fmla="*/ 33099 w 33099"/>
                <a:gd name="connsiteY3" fmla="*/ 49058 h 49058"/>
                <a:gd name="connsiteX4" fmla="*/ 33099 w 33099"/>
                <a:gd name="connsiteY4" fmla="*/ 8837 h 49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99" h="49058">
                  <a:moveTo>
                    <a:pt x="33099" y="8837"/>
                  </a:moveTo>
                  <a:cubicBezTo>
                    <a:pt x="32442" y="-3024"/>
                    <a:pt x="0" y="-2951"/>
                    <a:pt x="0" y="9093"/>
                  </a:cubicBezTo>
                  <a:lnTo>
                    <a:pt x="0" y="49058"/>
                  </a:lnTo>
                  <a:lnTo>
                    <a:pt x="33099" y="49058"/>
                  </a:lnTo>
                  <a:lnTo>
                    <a:pt x="33099" y="8837"/>
                  </a:lnTo>
                  <a:close/>
                </a:path>
              </a:pathLst>
            </a:custGeom>
            <a:solidFill>
              <a:srgbClr val="007B85"/>
            </a:solidFill>
            <a:ln w="3646" cap="flat">
              <a:noFill/>
              <a:prstDash val="solid"/>
              <a:miter/>
            </a:ln>
          </p:spPr>
          <p:txBody>
            <a:bodyPr rtlCol="0" anchor="ctr"/>
            <a:lstStyle/>
            <a:p>
              <a:endParaRPr lang="en-GR"/>
            </a:p>
          </p:txBody>
        </p:sp>
        <p:sp>
          <p:nvSpPr>
            <p:cNvPr id="861" name="Freeform 696">
              <a:extLst>
                <a:ext uri="{FF2B5EF4-FFF2-40B4-BE49-F238E27FC236}">
                  <a16:creationId xmlns:a16="http://schemas.microsoft.com/office/drawing/2014/main" id="{945B5365-A0E8-A38F-D243-7A34B816977B}"/>
                </a:ext>
              </a:extLst>
            </p:cNvPr>
            <p:cNvSpPr/>
            <p:nvPr/>
          </p:nvSpPr>
          <p:spPr>
            <a:xfrm>
              <a:off x="7758058" y="5190369"/>
              <a:ext cx="180936" cy="181772"/>
            </a:xfrm>
            <a:custGeom>
              <a:avLst/>
              <a:gdLst>
                <a:gd name="connsiteX0" fmla="*/ 57074 w 204358"/>
                <a:gd name="connsiteY0" fmla="*/ 110 h 205302"/>
                <a:gd name="connsiteX1" fmla="*/ 150568 w 204358"/>
                <a:gd name="connsiteY1" fmla="*/ 0 h 205302"/>
                <a:gd name="connsiteX2" fmla="*/ 204358 w 204358"/>
                <a:gd name="connsiteY2" fmla="*/ 35257 h 205302"/>
                <a:gd name="connsiteX3" fmla="*/ 204358 w 204358"/>
                <a:gd name="connsiteY3" fmla="*/ 170045 h 205302"/>
                <a:gd name="connsiteX4" fmla="*/ 153780 w 204358"/>
                <a:gd name="connsiteY4" fmla="*/ 205229 h 205302"/>
                <a:gd name="connsiteX5" fmla="*/ 60286 w 204358"/>
                <a:gd name="connsiteY5" fmla="*/ 205302 h 205302"/>
                <a:gd name="connsiteX6" fmla="*/ 0 w 204358"/>
                <a:gd name="connsiteY6" fmla="*/ 170045 h 205302"/>
                <a:gd name="connsiteX7" fmla="*/ 0 w 204358"/>
                <a:gd name="connsiteY7" fmla="*/ 35257 h 205302"/>
                <a:gd name="connsiteX8" fmla="*/ 57074 w 204358"/>
                <a:gd name="connsiteY8" fmla="*/ 110 h 205302"/>
                <a:gd name="connsiteX9" fmla="*/ 25290 w 204358"/>
                <a:gd name="connsiteY9" fmla="*/ 178038 h 205302"/>
                <a:gd name="connsiteX10" fmla="*/ 179069 w 204358"/>
                <a:gd name="connsiteY10" fmla="*/ 177892 h 205302"/>
                <a:gd name="connsiteX11" fmla="*/ 179069 w 204358"/>
                <a:gd name="connsiteY11" fmla="*/ 27337 h 205302"/>
                <a:gd name="connsiteX12" fmla="*/ 25290 w 204358"/>
                <a:gd name="connsiteY12" fmla="*/ 27483 h 205302"/>
                <a:gd name="connsiteX13" fmla="*/ 25290 w 204358"/>
                <a:gd name="connsiteY13" fmla="*/ 178038 h 20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4358" h="205302">
                  <a:moveTo>
                    <a:pt x="57074" y="110"/>
                  </a:moveTo>
                  <a:lnTo>
                    <a:pt x="150568" y="0"/>
                  </a:lnTo>
                  <a:cubicBezTo>
                    <a:pt x="183923" y="219"/>
                    <a:pt x="204358" y="15877"/>
                    <a:pt x="204358" y="35257"/>
                  </a:cubicBezTo>
                  <a:lnTo>
                    <a:pt x="204358" y="170045"/>
                  </a:lnTo>
                  <a:cubicBezTo>
                    <a:pt x="204358" y="188768"/>
                    <a:pt x="185601" y="204025"/>
                    <a:pt x="153780" y="205229"/>
                  </a:cubicBezTo>
                  <a:lnTo>
                    <a:pt x="60286" y="205302"/>
                  </a:lnTo>
                  <a:cubicBezTo>
                    <a:pt x="26932" y="205119"/>
                    <a:pt x="0" y="189425"/>
                    <a:pt x="0" y="170045"/>
                  </a:cubicBezTo>
                  <a:lnTo>
                    <a:pt x="0" y="35257"/>
                  </a:lnTo>
                  <a:cubicBezTo>
                    <a:pt x="0" y="16570"/>
                    <a:pt x="25253" y="1277"/>
                    <a:pt x="57074" y="110"/>
                  </a:cubicBezTo>
                  <a:close/>
                  <a:moveTo>
                    <a:pt x="25290" y="178038"/>
                  </a:moveTo>
                  <a:lnTo>
                    <a:pt x="179069" y="177892"/>
                  </a:lnTo>
                  <a:lnTo>
                    <a:pt x="179069" y="27337"/>
                  </a:lnTo>
                  <a:lnTo>
                    <a:pt x="25290" y="27483"/>
                  </a:lnTo>
                  <a:lnTo>
                    <a:pt x="25290" y="178038"/>
                  </a:lnTo>
                  <a:close/>
                </a:path>
              </a:pathLst>
            </a:custGeom>
            <a:solidFill>
              <a:srgbClr val="007B85"/>
            </a:solidFill>
            <a:ln w="3646" cap="flat">
              <a:noFill/>
              <a:prstDash val="solid"/>
              <a:miter/>
            </a:ln>
          </p:spPr>
          <p:txBody>
            <a:bodyPr rtlCol="0" anchor="ctr"/>
            <a:lstStyle/>
            <a:p>
              <a:endParaRPr lang="en-GR"/>
            </a:p>
          </p:txBody>
        </p:sp>
      </p:grpSp>
      <p:grpSp>
        <p:nvGrpSpPr>
          <p:cNvPr id="862" name="Group 861">
            <a:extLst>
              <a:ext uri="{FF2B5EF4-FFF2-40B4-BE49-F238E27FC236}">
                <a16:creationId xmlns:a16="http://schemas.microsoft.com/office/drawing/2014/main" id="{C5AB0057-062B-FE17-6A01-6DFB4C734FCD}"/>
              </a:ext>
            </a:extLst>
          </p:cNvPr>
          <p:cNvGrpSpPr/>
          <p:nvPr/>
        </p:nvGrpSpPr>
        <p:grpSpPr>
          <a:xfrm>
            <a:off x="9246240" y="5190386"/>
            <a:ext cx="173892" cy="181443"/>
            <a:chOff x="8094084" y="5190384"/>
            <a:chExt cx="173892" cy="181443"/>
          </a:xfrm>
        </p:grpSpPr>
        <p:sp>
          <p:nvSpPr>
            <p:cNvPr id="863" name="Freeform 697">
              <a:extLst>
                <a:ext uri="{FF2B5EF4-FFF2-40B4-BE49-F238E27FC236}">
                  <a16:creationId xmlns:a16="http://schemas.microsoft.com/office/drawing/2014/main" id="{C7C93FAA-7238-6F55-B7B3-3A94C177ECD7}"/>
                </a:ext>
              </a:extLst>
            </p:cNvPr>
            <p:cNvSpPr/>
            <p:nvPr/>
          </p:nvSpPr>
          <p:spPr>
            <a:xfrm>
              <a:off x="8094116" y="5190384"/>
              <a:ext cx="90420" cy="101778"/>
            </a:xfrm>
            <a:custGeom>
              <a:avLst/>
              <a:gdLst>
                <a:gd name="connsiteX0" fmla="*/ 94151 w 102125"/>
                <a:gd name="connsiteY0" fmla="*/ 62870 h 114953"/>
                <a:gd name="connsiteX1" fmla="*/ 84918 w 102125"/>
                <a:gd name="connsiteY1" fmla="*/ 65936 h 114953"/>
                <a:gd name="connsiteX2" fmla="*/ 84991 w 102125"/>
                <a:gd name="connsiteY2" fmla="*/ 66046 h 114953"/>
                <a:gd name="connsiteX3" fmla="*/ 66927 w 102125"/>
                <a:gd name="connsiteY3" fmla="*/ 47979 h 114953"/>
                <a:gd name="connsiteX4" fmla="*/ 0 w 102125"/>
                <a:gd name="connsiteY4" fmla="*/ 114953 h 114953"/>
                <a:gd name="connsiteX5" fmla="*/ 0 w 102125"/>
                <a:gd name="connsiteY5" fmla="*/ 85974 h 114953"/>
                <a:gd name="connsiteX6" fmla="*/ 52440 w 102125"/>
                <a:gd name="connsiteY6" fmla="*/ 33490 h 114953"/>
                <a:gd name="connsiteX7" fmla="*/ 36128 w 102125"/>
                <a:gd name="connsiteY7" fmla="*/ 17211 h 114953"/>
                <a:gd name="connsiteX8" fmla="*/ 39193 w 102125"/>
                <a:gd name="connsiteY8" fmla="*/ 7977 h 114953"/>
                <a:gd name="connsiteX9" fmla="*/ 96012 w 102125"/>
                <a:gd name="connsiteY9" fmla="*/ 57 h 114953"/>
                <a:gd name="connsiteX10" fmla="*/ 102070 w 102125"/>
                <a:gd name="connsiteY10" fmla="*/ 6116 h 114953"/>
                <a:gd name="connsiteX11" fmla="*/ 94151 w 102125"/>
                <a:gd name="connsiteY11" fmla="*/ 62870 h 114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125" h="114953">
                  <a:moveTo>
                    <a:pt x="94151" y="62870"/>
                  </a:moveTo>
                  <a:cubicBezTo>
                    <a:pt x="93494" y="67323"/>
                    <a:pt x="88093" y="69111"/>
                    <a:pt x="84918" y="65936"/>
                  </a:cubicBezTo>
                  <a:lnTo>
                    <a:pt x="84991" y="66046"/>
                  </a:lnTo>
                  <a:lnTo>
                    <a:pt x="66927" y="47979"/>
                  </a:lnTo>
                  <a:lnTo>
                    <a:pt x="0" y="114953"/>
                  </a:lnTo>
                  <a:lnTo>
                    <a:pt x="0" y="85974"/>
                  </a:lnTo>
                  <a:lnTo>
                    <a:pt x="52440" y="33490"/>
                  </a:lnTo>
                  <a:lnTo>
                    <a:pt x="36128" y="17211"/>
                  </a:lnTo>
                  <a:cubicBezTo>
                    <a:pt x="32953" y="14036"/>
                    <a:pt x="34778" y="8598"/>
                    <a:pt x="39193" y="7977"/>
                  </a:cubicBezTo>
                  <a:lnTo>
                    <a:pt x="96012" y="57"/>
                  </a:lnTo>
                  <a:cubicBezTo>
                    <a:pt x="99515" y="-454"/>
                    <a:pt x="102581" y="2539"/>
                    <a:pt x="102070" y="6116"/>
                  </a:cubicBezTo>
                  <a:lnTo>
                    <a:pt x="94151" y="62870"/>
                  </a:lnTo>
                  <a:close/>
                </a:path>
              </a:pathLst>
            </a:custGeom>
            <a:solidFill>
              <a:srgbClr val="007B85"/>
            </a:solidFill>
            <a:ln w="3646" cap="flat">
              <a:noFill/>
              <a:prstDash val="solid"/>
              <a:miter/>
            </a:ln>
          </p:spPr>
          <p:txBody>
            <a:bodyPr rtlCol="0" anchor="ctr"/>
            <a:lstStyle/>
            <a:p>
              <a:endParaRPr lang="en-GR"/>
            </a:p>
          </p:txBody>
        </p:sp>
        <p:sp>
          <p:nvSpPr>
            <p:cNvPr id="864" name="Freeform 698">
              <a:extLst>
                <a:ext uri="{FF2B5EF4-FFF2-40B4-BE49-F238E27FC236}">
                  <a16:creationId xmlns:a16="http://schemas.microsoft.com/office/drawing/2014/main" id="{EDDFA997-D545-0A79-EC56-6EAACDE6FEE2}"/>
                </a:ext>
              </a:extLst>
            </p:cNvPr>
            <p:cNvSpPr/>
            <p:nvPr/>
          </p:nvSpPr>
          <p:spPr>
            <a:xfrm>
              <a:off x="8222064" y="5191953"/>
              <a:ext cx="45912" cy="179833"/>
            </a:xfrm>
            <a:custGeom>
              <a:avLst/>
              <a:gdLst>
                <a:gd name="connsiteX0" fmla="*/ 51856 w 51855"/>
                <a:gd name="connsiteY0" fmla="*/ 13760 h 203112"/>
                <a:gd name="connsiteX1" fmla="*/ 51856 w 51855"/>
                <a:gd name="connsiteY1" fmla="*/ 189134 h 203112"/>
                <a:gd name="connsiteX2" fmla="*/ 0 w 51855"/>
                <a:gd name="connsiteY2" fmla="*/ 189170 h 203112"/>
                <a:gd name="connsiteX3" fmla="*/ 0 w 51855"/>
                <a:gd name="connsiteY3" fmla="*/ 13833 h 203112"/>
                <a:gd name="connsiteX4" fmla="*/ 51856 w 51855"/>
                <a:gd name="connsiteY4" fmla="*/ 13760 h 203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55" h="203112">
                  <a:moveTo>
                    <a:pt x="51856" y="13760"/>
                  </a:moveTo>
                  <a:lnTo>
                    <a:pt x="51856" y="189134"/>
                  </a:lnTo>
                  <a:cubicBezTo>
                    <a:pt x="51236" y="207748"/>
                    <a:pt x="474" y="207784"/>
                    <a:pt x="0" y="189170"/>
                  </a:cubicBezTo>
                  <a:lnTo>
                    <a:pt x="0" y="13833"/>
                  </a:lnTo>
                  <a:cubicBezTo>
                    <a:pt x="621" y="-4599"/>
                    <a:pt x="51345" y="-4599"/>
                    <a:pt x="51856" y="13760"/>
                  </a:cubicBezTo>
                  <a:close/>
                </a:path>
              </a:pathLst>
            </a:custGeom>
            <a:solidFill>
              <a:srgbClr val="007B85"/>
            </a:solidFill>
            <a:ln w="3646" cap="flat">
              <a:noFill/>
              <a:prstDash val="solid"/>
              <a:miter/>
            </a:ln>
          </p:spPr>
          <p:txBody>
            <a:bodyPr rtlCol="0" anchor="ctr"/>
            <a:lstStyle/>
            <a:p>
              <a:endParaRPr lang="en-GR"/>
            </a:p>
          </p:txBody>
        </p:sp>
        <p:sp>
          <p:nvSpPr>
            <p:cNvPr id="865" name="Freeform 699">
              <a:extLst>
                <a:ext uri="{FF2B5EF4-FFF2-40B4-BE49-F238E27FC236}">
                  <a16:creationId xmlns:a16="http://schemas.microsoft.com/office/drawing/2014/main" id="{024A0A29-F650-07C6-6462-B4D48349A116}"/>
                </a:ext>
              </a:extLst>
            </p:cNvPr>
            <p:cNvSpPr/>
            <p:nvPr/>
          </p:nvSpPr>
          <p:spPr>
            <a:xfrm>
              <a:off x="8158090" y="5281304"/>
              <a:ext cx="46139" cy="90514"/>
            </a:xfrm>
            <a:custGeom>
              <a:avLst/>
              <a:gdLst>
                <a:gd name="connsiteX0" fmla="*/ 52111 w 52111"/>
                <a:gd name="connsiteY0" fmla="*/ 14015 h 102231"/>
                <a:gd name="connsiteX1" fmla="*/ 52111 w 52111"/>
                <a:gd name="connsiteY1" fmla="*/ 88216 h 102231"/>
                <a:gd name="connsiteX2" fmla="*/ 0 w 52111"/>
                <a:gd name="connsiteY2" fmla="*/ 88216 h 102231"/>
                <a:gd name="connsiteX3" fmla="*/ 0 w 52111"/>
                <a:gd name="connsiteY3" fmla="*/ 14015 h 102231"/>
                <a:gd name="connsiteX4" fmla="*/ 52111 w 52111"/>
                <a:gd name="connsiteY4" fmla="*/ 14015 h 1022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11" h="102231">
                  <a:moveTo>
                    <a:pt x="52111" y="14015"/>
                  </a:moveTo>
                  <a:lnTo>
                    <a:pt x="52111" y="88216"/>
                  </a:lnTo>
                  <a:cubicBezTo>
                    <a:pt x="51600" y="106903"/>
                    <a:pt x="511" y="106903"/>
                    <a:pt x="0" y="88216"/>
                  </a:cubicBezTo>
                  <a:lnTo>
                    <a:pt x="0" y="14015"/>
                  </a:lnTo>
                  <a:cubicBezTo>
                    <a:pt x="511" y="-4672"/>
                    <a:pt x="51600" y="-4672"/>
                    <a:pt x="52111" y="14015"/>
                  </a:cubicBezTo>
                  <a:close/>
                </a:path>
              </a:pathLst>
            </a:custGeom>
            <a:solidFill>
              <a:srgbClr val="007B85"/>
            </a:solidFill>
            <a:ln w="3646" cap="flat">
              <a:noFill/>
              <a:prstDash val="solid"/>
              <a:miter/>
            </a:ln>
          </p:spPr>
          <p:txBody>
            <a:bodyPr rtlCol="0" anchor="ctr"/>
            <a:lstStyle/>
            <a:p>
              <a:endParaRPr lang="en-GR"/>
            </a:p>
          </p:txBody>
        </p:sp>
        <p:sp>
          <p:nvSpPr>
            <p:cNvPr id="866" name="Freeform 700">
              <a:extLst>
                <a:ext uri="{FF2B5EF4-FFF2-40B4-BE49-F238E27FC236}">
                  <a16:creationId xmlns:a16="http://schemas.microsoft.com/office/drawing/2014/main" id="{6CB7E714-1634-46AD-3606-CA357C35CA81}"/>
                </a:ext>
              </a:extLst>
            </p:cNvPr>
            <p:cNvSpPr/>
            <p:nvPr/>
          </p:nvSpPr>
          <p:spPr>
            <a:xfrm>
              <a:off x="8094084" y="5321447"/>
              <a:ext cx="46203" cy="50380"/>
            </a:xfrm>
            <a:custGeom>
              <a:avLst/>
              <a:gdLst>
                <a:gd name="connsiteX0" fmla="*/ 0 w 52184"/>
                <a:gd name="connsiteY0" fmla="*/ 14080 h 56901"/>
                <a:gd name="connsiteX1" fmla="*/ 0 w 52184"/>
                <a:gd name="connsiteY1" fmla="*/ 42658 h 56901"/>
                <a:gd name="connsiteX2" fmla="*/ 52185 w 52184"/>
                <a:gd name="connsiteY2" fmla="*/ 43059 h 56901"/>
                <a:gd name="connsiteX3" fmla="*/ 52185 w 52184"/>
                <a:gd name="connsiteY3" fmla="*/ 13678 h 56901"/>
                <a:gd name="connsiteX4" fmla="*/ 0 w 52184"/>
                <a:gd name="connsiteY4" fmla="*/ 14080 h 56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84" h="56901">
                  <a:moveTo>
                    <a:pt x="0" y="14080"/>
                  </a:moveTo>
                  <a:lnTo>
                    <a:pt x="0" y="42658"/>
                  </a:lnTo>
                  <a:cubicBezTo>
                    <a:pt x="0" y="61491"/>
                    <a:pt x="51163" y="61673"/>
                    <a:pt x="52185" y="43059"/>
                  </a:cubicBezTo>
                  <a:lnTo>
                    <a:pt x="52185" y="13678"/>
                  </a:lnTo>
                  <a:cubicBezTo>
                    <a:pt x="51163" y="-4680"/>
                    <a:pt x="110" y="-4571"/>
                    <a:pt x="0" y="14080"/>
                  </a:cubicBezTo>
                  <a:close/>
                </a:path>
              </a:pathLst>
            </a:custGeom>
            <a:solidFill>
              <a:srgbClr val="007B85"/>
            </a:solidFill>
            <a:ln w="3646" cap="flat">
              <a:noFill/>
              <a:prstDash val="solid"/>
              <a:miter/>
            </a:ln>
          </p:spPr>
          <p:txBody>
            <a:bodyPr rtlCol="0" anchor="ctr"/>
            <a:lstStyle/>
            <a:p>
              <a:endParaRPr lang="en-GR"/>
            </a:p>
          </p:txBody>
        </p:sp>
      </p:grpSp>
      <p:grpSp>
        <p:nvGrpSpPr>
          <p:cNvPr id="867" name="Group 866">
            <a:extLst>
              <a:ext uri="{FF2B5EF4-FFF2-40B4-BE49-F238E27FC236}">
                <a16:creationId xmlns:a16="http://schemas.microsoft.com/office/drawing/2014/main" id="{0BF1A980-248B-CF77-E713-82BA75D12041}"/>
              </a:ext>
            </a:extLst>
          </p:cNvPr>
          <p:cNvGrpSpPr/>
          <p:nvPr/>
        </p:nvGrpSpPr>
        <p:grpSpPr>
          <a:xfrm>
            <a:off x="9588727" y="5187140"/>
            <a:ext cx="157706" cy="187427"/>
            <a:chOff x="8436571" y="5187138"/>
            <a:chExt cx="157706" cy="187427"/>
          </a:xfrm>
        </p:grpSpPr>
        <p:sp>
          <p:nvSpPr>
            <p:cNvPr id="868" name="Freeform 701">
              <a:extLst>
                <a:ext uri="{FF2B5EF4-FFF2-40B4-BE49-F238E27FC236}">
                  <a16:creationId xmlns:a16="http://schemas.microsoft.com/office/drawing/2014/main" id="{357BC258-062B-F33C-84CC-24F0E9C18559}"/>
                </a:ext>
              </a:extLst>
            </p:cNvPr>
            <p:cNvSpPr/>
            <p:nvPr/>
          </p:nvSpPr>
          <p:spPr>
            <a:xfrm>
              <a:off x="8505101" y="5258102"/>
              <a:ext cx="57642" cy="17094"/>
            </a:xfrm>
            <a:custGeom>
              <a:avLst/>
              <a:gdLst>
                <a:gd name="connsiteX0" fmla="*/ 59483 w 65103"/>
                <a:gd name="connsiteY0" fmla="*/ 0 h 19307"/>
                <a:gd name="connsiteX1" fmla="*/ 5620 w 65103"/>
                <a:gd name="connsiteY1" fmla="*/ 0 h 19307"/>
                <a:gd name="connsiteX2" fmla="*/ 0 w 65103"/>
                <a:gd name="connsiteY2" fmla="*/ 9636 h 19307"/>
                <a:gd name="connsiteX3" fmla="*/ 5620 w 65103"/>
                <a:gd name="connsiteY3" fmla="*/ 19308 h 19307"/>
                <a:gd name="connsiteX4" fmla="*/ 59483 w 65103"/>
                <a:gd name="connsiteY4" fmla="*/ 19308 h 19307"/>
                <a:gd name="connsiteX5" fmla="*/ 65103 w 65103"/>
                <a:gd name="connsiteY5" fmla="*/ 9636 h 19307"/>
                <a:gd name="connsiteX6" fmla="*/ 59483 w 65103"/>
                <a:gd name="connsiteY6" fmla="*/ 0 h 19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103" h="19307">
                  <a:moveTo>
                    <a:pt x="59483" y="0"/>
                  </a:moveTo>
                  <a:lnTo>
                    <a:pt x="5620" y="0"/>
                  </a:lnTo>
                  <a:cubicBezTo>
                    <a:pt x="2518" y="0"/>
                    <a:pt x="0" y="4344"/>
                    <a:pt x="0" y="9636"/>
                  </a:cubicBezTo>
                  <a:cubicBezTo>
                    <a:pt x="0" y="14965"/>
                    <a:pt x="2518" y="19308"/>
                    <a:pt x="5620" y="19308"/>
                  </a:cubicBezTo>
                  <a:lnTo>
                    <a:pt x="59483" y="19308"/>
                  </a:lnTo>
                  <a:cubicBezTo>
                    <a:pt x="62585" y="19308"/>
                    <a:pt x="65103" y="14965"/>
                    <a:pt x="65103" y="9636"/>
                  </a:cubicBezTo>
                  <a:cubicBezTo>
                    <a:pt x="65103" y="4344"/>
                    <a:pt x="62585" y="0"/>
                    <a:pt x="59483" y="0"/>
                  </a:cubicBezTo>
                  <a:close/>
                </a:path>
              </a:pathLst>
            </a:custGeom>
            <a:solidFill>
              <a:srgbClr val="007B85"/>
            </a:solidFill>
            <a:ln w="3646" cap="flat">
              <a:noFill/>
              <a:prstDash val="solid"/>
              <a:miter/>
            </a:ln>
          </p:spPr>
          <p:txBody>
            <a:bodyPr rtlCol="0" anchor="ctr"/>
            <a:lstStyle/>
            <a:p>
              <a:endParaRPr lang="en-GR"/>
            </a:p>
          </p:txBody>
        </p:sp>
        <p:sp>
          <p:nvSpPr>
            <p:cNvPr id="869" name="Freeform 702">
              <a:extLst>
                <a:ext uri="{FF2B5EF4-FFF2-40B4-BE49-F238E27FC236}">
                  <a16:creationId xmlns:a16="http://schemas.microsoft.com/office/drawing/2014/main" id="{29EF914C-10C1-9A87-8FD1-0B7B751B018C}"/>
                </a:ext>
              </a:extLst>
            </p:cNvPr>
            <p:cNvSpPr/>
            <p:nvPr/>
          </p:nvSpPr>
          <p:spPr>
            <a:xfrm>
              <a:off x="8505101" y="5286765"/>
              <a:ext cx="48012" cy="17094"/>
            </a:xfrm>
            <a:custGeom>
              <a:avLst/>
              <a:gdLst>
                <a:gd name="connsiteX0" fmla="*/ 5620 w 54227"/>
                <a:gd name="connsiteY0" fmla="*/ 0 h 19307"/>
                <a:gd name="connsiteX1" fmla="*/ 48608 w 54227"/>
                <a:gd name="connsiteY1" fmla="*/ 0 h 19307"/>
                <a:gd name="connsiteX2" fmla="*/ 54228 w 54227"/>
                <a:gd name="connsiteY2" fmla="*/ 9672 h 19307"/>
                <a:gd name="connsiteX3" fmla="*/ 48608 w 54227"/>
                <a:gd name="connsiteY3" fmla="*/ 19308 h 19307"/>
                <a:gd name="connsiteX4" fmla="*/ 5620 w 54227"/>
                <a:gd name="connsiteY4" fmla="*/ 19308 h 19307"/>
                <a:gd name="connsiteX5" fmla="*/ 0 w 54227"/>
                <a:gd name="connsiteY5" fmla="*/ 9672 h 19307"/>
                <a:gd name="connsiteX6" fmla="*/ 5620 w 54227"/>
                <a:gd name="connsiteY6" fmla="*/ 0 h 19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227" h="19307">
                  <a:moveTo>
                    <a:pt x="5620" y="0"/>
                  </a:moveTo>
                  <a:lnTo>
                    <a:pt x="48608" y="0"/>
                  </a:lnTo>
                  <a:cubicBezTo>
                    <a:pt x="51710" y="0"/>
                    <a:pt x="54228" y="4307"/>
                    <a:pt x="54228" y="9672"/>
                  </a:cubicBezTo>
                  <a:cubicBezTo>
                    <a:pt x="54228" y="15037"/>
                    <a:pt x="51710" y="19308"/>
                    <a:pt x="48608" y="19308"/>
                  </a:cubicBezTo>
                  <a:lnTo>
                    <a:pt x="5620" y="19308"/>
                  </a:lnTo>
                  <a:cubicBezTo>
                    <a:pt x="2518" y="19308"/>
                    <a:pt x="0" y="15037"/>
                    <a:pt x="0" y="9672"/>
                  </a:cubicBezTo>
                  <a:cubicBezTo>
                    <a:pt x="0" y="4307"/>
                    <a:pt x="2518" y="0"/>
                    <a:pt x="5620" y="0"/>
                  </a:cubicBezTo>
                  <a:close/>
                </a:path>
              </a:pathLst>
            </a:custGeom>
            <a:solidFill>
              <a:srgbClr val="007B85"/>
            </a:solidFill>
            <a:ln w="3646" cap="flat">
              <a:noFill/>
              <a:prstDash val="solid"/>
              <a:miter/>
            </a:ln>
          </p:spPr>
          <p:txBody>
            <a:bodyPr rtlCol="0" anchor="ctr"/>
            <a:lstStyle/>
            <a:p>
              <a:endParaRPr lang="en-GR"/>
            </a:p>
          </p:txBody>
        </p:sp>
        <p:sp>
          <p:nvSpPr>
            <p:cNvPr id="870" name="Freeform 703">
              <a:extLst>
                <a:ext uri="{FF2B5EF4-FFF2-40B4-BE49-F238E27FC236}">
                  <a16:creationId xmlns:a16="http://schemas.microsoft.com/office/drawing/2014/main" id="{705A736F-907A-22C5-C3FE-CBC32F70BFD7}"/>
                </a:ext>
              </a:extLst>
            </p:cNvPr>
            <p:cNvSpPr/>
            <p:nvPr/>
          </p:nvSpPr>
          <p:spPr>
            <a:xfrm>
              <a:off x="8436571" y="5187138"/>
              <a:ext cx="157706" cy="187427"/>
            </a:xfrm>
            <a:custGeom>
              <a:avLst/>
              <a:gdLst>
                <a:gd name="connsiteX0" fmla="*/ 174544 w 178120"/>
                <a:gd name="connsiteY0" fmla="*/ 35732 h 211689"/>
                <a:gd name="connsiteX1" fmla="*/ 142394 w 178120"/>
                <a:gd name="connsiteY1" fmla="*/ 3577 h 211689"/>
                <a:gd name="connsiteX2" fmla="*/ 133818 w 178120"/>
                <a:gd name="connsiteY2" fmla="*/ 0 h 211689"/>
                <a:gd name="connsiteX3" fmla="*/ 77072 w 178120"/>
                <a:gd name="connsiteY3" fmla="*/ 0 h 211689"/>
                <a:gd name="connsiteX4" fmla="*/ 41893 w 178120"/>
                <a:gd name="connsiteY4" fmla="*/ 21133 h 211689"/>
                <a:gd name="connsiteX5" fmla="*/ 41893 w 178120"/>
                <a:gd name="connsiteY5" fmla="*/ 42009 h 211689"/>
                <a:gd name="connsiteX6" fmla="*/ 35179 w 178120"/>
                <a:gd name="connsiteY6" fmla="*/ 42009 h 211689"/>
                <a:gd name="connsiteX7" fmla="*/ 0 w 178120"/>
                <a:gd name="connsiteY7" fmla="*/ 63105 h 211689"/>
                <a:gd name="connsiteX8" fmla="*/ 0 w 178120"/>
                <a:gd name="connsiteY8" fmla="*/ 190557 h 211689"/>
                <a:gd name="connsiteX9" fmla="*/ 35179 w 178120"/>
                <a:gd name="connsiteY9" fmla="*/ 211689 h 211689"/>
                <a:gd name="connsiteX10" fmla="*/ 101084 w 178120"/>
                <a:gd name="connsiteY10" fmla="*/ 211689 h 211689"/>
                <a:gd name="connsiteX11" fmla="*/ 136227 w 178120"/>
                <a:gd name="connsiteY11" fmla="*/ 190557 h 211689"/>
                <a:gd name="connsiteX12" fmla="*/ 136227 w 178120"/>
                <a:gd name="connsiteY12" fmla="*/ 169680 h 211689"/>
                <a:gd name="connsiteX13" fmla="*/ 142942 w 178120"/>
                <a:gd name="connsiteY13" fmla="*/ 169680 h 211689"/>
                <a:gd name="connsiteX14" fmla="*/ 178120 w 178120"/>
                <a:gd name="connsiteY14" fmla="*/ 148584 h 211689"/>
                <a:gd name="connsiteX15" fmla="*/ 178120 w 178120"/>
                <a:gd name="connsiteY15" fmla="*/ 44382 h 211689"/>
                <a:gd name="connsiteX16" fmla="*/ 174544 w 178120"/>
                <a:gd name="connsiteY16" fmla="*/ 35768 h 211689"/>
                <a:gd name="connsiteX17" fmla="*/ 174544 w 178120"/>
                <a:gd name="connsiteY17" fmla="*/ 35732 h 211689"/>
                <a:gd name="connsiteX18" fmla="*/ 22516 w 178120"/>
                <a:gd name="connsiteY18" fmla="*/ 189133 h 211689"/>
                <a:gd name="connsiteX19" fmla="*/ 22516 w 178120"/>
                <a:gd name="connsiteY19" fmla="*/ 64565 h 211689"/>
                <a:gd name="connsiteX20" fmla="*/ 41893 w 178120"/>
                <a:gd name="connsiteY20" fmla="*/ 64565 h 211689"/>
                <a:gd name="connsiteX21" fmla="*/ 41893 w 178120"/>
                <a:gd name="connsiteY21" fmla="*/ 148584 h 211689"/>
                <a:gd name="connsiteX22" fmla="*/ 77072 w 178120"/>
                <a:gd name="connsiteY22" fmla="*/ 169680 h 211689"/>
                <a:gd name="connsiteX23" fmla="*/ 113711 w 178120"/>
                <a:gd name="connsiteY23" fmla="*/ 169680 h 211689"/>
                <a:gd name="connsiteX24" fmla="*/ 113711 w 178120"/>
                <a:gd name="connsiteY24" fmla="*/ 189133 h 211689"/>
                <a:gd name="connsiteX25" fmla="*/ 22516 w 178120"/>
                <a:gd name="connsiteY25" fmla="*/ 189133 h 211689"/>
                <a:gd name="connsiteX26" fmla="*/ 155531 w 178120"/>
                <a:gd name="connsiteY26" fmla="*/ 147124 h 211689"/>
                <a:gd name="connsiteX27" fmla="*/ 64409 w 178120"/>
                <a:gd name="connsiteY27" fmla="*/ 147124 h 211689"/>
                <a:gd name="connsiteX28" fmla="*/ 64409 w 178120"/>
                <a:gd name="connsiteY28" fmla="*/ 22556 h 211689"/>
                <a:gd name="connsiteX29" fmla="*/ 129366 w 178120"/>
                <a:gd name="connsiteY29" fmla="*/ 22556 h 211689"/>
                <a:gd name="connsiteX30" fmla="*/ 155531 w 178120"/>
                <a:gd name="connsiteY30" fmla="*/ 48652 h 211689"/>
                <a:gd name="connsiteX31" fmla="*/ 155531 w 178120"/>
                <a:gd name="connsiteY31" fmla="*/ 147124 h 211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8120" h="211689">
                  <a:moveTo>
                    <a:pt x="174544" y="35732"/>
                  </a:moveTo>
                  <a:lnTo>
                    <a:pt x="142394" y="3577"/>
                  </a:lnTo>
                  <a:cubicBezTo>
                    <a:pt x="140132" y="1241"/>
                    <a:pt x="137030" y="0"/>
                    <a:pt x="133818" y="0"/>
                  </a:cubicBezTo>
                  <a:lnTo>
                    <a:pt x="77072" y="0"/>
                  </a:lnTo>
                  <a:cubicBezTo>
                    <a:pt x="64920" y="0"/>
                    <a:pt x="41893" y="5037"/>
                    <a:pt x="41893" y="21133"/>
                  </a:cubicBezTo>
                  <a:lnTo>
                    <a:pt x="41893" y="42009"/>
                  </a:lnTo>
                  <a:lnTo>
                    <a:pt x="35179" y="42009"/>
                  </a:lnTo>
                  <a:cubicBezTo>
                    <a:pt x="23027" y="42009"/>
                    <a:pt x="0" y="47046"/>
                    <a:pt x="0" y="63105"/>
                  </a:cubicBezTo>
                  <a:lnTo>
                    <a:pt x="0" y="190557"/>
                  </a:lnTo>
                  <a:cubicBezTo>
                    <a:pt x="0" y="206652"/>
                    <a:pt x="23027" y="211689"/>
                    <a:pt x="35179" y="211689"/>
                  </a:cubicBezTo>
                  <a:lnTo>
                    <a:pt x="101084" y="211689"/>
                  </a:lnTo>
                  <a:cubicBezTo>
                    <a:pt x="113237" y="211689"/>
                    <a:pt x="136227" y="206652"/>
                    <a:pt x="136227" y="190557"/>
                  </a:cubicBezTo>
                  <a:lnTo>
                    <a:pt x="136227" y="169680"/>
                  </a:lnTo>
                  <a:lnTo>
                    <a:pt x="142942" y="169680"/>
                  </a:lnTo>
                  <a:cubicBezTo>
                    <a:pt x="155093" y="169680"/>
                    <a:pt x="178120" y="164643"/>
                    <a:pt x="178120" y="148584"/>
                  </a:cubicBezTo>
                  <a:lnTo>
                    <a:pt x="178120" y="44382"/>
                  </a:lnTo>
                  <a:cubicBezTo>
                    <a:pt x="178120" y="41133"/>
                    <a:pt x="176843" y="38031"/>
                    <a:pt x="174544" y="35768"/>
                  </a:cubicBezTo>
                  <a:lnTo>
                    <a:pt x="174544" y="35732"/>
                  </a:lnTo>
                  <a:close/>
                  <a:moveTo>
                    <a:pt x="22516" y="189133"/>
                  </a:moveTo>
                  <a:lnTo>
                    <a:pt x="22516" y="64565"/>
                  </a:lnTo>
                  <a:lnTo>
                    <a:pt x="41893" y="64565"/>
                  </a:lnTo>
                  <a:lnTo>
                    <a:pt x="41893" y="148584"/>
                  </a:lnTo>
                  <a:cubicBezTo>
                    <a:pt x="41893" y="164680"/>
                    <a:pt x="64920" y="169680"/>
                    <a:pt x="77072" y="169680"/>
                  </a:cubicBezTo>
                  <a:lnTo>
                    <a:pt x="113711" y="169680"/>
                  </a:lnTo>
                  <a:lnTo>
                    <a:pt x="113711" y="189133"/>
                  </a:lnTo>
                  <a:lnTo>
                    <a:pt x="22516" y="189133"/>
                  </a:lnTo>
                  <a:close/>
                  <a:moveTo>
                    <a:pt x="155531" y="147124"/>
                  </a:moveTo>
                  <a:lnTo>
                    <a:pt x="64409" y="147124"/>
                  </a:lnTo>
                  <a:lnTo>
                    <a:pt x="64409" y="22556"/>
                  </a:lnTo>
                  <a:lnTo>
                    <a:pt x="129366" y="22556"/>
                  </a:lnTo>
                  <a:cubicBezTo>
                    <a:pt x="133672" y="26863"/>
                    <a:pt x="152320" y="45477"/>
                    <a:pt x="155531" y="48652"/>
                  </a:cubicBezTo>
                  <a:lnTo>
                    <a:pt x="155531" y="147124"/>
                  </a:lnTo>
                  <a:close/>
                </a:path>
              </a:pathLst>
            </a:custGeom>
            <a:solidFill>
              <a:srgbClr val="007B85"/>
            </a:solidFill>
            <a:ln w="3646" cap="flat">
              <a:noFill/>
              <a:prstDash val="solid"/>
              <a:miter/>
            </a:ln>
          </p:spPr>
          <p:txBody>
            <a:bodyPr rtlCol="0" anchor="ctr"/>
            <a:lstStyle/>
            <a:p>
              <a:endParaRPr lang="en-GR"/>
            </a:p>
          </p:txBody>
        </p:sp>
      </p:grpSp>
      <p:grpSp>
        <p:nvGrpSpPr>
          <p:cNvPr id="871" name="Group 870">
            <a:extLst>
              <a:ext uri="{FF2B5EF4-FFF2-40B4-BE49-F238E27FC236}">
                <a16:creationId xmlns:a16="http://schemas.microsoft.com/office/drawing/2014/main" id="{4AF89049-7B32-2CDD-BE1D-9ED8729971CC}"/>
              </a:ext>
            </a:extLst>
          </p:cNvPr>
          <p:cNvGrpSpPr/>
          <p:nvPr/>
        </p:nvGrpSpPr>
        <p:grpSpPr>
          <a:xfrm>
            <a:off x="9908600" y="5196823"/>
            <a:ext cx="180937" cy="169308"/>
            <a:chOff x="8756442" y="5196823"/>
            <a:chExt cx="180937" cy="169308"/>
          </a:xfrm>
        </p:grpSpPr>
        <p:sp>
          <p:nvSpPr>
            <p:cNvPr id="872" name="Freeform 704">
              <a:extLst>
                <a:ext uri="{FF2B5EF4-FFF2-40B4-BE49-F238E27FC236}">
                  <a16:creationId xmlns:a16="http://schemas.microsoft.com/office/drawing/2014/main" id="{9BD1F7E6-5105-606C-B29A-466C94F38985}"/>
                </a:ext>
              </a:extLst>
            </p:cNvPr>
            <p:cNvSpPr/>
            <p:nvPr/>
          </p:nvSpPr>
          <p:spPr>
            <a:xfrm>
              <a:off x="8798090" y="5196823"/>
              <a:ext cx="97705" cy="31226"/>
            </a:xfrm>
            <a:custGeom>
              <a:avLst/>
              <a:gdLst>
                <a:gd name="connsiteX0" fmla="*/ 25508 w 110353"/>
                <a:gd name="connsiteY0" fmla="*/ 26399 h 35268"/>
                <a:gd name="connsiteX1" fmla="*/ 84845 w 110353"/>
                <a:gd name="connsiteY1" fmla="*/ 26326 h 35268"/>
                <a:gd name="connsiteX2" fmla="*/ 84845 w 110353"/>
                <a:gd name="connsiteY2" fmla="*/ 35269 h 35268"/>
                <a:gd name="connsiteX3" fmla="*/ 110354 w 110353"/>
                <a:gd name="connsiteY3" fmla="*/ 35269 h 35268"/>
                <a:gd name="connsiteX4" fmla="*/ 110354 w 110353"/>
                <a:gd name="connsiteY4" fmla="*/ 15304 h 35268"/>
                <a:gd name="connsiteX5" fmla="*/ 48535 w 110353"/>
                <a:gd name="connsiteY5" fmla="*/ 84 h 35268"/>
                <a:gd name="connsiteX6" fmla="*/ 48353 w 110353"/>
                <a:gd name="connsiteY6" fmla="*/ 84 h 35268"/>
                <a:gd name="connsiteX7" fmla="*/ 0 w 110353"/>
                <a:gd name="connsiteY7" fmla="*/ 15669 h 35268"/>
                <a:gd name="connsiteX8" fmla="*/ 0 w 110353"/>
                <a:gd name="connsiteY8" fmla="*/ 35269 h 35268"/>
                <a:gd name="connsiteX9" fmla="*/ 25508 w 110353"/>
                <a:gd name="connsiteY9" fmla="*/ 35269 h 35268"/>
                <a:gd name="connsiteX10" fmla="*/ 25508 w 110353"/>
                <a:gd name="connsiteY10" fmla="*/ 26399 h 35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0353" h="35268">
                  <a:moveTo>
                    <a:pt x="25508" y="26399"/>
                  </a:moveTo>
                  <a:cubicBezTo>
                    <a:pt x="40397" y="25377"/>
                    <a:pt x="69920" y="25377"/>
                    <a:pt x="84845" y="26326"/>
                  </a:cubicBezTo>
                  <a:lnTo>
                    <a:pt x="84845" y="35269"/>
                  </a:lnTo>
                  <a:lnTo>
                    <a:pt x="110354" y="35269"/>
                  </a:lnTo>
                  <a:lnTo>
                    <a:pt x="110354" y="15304"/>
                  </a:lnTo>
                  <a:cubicBezTo>
                    <a:pt x="109843" y="997"/>
                    <a:pt x="97398" y="-427"/>
                    <a:pt x="48535" y="84"/>
                  </a:cubicBezTo>
                  <a:lnTo>
                    <a:pt x="48353" y="84"/>
                  </a:lnTo>
                  <a:cubicBezTo>
                    <a:pt x="16312" y="449"/>
                    <a:pt x="182" y="632"/>
                    <a:pt x="0" y="15669"/>
                  </a:cubicBezTo>
                  <a:lnTo>
                    <a:pt x="0" y="35269"/>
                  </a:lnTo>
                  <a:lnTo>
                    <a:pt x="25508" y="35269"/>
                  </a:lnTo>
                  <a:lnTo>
                    <a:pt x="25508" y="26399"/>
                  </a:lnTo>
                  <a:close/>
                </a:path>
              </a:pathLst>
            </a:custGeom>
            <a:solidFill>
              <a:srgbClr val="007B85"/>
            </a:solidFill>
            <a:ln w="3646" cap="flat">
              <a:noFill/>
              <a:prstDash val="solid"/>
              <a:miter/>
            </a:ln>
          </p:spPr>
          <p:txBody>
            <a:bodyPr rtlCol="0" anchor="ctr"/>
            <a:lstStyle/>
            <a:p>
              <a:endParaRPr lang="en-GR"/>
            </a:p>
          </p:txBody>
        </p:sp>
        <p:sp>
          <p:nvSpPr>
            <p:cNvPr id="873" name="Freeform 705">
              <a:extLst>
                <a:ext uri="{FF2B5EF4-FFF2-40B4-BE49-F238E27FC236}">
                  <a16:creationId xmlns:a16="http://schemas.microsoft.com/office/drawing/2014/main" id="{15973541-6DBB-2C7E-4C9C-A1FEF41D7FB6}"/>
                </a:ext>
              </a:extLst>
            </p:cNvPr>
            <p:cNvSpPr/>
            <p:nvPr/>
          </p:nvSpPr>
          <p:spPr>
            <a:xfrm>
              <a:off x="8756468" y="5237097"/>
              <a:ext cx="180911" cy="57779"/>
            </a:xfrm>
            <a:custGeom>
              <a:avLst/>
              <a:gdLst>
                <a:gd name="connsiteX0" fmla="*/ 182179 w 204329"/>
                <a:gd name="connsiteY0" fmla="*/ 37 h 65258"/>
                <a:gd name="connsiteX1" fmla="*/ 22122 w 204329"/>
                <a:gd name="connsiteY1" fmla="*/ 37 h 65258"/>
                <a:gd name="connsiteX2" fmla="*/ 7 w 204329"/>
                <a:gd name="connsiteY2" fmla="*/ 51572 h 65258"/>
                <a:gd name="connsiteX3" fmla="*/ 98246 w 204329"/>
                <a:gd name="connsiteY3" fmla="*/ 65259 h 65258"/>
                <a:gd name="connsiteX4" fmla="*/ 204329 w 204329"/>
                <a:gd name="connsiteY4" fmla="*/ 49054 h 65258"/>
                <a:gd name="connsiteX5" fmla="*/ 182215 w 204329"/>
                <a:gd name="connsiteY5" fmla="*/ 0 h 65258"/>
                <a:gd name="connsiteX6" fmla="*/ 182179 w 204329"/>
                <a:gd name="connsiteY6" fmla="*/ 37 h 65258"/>
                <a:gd name="connsiteX7" fmla="*/ 98209 w 204329"/>
                <a:gd name="connsiteY7" fmla="*/ 45076 h 65258"/>
                <a:gd name="connsiteX8" fmla="*/ 76897 w 204329"/>
                <a:gd name="connsiteY8" fmla="*/ 32775 h 65258"/>
                <a:gd name="connsiteX9" fmla="*/ 98209 w 204329"/>
                <a:gd name="connsiteY9" fmla="*/ 20475 h 65258"/>
                <a:gd name="connsiteX10" fmla="*/ 119484 w 204329"/>
                <a:gd name="connsiteY10" fmla="*/ 32775 h 65258"/>
                <a:gd name="connsiteX11" fmla="*/ 98209 w 204329"/>
                <a:gd name="connsiteY11" fmla="*/ 45076 h 6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329" h="65258">
                  <a:moveTo>
                    <a:pt x="182179" y="37"/>
                  </a:moveTo>
                  <a:lnTo>
                    <a:pt x="22122" y="37"/>
                  </a:lnTo>
                  <a:cubicBezTo>
                    <a:pt x="-1051" y="37"/>
                    <a:pt x="7" y="35330"/>
                    <a:pt x="7" y="51572"/>
                  </a:cubicBezTo>
                  <a:cubicBezTo>
                    <a:pt x="29311" y="60295"/>
                    <a:pt x="62774" y="65259"/>
                    <a:pt x="98246" y="65259"/>
                  </a:cubicBezTo>
                  <a:cubicBezTo>
                    <a:pt x="136928" y="65259"/>
                    <a:pt x="173201" y="59346"/>
                    <a:pt x="204329" y="49054"/>
                  </a:cubicBezTo>
                  <a:cubicBezTo>
                    <a:pt x="204329" y="33214"/>
                    <a:pt x="204512" y="0"/>
                    <a:pt x="182215" y="0"/>
                  </a:cubicBezTo>
                  <a:lnTo>
                    <a:pt x="182179" y="37"/>
                  </a:lnTo>
                  <a:close/>
                  <a:moveTo>
                    <a:pt x="98209" y="45076"/>
                  </a:moveTo>
                  <a:cubicBezTo>
                    <a:pt x="86458" y="45076"/>
                    <a:pt x="76897" y="39564"/>
                    <a:pt x="76897" y="32775"/>
                  </a:cubicBezTo>
                  <a:cubicBezTo>
                    <a:pt x="76897" y="25987"/>
                    <a:pt x="86458" y="20475"/>
                    <a:pt x="98209" y="20475"/>
                  </a:cubicBezTo>
                  <a:cubicBezTo>
                    <a:pt x="109923" y="20475"/>
                    <a:pt x="119484" y="25987"/>
                    <a:pt x="119484" y="32775"/>
                  </a:cubicBezTo>
                  <a:cubicBezTo>
                    <a:pt x="119484" y="39564"/>
                    <a:pt x="109923" y="45076"/>
                    <a:pt x="98209" y="45076"/>
                  </a:cubicBezTo>
                  <a:close/>
                </a:path>
              </a:pathLst>
            </a:custGeom>
            <a:solidFill>
              <a:srgbClr val="007B85"/>
            </a:solidFill>
            <a:ln w="3646" cap="flat">
              <a:noFill/>
              <a:prstDash val="solid"/>
              <a:miter/>
            </a:ln>
          </p:spPr>
          <p:txBody>
            <a:bodyPr rtlCol="0" anchor="ctr"/>
            <a:lstStyle/>
            <a:p>
              <a:endParaRPr lang="en-GR"/>
            </a:p>
          </p:txBody>
        </p:sp>
        <p:sp>
          <p:nvSpPr>
            <p:cNvPr id="874" name="Freeform 706">
              <a:extLst>
                <a:ext uri="{FF2B5EF4-FFF2-40B4-BE49-F238E27FC236}">
                  <a16:creationId xmlns:a16="http://schemas.microsoft.com/office/drawing/2014/main" id="{B93B8D6A-D6C5-1808-0B07-9F079C77BC70}"/>
                </a:ext>
              </a:extLst>
            </p:cNvPr>
            <p:cNvSpPr/>
            <p:nvPr/>
          </p:nvSpPr>
          <p:spPr>
            <a:xfrm>
              <a:off x="8756442" y="5299110"/>
              <a:ext cx="180904" cy="67021"/>
            </a:xfrm>
            <a:custGeom>
              <a:avLst/>
              <a:gdLst>
                <a:gd name="connsiteX0" fmla="*/ 37 w 204321"/>
                <a:gd name="connsiteY0" fmla="*/ 2445 h 75697"/>
                <a:gd name="connsiteX1" fmla="*/ 37 w 204321"/>
                <a:gd name="connsiteY1" fmla="*/ 2409 h 75697"/>
                <a:gd name="connsiteX2" fmla="*/ 0 w 204321"/>
                <a:gd name="connsiteY2" fmla="*/ 2409 h 75697"/>
                <a:gd name="connsiteX3" fmla="*/ 37 w 204321"/>
                <a:gd name="connsiteY3" fmla="*/ 2445 h 75697"/>
                <a:gd name="connsiteX4" fmla="*/ 37 w 204321"/>
                <a:gd name="connsiteY4" fmla="*/ 2445 h 75697"/>
                <a:gd name="connsiteX5" fmla="*/ 37 w 204321"/>
                <a:gd name="connsiteY5" fmla="*/ 40038 h 75697"/>
                <a:gd name="connsiteX6" fmla="*/ 22151 w 204321"/>
                <a:gd name="connsiteY6" fmla="*/ 75697 h 75697"/>
                <a:gd name="connsiteX7" fmla="*/ 182208 w 204321"/>
                <a:gd name="connsiteY7" fmla="*/ 75697 h 75697"/>
                <a:gd name="connsiteX8" fmla="*/ 204322 w 204321"/>
                <a:gd name="connsiteY8" fmla="*/ 40038 h 75697"/>
                <a:gd name="connsiteX9" fmla="*/ 204322 w 204321"/>
                <a:gd name="connsiteY9" fmla="*/ 0 h 75697"/>
                <a:gd name="connsiteX10" fmla="*/ 98238 w 204321"/>
                <a:gd name="connsiteY10" fmla="*/ 15585 h 75697"/>
                <a:gd name="connsiteX11" fmla="*/ 37 w 204321"/>
                <a:gd name="connsiteY11" fmla="*/ 2445 h 75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321" h="75697">
                  <a:moveTo>
                    <a:pt x="37" y="2445"/>
                  </a:moveTo>
                  <a:lnTo>
                    <a:pt x="37" y="2409"/>
                  </a:lnTo>
                  <a:lnTo>
                    <a:pt x="0" y="2409"/>
                  </a:lnTo>
                  <a:cubicBezTo>
                    <a:pt x="0" y="2409"/>
                    <a:pt x="37" y="2409"/>
                    <a:pt x="37" y="2445"/>
                  </a:cubicBezTo>
                  <a:close/>
                  <a:moveTo>
                    <a:pt x="37" y="2445"/>
                  </a:moveTo>
                  <a:lnTo>
                    <a:pt x="37" y="40038"/>
                  </a:lnTo>
                  <a:cubicBezTo>
                    <a:pt x="474" y="59857"/>
                    <a:pt x="10218" y="75697"/>
                    <a:pt x="22151" y="75697"/>
                  </a:cubicBezTo>
                  <a:lnTo>
                    <a:pt x="182208" y="75697"/>
                  </a:lnTo>
                  <a:cubicBezTo>
                    <a:pt x="194140" y="75697"/>
                    <a:pt x="203884" y="59857"/>
                    <a:pt x="204322" y="40038"/>
                  </a:cubicBezTo>
                  <a:lnTo>
                    <a:pt x="204322" y="0"/>
                  </a:lnTo>
                  <a:cubicBezTo>
                    <a:pt x="172537" y="9927"/>
                    <a:pt x="136446" y="15585"/>
                    <a:pt x="98238" y="15585"/>
                  </a:cubicBezTo>
                  <a:cubicBezTo>
                    <a:pt x="63132" y="15585"/>
                    <a:pt x="29851" y="10840"/>
                    <a:pt x="37" y="2445"/>
                  </a:cubicBezTo>
                  <a:close/>
                </a:path>
              </a:pathLst>
            </a:custGeom>
            <a:solidFill>
              <a:srgbClr val="007B85"/>
            </a:solidFill>
            <a:ln w="3646" cap="flat">
              <a:noFill/>
              <a:prstDash val="solid"/>
              <a:miter/>
            </a:ln>
          </p:spPr>
          <p:txBody>
            <a:bodyPr rtlCol="0" anchor="ctr"/>
            <a:lstStyle/>
            <a:p>
              <a:endParaRPr lang="en-GR"/>
            </a:p>
          </p:txBody>
        </p:sp>
      </p:grpSp>
      <p:grpSp>
        <p:nvGrpSpPr>
          <p:cNvPr id="875" name="Group 874">
            <a:extLst>
              <a:ext uri="{FF2B5EF4-FFF2-40B4-BE49-F238E27FC236}">
                <a16:creationId xmlns:a16="http://schemas.microsoft.com/office/drawing/2014/main" id="{CFD56EB0-0272-6960-16F8-323214677E14}"/>
              </a:ext>
            </a:extLst>
          </p:cNvPr>
          <p:cNvGrpSpPr/>
          <p:nvPr/>
        </p:nvGrpSpPr>
        <p:grpSpPr>
          <a:xfrm>
            <a:off x="10241443" y="5190371"/>
            <a:ext cx="181014" cy="180939"/>
            <a:chOff x="9089287" y="5190369"/>
            <a:chExt cx="181014" cy="180939"/>
          </a:xfrm>
        </p:grpSpPr>
        <p:sp>
          <p:nvSpPr>
            <p:cNvPr id="876" name="Freeform 707">
              <a:extLst>
                <a:ext uri="{FF2B5EF4-FFF2-40B4-BE49-F238E27FC236}">
                  <a16:creationId xmlns:a16="http://schemas.microsoft.com/office/drawing/2014/main" id="{D01AE150-C150-35B4-1294-55F477941F20}"/>
                </a:ext>
              </a:extLst>
            </p:cNvPr>
            <p:cNvSpPr/>
            <p:nvPr/>
          </p:nvSpPr>
          <p:spPr>
            <a:xfrm>
              <a:off x="9179607" y="5190369"/>
              <a:ext cx="90694" cy="94909"/>
            </a:xfrm>
            <a:custGeom>
              <a:avLst/>
              <a:gdLst>
                <a:gd name="connsiteX0" fmla="*/ 48827 w 102434"/>
                <a:gd name="connsiteY0" fmla="*/ 37 h 107195"/>
                <a:gd name="connsiteX1" fmla="*/ 0 w 102434"/>
                <a:gd name="connsiteY1" fmla="*/ 31681 h 107195"/>
                <a:gd name="connsiteX2" fmla="*/ 31457 w 102434"/>
                <a:gd name="connsiteY2" fmla="*/ 31681 h 107195"/>
                <a:gd name="connsiteX3" fmla="*/ 76890 w 102434"/>
                <a:gd name="connsiteY3" fmla="*/ 53652 h 107195"/>
                <a:gd name="connsiteX4" fmla="*/ 42915 w 102434"/>
                <a:gd name="connsiteY4" fmla="*/ 81026 h 107195"/>
                <a:gd name="connsiteX5" fmla="*/ 24925 w 102434"/>
                <a:gd name="connsiteY5" fmla="*/ 101538 h 107195"/>
                <a:gd name="connsiteX6" fmla="*/ 48827 w 102434"/>
                <a:gd name="connsiteY6" fmla="*/ 107195 h 107195"/>
                <a:gd name="connsiteX7" fmla="*/ 102435 w 102434"/>
                <a:gd name="connsiteY7" fmla="*/ 53616 h 107195"/>
                <a:gd name="connsiteX8" fmla="*/ 48827 w 102434"/>
                <a:gd name="connsiteY8" fmla="*/ 0 h 107195"/>
                <a:gd name="connsiteX9" fmla="*/ 48827 w 102434"/>
                <a:gd name="connsiteY9" fmla="*/ 37 h 107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434" h="107195">
                  <a:moveTo>
                    <a:pt x="48827" y="37"/>
                  </a:moveTo>
                  <a:cubicBezTo>
                    <a:pt x="27078" y="37"/>
                    <a:pt x="8393" y="13030"/>
                    <a:pt x="0" y="31681"/>
                  </a:cubicBezTo>
                  <a:lnTo>
                    <a:pt x="31457" y="31681"/>
                  </a:lnTo>
                  <a:cubicBezTo>
                    <a:pt x="49228" y="17702"/>
                    <a:pt x="76890" y="30403"/>
                    <a:pt x="76890" y="53652"/>
                  </a:cubicBezTo>
                  <a:cubicBezTo>
                    <a:pt x="76890" y="71062"/>
                    <a:pt x="59921" y="85077"/>
                    <a:pt x="42915" y="81026"/>
                  </a:cubicBezTo>
                  <a:lnTo>
                    <a:pt x="24925" y="101538"/>
                  </a:lnTo>
                  <a:cubicBezTo>
                    <a:pt x="32150" y="105151"/>
                    <a:pt x="40251" y="107195"/>
                    <a:pt x="48827" y="107195"/>
                  </a:cubicBezTo>
                  <a:cubicBezTo>
                    <a:pt x="78423" y="107195"/>
                    <a:pt x="102435" y="83179"/>
                    <a:pt x="102435" y="53616"/>
                  </a:cubicBezTo>
                  <a:cubicBezTo>
                    <a:pt x="102435" y="24016"/>
                    <a:pt x="78423" y="0"/>
                    <a:pt x="48827" y="0"/>
                  </a:cubicBezTo>
                  <a:lnTo>
                    <a:pt x="48827" y="37"/>
                  </a:lnTo>
                  <a:close/>
                </a:path>
              </a:pathLst>
            </a:custGeom>
            <a:solidFill>
              <a:srgbClr val="007B85"/>
            </a:solidFill>
            <a:ln w="3646" cap="flat">
              <a:noFill/>
              <a:prstDash val="solid"/>
              <a:miter/>
            </a:ln>
          </p:spPr>
          <p:txBody>
            <a:bodyPr rtlCol="0" anchor="ctr"/>
            <a:lstStyle/>
            <a:p>
              <a:endParaRPr lang="en-GR"/>
            </a:p>
          </p:txBody>
        </p:sp>
        <p:sp>
          <p:nvSpPr>
            <p:cNvPr id="877" name="Freeform 708">
              <a:extLst>
                <a:ext uri="{FF2B5EF4-FFF2-40B4-BE49-F238E27FC236}">
                  <a16:creationId xmlns:a16="http://schemas.microsoft.com/office/drawing/2014/main" id="{13C52781-0706-83CC-CCA3-45D7F5B17010}"/>
                </a:ext>
              </a:extLst>
            </p:cNvPr>
            <p:cNvSpPr/>
            <p:nvPr/>
          </p:nvSpPr>
          <p:spPr>
            <a:xfrm>
              <a:off x="9113647" y="5320179"/>
              <a:ext cx="81799" cy="51129"/>
            </a:xfrm>
            <a:custGeom>
              <a:avLst/>
              <a:gdLst>
                <a:gd name="connsiteX0" fmla="*/ 79973 w 92388"/>
                <a:gd name="connsiteY0" fmla="*/ 40732 h 57747"/>
                <a:gd name="connsiteX1" fmla="*/ 56472 w 92388"/>
                <a:gd name="connsiteY1" fmla="*/ 40732 h 57747"/>
                <a:gd name="connsiteX2" fmla="*/ 56472 w 92388"/>
                <a:gd name="connsiteY2" fmla="*/ 0 h 57747"/>
                <a:gd name="connsiteX3" fmla="*/ 36036 w 92388"/>
                <a:gd name="connsiteY3" fmla="*/ 37 h 57747"/>
                <a:gd name="connsiteX4" fmla="*/ 36036 w 92388"/>
                <a:gd name="connsiteY4" fmla="*/ 40732 h 57747"/>
                <a:gd name="connsiteX5" fmla="*/ 14724 w 92388"/>
                <a:gd name="connsiteY5" fmla="*/ 40732 h 57747"/>
                <a:gd name="connsiteX6" fmla="*/ 6295 w 92388"/>
                <a:gd name="connsiteY6" fmla="*/ 57740 h 57747"/>
                <a:gd name="connsiteX7" fmla="*/ 83586 w 92388"/>
                <a:gd name="connsiteY7" fmla="*/ 57740 h 57747"/>
                <a:gd name="connsiteX8" fmla="*/ 79973 w 92388"/>
                <a:gd name="connsiteY8" fmla="*/ 40732 h 57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388" h="57747">
                  <a:moveTo>
                    <a:pt x="79973" y="40732"/>
                  </a:moveTo>
                  <a:cubicBezTo>
                    <a:pt x="72127" y="40476"/>
                    <a:pt x="64281" y="40732"/>
                    <a:pt x="56472" y="40732"/>
                  </a:cubicBezTo>
                  <a:lnTo>
                    <a:pt x="56472" y="0"/>
                  </a:lnTo>
                  <a:cubicBezTo>
                    <a:pt x="49939" y="2956"/>
                    <a:pt x="42568" y="2993"/>
                    <a:pt x="36036" y="37"/>
                  </a:cubicBezTo>
                  <a:lnTo>
                    <a:pt x="36036" y="40732"/>
                  </a:lnTo>
                  <a:lnTo>
                    <a:pt x="14724" y="40732"/>
                  </a:lnTo>
                  <a:cubicBezTo>
                    <a:pt x="5163" y="40732"/>
                    <a:pt x="-7974" y="58178"/>
                    <a:pt x="6295" y="57740"/>
                  </a:cubicBezTo>
                  <a:cubicBezTo>
                    <a:pt x="32058" y="57010"/>
                    <a:pt x="57822" y="57630"/>
                    <a:pt x="83586" y="57740"/>
                  </a:cubicBezTo>
                  <a:cubicBezTo>
                    <a:pt x="99934" y="57813"/>
                    <a:pt x="90410" y="41206"/>
                    <a:pt x="79973" y="40732"/>
                  </a:cubicBezTo>
                  <a:close/>
                </a:path>
              </a:pathLst>
            </a:custGeom>
            <a:solidFill>
              <a:srgbClr val="007B85"/>
            </a:solidFill>
            <a:ln w="3646" cap="flat">
              <a:noFill/>
              <a:prstDash val="solid"/>
              <a:miter/>
            </a:ln>
          </p:spPr>
          <p:txBody>
            <a:bodyPr rtlCol="0" anchor="ctr"/>
            <a:lstStyle/>
            <a:p>
              <a:endParaRPr lang="en-GR"/>
            </a:p>
          </p:txBody>
        </p:sp>
        <p:sp>
          <p:nvSpPr>
            <p:cNvPr id="878" name="Freeform 709">
              <a:extLst>
                <a:ext uri="{FF2B5EF4-FFF2-40B4-BE49-F238E27FC236}">
                  <a16:creationId xmlns:a16="http://schemas.microsoft.com/office/drawing/2014/main" id="{FC05E922-C1FE-0C6D-0DB6-CE87D8A43A38}"/>
                </a:ext>
              </a:extLst>
            </p:cNvPr>
            <p:cNvSpPr/>
            <p:nvPr/>
          </p:nvSpPr>
          <p:spPr>
            <a:xfrm>
              <a:off x="9089287" y="5230601"/>
              <a:ext cx="130560" cy="79313"/>
            </a:xfrm>
            <a:custGeom>
              <a:avLst/>
              <a:gdLst>
                <a:gd name="connsiteX0" fmla="*/ 82233 w 147461"/>
                <a:gd name="connsiteY0" fmla="*/ 86099 h 89580"/>
                <a:gd name="connsiteX1" fmla="*/ 65228 w 147461"/>
                <a:gd name="connsiteY1" fmla="*/ 86026 h 89580"/>
                <a:gd name="connsiteX2" fmla="*/ 2424 w 147461"/>
                <a:gd name="connsiteY2" fmla="*/ 14563 h 89580"/>
                <a:gd name="connsiteX3" fmla="*/ 8481 w 147461"/>
                <a:gd name="connsiteY3" fmla="*/ 0 h 89580"/>
                <a:gd name="connsiteX4" fmla="*/ 139015 w 147461"/>
                <a:gd name="connsiteY4" fmla="*/ 0 h 89580"/>
                <a:gd name="connsiteX5" fmla="*/ 145037 w 147461"/>
                <a:gd name="connsiteY5" fmla="*/ 14563 h 89580"/>
                <a:gd name="connsiteX6" fmla="*/ 82233 w 147461"/>
                <a:gd name="connsiteY6" fmla="*/ 86099 h 89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461" h="89580">
                  <a:moveTo>
                    <a:pt x="82233" y="86099"/>
                  </a:moveTo>
                  <a:cubicBezTo>
                    <a:pt x="77562" y="90698"/>
                    <a:pt x="69789" y="90807"/>
                    <a:pt x="65228" y="86026"/>
                  </a:cubicBezTo>
                  <a:lnTo>
                    <a:pt x="2424" y="14563"/>
                  </a:lnTo>
                  <a:cubicBezTo>
                    <a:pt x="-2831" y="9307"/>
                    <a:pt x="1037" y="0"/>
                    <a:pt x="8481" y="0"/>
                  </a:cubicBezTo>
                  <a:lnTo>
                    <a:pt x="139015" y="0"/>
                  </a:lnTo>
                  <a:cubicBezTo>
                    <a:pt x="146424" y="0"/>
                    <a:pt x="150292" y="9307"/>
                    <a:pt x="145037" y="14563"/>
                  </a:cubicBezTo>
                  <a:lnTo>
                    <a:pt x="82233" y="86099"/>
                  </a:lnTo>
                  <a:close/>
                </a:path>
              </a:pathLst>
            </a:custGeom>
            <a:solidFill>
              <a:srgbClr val="007B85"/>
            </a:solidFill>
            <a:ln w="3646" cap="flat">
              <a:noFill/>
              <a:prstDash val="solid"/>
              <a:miter/>
            </a:ln>
          </p:spPr>
          <p:txBody>
            <a:bodyPr rtlCol="0" anchor="ctr"/>
            <a:lstStyle/>
            <a:p>
              <a:endParaRPr lang="en-GR"/>
            </a:p>
          </p:txBody>
        </p:sp>
      </p:grpSp>
      <p:grpSp>
        <p:nvGrpSpPr>
          <p:cNvPr id="879" name="Group 878">
            <a:extLst>
              <a:ext uri="{FF2B5EF4-FFF2-40B4-BE49-F238E27FC236}">
                <a16:creationId xmlns:a16="http://schemas.microsoft.com/office/drawing/2014/main" id="{0F5FA796-7B02-A1A5-EBDD-F0F913ED922F}"/>
              </a:ext>
            </a:extLst>
          </p:cNvPr>
          <p:cNvGrpSpPr/>
          <p:nvPr/>
        </p:nvGrpSpPr>
        <p:grpSpPr>
          <a:xfrm>
            <a:off x="10612962" y="5190371"/>
            <a:ext cx="100622" cy="180969"/>
            <a:chOff x="9460806" y="5190369"/>
            <a:chExt cx="100622" cy="180969"/>
          </a:xfrm>
        </p:grpSpPr>
        <p:sp>
          <p:nvSpPr>
            <p:cNvPr id="880" name="Freeform 710">
              <a:extLst>
                <a:ext uri="{FF2B5EF4-FFF2-40B4-BE49-F238E27FC236}">
                  <a16:creationId xmlns:a16="http://schemas.microsoft.com/office/drawing/2014/main" id="{8246361F-E94C-20C1-6F29-518E12B8B598}"/>
                </a:ext>
              </a:extLst>
            </p:cNvPr>
            <p:cNvSpPr/>
            <p:nvPr/>
          </p:nvSpPr>
          <p:spPr>
            <a:xfrm>
              <a:off x="9469922" y="5326190"/>
              <a:ext cx="82423" cy="45148"/>
            </a:xfrm>
            <a:custGeom>
              <a:avLst/>
              <a:gdLst>
                <a:gd name="connsiteX0" fmla="*/ 88814 w 93092"/>
                <a:gd name="connsiteY0" fmla="*/ 38177 h 50992"/>
                <a:gd name="connsiteX1" fmla="*/ 78049 w 93092"/>
                <a:gd name="connsiteY1" fmla="*/ 33943 h 50992"/>
                <a:gd name="connsiteX2" fmla="*/ 56737 w 93092"/>
                <a:gd name="connsiteY2" fmla="*/ 33943 h 50992"/>
                <a:gd name="connsiteX3" fmla="*/ 56737 w 93092"/>
                <a:gd name="connsiteY3" fmla="*/ 0 h 50992"/>
                <a:gd name="connsiteX4" fmla="*/ 46738 w 93092"/>
                <a:gd name="connsiteY4" fmla="*/ 839 h 50992"/>
                <a:gd name="connsiteX5" fmla="*/ 36338 w 93092"/>
                <a:gd name="connsiteY5" fmla="*/ 73 h 50992"/>
                <a:gd name="connsiteX6" fmla="*/ 36338 w 93092"/>
                <a:gd name="connsiteY6" fmla="*/ 33943 h 50992"/>
                <a:gd name="connsiteX7" fmla="*/ 12435 w 93092"/>
                <a:gd name="connsiteY7" fmla="*/ 33943 h 50992"/>
                <a:gd name="connsiteX8" fmla="*/ 465 w 93092"/>
                <a:gd name="connsiteY8" fmla="*/ 44236 h 50992"/>
                <a:gd name="connsiteX9" fmla="*/ 794 w 93092"/>
                <a:gd name="connsiteY9" fmla="*/ 49382 h 50992"/>
                <a:gd name="connsiteX10" fmla="*/ 10026 w 93092"/>
                <a:gd name="connsiteY10" fmla="*/ 50988 h 50992"/>
                <a:gd name="connsiteX11" fmla="*/ 83085 w 93092"/>
                <a:gd name="connsiteY11" fmla="*/ 50988 h 50992"/>
                <a:gd name="connsiteX12" fmla="*/ 92026 w 93092"/>
                <a:gd name="connsiteY12" fmla="*/ 49747 h 50992"/>
                <a:gd name="connsiteX13" fmla="*/ 92609 w 93092"/>
                <a:gd name="connsiteY13" fmla="*/ 43980 h 50992"/>
                <a:gd name="connsiteX14" fmla="*/ 88923 w 93092"/>
                <a:gd name="connsiteY14" fmla="*/ 38213 h 50992"/>
                <a:gd name="connsiteX15" fmla="*/ 88814 w 93092"/>
                <a:gd name="connsiteY15" fmla="*/ 38177 h 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3092" h="50992">
                  <a:moveTo>
                    <a:pt x="88814" y="38177"/>
                  </a:moveTo>
                  <a:cubicBezTo>
                    <a:pt x="86004" y="35440"/>
                    <a:pt x="82136" y="33943"/>
                    <a:pt x="78049" y="33943"/>
                  </a:cubicBezTo>
                  <a:lnTo>
                    <a:pt x="56737" y="33943"/>
                  </a:lnTo>
                  <a:lnTo>
                    <a:pt x="56737" y="0"/>
                  </a:lnTo>
                  <a:cubicBezTo>
                    <a:pt x="53453" y="474"/>
                    <a:pt x="50132" y="839"/>
                    <a:pt x="46738" y="839"/>
                  </a:cubicBezTo>
                  <a:cubicBezTo>
                    <a:pt x="43381" y="839"/>
                    <a:pt x="39768" y="584"/>
                    <a:pt x="36338" y="73"/>
                  </a:cubicBezTo>
                  <a:lnTo>
                    <a:pt x="36338" y="33943"/>
                  </a:lnTo>
                  <a:cubicBezTo>
                    <a:pt x="32762" y="33943"/>
                    <a:pt x="16705" y="33578"/>
                    <a:pt x="12435" y="33943"/>
                  </a:cubicBezTo>
                  <a:cubicBezTo>
                    <a:pt x="7034" y="34344"/>
                    <a:pt x="2108" y="39345"/>
                    <a:pt x="465" y="44236"/>
                  </a:cubicBezTo>
                  <a:cubicBezTo>
                    <a:pt x="-82" y="45914"/>
                    <a:pt x="-337" y="48031"/>
                    <a:pt x="794" y="49382"/>
                  </a:cubicBezTo>
                  <a:cubicBezTo>
                    <a:pt x="2253" y="51134"/>
                    <a:pt x="7289" y="50988"/>
                    <a:pt x="10026" y="50988"/>
                  </a:cubicBezTo>
                  <a:lnTo>
                    <a:pt x="83085" y="50988"/>
                  </a:lnTo>
                  <a:cubicBezTo>
                    <a:pt x="85712" y="50988"/>
                    <a:pt x="90675" y="51134"/>
                    <a:pt x="92026" y="49747"/>
                  </a:cubicBezTo>
                  <a:cubicBezTo>
                    <a:pt x="93412" y="48287"/>
                    <a:pt x="93266" y="45914"/>
                    <a:pt x="92609" y="43980"/>
                  </a:cubicBezTo>
                  <a:cubicBezTo>
                    <a:pt x="91770" y="41681"/>
                    <a:pt x="90493" y="39747"/>
                    <a:pt x="88923" y="38213"/>
                  </a:cubicBezTo>
                  <a:lnTo>
                    <a:pt x="88814" y="38177"/>
                  </a:lnTo>
                  <a:close/>
                </a:path>
              </a:pathLst>
            </a:custGeom>
            <a:solidFill>
              <a:srgbClr val="007B85"/>
            </a:solidFill>
            <a:ln w="3646" cap="flat">
              <a:noFill/>
              <a:prstDash val="solid"/>
              <a:miter/>
            </a:ln>
          </p:spPr>
          <p:txBody>
            <a:bodyPr rtlCol="0" anchor="ctr"/>
            <a:lstStyle/>
            <a:p>
              <a:endParaRPr lang="en-GR"/>
            </a:p>
          </p:txBody>
        </p:sp>
        <p:sp>
          <p:nvSpPr>
            <p:cNvPr id="881" name="Freeform 711">
              <a:extLst>
                <a:ext uri="{FF2B5EF4-FFF2-40B4-BE49-F238E27FC236}">
                  <a16:creationId xmlns:a16="http://schemas.microsoft.com/office/drawing/2014/main" id="{A6F44F2A-F0F7-5AA3-A631-05CA907DCA68}"/>
                </a:ext>
              </a:extLst>
            </p:cNvPr>
            <p:cNvSpPr/>
            <p:nvPr/>
          </p:nvSpPr>
          <p:spPr>
            <a:xfrm>
              <a:off x="9460806" y="5190369"/>
              <a:ext cx="100622" cy="124333"/>
            </a:xfrm>
            <a:custGeom>
              <a:avLst/>
              <a:gdLst>
                <a:gd name="connsiteX0" fmla="*/ 23789 w 113647"/>
                <a:gd name="connsiteY0" fmla="*/ 129933 h 140427"/>
                <a:gd name="connsiteX1" fmla="*/ 69587 w 113647"/>
                <a:gd name="connsiteY1" fmla="*/ 139021 h 140427"/>
                <a:gd name="connsiteX2" fmla="*/ 113451 w 113647"/>
                <a:gd name="connsiteY2" fmla="*/ 78909 h 140427"/>
                <a:gd name="connsiteX3" fmla="*/ 107904 w 113647"/>
                <a:gd name="connsiteY3" fmla="*/ 11679 h 140427"/>
                <a:gd name="connsiteX4" fmla="*/ 95168 w 113647"/>
                <a:gd name="connsiteY4" fmla="*/ 0 h 140427"/>
                <a:gd name="connsiteX5" fmla="*/ 18497 w 113647"/>
                <a:gd name="connsiteY5" fmla="*/ 0 h 140427"/>
                <a:gd name="connsiteX6" fmla="*/ 5761 w 113647"/>
                <a:gd name="connsiteY6" fmla="*/ 11752 h 140427"/>
                <a:gd name="connsiteX7" fmla="*/ 215 w 113647"/>
                <a:gd name="connsiteY7" fmla="*/ 78945 h 140427"/>
                <a:gd name="connsiteX8" fmla="*/ 1419 w 113647"/>
                <a:gd name="connsiteY8" fmla="*/ 96465 h 140427"/>
                <a:gd name="connsiteX9" fmla="*/ 23752 w 113647"/>
                <a:gd name="connsiteY9" fmla="*/ 129933 h 140427"/>
                <a:gd name="connsiteX10" fmla="*/ 23789 w 113647"/>
                <a:gd name="connsiteY10" fmla="*/ 129933 h 140427"/>
                <a:gd name="connsiteX11" fmla="*/ 30248 w 113647"/>
                <a:gd name="connsiteY11" fmla="*/ 25585 h 140427"/>
                <a:gd name="connsiteX12" fmla="*/ 83381 w 113647"/>
                <a:gd name="connsiteY12" fmla="*/ 25585 h 140427"/>
                <a:gd name="connsiteX13" fmla="*/ 86300 w 113647"/>
                <a:gd name="connsiteY13" fmla="*/ 70222 h 140427"/>
                <a:gd name="connsiteX14" fmla="*/ 26964 w 113647"/>
                <a:gd name="connsiteY14" fmla="*/ 70222 h 140427"/>
                <a:gd name="connsiteX15" fmla="*/ 30248 w 113647"/>
                <a:gd name="connsiteY15" fmla="*/ 25585 h 140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3647" h="140427">
                  <a:moveTo>
                    <a:pt x="23789" y="129933"/>
                  </a:moveTo>
                  <a:cubicBezTo>
                    <a:pt x="36816" y="139277"/>
                    <a:pt x="53968" y="142598"/>
                    <a:pt x="69587" y="139021"/>
                  </a:cubicBezTo>
                  <a:cubicBezTo>
                    <a:pt x="96518" y="132890"/>
                    <a:pt x="115823" y="107670"/>
                    <a:pt x="113451" y="78909"/>
                  </a:cubicBezTo>
                  <a:lnTo>
                    <a:pt x="107904" y="11679"/>
                  </a:lnTo>
                  <a:cubicBezTo>
                    <a:pt x="107320" y="5110"/>
                    <a:pt x="101773" y="0"/>
                    <a:pt x="95168" y="0"/>
                  </a:cubicBezTo>
                  <a:lnTo>
                    <a:pt x="18497" y="0"/>
                  </a:lnTo>
                  <a:cubicBezTo>
                    <a:pt x="11892" y="37"/>
                    <a:pt x="6345" y="5146"/>
                    <a:pt x="5761" y="11752"/>
                  </a:cubicBezTo>
                  <a:cubicBezTo>
                    <a:pt x="5761" y="11789"/>
                    <a:pt x="215" y="78945"/>
                    <a:pt x="215" y="78945"/>
                  </a:cubicBezTo>
                  <a:cubicBezTo>
                    <a:pt x="-296" y="84822"/>
                    <a:pt x="105" y="90734"/>
                    <a:pt x="1419" y="96465"/>
                  </a:cubicBezTo>
                  <a:cubicBezTo>
                    <a:pt x="4557" y="109859"/>
                    <a:pt x="12622" y="121904"/>
                    <a:pt x="23752" y="129933"/>
                  </a:cubicBezTo>
                  <a:lnTo>
                    <a:pt x="23789" y="129933"/>
                  </a:lnTo>
                  <a:close/>
                  <a:moveTo>
                    <a:pt x="30248" y="25585"/>
                  </a:moveTo>
                  <a:lnTo>
                    <a:pt x="83381" y="25585"/>
                  </a:lnTo>
                  <a:lnTo>
                    <a:pt x="86300" y="70222"/>
                  </a:lnTo>
                  <a:lnTo>
                    <a:pt x="26964" y="70222"/>
                  </a:lnTo>
                  <a:lnTo>
                    <a:pt x="30248" y="25585"/>
                  </a:lnTo>
                  <a:close/>
                </a:path>
              </a:pathLst>
            </a:custGeom>
            <a:solidFill>
              <a:srgbClr val="007B85"/>
            </a:solidFill>
            <a:ln w="3646" cap="flat">
              <a:noFill/>
              <a:prstDash val="solid"/>
              <a:miter/>
            </a:ln>
          </p:spPr>
          <p:txBody>
            <a:bodyPr rtlCol="0" anchor="ctr"/>
            <a:lstStyle/>
            <a:p>
              <a:endParaRPr lang="en-GR"/>
            </a:p>
          </p:txBody>
        </p:sp>
      </p:grpSp>
      <p:grpSp>
        <p:nvGrpSpPr>
          <p:cNvPr id="882" name="Group 881">
            <a:extLst>
              <a:ext uri="{FF2B5EF4-FFF2-40B4-BE49-F238E27FC236}">
                <a16:creationId xmlns:a16="http://schemas.microsoft.com/office/drawing/2014/main" id="{CD7D4807-7FDD-5BCC-5F8F-2166C44B3DD8}"/>
              </a:ext>
            </a:extLst>
          </p:cNvPr>
          <p:cNvGrpSpPr/>
          <p:nvPr/>
        </p:nvGrpSpPr>
        <p:grpSpPr>
          <a:xfrm>
            <a:off x="10945746" y="5180675"/>
            <a:ext cx="103820" cy="190658"/>
            <a:chOff x="9793590" y="5180675"/>
            <a:chExt cx="103820" cy="190658"/>
          </a:xfrm>
        </p:grpSpPr>
        <p:sp>
          <p:nvSpPr>
            <p:cNvPr id="883" name="Freeform 712">
              <a:extLst>
                <a:ext uri="{FF2B5EF4-FFF2-40B4-BE49-F238E27FC236}">
                  <a16:creationId xmlns:a16="http://schemas.microsoft.com/office/drawing/2014/main" id="{34447DCB-4C75-348C-AD1E-B089FD4F7EA5}"/>
                </a:ext>
              </a:extLst>
            </p:cNvPr>
            <p:cNvSpPr/>
            <p:nvPr/>
          </p:nvSpPr>
          <p:spPr>
            <a:xfrm>
              <a:off x="9800059" y="5180675"/>
              <a:ext cx="12924" cy="67862"/>
            </a:xfrm>
            <a:custGeom>
              <a:avLst/>
              <a:gdLst>
                <a:gd name="connsiteX0" fmla="*/ 0 w 14597"/>
                <a:gd name="connsiteY0" fmla="*/ 0 h 76646"/>
                <a:gd name="connsiteX1" fmla="*/ 14597 w 14597"/>
                <a:gd name="connsiteY1" fmla="*/ 0 h 76646"/>
                <a:gd name="connsiteX2" fmla="*/ 14597 w 14597"/>
                <a:gd name="connsiteY2" fmla="*/ 76646 h 76646"/>
                <a:gd name="connsiteX3" fmla="*/ 0 w 14597"/>
                <a:gd name="connsiteY3" fmla="*/ 76646 h 76646"/>
              </a:gdLst>
              <a:ahLst/>
              <a:cxnLst>
                <a:cxn ang="0">
                  <a:pos x="connsiteX0" y="connsiteY0"/>
                </a:cxn>
                <a:cxn ang="0">
                  <a:pos x="connsiteX1" y="connsiteY1"/>
                </a:cxn>
                <a:cxn ang="0">
                  <a:pos x="connsiteX2" y="connsiteY2"/>
                </a:cxn>
                <a:cxn ang="0">
                  <a:pos x="connsiteX3" y="connsiteY3"/>
                </a:cxn>
              </a:cxnLst>
              <a:rect l="l" t="t" r="r" b="b"/>
              <a:pathLst>
                <a:path w="14597" h="76646">
                  <a:moveTo>
                    <a:pt x="0" y="0"/>
                  </a:moveTo>
                  <a:lnTo>
                    <a:pt x="14597" y="0"/>
                  </a:lnTo>
                  <a:lnTo>
                    <a:pt x="14597" y="76646"/>
                  </a:lnTo>
                  <a:lnTo>
                    <a:pt x="0" y="76646"/>
                  </a:lnTo>
                  <a:close/>
                </a:path>
              </a:pathLst>
            </a:custGeom>
            <a:solidFill>
              <a:srgbClr val="FFFFFF"/>
            </a:solidFill>
            <a:ln w="3646" cap="flat">
              <a:noFill/>
              <a:prstDash val="solid"/>
              <a:miter/>
            </a:ln>
          </p:spPr>
          <p:txBody>
            <a:bodyPr rtlCol="0" anchor="ctr"/>
            <a:lstStyle/>
            <a:p>
              <a:endParaRPr lang="en-GR"/>
            </a:p>
          </p:txBody>
        </p:sp>
        <p:sp>
          <p:nvSpPr>
            <p:cNvPr id="884" name="Freeform 713">
              <a:extLst>
                <a:ext uri="{FF2B5EF4-FFF2-40B4-BE49-F238E27FC236}">
                  <a16:creationId xmlns:a16="http://schemas.microsoft.com/office/drawing/2014/main" id="{4F914358-9EA3-54FD-4215-0769042DA912}"/>
                </a:ext>
              </a:extLst>
            </p:cNvPr>
            <p:cNvSpPr/>
            <p:nvPr/>
          </p:nvSpPr>
          <p:spPr>
            <a:xfrm>
              <a:off x="9825907" y="5180675"/>
              <a:ext cx="12924" cy="67862"/>
            </a:xfrm>
            <a:custGeom>
              <a:avLst/>
              <a:gdLst>
                <a:gd name="connsiteX0" fmla="*/ 0 w 14597"/>
                <a:gd name="connsiteY0" fmla="*/ 0 h 76646"/>
                <a:gd name="connsiteX1" fmla="*/ 14597 w 14597"/>
                <a:gd name="connsiteY1" fmla="*/ 0 h 76646"/>
                <a:gd name="connsiteX2" fmla="*/ 14597 w 14597"/>
                <a:gd name="connsiteY2" fmla="*/ 76646 h 76646"/>
                <a:gd name="connsiteX3" fmla="*/ 0 w 14597"/>
                <a:gd name="connsiteY3" fmla="*/ 76646 h 76646"/>
              </a:gdLst>
              <a:ahLst/>
              <a:cxnLst>
                <a:cxn ang="0">
                  <a:pos x="connsiteX0" y="connsiteY0"/>
                </a:cxn>
                <a:cxn ang="0">
                  <a:pos x="connsiteX1" y="connsiteY1"/>
                </a:cxn>
                <a:cxn ang="0">
                  <a:pos x="connsiteX2" y="connsiteY2"/>
                </a:cxn>
                <a:cxn ang="0">
                  <a:pos x="connsiteX3" y="connsiteY3"/>
                </a:cxn>
              </a:cxnLst>
              <a:rect l="l" t="t" r="r" b="b"/>
              <a:pathLst>
                <a:path w="14597" h="76646">
                  <a:moveTo>
                    <a:pt x="0" y="0"/>
                  </a:moveTo>
                  <a:lnTo>
                    <a:pt x="14597" y="0"/>
                  </a:lnTo>
                  <a:lnTo>
                    <a:pt x="14597" y="76646"/>
                  </a:lnTo>
                  <a:lnTo>
                    <a:pt x="0" y="76646"/>
                  </a:lnTo>
                  <a:close/>
                </a:path>
              </a:pathLst>
            </a:custGeom>
            <a:solidFill>
              <a:srgbClr val="FFFFFF"/>
            </a:solidFill>
            <a:ln w="3646" cap="flat">
              <a:noFill/>
              <a:prstDash val="solid"/>
              <a:miter/>
            </a:ln>
          </p:spPr>
          <p:txBody>
            <a:bodyPr rtlCol="0" anchor="ctr"/>
            <a:lstStyle/>
            <a:p>
              <a:endParaRPr lang="en-GR"/>
            </a:p>
          </p:txBody>
        </p:sp>
        <p:sp>
          <p:nvSpPr>
            <p:cNvPr id="885" name="Freeform 714">
              <a:extLst>
                <a:ext uri="{FF2B5EF4-FFF2-40B4-BE49-F238E27FC236}">
                  <a16:creationId xmlns:a16="http://schemas.microsoft.com/office/drawing/2014/main" id="{F06612D7-612B-A875-7222-2F917728F5AC}"/>
                </a:ext>
              </a:extLst>
            </p:cNvPr>
            <p:cNvSpPr/>
            <p:nvPr/>
          </p:nvSpPr>
          <p:spPr>
            <a:xfrm>
              <a:off x="9812240" y="5288348"/>
              <a:ext cx="18126" cy="82985"/>
            </a:xfrm>
            <a:custGeom>
              <a:avLst/>
              <a:gdLst>
                <a:gd name="connsiteX0" fmla="*/ 37 w 20472"/>
                <a:gd name="connsiteY0" fmla="*/ 88435 h 93727"/>
                <a:gd name="connsiteX1" fmla="*/ 8612 w 20472"/>
                <a:gd name="connsiteY1" fmla="*/ 93727 h 93727"/>
                <a:gd name="connsiteX2" fmla="*/ 11933 w 20472"/>
                <a:gd name="connsiteY2" fmla="*/ 93727 h 93727"/>
                <a:gd name="connsiteX3" fmla="*/ 20472 w 20472"/>
                <a:gd name="connsiteY3" fmla="*/ 88435 h 93727"/>
                <a:gd name="connsiteX4" fmla="*/ 20472 w 20472"/>
                <a:gd name="connsiteY4" fmla="*/ 0 h 93727"/>
                <a:gd name="connsiteX5" fmla="*/ 0 w 20472"/>
                <a:gd name="connsiteY5" fmla="*/ 0 h 93727"/>
                <a:gd name="connsiteX6" fmla="*/ 0 w 20472"/>
                <a:gd name="connsiteY6" fmla="*/ 88435 h 93727"/>
                <a:gd name="connsiteX7" fmla="*/ 37 w 20472"/>
                <a:gd name="connsiteY7" fmla="*/ 88435 h 93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472" h="93727">
                  <a:moveTo>
                    <a:pt x="37" y="88435"/>
                  </a:moveTo>
                  <a:cubicBezTo>
                    <a:pt x="146" y="91318"/>
                    <a:pt x="3905" y="93618"/>
                    <a:pt x="8612" y="93727"/>
                  </a:cubicBezTo>
                  <a:lnTo>
                    <a:pt x="11933" y="93727"/>
                  </a:lnTo>
                  <a:cubicBezTo>
                    <a:pt x="16640" y="93618"/>
                    <a:pt x="20436" y="91318"/>
                    <a:pt x="20472" y="88435"/>
                  </a:cubicBezTo>
                  <a:lnTo>
                    <a:pt x="20472" y="0"/>
                  </a:lnTo>
                  <a:lnTo>
                    <a:pt x="0" y="0"/>
                  </a:lnTo>
                  <a:lnTo>
                    <a:pt x="0" y="88435"/>
                  </a:lnTo>
                  <a:lnTo>
                    <a:pt x="37" y="88435"/>
                  </a:lnTo>
                  <a:close/>
                </a:path>
              </a:pathLst>
            </a:custGeom>
            <a:solidFill>
              <a:srgbClr val="007B85"/>
            </a:solidFill>
            <a:ln w="3646" cap="flat">
              <a:noFill/>
              <a:prstDash val="solid"/>
              <a:miter/>
            </a:ln>
          </p:spPr>
          <p:txBody>
            <a:bodyPr rtlCol="0" anchor="ctr"/>
            <a:lstStyle/>
            <a:p>
              <a:endParaRPr lang="en-GR"/>
            </a:p>
          </p:txBody>
        </p:sp>
        <p:sp>
          <p:nvSpPr>
            <p:cNvPr id="886" name="Freeform 715">
              <a:extLst>
                <a:ext uri="{FF2B5EF4-FFF2-40B4-BE49-F238E27FC236}">
                  <a16:creationId xmlns:a16="http://schemas.microsoft.com/office/drawing/2014/main" id="{D21E492F-3EF4-C080-5D83-A8ED7C502C27}"/>
                </a:ext>
              </a:extLst>
            </p:cNvPr>
            <p:cNvSpPr/>
            <p:nvPr/>
          </p:nvSpPr>
          <p:spPr>
            <a:xfrm>
              <a:off x="9866521" y="5190369"/>
              <a:ext cx="30889" cy="107447"/>
            </a:xfrm>
            <a:custGeom>
              <a:avLst/>
              <a:gdLst>
                <a:gd name="connsiteX0" fmla="*/ 27442 w 34887"/>
                <a:gd name="connsiteY0" fmla="*/ 1168 h 121356"/>
                <a:gd name="connsiteX1" fmla="*/ 23720 w 34887"/>
                <a:gd name="connsiteY1" fmla="*/ 0 h 121356"/>
                <a:gd name="connsiteX2" fmla="*/ 13576 w 34887"/>
                <a:gd name="connsiteY2" fmla="*/ 11132 h 121356"/>
                <a:gd name="connsiteX3" fmla="*/ 0 w 34887"/>
                <a:gd name="connsiteY3" fmla="*/ 99822 h 121356"/>
                <a:gd name="connsiteX4" fmla="*/ 13174 w 34887"/>
                <a:gd name="connsiteY4" fmla="*/ 121356 h 121356"/>
                <a:gd name="connsiteX5" fmla="*/ 34887 w 34887"/>
                <a:gd name="connsiteY5" fmla="*/ 121356 h 121356"/>
                <a:gd name="connsiteX6" fmla="*/ 34887 w 34887"/>
                <a:gd name="connsiteY6" fmla="*/ 19308 h 121356"/>
                <a:gd name="connsiteX7" fmla="*/ 27406 w 34887"/>
                <a:gd name="connsiteY7" fmla="*/ 1168 h 121356"/>
                <a:gd name="connsiteX8" fmla="*/ 27442 w 34887"/>
                <a:gd name="connsiteY8" fmla="*/ 1168 h 121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887" h="121356">
                  <a:moveTo>
                    <a:pt x="27442" y="1168"/>
                  </a:moveTo>
                  <a:cubicBezTo>
                    <a:pt x="26275" y="474"/>
                    <a:pt x="25034" y="0"/>
                    <a:pt x="23720" y="0"/>
                  </a:cubicBezTo>
                  <a:cubicBezTo>
                    <a:pt x="19268" y="0"/>
                    <a:pt x="15364" y="4562"/>
                    <a:pt x="13576" y="11132"/>
                  </a:cubicBezTo>
                  <a:cubicBezTo>
                    <a:pt x="13174" y="12701"/>
                    <a:pt x="0" y="99822"/>
                    <a:pt x="0" y="99822"/>
                  </a:cubicBezTo>
                  <a:lnTo>
                    <a:pt x="13174" y="121356"/>
                  </a:lnTo>
                  <a:lnTo>
                    <a:pt x="34887" y="121356"/>
                  </a:lnTo>
                  <a:lnTo>
                    <a:pt x="34887" y="19308"/>
                  </a:lnTo>
                  <a:cubicBezTo>
                    <a:pt x="34887" y="10913"/>
                    <a:pt x="31749" y="3832"/>
                    <a:pt x="27406" y="1168"/>
                  </a:cubicBezTo>
                  <a:lnTo>
                    <a:pt x="27442" y="1168"/>
                  </a:lnTo>
                  <a:close/>
                </a:path>
              </a:pathLst>
            </a:custGeom>
            <a:solidFill>
              <a:srgbClr val="007B85"/>
            </a:solidFill>
            <a:ln w="3646" cap="flat">
              <a:noFill/>
              <a:prstDash val="solid"/>
              <a:miter/>
            </a:ln>
          </p:spPr>
          <p:txBody>
            <a:bodyPr rtlCol="0" anchor="ctr"/>
            <a:lstStyle/>
            <a:p>
              <a:endParaRPr lang="en-GR"/>
            </a:p>
          </p:txBody>
        </p:sp>
        <p:sp>
          <p:nvSpPr>
            <p:cNvPr id="887" name="Freeform 716">
              <a:extLst>
                <a:ext uri="{FF2B5EF4-FFF2-40B4-BE49-F238E27FC236}">
                  <a16:creationId xmlns:a16="http://schemas.microsoft.com/office/drawing/2014/main" id="{D6AB99D2-ECD5-92B4-3298-388B3C62B3B1}"/>
                </a:ext>
              </a:extLst>
            </p:cNvPr>
            <p:cNvSpPr/>
            <p:nvPr/>
          </p:nvSpPr>
          <p:spPr>
            <a:xfrm>
              <a:off x="9879251" y="5310064"/>
              <a:ext cx="18158" cy="61269"/>
            </a:xfrm>
            <a:custGeom>
              <a:avLst/>
              <a:gdLst>
                <a:gd name="connsiteX0" fmla="*/ 73 w 20508"/>
                <a:gd name="connsiteY0" fmla="*/ 63908 h 69200"/>
                <a:gd name="connsiteX1" fmla="*/ 8612 w 20508"/>
                <a:gd name="connsiteY1" fmla="*/ 69200 h 69200"/>
                <a:gd name="connsiteX2" fmla="*/ 11933 w 20508"/>
                <a:gd name="connsiteY2" fmla="*/ 69200 h 69200"/>
                <a:gd name="connsiteX3" fmla="*/ 20509 w 20508"/>
                <a:gd name="connsiteY3" fmla="*/ 63908 h 69200"/>
                <a:gd name="connsiteX4" fmla="*/ 20509 w 20508"/>
                <a:gd name="connsiteY4" fmla="*/ 0 h 69200"/>
                <a:gd name="connsiteX5" fmla="*/ 0 w 20508"/>
                <a:gd name="connsiteY5" fmla="*/ 0 h 69200"/>
                <a:gd name="connsiteX6" fmla="*/ 0 w 20508"/>
                <a:gd name="connsiteY6" fmla="*/ 63908 h 69200"/>
                <a:gd name="connsiteX7" fmla="*/ 73 w 20508"/>
                <a:gd name="connsiteY7" fmla="*/ 63908 h 6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508" h="69200">
                  <a:moveTo>
                    <a:pt x="73" y="63908"/>
                  </a:moveTo>
                  <a:cubicBezTo>
                    <a:pt x="146" y="66791"/>
                    <a:pt x="3905" y="69091"/>
                    <a:pt x="8612" y="69200"/>
                  </a:cubicBezTo>
                  <a:lnTo>
                    <a:pt x="11933" y="69200"/>
                  </a:lnTo>
                  <a:cubicBezTo>
                    <a:pt x="16640" y="69091"/>
                    <a:pt x="20436" y="66791"/>
                    <a:pt x="20509" y="63908"/>
                  </a:cubicBezTo>
                  <a:lnTo>
                    <a:pt x="20509" y="0"/>
                  </a:lnTo>
                  <a:lnTo>
                    <a:pt x="0" y="0"/>
                  </a:lnTo>
                  <a:lnTo>
                    <a:pt x="0" y="63908"/>
                  </a:lnTo>
                  <a:lnTo>
                    <a:pt x="73" y="63908"/>
                  </a:lnTo>
                  <a:close/>
                </a:path>
              </a:pathLst>
            </a:custGeom>
            <a:solidFill>
              <a:srgbClr val="007B85"/>
            </a:solidFill>
            <a:ln w="3646" cap="flat">
              <a:noFill/>
              <a:prstDash val="solid"/>
              <a:miter/>
            </a:ln>
          </p:spPr>
          <p:txBody>
            <a:bodyPr rtlCol="0" anchor="ctr"/>
            <a:lstStyle/>
            <a:p>
              <a:endParaRPr lang="en-GR"/>
            </a:p>
          </p:txBody>
        </p:sp>
        <p:sp>
          <p:nvSpPr>
            <p:cNvPr id="888" name="Freeform 717">
              <a:extLst>
                <a:ext uri="{FF2B5EF4-FFF2-40B4-BE49-F238E27FC236}">
                  <a16:creationId xmlns:a16="http://schemas.microsoft.com/office/drawing/2014/main" id="{4D752D9A-7827-9603-F8FF-07C77C810723}"/>
                </a:ext>
              </a:extLst>
            </p:cNvPr>
            <p:cNvSpPr/>
            <p:nvPr/>
          </p:nvSpPr>
          <p:spPr>
            <a:xfrm>
              <a:off x="9793590" y="5191533"/>
              <a:ext cx="55571" cy="84568"/>
            </a:xfrm>
            <a:custGeom>
              <a:avLst/>
              <a:gdLst>
                <a:gd name="connsiteX0" fmla="*/ 60038 w 62764"/>
                <a:gd name="connsiteY0" fmla="*/ 3102 h 95515"/>
                <a:gd name="connsiteX1" fmla="*/ 49419 w 62764"/>
                <a:gd name="connsiteY1" fmla="*/ 438 h 95515"/>
                <a:gd name="connsiteX2" fmla="*/ 49419 w 62764"/>
                <a:gd name="connsiteY2" fmla="*/ 58872 h 95515"/>
                <a:gd name="connsiteX3" fmla="*/ 36464 w 62764"/>
                <a:gd name="connsiteY3" fmla="*/ 58872 h 95515"/>
                <a:gd name="connsiteX4" fmla="*/ 36464 w 62764"/>
                <a:gd name="connsiteY4" fmla="*/ 0 h 95515"/>
                <a:gd name="connsiteX5" fmla="*/ 34786 w 62764"/>
                <a:gd name="connsiteY5" fmla="*/ 0 h 95515"/>
                <a:gd name="connsiteX6" fmla="*/ 27815 w 62764"/>
                <a:gd name="connsiteY6" fmla="*/ 0 h 95515"/>
                <a:gd name="connsiteX7" fmla="*/ 26137 w 62764"/>
                <a:gd name="connsiteY7" fmla="*/ 0 h 95515"/>
                <a:gd name="connsiteX8" fmla="*/ 26137 w 62764"/>
                <a:gd name="connsiteY8" fmla="*/ 58945 h 95515"/>
                <a:gd name="connsiteX9" fmla="*/ 13328 w 62764"/>
                <a:gd name="connsiteY9" fmla="*/ 58945 h 95515"/>
                <a:gd name="connsiteX10" fmla="*/ 13328 w 62764"/>
                <a:gd name="connsiteY10" fmla="*/ 328 h 95515"/>
                <a:gd name="connsiteX11" fmla="*/ 2635 w 62764"/>
                <a:gd name="connsiteY11" fmla="*/ 3102 h 95515"/>
                <a:gd name="connsiteX12" fmla="*/ 8 w 62764"/>
                <a:gd name="connsiteY12" fmla="*/ 10402 h 95515"/>
                <a:gd name="connsiteX13" fmla="*/ 8 w 62764"/>
                <a:gd name="connsiteY13" fmla="*/ 77011 h 95515"/>
                <a:gd name="connsiteX14" fmla="*/ 18035 w 62764"/>
                <a:gd name="connsiteY14" fmla="*/ 95516 h 95515"/>
                <a:gd name="connsiteX15" fmla="*/ 44712 w 62764"/>
                <a:gd name="connsiteY15" fmla="*/ 95516 h 95515"/>
                <a:gd name="connsiteX16" fmla="*/ 62739 w 62764"/>
                <a:gd name="connsiteY16" fmla="*/ 77011 h 95515"/>
                <a:gd name="connsiteX17" fmla="*/ 62739 w 62764"/>
                <a:gd name="connsiteY17" fmla="*/ 10402 h 95515"/>
                <a:gd name="connsiteX18" fmla="*/ 60075 w 62764"/>
                <a:gd name="connsiteY18" fmla="*/ 3029 h 95515"/>
                <a:gd name="connsiteX19" fmla="*/ 60038 w 62764"/>
                <a:gd name="connsiteY19" fmla="*/ 3102 h 9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2764" h="95515">
                  <a:moveTo>
                    <a:pt x="60038" y="3102"/>
                  </a:moveTo>
                  <a:cubicBezTo>
                    <a:pt x="56718" y="2008"/>
                    <a:pt x="53105" y="1132"/>
                    <a:pt x="49419" y="438"/>
                  </a:cubicBezTo>
                  <a:lnTo>
                    <a:pt x="49419" y="58872"/>
                  </a:lnTo>
                  <a:lnTo>
                    <a:pt x="36464" y="58872"/>
                  </a:lnTo>
                  <a:lnTo>
                    <a:pt x="36464" y="0"/>
                  </a:lnTo>
                  <a:cubicBezTo>
                    <a:pt x="35588" y="0"/>
                    <a:pt x="34895" y="0"/>
                    <a:pt x="34786" y="0"/>
                  </a:cubicBezTo>
                  <a:lnTo>
                    <a:pt x="27815" y="0"/>
                  </a:lnTo>
                  <a:cubicBezTo>
                    <a:pt x="27815" y="0"/>
                    <a:pt x="27013" y="0"/>
                    <a:pt x="26137" y="0"/>
                  </a:cubicBezTo>
                  <a:lnTo>
                    <a:pt x="26137" y="58945"/>
                  </a:lnTo>
                  <a:lnTo>
                    <a:pt x="13328" y="58945"/>
                  </a:lnTo>
                  <a:lnTo>
                    <a:pt x="13328" y="328"/>
                  </a:lnTo>
                  <a:cubicBezTo>
                    <a:pt x="9642" y="1095"/>
                    <a:pt x="5592" y="2081"/>
                    <a:pt x="2635" y="3102"/>
                  </a:cubicBezTo>
                  <a:cubicBezTo>
                    <a:pt x="-284" y="4234"/>
                    <a:pt x="8" y="7591"/>
                    <a:pt x="8" y="10402"/>
                  </a:cubicBezTo>
                  <a:lnTo>
                    <a:pt x="8" y="77011"/>
                  </a:lnTo>
                  <a:cubicBezTo>
                    <a:pt x="8" y="87048"/>
                    <a:pt x="8" y="95516"/>
                    <a:pt x="18035" y="95516"/>
                  </a:cubicBezTo>
                  <a:lnTo>
                    <a:pt x="44712" y="95516"/>
                  </a:lnTo>
                  <a:cubicBezTo>
                    <a:pt x="58651" y="95516"/>
                    <a:pt x="62739" y="87267"/>
                    <a:pt x="62739" y="77011"/>
                  </a:cubicBezTo>
                  <a:lnTo>
                    <a:pt x="62739" y="10402"/>
                  </a:lnTo>
                  <a:cubicBezTo>
                    <a:pt x="62739" y="7591"/>
                    <a:pt x="63213" y="4489"/>
                    <a:pt x="60075" y="3029"/>
                  </a:cubicBezTo>
                  <a:lnTo>
                    <a:pt x="60038" y="3102"/>
                  </a:lnTo>
                  <a:close/>
                </a:path>
              </a:pathLst>
            </a:custGeom>
            <a:solidFill>
              <a:srgbClr val="007B85"/>
            </a:solidFill>
            <a:ln w="3646" cap="flat">
              <a:noFill/>
              <a:prstDash val="solid"/>
              <a:miter/>
            </a:ln>
          </p:spPr>
          <p:txBody>
            <a:bodyPr rtlCol="0" anchor="ctr"/>
            <a:lstStyle/>
            <a:p>
              <a:endParaRPr lang="en-GR"/>
            </a:p>
          </p:txBody>
        </p:sp>
      </p:grpSp>
      <p:grpSp>
        <p:nvGrpSpPr>
          <p:cNvPr id="889" name="Group 888">
            <a:extLst>
              <a:ext uri="{FF2B5EF4-FFF2-40B4-BE49-F238E27FC236}">
                <a16:creationId xmlns:a16="http://schemas.microsoft.com/office/drawing/2014/main" id="{AC0195B5-A372-DD76-F421-C0FE25EE81E5}"/>
              </a:ext>
            </a:extLst>
          </p:cNvPr>
          <p:cNvGrpSpPr/>
          <p:nvPr/>
        </p:nvGrpSpPr>
        <p:grpSpPr>
          <a:xfrm>
            <a:off x="5582270" y="5523238"/>
            <a:ext cx="180982" cy="179811"/>
            <a:chOff x="4430114" y="5523236"/>
            <a:chExt cx="180982" cy="179811"/>
          </a:xfrm>
        </p:grpSpPr>
        <p:sp>
          <p:nvSpPr>
            <p:cNvPr id="890" name="Freeform 718">
              <a:extLst>
                <a:ext uri="{FF2B5EF4-FFF2-40B4-BE49-F238E27FC236}">
                  <a16:creationId xmlns:a16="http://schemas.microsoft.com/office/drawing/2014/main" id="{BB123B95-C568-9F20-45B2-0B78B9766F86}"/>
                </a:ext>
              </a:extLst>
            </p:cNvPr>
            <p:cNvSpPr/>
            <p:nvPr/>
          </p:nvSpPr>
          <p:spPr>
            <a:xfrm>
              <a:off x="4471710" y="5523236"/>
              <a:ext cx="97744" cy="41729"/>
            </a:xfrm>
            <a:custGeom>
              <a:avLst/>
              <a:gdLst>
                <a:gd name="connsiteX0" fmla="*/ 25530 w 110397"/>
                <a:gd name="connsiteY0" fmla="*/ 26327 h 47131"/>
                <a:gd name="connsiteX1" fmla="*/ 84867 w 110397"/>
                <a:gd name="connsiteY1" fmla="*/ 26291 h 47131"/>
                <a:gd name="connsiteX2" fmla="*/ 84867 w 110397"/>
                <a:gd name="connsiteY2" fmla="*/ 47132 h 47131"/>
                <a:gd name="connsiteX3" fmla="*/ 110397 w 110397"/>
                <a:gd name="connsiteY3" fmla="*/ 47132 h 47131"/>
                <a:gd name="connsiteX4" fmla="*/ 110397 w 110397"/>
                <a:gd name="connsiteY4" fmla="*/ 15232 h 47131"/>
                <a:gd name="connsiteX5" fmla="*/ 48561 w 110397"/>
                <a:gd name="connsiteY5" fmla="*/ 85 h 47131"/>
                <a:gd name="connsiteX6" fmla="*/ 0 w 110397"/>
                <a:gd name="connsiteY6" fmla="*/ 15561 h 47131"/>
                <a:gd name="connsiteX7" fmla="*/ 0 w 110397"/>
                <a:gd name="connsiteY7" fmla="*/ 47132 h 47131"/>
                <a:gd name="connsiteX8" fmla="*/ 25530 w 110397"/>
                <a:gd name="connsiteY8" fmla="*/ 47132 h 47131"/>
                <a:gd name="connsiteX9" fmla="*/ 25530 w 110397"/>
                <a:gd name="connsiteY9" fmla="*/ 26327 h 47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397" h="47131">
                  <a:moveTo>
                    <a:pt x="25530" y="26327"/>
                  </a:moveTo>
                  <a:cubicBezTo>
                    <a:pt x="40441" y="25305"/>
                    <a:pt x="69956" y="25305"/>
                    <a:pt x="84867" y="26291"/>
                  </a:cubicBezTo>
                  <a:lnTo>
                    <a:pt x="84867" y="47132"/>
                  </a:lnTo>
                  <a:lnTo>
                    <a:pt x="110397" y="47132"/>
                  </a:lnTo>
                  <a:lnTo>
                    <a:pt x="110397" y="15232"/>
                  </a:lnTo>
                  <a:cubicBezTo>
                    <a:pt x="109890" y="961"/>
                    <a:pt x="97428" y="-426"/>
                    <a:pt x="48561" y="85"/>
                  </a:cubicBezTo>
                  <a:cubicBezTo>
                    <a:pt x="16440" y="450"/>
                    <a:pt x="307" y="597"/>
                    <a:pt x="0" y="15561"/>
                  </a:cubicBezTo>
                  <a:lnTo>
                    <a:pt x="0" y="47132"/>
                  </a:lnTo>
                  <a:lnTo>
                    <a:pt x="25530" y="47132"/>
                  </a:lnTo>
                  <a:lnTo>
                    <a:pt x="25530" y="26327"/>
                  </a:lnTo>
                  <a:close/>
                </a:path>
              </a:pathLst>
            </a:custGeom>
            <a:solidFill>
              <a:srgbClr val="007B85"/>
            </a:solidFill>
            <a:ln w="3646" cap="flat">
              <a:noFill/>
              <a:prstDash val="solid"/>
              <a:miter/>
            </a:ln>
          </p:spPr>
          <p:txBody>
            <a:bodyPr rtlCol="0" anchor="ctr"/>
            <a:lstStyle/>
            <a:p>
              <a:endParaRPr lang="en-GR"/>
            </a:p>
          </p:txBody>
        </p:sp>
        <p:sp>
          <p:nvSpPr>
            <p:cNvPr id="891" name="Freeform 719">
              <a:extLst>
                <a:ext uri="{FF2B5EF4-FFF2-40B4-BE49-F238E27FC236}">
                  <a16:creationId xmlns:a16="http://schemas.microsoft.com/office/drawing/2014/main" id="{B1E3B704-B5C7-91E3-36B9-0E38458AE8C1}"/>
                </a:ext>
              </a:extLst>
            </p:cNvPr>
            <p:cNvSpPr/>
            <p:nvPr/>
          </p:nvSpPr>
          <p:spPr>
            <a:xfrm>
              <a:off x="4430114" y="5573981"/>
              <a:ext cx="29340" cy="129066"/>
            </a:xfrm>
            <a:custGeom>
              <a:avLst/>
              <a:gdLst>
                <a:gd name="connsiteX0" fmla="*/ 22111 w 33138"/>
                <a:gd name="connsiteY0" fmla="*/ 0 h 145773"/>
                <a:gd name="connsiteX1" fmla="*/ 0 w 33138"/>
                <a:gd name="connsiteY1" fmla="*/ 35659 h 145773"/>
                <a:gd name="connsiteX2" fmla="*/ 0 w 33138"/>
                <a:gd name="connsiteY2" fmla="*/ 110115 h 145773"/>
                <a:gd name="connsiteX3" fmla="*/ 22111 w 33138"/>
                <a:gd name="connsiteY3" fmla="*/ 145774 h 145773"/>
                <a:gd name="connsiteX4" fmla="*/ 33139 w 33138"/>
                <a:gd name="connsiteY4" fmla="*/ 145774 h 145773"/>
                <a:gd name="connsiteX5" fmla="*/ 33139 w 33138"/>
                <a:gd name="connsiteY5" fmla="*/ 0 h 145773"/>
                <a:gd name="connsiteX6" fmla="*/ 22060 w 33138"/>
                <a:gd name="connsiteY6" fmla="*/ 0 h 145773"/>
                <a:gd name="connsiteX7" fmla="*/ 22111 w 33138"/>
                <a:gd name="connsiteY7" fmla="*/ 0 h 145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138" h="145773">
                  <a:moveTo>
                    <a:pt x="22111" y="0"/>
                  </a:moveTo>
                  <a:cubicBezTo>
                    <a:pt x="10163" y="0"/>
                    <a:pt x="409" y="15841"/>
                    <a:pt x="0" y="35659"/>
                  </a:cubicBezTo>
                  <a:lnTo>
                    <a:pt x="0" y="110115"/>
                  </a:lnTo>
                  <a:cubicBezTo>
                    <a:pt x="409" y="129934"/>
                    <a:pt x="10163" y="145774"/>
                    <a:pt x="22111" y="145774"/>
                  </a:cubicBezTo>
                  <a:lnTo>
                    <a:pt x="33139" y="145774"/>
                  </a:lnTo>
                  <a:lnTo>
                    <a:pt x="33139" y="0"/>
                  </a:lnTo>
                  <a:lnTo>
                    <a:pt x="22060" y="0"/>
                  </a:lnTo>
                  <a:lnTo>
                    <a:pt x="22111" y="0"/>
                  </a:lnTo>
                  <a:close/>
                </a:path>
              </a:pathLst>
            </a:custGeom>
            <a:solidFill>
              <a:srgbClr val="007B85"/>
            </a:solidFill>
            <a:ln w="3646" cap="flat">
              <a:noFill/>
              <a:prstDash val="solid"/>
              <a:miter/>
            </a:ln>
          </p:spPr>
          <p:txBody>
            <a:bodyPr rtlCol="0" anchor="ctr"/>
            <a:lstStyle/>
            <a:p>
              <a:endParaRPr lang="en-GR"/>
            </a:p>
          </p:txBody>
        </p:sp>
        <p:sp>
          <p:nvSpPr>
            <p:cNvPr id="892" name="Freeform 720">
              <a:extLst>
                <a:ext uri="{FF2B5EF4-FFF2-40B4-BE49-F238E27FC236}">
                  <a16:creationId xmlns:a16="http://schemas.microsoft.com/office/drawing/2014/main" id="{067BFB31-022D-1344-9F46-B0F0DC94F93C}"/>
                </a:ext>
              </a:extLst>
            </p:cNvPr>
            <p:cNvSpPr/>
            <p:nvPr/>
          </p:nvSpPr>
          <p:spPr>
            <a:xfrm>
              <a:off x="4581710" y="5573981"/>
              <a:ext cx="29386" cy="129066"/>
            </a:xfrm>
            <a:custGeom>
              <a:avLst/>
              <a:gdLst>
                <a:gd name="connsiteX0" fmla="*/ 0 w 33190"/>
                <a:gd name="connsiteY0" fmla="*/ 0 h 145773"/>
                <a:gd name="connsiteX1" fmla="*/ 0 w 33190"/>
                <a:gd name="connsiteY1" fmla="*/ 145774 h 145773"/>
                <a:gd name="connsiteX2" fmla="*/ 11079 w 33190"/>
                <a:gd name="connsiteY2" fmla="*/ 145774 h 145773"/>
                <a:gd name="connsiteX3" fmla="*/ 33190 w 33190"/>
                <a:gd name="connsiteY3" fmla="*/ 110115 h 145773"/>
                <a:gd name="connsiteX4" fmla="*/ 33190 w 33190"/>
                <a:gd name="connsiteY4" fmla="*/ 35659 h 145773"/>
                <a:gd name="connsiteX5" fmla="*/ 11079 w 33190"/>
                <a:gd name="connsiteY5" fmla="*/ 0 h 145773"/>
                <a:gd name="connsiteX6" fmla="*/ 0 w 33190"/>
                <a:gd name="connsiteY6" fmla="*/ 0 h 145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90" h="145773">
                  <a:moveTo>
                    <a:pt x="0" y="0"/>
                  </a:moveTo>
                  <a:lnTo>
                    <a:pt x="0" y="145774"/>
                  </a:lnTo>
                  <a:lnTo>
                    <a:pt x="11079" y="145774"/>
                  </a:lnTo>
                  <a:cubicBezTo>
                    <a:pt x="23027" y="145774"/>
                    <a:pt x="32781" y="129934"/>
                    <a:pt x="33190" y="110115"/>
                  </a:cubicBezTo>
                  <a:lnTo>
                    <a:pt x="33190" y="35659"/>
                  </a:lnTo>
                  <a:cubicBezTo>
                    <a:pt x="32781" y="15841"/>
                    <a:pt x="23027" y="0"/>
                    <a:pt x="11079" y="0"/>
                  </a:cubicBezTo>
                  <a:lnTo>
                    <a:pt x="0" y="0"/>
                  </a:lnTo>
                  <a:close/>
                </a:path>
              </a:pathLst>
            </a:custGeom>
            <a:solidFill>
              <a:srgbClr val="007B85"/>
            </a:solidFill>
            <a:ln w="3646" cap="flat">
              <a:noFill/>
              <a:prstDash val="solid"/>
              <a:miter/>
            </a:ln>
          </p:spPr>
          <p:txBody>
            <a:bodyPr rtlCol="0" anchor="ctr"/>
            <a:lstStyle/>
            <a:p>
              <a:endParaRPr lang="en-GR"/>
            </a:p>
          </p:txBody>
        </p:sp>
        <p:sp>
          <p:nvSpPr>
            <p:cNvPr id="893" name="Freeform 721">
              <a:extLst>
                <a:ext uri="{FF2B5EF4-FFF2-40B4-BE49-F238E27FC236}">
                  <a16:creationId xmlns:a16="http://schemas.microsoft.com/office/drawing/2014/main" id="{772D793B-9407-24B7-9054-645657F4C1F3}"/>
                </a:ext>
              </a:extLst>
            </p:cNvPr>
            <p:cNvSpPr/>
            <p:nvPr/>
          </p:nvSpPr>
          <p:spPr>
            <a:xfrm>
              <a:off x="4471710" y="5573981"/>
              <a:ext cx="97744" cy="129066"/>
            </a:xfrm>
            <a:custGeom>
              <a:avLst/>
              <a:gdLst>
                <a:gd name="connsiteX0" fmla="*/ 110397 w 110397"/>
                <a:gd name="connsiteY0" fmla="*/ 0 h 145773"/>
                <a:gd name="connsiteX1" fmla="*/ 74602 w 110397"/>
                <a:gd name="connsiteY1" fmla="*/ 0 h 145773"/>
                <a:gd name="connsiteX2" fmla="*/ 74193 w 110397"/>
                <a:gd name="connsiteY2" fmla="*/ 0 h 145773"/>
                <a:gd name="connsiteX3" fmla="*/ 36204 w 110397"/>
                <a:gd name="connsiteY3" fmla="*/ 0 h 145773"/>
                <a:gd name="connsiteX4" fmla="*/ 35796 w 110397"/>
                <a:gd name="connsiteY4" fmla="*/ 0 h 145773"/>
                <a:gd name="connsiteX5" fmla="*/ 0 w 110397"/>
                <a:gd name="connsiteY5" fmla="*/ 0 h 145773"/>
                <a:gd name="connsiteX6" fmla="*/ 0 w 110397"/>
                <a:gd name="connsiteY6" fmla="*/ 145774 h 145773"/>
                <a:gd name="connsiteX7" fmla="*/ 35796 w 110397"/>
                <a:gd name="connsiteY7" fmla="*/ 145774 h 145773"/>
                <a:gd name="connsiteX8" fmla="*/ 36204 w 110397"/>
                <a:gd name="connsiteY8" fmla="*/ 145774 h 145773"/>
                <a:gd name="connsiteX9" fmla="*/ 74193 w 110397"/>
                <a:gd name="connsiteY9" fmla="*/ 145774 h 145773"/>
                <a:gd name="connsiteX10" fmla="*/ 74602 w 110397"/>
                <a:gd name="connsiteY10" fmla="*/ 145774 h 145773"/>
                <a:gd name="connsiteX11" fmla="*/ 110397 w 110397"/>
                <a:gd name="connsiteY11" fmla="*/ 145774 h 145773"/>
                <a:gd name="connsiteX12" fmla="*/ 110397 w 110397"/>
                <a:gd name="connsiteY12" fmla="*/ 0 h 145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0397" h="145773">
                  <a:moveTo>
                    <a:pt x="110397" y="0"/>
                  </a:moveTo>
                  <a:lnTo>
                    <a:pt x="74602" y="0"/>
                  </a:lnTo>
                  <a:cubicBezTo>
                    <a:pt x="74602" y="0"/>
                    <a:pt x="74346" y="0"/>
                    <a:pt x="74193" y="0"/>
                  </a:cubicBezTo>
                  <a:lnTo>
                    <a:pt x="36204" y="0"/>
                  </a:lnTo>
                  <a:cubicBezTo>
                    <a:pt x="36204" y="0"/>
                    <a:pt x="35949" y="0"/>
                    <a:pt x="35796" y="0"/>
                  </a:cubicBezTo>
                  <a:lnTo>
                    <a:pt x="0" y="0"/>
                  </a:lnTo>
                  <a:lnTo>
                    <a:pt x="0" y="145774"/>
                  </a:lnTo>
                  <a:lnTo>
                    <a:pt x="35796" y="145774"/>
                  </a:lnTo>
                  <a:cubicBezTo>
                    <a:pt x="35796" y="145774"/>
                    <a:pt x="36051" y="145774"/>
                    <a:pt x="36204" y="145774"/>
                  </a:cubicBezTo>
                  <a:lnTo>
                    <a:pt x="74193" y="145774"/>
                  </a:lnTo>
                  <a:cubicBezTo>
                    <a:pt x="74193" y="145774"/>
                    <a:pt x="74449" y="145774"/>
                    <a:pt x="74602" y="145774"/>
                  </a:cubicBezTo>
                  <a:lnTo>
                    <a:pt x="110397" y="145774"/>
                  </a:lnTo>
                  <a:lnTo>
                    <a:pt x="110397" y="0"/>
                  </a:lnTo>
                  <a:close/>
                </a:path>
              </a:pathLst>
            </a:custGeom>
            <a:solidFill>
              <a:srgbClr val="007B85"/>
            </a:solidFill>
            <a:ln w="3646" cap="flat">
              <a:noFill/>
              <a:prstDash val="solid"/>
              <a:miter/>
            </a:ln>
          </p:spPr>
          <p:txBody>
            <a:bodyPr rtlCol="0" anchor="ctr"/>
            <a:lstStyle/>
            <a:p>
              <a:endParaRPr lang="en-GR"/>
            </a:p>
          </p:txBody>
        </p:sp>
      </p:grpSp>
      <p:grpSp>
        <p:nvGrpSpPr>
          <p:cNvPr id="894" name="Group 893">
            <a:extLst>
              <a:ext uri="{FF2B5EF4-FFF2-40B4-BE49-F238E27FC236}">
                <a16:creationId xmlns:a16="http://schemas.microsoft.com/office/drawing/2014/main" id="{50051FE2-0E7C-217F-6328-BD183DD00F7C}"/>
              </a:ext>
            </a:extLst>
          </p:cNvPr>
          <p:cNvGrpSpPr/>
          <p:nvPr/>
        </p:nvGrpSpPr>
        <p:grpSpPr>
          <a:xfrm>
            <a:off x="5915064" y="5523217"/>
            <a:ext cx="180936" cy="180271"/>
            <a:chOff x="4762908" y="5523215"/>
            <a:chExt cx="180936" cy="180271"/>
          </a:xfrm>
        </p:grpSpPr>
        <p:sp>
          <p:nvSpPr>
            <p:cNvPr id="895" name="Freeform 722">
              <a:extLst>
                <a:ext uri="{FF2B5EF4-FFF2-40B4-BE49-F238E27FC236}">
                  <a16:creationId xmlns:a16="http://schemas.microsoft.com/office/drawing/2014/main" id="{3BD9BDBF-BD3B-E507-BD78-08FD9425DC41}"/>
                </a:ext>
              </a:extLst>
            </p:cNvPr>
            <p:cNvSpPr/>
            <p:nvPr/>
          </p:nvSpPr>
          <p:spPr>
            <a:xfrm>
              <a:off x="4879919" y="5581382"/>
              <a:ext cx="63925" cy="72547"/>
            </a:xfrm>
            <a:custGeom>
              <a:avLst/>
              <a:gdLst>
                <a:gd name="connsiteX0" fmla="*/ 72201 w 72200"/>
                <a:gd name="connsiteY0" fmla="*/ 51572 h 81938"/>
                <a:gd name="connsiteX1" fmla="*/ 69394 w 72200"/>
                <a:gd name="connsiteY1" fmla="*/ 47192 h 81938"/>
                <a:gd name="connsiteX2" fmla="*/ 0 w 72200"/>
                <a:gd name="connsiteY2" fmla="*/ 0 h 81938"/>
                <a:gd name="connsiteX3" fmla="*/ 0 w 72200"/>
                <a:gd name="connsiteY3" fmla="*/ 56900 h 81938"/>
                <a:gd name="connsiteX4" fmla="*/ 71894 w 72200"/>
                <a:gd name="connsiteY4" fmla="*/ 81938 h 81938"/>
                <a:gd name="connsiteX5" fmla="*/ 71792 w 72200"/>
                <a:gd name="connsiteY5" fmla="*/ 81792 h 81938"/>
                <a:gd name="connsiteX6" fmla="*/ 72149 w 72200"/>
                <a:gd name="connsiteY6" fmla="*/ 81938 h 81938"/>
                <a:gd name="connsiteX7" fmla="*/ 72149 w 72200"/>
                <a:gd name="connsiteY7" fmla="*/ 51572 h 81938"/>
                <a:gd name="connsiteX8" fmla="*/ 72201 w 72200"/>
                <a:gd name="connsiteY8" fmla="*/ 51572 h 81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200" h="81938">
                  <a:moveTo>
                    <a:pt x="72201" y="51572"/>
                  </a:moveTo>
                  <a:cubicBezTo>
                    <a:pt x="72149" y="49893"/>
                    <a:pt x="71077" y="48360"/>
                    <a:pt x="69394" y="47192"/>
                  </a:cubicBezTo>
                  <a:lnTo>
                    <a:pt x="0" y="0"/>
                  </a:lnTo>
                  <a:lnTo>
                    <a:pt x="0" y="56900"/>
                  </a:lnTo>
                  <a:lnTo>
                    <a:pt x="71894" y="81938"/>
                  </a:lnTo>
                  <a:lnTo>
                    <a:pt x="71792" y="81792"/>
                  </a:lnTo>
                  <a:lnTo>
                    <a:pt x="72149" y="81938"/>
                  </a:lnTo>
                  <a:lnTo>
                    <a:pt x="72149" y="51572"/>
                  </a:lnTo>
                  <a:lnTo>
                    <a:pt x="72201" y="51572"/>
                  </a:lnTo>
                  <a:close/>
                </a:path>
              </a:pathLst>
            </a:custGeom>
            <a:solidFill>
              <a:srgbClr val="007B85"/>
            </a:solidFill>
            <a:ln w="3646" cap="flat">
              <a:noFill/>
              <a:prstDash val="solid"/>
              <a:miter/>
            </a:ln>
          </p:spPr>
          <p:txBody>
            <a:bodyPr rtlCol="0" anchor="ctr"/>
            <a:lstStyle/>
            <a:p>
              <a:endParaRPr lang="en-GR"/>
            </a:p>
          </p:txBody>
        </p:sp>
        <p:sp>
          <p:nvSpPr>
            <p:cNvPr id="896" name="Freeform 723">
              <a:extLst>
                <a:ext uri="{FF2B5EF4-FFF2-40B4-BE49-F238E27FC236}">
                  <a16:creationId xmlns:a16="http://schemas.microsoft.com/office/drawing/2014/main" id="{FD8CC079-B035-3CB7-0FAD-A6AB9C744067}"/>
                </a:ext>
              </a:extLst>
            </p:cNvPr>
            <p:cNvSpPr/>
            <p:nvPr/>
          </p:nvSpPr>
          <p:spPr>
            <a:xfrm>
              <a:off x="4762908" y="5581608"/>
              <a:ext cx="63473" cy="72289"/>
            </a:xfrm>
            <a:custGeom>
              <a:avLst/>
              <a:gdLst>
                <a:gd name="connsiteX0" fmla="*/ 71690 w 71689"/>
                <a:gd name="connsiteY0" fmla="*/ 37 h 81646"/>
                <a:gd name="connsiteX1" fmla="*/ 2806 w 71689"/>
                <a:gd name="connsiteY1" fmla="*/ 46900 h 81646"/>
                <a:gd name="connsiteX2" fmla="*/ 0 w 71689"/>
                <a:gd name="connsiteY2" fmla="*/ 51280 h 81646"/>
                <a:gd name="connsiteX3" fmla="*/ 0 w 71689"/>
                <a:gd name="connsiteY3" fmla="*/ 81646 h 81646"/>
                <a:gd name="connsiteX4" fmla="*/ 71690 w 71689"/>
                <a:gd name="connsiteY4" fmla="*/ 56718 h 81646"/>
                <a:gd name="connsiteX5" fmla="*/ 71690 w 71689"/>
                <a:gd name="connsiteY5" fmla="*/ 0 h 81646"/>
                <a:gd name="connsiteX6" fmla="*/ 71690 w 71689"/>
                <a:gd name="connsiteY6" fmla="*/ 37 h 81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689" h="81646">
                  <a:moveTo>
                    <a:pt x="71690" y="37"/>
                  </a:moveTo>
                  <a:lnTo>
                    <a:pt x="2806" y="46900"/>
                  </a:lnTo>
                  <a:cubicBezTo>
                    <a:pt x="1124" y="48105"/>
                    <a:pt x="102" y="49638"/>
                    <a:pt x="0" y="51280"/>
                  </a:cubicBezTo>
                  <a:lnTo>
                    <a:pt x="0" y="81646"/>
                  </a:lnTo>
                  <a:lnTo>
                    <a:pt x="71690" y="56718"/>
                  </a:lnTo>
                  <a:lnTo>
                    <a:pt x="71690" y="0"/>
                  </a:lnTo>
                  <a:lnTo>
                    <a:pt x="71690" y="37"/>
                  </a:lnTo>
                  <a:close/>
                </a:path>
              </a:pathLst>
            </a:custGeom>
            <a:solidFill>
              <a:srgbClr val="007B85"/>
            </a:solidFill>
            <a:ln w="3646" cap="flat">
              <a:noFill/>
              <a:prstDash val="solid"/>
              <a:miter/>
            </a:ln>
          </p:spPr>
          <p:txBody>
            <a:bodyPr rtlCol="0" anchor="ctr"/>
            <a:lstStyle/>
            <a:p>
              <a:endParaRPr lang="en-GR"/>
            </a:p>
          </p:txBody>
        </p:sp>
        <p:sp>
          <p:nvSpPr>
            <p:cNvPr id="897" name="Freeform 724">
              <a:extLst>
                <a:ext uri="{FF2B5EF4-FFF2-40B4-BE49-F238E27FC236}">
                  <a16:creationId xmlns:a16="http://schemas.microsoft.com/office/drawing/2014/main" id="{55107A3F-AC08-A679-1B94-606E2F6C5167}"/>
                </a:ext>
              </a:extLst>
            </p:cNvPr>
            <p:cNvSpPr/>
            <p:nvPr/>
          </p:nvSpPr>
          <p:spPr>
            <a:xfrm>
              <a:off x="4813597" y="5523215"/>
              <a:ext cx="79605" cy="180271"/>
            </a:xfrm>
            <a:custGeom>
              <a:avLst/>
              <a:gdLst>
                <a:gd name="connsiteX0" fmla="*/ 64752 w 89910"/>
                <a:gd name="connsiteY0" fmla="*/ 158512 h 203606"/>
                <a:gd name="connsiteX1" fmla="*/ 64752 w 89910"/>
                <a:gd name="connsiteY1" fmla="*/ 34637 h 203606"/>
                <a:gd name="connsiteX2" fmla="*/ 44700 w 89910"/>
                <a:gd name="connsiteY2" fmla="*/ 0 h 203606"/>
                <a:gd name="connsiteX3" fmla="*/ 24647 w 89910"/>
                <a:gd name="connsiteY3" fmla="*/ 34564 h 203606"/>
                <a:gd name="connsiteX4" fmla="*/ 24647 w 89910"/>
                <a:gd name="connsiteY4" fmla="*/ 158986 h 203606"/>
                <a:gd name="connsiteX5" fmla="*/ 1482 w 89910"/>
                <a:gd name="connsiteY5" fmla="*/ 176541 h 203606"/>
                <a:gd name="connsiteX6" fmla="*/ 0 w 89910"/>
                <a:gd name="connsiteY6" fmla="*/ 180045 h 203606"/>
                <a:gd name="connsiteX7" fmla="*/ 51 w 89910"/>
                <a:gd name="connsiteY7" fmla="*/ 202382 h 203606"/>
                <a:gd name="connsiteX8" fmla="*/ 1686 w 89910"/>
                <a:gd name="connsiteY8" fmla="*/ 203514 h 203606"/>
                <a:gd name="connsiteX9" fmla="*/ 44955 w 89910"/>
                <a:gd name="connsiteY9" fmla="*/ 192455 h 203606"/>
                <a:gd name="connsiteX10" fmla="*/ 88225 w 89910"/>
                <a:gd name="connsiteY10" fmla="*/ 203514 h 203606"/>
                <a:gd name="connsiteX11" fmla="*/ 89859 w 89910"/>
                <a:gd name="connsiteY11" fmla="*/ 202382 h 203606"/>
                <a:gd name="connsiteX12" fmla="*/ 89910 w 89910"/>
                <a:gd name="connsiteY12" fmla="*/ 180045 h 203606"/>
                <a:gd name="connsiteX13" fmla="*/ 88429 w 89910"/>
                <a:gd name="connsiteY13" fmla="*/ 176541 h 203606"/>
                <a:gd name="connsiteX14" fmla="*/ 64701 w 89910"/>
                <a:gd name="connsiteY14" fmla="*/ 158548 h 203606"/>
                <a:gd name="connsiteX15" fmla="*/ 64752 w 89910"/>
                <a:gd name="connsiteY15" fmla="*/ 158512 h 20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9910" h="203606">
                  <a:moveTo>
                    <a:pt x="64752" y="158512"/>
                  </a:moveTo>
                  <a:lnTo>
                    <a:pt x="64752" y="34637"/>
                  </a:lnTo>
                  <a:cubicBezTo>
                    <a:pt x="64752" y="15512"/>
                    <a:pt x="55772" y="0"/>
                    <a:pt x="44700" y="0"/>
                  </a:cubicBezTo>
                  <a:cubicBezTo>
                    <a:pt x="33628" y="0"/>
                    <a:pt x="24698" y="15475"/>
                    <a:pt x="24647" y="34564"/>
                  </a:cubicBezTo>
                  <a:lnTo>
                    <a:pt x="24647" y="158986"/>
                  </a:lnTo>
                  <a:lnTo>
                    <a:pt x="1482" y="176541"/>
                  </a:lnTo>
                  <a:cubicBezTo>
                    <a:pt x="511" y="177235"/>
                    <a:pt x="102" y="178293"/>
                    <a:pt x="0" y="180045"/>
                  </a:cubicBezTo>
                  <a:cubicBezTo>
                    <a:pt x="0" y="182892"/>
                    <a:pt x="51" y="196360"/>
                    <a:pt x="51" y="202382"/>
                  </a:cubicBezTo>
                  <a:cubicBezTo>
                    <a:pt x="51" y="203258"/>
                    <a:pt x="920" y="203842"/>
                    <a:pt x="1686" y="203514"/>
                  </a:cubicBezTo>
                  <a:lnTo>
                    <a:pt x="44955" y="192455"/>
                  </a:lnTo>
                  <a:lnTo>
                    <a:pt x="88225" y="203514"/>
                  </a:lnTo>
                  <a:cubicBezTo>
                    <a:pt x="89042" y="203842"/>
                    <a:pt x="89859" y="203222"/>
                    <a:pt x="89859" y="202382"/>
                  </a:cubicBezTo>
                  <a:cubicBezTo>
                    <a:pt x="89859" y="196360"/>
                    <a:pt x="89910" y="182892"/>
                    <a:pt x="89910" y="180045"/>
                  </a:cubicBezTo>
                  <a:cubicBezTo>
                    <a:pt x="89859" y="178293"/>
                    <a:pt x="89400" y="177235"/>
                    <a:pt x="88429" y="176541"/>
                  </a:cubicBezTo>
                  <a:lnTo>
                    <a:pt x="64701" y="158548"/>
                  </a:lnTo>
                  <a:lnTo>
                    <a:pt x="64752" y="158512"/>
                  </a:lnTo>
                  <a:close/>
                </a:path>
              </a:pathLst>
            </a:custGeom>
            <a:solidFill>
              <a:srgbClr val="007B85"/>
            </a:solidFill>
            <a:ln w="3646" cap="flat">
              <a:noFill/>
              <a:prstDash val="solid"/>
              <a:miter/>
            </a:ln>
          </p:spPr>
          <p:txBody>
            <a:bodyPr rtlCol="0" anchor="ctr"/>
            <a:lstStyle/>
            <a:p>
              <a:endParaRPr lang="en-GR"/>
            </a:p>
          </p:txBody>
        </p:sp>
      </p:grpSp>
      <p:grpSp>
        <p:nvGrpSpPr>
          <p:cNvPr id="898" name="Group 897">
            <a:extLst>
              <a:ext uri="{FF2B5EF4-FFF2-40B4-BE49-F238E27FC236}">
                <a16:creationId xmlns:a16="http://schemas.microsoft.com/office/drawing/2014/main" id="{3326BE5D-311A-F66E-F237-CE72368E7BEA}"/>
              </a:ext>
            </a:extLst>
          </p:cNvPr>
          <p:cNvGrpSpPr/>
          <p:nvPr/>
        </p:nvGrpSpPr>
        <p:grpSpPr>
          <a:xfrm>
            <a:off x="6241397" y="5516753"/>
            <a:ext cx="193860" cy="193955"/>
            <a:chOff x="5089241" y="5516751"/>
            <a:chExt cx="193860" cy="193955"/>
          </a:xfrm>
        </p:grpSpPr>
        <p:sp>
          <p:nvSpPr>
            <p:cNvPr id="899" name="Freeform 725">
              <a:extLst>
                <a:ext uri="{FF2B5EF4-FFF2-40B4-BE49-F238E27FC236}">
                  <a16:creationId xmlns:a16="http://schemas.microsoft.com/office/drawing/2014/main" id="{833CBFA2-0667-1F44-DEB4-E418B3C51321}"/>
                </a:ext>
              </a:extLst>
            </p:cNvPr>
            <p:cNvSpPr/>
            <p:nvPr/>
          </p:nvSpPr>
          <p:spPr>
            <a:xfrm>
              <a:off x="5176429" y="5516751"/>
              <a:ext cx="19337" cy="41298"/>
            </a:xfrm>
            <a:custGeom>
              <a:avLst/>
              <a:gdLst>
                <a:gd name="connsiteX0" fmla="*/ 9579 w 21840"/>
                <a:gd name="connsiteY0" fmla="*/ 46645 h 46644"/>
                <a:gd name="connsiteX1" fmla="*/ 12262 w 21840"/>
                <a:gd name="connsiteY1" fmla="*/ 46645 h 46644"/>
                <a:gd name="connsiteX2" fmla="*/ 21841 w 21840"/>
                <a:gd name="connsiteY2" fmla="*/ 40951 h 46644"/>
                <a:gd name="connsiteX3" fmla="*/ 21841 w 21840"/>
                <a:gd name="connsiteY3" fmla="*/ 5657 h 46644"/>
                <a:gd name="connsiteX4" fmla="*/ 12699 w 21840"/>
                <a:gd name="connsiteY4" fmla="*/ 0 h 46644"/>
                <a:gd name="connsiteX5" fmla="*/ 9141 w 21840"/>
                <a:gd name="connsiteY5" fmla="*/ 0 h 46644"/>
                <a:gd name="connsiteX6" fmla="*/ 0 w 21840"/>
                <a:gd name="connsiteY6" fmla="*/ 5657 h 46644"/>
                <a:gd name="connsiteX7" fmla="*/ 0 w 21840"/>
                <a:gd name="connsiteY7" fmla="*/ 40951 h 46644"/>
                <a:gd name="connsiteX8" fmla="*/ 9579 w 21840"/>
                <a:gd name="connsiteY8" fmla="*/ 46608 h 46644"/>
                <a:gd name="connsiteX9" fmla="*/ 9579 w 21840"/>
                <a:gd name="connsiteY9" fmla="*/ 46645 h 4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40" h="46644">
                  <a:moveTo>
                    <a:pt x="9579" y="46645"/>
                  </a:moveTo>
                  <a:lnTo>
                    <a:pt x="12262" y="46645"/>
                  </a:lnTo>
                  <a:cubicBezTo>
                    <a:pt x="17517" y="46645"/>
                    <a:pt x="21786" y="44126"/>
                    <a:pt x="21841" y="40951"/>
                  </a:cubicBezTo>
                  <a:lnTo>
                    <a:pt x="21841" y="5657"/>
                  </a:lnTo>
                  <a:cubicBezTo>
                    <a:pt x="21731" y="2591"/>
                    <a:pt x="17735" y="110"/>
                    <a:pt x="12699" y="0"/>
                  </a:cubicBezTo>
                  <a:lnTo>
                    <a:pt x="9141" y="0"/>
                  </a:lnTo>
                  <a:cubicBezTo>
                    <a:pt x="4105" y="110"/>
                    <a:pt x="55" y="2591"/>
                    <a:pt x="0" y="5657"/>
                  </a:cubicBezTo>
                  <a:lnTo>
                    <a:pt x="0" y="40951"/>
                  </a:lnTo>
                  <a:cubicBezTo>
                    <a:pt x="110" y="44090"/>
                    <a:pt x="4379" y="46608"/>
                    <a:pt x="9579" y="46608"/>
                  </a:cubicBezTo>
                  <a:lnTo>
                    <a:pt x="9579" y="46645"/>
                  </a:lnTo>
                  <a:close/>
                </a:path>
              </a:pathLst>
            </a:custGeom>
            <a:solidFill>
              <a:srgbClr val="007B85"/>
            </a:solidFill>
            <a:ln w="3646" cap="flat">
              <a:noFill/>
              <a:prstDash val="solid"/>
              <a:miter/>
            </a:ln>
          </p:spPr>
          <p:txBody>
            <a:bodyPr rtlCol="0" anchor="ctr"/>
            <a:lstStyle/>
            <a:p>
              <a:endParaRPr lang="en-GR"/>
            </a:p>
          </p:txBody>
        </p:sp>
        <p:sp>
          <p:nvSpPr>
            <p:cNvPr id="900" name="Freeform 726">
              <a:extLst>
                <a:ext uri="{FF2B5EF4-FFF2-40B4-BE49-F238E27FC236}">
                  <a16:creationId xmlns:a16="http://schemas.microsoft.com/office/drawing/2014/main" id="{331B8C90-7005-2529-DD74-BAE0BDC15C49}"/>
                </a:ext>
              </a:extLst>
            </p:cNvPr>
            <p:cNvSpPr/>
            <p:nvPr/>
          </p:nvSpPr>
          <p:spPr>
            <a:xfrm>
              <a:off x="5221252" y="5540945"/>
              <a:ext cx="37677" cy="37673"/>
            </a:xfrm>
            <a:custGeom>
              <a:avLst/>
              <a:gdLst>
                <a:gd name="connsiteX0" fmla="*/ 3844 w 42554"/>
                <a:gd name="connsiteY0" fmla="*/ 36802 h 42550"/>
                <a:gd name="connsiteX1" fmla="*/ 5760 w 42554"/>
                <a:gd name="connsiteY1" fmla="*/ 38700 h 42550"/>
                <a:gd name="connsiteX2" fmla="*/ 16543 w 42554"/>
                <a:gd name="connsiteY2" fmla="*/ 41511 h 42550"/>
                <a:gd name="connsiteX3" fmla="*/ 41504 w 42554"/>
                <a:gd name="connsiteY3" fmla="*/ 16546 h 42550"/>
                <a:gd name="connsiteX4" fmla="*/ 38986 w 42554"/>
                <a:gd name="connsiteY4" fmla="*/ 6071 h 42550"/>
                <a:gd name="connsiteX5" fmla="*/ 36468 w 42554"/>
                <a:gd name="connsiteY5" fmla="*/ 3553 h 42550"/>
                <a:gd name="connsiteX6" fmla="*/ 26013 w 42554"/>
                <a:gd name="connsiteY6" fmla="*/ 1034 h 42550"/>
                <a:gd name="connsiteX7" fmla="*/ 1052 w 42554"/>
                <a:gd name="connsiteY7" fmla="*/ 25999 h 42550"/>
                <a:gd name="connsiteX8" fmla="*/ 3844 w 42554"/>
                <a:gd name="connsiteY8" fmla="*/ 36802 h 4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54" h="42550">
                  <a:moveTo>
                    <a:pt x="3844" y="36802"/>
                  </a:moveTo>
                  <a:lnTo>
                    <a:pt x="5760" y="38700"/>
                  </a:lnTo>
                  <a:cubicBezTo>
                    <a:pt x="9482" y="42423"/>
                    <a:pt x="14244" y="43627"/>
                    <a:pt x="16543" y="41511"/>
                  </a:cubicBezTo>
                  <a:lnTo>
                    <a:pt x="41504" y="16546"/>
                  </a:lnTo>
                  <a:cubicBezTo>
                    <a:pt x="43584" y="14283"/>
                    <a:pt x="42490" y="9757"/>
                    <a:pt x="38986" y="6071"/>
                  </a:cubicBezTo>
                  <a:lnTo>
                    <a:pt x="36468" y="3553"/>
                  </a:lnTo>
                  <a:cubicBezTo>
                    <a:pt x="32801" y="122"/>
                    <a:pt x="28203" y="-1046"/>
                    <a:pt x="26013" y="1034"/>
                  </a:cubicBezTo>
                  <a:lnTo>
                    <a:pt x="1052" y="25999"/>
                  </a:lnTo>
                  <a:cubicBezTo>
                    <a:pt x="-1083" y="28298"/>
                    <a:pt x="122" y="33080"/>
                    <a:pt x="3844" y="36802"/>
                  </a:cubicBezTo>
                  <a:close/>
                </a:path>
              </a:pathLst>
            </a:custGeom>
            <a:solidFill>
              <a:srgbClr val="007B85"/>
            </a:solidFill>
            <a:ln w="3646" cap="flat">
              <a:noFill/>
              <a:prstDash val="solid"/>
              <a:miter/>
            </a:ln>
          </p:spPr>
          <p:txBody>
            <a:bodyPr rtlCol="0" anchor="ctr"/>
            <a:lstStyle/>
            <a:p>
              <a:endParaRPr lang="en-GR"/>
            </a:p>
          </p:txBody>
        </p:sp>
        <p:sp>
          <p:nvSpPr>
            <p:cNvPr id="901" name="Freeform 727">
              <a:extLst>
                <a:ext uri="{FF2B5EF4-FFF2-40B4-BE49-F238E27FC236}">
                  <a16:creationId xmlns:a16="http://schemas.microsoft.com/office/drawing/2014/main" id="{9031B293-7274-ABFB-FC5D-5F472A672643}"/>
                </a:ext>
              </a:extLst>
            </p:cNvPr>
            <p:cNvSpPr/>
            <p:nvPr/>
          </p:nvSpPr>
          <p:spPr>
            <a:xfrm>
              <a:off x="5241858" y="5603970"/>
              <a:ext cx="41243" cy="19388"/>
            </a:xfrm>
            <a:custGeom>
              <a:avLst/>
              <a:gdLst>
                <a:gd name="connsiteX0" fmla="*/ 5638 w 46582"/>
                <a:gd name="connsiteY0" fmla="*/ 37 h 21898"/>
                <a:gd name="connsiteX1" fmla="*/ 40945 w 46582"/>
                <a:gd name="connsiteY1" fmla="*/ 37 h 21898"/>
                <a:gd name="connsiteX2" fmla="*/ 40945 w 46582"/>
                <a:gd name="connsiteY2" fmla="*/ 0 h 21898"/>
                <a:gd name="connsiteX3" fmla="*/ 46583 w 46582"/>
                <a:gd name="connsiteY3" fmla="*/ 9198 h 21898"/>
                <a:gd name="connsiteX4" fmla="*/ 46583 w 46582"/>
                <a:gd name="connsiteY4" fmla="*/ 12738 h 21898"/>
                <a:gd name="connsiteX5" fmla="*/ 40945 w 46582"/>
                <a:gd name="connsiteY5" fmla="*/ 21899 h 21898"/>
                <a:gd name="connsiteX6" fmla="*/ 5638 w 46582"/>
                <a:gd name="connsiteY6" fmla="*/ 21899 h 21898"/>
                <a:gd name="connsiteX7" fmla="*/ 0 w 46582"/>
                <a:gd name="connsiteY7" fmla="*/ 12300 h 21898"/>
                <a:gd name="connsiteX8" fmla="*/ 0 w 46582"/>
                <a:gd name="connsiteY8" fmla="*/ 9636 h 21898"/>
                <a:gd name="connsiteX9" fmla="*/ 5638 w 46582"/>
                <a:gd name="connsiteY9" fmla="*/ 37 h 21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582" h="21898">
                  <a:moveTo>
                    <a:pt x="5638" y="37"/>
                  </a:moveTo>
                  <a:lnTo>
                    <a:pt x="40945" y="37"/>
                  </a:lnTo>
                  <a:lnTo>
                    <a:pt x="40945" y="0"/>
                  </a:lnTo>
                  <a:cubicBezTo>
                    <a:pt x="44010" y="110"/>
                    <a:pt x="46473" y="4161"/>
                    <a:pt x="46583" y="9198"/>
                  </a:cubicBezTo>
                  <a:lnTo>
                    <a:pt x="46583" y="12738"/>
                  </a:lnTo>
                  <a:cubicBezTo>
                    <a:pt x="46473" y="17775"/>
                    <a:pt x="44010" y="21789"/>
                    <a:pt x="40945" y="21899"/>
                  </a:cubicBezTo>
                  <a:lnTo>
                    <a:pt x="5638" y="21899"/>
                  </a:lnTo>
                  <a:cubicBezTo>
                    <a:pt x="2518" y="21826"/>
                    <a:pt x="0" y="17556"/>
                    <a:pt x="0" y="12300"/>
                  </a:cubicBezTo>
                  <a:lnTo>
                    <a:pt x="0" y="9636"/>
                  </a:lnTo>
                  <a:cubicBezTo>
                    <a:pt x="0" y="4416"/>
                    <a:pt x="2518" y="146"/>
                    <a:pt x="5638" y="37"/>
                  </a:cubicBezTo>
                  <a:close/>
                </a:path>
              </a:pathLst>
            </a:custGeom>
            <a:solidFill>
              <a:srgbClr val="007B85"/>
            </a:solidFill>
            <a:ln w="3646" cap="flat">
              <a:noFill/>
              <a:prstDash val="solid"/>
              <a:miter/>
            </a:ln>
          </p:spPr>
          <p:txBody>
            <a:bodyPr rtlCol="0" anchor="ctr"/>
            <a:lstStyle/>
            <a:p>
              <a:endParaRPr lang="en-GR"/>
            </a:p>
          </p:txBody>
        </p:sp>
        <p:sp>
          <p:nvSpPr>
            <p:cNvPr id="902" name="Freeform 728">
              <a:extLst>
                <a:ext uri="{FF2B5EF4-FFF2-40B4-BE49-F238E27FC236}">
                  <a16:creationId xmlns:a16="http://schemas.microsoft.com/office/drawing/2014/main" id="{C8539241-AE9B-D4C9-5EB9-85B3C5320B40}"/>
                </a:ext>
              </a:extLst>
            </p:cNvPr>
            <p:cNvSpPr/>
            <p:nvPr/>
          </p:nvSpPr>
          <p:spPr>
            <a:xfrm>
              <a:off x="5221297" y="5648840"/>
              <a:ext cx="37666" cy="37687"/>
            </a:xfrm>
            <a:custGeom>
              <a:avLst/>
              <a:gdLst>
                <a:gd name="connsiteX0" fmla="*/ 16543 w 42542"/>
                <a:gd name="connsiteY0" fmla="*/ 1040 h 42566"/>
                <a:gd name="connsiteX1" fmla="*/ 5760 w 42542"/>
                <a:gd name="connsiteY1" fmla="*/ 3850 h 42566"/>
                <a:gd name="connsiteX2" fmla="*/ 3844 w 42542"/>
                <a:gd name="connsiteY2" fmla="*/ 5748 h 42566"/>
                <a:gd name="connsiteX3" fmla="*/ 1052 w 42542"/>
                <a:gd name="connsiteY3" fmla="*/ 16551 h 42566"/>
                <a:gd name="connsiteX4" fmla="*/ 26013 w 42542"/>
                <a:gd name="connsiteY4" fmla="*/ 41516 h 42566"/>
                <a:gd name="connsiteX5" fmla="*/ 36468 w 42542"/>
                <a:gd name="connsiteY5" fmla="*/ 38998 h 42566"/>
                <a:gd name="connsiteX6" fmla="*/ 38986 w 42542"/>
                <a:gd name="connsiteY6" fmla="*/ 36479 h 42566"/>
                <a:gd name="connsiteX7" fmla="*/ 41504 w 42542"/>
                <a:gd name="connsiteY7" fmla="*/ 26004 h 42566"/>
                <a:gd name="connsiteX8" fmla="*/ 16543 w 42542"/>
                <a:gd name="connsiteY8" fmla="*/ 1040 h 42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2" h="42566">
                  <a:moveTo>
                    <a:pt x="16543" y="1040"/>
                  </a:moveTo>
                  <a:cubicBezTo>
                    <a:pt x="14244" y="-1078"/>
                    <a:pt x="9482" y="127"/>
                    <a:pt x="5760" y="3850"/>
                  </a:cubicBezTo>
                  <a:lnTo>
                    <a:pt x="3844" y="5748"/>
                  </a:lnTo>
                  <a:cubicBezTo>
                    <a:pt x="122" y="9470"/>
                    <a:pt x="-1083" y="14289"/>
                    <a:pt x="1052" y="16551"/>
                  </a:cubicBezTo>
                  <a:lnTo>
                    <a:pt x="26013" y="41516"/>
                  </a:lnTo>
                  <a:cubicBezTo>
                    <a:pt x="28257" y="43596"/>
                    <a:pt x="32801" y="42501"/>
                    <a:pt x="36468" y="38998"/>
                  </a:cubicBezTo>
                  <a:lnTo>
                    <a:pt x="38986" y="36479"/>
                  </a:lnTo>
                  <a:cubicBezTo>
                    <a:pt x="42435" y="32793"/>
                    <a:pt x="43584" y="28194"/>
                    <a:pt x="41504" y="26004"/>
                  </a:cubicBezTo>
                  <a:lnTo>
                    <a:pt x="16543" y="1040"/>
                  </a:lnTo>
                  <a:close/>
                </a:path>
              </a:pathLst>
            </a:custGeom>
            <a:solidFill>
              <a:srgbClr val="007B85"/>
            </a:solidFill>
            <a:ln w="3646" cap="flat">
              <a:noFill/>
              <a:prstDash val="solid"/>
              <a:miter/>
            </a:ln>
          </p:spPr>
          <p:txBody>
            <a:bodyPr rtlCol="0" anchor="ctr"/>
            <a:lstStyle/>
            <a:p>
              <a:endParaRPr lang="en-GR"/>
            </a:p>
          </p:txBody>
        </p:sp>
        <p:sp>
          <p:nvSpPr>
            <p:cNvPr id="903" name="Freeform 729">
              <a:extLst>
                <a:ext uri="{FF2B5EF4-FFF2-40B4-BE49-F238E27FC236}">
                  <a16:creationId xmlns:a16="http://schemas.microsoft.com/office/drawing/2014/main" id="{8B1162A9-95B8-0A55-E6E2-7B39D86BDA6F}"/>
                </a:ext>
              </a:extLst>
            </p:cNvPr>
            <p:cNvSpPr/>
            <p:nvPr/>
          </p:nvSpPr>
          <p:spPr>
            <a:xfrm>
              <a:off x="5176527" y="5669408"/>
              <a:ext cx="19337" cy="41298"/>
            </a:xfrm>
            <a:custGeom>
              <a:avLst/>
              <a:gdLst>
                <a:gd name="connsiteX0" fmla="*/ 9579 w 21840"/>
                <a:gd name="connsiteY0" fmla="*/ 0 h 46644"/>
                <a:gd name="connsiteX1" fmla="*/ 12261 w 21840"/>
                <a:gd name="connsiteY1" fmla="*/ 0 h 46644"/>
                <a:gd name="connsiteX2" fmla="*/ 12261 w 21840"/>
                <a:gd name="connsiteY2" fmla="*/ 37 h 46644"/>
                <a:gd name="connsiteX3" fmla="*/ 21841 w 21840"/>
                <a:gd name="connsiteY3" fmla="*/ 5694 h 46644"/>
                <a:gd name="connsiteX4" fmla="*/ 21841 w 21840"/>
                <a:gd name="connsiteY4" fmla="*/ 40987 h 46644"/>
                <a:gd name="connsiteX5" fmla="*/ 12699 w 21840"/>
                <a:gd name="connsiteY5" fmla="*/ 46645 h 46644"/>
                <a:gd name="connsiteX6" fmla="*/ 9141 w 21840"/>
                <a:gd name="connsiteY6" fmla="*/ 46645 h 46644"/>
                <a:gd name="connsiteX7" fmla="*/ 0 w 21840"/>
                <a:gd name="connsiteY7" fmla="*/ 40987 h 46644"/>
                <a:gd name="connsiteX8" fmla="*/ 0 w 21840"/>
                <a:gd name="connsiteY8" fmla="*/ 5694 h 46644"/>
                <a:gd name="connsiteX9" fmla="*/ 9579 w 21840"/>
                <a:gd name="connsiteY9" fmla="*/ 0 h 4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40" h="46644">
                  <a:moveTo>
                    <a:pt x="9579" y="0"/>
                  </a:moveTo>
                  <a:lnTo>
                    <a:pt x="12261" y="0"/>
                  </a:lnTo>
                  <a:lnTo>
                    <a:pt x="12261" y="37"/>
                  </a:lnTo>
                  <a:cubicBezTo>
                    <a:pt x="17462" y="37"/>
                    <a:pt x="21731" y="2555"/>
                    <a:pt x="21841" y="5694"/>
                  </a:cubicBezTo>
                  <a:lnTo>
                    <a:pt x="21841" y="40987"/>
                  </a:lnTo>
                  <a:cubicBezTo>
                    <a:pt x="21786" y="44054"/>
                    <a:pt x="17735" y="46535"/>
                    <a:pt x="12699" y="46645"/>
                  </a:cubicBezTo>
                  <a:lnTo>
                    <a:pt x="9141" y="46645"/>
                  </a:lnTo>
                  <a:cubicBezTo>
                    <a:pt x="4105" y="46535"/>
                    <a:pt x="109" y="44054"/>
                    <a:pt x="0" y="40987"/>
                  </a:cubicBezTo>
                  <a:lnTo>
                    <a:pt x="0" y="5694"/>
                  </a:lnTo>
                  <a:cubicBezTo>
                    <a:pt x="55" y="2519"/>
                    <a:pt x="4324" y="0"/>
                    <a:pt x="9579" y="0"/>
                  </a:cubicBezTo>
                  <a:close/>
                </a:path>
              </a:pathLst>
            </a:custGeom>
            <a:solidFill>
              <a:srgbClr val="007B85"/>
            </a:solidFill>
            <a:ln w="3646" cap="flat">
              <a:noFill/>
              <a:prstDash val="solid"/>
              <a:miter/>
            </a:ln>
          </p:spPr>
          <p:txBody>
            <a:bodyPr rtlCol="0" anchor="ctr"/>
            <a:lstStyle/>
            <a:p>
              <a:endParaRPr lang="en-GR"/>
            </a:p>
          </p:txBody>
        </p:sp>
        <p:sp>
          <p:nvSpPr>
            <p:cNvPr id="904" name="Freeform 730">
              <a:extLst>
                <a:ext uri="{FF2B5EF4-FFF2-40B4-BE49-F238E27FC236}">
                  <a16:creationId xmlns:a16="http://schemas.microsoft.com/office/drawing/2014/main" id="{8212FB17-8666-C830-ABEA-468701F281D4}"/>
                </a:ext>
              </a:extLst>
            </p:cNvPr>
            <p:cNvSpPr/>
            <p:nvPr/>
          </p:nvSpPr>
          <p:spPr>
            <a:xfrm>
              <a:off x="5113415" y="5648882"/>
              <a:ext cx="37678" cy="37671"/>
            </a:xfrm>
            <a:custGeom>
              <a:avLst/>
              <a:gdLst>
                <a:gd name="connsiteX0" fmla="*/ 38711 w 42555"/>
                <a:gd name="connsiteY0" fmla="*/ 5773 h 42547"/>
                <a:gd name="connsiteX1" fmla="*/ 36795 w 42555"/>
                <a:gd name="connsiteY1" fmla="*/ 3839 h 42547"/>
                <a:gd name="connsiteX2" fmla="*/ 26012 w 42555"/>
                <a:gd name="connsiteY2" fmla="*/ 1065 h 42547"/>
                <a:gd name="connsiteX3" fmla="*/ 1051 w 42555"/>
                <a:gd name="connsiteY3" fmla="*/ 26030 h 42547"/>
                <a:gd name="connsiteX4" fmla="*/ 3569 w 42555"/>
                <a:gd name="connsiteY4" fmla="*/ 36468 h 42547"/>
                <a:gd name="connsiteX5" fmla="*/ 6087 w 42555"/>
                <a:gd name="connsiteY5" fmla="*/ 38987 h 42547"/>
                <a:gd name="connsiteX6" fmla="*/ 16542 w 42555"/>
                <a:gd name="connsiteY6" fmla="*/ 41505 h 42547"/>
                <a:gd name="connsiteX7" fmla="*/ 41503 w 42555"/>
                <a:gd name="connsiteY7" fmla="*/ 16541 h 42547"/>
                <a:gd name="connsiteX8" fmla="*/ 38711 w 42555"/>
                <a:gd name="connsiteY8" fmla="*/ 5773 h 42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55" h="42547">
                  <a:moveTo>
                    <a:pt x="38711" y="5773"/>
                  </a:moveTo>
                  <a:lnTo>
                    <a:pt x="36795" y="3839"/>
                  </a:lnTo>
                  <a:cubicBezTo>
                    <a:pt x="33073" y="116"/>
                    <a:pt x="28311" y="-1088"/>
                    <a:pt x="26012" y="1065"/>
                  </a:cubicBezTo>
                  <a:lnTo>
                    <a:pt x="1051" y="26030"/>
                  </a:lnTo>
                  <a:cubicBezTo>
                    <a:pt x="-1029" y="28256"/>
                    <a:pt x="65" y="32819"/>
                    <a:pt x="3569" y="36468"/>
                  </a:cubicBezTo>
                  <a:lnTo>
                    <a:pt x="6087" y="38987"/>
                  </a:lnTo>
                  <a:cubicBezTo>
                    <a:pt x="9754" y="42454"/>
                    <a:pt x="14352" y="43585"/>
                    <a:pt x="16542" y="41505"/>
                  </a:cubicBezTo>
                  <a:lnTo>
                    <a:pt x="41503" y="16541"/>
                  </a:lnTo>
                  <a:cubicBezTo>
                    <a:pt x="43638" y="14241"/>
                    <a:pt x="42433" y="9496"/>
                    <a:pt x="38711" y="5773"/>
                  </a:cubicBezTo>
                  <a:close/>
                </a:path>
              </a:pathLst>
            </a:custGeom>
            <a:solidFill>
              <a:srgbClr val="007B85"/>
            </a:solidFill>
            <a:ln w="3646" cap="flat">
              <a:noFill/>
              <a:prstDash val="solid"/>
              <a:miter/>
            </a:ln>
          </p:spPr>
          <p:txBody>
            <a:bodyPr rtlCol="0" anchor="ctr"/>
            <a:lstStyle/>
            <a:p>
              <a:endParaRPr lang="en-GR"/>
            </a:p>
          </p:txBody>
        </p:sp>
        <p:sp>
          <p:nvSpPr>
            <p:cNvPr id="905" name="Freeform 731">
              <a:extLst>
                <a:ext uri="{FF2B5EF4-FFF2-40B4-BE49-F238E27FC236}">
                  <a16:creationId xmlns:a16="http://schemas.microsoft.com/office/drawing/2014/main" id="{823E358F-4424-73CA-45B8-0412208C28F6}"/>
                </a:ext>
              </a:extLst>
            </p:cNvPr>
            <p:cNvSpPr/>
            <p:nvPr/>
          </p:nvSpPr>
          <p:spPr>
            <a:xfrm>
              <a:off x="5089241" y="5604099"/>
              <a:ext cx="41243" cy="19388"/>
            </a:xfrm>
            <a:custGeom>
              <a:avLst/>
              <a:gdLst>
                <a:gd name="connsiteX0" fmla="*/ 46583 w 46582"/>
                <a:gd name="connsiteY0" fmla="*/ 9599 h 21898"/>
                <a:gd name="connsiteX1" fmla="*/ 46583 w 46582"/>
                <a:gd name="connsiteY1" fmla="*/ 12336 h 21898"/>
                <a:gd name="connsiteX2" fmla="*/ 40945 w 46582"/>
                <a:gd name="connsiteY2" fmla="*/ 21899 h 21898"/>
                <a:gd name="connsiteX3" fmla="*/ 5638 w 46582"/>
                <a:gd name="connsiteY3" fmla="*/ 21899 h 21898"/>
                <a:gd name="connsiteX4" fmla="*/ 0 w 46582"/>
                <a:gd name="connsiteY4" fmla="*/ 12774 h 21898"/>
                <a:gd name="connsiteX5" fmla="*/ 0 w 46582"/>
                <a:gd name="connsiteY5" fmla="*/ 9198 h 21898"/>
                <a:gd name="connsiteX6" fmla="*/ 5638 w 46582"/>
                <a:gd name="connsiteY6" fmla="*/ 0 h 21898"/>
                <a:gd name="connsiteX7" fmla="*/ 40945 w 46582"/>
                <a:gd name="connsiteY7" fmla="*/ 0 h 21898"/>
                <a:gd name="connsiteX8" fmla="*/ 46583 w 46582"/>
                <a:gd name="connsiteY8" fmla="*/ 9599 h 21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582" h="21898">
                  <a:moveTo>
                    <a:pt x="46583" y="9599"/>
                  </a:moveTo>
                  <a:lnTo>
                    <a:pt x="46583" y="12336"/>
                  </a:lnTo>
                  <a:cubicBezTo>
                    <a:pt x="46583" y="17519"/>
                    <a:pt x="44065" y="21789"/>
                    <a:pt x="40945" y="21899"/>
                  </a:cubicBezTo>
                  <a:lnTo>
                    <a:pt x="5638" y="21899"/>
                  </a:lnTo>
                  <a:cubicBezTo>
                    <a:pt x="2573" y="21862"/>
                    <a:pt x="109" y="17811"/>
                    <a:pt x="0" y="12774"/>
                  </a:cubicBezTo>
                  <a:lnTo>
                    <a:pt x="0" y="9198"/>
                  </a:lnTo>
                  <a:cubicBezTo>
                    <a:pt x="109" y="4124"/>
                    <a:pt x="2573" y="110"/>
                    <a:pt x="5638" y="0"/>
                  </a:cubicBezTo>
                  <a:lnTo>
                    <a:pt x="40945" y="0"/>
                  </a:lnTo>
                  <a:cubicBezTo>
                    <a:pt x="44065" y="73"/>
                    <a:pt x="46583" y="4343"/>
                    <a:pt x="46583" y="9599"/>
                  </a:cubicBezTo>
                  <a:close/>
                </a:path>
              </a:pathLst>
            </a:custGeom>
            <a:solidFill>
              <a:srgbClr val="007B85"/>
            </a:solidFill>
            <a:ln w="3646" cap="flat">
              <a:noFill/>
              <a:prstDash val="solid"/>
              <a:miter/>
            </a:ln>
          </p:spPr>
          <p:txBody>
            <a:bodyPr rtlCol="0" anchor="ctr"/>
            <a:lstStyle/>
            <a:p>
              <a:endParaRPr lang="en-GR"/>
            </a:p>
          </p:txBody>
        </p:sp>
        <p:sp>
          <p:nvSpPr>
            <p:cNvPr id="906" name="Freeform 732">
              <a:extLst>
                <a:ext uri="{FF2B5EF4-FFF2-40B4-BE49-F238E27FC236}">
                  <a16:creationId xmlns:a16="http://schemas.microsoft.com/office/drawing/2014/main" id="{BF80A609-4DBC-B406-E4BD-CFA4F7F12562}"/>
                </a:ext>
              </a:extLst>
            </p:cNvPr>
            <p:cNvSpPr/>
            <p:nvPr/>
          </p:nvSpPr>
          <p:spPr>
            <a:xfrm>
              <a:off x="5113378" y="5540994"/>
              <a:ext cx="37666" cy="37679"/>
            </a:xfrm>
            <a:custGeom>
              <a:avLst/>
              <a:gdLst>
                <a:gd name="connsiteX0" fmla="*/ 25999 w 42542"/>
                <a:gd name="connsiteY0" fmla="*/ 41491 h 42556"/>
                <a:gd name="connsiteX1" fmla="*/ 36783 w 42542"/>
                <a:gd name="connsiteY1" fmla="*/ 38717 h 42556"/>
                <a:gd name="connsiteX2" fmla="*/ 38699 w 42542"/>
                <a:gd name="connsiteY2" fmla="*/ 36782 h 42556"/>
                <a:gd name="connsiteX3" fmla="*/ 41490 w 42542"/>
                <a:gd name="connsiteY3" fmla="*/ 26016 h 42556"/>
                <a:gd name="connsiteX4" fmla="*/ 16529 w 42542"/>
                <a:gd name="connsiteY4" fmla="*/ 1051 h 42556"/>
                <a:gd name="connsiteX5" fmla="*/ 6074 w 42542"/>
                <a:gd name="connsiteY5" fmla="*/ 3569 h 42556"/>
                <a:gd name="connsiteX6" fmla="*/ 3556 w 42542"/>
                <a:gd name="connsiteY6" fmla="*/ 6088 h 42556"/>
                <a:gd name="connsiteX7" fmla="*/ 1038 w 42542"/>
                <a:gd name="connsiteY7" fmla="*/ 16526 h 42556"/>
                <a:gd name="connsiteX8" fmla="*/ 25999 w 42542"/>
                <a:gd name="connsiteY8" fmla="*/ 41491 h 4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2" h="42556">
                  <a:moveTo>
                    <a:pt x="25999" y="41491"/>
                  </a:moveTo>
                  <a:cubicBezTo>
                    <a:pt x="28298" y="43644"/>
                    <a:pt x="33060" y="42440"/>
                    <a:pt x="36783" y="38717"/>
                  </a:cubicBezTo>
                  <a:lnTo>
                    <a:pt x="38699" y="36782"/>
                  </a:lnTo>
                  <a:cubicBezTo>
                    <a:pt x="42421" y="33060"/>
                    <a:pt x="43625" y="28242"/>
                    <a:pt x="41490" y="26016"/>
                  </a:cubicBezTo>
                  <a:lnTo>
                    <a:pt x="16529" y="1051"/>
                  </a:lnTo>
                  <a:cubicBezTo>
                    <a:pt x="14285" y="-1030"/>
                    <a:pt x="9742" y="66"/>
                    <a:pt x="6074" y="3569"/>
                  </a:cubicBezTo>
                  <a:lnTo>
                    <a:pt x="3556" y="6088"/>
                  </a:lnTo>
                  <a:cubicBezTo>
                    <a:pt x="108" y="9738"/>
                    <a:pt x="-1042" y="14336"/>
                    <a:pt x="1038" y="16526"/>
                  </a:cubicBezTo>
                  <a:lnTo>
                    <a:pt x="25999" y="41491"/>
                  </a:lnTo>
                  <a:close/>
                </a:path>
              </a:pathLst>
            </a:custGeom>
            <a:solidFill>
              <a:srgbClr val="007B85"/>
            </a:solidFill>
            <a:ln w="3646" cap="flat">
              <a:noFill/>
              <a:prstDash val="solid"/>
              <a:miter/>
            </a:ln>
          </p:spPr>
          <p:txBody>
            <a:bodyPr rtlCol="0" anchor="ctr"/>
            <a:lstStyle/>
            <a:p>
              <a:endParaRPr lang="en-GR"/>
            </a:p>
          </p:txBody>
        </p:sp>
        <p:sp>
          <p:nvSpPr>
            <p:cNvPr id="907" name="Freeform 733">
              <a:extLst>
                <a:ext uri="{FF2B5EF4-FFF2-40B4-BE49-F238E27FC236}">
                  <a16:creationId xmlns:a16="http://schemas.microsoft.com/office/drawing/2014/main" id="{076EB7B4-990D-2532-C767-0CD08A7E9F4F}"/>
                </a:ext>
              </a:extLst>
            </p:cNvPr>
            <p:cNvSpPr/>
            <p:nvPr/>
          </p:nvSpPr>
          <p:spPr>
            <a:xfrm>
              <a:off x="5143764" y="5571332"/>
              <a:ext cx="84717" cy="84730"/>
            </a:xfrm>
            <a:custGeom>
              <a:avLst/>
              <a:gdLst>
                <a:gd name="connsiteX0" fmla="*/ 0 w 95683"/>
                <a:gd name="connsiteY0" fmla="*/ 47849 h 95698"/>
                <a:gd name="connsiteX1" fmla="*/ 47842 w 95683"/>
                <a:gd name="connsiteY1" fmla="*/ 0 h 95698"/>
                <a:gd name="connsiteX2" fmla="*/ 95684 w 95683"/>
                <a:gd name="connsiteY2" fmla="*/ 47849 h 95698"/>
                <a:gd name="connsiteX3" fmla="*/ 47842 w 95683"/>
                <a:gd name="connsiteY3" fmla="*/ 95698 h 95698"/>
                <a:gd name="connsiteX4" fmla="*/ 0 w 95683"/>
                <a:gd name="connsiteY4" fmla="*/ 47849 h 95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83" h="95698">
                  <a:moveTo>
                    <a:pt x="0" y="47849"/>
                  </a:moveTo>
                  <a:cubicBezTo>
                    <a:pt x="0" y="21424"/>
                    <a:pt x="21403" y="0"/>
                    <a:pt x="47842" y="0"/>
                  </a:cubicBezTo>
                  <a:cubicBezTo>
                    <a:pt x="74281" y="0"/>
                    <a:pt x="95684" y="21424"/>
                    <a:pt x="95684" y="47849"/>
                  </a:cubicBezTo>
                  <a:cubicBezTo>
                    <a:pt x="95684" y="74310"/>
                    <a:pt x="74281" y="95698"/>
                    <a:pt x="47842" y="95698"/>
                  </a:cubicBezTo>
                  <a:cubicBezTo>
                    <a:pt x="21403" y="95698"/>
                    <a:pt x="0" y="74310"/>
                    <a:pt x="0" y="47849"/>
                  </a:cubicBezTo>
                  <a:close/>
                </a:path>
              </a:pathLst>
            </a:custGeom>
            <a:solidFill>
              <a:srgbClr val="007B85"/>
            </a:solidFill>
            <a:ln w="3646" cap="flat">
              <a:noFill/>
              <a:prstDash val="solid"/>
              <a:miter/>
            </a:ln>
          </p:spPr>
          <p:txBody>
            <a:bodyPr rtlCol="0" anchor="ctr"/>
            <a:lstStyle/>
            <a:p>
              <a:endParaRPr lang="en-GR"/>
            </a:p>
          </p:txBody>
        </p:sp>
      </p:grpSp>
      <p:grpSp>
        <p:nvGrpSpPr>
          <p:cNvPr id="908" name="Group 907">
            <a:extLst>
              <a:ext uri="{FF2B5EF4-FFF2-40B4-BE49-F238E27FC236}">
                <a16:creationId xmlns:a16="http://schemas.microsoft.com/office/drawing/2014/main" id="{7627F12B-76B1-1450-AB9A-B7D3C0AE72A0}"/>
              </a:ext>
            </a:extLst>
          </p:cNvPr>
          <p:cNvGrpSpPr/>
          <p:nvPr/>
        </p:nvGrpSpPr>
        <p:grpSpPr>
          <a:xfrm>
            <a:off x="6580611" y="5539374"/>
            <a:ext cx="180996" cy="148165"/>
            <a:chOff x="5428455" y="5539372"/>
            <a:chExt cx="180996" cy="148165"/>
          </a:xfrm>
        </p:grpSpPr>
        <p:sp>
          <p:nvSpPr>
            <p:cNvPr id="909" name="Freeform 734">
              <a:extLst>
                <a:ext uri="{FF2B5EF4-FFF2-40B4-BE49-F238E27FC236}">
                  <a16:creationId xmlns:a16="http://schemas.microsoft.com/office/drawing/2014/main" id="{2E3AE0B2-1EC7-E72C-DAC9-DE23BFA73F37}"/>
                </a:ext>
              </a:extLst>
            </p:cNvPr>
            <p:cNvSpPr/>
            <p:nvPr/>
          </p:nvSpPr>
          <p:spPr>
            <a:xfrm>
              <a:off x="5428455" y="5574660"/>
              <a:ext cx="24523" cy="24947"/>
            </a:xfrm>
            <a:custGeom>
              <a:avLst/>
              <a:gdLst>
                <a:gd name="connsiteX0" fmla="*/ 27698 w 27697"/>
                <a:gd name="connsiteY0" fmla="*/ 182 h 28176"/>
                <a:gd name="connsiteX1" fmla="*/ 24581 w 27697"/>
                <a:gd name="connsiteY1" fmla="*/ 0 h 28176"/>
                <a:gd name="connsiteX2" fmla="*/ 0 w 27697"/>
                <a:gd name="connsiteY2" fmla="*/ 14198 h 28176"/>
                <a:gd name="connsiteX3" fmla="*/ 20345 w 27697"/>
                <a:gd name="connsiteY3" fmla="*/ 28176 h 28176"/>
                <a:gd name="connsiteX4" fmla="*/ 27698 w 27697"/>
                <a:gd name="connsiteY4" fmla="*/ 182 h 28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697" h="28176">
                  <a:moveTo>
                    <a:pt x="27698" y="182"/>
                  </a:moveTo>
                  <a:cubicBezTo>
                    <a:pt x="26676" y="73"/>
                    <a:pt x="25651" y="0"/>
                    <a:pt x="24581" y="0"/>
                  </a:cubicBezTo>
                  <a:cubicBezTo>
                    <a:pt x="11035" y="0"/>
                    <a:pt x="0" y="6387"/>
                    <a:pt x="0" y="14198"/>
                  </a:cubicBezTo>
                  <a:cubicBezTo>
                    <a:pt x="0" y="21242"/>
                    <a:pt x="8798" y="27008"/>
                    <a:pt x="20345" y="28176"/>
                  </a:cubicBezTo>
                  <a:cubicBezTo>
                    <a:pt x="20392" y="27885"/>
                    <a:pt x="27698" y="182"/>
                    <a:pt x="27698" y="182"/>
                  </a:cubicBezTo>
                  <a:close/>
                </a:path>
              </a:pathLst>
            </a:custGeom>
            <a:solidFill>
              <a:srgbClr val="007B85"/>
            </a:solidFill>
            <a:ln w="3646" cap="flat">
              <a:noFill/>
              <a:prstDash val="solid"/>
              <a:miter/>
            </a:ln>
          </p:spPr>
          <p:txBody>
            <a:bodyPr rtlCol="0" anchor="ctr"/>
            <a:lstStyle/>
            <a:p>
              <a:endParaRPr lang="en-GR"/>
            </a:p>
          </p:txBody>
        </p:sp>
        <p:sp>
          <p:nvSpPr>
            <p:cNvPr id="910" name="Freeform 735">
              <a:extLst>
                <a:ext uri="{FF2B5EF4-FFF2-40B4-BE49-F238E27FC236}">
                  <a16:creationId xmlns:a16="http://schemas.microsoft.com/office/drawing/2014/main" id="{9736EF99-70FD-6110-6C73-B0B49069CCC3}"/>
                </a:ext>
              </a:extLst>
            </p:cNvPr>
            <p:cNvSpPr/>
            <p:nvPr/>
          </p:nvSpPr>
          <p:spPr>
            <a:xfrm>
              <a:off x="5438019" y="5670927"/>
              <a:ext cx="30991" cy="16610"/>
            </a:xfrm>
            <a:custGeom>
              <a:avLst/>
              <a:gdLst>
                <a:gd name="connsiteX0" fmla="*/ 0 w 35003"/>
                <a:gd name="connsiteY0" fmla="*/ 9709 h 18760"/>
                <a:gd name="connsiteX1" fmla="*/ 15269 w 35003"/>
                <a:gd name="connsiteY1" fmla="*/ 18760 h 18760"/>
                <a:gd name="connsiteX2" fmla="*/ 19735 w 35003"/>
                <a:gd name="connsiteY2" fmla="*/ 18760 h 18760"/>
                <a:gd name="connsiteX3" fmla="*/ 35004 w 35003"/>
                <a:gd name="connsiteY3" fmla="*/ 9709 h 18760"/>
                <a:gd name="connsiteX4" fmla="*/ 35004 w 35003"/>
                <a:gd name="connsiteY4" fmla="*/ 0 h 18760"/>
                <a:gd name="connsiteX5" fmla="*/ 0 w 35003"/>
                <a:gd name="connsiteY5" fmla="*/ 0 h 18760"/>
                <a:gd name="connsiteX6" fmla="*/ 0 w 35003"/>
                <a:gd name="connsiteY6" fmla="*/ 9709 h 18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03" h="18760">
                  <a:moveTo>
                    <a:pt x="0" y="9709"/>
                  </a:moveTo>
                  <a:cubicBezTo>
                    <a:pt x="139" y="14709"/>
                    <a:pt x="6934" y="18760"/>
                    <a:pt x="15269" y="18760"/>
                  </a:cubicBezTo>
                  <a:lnTo>
                    <a:pt x="19735" y="18760"/>
                  </a:lnTo>
                  <a:cubicBezTo>
                    <a:pt x="28118" y="18760"/>
                    <a:pt x="34865" y="14709"/>
                    <a:pt x="35004" y="9709"/>
                  </a:cubicBezTo>
                  <a:lnTo>
                    <a:pt x="35004" y="0"/>
                  </a:lnTo>
                  <a:lnTo>
                    <a:pt x="0" y="0"/>
                  </a:lnTo>
                  <a:lnTo>
                    <a:pt x="0" y="9709"/>
                  </a:lnTo>
                  <a:close/>
                </a:path>
              </a:pathLst>
            </a:custGeom>
            <a:solidFill>
              <a:srgbClr val="007B85"/>
            </a:solidFill>
            <a:ln w="3646" cap="flat">
              <a:noFill/>
              <a:prstDash val="solid"/>
              <a:miter/>
            </a:ln>
          </p:spPr>
          <p:txBody>
            <a:bodyPr rtlCol="0" anchor="ctr"/>
            <a:lstStyle/>
            <a:p>
              <a:endParaRPr lang="en-GR"/>
            </a:p>
          </p:txBody>
        </p:sp>
        <p:sp>
          <p:nvSpPr>
            <p:cNvPr id="911" name="Freeform 736">
              <a:extLst>
                <a:ext uri="{FF2B5EF4-FFF2-40B4-BE49-F238E27FC236}">
                  <a16:creationId xmlns:a16="http://schemas.microsoft.com/office/drawing/2014/main" id="{CFE91235-6796-39E4-1397-6EA492141447}"/>
                </a:ext>
              </a:extLst>
            </p:cNvPr>
            <p:cNvSpPr/>
            <p:nvPr/>
          </p:nvSpPr>
          <p:spPr>
            <a:xfrm>
              <a:off x="5586313" y="5574692"/>
              <a:ext cx="23138" cy="24656"/>
            </a:xfrm>
            <a:custGeom>
              <a:avLst/>
              <a:gdLst>
                <a:gd name="connsiteX0" fmla="*/ 24673 w 26133"/>
                <a:gd name="connsiteY0" fmla="*/ 9234 h 27848"/>
                <a:gd name="connsiteX1" fmla="*/ 1675 w 26133"/>
                <a:gd name="connsiteY1" fmla="*/ 0 h 27848"/>
                <a:gd name="connsiteX2" fmla="*/ 0 w 26133"/>
                <a:gd name="connsiteY2" fmla="*/ 0 h 27848"/>
                <a:gd name="connsiteX3" fmla="*/ 7725 w 26133"/>
                <a:gd name="connsiteY3" fmla="*/ 27849 h 27848"/>
                <a:gd name="connsiteX4" fmla="*/ 21925 w 26133"/>
                <a:gd name="connsiteY4" fmla="*/ 22118 h 27848"/>
                <a:gd name="connsiteX5" fmla="*/ 24673 w 26133"/>
                <a:gd name="connsiteY5" fmla="*/ 9198 h 27848"/>
                <a:gd name="connsiteX6" fmla="*/ 24673 w 26133"/>
                <a:gd name="connsiteY6" fmla="*/ 9234 h 2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133" h="27848">
                  <a:moveTo>
                    <a:pt x="24673" y="9234"/>
                  </a:moveTo>
                  <a:cubicBezTo>
                    <a:pt x="20107" y="2154"/>
                    <a:pt x="9448" y="-36"/>
                    <a:pt x="1675" y="0"/>
                  </a:cubicBezTo>
                  <a:cubicBezTo>
                    <a:pt x="1117" y="0"/>
                    <a:pt x="558" y="0"/>
                    <a:pt x="0" y="0"/>
                  </a:cubicBezTo>
                  <a:cubicBezTo>
                    <a:pt x="2558" y="9271"/>
                    <a:pt x="5167" y="18578"/>
                    <a:pt x="7725" y="27849"/>
                  </a:cubicBezTo>
                  <a:cubicBezTo>
                    <a:pt x="12802" y="27009"/>
                    <a:pt x="17969" y="25440"/>
                    <a:pt x="21925" y="22118"/>
                  </a:cubicBezTo>
                  <a:cubicBezTo>
                    <a:pt x="25837" y="18833"/>
                    <a:pt x="27603" y="13760"/>
                    <a:pt x="24673" y="9198"/>
                  </a:cubicBezTo>
                  <a:lnTo>
                    <a:pt x="24673" y="9234"/>
                  </a:lnTo>
                  <a:close/>
                </a:path>
              </a:pathLst>
            </a:custGeom>
            <a:solidFill>
              <a:srgbClr val="007B85"/>
            </a:solidFill>
            <a:ln w="3646" cap="flat">
              <a:noFill/>
              <a:prstDash val="solid"/>
              <a:miter/>
            </a:ln>
          </p:spPr>
          <p:txBody>
            <a:bodyPr rtlCol="0" anchor="ctr"/>
            <a:lstStyle/>
            <a:p>
              <a:endParaRPr lang="en-GR"/>
            </a:p>
          </p:txBody>
        </p:sp>
        <p:sp>
          <p:nvSpPr>
            <p:cNvPr id="912" name="Freeform 737">
              <a:extLst>
                <a:ext uri="{FF2B5EF4-FFF2-40B4-BE49-F238E27FC236}">
                  <a16:creationId xmlns:a16="http://schemas.microsoft.com/office/drawing/2014/main" id="{9C9A7F2D-4D3B-7E39-1064-8C9D23A9EE21}"/>
                </a:ext>
              </a:extLst>
            </p:cNvPr>
            <p:cNvSpPr/>
            <p:nvPr/>
          </p:nvSpPr>
          <p:spPr>
            <a:xfrm>
              <a:off x="5438061" y="5539372"/>
              <a:ext cx="165230" cy="123249"/>
            </a:xfrm>
            <a:custGeom>
              <a:avLst/>
              <a:gdLst>
                <a:gd name="connsiteX0" fmla="*/ 186619 w 186619"/>
                <a:gd name="connsiteY0" fmla="*/ 87267 h 139203"/>
                <a:gd name="connsiteX1" fmla="*/ 165067 w 186619"/>
                <a:gd name="connsiteY1" fmla="*/ 65988 h 139203"/>
                <a:gd name="connsiteX2" fmla="*/ 152919 w 186619"/>
                <a:gd name="connsiteY2" fmla="*/ 22446 h 139203"/>
                <a:gd name="connsiteX3" fmla="*/ 123403 w 186619"/>
                <a:gd name="connsiteY3" fmla="*/ 0 h 139203"/>
                <a:gd name="connsiteX4" fmla="*/ 60373 w 186619"/>
                <a:gd name="connsiteY4" fmla="*/ 0 h 139203"/>
                <a:gd name="connsiteX5" fmla="*/ 31139 w 186619"/>
                <a:gd name="connsiteY5" fmla="*/ 22483 h 139203"/>
                <a:gd name="connsiteX6" fmla="*/ 19502 w 186619"/>
                <a:gd name="connsiteY6" fmla="*/ 66682 h 139203"/>
                <a:gd name="connsiteX7" fmla="*/ 974 w 186619"/>
                <a:gd name="connsiteY7" fmla="*/ 82157 h 139203"/>
                <a:gd name="connsiteX8" fmla="*/ 0 w 186619"/>
                <a:gd name="connsiteY8" fmla="*/ 87376 h 139203"/>
                <a:gd name="connsiteX9" fmla="*/ 0 w 186619"/>
                <a:gd name="connsiteY9" fmla="*/ 139204 h 139203"/>
                <a:gd name="connsiteX10" fmla="*/ 186619 w 186619"/>
                <a:gd name="connsiteY10" fmla="*/ 139167 h 139203"/>
                <a:gd name="connsiteX11" fmla="*/ 186619 w 186619"/>
                <a:gd name="connsiteY11" fmla="*/ 87559 h 139203"/>
                <a:gd name="connsiteX12" fmla="*/ 186619 w 186619"/>
                <a:gd name="connsiteY12" fmla="*/ 87486 h 139203"/>
                <a:gd name="connsiteX13" fmla="*/ 186619 w 186619"/>
                <a:gd name="connsiteY13" fmla="*/ 87194 h 139203"/>
                <a:gd name="connsiteX14" fmla="*/ 186619 w 186619"/>
                <a:gd name="connsiteY14" fmla="*/ 87267 h 139203"/>
                <a:gd name="connsiteX15" fmla="*/ 35190 w 186619"/>
                <a:gd name="connsiteY15" fmla="*/ 105625 h 139203"/>
                <a:gd name="connsiteX16" fmla="*/ 18900 w 186619"/>
                <a:gd name="connsiteY16" fmla="*/ 96173 h 139203"/>
                <a:gd name="connsiteX17" fmla="*/ 35190 w 186619"/>
                <a:gd name="connsiteY17" fmla="*/ 86720 h 139203"/>
                <a:gd name="connsiteX18" fmla="*/ 51484 w 186619"/>
                <a:gd name="connsiteY18" fmla="*/ 96173 h 139203"/>
                <a:gd name="connsiteX19" fmla="*/ 35190 w 186619"/>
                <a:gd name="connsiteY19" fmla="*/ 105625 h 139203"/>
                <a:gd name="connsiteX20" fmla="*/ 44641 w 186619"/>
                <a:gd name="connsiteY20" fmla="*/ 62667 h 139203"/>
                <a:gd name="connsiteX21" fmla="*/ 53670 w 186619"/>
                <a:gd name="connsiteY21" fmla="*/ 28432 h 139203"/>
                <a:gd name="connsiteX22" fmla="*/ 60373 w 186619"/>
                <a:gd name="connsiteY22" fmla="*/ 23286 h 139203"/>
                <a:gd name="connsiteX23" fmla="*/ 123403 w 186619"/>
                <a:gd name="connsiteY23" fmla="*/ 23286 h 139203"/>
                <a:gd name="connsiteX24" fmla="*/ 130527 w 186619"/>
                <a:gd name="connsiteY24" fmla="*/ 28687 h 139203"/>
                <a:gd name="connsiteX25" fmla="*/ 140022 w 186619"/>
                <a:gd name="connsiteY25" fmla="*/ 62667 h 139203"/>
                <a:gd name="connsiteX26" fmla="*/ 44594 w 186619"/>
                <a:gd name="connsiteY26" fmla="*/ 62667 h 139203"/>
                <a:gd name="connsiteX27" fmla="*/ 44641 w 186619"/>
                <a:gd name="connsiteY27" fmla="*/ 62667 h 139203"/>
                <a:gd name="connsiteX28" fmla="*/ 151473 w 186619"/>
                <a:gd name="connsiteY28" fmla="*/ 105625 h 139203"/>
                <a:gd name="connsiteX29" fmla="*/ 135183 w 186619"/>
                <a:gd name="connsiteY29" fmla="*/ 96173 h 139203"/>
                <a:gd name="connsiteX30" fmla="*/ 151473 w 186619"/>
                <a:gd name="connsiteY30" fmla="*/ 86720 h 139203"/>
                <a:gd name="connsiteX31" fmla="*/ 167767 w 186619"/>
                <a:gd name="connsiteY31" fmla="*/ 96173 h 139203"/>
                <a:gd name="connsiteX32" fmla="*/ 151473 w 186619"/>
                <a:gd name="connsiteY32" fmla="*/ 105625 h 139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86619" h="139203">
                  <a:moveTo>
                    <a:pt x="186619" y="87267"/>
                  </a:moveTo>
                  <a:cubicBezTo>
                    <a:pt x="186481" y="78143"/>
                    <a:pt x="177821" y="70222"/>
                    <a:pt x="165067" y="65988"/>
                  </a:cubicBezTo>
                  <a:lnTo>
                    <a:pt x="152919" y="22446"/>
                  </a:lnTo>
                  <a:cubicBezTo>
                    <a:pt x="149474" y="10110"/>
                    <a:pt x="136205" y="0"/>
                    <a:pt x="123403" y="0"/>
                  </a:cubicBezTo>
                  <a:lnTo>
                    <a:pt x="60373" y="0"/>
                  </a:lnTo>
                  <a:cubicBezTo>
                    <a:pt x="47572" y="0"/>
                    <a:pt x="34445" y="10147"/>
                    <a:pt x="31139" y="22483"/>
                  </a:cubicBezTo>
                  <a:lnTo>
                    <a:pt x="19502" y="66682"/>
                  </a:lnTo>
                  <a:cubicBezTo>
                    <a:pt x="10192" y="70149"/>
                    <a:pt x="3397" y="75697"/>
                    <a:pt x="974" y="82157"/>
                  </a:cubicBezTo>
                  <a:cubicBezTo>
                    <a:pt x="372" y="83836"/>
                    <a:pt x="0" y="85624"/>
                    <a:pt x="0" y="87376"/>
                  </a:cubicBezTo>
                  <a:lnTo>
                    <a:pt x="0" y="139204"/>
                  </a:lnTo>
                  <a:lnTo>
                    <a:pt x="186619" y="139167"/>
                  </a:lnTo>
                  <a:lnTo>
                    <a:pt x="186619" y="87559"/>
                  </a:lnTo>
                  <a:cubicBezTo>
                    <a:pt x="186619" y="87559"/>
                    <a:pt x="186619" y="87522"/>
                    <a:pt x="186619" y="87486"/>
                  </a:cubicBezTo>
                  <a:cubicBezTo>
                    <a:pt x="186619" y="87376"/>
                    <a:pt x="186619" y="87304"/>
                    <a:pt x="186619" y="87194"/>
                  </a:cubicBezTo>
                  <a:lnTo>
                    <a:pt x="186619" y="87267"/>
                  </a:lnTo>
                  <a:close/>
                  <a:moveTo>
                    <a:pt x="35190" y="105625"/>
                  </a:moveTo>
                  <a:cubicBezTo>
                    <a:pt x="26162" y="105625"/>
                    <a:pt x="18900" y="101392"/>
                    <a:pt x="18900" y="96173"/>
                  </a:cubicBezTo>
                  <a:cubicBezTo>
                    <a:pt x="18900" y="90990"/>
                    <a:pt x="26205" y="86720"/>
                    <a:pt x="35190" y="86720"/>
                  </a:cubicBezTo>
                  <a:cubicBezTo>
                    <a:pt x="44174" y="86720"/>
                    <a:pt x="51484" y="90990"/>
                    <a:pt x="51484" y="96173"/>
                  </a:cubicBezTo>
                  <a:cubicBezTo>
                    <a:pt x="51484" y="101392"/>
                    <a:pt x="44174" y="105625"/>
                    <a:pt x="35190" y="105625"/>
                  </a:cubicBezTo>
                  <a:close/>
                  <a:moveTo>
                    <a:pt x="44641" y="62667"/>
                  </a:moveTo>
                  <a:lnTo>
                    <a:pt x="53670" y="28432"/>
                  </a:lnTo>
                  <a:cubicBezTo>
                    <a:pt x="54232" y="26242"/>
                    <a:pt x="58140" y="23286"/>
                    <a:pt x="60373" y="23286"/>
                  </a:cubicBezTo>
                  <a:lnTo>
                    <a:pt x="123403" y="23286"/>
                  </a:lnTo>
                  <a:cubicBezTo>
                    <a:pt x="125779" y="23286"/>
                    <a:pt x="129874" y="26388"/>
                    <a:pt x="130527" y="28687"/>
                  </a:cubicBezTo>
                  <a:lnTo>
                    <a:pt x="140022" y="62667"/>
                  </a:lnTo>
                  <a:lnTo>
                    <a:pt x="44594" y="62667"/>
                  </a:lnTo>
                  <a:lnTo>
                    <a:pt x="44641" y="62667"/>
                  </a:lnTo>
                  <a:close/>
                  <a:moveTo>
                    <a:pt x="151473" y="105625"/>
                  </a:moveTo>
                  <a:cubicBezTo>
                    <a:pt x="142445" y="105625"/>
                    <a:pt x="135183" y="101392"/>
                    <a:pt x="135183" y="96173"/>
                  </a:cubicBezTo>
                  <a:cubicBezTo>
                    <a:pt x="135183" y="90990"/>
                    <a:pt x="142489" y="86720"/>
                    <a:pt x="151473" y="86720"/>
                  </a:cubicBezTo>
                  <a:cubicBezTo>
                    <a:pt x="160458" y="86720"/>
                    <a:pt x="167767" y="90990"/>
                    <a:pt x="167767" y="96173"/>
                  </a:cubicBezTo>
                  <a:cubicBezTo>
                    <a:pt x="167767" y="101392"/>
                    <a:pt x="160458" y="105625"/>
                    <a:pt x="151473" y="105625"/>
                  </a:cubicBezTo>
                  <a:close/>
                </a:path>
              </a:pathLst>
            </a:custGeom>
            <a:solidFill>
              <a:srgbClr val="007B85"/>
            </a:solidFill>
            <a:ln w="3646" cap="flat">
              <a:noFill/>
              <a:prstDash val="solid"/>
              <a:miter/>
            </a:ln>
          </p:spPr>
          <p:txBody>
            <a:bodyPr rtlCol="0" anchor="ctr"/>
            <a:lstStyle/>
            <a:p>
              <a:endParaRPr lang="en-GR"/>
            </a:p>
          </p:txBody>
        </p:sp>
        <p:sp>
          <p:nvSpPr>
            <p:cNvPr id="913" name="Freeform 738">
              <a:extLst>
                <a:ext uri="{FF2B5EF4-FFF2-40B4-BE49-F238E27FC236}">
                  <a16:creationId xmlns:a16="http://schemas.microsoft.com/office/drawing/2014/main" id="{C5EF0E5A-986A-01C9-B95E-1A307410E59F}"/>
                </a:ext>
              </a:extLst>
            </p:cNvPr>
            <p:cNvSpPr/>
            <p:nvPr/>
          </p:nvSpPr>
          <p:spPr>
            <a:xfrm>
              <a:off x="5572300" y="5670862"/>
              <a:ext cx="30991" cy="16675"/>
            </a:xfrm>
            <a:custGeom>
              <a:avLst/>
              <a:gdLst>
                <a:gd name="connsiteX0" fmla="*/ 0 w 35003"/>
                <a:gd name="connsiteY0" fmla="*/ 9782 h 18833"/>
                <a:gd name="connsiteX1" fmla="*/ 15269 w 35003"/>
                <a:gd name="connsiteY1" fmla="*/ 18833 h 18833"/>
                <a:gd name="connsiteX2" fmla="*/ 19735 w 35003"/>
                <a:gd name="connsiteY2" fmla="*/ 18833 h 18833"/>
                <a:gd name="connsiteX3" fmla="*/ 35004 w 35003"/>
                <a:gd name="connsiteY3" fmla="*/ 9782 h 18833"/>
                <a:gd name="connsiteX4" fmla="*/ 35004 w 35003"/>
                <a:gd name="connsiteY4" fmla="*/ 0 h 18833"/>
                <a:gd name="connsiteX5" fmla="*/ 0 w 35003"/>
                <a:gd name="connsiteY5" fmla="*/ 0 h 18833"/>
                <a:gd name="connsiteX6" fmla="*/ 0 w 35003"/>
                <a:gd name="connsiteY6" fmla="*/ 9782 h 18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03" h="18833">
                  <a:moveTo>
                    <a:pt x="0" y="9782"/>
                  </a:moveTo>
                  <a:cubicBezTo>
                    <a:pt x="139" y="14782"/>
                    <a:pt x="6934" y="18833"/>
                    <a:pt x="15269" y="18833"/>
                  </a:cubicBezTo>
                  <a:lnTo>
                    <a:pt x="19735" y="18833"/>
                  </a:lnTo>
                  <a:cubicBezTo>
                    <a:pt x="28114" y="18833"/>
                    <a:pt x="34865" y="14782"/>
                    <a:pt x="35004" y="9782"/>
                  </a:cubicBezTo>
                  <a:lnTo>
                    <a:pt x="35004" y="0"/>
                  </a:lnTo>
                  <a:lnTo>
                    <a:pt x="0" y="0"/>
                  </a:lnTo>
                  <a:lnTo>
                    <a:pt x="0" y="9782"/>
                  </a:lnTo>
                  <a:close/>
                </a:path>
              </a:pathLst>
            </a:custGeom>
            <a:solidFill>
              <a:srgbClr val="007B85"/>
            </a:solidFill>
            <a:ln w="3646" cap="flat">
              <a:noFill/>
              <a:prstDash val="solid"/>
              <a:miter/>
            </a:ln>
          </p:spPr>
          <p:txBody>
            <a:bodyPr rtlCol="0" anchor="ctr"/>
            <a:lstStyle/>
            <a:p>
              <a:endParaRPr lang="en-GR"/>
            </a:p>
          </p:txBody>
        </p:sp>
      </p:grpSp>
      <p:sp>
        <p:nvSpPr>
          <p:cNvPr id="914" name="Freeform 739">
            <a:extLst>
              <a:ext uri="{FF2B5EF4-FFF2-40B4-BE49-F238E27FC236}">
                <a16:creationId xmlns:a16="http://schemas.microsoft.com/office/drawing/2014/main" id="{D2C5994F-79D7-3598-F230-05EB692BDF12}"/>
              </a:ext>
            </a:extLst>
          </p:cNvPr>
          <p:cNvSpPr/>
          <p:nvPr/>
        </p:nvSpPr>
        <p:spPr>
          <a:xfrm>
            <a:off x="6919710" y="5529823"/>
            <a:ext cx="168202" cy="167757"/>
          </a:xfrm>
          <a:custGeom>
            <a:avLst/>
            <a:gdLst>
              <a:gd name="connsiteX0" fmla="*/ 172175 w 189975"/>
              <a:gd name="connsiteY0" fmla="*/ 1409 h 189472"/>
              <a:gd name="connsiteX1" fmla="*/ 60902 w 189975"/>
              <a:gd name="connsiteY1" fmla="*/ 65025 h 189472"/>
              <a:gd name="connsiteX2" fmla="*/ 60099 w 189975"/>
              <a:gd name="connsiteY2" fmla="*/ 65316 h 189472"/>
              <a:gd name="connsiteX3" fmla="*/ 2021 w 189975"/>
              <a:gd name="connsiteY3" fmla="*/ 98712 h 189472"/>
              <a:gd name="connsiteX4" fmla="*/ 7943 w 189975"/>
              <a:gd name="connsiteY4" fmla="*/ 115574 h 189472"/>
              <a:gd name="connsiteX5" fmla="*/ 43611 w 189975"/>
              <a:gd name="connsiteY5" fmla="*/ 133057 h 189472"/>
              <a:gd name="connsiteX6" fmla="*/ 116943 w 189975"/>
              <a:gd name="connsiteY6" fmla="*/ 63236 h 189472"/>
              <a:gd name="connsiteX7" fmla="*/ 133332 w 189975"/>
              <a:gd name="connsiteY7" fmla="*/ 73784 h 189472"/>
              <a:gd name="connsiteX8" fmla="*/ 62657 w 189975"/>
              <a:gd name="connsiteY8" fmla="*/ 141123 h 189472"/>
              <a:gd name="connsiteX9" fmla="*/ 59482 w 189975"/>
              <a:gd name="connsiteY9" fmla="*/ 146854 h 189472"/>
              <a:gd name="connsiteX10" fmla="*/ 59482 w 189975"/>
              <a:gd name="connsiteY10" fmla="*/ 179592 h 189472"/>
              <a:gd name="connsiteX11" fmla="*/ 80089 w 189975"/>
              <a:gd name="connsiteY11" fmla="*/ 185943 h 189472"/>
              <a:gd name="connsiteX12" fmla="*/ 102259 w 189975"/>
              <a:gd name="connsiteY12" fmla="*/ 161964 h 189472"/>
              <a:gd name="connsiteX13" fmla="*/ 109882 w 189975"/>
              <a:gd name="connsiteY13" fmla="*/ 160321 h 189472"/>
              <a:gd name="connsiteX14" fmla="*/ 156260 w 189975"/>
              <a:gd name="connsiteY14" fmla="*/ 178425 h 189472"/>
              <a:gd name="connsiteX15" fmla="*/ 165307 w 189975"/>
              <a:gd name="connsiteY15" fmla="*/ 174775 h 189472"/>
              <a:gd name="connsiteX16" fmla="*/ 189844 w 189975"/>
              <a:gd name="connsiteY16" fmla="*/ 13562 h 189472"/>
              <a:gd name="connsiteX17" fmla="*/ 172175 w 189975"/>
              <a:gd name="connsiteY17" fmla="*/ 1409 h 189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9975" h="189472">
                <a:moveTo>
                  <a:pt x="172175" y="1409"/>
                </a:moveTo>
                <a:lnTo>
                  <a:pt x="60902" y="65025"/>
                </a:lnTo>
                <a:cubicBezTo>
                  <a:pt x="60617" y="65098"/>
                  <a:pt x="60380" y="65171"/>
                  <a:pt x="60099" y="65316"/>
                </a:cubicBezTo>
                <a:lnTo>
                  <a:pt x="2021" y="98712"/>
                </a:lnTo>
                <a:cubicBezTo>
                  <a:pt x="-3464" y="102070"/>
                  <a:pt x="3473" y="113239"/>
                  <a:pt x="7943" y="115574"/>
                </a:cubicBezTo>
                <a:cubicBezTo>
                  <a:pt x="19716" y="121415"/>
                  <a:pt x="31437" y="128203"/>
                  <a:pt x="43611" y="133057"/>
                </a:cubicBezTo>
                <a:lnTo>
                  <a:pt x="116943" y="63236"/>
                </a:lnTo>
                <a:cubicBezTo>
                  <a:pt x="121461" y="59149"/>
                  <a:pt x="138047" y="68966"/>
                  <a:pt x="133332" y="73784"/>
                </a:cubicBezTo>
                <a:lnTo>
                  <a:pt x="62657" y="141123"/>
                </a:lnTo>
                <a:cubicBezTo>
                  <a:pt x="61106" y="142802"/>
                  <a:pt x="59482" y="144372"/>
                  <a:pt x="59482" y="146854"/>
                </a:cubicBezTo>
                <a:lnTo>
                  <a:pt x="59482" y="179592"/>
                </a:lnTo>
                <a:cubicBezTo>
                  <a:pt x="59482" y="189702"/>
                  <a:pt x="74083" y="192476"/>
                  <a:pt x="80089" y="185943"/>
                </a:cubicBezTo>
                <a:lnTo>
                  <a:pt x="102259" y="161964"/>
                </a:lnTo>
                <a:cubicBezTo>
                  <a:pt x="104200" y="159883"/>
                  <a:pt x="107229" y="159227"/>
                  <a:pt x="109882" y="160321"/>
                </a:cubicBezTo>
                <a:cubicBezTo>
                  <a:pt x="125326" y="166708"/>
                  <a:pt x="139488" y="175760"/>
                  <a:pt x="156260" y="178425"/>
                </a:cubicBezTo>
                <a:cubicBezTo>
                  <a:pt x="160807" y="179081"/>
                  <a:pt x="164832" y="177476"/>
                  <a:pt x="165307" y="174775"/>
                </a:cubicBezTo>
                <a:cubicBezTo>
                  <a:pt x="173448" y="121013"/>
                  <a:pt x="181586" y="67288"/>
                  <a:pt x="189844" y="13562"/>
                </a:cubicBezTo>
                <a:cubicBezTo>
                  <a:pt x="191308" y="4292"/>
                  <a:pt x="180254" y="-3227"/>
                  <a:pt x="172175" y="1409"/>
                </a:cubicBezTo>
                <a:close/>
              </a:path>
            </a:pathLst>
          </a:custGeom>
          <a:solidFill>
            <a:srgbClr val="007B85"/>
          </a:solidFill>
          <a:ln w="3646" cap="flat">
            <a:noFill/>
            <a:prstDash val="solid"/>
            <a:miter/>
          </a:ln>
        </p:spPr>
        <p:txBody>
          <a:bodyPr rtlCol="0" anchor="ctr"/>
          <a:lstStyle/>
          <a:p>
            <a:endParaRPr lang="en-GR"/>
          </a:p>
        </p:txBody>
      </p:sp>
      <p:grpSp>
        <p:nvGrpSpPr>
          <p:cNvPr id="915" name="Group 914">
            <a:extLst>
              <a:ext uri="{FF2B5EF4-FFF2-40B4-BE49-F238E27FC236}">
                <a16:creationId xmlns:a16="http://schemas.microsoft.com/office/drawing/2014/main" id="{53DD7FDD-C245-E41D-1286-F56803BAC08D}"/>
              </a:ext>
            </a:extLst>
          </p:cNvPr>
          <p:cNvGrpSpPr/>
          <p:nvPr/>
        </p:nvGrpSpPr>
        <p:grpSpPr>
          <a:xfrm>
            <a:off x="7252706" y="5523217"/>
            <a:ext cx="168093" cy="180915"/>
            <a:chOff x="6100548" y="5523215"/>
            <a:chExt cx="168093" cy="180915"/>
          </a:xfrm>
        </p:grpSpPr>
        <p:sp>
          <p:nvSpPr>
            <p:cNvPr id="916" name="Freeform 740">
              <a:extLst>
                <a:ext uri="{FF2B5EF4-FFF2-40B4-BE49-F238E27FC236}">
                  <a16:creationId xmlns:a16="http://schemas.microsoft.com/office/drawing/2014/main" id="{F3E7D9A6-8C3B-89F9-5390-4CA1C7DEDDC6}"/>
                </a:ext>
              </a:extLst>
            </p:cNvPr>
            <p:cNvSpPr/>
            <p:nvPr/>
          </p:nvSpPr>
          <p:spPr>
            <a:xfrm>
              <a:off x="6150722" y="5579766"/>
              <a:ext cx="67744" cy="67764"/>
            </a:xfrm>
            <a:custGeom>
              <a:avLst/>
              <a:gdLst>
                <a:gd name="connsiteX0" fmla="*/ 0 w 76513"/>
                <a:gd name="connsiteY0" fmla="*/ 38287 h 76536"/>
                <a:gd name="connsiteX1" fmla="*/ 38259 w 76513"/>
                <a:gd name="connsiteY1" fmla="*/ 0 h 76536"/>
                <a:gd name="connsiteX2" fmla="*/ 76514 w 76513"/>
                <a:gd name="connsiteY2" fmla="*/ 38287 h 76536"/>
                <a:gd name="connsiteX3" fmla="*/ 38259 w 76513"/>
                <a:gd name="connsiteY3" fmla="*/ 76536 h 76536"/>
                <a:gd name="connsiteX4" fmla="*/ 0 w 76513"/>
                <a:gd name="connsiteY4" fmla="*/ 38287 h 765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513" h="76536">
                  <a:moveTo>
                    <a:pt x="0" y="38287"/>
                  </a:moveTo>
                  <a:cubicBezTo>
                    <a:pt x="0" y="17117"/>
                    <a:pt x="17122" y="0"/>
                    <a:pt x="38259" y="0"/>
                  </a:cubicBezTo>
                  <a:cubicBezTo>
                    <a:pt x="59392" y="0"/>
                    <a:pt x="76514" y="17117"/>
                    <a:pt x="76514" y="38287"/>
                  </a:cubicBezTo>
                  <a:cubicBezTo>
                    <a:pt x="76514" y="59419"/>
                    <a:pt x="59392" y="76536"/>
                    <a:pt x="38259" y="76536"/>
                  </a:cubicBezTo>
                  <a:cubicBezTo>
                    <a:pt x="17122" y="76536"/>
                    <a:pt x="0" y="59419"/>
                    <a:pt x="0" y="38287"/>
                  </a:cubicBezTo>
                  <a:close/>
                </a:path>
              </a:pathLst>
            </a:custGeom>
            <a:solidFill>
              <a:srgbClr val="007B85"/>
            </a:solidFill>
            <a:ln w="3646" cap="flat">
              <a:noFill/>
              <a:prstDash val="solid"/>
              <a:miter/>
            </a:ln>
          </p:spPr>
          <p:txBody>
            <a:bodyPr rtlCol="0" anchor="ctr"/>
            <a:lstStyle/>
            <a:p>
              <a:endParaRPr lang="en-GR"/>
            </a:p>
          </p:txBody>
        </p:sp>
        <p:sp>
          <p:nvSpPr>
            <p:cNvPr id="917" name="Freeform 741">
              <a:extLst>
                <a:ext uri="{FF2B5EF4-FFF2-40B4-BE49-F238E27FC236}">
                  <a16:creationId xmlns:a16="http://schemas.microsoft.com/office/drawing/2014/main" id="{85D0331A-39B7-A514-A769-1CB38195AF11}"/>
                </a:ext>
              </a:extLst>
            </p:cNvPr>
            <p:cNvSpPr/>
            <p:nvPr/>
          </p:nvSpPr>
          <p:spPr>
            <a:xfrm>
              <a:off x="6100548" y="5523215"/>
              <a:ext cx="168093" cy="180915"/>
            </a:xfrm>
            <a:custGeom>
              <a:avLst/>
              <a:gdLst>
                <a:gd name="connsiteX0" fmla="*/ 112306 w 189852"/>
                <a:gd name="connsiteY0" fmla="*/ 4927 h 204334"/>
                <a:gd name="connsiteX1" fmla="*/ 174887 w 189852"/>
                <a:gd name="connsiteY1" fmla="*/ 44747 h 204334"/>
                <a:gd name="connsiteX2" fmla="*/ 174887 w 189852"/>
                <a:gd name="connsiteY2" fmla="*/ 44710 h 204334"/>
                <a:gd name="connsiteX3" fmla="*/ 189853 w 189852"/>
                <a:gd name="connsiteY3" fmla="*/ 72120 h 204334"/>
                <a:gd name="connsiteX4" fmla="*/ 189853 w 189852"/>
                <a:gd name="connsiteY4" fmla="*/ 132123 h 204334"/>
                <a:gd name="connsiteX5" fmla="*/ 174887 w 189852"/>
                <a:gd name="connsiteY5" fmla="*/ 159533 h 204334"/>
                <a:gd name="connsiteX6" fmla="*/ 112306 w 189852"/>
                <a:gd name="connsiteY6" fmla="*/ 199353 h 204334"/>
                <a:gd name="connsiteX7" fmla="*/ 77543 w 189852"/>
                <a:gd name="connsiteY7" fmla="*/ 199353 h 204334"/>
                <a:gd name="connsiteX8" fmla="*/ 14966 w 189852"/>
                <a:gd name="connsiteY8" fmla="*/ 159533 h 204334"/>
                <a:gd name="connsiteX9" fmla="*/ 0 w 189852"/>
                <a:gd name="connsiteY9" fmla="*/ 132233 h 204334"/>
                <a:gd name="connsiteX10" fmla="*/ 0 w 189852"/>
                <a:gd name="connsiteY10" fmla="*/ 72047 h 204334"/>
                <a:gd name="connsiteX11" fmla="*/ 14966 w 189852"/>
                <a:gd name="connsiteY11" fmla="*/ 44747 h 204334"/>
                <a:gd name="connsiteX12" fmla="*/ 77543 w 189852"/>
                <a:gd name="connsiteY12" fmla="*/ 4927 h 204334"/>
                <a:gd name="connsiteX13" fmla="*/ 112306 w 189852"/>
                <a:gd name="connsiteY13" fmla="*/ 4927 h 204334"/>
                <a:gd name="connsiteX14" fmla="*/ 36099 w 189852"/>
                <a:gd name="connsiteY14" fmla="*/ 102158 h 204334"/>
                <a:gd name="connsiteX15" fmla="*/ 94925 w 189852"/>
                <a:gd name="connsiteY15" fmla="*/ 160993 h 204334"/>
                <a:gd name="connsiteX16" fmla="*/ 153754 w 189852"/>
                <a:gd name="connsiteY16" fmla="*/ 102158 h 204334"/>
                <a:gd name="connsiteX17" fmla="*/ 94925 w 189852"/>
                <a:gd name="connsiteY17" fmla="*/ 43323 h 204334"/>
                <a:gd name="connsiteX18" fmla="*/ 36099 w 189852"/>
                <a:gd name="connsiteY18" fmla="*/ 102158 h 204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9852" h="204334">
                  <a:moveTo>
                    <a:pt x="112306" y="4927"/>
                  </a:moveTo>
                  <a:lnTo>
                    <a:pt x="174887" y="44747"/>
                  </a:lnTo>
                  <a:lnTo>
                    <a:pt x="174887" y="44710"/>
                  </a:lnTo>
                  <a:cubicBezTo>
                    <a:pt x="184247" y="50696"/>
                    <a:pt x="189853" y="60952"/>
                    <a:pt x="189853" y="72120"/>
                  </a:cubicBezTo>
                  <a:lnTo>
                    <a:pt x="189853" y="132123"/>
                  </a:lnTo>
                  <a:cubicBezTo>
                    <a:pt x="189853" y="143328"/>
                    <a:pt x="184247" y="153584"/>
                    <a:pt x="174887" y="159533"/>
                  </a:cubicBezTo>
                  <a:lnTo>
                    <a:pt x="112306" y="199353"/>
                  </a:lnTo>
                  <a:cubicBezTo>
                    <a:pt x="101803" y="205995"/>
                    <a:pt x="88049" y="205995"/>
                    <a:pt x="77543" y="199353"/>
                  </a:cubicBezTo>
                  <a:lnTo>
                    <a:pt x="14966" y="159533"/>
                  </a:lnTo>
                  <a:cubicBezTo>
                    <a:pt x="5605" y="153584"/>
                    <a:pt x="0" y="143328"/>
                    <a:pt x="0" y="132233"/>
                  </a:cubicBezTo>
                  <a:lnTo>
                    <a:pt x="0" y="72047"/>
                  </a:lnTo>
                  <a:cubicBezTo>
                    <a:pt x="0" y="60952"/>
                    <a:pt x="5605" y="50696"/>
                    <a:pt x="14966" y="44747"/>
                  </a:cubicBezTo>
                  <a:lnTo>
                    <a:pt x="77543" y="4927"/>
                  </a:lnTo>
                  <a:cubicBezTo>
                    <a:pt x="87984" y="-1642"/>
                    <a:pt x="101869" y="-1642"/>
                    <a:pt x="112306" y="4927"/>
                  </a:cubicBezTo>
                  <a:close/>
                  <a:moveTo>
                    <a:pt x="36099" y="102158"/>
                  </a:moveTo>
                  <a:cubicBezTo>
                    <a:pt x="36099" y="134605"/>
                    <a:pt x="62479" y="160993"/>
                    <a:pt x="94925" y="160993"/>
                  </a:cubicBezTo>
                  <a:cubicBezTo>
                    <a:pt x="127374" y="160993"/>
                    <a:pt x="153754" y="134605"/>
                    <a:pt x="153754" y="102158"/>
                  </a:cubicBezTo>
                  <a:cubicBezTo>
                    <a:pt x="153754" y="69675"/>
                    <a:pt x="127374" y="43323"/>
                    <a:pt x="94925" y="43323"/>
                  </a:cubicBezTo>
                  <a:cubicBezTo>
                    <a:pt x="62479" y="43323"/>
                    <a:pt x="36099" y="69675"/>
                    <a:pt x="36099" y="102158"/>
                  </a:cubicBezTo>
                  <a:close/>
                </a:path>
              </a:pathLst>
            </a:custGeom>
            <a:solidFill>
              <a:srgbClr val="007B85"/>
            </a:solidFill>
            <a:ln w="3646" cap="flat">
              <a:noFill/>
              <a:prstDash val="solid"/>
              <a:miter/>
            </a:ln>
          </p:spPr>
          <p:txBody>
            <a:bodyPr rtlCol="0" anchor="ctr"/>
            <a:lstStyle/>
            <a:p>
              <a:endParaRPr lang="en-GR"/>
            </a:p>
          </p:txBody>
        </p:sp>
      </p:grpSp>
      <p:grpSp>
        <p:nvGrpSpPr>
          <p:cNvPr id="918" name="Group 917">
            <a:extLst>
              <a:ext uri="{FF2B5EF4-FFF2-40B4-BE49-F238E27FC236}">
                <a16:creationId xmlns:a16="http://schemas.microsoft.com/office/drawing/2014/main" id="{12A525BE-BA87-CBBF-8F1A-C203B9613215}"/>
              </a:ext>
            </a:extLst>
          </p:cNvPr>
          <p:cNvGrpSpPr/>
          <p:nvPr/>
        </p:nvGrpSpPr>
        <p:grpSpPr>
          <a:xfrm>
            <a:off x="7579039" y="5523215"/>
            <a:ext cx="178603" cy="180964"/>
            <a:chOff x="6426881" y="5523215"/>
            <a:chExt cx="178603" cy="180964"/>
          </a:xfrm>
        </p:grpSpPr>
        <p:sp>
          <p:nvSpPr>
            <p:cNvPr id="919" name="Freeform 742">
              <a:extLst>
                <a:ext uri="{FF2B5EF4-FFF2-40B4-BE49-F238E27FC236}">
                  <a16:creationId xmlns:a16="http://schemas.microsoft.com/office/drawing/2014/main" id="{2BDCE8FA-19B1-773C-E5C0-552D2DE66EDB}"/>
                </a:ext>
              </a:extLst>
            </p:cNvPr>
            <p:cNvSpPr/>
            <p:nvPr/>
          </p:nvSpPr>
          <p:spPr>
            <a:xfrm>
              <a:off x="6483988" y="5581220"/>
              <a:ext cx="64972" cy="64986"/>
            </a:xfrm>
            <a:custGeom>
              <a:avLst/>
              <a:gdLst>
                <a:gd name="connsiteX0" fmla="*/ 0 w 73382"/>
                <a:gd name="connsiteY0" fmla="*/ 36717 h 73398"/>
                <a:gd name="connsiteX1" fmla="*/ 36693 w 73382"/>
                <a:gd name="connsiteY1" fmla="*/ 0 h 73398"/>
                <a:gd name="connsiteX2" fmla="*/ 73383 w 73382"/>
                <a:gd name="connsiteY2" fmla="*/ 36717 h 73398"/>
                <a:gd name="connsiteX3" fmla="*/ 36693 w 73382"/>
                <a:gd name="connsiteY3" fmla="*/ 73398 h 73398"/>
                <a:gd name="connsiteX4" fmla="*/ 0 w 73382"/>
                <a:gd name="connsiteY4" fmla="*/ 36717 h 733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382" h="73398">
                  <a:moveTo>
                    <a:pt x="0" y="36717"/>
                  </a:moveTo>
                  <a:cubicBezTo>
                    <a:pt x="0" y="16424"/>
                    <a:pt x="16455" y="0"/>
                    <a:pt x="36693" y="0"/>
                  </a:cubicBezTo>
                  <a:cubicBezTo>
                    <a:pt x="56980" y="0"/>
                    <a:pt x="73383" y="16424"/>
                    <a:pt x="73383" y="36717"/>
                  </a:cubicBezTo>
                  <a:cubicBezTo>
                    <a:pt x="73383" y="57010"/>
                    <a:pt x="56980" y="73398"/>
                    <a:pt x="36693" y="73398"/>
                  </a:cubicBezTo>
                  <a:cubicBezTo>
                    <a:pt x="16403" y="73398"/>
                    <a:pt x="0" y="57010"/>
                    <a:pt x="0" y="36717"/>
                  </a:cubicBezTo>
                  <a:close/>
                </a:path>
              </a:pathLst>
            </a:custGeom>
            <a:solidFill>
              <a:srgbClr val="007B85"/>
            </a:solidFill>
            <a:ln w="3646" cap="flat">
              <a:noFill/>
              <a:prstDash val="solid"/>
              <a:miter/>
            </a:ln>
          </p:spPr>
          <p:txBody>
            <a:bodyPr rtlCol="0" anchor="ctr"/>
            <a:lstStyle/>
            <a:p>
              <a:endParaRPr lang="en-GR"/>
            </a:p>
          </p:txBody>
        </p:sp>
        <p:sp>
          <p:nvSpPr>
            <p:cNvPr id="920" name="Freeform 743">
              <a:extLst>
                <a:ext uri="{FF2B5EF4-FFF2-40B4-BE49-F238E27FC236}">
                  <a16:creationId xmlns:a16="http://schemas.microsoft.com/office/drawing/2014/main" id="{2530D79A-959E-6C96-5F08-BFDFA3931F70}"/>
                </a:ext>
              </a:extLst>
            </p:cNvPr>
            <p:cNvSpPr/>
            <p:nvPr/>
          </p:nvSpPr>
          <p:spPr>
            <a:xfrm>
              <a:off x="6426881" y="5523215"/>
              <a:ext cx="178603" cy="180964"/>
            </a:xfrm>
            <a:custGeom>
              <a:avLst/>
              <a:gdLst>
                <a:gd name="connsiteX0" fmla="*/ 182393 w 201723"/>
                <a:gd name="connsiteY0" fmla="*/ 111283 h 204389"/>
                <a:gd name="connsiteX1" fmla="*/ 182240 w 201723"/>
                <a:gd name="connsiteY1" fmla="*/ 111356 h 204389"/>
                <a:gd name="connsiteX2" fmla="*/ 198797 w 201723"/>
                <a:gd name="connsiteY2" fmla="*/ 125590 h 204389"/>
                <a:gd name="connsiteX3" fmla="*/ 199563 w 201723"/>
                <a:gd name="connsiteY3" fmla="*/ 136430 h 204389"/>
                <a:gd name="connsiteX4" fmla="*/ 176565 w 201723"/>
                <a:gd name="connsiteY4" fmla="*/ 174242 h 204389"/>
                <a:gd name="connsiteX5" fmla="*/ 166552 w 201723"/>
                <a:gd name="connsiteY5" fmla="*/ 178513 h 204389"/>
                <a:gd name="connsiteX6" fmla="*/ 146215 w 201723"/>
                <a:gd name="connsiteY6" fmla="*/ 170337 h 204389"/>
                <a:gd name="connsiteX7" fmla="*/ 135329 w 201723"/>
                <a:gd name="connsiteY7" fmla="*/ 176395 h 204389"/>
                <a:gd name="connsiteX8" fmla="*/ 131753 w 201723"/>
                <a:gd name="connsiteY8" fmla="*/ 198112 h 204389"/>
                <a:gd name="connsiteX9" fmla="*/ 122910 w 201723"/>
                <a:gd name="connsiteY9" fmla="*/ 204390 h 204389"/>
                <a:gd name="connsiteX10" fmla="*/ 78659 w 201723"/>
                <a:gd name="connsiteY10" fmla="*/ 204390 h 204389"/>
                <a:gd name="connsiteX11" fmla="*/ 69817 w 201723"/>
                <a:gd name="connsiteY11" fmla="*/ 198112 h 204389"/>
                <a:gd name="connsiteX12" fmla="*/ 66190 w 201723"/>
                <a:gd name="connsiteY12" fmla="*/ 176067 h 204389"/>
                <a:gd name="connsiteX13" fmla="*/ 54589 w 201723"/>
                <a:gd name="connsiteY13" fmla="*/ 169425 h 204389"/>
                <a:gd name="connsiteX14" fmla="*/ 33792 w 201723"/>
                <a:gd name="connsiteY14" fmla="*/ 177417 h 204389"/>
                <a:gd name="connsiteX15" fmla="*/ 23877 w 201723"/>
                <a:gd name="connsiteY15" fmla="*/ 172965 h 204389"/>
                <a:gd name="connsiteX16" fmla="*/ 1496 w 201723"/>
                <a:gd name="connsiteY16" fmla="*/ 134788 h 204389"/>
                <a:gd name="connsiteX17" fmla="*/ 2467 w 201723"/>
                <a:gd name="connsiteY17" fmla="*/ 123948 h 204389"/>
                <a:gd name="connsiteX18" fmla="*/ 19739 w 201723"/>
                <a:gd name="connsiteY18" fmla="*/ 109567 h 204389"/>
                <a:gd name="connsiteX19" fmla="*/ 19841 w 201723"/>
                <a:gd name="connsiteY19" fmla="*/ 93435 h 204389"/>
                <a:gd name="connsiteX20" fmla="*/ 2824 w 201723"/>
                <a:gd name="connsiteY20" fmla="*/ 78799 h 204389"/>
                <a:gd name="connsiteX21" fmla="*/ 2058 w 201723"/>
                <a:gd name="connsiteY21" fmla="*/ 67960 h 204389"/>
                <a:gd name="connsiteX22" fmla="*/ 25052 w 201723"/>
                <a:gd name="connsiteY22" fmla="*/ 30147 h 204389"/>
                <a:gd name="connsiteX23" fmla="*/ 35069 w 201723"/>
                <a:gd name="connsiteY23" fmla="*/ 25877 h 204389"/>
                <a:gd name="connsiteX24" fmla="*/ 55764 w 201723"/>
                <a:gd name="connsiteY24" fmla="*/ 34199 h 204389"/>
                <a:gd name="connsiteX25" fmla="*/ 66292 w 201723"/>
                <a:gd name="connsiteY25" fmla="*/ 28323 h 204389"/>
                <a:gd name="connsiteX26" fmla="*/ 69919 w 201723"/>
                <a:gd name="connsiteY26" fmla="*/ 6278 h 204389"/>
                <a:gd name="connsiteX27" fmla="*/ 78762 w 201723"/>
                <a:gd name="connsiteY27" fmla="*/ 0 h 204389"/>
                <a:gd name="connsiteX28" fmla="*/ 123012 w 201723"/>
                <a:gd name="connsiteY28" fmla="*/ 0 h 204389"/>
                <a:gd name="connsiteX29" fmla="*/ 131855 w 201723"/>
                <a:gd name="connsiteY29" fmla="*/ 6278 h 204389"/>
                <a:gd name="connsiteX30" fmla="*/ 135482 w 201723"/>
                <a:gd name="connsiteY30" fmla="*/ 28067 h 204389"/>
                <a:gd name="connsiteX31" fmla="*/ 147441 w 201723"/>
                <a:gd name="connsiteY31" fmla="*/ 34819 h 204389"/>
                <a:gd name="connsiteX32" fmla="*/ 167931 w 201723"/>
                <a:gd name="connsiteY32" fmla="*/ 26936 h 204389"/>
                <a:gd name="connsiteX33" fmla="*/ 177843 w 201723"/>
                <a:gd name="connsiteY33" fmla="*/ 31388 h 204389"/>
                <a:gd name="connsiteX34" fmla="*/ 200227 w 201723"/>
                <a:gd name="connsiteY34" fmla="*/ 69566 h 204389"/>
                <a:gd name="connsiteX35" fmla="*/ 199256 w 201723"/>
                <a:gd name="connsiteY35" fmla="*/ 80406 h 204389"/>
                <a:gd name="connsiteX36" fmla="*/ 182495 w 201723"/>
                <a:gd name="connsiteY36" fmla="*/ 94348 h 204389"/>
                <a:gd name="connsiteX37" fmla="*/ 182393 w 201723"/>
                <a:gd name="connsiteY37" fmla="*/ 111283 h 204389"/>
                <a:gd name="connsiteX38" fmla="*/ 44013 w 201723"/>
                <a:gd name="connsiteY38" fmla="*/ 102158 h 204389"/>
                <a:gd name="connsiteX39" fmla="*/ 101143 w 201723"/>
                <a:gd name="connsiteY39" fmla="*/ 159314 h 204389"/>
                <a:gd name="connsiteX40" fmla="*/ 158272 w 201723"/>
                <a:gd name="connsiteY40" fmla="*/ 102158 h 204389"/>
                <a:gd name="connsiteX41" fmla="*/ 101143 w 201723"/>
                <a:gd name="connsiteY41" fmla="*/ 45039 h 204389"/>
                <a:gd name="connsiteX42" fmla="*/ 44013 w 201723"/>
                <a:gd name="connsiteY42" fmla="*/ 102158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1723" h="204389">
                  <a:moveTo>
                    <a:pt x="182393" y="111283"/>
                  </a:moveTo>
                  <a:lnTo>
                    <a:pt x="182240" y="111356"/>
                  </a:lnTo>
                  <a:lnTo>
                    <a:pt x="198797" y="125590"/>
                  </a:lnTo>
                  <a:cubicBezTo>
                    <a:pt x="201709" y="128072"/>
                    <a:pt x="201862" y="132598"/>
                    <a:pt x="199563" y="136430"/>
                  </a:cubicBezTo>
                  <a:lnTo>
                    <a:pt x="176565" y="174242"/>
                  </a:lnTo>
                  <a:cubicBezTo>
                    <a:pt x="174215" y="178075"/>
                    <a:pt x="170128" y="179973"/>
                    <a:pt x="166552" y="178513"/>
                  </a:cubicBezTo>
                  <a:lnTo>
                    <a:pt x="146215" y="170337"/>
                  </a:lnTo>
                  <a:cubicBezTo>
                    <a:pt x="142788" y="172636"/>
                    <a:pt x="139109" y="174644"/>
                    <a:pt x="135329" y="176395"/>
                  </a:cubicBezTo>
                  <a:lnTo>
                    <a:pt x="131753" y="198112"/>
                  </a:lnTo>
                  <a:cubicBezTo>
                    <a:pt x="131139" y="201871"/>
                    <a:pt x="127355" y="204390"/>
                    <a:pt x="122910" y="204390"/>
                  </a:cubicBezTo>
                  <a:lnTo>
                    <a:pt x="78659" y="204390"/>
                  </a:lnTo>
                  <a:cubicBezTo>
                    <a:pt x="74211" y="204390"/>
                    <a:pt x="70430" y="201944"/>
                    <a:pt x="69817" y="198112"/>
                  </a:cubicBezTo>
                  <a:lnTo>
                    <a:pt x="66190" y="176067"/>
                  </a:lnTo>
                  <a:cubicBezTo>
                    <a:pt x="62154" y="174132"/>
                    <a:pt x="58216" y="171943"/>
                    <a:pt x="54589" y="169425"/>
                  </a:cubicBezTo>
                  <a:lnTo>
                    <a:pt x="33792" y="177417"/>
                  </a:lnTo>
                  <a:cubicBezTo>
                    <a:pt x="30164" y="178768"/>
                    <a:pt x="26125" y="176797"/>
                    <a:pt x="23877" y="172965"/>
                  </a:cubicBezTo>
                  <a:lnTo>
                    <a:pt x="1496" y="134788"/>
                  </a:lnTo>
                  <a:cubicBezTo>
                    <a:pt x="-752" y="130955"/>
                    <a:pt x="-497" y="126430"/>
                    <a:pt x="2467" y="123948"/>
                  </a:cubicBezTo>
                  <a:lnTo>
                    <a:pt x="19739" y="109567"/>
                  </a:lnTo>
                  <a:cubicBezTo>
                    <a:pt x="19290" y="104202"/>
                    <a:pt x="19264" y="98800"/>
                    <a:pt x="19841" y="93435"/>
                  </a:cubicBezTo>
                  <a:lnTo>
                    <a:pt x="2824" y="78799"/>
                  </a:lnTo>
                  <a:cubicBezTo>
                    <a:pt x="-88" y="76318"/>
                    <a:pt x="-241" y="71792"/>
                    <a:pt x="2058" y="67960"/>
                  </a:cubicBezTo>
                  <a:lnTo>
                    <a:pt x="25052" y="30147"/>
                  </a:lnTo>
                  <a:cubicBezTo>
                    <a:pt x="27406" y="26315"/>
                    <a:pt x="31493" y="24417"/>
                    <a:pt x="35069" y="25877"/>
                  </a:cubicBezTo>
                  <a:lnTo>
                    <a:pt x="55764" y="34199"/>
                  </a:lnTo>
                  <a:cubicBezTo>
                    <a:pt x="59085" y="31936"/>
                    <a:pt x="62665" y="30038"/>
                    <a:pt x="66292" y="28323"/>
                  </a:cubicBezTo>
                  <a:lnTo>
                    <a:pt x="69919" y="6278"/>
                  </a:lnTo>
                  <a:cubicBezTo>
                    <a:pt x="70533" y="2518"/>
                    <a:pt x="74313" y="0"/>
                    <a:pt x="78762" y="0"/>
                  </a:cubicBezTo>
                  <a:lnTo>
                    <a:pt x="123012" y="0"/>
                  </a:lnTo>
                  <a:cubicBezTo>
                    <a:pt x="127461" y="0"/>
                    <a:pt x="131242" y="2446"/>
                    <a:pt x="131855" y="6278"/>
                  </a:cubicBezTo>
                  <a:lnTo>
                    <a:pt x="135482" y="28067"/>
                  </a:lnTo>
                  <a:cubicBezTo>
                    <a:pt x="139671" y="30001"/>
                    <a:pt x="143656" y="32191"/>
                    <a:pt x="147441" y="34819"/>
                  </a:cubicBezTo>
                  <a:lnTo>
                    <a:pt x="167931" y="26936"/>
                  </a:lnTo>
                  <a:cubicBezTo>
                    <a:pt x="171559" y="25549"/>
                    <a:pt x="175595" y="27556"/>
                    <a:pt x="177843" y="31388"/>
                  </a:cubicBezTo>
                  <a:lnTo>
                    <a:pt x="200227" y="69566"/>
                  </a:lnTo>
                  <a:cubicBezTo>
                    <a:pt x="202475" y="73398"/>
                    <a:pt x="202220" y="77887"/>
                    <a:pt x="199256" y="80406"/>
                  </a:cubicBezTo>
                  <a:lnTo>
                    <a:pt x="182495" y="94348"/>
                  </a:lnTo>
                  <a:cubicBezTo>
                    <a:pt x="183058" y="100005"/>
                    <a:pt x="182977" y="105625"/>
                    <a:pt x="182393" y="111283"/>
                  </a:cubicBezTo>
                  <a:close/>
                  <a:moveTo>
                    <a:pt x="44013" y="102158"/>
                  </a:moveTo>
                  <a:cubicBezTo>
                    <a:pt x="44013" y="133693"/>
                    <a:pt x="69664" y="159314"/>
                    <a:pt x="101143" y="159314"/>
                  </a:cubicBezTo>
                  <a:cubicBezTo>
                    <a:pt x="132672" y="159314"/>
                    <a:pt x="158272" y="133693"/>
                    <a:pt x="158272" y="102158"/>
                  </a:cubicBezTo>
                  <a:cubicBezTo>
                    <a:pt x="158272" y="70624"/>
                    <a:pt x="132672" y="45039"/>
                    <a:pt x="101143" y="45039"/>
                  </a:cubicBezTo>
                  <a:cubicBezTo>
                    <a:pt x="69613" y="45039"/>
                    <a:pt x="44013" y="70624"/>
                    <a:pt x="44013" y="102158"/>
                  </a:cubicBezTo>
                  <a:close/>
                </a:path>
              </a:pathLst>
            </a:custGeom>
            <a:solidFill>
              <a:srgbClr val="007B85"/>
            </a:solidFill>
            <a:ln w="3646" cap="flat">
              <a:noFill/>
              <a:prstDash val="solid"/>
              <a:miter/>
            </a:ln>
          </p:spPr>
          <p:txBody>
            <a:bodyPr rtlCol="0" anchor="ctr"/>
            <a:lstStyle/>
            <a:p>
              <a:endParaRPr lang="en-GR"/>
            </a:p>
          </p:txBody>
        </p:sp>
      </p:grpSp>
      <p:grpSp>
        <p:nvGrpSpPr>
          <p:cNvPr id="921" name="Group 920">
            <a:extLst>
              <a:ext uri="{FF2B5EF4-FFF2-40B4-BE49-F238E27FC236}">
                <a16:creationId xmlns:a16="http://schemas.microsoft.com/office/drawing/2014/main" id="{A94D1EDF-F8AE-5D47-F350-E1205EBB06BB}"/>
              </a:ext>
            </a:extLst>
          </p:cNvPr>
          <p:cNvGrpSpPr/>
          <p:nvPr/>
        </p:nvGrpSpPr>
        <p:grpSpPr>
          <a:xfrm>
            <a:off x="7911831" y="5523215"/>
            <a:ext cx="180930" cy="180964"/>
            <a:chOff x="6759675" y="5523215"/>
            <a:chExt cx="180930" cy="180964"/>
          </a:xfrm>
        </p:grpSpPr>
        <p:sp>
          <p:nvSpPr>
            <p:cNvPr id="922" name="Freeform 744">
              <a:extLst>
                <a:ext uri="{FF2B5EF4-FFF2-40B4-BE49-F238E27FC236}">
                  <a16:creationId xmlns:a16="http://schemas.microsoft.com/office/drawing/2014/main" id="{993EFDFB-0AF7-C740-7F20-2E227D34C1E0}"/>
                </a:ext>
              </a:extLst>
            </p:cNvPr>
            <p:cNvSpPr/>
            <p:nvPr/>
          </p:nvSpPr>
          <p:spPr>
            <a:xfrm>
              <a:off x="6831591" y="5573087"/>
              <a:ext cx="55086" cy="77449"/>
            </a:xfrm>
            <a:custGeom>
              <a:avLst/>
              <a:gdLst>
                <a:gd name="connsiteX0" fmla="*/ 56742 w 62217"/>
                <a:gd name="connsiteY0" fmla="*/ 2835 h 87474"/>
                <a:gd name="connsiteX1" fmla="*/ 61891 w 62217"/>
                <a:gd name="connsiteY1" fmla="*/ 11339 h 87474"/>
                <a:gd name="connsiteX2" fmla="*/ 61942 w 62217"/>
                <a:gd name="connsiteY2" fmla="*/ 11376 h 87474"/>
                <a:gd name="connsiteX3" fmla="*/ 38872 w 62217"/>
                <a:gd name="connsiteY3" fmla="*/ 55830 h 87474"/>
                <a:gd name="connsiteX4" fmla="*/ 41901 w 62217"/>
                <a:gd name="connsiteY4" fmla="*/ 66525 h 87474"/>
                <a:gd name="connsiteX5" fmla="*/ 20950 w 62217"/>
                <a:gd name="connsiteY5" fmla="*/ 87474 h 87474"/>
                <a:gd name="connsiteX6" fmla="*/ 0 w 62217"/>
                <a:gd name="connsiteY6" fmla="*/ 66525 h 87474"/>
                <a:gd name="connsiteX7" fmla="*/ 20950 w 62217"/>
                <a:gd name="connsiteY7" fmla="*/ 45575 h 87474"/>
                <a:gd name="connsiteX8" fmla="*/ 21407 w 62217"/>
                <a:gd name="connsiteY8" fmla="*/ 45575 h 87474"/>
                <a:gd name="connsiteX9" fmla="*/ 43919 w 62217"/>
                <a:gd name="connsiteY9" fmla="*/ 2105 h 87474"/>
                <a:gd name="connsiteX10" fmla="*/ 53816 w 62217"/>
                <a:gd name="connsiteY10" fmla="*/ 1339 h 87474"/>
                <a:gd name="connsiteX11" fmla="*/ 56742 w 62217"/>
                <a:gd name="connsiteY11" fmla="*/ 2835 h 87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217" h="87474">
                  <a:moveTo>
                    <a:pt x="56742" y="2835"/>
                  </a:moveTo>
                  <a:cubicBezTo>
                    <a:pt x="60833" y="5061"/>
                    <a:pt x="63103" y="8821"/>
                    <a:pt x="61891" y="11339"/>
                  </a:cubicBezTo>
                  <a:lnTo>
                    <a:pt x="61942" y="11376"/>
                  </a:lnTo>
                  <a:lnTo>
                    <a:pt x="38872" y="55830"/>
                  </a:lnTo>
                  <a:cubicBezTo>
                    <a:pt x="40740" y="58933"/>
                    <a:pt x="41901" y="62582"/>
                    <a:pt x="41901" y="66525"/>
                  </a:cubicBezTo>
                  <a:cubicBezTo>
                    <a:pt x="41901" y="78094"/>
                    <a:pt x="32511" y="87474"/>
                    <a:pt x="20950" y="87474"/>
                  </a:cubicBezTo>
                  <a:cubicBezTo>
                    <a:pt x="9390" y="87474"/>
                    <a:pt x="0" y="78094"/>
                    <a:pt x="0" y="66525"/>
                  </a:cubicBezTo>
                  <a:cubicBezTo>
                    <a:pt x="0" y="54954"/>
                    <a:pt x="9390" y="45575"/>
                    <a:pt x="20950" y="45575"/>
                  </a:cubicBezTo>
                  <a:lnTo>
                    <a:pt x="21407" y="45575"/>
                  </a:lnTo>
                  <a:lnTo>
                    <a:pt x="43919" y="2105"/>
                  </a:lnTo>
                  <a:cubicBezTo>
                    <a:pt x="45284" y="-377"/>
                    <a:pt x="49626" y="-705"/>
                    <a:pt x="53816" y="1339"/>
                  </a:cubicBezTo>
                  <a:lnTo>
                    <a:pt x="56742" y="2835"/>
                  </a:lnTo>
                  <a:close/>
                </a:path>
              </a:pathLst>
            </a:custGeom>
            <a:solidFill>
              <a:srgbClr val="007B85"/>
            </a:solidFill>
            <a:ln w="3646" cap="flat">
              <a:noFill/>
              <a:prstDash val="solid"/>
              <a:miter/>
            </a:ln>
          </p:spPr>
          <p:txBody>
            <a:bodyPr rtlCol="0" anchor="ctr"/>
            <a:lstStyle/>
            <a:p>
              <a:endParaRPr lang="en-GR"/>
            </a:p>
          </p:txBody>
        </p:sp>
        <p:sp>
          <p:nvSpPr>
            <p:cNvPr id="923" name="Freeform 745">
              <a:extLst>
                <a:ext uri="{FF2B5EF4-FFF2-40B4-BE49-F238E27FC236}">
                  <a16:creationId xmlns:a16="http://schemas.microsoft.com/office/drawing/2014/main" id="{5FDDBF7D-CA2D-7255-6EF6-8C4FF31DF50A}"/>
                </a:ext>
              </a:extLst>
            </p:cNvPr>
            <p:cNvSpPr/>
            <p:nvPr/>
          </p:nvSpPr>
          <p:spPr>
            <a:xfrm>
              <a:off x="6838832" y="5557921"/>
              <a:ext cx="22616" cy="22620"/>
            </a:xfrm>
            <a:custGeom>
              <a:avLst/>
              <a:gdLst>
                <a:gd name="connsiteX0" fmla="*/ 12772 w 25544"/>
                <a:gd name="connsiteY0" fmla="*/ 25549 h 25548"/>
                <a:gd name="connsiteX1" fmla="*/ 25545 w 25544"/>
                <a:gd name="connsiteY1" fmla="*/ 12774 h 25548"/>
                <a:gd name="connsiteX2" fmla="*/ 12772 w 25544"/>
                <a:gd name="connsiteY2" fmla="*/ 0 h 25548"/>
                <a:gd name="connsiteX3" fmla="*/ 0 w 25544"/>
                <a:gd name="connsiteY3" fmla="*/ 12774 h 25548"/>
                <a:gd name="connsiteX4" fmla="*/ 12772 w 25544"/>
                <a:gd name="connsiteY4" fmla="*/ 25549 h 25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44" h="25548">
                  <a:moveTo>
                    <a:pt x="12772" y="25549"/>
                  </a:moveTo>
                  <a:cubicBezTo>
                    <a:pt x="19841" y="25549"/>
                    <a:pt x="25545" y="19819"/>
                    <a:pt x="25545" y="12774"/>
                  </a:cubicBezTo>
                  <a:cubicBezTo>
                    <a:pt x="25545" y="5694"/>
                    <a:pt x="19841" y="0"/>
                    <a:pt x="12772" y="0"/>
                  </a:cubicBezTo>
                  <a:cubicBezTo>
                    <a:pt x="5704" y="0"/>
                    <a:pt x="0" y="5694"/>
                    <a:pt x="0" y="12774"/>
                  </a:cubicBezTo>
                  <a:cubicBezTo>
                    <a:pt x="0" y="19819"/>
                    <a:pt x="5704" y="25549"/>
                    <a:pt x="12772" y="25549"/>
                  </a:cubicBezTo>
                  <a:close/>
                </a:path>
              </a:pathLst>
            </a:custGeom>
            <a:solidFill>
              <a:srgbClr val="007B85"/>
            </a:solidFill>
            <a:ln w="3646" cap="flat">
              <a:noFill/>
              <a:prstDash val="solid"/>
              <a:miter/>
            </a:ln>
          </p:spPr>
          <p:txBody>
            <a:bodyPr rtlCol="0" anchor="ctr"/>
            <a:lstStyle/>
            <a:p>
              <a:endParaRPr lang="en-GR"/>
            </a:p>
          </p:txBody>
        </p:sp>
        <p:sp>
          <p:nvSpPr>
            <p:cNvPr id="924" name="Freeform 746">
              <a:extLst>
                <a:ext uri="{FF2B5EF4-FFF2-40B4-BE49-F238E27FC236}">
                  <a16:creationId xmlns:a16="http://schemas.microsoft.com/office/drawing/2014/main" id="{D580C95E-C253-7ED9-0D5F-A979F3143065}"/>
                </a:ext>
              </a:extLst>
            </p:cNvPr>
            <p:cNvSpPr/>
            <p:nvPr/>
          </p:nvSpPr>
          <p:spPr>
            <a:xfrm>
              <a:off x="6794450" y="5602484"/>
              <a:ext cx="22348" cy="22329"/>
            </a:xfrm>
            <a:custGeom>
              <a:avLst/>
              <a:gdLst>
                <a:gd name="connsiteX0" fmla="*/ 25242 w 25241"/>
                <a:gd name="connsiteY0" fmla="*/ 12628 h 25219"/>
                <a:gd name="connsiteX1" fmla="*/ 12619 w 25241"/>
                <a:gd name="connsiteY1" fmla="*/ 25220 h 25219"/>
                <a:gd name="connsiteX2" fmla="*/ 0 w 25241"/>
                <a:gd name="connsiteY2" fmla="*/ 12628 h 25219"/>
                <a:gd name="connsiteX3" fmla="*/ 12619 w 25241"/>
                <a:gd name="connsiteY3" fmla="*/ 0 h 25219"/>
                <a:gd name="connsiteX4" fmla="*/ 25242 w 25241"/>
                <a:gd name="connsiteY4" fmla="*/ 12628 h 25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41" h="25219">
                  <a:moveTo>
                    <a:pt x="25242" y="12628"/>
                  </a:moveTo>
                  <a:cubicBezTo>
                    <a:pt x="25242" y="19599"/>
                    <a:pt x="19589" y="25220"/>
                    <a:pt x="12619" y="25220"/>
                  </a:cubicBezTo>
                  <a:cubicBezTo>
                    <a:pt x="5649" y="25220"/>
                    <a:pt x="0" y="19599"/>
                    <a:pt x="0" y="12628"/>
                  </a:cubicBezTo>
                  <a:cubicBezTo>
                    <a:pt x="0" y="5657"/>
                    <a:pt x="5649" y="0"/>
                    <a:pt x="12619" y="0"/>
                  </a:cubicBezTo>
                  <a:cubicBezTo>
                    <a:pt x="19589" y="0"/>
                    <a:pt x="25242" y="5657"/>
                    <a:pt x="25242" y="12628"/>
                  </a:cubicBezTo>
                  <a:close/>
                </a:path>
              </a:pathLst>
            </a:custGeom>
            <a:solidFill>
              <a:srgbClr val="007B85"/>
            </a:solidFill>
            <a:ln w="3646" cap="flat">
              <a:noFill/>
              <a:prstDash val="solid"/>
              <a:miter/>
            </a:ln>
          </p:spPr>
          <p:txBody>
            <a:bodyPr rtlCol="0" anchor="ctr"/>
            <a:lstStyle/>
            <a:p>
              <a:endParaRPr lang="en-GR"/>
            </a:p>
          </p:txBody>
        </p:sp>
        <p:sp>
          <p:nvSpPr>
            <p:cNvPr id="925" name="Freeform 747">
              <a:extLst>
                <a:ext uri="{FF2B5EF4-FFF2-40B4-BE49-F238E27FC236}">
                  <a16:creationId xmlns:a16="http://schemas.microsoft.com/office/drawing/2014/main" id="{8D89465F-CA23-7AF8-BF97-7DE253C4B53F}"/>
                </a:ext>
              </a:extLst>
            </p:cNvPr>
            <p:cNvSpPr/>
            <p:nvPr/>
          </p:nvSpPr>
          <p:spPr>
            <a:xfrm>
              <a:off x="6805846" y="5572657"/>
              <a:ext cx="22348" cy="22361"/>
            </a:xfrm>
            <a:custGeom>
              <a:avLst/>
              <a:gdLst>
                <a:gd name="connsiteX0" fmla="*/ 12623 w 25241"/>
                <a:gd name="connsiteY0" fmla="*/ 25256 h 25256"/>
                <a:gd name="connsiteX1" fmla="*/ 25242 w 25241"/>
                <a:gd name="connsiteY1" fmla="*/ 12628 h 25256"/>
                <a:gd name="connsiteX2" fmla="*/ 12623 w 25241"/>
                <a:gd name="connsiteY2" fmla="*/ 0 h 25256"/>
                <a:gd name="connsiteX3" fmla="*/ 0 w 25241"/>
                <a:gd name="connsiteY3" fmla="*/ 12628 h 25256"/>
                <a:gd name="connsiteX4" fmla="*/ 12623 w 25241"/>
                <a:gd name="connsiteY4" fmla="*/ 25256 h 25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41" h="25256">
                  <a:moveTo>
                    <a:pt x="12623" y="25256"/>
                  </a:moveTo>
                  <a:cubicBezTo>
                    <a:pt x="19593" y="25256"/>
                    <a:pt x="25242" y="19599"/>
                    <a:pt x="25242" y="12628"/>
                  </a:cubicBezTo>
                  <a:cubicBezTo>
                    <a:pt x="25242" y="5657"/>
                    <a:pt x="19593" y="0"/>
                    <a:pt x="12623" y="0"/>
                  </a:cubicBezTo>
                  <a:cubicBezTo>
                    <a:pt x="5653" y="0"/>
                    <a:pt x="0" y="5657"/>
                    <a:pt x="0" y="12628"/>
                  </a:cubicBezTo>
                  <a:cubicBezTo>
                    <a:pt x="0" y="19599"/>
                    <a:pt x="5653" y="25256"/>
                    <a:pt x="12623" y="25256"/>
                  </a:cubicBezTo>
                  <a:close/>
                </a:path>
              </a:pathLst>
            </a:custGeom>
            <a:solidFill>
              <a:srgbClr val="007B85"/>
            </a:solidFill>
            <a:ln w="3646" cap="flat">
              <a:noFill/>
              <a:prstDash val="solid"/>
              <a:miter/>
            </a:ln>
          </p:spPr>
          <p:txBody>
            <a:bodyPr rtlCol="0" anchor="ctr"/>
            <a:lstStyle/>
            <a:p>
              <a:endParaRPr lang="en-GR"/>
            </a:p>
          </p:txBody>
        </p:sp>
        <p:sp>
          <p:nvSpPr>
            <p:cNvPr id="926" name="Freeform 748">
              <a:extLst>
                <a:ext uri="{FF2B5EF4-FFF2-40B4-BE49-F238E27FC236}">
                  <a16:creationId xmlns:a16="http://schemas.microsoft.com/office/drawing/2014/main" id="{FB6D3375-14A0-FBE9-2B71-1DEE754065AF}"/>
                </a:ext>
              </a:extLst>
            </p:cNvPr>
            <p:cNvSpPr/>
            <p:nvPr/>
          </p:nvSpPr>
          <p:spPr>
            <a:xfrm>
              <a:off x="6883707" y="5602484"/>
              <a:ext cx="22348" cy="22329"/>
            </a:xfrm>
            <a:custGeom>
              <a:avLst/>
              <a:gdLst>
                <a:gd name="connsiteX0" fmla="*/ 25242 w 25241"/>
                <a:gd name="connsiteY0" fmla="*/ 12628 h 25219"/>
                <a:gd name="connsiteX1" fmla="*/ 12619 w 25241"/>
                <a:gd name="connsiteY1" fmla="*/ 25220 h 25219"/>
                <a:gd name="connsiteX2" fmla="*/ 0 w 25241"/>
                <a:gd name="connsiteY2" fmla="*/ 12628 h 25219"/>
                <a:gd name="connsiteX3" fmla="*/ 12619 w 25241"/>
                <a:gd name="connsiteY3" fmla="*/ 0 h 25219"/>
                <a:gd name="connsiteX4" fmla="*/ 25242 w 25241"/>
                <a:gd name="connsiteY4" fmla="*/ 12628 h 25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41" h="25219">
                  <a:moveTo>
                    <a:pt x="25242" y="12628"/>
                  </a:moveTo>
                  <a:cubicBezTo>
                    <a:pt x="25242" y="19599"/>
                    <a:pt x="19589" y="25220"/>
                    <a:pt x="12619" y="25220"/>
                  </a:cubicBezTo>
                  <a:cubicBezTo>
                    <a:pt x="5649" y="25220"/>
                    <a:pt x="0" y="19599"/>
                    <a:pt x="0" y="12628"/>
                  </a:cubicBezTo>
                  <a:cubicBezTo>
                    <a:pt x="0" y="5657"/>
                    <a:pt x="5649" y="0"/>
                    <a:pt x="12619" y="0"/>
                  </a:cubicBezTo>
                  <a:cubicBezTo>
                    <a:pt x="19589" y="0"/>
                    <a:pt x="25242" y="5657"/>
                    <a:pt x="25242" y="12628"/>
                  </a:cubicBezTo>
                  <a:close/>
                </a:path>
              </a:pathLst>
            </a:custGeom>
            <a:solidFill>
              <a:srgbClr val="007B85"/>
            </a:solidFill>
            <a:ln w="3646" cap="flat">
              <a:noFill/>
              <a:prstDash val="solid"/>
              <a:miter/>
            </a:ln>
          </p:spPr>
          <p:txBody>
            <a:bodyPr rtlCol="0" anchor="ctr"/>
            <a:lstStyle/>
            <a:p>
              <a:endParaRPr lang="en-GR"/>
            </a:p>
          </p:txBody>
        </p:sp>
        <p:sp>
          <p:nvSpPr>
            <p:cNvPr id="927" name="Freeform 749">
              <a:extLst>
                <a:ext uri="{FF2B5EF4-FFF2-40B4-BE49-F238E27FC236}">
                  <a16:creationId xmlns:a16="http://schemas.microsoft.com/office/drawing/2014/main" id="{020F6A78-947E-99CD-CF53-D9F35235BC96}"/>
                </a:ext>
              </a:extLst>
            </p:cNvPr>
            <p:cNvSpPr/>
            <p:nvPr/>
          </p:nvSpPr>
          <p:spPr>
            <a:xfrm>
              <a:off x="6759675" y="5523215"/>
              <a:ext cx="180930" cy="180964"/>
            </a:xfrm>
            <a:custGeom>
              <a:avLst/>
              <a:gdLst>
                <a:gd name="connsiteX0" fmla="*/ 0 w 204351"/>
                <a:gd name="connsiteY0" fmla="*/ 102195 h 204389"/>
                <a:gd name="connsiteX1" fmla="*/ 102176 w 204351"/>
                <a:gd name="connsiteY1" fmla="*/ 0 h 204389"/>
                <a:gd name="connsiteX2" fmla="*/ 204351 w 204351"/>
                <a:gd name="connsiteY2" fmla="*/ 102195 h 204389"/>
                <a:gd name="connsiteX3" fmla="*/ 102176 w 204351"/>
                <a:gd name="connsiteY3" fmla="*/ 204390 h 204389"/>
                <a:gd name="connsiteX4" fmla="*/ 0 w 204351"/>
                <a:gd name="connsiteY4" fmla="*/ 102195 h 204389"/>
                <a:gd name="connsiteX5" fmla="*/ 25242 w 204351"/>
                <a:gd name="connsiteY5" fmla="*/ 102158 h 204389"/>
                <a:gd name="connsiteX6" fmla="*/ 102176 w 204351"/>
                <a:gd name="connsiteY6" fmla="*/ 179096 h 204389"/>
                <a:gd name="connsiteX7" fmla="*/ 179109 w 204351"/>
                <a:gd name="connsiteY7" fmla="*/ 102158 h 204389"/>
                <a:gd name="connsiteX8" fmla="*/ 102176 w 204351"/>
                <a:gd name="connsiteY8" fmla="*/ 25184 h 204389"/>
                <a:gd name="connsiteX9" fmla="*/ 25242 w 204351"/>
                <a:gd name="connsiteY9" fmla="*/ 102158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4351" h="204389">
                  <a:moveTo>
                    <a:pt x="0" y="102195"/>
                  </a:moveTo>
                  <a:cubicBezTo>
                    <a:pt x="0" y="45732"/>
                    <a:pt x="45736" y="0"/>
                    <a:pt x="102176" y="0"/>
                  </a:cubicBezTo>
                  <a:cubicBezTo>
                    <a:pt x="158615" y="0"/>
                    <a:pt x="204351" y="45732"/>
                    <a:pt x="204351" y="102195"/>
                  </a:cubicBezTo>
                  <a:cubicBezTo>
                    <a:pt x="204351" y="158657"/>
                    <a:pt x="158615" y="204390"/>
                    <a:pt x="102176" y="204390"/>
                  </a:cubicBezTo>
                  <a:cubicBezTo>
                    <a:pt x="45736" y="204390"/>
                    <a:pt x="0" y="158657"/>
                    <a:pt x="0" y="102195"/>
                  </a:cubicBezTo>
                  <a:close/>
                  <a:moveTo>
                    <a:pt x="25242" y="102158"/>
                  </a:moveTo>
                  <a:cubicBezTo>
                    <a:pt x="25242" y="144569"/>
                    <a:pt x="59771" y="179096"/>
                    <a:pt x="102176" y="179096"/>
                  </a:cubicBezTo>
                  <a:cubicBezTo>
                    <a:pt x="144580" y="179096"/>
                    <a:pt x="179109" y="144569"/>
                    <a:pt x="179109" y="102158"/>
                  </a:cubicBezTo>
                  <a:cubicBezTo>
                    <a:pt x="179109" y="59747"/>
                    <a:pt x="144580" y="25184"/>
                    <a:pt x="102176" y="25184"/>
                  </a:cubicBezTo>
                  <a:cubicBezTo>
                    <a:pt x="59771" y="25184"/>
                    <a:pt x="25242" y="59747"/>
                    <a:pt x="25242" y="102158"/>
                  </a:cubicBezTo>
                  <a:close/>
                </a:path>
              </a:pathLst>
            </a:custGeom>
            <a:solidFill>
              <a:srgbClr val="007B85"/>
            </a:solidFill>
            <a:ln w="3646" cap="flat">
              <a:noFill/>
              <a:prstDash val="solid"/>
              <a:miter/>
            </a:ln>
          </p:spPr>
          <p:txBody>
            <a:bodyPr rtlCol="0" anchor="ctr"/>
            <a:lstStyle/>
            <a:p>
              <a:endParaRPr lang="en-GR"/>
            </a:p>
          </p:txBody>
        </p:sp>
      </p:grpSp>
      <p:sp>
        <p:nvSpPr>
          <p:cNvPr id="928" name="Freeform 750">
            <a:extLst>
              <a:ext uri="{FF2B5EF4-FFF2-40B4-BE49-F238E27FC236}">
                <a16:creationId xmlns:a16="http://schemas.microsoft.com/office/drawing/2014/main" id="{D3DB4F94-F344-AD42-C163-C06316687BF4}"/>
              </a:ext>
            </a:extLst>
          </p:cNvPr>
          <p:cNvSpPr/>
          <p:nvPr/>
        </p:nvSpPr>
        <p:spPr>
          <a:xfrm>
            <a:off x="8244627" y="5523215"/>
            <a:ext cx="179773" cy="180964"/>
          </a:xfrm>
          <a:custGeom>
            <a:avLst/>
            <a:gdLst>
              <a:gd name="connsiteX0" fmla="*/ 169289 w 203044"/>
              <a:gd name="connsiteY0" fmla="*/ 0 h 204389"/>
              <a:gd name="connsiteX1" fmla="*/ 33909 w 203044"/>
              <a:gd name="connsiteY1" fmla="*/ 0 h 204389"/>
              <a:gd name="connsiteX2" fmla="*/ 0 w 203044"/>
              <a:gd name="connsiteY2" fmla="*/ 19599 h 204389"/>
              <a:gd name="connsiteX3" fmla="*/ 0 w 203044"/>
              <a:gd name="connsiteY3" fmla="*/ 184863 h 204389"/>
              <a:gd name="connsiteX4" fmla="*/ 33756 w 203044"/>
              <a:gd name="connsiteY4" fmla="*/ 204390 h 204389"/>
              <a:gd name="connsiteX5" fmla="*/ 169143 w 203044"/>
              <a:gd name="connsiteY5" fmla="*/ 204390 h 204389"/>
              <a:gd name="connsiteX6" fmla="*/ 203045 w 203044"/>
              <a:gd name="connsiteY6" fmla="*/ 184790 h 204389"/>
              <a:gd name="connsiteX7" fmla="*/ 203045 w 203044"/>
              <a:gd name="connsiteY7" fmla="*/ 19526 h 204389"/>
              <a:gd name="connsiteX8" fmla="*/ 169289 w 203044"/>
              <a:gd name="connsiteY8" fmla="*/ 0 h 204389"/>
              <a:gd name="connsiteX9" fmla="*/ 177938 w 203044"/>
              <a:gd name="connsiteY9" fmla="*/ 25111 h 204389"/>
              <a:gd name="connsiteX10" fmla="*/ 177938 w 203044"/>
              <a:gd name="connsiteY10" fmla="*/ 65259 h 204389"/>
              <a:gd name="connsiteX11" fmla="*/ 25169 w 203044"/>
              <a:gd name="connsiteY11" fmla="*/ 65259 h 204389"/>
              <a:gd name="connsiteX12" fmla="*/ 25169 w 203044"/>
              <a:gd name="connsiteY12" fmla="*/ 25111 h 204389"/>
              <a:gd name="connsiteX13" fmla="*/ 177938 w 203044"/>
              <a:gd name="connsiteY13" fmla="*/ 25111 h 204389"/>
              <a:gd name="connsiteX14" fmla="*/ 82634 w 203044"/>
              <a:gd name="connsiteY14" fmla="*/ 124751 h 204389"/>
              <a:gd name="connsiteX15" fmla="*/ 25169 w 203044"/>
              <a:gd name="connsiteY15" fmla="*/ 124751 h 204389"/>
              <a:gd name="connsiteX16" fmla="*/ 25169 w 203044"/>
              <a:gd name="connsiteY16" fmla="*/ 85296 h 204389"/>
              <a:gd name="connsiteX17" fmla="*/ 82634 w 203044"/>
              <a:gd name="connsiteY17" fmla="*/ 85296 h 204389"/>
              <a:gd name="connsiteX18" fmla="*/ 82634 w 203044"/>
              <a:gd name="connsiteY18" fmla="*/ 124751 h 204389"/>
              <a:gd name="connsiteX19" fmla="*/ 25169 w 203044"/>
              <a:gd name="connsiteY19" fmla="*/ 179279 h 204389"/>
              <a:gd name="connsiteX20" fmla="*/ 25169 w 203044"/>
              <a:gd name="connsiteY20" fmla="*/ 144861 h 204389"/>
              <a:gd name="connsiteX21" fmla="*/ 82634 w 203044"/>
              <a:gd name="connsiteY21" fmla="*/ 144861 h 204389"/>
              <a:gd name="connsiteX22" fmla="*/ 82634 w 203044"/>
              <a:gd name="connsiteY22" fmla="*/ 179753 h 204389"/>
              <a:gd name="connsiteX23" fmla="*/ 25169 w 203044"/>
              <a:gd name="connsiteY23" fmla="*/ 179279 h 204389"/>
              <a:gd name="connsiteX24" fmla="*/ 102727 w 203044"/>
              <a:gd name="connsiteY24" fmla="*/ 179753 h 204389"/>
              <a:gd name="connsiteX25" fmla="*/ 102727 w 203044"/>
              <a:gd name="connsiteY25" fmla="*/ 85296 h 204389"/>
              <a:gd name="connsiteX26" fmla="*/ 177938 w 203044"/>
              <a:gd name="connsiteY26" fmla="*/ 85296 h 204389"/>
              <a:gd name="connsiteX27" fmla="*/ 177938 w 203044"/>
              <a:gd name="connsiteY27" fmla="*/ 179206 h 204389"/>
              <a:gd name="connsiteX28" fmla="*/ 102727 w 203044"/>
              <a:gd name="connsiteY28" fmla="*/ 179717 h 204389"/>
              <a:gd name="connsiteX29" fmla="*/ 102727 w 203044"/>
              <a:gd name="connsiteY29" fmla="*/ 179753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03044" h="204389">
                <a:moveTo>
                  <a:pt x="169289" y="0"/>
                </a:moveTo>
                <a:lnTo>
                  <a:pt x="33909" y="0"/>
                </a:lnTo>
                <a:cubicBezTo>
                  <a:pt x="22720" y="0"/>
                  <a:pt x="0" y="4453"/>
                  <a:pt x="0" y="19599"/>
                </a:cubicBezTo>
                <a:lnTo>
                  <a:pt x="0" y="184863"/>
                </a:lnTo>
                <a:cubicBezTo>
                  <a:pt x="0" y="199937"/>
                  <a:pt x="22509" y="204390"/>
                  <a:pt x="33756" y="204390"/>
                </a:cubicBezTo>
                <a:lnTo>
                  <a:pt x="169143" y="204390"/>
                </a:lnTo>
                <a:cubicBezTo>
                  <a:pt x="180310" y="204390"/>
                  <a:pt x="203045" y="199937"/>
                  <a:pt x="203045" y="184790"/>
                </a:cubicBezTo>
                <a:lnTo>
                  <a:pt x="203045" y="19526"/>
                </a:lnTo>
                <a:cubicBezTo>
                  <a:pt x="203045" y="4453"/>
                  <a:pt x="180529" y="0"/>
                  <a:pt x="169289" y="0"/>
                </a:cubicBezTo>
                <a:close/>
                <a:moveTo>
                  <a:pt x="177938" y="25111"/>
                </a:moveTo>
                <a:lnTo>
                  <a:pt x="177938" y="65259"/>
                </a:lnTo>
                <a:lnTo>
                  <a:pt x="25169" y="65259"/>
                </a:lnTo>
                <a:lnTo>
                  <a:pt x="25169" y="25111"/>
                </a:lnTo>
                <a:lnTo>
                  <a:pt x="177938" y="25111"/>
                </a:lnTo>
                <a:close/>
                <a:moveTo>
                  <a:pt x="82634" y="124751"/>
                </a:moveTo>
                <a:lnTo>
                  <a:pt x="25169" y="124751"/>
                </a:lnTo>
                <a:lnTo>
                  <a:pt x="25169" y="85296"/>
                </a:lnTo>
                <a:lnTo>
                  <a:pt x="82634" y="85296"/>
                </a:lnTo>
                <a:lnTo>
                  <a:pt x="82634" y="124751"/>
                </a:lnTo>
                <a:close/>
                <a:moveTo>
                  <a:pt x="25169" y="179279"/>
                </a:moveTo>
                <a:lnTo>
                  <a:pt x="25169" y="144861"/>
                </a:lnTo>
                <a:lnTo>
                  <a:pt x="82634" y="144861"/>
                </a:lnTo>
                <a:lnTo>
                  <a:pt x="82634" y="179753"/>
                </a:lnTo>
                <a:cubicBezTo>
                  <a:pt x="52192" y="179753"/>
                  <a:pt x="26070" y="179571"/>
                  <a:pt x="25169" y="179279"/>
                </a:cubicBezTo>
                <a:close/>
                <a:moveTo>
                  <a:pt x="102727" y="179753"/>
                </a:moveTo>
                <a:lnTo>
                  <a:pt x="102727" y="85296"/>
                </a:lnTo>
                <a:lnTo>
                  <a:pt x="177938" y="85296"/>
                </a:lnTo>
                <a:lnTo>
                  <a:pt x="177938" y="179206"/>
                </a:lnTo>
                <a:cubicBezTo>
                  <a:pt x="176916" y="179571"/>
                  <a:pt x="139985" y="179717"/>
                  <a:pt x="102727" y="179717"/>
                </a:cubicBezTo>
                <a:lnTo>
                  <a:pt x="102727" y="179753"/>
                </a:lnTo>
                <a:close/>
              </a:path>
            </a:pathLst>
          </a:custGeom>
          <a:solidFill>
            <a:srgbClr val="007B85"/>
          </a:solidFill>
          <a:ln w="3646" cap="flat">
            <a:noFill/>
            <a:prstDash val="solid"/>
            <a:miter/>
          </a:ln>
        </p:spPr>
        <p:txBody>
          <a:bodyPr rtlCol="0" anchor="ctr"/>
          <a:lstStyle/>
          <a:p>
            <a:endParaRPr lang="en-GR"/>
          </a:p>
        </p:txBody>
      </p:sp>
      <p:sp>
        <p:nvSpPr>
          <p:cNvPr id="929" name="Freeform 751">
            <a:extLst>
              <a:ext uri="{FF2B5EF4-FFF2-40B4-BE49-F238E27FC236}">
                <a16:creationId xmlns:a16="http://schemas.microsoft.com/office/drawing/2014/main" id="{4D63761C-6CED-107F-E2E0-F0E8EC8D0494}"/>
              </a:ext>
            </a:extLst>
          </p:cNvPr>
          <p:cNvSpPr/>
          <p:nvPr/>
        </p:nvSpPr>
        <p:spPr>
          <a:xfrm>
            <a:off x="8570958" y="5552298"/>
            <a:ext cx="193828" cy="119760"/>
          </a:xfrm>
          <a:custGeom>
            <a:avLst/>
            <a:gdLst>
              <a:gd name="connsiteX0" fmla="*/ 40178 w 218918"/>
              <a:gd name="connsiteY0" fmla="*/ 135262 h 135262"/>
              <a:gd name="connsiteX1" fmla="*/ 0 w 218918"/>
              <a:gd name="connsiteY1" fmla="*/ 95260 h 135262"/>
              <a:gd name="connsiteX2" fmla="*/ 34303 w 218918"/>
              <a:gd name="connsiteY2" fmla="*/ 55696 h 135262"/>
              <a:gd name="connsiteX3" fmla="*/ 101157 w 218918"/>
              <a:gd name="connsiteY3" fmla="*/ 0 h 135262"/>
              <a:gd name="connsiteX4" fmla="*/ 161443 w 218918"/>
              <a:gd name="connsiteY4" fmla="*/ 36462 h 135262"/>
              <a:gd name="connsiteX5" fmla="*/ 169033 w 218918"/>
              <a:gd name="connsiteY5" fmla="*/ 35878 h 135262"/>
              <a:gd name="connsiteX6" fmla="*/ 218919 w 218918"/>
              <a:gd name="connsiteY6" fmla="*/ 85551 h 135262"/>
              <a:gd name="connsiteX7" fmla="*/ 169033 w 218918"/>
              <a:gd name="connsiteY7" fmla="*/ 135262 h 135262"/>
              <a:gd name="connsiteX8" fmla="*/ 40178 w 218918"/>
              <a:gd name="connsiteY8" fmla="*/ 135262 h 135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18" h="135262">
                <a:moveTo>
                  <a:pt x="40178" y="135262"/>
                </a:moveTo>
                <a:cubicBezTo>
                  <a:pt x="17991" y="135262"/>
                  <a:pt x="0" y="117378"/>
                  <a:pt x="0" y="95260"/>
                </a:cubicBezTo>
                <a:cubicBezTo>
                  <a:pt x="0" y="75113"/>
                  <a:pt x="14889" y="58470"/>
                  <a:pt x="34303" y="55696"/>
                </a:cubicBezTo>
                <a:cubicBezTo>
                  <a:pt x="40032" y="23979"/>
                  <a:pt x="67767" y="0"/>
                  <a:pt x="101157" y="0"/>
                </a:cubicBezTo>
                <a:cubicBezTo>
                  <a:pt x="127359" y="0"/>
                  <a:pt x="150094" y="14782"/>
                  <a:pt x="161443" y="36462"/>
                </a:cubicBezTo>
                <a:cubicBezTo>
                  <a:pt x="163888" y="36097"/>
                  <a:pt x="166443" y="35878"/>
                  <a:pt x="169033" y="35878"/>
                </a:cubicBezTo>
                <a:cubicBezTo>
                  <a:pt x="196549" y="35878"/>
                  <a:pt x="218919" y="58069"/>
                  <a:pt x="218919" y="85551"/>
                </a:cubicBezTo>
                <a:cubicBezTo>
                  <a:pt x="218919" y="113071"/>
                  <a:pt x="196549" y="135262"/>
                  <a:pt x="169033" y="135262"/>
                </a:cubicBezTo>
                <a:lnTo>
                  <a:pt x="40178" y="135262"/>
                </a:lnTo>
                <a:close/>
              </a:path>
            </a:pathLst>
          </a:custGeom>
          <a:solidFill>
            <a:srgbClr val="007B85"/>
          </a:solidFill>
          <a:ln w="3646" cap="flat">
            <a:noFill/>
            <a:prstDash val="solid"/>
            <a:miter/>
          </a:ln>
        </p:spPr>
        <p:txBody>
          <a:bodyPr rtlCol="0" anchor="ctr"/>
          <a:lstStyle/>
          <a:p>
            <a:endParaRPr lang="en-GR"/>
          </a:p>
        </p:txBody>
      </p:sp>
      <p:grpSp>
        <p:nvGrpSpPr>
          <p:cNvPr id="930" name="Group 929">
            <a:extLst>
              <a:ext uri="{FF2B5EF4-FFF2-40B4-BE49-F238E27FC236}">
                <a16:creationId xmlns:a16="http://schemas.microsoft.com/office/drawing/2014/main" id="{14B18647-7533-3F55-E553-2A51C4C357AE}"/>
              </a:ext>
            </a:extLst>
          </p:cNvPr>
          <p:cNvGrpSpPr/>
          <p:nvPr/>
        </p:nvGrpSpPr>
        <p:grpSpPr>
          <a:xfrm>
            <a:off x="8897290" y="5549067"/>
            <a:ext cx="206784" cy="127774"/>
            <a:chOff x="7745134" y="5549067"/>
            <a:chExt cx="206784" cy="127774"/>
          </a:xfrm>
        </p:grpSpPr>
        <p:sp>
          <p:nvSpPr>
            <p:cNvPr id="931" name="Freeform 752">
              <a:extLst>
                <a:ext uri="{FF2B5EF4-FFF2-40B4-BE49-F238E27FC236}">
                  <a16:creationId xmlns:a16="http://schemas.microsoft.com/office/drawing/2014/main" id="{AC046F5C-DCEA-12F9-FF16-A3EC1D308CB8}"/>
                </a:ext>
              </a:extLst>
            </p:cNvPr>
            <p:cNvSpPr/>
            <p:nvPr/>
          </p:nvSpPr>
          <p:spPr>
            <a:xfrm>
              <a:off x="7906168" y="5644817"/>
              <a:ext cx="839" cy="517"/>
            </a:xfrm>
            <a:custGeom>
              <a:avLst/>
              <a:gdLst>
                <a:gd name="connsiteX0" fmla="*/ 474 w 948"/>
                <a:gd name="connsiteY0" fmla="*/ 584 h 584"/>
                <a:gd name="connsiteX1" fmla="*/ 949 w 948"/>
                <a:gd name="connsiteY1" fmla="*/ 0 h 584"/>
                <a:gd name="connsiteX2" fmla="*/ 0 w 948"/>
                <a:gd name="connsiteY2" fmla="*/ 0 h 584"/>
                <a:gd name="connsiteX3" fmla="*/ 474 w 948"/>
                <a:gd name="connsiteY3" fmla="*/ 584 h 584"/>
              </a:gdLst>
              <a:ahLst/>
              <a:cxnLst>
                <a:cxn ang="0">
                  <a:pos x="connsiteX0" y="connsiteY0"/>
                </a:cxn>
                <a:cxn ang="0">
                  <a:pos x="connsiteX1" y="connsiteY1"/>
                </a:cxn>
                <a:cxn ang="0">
                  <a:pos x="connsiteX2" y="connsiteY2"/>
                </a:cxn>
                <a:cxn ang="0">
                  <a:pos x="connsiteX3" y="connsiteY3"/>
                </a:cxn>
              </a:cxnLst>
              <a:rect l="l" t="t" r="r" b="b"/>
              <a:pathLst>
                <a:path w="948" h="584">
                  <a:moveTo>
                    <a:pt x="474" y="584"/>
                  </a:moveTo>
                  <a:lnTo>
                    <a:pt x="949" y="0"/>
                  </a:lnTo>
                  <a:lnTo>
                    <a:pt x="0" y="0"/>
                  </a:lnTo>
                  <a:lnTo>
                    <a:pt x="474" y="584"/>
                  </a:lnTo>
                  <a:close/>
                </a:path>
              </a:pathLst>
            </a:custGeom>
            <a:solidFill>
              <a:srgbClr val="007B85"/>
            </a:solidFill>
            <a:ln w="3646" cap="flat">
              <a:noFill/>
              <a:prstDash val="solid"/>
              <a:miter/>
            </a:ln>
          </p:spPr>
          <p:txBody>
            <a:bodyPr rtlCol="0" anchor="ctr"/>
            <a:lstStyle/>
            <a:p>
              <a:endParaRPr lang="en-GR"/>
            </a:p>
          </p:txBody>
        </p:sp>
        <p:sp>
          <p:nvSpPr>
            <p:cNvPr id="932" name="Freeform 753">
              <a:extLst>
                <a:ext uri="{FF2B5EF4-FFF2-40B4-BE49-F238E27FC236}">
                  <a16:creationId xmlns:a16="http://schemas.microsoft.com/office/drawing/2014/main" id="{E9D0058D-EFD2-5D1E-4E8D-640A8B32F303}"/>
                </a:ext>
              </a:extLst>
            </p:cNvPr>
            <p:cNvSpPr/>
            <p:nvPr/>
          </p:nvSpPr>
          <p:spPr>
            <a:xfrm>
              <a:off x="7745134" y="5549067"/>
              <a:ext cx="146365" cy="127709"/>
            </a:xfrm>
            <a:custGeom>
              <a:avLst/>
              <a:gdLst>
                <a:gd name="connsiteX0" fmla="*/ 115243 w 165311"/>
                <a:gd name="connsiteY0" fmla="*/ 93034 h 144240"/>
                <a:gd name="connsiteX1" fmla="*/ 165312 w 165311"/>
                <a:gd name="connsiteY1" fmla="*/ 28250 h 144240"/>
                <a:gd name="connsiteX2" fmla="*/ 107908 w 165311"/>
                <a:gd name="connsiteY2" fmla="*/ 0 h 144240"/>
                <a:gd name="connsiteX3" fmla="*/ 36602 w 165311"/>
                <a:gd name="connsiteY3" fmla="*/ 59346 h 144240"/>
                <a:gd name="connsiteX4" fmla="*/ 0 w 165311"/>
                <a:gd name="connsiteY4" fmla="*/ 101538 h 144240"/>
                <a:gd name="connsiteX5" fmla="*/ 42842 w 165311"/>
                <a:gd name="connsiteY5" fmla="*/ 144241 h 144240"/>
                <a:gd name="connsiteX6" fmla="*/ 139183 w 165311"/>
                <a:gd name="connsiteY6" fmla="*/ 144241 h 144240"/>
                <a:gd name="connsiteX7" fmla="*/ 115243 w 165311"/>
                <a:gd name="connsiteY7" fmla="*/ 92961 h 144240"/>
                <a:gd name="connsiteX8" fmla="*/ 115243 w 165311"/>
                <a:gd name="connsiteY8" fmla="*/ 93034 h 144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311" h="144240">
                  <a:moveTo>
                    <a:pt x="115243" y="93034"/>
                  </a:moveTo>
                  <a:cubicBezTo>
                    <a:pt x="115243" y="61974"/>
                    <a:pt x="136555" y="35805"/>
                    <a:pt x="165312" y="28250"/>
                  </a:cubicBezTo>
                  <a:cubicBezTo>
                    <a:pt x="152101" y="11096"/>
                    <a:pt x="131300" y="0"/>
                    <a:pt x="107908" y="0"/>
                  </a:cubicBezTo>
                  <a:cubicBezTo>
                    <a:pt x="72292" y="0"/>
                    <a:pt x="42696" y="25585"/>
                    <a:pt x="36602" y="59346"/>
                  </a:cubicBezTo>
                  <a:cubicBezTo>
                    <a:pt x="15874" y="62375"/>
                    <a:pt x="0" y="80113"/>
                    <a:pt x="0" y="101538"/>
                  </a:cubicBezTo>
                  <a:cubicBezTo>
                    <a:pt x="0" y="125152"/>
                    <a:pt x="19195" y="144241"/>
                    <a:pt x="42842" y="144241"/>
                  </a:cubicBezTo>
                  <a:lnTo>
                    <a:pt x="139183" y="144241"/>
                  </a:lnTo>
                  <a:cubicBezTo>
                    <a:pt x="124586" y="131904"/>
                    <a:pt x="115243" y="113509"/>
                    <a:pt x="115243" y="92961"/>
                  </a:cubicBezTo>
                  <a:lnTo>
                    <a:pt x="115243" y="93034"/>
                  </a:lnTo>
                  <a:close/>
                </a:path>
              </a:pathLst>
            </a:custGeom>
            <a:solidFill>
              <a:srgbClr val="007B85"/>
            </a:solidFill>
            <a:ln w="3646" cap="flat">
              <a:noFill/>
              <a:prstDash val="solid"/>
              <a:miter/>
            </a:ln>
          </p:spPr>
          <p:txBody>
            <a:bodyPr rtlCol="0" anchor="ctr"/>
            <a:lstStyle/>
            <a:p>
              <a:endParaRPr lang="en-GR"/>
            </a:p>
          </p:txBody>
        </p:sp>
        <p:sp>
          <p:nvSpPr>
            <p:cNvPr id="933" name="Freeform 754">
              <a:extLst>
                <a:ext uri="{FF2B5EF4-FFF2-40B4-BE49-F238E27FC236}">
                  <a16:creationId xmlns:a16="http://schemas.microsoft.com/office/drawing/2014/main" id="{D63C1183-5FA1-AEC5-50EF-53D6BBB58FFD}"/>
                </a:ext>
              </a:extLst>
            </p:cNvPr>
            <p:cNvSpPr/>
            <p:nvPr/>
          </p:nvSpPr>
          <p:spPr>
            <a:xfrm>
              <a:off x="7861127" y="5586035"/>
              <a:ext cx="90791" cy="90806"/>
            </a:xfrm>
            <a:custGeom>
              <a:avLst/>
              <a:gdLst>
                <a:gd name="connsiteX0" fmla="*/ 51272 w 102544"/>
                <a:gd name="connsiteY0" fmla="*/ 0 h 102560"/>
                <a:gd name="connsiteX1" fmla="*/ 0 w 102544"/>
                <a:gd name="connsiteY1" fmla="*/ 51280 h 102560"/>
                <a:gd name="connsiteX2" fmla="*/ 51272 w 102544"/>
                <a:gd name="connsiteY2" fmla="*/ 102560 h 102560"/>
                <a:gd name="connsiteX3" fmla="*/ 102544 w 102544"/>
                <a:gd name="connsiteY3" fmla="*/ 51280 h 102560"/>
                <a:gd name="connsiteX4" fmla="*/ 51272 w 102544"/>
                <a:gd name="connsiteY4" fmla="*/ 0 h 102560"/>
                <a:gd name="connsiteX5" fmla="*/ 78787 w 102544"/>
                <a:gd name="connsiteY5" fmla="*/ 56645 h 102560"/>
                <a:gd name="connsiteX6" fmla="*/ 54483 w 102544"/>
                <a:gd name="connsiteY6" fmla="*/ 89129 h 102560"/>
                <a:gd name="connsiteX7" fmla="*/ 48353 w 102544"/>
                <a:gd name="connsiteY7" fmla="*/ 89129 h 102560"/>
                <a:gd name="connsiteX8" fmla="*/ 23793 w 102544"/>
                <a:gd name="connsiteY8" fmla="*/ 56828 h 102560"/>
                <a:gd name="connsiteX9" fmla="*/ 26822 w 102544"/>
                <a:gd name="connsiteY9" fmla="*/ 50696 h 102560"/>
                <a:gd name="connsiteX10" fmla="*/ 41018 w 102544"/>
                <a:gd name="connsiteY10" fmla="*/ 50696 h 102560"/>
                <a:gd name="connsiteX11" fmla="*/ 41164 w 102544"/>
                <a:gd name="connsiteY11" fmla="*/ 19454 h 102560"/>
                <a:gd name="connsiteX12" fmla="*/ 61891 w 102544"/>
                <a:gd name="connsiteY12" fmla="*/ 19344 h 102560"/>
                <a:gd name="connsiteX13" fmla="*/ 61745 w 102544"/>
                <a:gd name="connsiteY13" fmla="*/ 50514 h 102560"/>
                <a:gd name="connsiteX14" fmla="*/ 75686 w 102544"/>
                <a:gd name="connsiteY14" fmla="*/ 50514 h 102560"/>
                <a:gd name="connsiteX15" fmla="*/ 78787 w 102544"/>
                <a:gd name="connsiteY15" fmla="*/ 56572 h 102560"/>
                <a:gd name="connsiteX16" fmla="*/ 78787 w 102544"/>
                <a:gd name="connsiteY16" fmla="*/ 56645 h 102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2544" h="102560">
                  <a:moveTo>
                    <a:pt x="51272" y="0"/>
                  </a:moveTo>
                  <a:cubicBezTo>
                    <a:pt x="22954" y="0"/>
                    <a:pt x="0" y="22957"/>
                    <a:pt x="0" y="51280"/>
                  </a:cubicBezTo>
                  <a:cubicBezTo>
                    <a:pt x="0" y="79603"/>
                    <a:pt x="22954" y="102560"/>
                    <a:pt x="51272" y="102560"/>
                  </a:cubicBezTo>
                  <a:cubicBezTo>
                    <a:pt x="79590" y="102560"/>
                    <a:pt x="102544" y="79603"/>
                    <a:pt x="102544" y="51280"/>
                  </a:cubicBezTo>
                  <a:cubicBezTo>
                    <a:pt x="102544" y="22957"/>
                    <a:pt x="79590" y="0"/>
                    <a:pt x="51272" y="0"/>
                  </a:cubicBezTo>
                  <a:close/>
                  <a:moveTo>
                    <a:pt x="78787" y="56645"/>
                  </a:moveTo>
                  <a:lnTo>
                    <a:pt x="54483" y="89129"/>
                  </a:lnTo>
                  <a:cubicBezTo>
                    <a:pt x="52987" y="91173"/>
                    <a:pt x="49922" y="91173"/>
                    <a:pt x="48353" y="89129"/>
                  </a:cubicBezTo>
                  <a:lnTo>
                    <a:pt x="23793" y="56828"/>
                  </a:lnTo>
                  <a:cubicBezTo>
                    <a:pt x="21859" y="54309"/>
                    <a:pt x="23647" y="50696"/>
                    <a:pt x="26822" y="50696"/>
                  </a:cubicBezTo>
                  <a:lnTo>
                    <a:pt x="41018" y="50696"/>
                  </a:lnTo>
                  <a:lnTo>
                    <a:pt x="41164" y="19454"/>
                  </a:lnTo>
                  <a:cubicBezTo>
                    <a:pt x="45908" y="19490"/>
                    <a:pt x="57950" y="19271"/>
                    <a:pt x="61891" y="19344"/>
                  </a:cubicBezTo>
                  <a:lnTo>
                    <a:pt x="61745" y="50514"/>
                  </a:lnTo>
                  <a:lnTo>
                    <a:pt x="75686" y="50514"/>
                  </a:lnTo>
                  <a:cubicBezTo>
                    <a:pt x="78824" y="50441"/>
                    <a:pt x="80649" y="54017"/>
                    <a:pt x="78787" y="56572"/>
                  </a:cubicBezTo>
                  <a:lnTo>
                    <a:pt x="78787" y="56645"/>
                  </a:lnTo>
                  <a:close/>
                </a:path>
              </a:pathLst>
            </a:custGeom>
            <a:solidFill>
              <a:srgbClr val="007B85"/>
            </a:solidFill>
            <a:ln w="3646" cap="flat">
              <a:noFill/>
              <a:prstDash val="solid"/>
              <a:miter/>
            </a:ln>
          </p:spPr>
          <p:txBody>
            <a:bodyPr rtlCol="0" anchor="ctr"/>
            <a:lstStyle/>
            <a:p>
              <a:endParaRPr lang="en-GR"/>
            </a:p>
          </p:txBody>
        </p:sp>
      </p:grpSp>
      <p:grpSp>
        <p:nvGrpSpPr>
          <p:cNvPr id="934" name="Group 933">
            <a:extLst>
              <a:ext uri="{FF2B5EF4-FFF2-40B4-BE49-F238E27FC236}">
                <a16:creationId xmlns:a16="http://schemas.microsoft.com/office/drawing/2014/main" id="{6892F3D9-1A66-0199-07D1-21E9853E83A2}"/>
              </a:ext>
            </a:extLst>
          </p:cNvPr>
          <p:cNvGrpSpPr/>
          <p:nvPr/>
        </p:nvGrpSpPr>
        <p:grpSpPr>
          <a:xfrm>
            <a:off x="9230086" y="5549067"/>
            <a:ext cx="206785" cy="127774"/>
            <a:chOff x="8077928" y="5549067"/>
            <a:chExt cx="206785" cy="127774"/>
          </a:xfrm>
        </p:grpSpPr>
        <p:sp>
          <p:nvSpPr>
            <p:cNvPr id="935" name="Freeform 755">
              <a:extLst>
                <a:ext uri="{FF2B5EF4-FFF2-40B4-BE49-F238E27FC236}">
                  <a16:creationId xmlns:a16="http://schemas.microsoft.com/office/drawing/2014/main" id="{E7DD55E8-0E9E-FA23-C9C8-CA55B84E7580}"/>
                </a:ext>
              </a:extLst>
            </p:cNvPr>
            <p:cNvSpPr/>
            <p:nvPr/>
          </p:nvSpPr>
          <p:spPr>
            <a:xfrm>
              <a:off x="8238962" y="5644817"/>
              <a:ext cx="839" cy="517"/>
            </a:xfrm>
            <a:custGeom>
              <a:avLst/>
              <a:gdLst>
                <a:gd name="connsiteX0" fmla="*/ 474 w 948"/>
                <a:gd name="connsiteY0" fmla="*/ 584 h 584"/>
                <a:gd name="connsiteX1" fmla="*/ 949 w 948"/>
                <a:gd name="connsiteY1" fmla="*/ 0 h 584"/>
                <a:gd name="connsiteX2" fmla="*/ 0 w 948"/>
                <a:gd name="connsiteY2" fmla="*/ 0 h 584"/>
                <a:gd name="connsiteX3" fmla="*/ 474 w 948"/>
                <a:gd name="connsiteY3" fmla="*/ 584 h 584"/>
              </a:gdLst>
              <a:ahLst/>
              <a:cxnLst>
                <a:cxn ang="0">
                  <a:pos x="connsiteX0" y="connsiteY0"/>
                </a:cxn>
                <a:cxn ang="0">
                  <a:pos x="connsiteX1" y="connsiteY1"/>
                </a:cxn>
                <a:cxn ang="0">
                  <a:pos x="connsiteX2" y="connsiteY2"/>
                </a:cxn>
                <a:cxn ang="0">
                  <a:pos x="connsiteX3" y="connsiteY3"/>
                </a:cxn>
              </a:cxnLst>
              <a:rect l="l" t="t" r="r" b="b"/>
              <a:pathLst>
                <a:path w="948" h="584">
                  <a:moveTo>
                    <a:pt x="474" y="584"/>
                  </a:moveTo>
                  <a:lnTo>
                    <a:pt x="949" y="0"/>
                  </a:lnTo>
                  <a:lnTo>
                    <a:pt x="0" y="0"/>
                  </a:lnTo>
                  <a:lnTo>
                    <a:pt x="474" y="584"/>
                  </a:lnTo>
                  <a:close/>
                </a:path>
              </a:pathLst>
            </a:custGeom>
            <a:solidFill>
              <a:srgbClr val="007B85"/>
            </a:solidFill>
            <a:ln w="3646" cap="flat">
              <a:noFill/>
              <a:prstDash val="solid"/>
              <a:miter/>
            </a:ln>
          </p:spPr>
          <p:txBody>
            <a:bodyPr rtlCol="0" anchor="ctr"/>
            <a:lstStyle/>
            <a:p>
              <a:endParaRPr lang="en-GR"/>
            </a:p>
          </p:txBody>
        </p:sp>
        <p:sp>
          <p:nvSpPr>
            <p:cNvPr id="936" name="Freeform 756">
              <a:extLst>
                <a:ext uri="{FF2B5EF4-FFF2-40B4-BE49-F238E27FC236}">
                  <a16:creationId xmlns:a16="http://schemas.microsoft.com/office/drawing/2014/main" id="{E904D2EB-F2B1-5E0A-8529-B1707782007E}"/>
                </a:ext>
              </a:extLst>
            </p:cNvPr>
            <p:cNvSpPr/>
            <p:nvPr/>
          </p:nvSpPr>
          <p:spPr>
            <a:xfrm>
              <a:off x="8077928" y="5549067"/>
              <a:ext cx="146365" cy="127709"/>
            </a:xfrm>
            <a:custGeom>
              <a:avLst/>
              <a:gdLst>
                <a:gd name="connsiteX0" fmla="*/ 115243 w 165311"/>
                <a:gd name="connsiteY0" fmla="*/ 93034 h 144240"/>
                <a:gd name="connsiteX1" fmla="*/ 165312 w 165311"/>
                <a:gd name="connsiteY1" fmla="*/ 28250 h 144240"/>
                <a:gd name="connsiteX2" fmla="*/ 107908 w 165311"/>
                <a:gd name="connsiteY2" fmla="*/ 0 h 144240"/>
                <a:gd name="connsiteX3" fmla="*/ 36602 w 165311"/>
                <a:gd name="connsiteY3" fmla="*/ 59346 h 144240"/>
                <a:gd name="connsiteX4" fmla="*/ 0 w 165311"/>
                <a:gd name="connsiteY4" fmla="*/ 101538 h 144240"/>
                <a:gd name="connsiteX5" fmla="*/ 42842 w 165311"/>
                <a:gd name="connsiteY5" fmla="*/ 144241 h 144240"/>
                <a:gd name="connsiteX6" fmla="*/ 139183 w 165311"/>
                <a:gd name="connsiteY6" fmla="*/ 144241 h 144240"/>
                <a:gd name="connsiteX7" fmla="*/ 115243 w 165311"/>
                <a:gd name="connsiteY7" fmla="*/ 92961 h 144240"/>
                <a:gd name="connsiteX8" fmla="*/ 115243 w 165311"/>
                <a:gd name="connsiteY8" fmla="*/ 93034 h 144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311" h="144240">
                  <a:moveTo>
                    <a:pt x="115243" y="93034"/>
                  </a:moveTo>
                  <a:cubicBezTo>
                    <a:pt x="115243" y="61974"/>
                    <a:pt x="136555" y="35805"/>
                    <a:pt x="165312" y="28250"/>
                  </a:cubicBezTo>
                  <a:cubicBezTo>
                    <a:pt x="152101" y="11096"/>
                    <a:pt x="131300" y="0"/>
                    <a:pt x="107908" y="0"/>
                  </a:cubicBezTo>
                  <a:cubicBezTo>
                    <a:pt x="72292" y="0"/>
                    <a:pt x="42696" y="25585"/>
                    <a:pt x="36602" y="59346"/>
                  </a:cubicBezTo>
                  <a:cubicBezTo>
                    <a:pt x="15874" y="62375"/>
                    <a:pt x="0" y="80113"/>
                    <a:pt x="0" y="101538"/>
                  </a:cubicBezTo>
                  <a:cubicBezTo>
                    <a:pt x="0" y="125152"/>
                    <a:pt x="19195" y="144241"/>
                    <a:pt x="42842" y="144241"/>
                  </a:cubicBezTo>
                  <a:lnTo>
                    <a:pt x="139183" y="144241"/>
                  </a:lnTo>
                  <a:cubicBezTo>
                    <a:pt x="124586" y="131904"/>
                    <a:pt x="115243" y="113509"/>
                    <a:pt x="115243" y="92961"/>
                  </a:cubicBezTo>
                  <a:lnTo>
                    <a:pt x="115243" y="93034"/>
                  </a:lnTo>
                  <a:close/>
                </a:path>
              </a:pathLst>
            </a:custGeom>
            <a:solidFill>
              <a:srgbClr val="007B85"/>
            </a:solidFill>
            <a:ln w="3646" cap="flat">
              <a:noFill/>
              <a:prstDash val="solid"/>
              <a:miter/>
            </a:ln>
          </p:spPr>
          <p:txBody>
            <a:bodyPr rtlCol="0" anchor="ctr"/>
            <a:lstStyle/>
            <a:p>
              <a:endParaRPr lang="en-GR"/>
            </a:p>
          </p:txBody>
        </p:sp>
        <p:sp>
          <p:nvSpPr>
            <p:cNvPr id="937" name="Freeform 757">
              <a:extLst>
                <a:ext uri="{FF2B5EF4-FFF2-40B4-BE49-F238E27FC236}">
                  <a16:creationId xmlns:a16="http://schemas.microsoft.com/office/drawing/2014/main" id="{B0D569D4-EA8D-8BB5-9FCF-BEADDA95082F}"/>
                </a:ext>
              </a:extLst>
            </p:cNvPr>
            <p:cNvSpPr/>
            <p:nvPr/>
          </p:nvSpPr>
          <p:spPr>
            <a:xfrm>
              <a:off x="8193922" y="5586035"/>
              <a:ext cx="90791" cy="90806"/>
            </a:xfrm>
            <a:custGeom>
              <a:avLst/>
              <a:gdLst>
                <a:gd name="connsiteX0" fmla="*/ 51272 w 102544"/>
                <a:gd name="connsiteY0" fmla="*/ 0 h 102560"/>
                <a:gd name="connsiteX1" fmla="*/ 0 w 102544"/>
                <a:gd name="connsiteY1" fmla="*/ 51280 h 102560"/>
                <a:gd name="connsiteX2" fmla="*/ 51272 w 102544"/>
                <a:gd name="connsiteY2" fmla="*/ 102560 h 102560"/>
                <a:gd name="connsiteX3" fmla="*/ 102544 w 102544"/>
                <a:gd name="connsiteY3" fmla="*/ 51280 h 102560"/>
                <a:gd name="connsiteX4" fmla="*/ 51272 w 102544"/>
                <a:gd name="connsiteY4" fmla="*/ 0 h 102560"/>
                <a:gd name="connsiteX5" fmla="*/ 75759 w 102544"/>
                <a:gd name="connsiteY5" fmla="*/ 51864 h 102560"/>
                <a:gd name="connsiteX6" fmla="*/ 61563 w 102544"/>
                <a:gd name="connsiteY6" fmla="*/ 51864 h 102560"/>
                <a:gd name="connsiteX7" fmla="*/ 61380 w 102544"/>
                <a:gd name="connsiteY7" fmla="*/ 83106 h 102560"/>
                <a:gd name="connsiteX8" fmla="*/ 40653 w 102544"/>
                <a:gd name="connsiteY8" fmla="*/ 83216 h 102560"/>
                <a:gd name="connsiteX9" fmla="*/ 40835 w 102544"/>
                <a:gd name="connsiteY9" fmla="*/ 52046 h 102560"/>
                <a:gd name="connsiteX10" fmla="*/ 26858 w 102544"/>
                <a:gd name="connsiteY10" fmla="*/ 52046 h 102560"/>
                <a:gd name="connsiteX11" fmla="*/ 23793 w 102544"/>
                <a:gd name="connsiteY11" fmla="*/ 45951 h 102560"/>
                <a:gd name="connsiteX12" fmla="*/ 48060 w 102544"/>
                <a:gd name="connsiteY12" fmla="*/ 13505 h 102560"/>
                <a:gd name="connsiteX13" fmla="*/ 54191 w 102544"/>
                <a:gd name="connsiteY13" fmla="*/ 13505 h 102560"/>
                <a:gd name="connsiteX14" fmla="*/ 78787 w 102544"/>
                <a:gd name="connsiteY14" fmla="*/ 45769 h 102560"/>
                <a:gd name="connsiteX15" fmla="*/ 75759 w 102544"/>
                <a:gd name="connsiteY15" fmla="*/ 51901 h 102560"/>
                <a:gd name="connsiteX16" fmla="*/ 75759 w 102544"/>
                <a:gd name="connsiteY16" fmla="*/ 51864 h 102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2544" h="102560">
                  <a:moveTo>
                    <a:pt x="51272" y="0"/>
                  </a:moveTo>
                  <a:cubicBezTo>
                    <a:pt x="22954" y="0"/>
                    <a:pt x="0" y="22957"/>
                    <a:pt x="0" y="51280"/>
                  </a:cubicBezTo>
                  <a:cubicBezTo>
                    <a:pt x="0" y="79603"/>
                    <a:pt x="22954" y="102560"/>
                    <a:pt x="51272" y="102560"/>
                  </a:cubicBezTo>
                  <a:cubicBezTo>
                    <a:pt x="79590" y="102560"/>
                    <a:pt x="102544" y="79603"/>
                    <a:pt x="102544" y="51280"/>
                  </a:cubicBezTo>
                  <a:cubicBezTo>
                    <a:pt x="102544" y="22957"/>
                    <a:pt x="79590" y="0"/>
                    <a:pt x="51272" y="0"/>
                  </a:cubicBezTo>
                  <a:close/>
                  <a:moveTo>
                    <a:pt x="75759" y="51864"/>
                  </a:moveTo>
                  <a:lnTo>
                    <a:pt x="61563" y="51864"/>
                  </a:lnTo>
                  <a:lnTo>
                    <a:pt x="61380" y="83106"/>
                  </a:lnTo>
                  <a:cubicBezTo>
                    <a:pt x="56637" y="83033"/>
                    <a:pt x="44630" y="83289"/>
                    <a:pt x="40653" y="83216"/>
                  </a:cubicBezTo>
                  <a:lnTo>
                    <a:pt x="40835" y="52046"/>
                  </a:lnTo>
                  <a:lnTo>
                    <a:pt x="26858" y="52046"/>
                  </a:lnTo>
                  <a:cubicBezTo>
                    <a:pt x="23720" y="52083"/>
                    <a:pt x="21896" y="48543"/>
                    <a:pt x="23793" y="45951"/>
                  </a:cubicBezTo>
                  <a:lnTo>
                    <a:pt x="48060" y="13505"/>
                  </a:lnTo>
                  <a:cubicBezTo>
                    <a:pt x="49593" y="11460"/>
                    <a:pt x="52622" y="11460"/>
                    <a:pt x="54191" y="13505"/>
                  </a:cubicBezTo>
                  <a:lnTo>
                    <a:pt x="78787" y="45769"/>
                  </a:lnTo>
                  <a:cubicBezTo>
                    <a:pt x="80722" y="48287"/>
                    <a:pt x="78897" y="51901"/>
                    <a:pt x="75759" y="51901"/>
                  </a:cubicBezTo>
                  <a:lnTo>
                    <a:pt x="75759" y="51864"/>
                  </a:lnTo>
                  <a:close/>
                </a:path>
              </a:pathLst>
            </a:custGeom>
            <a:solidFill>
              <a:srgbClr val="007B85"/>
            </a:solidFill>
            <a:ln w="3646" cap="flat">
              <a:noFill/>
              <a:prstDash val="solid"/>
              <a:miter/>
            </a:ln>
          </p:spPr>
          <p:txBody>
            <a:bodyPr rtlCol="0" anchor="ctr"/>
            <a:lstStyle/>
            <a:p>
              <a:endParaRPr lang="en-GR"/>
            </a:p>
          </p:txBody>
        </p:sp>
      </p:grpSp>
      <p:grpSp>
        <p:nvGrpSpPr>
          <p:cNvPr id="938" name="Group 937">
            <a:extLst>
              <a:ext uri="{FF2B5EF4-FFF2-40B4-BE49-F238E27FC236}">
                <a16:creationId xmlns:a16="http://schemas.microsoft.com/office/drawing/2014/main" id="{D2401E0F-46F6-6775-096C-651A5AF09A4B}"/>
              </a:ext>
            </a:extLst>
          </p:cNvPr>
          <p:cNvGrpSpPr/>
          <p:nvPr/>
        </p:nvGrpSpPr>
        <p:grpSpPr>
          <a:xfrm>
            <a:off x="9575805" y="5523215"/>
            <a:ext cx="180905" cy="180996"/>
            <a:chOff x="8423647" y="5523215"/>
            <a:chExt cx="180905" cy="180996"/>
          </a:xfrm>
        </p:grpSpPr>
        <p:sp>
          <p:nvSpPr>
            <p:cNvPr id="939" name="Freeform 758">
              <a:extLst>
                <a:ext uri="{FF2B5EF4-FFF2-40B4-BE49-F238E27FC236}">
                  <a16:creationId xmlns:a16="http://schemas.microsoft.com/office/drawing/2014/main" id="{CA874514-303A-04AD-FC84-B8B726F24E40}"/>
                </a:ext>
              </a:extLst>
            </p:cNvPr>
            <p:cNvSpPr/>
            <p:nvPr/>
          </p:nvSpPr>
          <p:spPr>
            <a:xfrm>
              <a:off x="8589915" y="5541666"/>
              <a:ext cx="14636" cy="18032"/>
            </a:xfrm>
            <a:custGeom>
              <a:avLst/>
              <a:gdLst>
                <a:gd name="connsiteX0" fmla="*/ 0 w 16531"/>
                <a:gd name="connsiteY0" fmla="*/ 0 h 20366"/>
                <a:gd name="connsiteX1" fmla="*/ 1679 w 16531"/>
                <a:gd name="connsiteY1" fmla="*/ 10183 h 20366"/>
                <a:gd name="connsiteX2" fmla="*/ 0 w 16531"/>
                <a:gd name="connsiteY2" fmla="*/ 20366 h 20366"/>
                <a:gd name="connsiteX3" fmla="*/ 16531 w 16531"/>
                <a:gd name="connsiteY3" fmla="*/ 20366 h 20366"/>
                <a:gd name="connsiteX4" fmla="*/ 16531 w 16531"/>
                <a:gd name="connsiteY4" fmla="*/ 0 h 20366"/>
                <a:gd name="connsiteX5" fmla="*/ 0 w 16531"/>
                <a:gd name="connsiteY5" fmla="*/ 0 h 20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31" h="20366">
                  <a:moveTo>
                    <a:pt x="0" y="0"/>
                  </a:moveTo>
                  <a:cubicBezTo>
                    <a:pt x="1058" y="3212"/>
                    <a:pt x="1679" y="6606"/>
                    <a:pt x="1679" y="10183"/>
                  </a:cubicBezTo>
                  <a:cubicBezTo>
                    <a:pt x="1679" y="13723"/>
                    <a:pt x="1058" y="17154"/>
                    <a:pt x="0" y="20366"/>
                  </a:cubicBezTo>
                  <a:lnTo>
                    <a:pt x="16531" y="20366"/>
                  </a:lnTo>
                  <a:lnTo>
                    <a:pt x="16531" y="0"/>
                  </a:lnTo>
                  <a:lnTo>
                    <a:pt x="0" y="0"/>
                  </a:lnTo>
                  <a:close/>
                </a:path>
              </a:pathLst>
            </a:custGeom>
            <a:solidFill>
              <a:srgbClr val="007B85"/>
            </a:solidFill>
            <a:ln w="3646" cap="flat">
              <a:noFill/>
              <a:prstDash val="solid"/>
              <a:miter/>
            </a:ln>
          </p:spPr>
          <p:txBody>
            <a:bodyPr rtlCol="0" anchor="ctr"/>
            <a:lstStyle/>
            <a:p>
              <a:endParaRPr lang="en-GR"/>
            </a:p>
          </p:txBody>
        </p:sp>
        <p:sp>
          <p:nvSpPr>
            <p:cNvPr id="940" name="Freeform 759">
              <a:extLst>
                <a:ext uri="{FF2B5EF4-FFF2-40B4-BE49-F238E27FC236}">
                  <a16:creationId xmlns:a16="http://schemas.microsoft.com/office/drawing/2014/main" id="{5DF120DE-4B40-8733-86F3-2466B2A26F6D}"/>
                </a:ext>
              </a:extLst>
            </p:cNvPr>
            <p:cNvSpPr/>
            <p:nvPr/>
          </p:nvSpPr>
          <p:spPr>
            <a:xfrm>
              <a:off x="8496474" y="5523215"/>
              <a:ext cx="85912" cy="54935"/>
            </a:xfrm>
            <a:custGeom>
              <a:avLst/>
              <a:gdLst>
                <a:gd name="connsiteX0" fmla="*/ 48535 w 97033"/>
                <a:gd name="connsiteY0" fmla="*/ 62010 h 62046"/>
                <a:gd name="connsiteX1" fmla="*/ 97034 w 97033"/>
                <a:gd name="connsiteY1" fmla="*/ 30987 h 62046"/>
                <a:gd name="connsiteX2" fmla="*/ 48535 w 97033"/>
                <a:gd name="connsiteY2" fmla="*/ 0 h 62046"/>
                <a:gd name="connsiteX3" fmla="*/ 0 w 97033"/>
                <a:gd name="connsiteY3" fmla="*/ 31023 h 62046"/>
                <a:gd name="connsiteX4" fmla="*/ 48535 w 97033"/>
                <a:gd name="connsiteY4" fmla="*/ 62047 h 62046"/>
                <a:gd name="connsiteX5" fmla="*/ 48535 w 97033"/>
                <a:gd name="connsiteY5" fmla="*/ 62010 h 6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033" h="62046">
                  <a:moveTo>
                    <a:pt x="48535" y="62010"/>
                  </a:moveTo>
                  <a:cubicBezTo>
                    <a:pt x="78130" y="62010"/>
                    <a:pt x="97034" y="48105"/>
                    <a:pt x="97034" y="30987"/>
                  </a:cubicBezTo>
                  <a:cubicBezTo>
                    <a:pt x="97034" y="13833"/>
                    <a:pt x="78130" y="0"/>
                    <a:pt x="48535" y="0"/>
                  </a:cubicBezTo>
                  <a:cubicBezTo>
                    <a:pt x="18939" y="0"/>
                    <a:pt x="0" y="13869"/>
                    <a:pt x="0" y="31023"/>
                  </a:cubicBezTo>
                  <a:cubicBezTo>
                    <a:pt x="0" y="48177"/>
                    <a:pt x="18939" y="62047"/>
                    <a:pt x="48535" y="62047"/>
                  </a:cubicBezTo>
                  <a:lnTo>
                    <a:pt x="48535" y="62010"/>
                  </a:lnTo>
                  <a:close/>
                </a:path>
              </a:pathLst>
            </a:custGeom>
            <a:solidFill>
              <a:srgbClr val="007B85"/>
            </a:solidFill>
            <a:ln w="3646" cap="flat">
              <a:noFill/>
              <a:prstDash val="solid"/>
              <a:miter/>
            </a:ln>
          </p:spPr>
          <p:txBody>
            <a:bodyPr rtlCol="0" anchor="ctr"/>
            <a:lstStyle/>
            <a:p>
              <a:endParaRPr lang="en-GR"/>
            </a:p>
          </p:txBody>
        </p:sp>
        <p:sp>
          <p:nvSpPr>
            <p:cNvPr id="941" name="Freeform 760">
              <a:extLst>
                <a:ext uri="{FF2B5EF4-FFF2-40B4-BE49-F238E27FC236}">
                  <a16:creationId xmlns:a16="http://schemas.microsoft.com/office/drawing/2014/main" id="{657F365B-FFEF-F84D-2E1D-823D99588750}"/>
                </a:ext>
              </a:extLst>
            </p:cNvPr>
            <p:cNvSpPr/>
            <p:nvPr/>
          </p:nvSpPr>
          <p:spPr>
            <a:xfrm>
              <a:off x="8535473" y="5604907"/>
              <a:ext cx="69079" cy="17999"/>
            </a:xfrm>
            <a:custGeom>
              <a:avLst/>
              <a:gdLst>
                <a:gd name="connsiteX0" fmla="*/ 1679 w 78021"/>
                <a:gd name="connsiteY0" fmla="*/ 10147 h 20329"/>
                <a:gd name="connsiteX1" fmla="*/ 0 w 78021"/>
                <a:gd name="connsiteY1" fmla="*/ 20329 h 20329"/>
                <a:gd name="connsiteX2" fmla="*/ 78021 w 78021"/>
                <a:gd name="connsiteY2" fmla="*/ 20329 h 20329"/>
                <a:gd name="connsiteX3" fmla="*/ 78021 w 78021"/>
                <a:gd name="connsiteY3" fmla="*/ 0 h 20329"/>
                <a:gd name="connsiteX4" fmla="*/ 0 w 78021"/>
                <a:gd name="connsiteY4" fmla="*/ 0 h 20329"/>
                <a:gd name="connsiteX5" fmla="*/ 1679 w 78021"/>
                <a:gd name="connsiteY5" fmla="*/ 10147 h 2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021" h="20329">
                  <a:moveTo>
                    <a:pt x="1679" y="10147"/>
                  </a:moveTo>
                  <a:cubicBezTo>
                    <a:pt x="1679" y="13723"/>
                    <a:pt x="1058" y="17117"/>
                    <a:pt x="0" y="20329"/>
                  </a:cubicBezTo>
                  <a:lnTo>
                    <a:pt x="78021" y="20329"/>
                  </a:lnTo>
                  <a:lnTo>
                    <a:pt x="78021" y="0"/>
                  </a:lnTo>
                  <a:lnTo>
                    <a:pt x="0" y="0"/>
                  </a:lnTo>
                  <a:cubicBezTo>
                    <a:pt x="1058" y="3175"/>
                    <a:pt x="1679" y="6606"/>
                    <a:pt x="1679" y="10147"/>
                  </a:cubicBezTo>
                  <a:close/>
                </a:path>
              </a:pathLst>
            </a:custGeom>
            <a:solidFill>
              <a:srgbClr val="007B85"/>
            </a:solidFill>
            <a:ln w="3646" cap="flat">
              <a:noFill/>
              <a:prstDash val="solid"/>
              <a:miter/>
            </a:ln>
          </p:spPr>
          <p:txBody>
            <a:bodyPr rtlCol="0" anchor="ctr"/>
            <a:lstStyle/>
            <a:p>
              <a:endParaRPr lang="en-GR"/>
            </a:p>
          </p:txBody>
        </p:sp>
        <p:sp>
          <p:nvSpPr>
            <p:cNvPr id="942" name="Freeform 761">
              <a:extLst>
                <a:ext uri="{FF2B5EF4-FFF2-40B4-BE49-F238E27FC236}">
                  <a16:creationId xmlns:a16="http://schemas.microsoft.com/office/drawing/2014/main" id="{2C00F47D-1FDE-D6AE-F8F1-74A882FB05E3}"/>
                </a:ext>
              </a:extLst>
            </p:cNvPr>
            <p:cNvSpPr/>
            <p:nvPr/>
          </p:nvSpPr>
          <p:spPr>
            <a:xfrm>
              <a:off x="8442064" y="5586424"/>
              <a:ext cx="85880" cy="54935"/>
            </a:xfrm>
            <a:custGeom>
              <a:avLst/>
              <a:gdLst>
                <a:gd name="connsiteX0" fmla="*/ 96998 w 96997"/>
                <a:gd name="connsiteY0" fmla="*/ 31023 h 62046"/>
                <a:gd name="connsiteX1" fmla="*/ 48499 w 96997"/>
                <a:gd name="connsiteY1" fmla="*/ 0 h 62046"/>
                <a:gd name="connsiteX2" fmla="*/ 0 w 96997"/>
                <a:gd name="connsiteY2" fmla="*/ 31023 h 62046"/>
                <a:gd name="connsiteX3" fmla="*/ 48499 w 96997"/>
                <a:gd name="connsiteY3" fmla="*/ 62047 h 62046"/>
                <a:gd name="connsiteX4" fmla="*/ 96998 w 96997"/>
                <a:gd name="connsiteY4" fmla="*/ 31023 h 62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997" h="62046">
                  <a:moveTo>
                    <a:pt x="96998" y="31023"/>
                  </a:moveTo>
                  <a:cubicBezTo>
                    <a:pt x="96998" y="13906"/>
                    <a:pt x="78094" y="0"/>
                    <a:pt x="48499" y="0"/>
                  </a:cubicBezTo>
                  <a:cubicBezTo>
                    <a:pt x="18903" y="0"/>
                    <a:pt x="0" y="13906"/>
                    <a:pt x="0" y="31023"/>
                  </a:cubicBezTo>
                  <a:cubicBezTo>
                    <a:pt x="0" y="48177"/>
                    <a:pt x="18903" y="62047"/>
                    <a:pt x="48499" y="62047"/>
                  </a:cubicBezTo>
                  <a:cubicBezTo>
                    <a:pt x="78094" y="62047"/>
                    <a:pt x="96998" y="48177"/>
                    <a:pt x="96998" y="31023"/>
                  </a:cubicBezTo>
                  <a:close/>
                </a:path>
              </a:pathLst>
            </a:custGeom>
            <a:solidFill>
              <a:srgbClr val="007B85"/>
            </a:solidFill>
            <a:ln w="3646" cap="flat">
              <a:noFill/>
              <a:prstDash val="solid"/>
              <a:miter/>
            </a:ln>
          </p:spPr>
          <p:txBody>
            <a:bodyPr rtlCol="0" anchor="ctr"/>
            <a:lstStyle/>
            <a:p>
              <a:endParaRPr lang="en-GR"/>
            </a:p>
          </p:txBody>
        </p:sp>
        <p:sp>
          <p:nvSpPr>
            <p:cNvPr id="943" name="Freeform 762">
              <a:extLst>
                <a:ext uri="{FF2B5EF4-FFF2-40B4-BE49-F238E27FC236}">
                  <a16:creationId xmlns:a16="http://schemas.microsoft.com/office/drawing/2014/main" id="{8DE6C38C-07A9-B5C4-AA17-2C1C242287CB}"/>
                </a:ext>
              </a:extLst>
            </p:cNvPr>
            <p:cNvSpPr/>
            <p:nvPr/>
          </p:nvSpPr>
          <p:spPr>
            <a:xfrm>
              <a:off x="8580513" y="5667760"/>
              <a:ext cx="23974" cy="17999"/>
            </a:xfrm>
            <a:custGeom>
              <a:avLst/>
              <a:gdLst>
                <a:gd name="connsiteX0" fmla="*/ 1679 w 27077"/>
                <a:gd name="connsiteY0" fmla="*/ 10147 h 20329"/>
                <a:gd name="connsiteX1" fmla="*/ 0 w 27077"/>
                <a:gd name="connsiteY1" fmla="*/ 20330 h 20329"/>
                <a:gd name="connsiteX2" fmla="*/ 27077 w 27077"/>
                <a:gd name="connsiteY2" fmla="*/ 20330 h 20329"/>
                <a:gd name="connsiteX3" fmla="*/ 27077 w 27077"/>
                <a:gd name="connsiteY3" fmla="*/ 0 h 20329"/>
                <a:gd name="connsiteX4" fmla="*/ 0 w 27077"/>
                <a:gd name="connsiteY4" fmla="*/ 0 h 20329"/>
                <a:gd name="connsiteX5" fmla="*/ 1679 w 27077"/>
                <a:gd name="connsiteY5" fmla="*/ 10147 h 2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077" h="20329">
                  <a:moveTo>
                    <a:pt x="1679" y="10147"/>
                  </a:moveTo>
                  <a:cubicBezTo>
                    <a:pt x="1679" y="13723"/>
                    <a:pt x="1058" y="17118"/>
                    <a:pt x="0" y="20330"/>
                  </a:cubicBezTo>
                  <a:lnTo>
                    <a:pt x="27077" y="20330"/>
                  </a:lnTo>
                  <a:lnTo>
                    <a:pt x="27077" y="0"/>
                  </a:lnTo>
                  <a:lnTo>
                    <a:pt x="0" y="0"/>
                  </a:lnTo>
                  <a:cubicBezTo>
                    <a:pt x="1058" y="3212"/>
                    <a:pt x="1679" y="6606"/>
                    <a:pt x="1679" y="10147"/>
                  </a:cubicBezTo>
                  <a:close/>
                </a:path>
              </a:pathLst>
            </a:custGeom>
            <a:solidFill>
              <a:srgbClr val="007B85"/>
            </a:solidFill>
            <a:ln w="3646" cap="flat">
              <a:noFill/>
              <a:prstDash val="solid"/>
              <a:miter/>
            </a:ln>
          </p:spPr>
          <p:txBody>
            <a:bodyPr rtlCol="0" anchor="ctr"/>
            <a:lstStyle/>
            <a:p>
              <a:endParaRPr lang="en-GR"/>
            </a:p>
          </p:txBody>
        </p:sp>
        <p:sp>
          <p:nvSpPr>
            <p:cNvPr id="944" name="Freeform 763">
              <a:extLst>
                <a:ext uri="{FF2B5EF4-FFF2-40B4-BE49-F238E27FC236}">
                  <a16:creationId xmlns:a16="http://schemas.microsoft.com/office/drawing/2014/main" id="{378C072E-83FC-8B28-C392-0D5F39C1B97D}"/>
                </a:ext>
              </a:extLst>
            </p:cNvPr>
            <p:cNvSpPr/>
            <p:nvPr/>
          </p:nvSpPr>
          <p:spPr>
            <a:xfrm>
              <a:off x="8487072" y="5649276"/>
              <a:ext cx="85912" cy="54935"/>
            </a:xfrm>
            <a:custGeom>
              <a:avLst/>
              <a:gdLst>
                <a:gd name="connsiteX0" fmla="*/ 48535 w 97033"/>
                <a:gd name="connsiteY0" fmla="*/ 0 h 62046"/>
                <a:gd name="connsiteX1" fmla="*/ 0 w 97033"/>
                <a:gd name="connsiteY1" fmla="*/ 31023 h 62046"/>
                <a:gd name="connsiteX2" fmla="*/ 48535 w 97033"/>
                <a:gd name="connsiteY2" fmla="*/ 62047 h 62046"/>
                <a:gd name="connsiteX3" fmla="*/ 97034 w 97033"/>
                <a:gd name="connsiteY3" fmla="*/ 31023 h 62046"/>
                <a:gd name="connsiteX4" fmla="*/ 48535 w 97033"/>
                <a:gd name="connsiteY4" fmla="*/ 0 h 62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033" h="62046">
                  <a:moveTo>
                    <a:pt x="48535" y="0"/>
                  </a:moveTo>
                  <a:cubicBezTo>
                    <a:pt x="18939" y="0"/>
                    <a:pt x="0" y="13906"/>
                    <a:pt x="0" y="31023"/>
                  </a:cubicBezTo>
                  <a:cubicBezTo>
                    <a:pt x="0" y="48177"/>
                    <a:pt x="18939" y="62047"/>
                    <a:pt x="48535" y="62047"/>
                  </a:cubicBezTo>
                  <a:cubicBezTo>
                    <a:pt x="78131" y="62047"/>
                    <a:pt x="97034" y="48177"/>
                    <a:pt x="97034" y="31023"/>
                  </a:cubicBezTo>
                  <a:cubicBezTo>
                    <a:pt x="97034" y="13906"/>
                    <a:pt x="78131" y="0"/>
                    <a:pt x="48535" y="0"/>
                  </a:cubicBezTo>
                  <a:close/>
                </a:path>
              </a:pathLst>
            </a:custGeom>
            <a:solidFill>
              <a:srgbClr val="007B85"/>
            </a:solidFill>
            <a:ln w="3646" cap="flat">
              <a:noFill/>
              <a:prstDash val="solid"/>
              <a:miter/>
            </a:ln>
          </p:spPr>
          <p:txBody>
            <a:bodyPr rtlCol="0" anchor="ctr"/>
            <a:lstStyle/>
            <a:p>
              <a:endParaRPr lang="en-GR"/>
            </a:p>
          </p:txBody>
        </p:sp>
        <p:sp>
          <p:nvSpPr>
            <p:cNvPr id="945" name="Freeform 764">
              <a:extLst>
                <a:ext uri="{FF2B5EF4-FFF2-40B4-BE49-F238E27FC236}">
                  <a16:creationId xmlns:a16="http://schemas.microsoft.com/office/drawing/2014/main" id="{14B83C55-EA34-C9DA-ADC3-06ADF2D7F2DA}"/>
                </a:ext>
              </a:extLst>
            </p:cNvPr>
            <p:cNvSpPr/>
            <p:nvPr/>
          </p:nvSpPr>
          <p:spPr>
            <a:xfrm>
              <a:off x="8423647" y="5541666"/>
              <a:ext cx="65330" cy="18032"/>
            </a:xfrm>
            <a:custGeom>
              <a:avLst/>
              <a:gdLst>
                <a:gd name="connsiteX0" fmla="*/ 72109 w 73787"/>
                <a:gd name="connsiteY0" fmla="*/ 10183 h 20366"/>
                <a:gd name="connsiteX1" fmla="*/ 73788 w 73787"/>
                <a:gd name="connsiteY1" fmla="*/ 0 h 20366"/>
                <a:gd name="connsiteX2" fmla="*/ 0 w 73787"/>
                <a:gd name="connsiteY2" fmla="*/ 0 h 20366"/>
                <a:gd name="connsiteX3" fmla="*/ 0 w 73787"/>
                <a:gd name="connsiteY3" fmla="*/ 20366 h 20366"/>
                <a:gd name="connsiteX4" fmla="*/ 73715 w 73787"/>
                <a:gd name="connsiteY4" fmla="*/ 20366 h 20366"/>
                <a:gd name="connsiteX5" fmla="*/ 72036 w 73787"/>
                <a:gd name="connsiteY5" fmla="*/ 10183 h 20366"/>
                <a:gd name="connsiteX6" fmla="*/ 72109 w 73787"/>
                <a:gd name="connsiteY6" fmla="*/ 10183 h 20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787" h="20366">
                  <a:moveTo>
                    <a:pt x="72109" y="10183"/>
                  </a:moveTo>
                  <a:cubicBezTo>
                    <a:pt x="72109" y="6606"/>
                    <a:pt x="72730" y="3248"/>
                    <a:pt x="73788" y="0"/>
                  </a:cubicBezTo>
                  <a:lnTo>
                    <a:pt x="0" y="0"/>
                  </a:lnTo>
                  <a:lnTo>
                    <a:pt x="0" y="20366"/>
                  </a:lnTo>
                  <a:lnTo>
                    <a:pt x="73715" y="20366"/>
                  </a:lnTo>
                  <a:cubicBezTo>
                    <a:pt x="72657" y="17081"/>
                    <a:pt x="72036" y="13723"/>
                    <a:pt x="72036" y="10183"/>
                  </a:cubicBezTo>
                  <a:lnTo>
                    <a:pt x="72109" y="10183"/>
                  </a:lnTo>
                  <a:close/>
                </a:path>
              </a:pathLst>
            </a:custGeom>
            <a:solidFill>
              <a:srgbClr val="007B85"/>
            </a:solidFill>
            <a:ln w="3646" cap="flat">
              <a:noFill/>
              <a:prstDash val="solid"/>
              <a:miter/>
            </a:ln>
          </p:spPr>
          <p:txBody>
            <a:bodyPr rtlCol="0" anchor="ctr"/>
            <a:lstStyle/>
            <a:p>
              <a:endParaRPr lang="en-GR"/>
            </a:p>
          </p:txBody>
        </p:sp>
        <p:sp>
          <p:nvSpPr>
            <p:cNvPr id="946" name="Freeform 765">
              <a:extLst>
                <a:ext uri="{FF2B5EF4-FFF2-40B4-BE49-F238E27FC236}">
                  <a16:creationId xmlns:a16="http://schemas.microsoft.com/office/drawing/2014/main" id="{662720FF-2AEB-784D-B482-746ED26C1FB9}"/>
                </a:ext>
              </a:extLst>
            </p:cNvPr>
            <p:cNvSpPr/>
            <p:nvPr/>
          </p:nvSpPr>
          <p:spPr>
            <a:xfrm>
              <a:off x="8423647" y="5604907"/>
              <a:ext cx="10888" cy="17999"/>
            </a:xfrm>
            <a:custGeom>
              <a:avLst/>
              <a:gdLst>
                <a:gd name="connsiteX0" fmla="*/ 10619 w 12297"/>
                <a:gd name="connsiteY0" fmla="*/ 10147 h 20329"/>
                <a:gd name="connsiteX1" fmla="*/ 12298 w 12297"/>
                <a:gd name="connsiteY1" fmla="*/ 0 h 20329"/>
                <a:gd name="connsiteX2" fmla="*/ 0 w 12297"/>
                <a:gd name="connsiteY2" fmla="*/ 0 h 20329"/>
                <a:gd name="connsiteX3" fmla="*/ 0 w 12297"/>
                <a:gd name="connsiteY3" fmla="*/ 20329 h 20329"/>
                <a:gd name="connsiteX4" fmla="*/ 12261 w 12297"/>
                <a:gd name="connsiteY4" fmla="*/ 20329 h 20329"/>
                <a:gd name="connsiteX5" fmla="*/ 10583 w 12297"/>
                <a:gd name="connsiteY5" fmla="*/ 10147 h 20329"/>
                <a:gd name="connsiteX6" fmla="*/ 10619 w 12297"/>
                <a:gd name="connsiteY6" fmla="*/ 10147 h 2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97" h="20329">
                  <a:moveTo>
                    <a:pt x="10619" y="10147"/>
                  </a:moveTo>
                  <a:cubicBezTo>
                    <a:pt x="10619" y="6606"/>
                    <a:pt x="11240" y="3248"/>
                    <a:pt x="12298" y="0"/>
                  </a:cubicBezTo>
                  <a:lnTo>
                    <a:pt x="0" y="0"/>
                  </a:lnTo>
                  <a:lnTo>
                    <a:pt x="0" y="20329"/>
                  </a:lnTo>
                  <a:lnTo>
                    <a:pt x="12261" y="20329"/>
                  </a:lnTo>
                  <a:cubicBezTo>
                    <a:pt x="11203" y="17081"/>
                    <a:pt x="10583" y="13723"/>
                    <a:pt x="10583" y="10147"/>
                  </a:cubicBezTo>
                  <a:lnTo>
                    <a:pt x="10619" y="10147"/>
                  </a:lnTo>
                  <a:close/>
                </a:path>
              </a:pathLst>
            </a:custGeom>
            <a:solidFill>
              <a:srgbClr val="007B85"/>
            </a:solidFill>
            <a:ln w="3646" cap="flat">
              <a:noFill/>
              <a:prstDash val="solid"/>
              <a:miter/>
            </a:ln>
          </p:spPr>
          <p:txBody>
            <a:bodyPr rtlCol="0" anchor="ctr"/>
            <a:lstStyle/>
            <a:p>
              <a:endParaRPr lang="en-GR"/>
            </a:p>
          </p:txBody>
        </p:sp>
        <p:sp>
          <p:nvSpPr>
            <p:cNvPr id="947" name="Freeform 766">
              <a:extLst>
                <a:ext uri="{FF2B5EF4-FFF2-40B4-BE49-F238E27FC236}">
                  <a16:creationId xmlns:a16="http://schemas.microsoft.com/office/drawing/2014/main" id="{E9AA65B0-8A89-B932-C138-BE0623AC2B2D}"/>
                </a:ext>
              </a:extLst>
            </p:cNvPr>
            <p:cNvSpPr/>
            <p:nvPr/>
          </p:nvSpPr>
          <p:spPr>
            <a:xfrm>
              <a:off x="8423647" y="5667760"/>
              <a:ext cx="55864" cy="17999"/>
            </a:xfrm>
            <a:custGeom>
              <a:avLst/>
              <a:gdLst>
                <a:gd name="connsiteX0" fmla="*/ 63096 w 63095"/>
                <a:gd name="connsiteY0" fmla="*/ 0 h 20329"/>
                <a:gd name="connsiteX1" fmla="*/ 0 w 63095"/>
                <a:gd name="connsiteY1" fmla="*/ 0 h 20329"/>
                <a:gd name="connsiteX2" fmla="*/ 0 w 63095"/>
                <a:gd name="connsiteY2" fmla="*/ 20330 h 20329"/>
                <a:gd name="connsiteX3" fmla="*/ 63096 w 63095"/>
                <a:gd name="connsiteY3" fmla="*/ 20330 h 20329"/>
                <a:gd name="connsiteX4" fmla="*/ 61417 w 63095"/>
                <a:gd name="connsiteY4" fmla="*/ 10147 h 20329"/>
                <a:gd name="connsiteX5" fmla="*/ 63096 w 63095"/>
                <a:gd name="connsiteY5" fmla="*/ 0 h 2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095" h="20329">
                  <a:moveTo>
                    <a:pt x="63096" y="0"/>
                  </a:moveTo>
                  <a:lnTo>
                    <a:pt x="0" y="0"/>
                  </a:lnTo>
                  <a:lnTo>
                    <a:pt x="0" y="20330"/>
                  </a:lnTo>
                  <a:lnTo>
                    <a:pt x="63096" y="20330"/>
                  </a:lnTo>
                  <a:cubicBezTo>
                    <a:pt x="62037" y="17081"/>
                    <a:pt x="61417" y="13723"/>
                    <a:pt x="61417" y="10147"/>
                  </a:cubicBezTo>
                  <a:cubicBezTo>
                    <a:pt x="61417" y="6606"/>
                    <a:pt x="62037" y="3248"/>
                    <a:pt x="63096" y="0"/>
                  </a:cubicBezTo>
                  <a:close/>
                </a:path>
              </a:pathLst>
            </a:custGeom>
            <a:solidFill>
              <a:srgbClr val="007B85"/>
            </a:solidFill>
            <a:ln w="3646" cap="flat">
              <a:noFill/>
              <a:prstDash val="solid"/>
              <a:miter/>
            </a:ln>
          </p:spPr>
          <p:txBody>
            <a:bodyPr rtlCol="0" anchor="ctr"/>
            <a:lstStyle/>
            <a:p>
              <a:endParaRPr lang="en-GR"/>
            </a:p>
          </p:txBody>
        </p:sp>
      </p:grpSp>
      <p:grpSp>
        <p:nvGrpSpPr>
          <p:cNvPr id="948" name="Group 947">
            <a:extLst>
              <a:ext uri="{FF2B5EF4-FFF2-40B4-BE49-F238E27FC236}">
                <a16:creationId xmlns:a16="http://schemas.microsoft.com/office/drawing/2014/main" id="{5C981633-547F-CD7F-1A16-D39F8891A9B1}"/>
              </a:ext>
            </a:extLst>
          </p:cNvPr>
          <p:cNvGrpSpPr/>
          <p:nvPr/>
        </p:nvGrpSpPr>
        <p:grpSpPr>
          <a:xfrm>
            <a:off x="9908598" y="5532911"/>
            <a:ext cx="180936" cy="162383"/>
            <a:chOff x="8756442" y="5532909"/>
            <a:chExt cx="180936" cy="162383"/>
          </a:xfrm>
        </p:grpSpPr>
        <p:sp>
          <p:nvSpPr>
            <p:cNvPr id="949" name="Freeform 767">
              <a:extLst>
                <a:ext uri="{FF2B5EF4-FFF2-40B4-BE49-F238E27FC236}">
                  <a16:creationId xmlns:a16="http://schemas.microsoft.com/office/drawing/2014/main" id="{921D1E37-AB4A-0AC0-EF62-93DAD85A9986}"/>
                </a:ext>
              </a:extLst>
            </p:cNvPr>
            <p:cNvSpPr/>
            <p:nvPr/>
          </p:nvSpPr>
          <p:spPr>
            <a:xfrm>
              <a:off x="8756442" y="5532909"/>
              <a:ext cx="180936" cy="72224"/>
            </a:xfrm>
            <a:custGeom>
              <a:avLst/>
              <a:gdLst>
                <a:gd name="connsiteX0" fmla="*/ 40762 w 204358"/>
                <a:gd name="connsiteY0" fmla="*/ 0 h 81573"/>
                <a:gd name="connsiteX1" fmla="*/ 163596 w 204358"/>
                <a:gd name="connsiteY1" fmla="*/ 0 h 81573"/>
                <a:gd name="connsiteX2" fmla="*/ 204358 w 204358"/>
                <a:gd name="connsiteY2" fmla="*/ 40805 h 81573"/>
                <a:gd name="connsiteX3" fmla="*/ 163596 w 204358"/>
                <a:gd name="connsiteY3" fmla="*/ 81573 h 81573"/>
                <a:gd name="connsiteX4" fmla="*/ 40762 w 204358"/>
                <a:gd name="connsiteY4" fmla="*/ 81573 h 81573"/>
                <a:gd name="connsiteX5" fmla="*/ 0 w 204358"/>
                <a:gd name="connsiteY5" fmla="*/ 40805 h 81573"/>
                <a:gd name="connsiteX6" fmla="*/ 40762 w 204358"/>
                <a:gd name="connsiteY6" fmla="*/ 0 h 81573"/>
                <a:gd name="connsiteX7" fmla="*/ 96961 w 204358"/>
                <a:gd name="connsiteY7" fmla="*/ 40805 h 81573"/>
                <a:gd name="connsiteX8" fmla="*/ 143233 w 204358"/>
                <a:gd name="connsiteY8" fmla="*/ 67558 h 81573"/>
                <a:gd name="connsiteX9" fmla="*/ 189542 w 204358"/>
                <a:gd name="connsiteY9" fmla="*/ 40805 h 81573"/>
                <a:gd name="connsiteX10" fmla="*/ 143233 w 204358"/>
                <a:gd name="connsiteY10" fmla="*/ 14015 h 81573"/>
                <a:gd name="connsiteX11" fmla="*/ 96961 w 204358"/>
                <a:gd name="connsiteY11" fmla="*/ 40805 h 81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358" h="81573">
                  <a:moveTo>
                    <a:pt x="40762" y="0"/>
                  </a:moveTo>
                  <a:lnTo>
                    <a:pt x="163596" y="0"/>
                  </a:lnTo>
                  <a:cubicBezTo>
                    <a:pt x="186112" y="0"/>
                    <a:pt x="204358" y="18249"/>
                    <a:pt x="204358" y="40805"/>
                  </a:cubicBezTo>
                  <a:cubicBezTo>
                    <a:pt x="204358" y="63324"/>
                    <a:pt x="186112" y="81573"/>
                    <a:pt x="163596" y="81573"/>
                  </a:cubicBezTo>
                  <a:lnTo>
                    <a:pt x="40762" y="81573"/>
                  </a:lnTo>
                  <a:cubicBezTo>
                    <a:pt x="18246" y="81573"/>
                    <a:pt x="0" y="63324"/>
                    <a:pt x="0" y="40805"/>
                  </a:cubicBezTo>
                  <a:cubicBezTo>
                    <a:pt x="0" y="18249"/>
                    <a:pt x="18246" y="0"/>
                    <a:pt x="40762" y="0"/>
                  </a:cubicBezTo>
                  <a:close/>
                  <a:moveTo>
                    <a:pt x="96961" y="40805"/>
                  </a:moveTo>
                  <a:cubicBezTo>
                    <a:pt x="96961" y="55587"/>
                    <a:pt x="117689" y="67558"/>
                    <a:pt x="143233" y="67558"/>
                  </a:cubicBezTo>
                  <a:cubicBezTo>
                    <a:pt x="168815" y="67558"/>
                    <a:pt x="189542" y="55587"/>
                    <a:pt x="189542" y="40805"/>
                  </a:cubicBezTo>
                  <a:cubicBezTo>
                    <a:pt x="189542" y="25987"/>
                    <a:pt x="168815" y="14015"/>
                    <a:pt x="143233" y="14015"/>
                  </a:cubicBezTo>
                  <a:cubicBezTo>
                    <a:pt x="117652" y="14015"/>
                    <a:pt x="96961" y="25987"/>
                    <a:pt x="96961" y="40805"/>
                  </a:cubicBezTo>
                  <a:close/>
                </a:path>
              </a:pathLst>
            </a:custGeom>
            <a:solidFill>
              <a:srgbClr val="007B85"/>
            </a:solidFill>
            <a:ln w="3646" cap="flat">
              <a:noFill/>
              <a:prstDash val="solid"/>
              <a:miter/>
            </a:ln>
          </p:spPr>
          <p:txBody>
            <a:bodyPr rtlCol="0" anchor="ctr"/>
            <a:lstStyle/>
            <a:p>
              <a:endParaRPr lang="en-GR"/>
            </a:p>
          </p:txBody>
        </p:sp>
        <p:sp>
          <p:nvSpPr>
            <p:cNvPr id="950" name="Freeform 768">
              <a:extLst>
                <a:ext uri="{FF2B5EF4-FFF2-40B4-BE49-F238E27FC236}">
                  <a16:creationId xmlns:a16="http://schemas.microsoft.com/office/drawing/2014/main" id="{27B98DCF-39D3-8D3F-DAC6-1734BD18850E}"/>
                </a:ext>
              </a:extLst>
            </p:cNvPr>
            <p:cNvSpPr/>
            <p:nvPr/>
          </p:nvSpPr>
          <p:spPr>
            <a:xfrm>
              <a:off x="8756442" y="5623068"/>
              <a:ext cx="180936" cy="72224"/>
            </a:xfrm>
            <a:custGeom>
              <a:avLst/>
              <a:gdLst>
                <a:gd name="connsiteX0" fmla="*/ 40762 w 204358"/>
                <a:gd name="connsiteY0" fmla="*/ 0 h 81573"/>
                <a:gd name="connsiteX1" fmla="*/ 163596 w 204358"/>
                <a:gd name="connsiteY1" fmla="*/ 0 h 81573"/>
                <a:gd name="connsiteX2" fmla="*/ 204358 w 204358"/>
                <a:gd name="connsiteY2" fmla="*/ 40768 h 81573"/>
                <a:gd name="connsiteX3" fmla="*/ 163596 w 204358"/>
                <a:gd name="connsiteY3" fmla="*/ 81573 h 81573"/>
                <a:gd name="connsiteX4" fmla="*/ 40762 w 204358"/>
                <a:gd name="connsiteY4" fmla="*/ 81573 h 81573"/>
                <a:gd name="connsiteX5" fmla="*/ 0 w 204358"/>
                <a:gd name="connsiteY5" fmla="*/ 40768 h 81573"/>
                <a:gd name="connsiteX6" fmla="*/ 40762 w 204358"/>
                <a:gd name="connsiteY6" fmla="*/ 0 h 81573"/>
                <a:gd name="connsiteX7" fmla="*/ 14889 w 204358"/>
                <a:gd name="connsiteY7" fmla="*/ 40768 h 81573"/>
                <a:gd name="connsiteX8" fmla="*/ 61162 w 204358"/>
                <a:gd name="connsiteY8" fmla="*/ 67522 h 81573"/>
                <a:gd name="connsiteX9" fmla="*/ 107470 w 204358"/>
                <a:gd name="connsiteY9" fmla="*/ 40768 h 81573"/>
                <a:gd name="connsiteX10" fmla="*/ 61162 w 204358"/>
                <a:gd name="connsiteY10" fmla="*/ 14015 h 81573"/>
                <a:gd name="connsiteX11" fmla="*/ 14889 w 204358"/>
                <a:gd name="connsiteY11" fmla="*/ 40768 h 81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4358" h="81573">
                  <a:moveTo>
                    <a:pt x="40762" y="0"/>
                  </a:moveTo>
                  <a:lnTo>
                    <a:pt x="163596" y="0"/>
                  </a:lnTo>
                  <a:cubicBezTo>
                    <a:pt x="186112" y="0"/>
                    <a:pt x="204358" y="18249"/>
                    <a:pt x="204358" y="40768"/>
                  </a:cubicBezTo>
                  <a:cubicBezTo>
                    <a:pt x="204358" y="63324"/>
                    <a:pt x="186112" y="81573"/>
                    <a:pt x="163596" y="81573"/>
                  </a:cubicBezTo>
                  <a:lnTo>
                    <a:pt x="40762" y="81573"/>
                  </a:lnTo>
                  <a:cubicBezTo>
                    <a:pt x="18246" y="81573"/>
                    <a:pt x="0" y="63324"/>
                    <a:pt x="0" y="40768"/>
                  </a:cubicBezTo>
                  <a:cubicBezTo>
                    <a:pt x="0" y="18249"/>
                    <a:pt x="18246" y="0"/>
                    <a:pt x="40762" y="0"/>
                  </a:cubicBezTo>
                  <a:close/>
                  <a:moveTo>
                    <a:pt x="14889" y="40768"/>
                  </a:moveTo>
                  <a:cubicBezTo>
                    <a:pt x="14889" y="55550"/>
                    <a:pt x="35617" y="67522"/>
                    <a:pt x="61162" y="67522"/>
                  </a:cubicBezTo>
                  <a:cubicBezTo>
                    <a:pt x="86743" y="67522"/>
                    <a:pt x="107470" y="55550"/>
                    <a:pt x="107470" y="40768"/>
                  </a:cubicBezTo>
                  <a:cubicBezTo>
                    <a:pt x="107470" y="25987"/>
                    <a:pt x="86743" y="14015"/>
                    <a:pt x="61162" y="14015"/>
                  </a:cubicBezTo>
                  <a:cubicBezTo>
                    <a:pt x="35580" y="14015"/>
                    <a:pt x="14889" y="25987"/>
                    <a:pt x="14889" y="40768"/>
                  </a:cubicBezTo>
                  <a:close/>
                </a:path>
              </a:pathLst>
            </a:custGeom>
            <a:solidFill>
              <a:srgbClr val="007B85"/>
            </a:solidFill>
            <a:ln w="3646" cap="flat">
              <a:noFill/>
              <a:prstDash val="solid"/>
              <a:miter/>
            </a:ln>
          </p:spPr>
          <p:txBody>
            <a:bodyPr rtlCol="0" anchor="ctr"/>
            <a:lstStyle/>
            <a:p>
              <a:endParaRPr lang="en-GR"/>
            </a:p>
          </p:txBody>
        </p:sp>
      </p:grpSp>
      <p:grpSp>
        <p:nvGrpSpPr>
          <p:cNvPr id="951" name="Group 950">
            <a:extLst>
              <a:ext uri="{FF2B5EF4-FFF2-40B4-BE49-F238E27FC236}">
                <a16:creationId xmlns:a16="http://schemas.microsoft.com/office/drawing/2014/main" id="{645C0E5D-EA77-B7CB-A882-2004101320E1}"/>
              </a:ext>
            </a:extLst>
          </p:cNvPr>
          <p:cNvGrpSpPr/>
          <p:nvPr/>
        </p:nvGrpSpPr>
        <p:grpSpPr>
          <a:xfrm>
            <a:off x="10241392" y="5519985"/>
            <a:ext cx="180936" cy="184615"/>
            <a:chOff x="9089236" y="5519983"/>
            <a:chExt cx="180936" cy="184615"/>
          </a:xfrm>
        </p:grpSpPr>
        <p:sp>
          <p:nvSpPr>
            <p:cNvPr id="952" name="Freeform 769">
              <a:extLst>
                <a:ext uri="{FF2B5EF4-FFF2-40B4-BE49-F238E27FC236}">
                  <a16:creationId xmlns:a16="http://schemas.microsoft.com/office/drawing/2014/main" id="{F0716051-6C5E-BFE2-F7D2-4314B23DA74F}"/>
                </a:ext>
              </a:extLst>
            </p:cNvPr>
            <p:cNvSpPr/>
            <p:nvPr/>
          </p:nvSpPr>
          <p:spPr>
            <a:xfrm>
              <a:off x="9188945" y="5519983"/>
              <a:ext cx="81227" cy="109224"/>
            </a:xfrm>
            <a:custGeom>
              <a:avLst/>
              <a:gdLst>
                <a:gd name="connsiteX0" fmla="*/ 76488 w 91742"/>
                <a:gd name="connsiteY0" fmla="*/ 0 h 123363"/>
                <a:gd name="connsiteX1" fmla="*/ 87108 w 91742"/>
                <a:gd name="connsiteY1" fmla="*/ 2518 h 123363"/>
                <a:gd name="connsiteX2" fmla="*/ 91742 w 91742"/>
                <a:gd name="connsiteY2" fmla="*/ 8869 h 123363"/>
                <a:gd name="connsiteX3" fmla="*/ 91742 w 91742"/>
                <a:gd name="connsiteY3" fmla="*/ 114495 h 123363"/>
                <a:gd name="connsiteX4" fmla="*/ 87984 w 91742"/>
                <a:gd name="connsiteY4" fmla="*/ 120298 h 123363"/>
                <a:gd name="connsiteX5" fmla="*/ 76416 w 91742"/>
                <a:gd name="connsiteY5" fmla="*/ 123364 h 123363"/>
                <a:gd name="connsiteX6" fmla="*/ 15254 w 91742"/>
                <a:gd name="connsiteY6" fmla="*/ 123364 h 123363"/>
                <a:gd name="connsiteX7" fmla="*/ 4635 w 91742"/>
                <a:gd name="connsiteY7" fmla="*/ 120845 h 123363"/>
                <a:gd name="connsiteX8" fmla="*/ 0 w 91742"/>
                <a:gd name="connsiteY8" fmla="*/ 114495 h 123363"/>
                <a:gd name="connsiteX9" fmla="*/ 0 w 91742"/>
                <a:gd name="connsiteY9" fmla="*/ 8869 h 123363"/>
                <a:gd name="connsiteX10" fmla="*/ 3722 w 91742"/>
                <a:gd name="connsiteY10" fmla="*/ 3066 h 123363"/>
                <a:gd name="connsiteX11" fmla="*/ 15291 w 91742"/>
                <a:gd name="connsiteY11" fmla="*/ 0 h 123363"/>
                <a:gd name="connsiteX12" fmla="*/ 76488 w 91742"/>
                <a:gd name="connsiteY12" fmla="*/ 0 h 12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742" h="123363">
                  <a:moveTo>
                    <a:pt x="76488" y="0"/>
                  </a:moveTo>
                  <a:cubicBezTo>
                    <a:pt x="80575" y="0"/>
                    <a:pt x="84334" y="949"/>
                    <a:pt x="87108" y="2518"/>
                  </a:cubicBezTo>
                  <a:cubicBezTo>
                    <a:pt x="89954" y="4124"/>
                    <a:pt x="91742" y="6351"/>
                    <a:pt x="91742" y="8869"/>
                  </a:cubicBezTo>
                  <a:lnTo>
                    <a:pt x="91742" y="114495"/>
                  </a:lnTo>
                  <a:cubicBezTo>
                    <a:pt x="91742" y="116684"/>
                    <a:pt x="90319" y="118729"/>
                    <a:pt x="87984" y="120298"/>
                  </a:cubicBezTo>
                  <a:cubicBezTo>
                    <a:pt x="85174" y="122159"/>
                    <a:pt x="81050" y="123364"/>
                    <a:pt x="76416" y="123364"/>
                  </a:cubicBezTo>
                  <a:lnTo>
                    <a:pt x="15254" y="123364"/>
                  </a:lnTo>
                  <a:cubicBezTo>
                    <a:pt x="11130" y="123364"/>
                    <a:pt x="7372" y="122415"/>
                    <a:pt x="4635" y="120845"/>
                  </a:cubicBezTo>
                  <a:cubicBezTo>
                    <a:pt x="1752" y="119240"/>
                    <a:pt x="0" y="117013"/>
                    <a:pt x="0" y="114495"/>
                  </a:cubicBezTo>
                  <a:lnTo>
                    <a:pt x="0" y="8869"/>
                  </a:lnTo>
                  <a:cubicBezTo>
                    <a:pt x="0" y="6679"/>
                    <a:pt x="1387" y="4635"/>
                    <a:pt x="3722" y="3066"/>
                  </a:cubicBezTo>
                  <a:cubicBezTo>
                    <a:pt x="6532" y="1204"/>
                    <a:pt x="10656" y="0"/>
                    <a:pt x="15291" y="0"/>
                  </a:cubicBezTo>
                  <a:lnTo>
                    <a:pt x="76488" y="0"/>
                  </a:lnTo>
                  <a:close/>
                </a:path>
              </a:pathLst>
            </a:custGeom>
            <a:solidFill>
              <a:srgbClr val="007B85"/>
            </a:solidFill>
            <a:ln w="3646" cap="flat">
              <a:noFill/>
              <a:prstDash val="solid"/>
              <a:miter/>
            </a:ln>
          </p:spPr>
          <p:txBody>
            <a:bodyPr rtlCol="0" anchor="ctr"/>
            <a:lstStyle/>
            <a:p>
              <a:endParaRPr lang="en-GR"/>
            </a:p>
          </p:txBody>
        </p:sp>
        <p:sp>
          <p:nvSpPr>
            <p:cNvPr id="953" name="Freeform 770">
              <a:extLst>
                <a:ext uri="{FF2B5EF4-FFF2-40B4-BE49-F238E27FC236}">
                  <a16:creationId xmlns:a16="http://schemas.microsoft.com/office/drawing/2014/main" id="{40EDBB00-9071-7806-895B-B8CAAD5AB4BE}"/>
                </a:ext>
              </a:extLst>
            </p:cNvPr>
            <p:cNvSpPr/>
            <p:nvPr/>
          </p:nvSpPr>
          <p:spPr>
            <a:xfrm>
              <a:off x="9089236" y="5520306"/>
              <a:ext cx="81227" cy="62658"/>
            </a:xfrm>
            <a:custGeom>
              <a:avLst/>
              <a:gdLst>
                <a:gd name="connsiteX0" fmla="*/ 87108 w 91742"/>
                <a:gd name="connsiteY0" fmla="*/ 2519 h 70769"/>
                <a:gd name="connsiteX1" fmla="*/ 76488 w 91742"/>
                <a:gd name="connsiteY1" fmla="*/ 0 h 70769"/>
                <a:gd name="connsiteX2" fmla="*/ 15327 w 91742"/>
                <a:gd name="connsiteY2" fmla="*/ 0 h 70769"/>
                <a:gd name="connsiteX3" fmla="*/ 3759 w 91742"/>
                <a:gd name="connsiteY3" fmla="*/ 3066 h 70769"/>
                <a:gd name="connsiteX4" fmla="*/ 0 w 91742"/>
                <a:gd name="connsiteY4" fmla="*/ 8869 h 70769"/>
                <a:gd name="connsiteX5" fmla="*/ 0 w 91742"/>
                <a:gd name="connsiteY5" fmla="*/ 61901 h 70769"/>
                <a:gd name="connsiteX6" fmla="*/ 4635 w 91742"/>
                <a:gd name="connsiteY6" fmla="*/ 68288 h 70769"/>
                <a:gd name="connsiteX7" fmla="*/ 15254 w 91742"/>
                <a:gd name="connsiteY7" fmla="*/ 70770 h 70769"/>
                <a:gd name="connsiteX8" fmla="*/ 76452 w 91742"/>
                <a:gd name="connsiteY8" fmla="*/ 70770 h 70769"/>
                <a:gd name="connsiteX9" fmla="*/ 88020 w 91742"/>
                <a:gd name="connsiteY9" fmla="*/ 67704 h 70769"/>
                <a:gd name="connsiteX10" fmla="*/ 91742 w 91742"/>
                <a:gd name="connsiteY10" fmla="*/ 61901 h 70769"/>
                <a:gd name="connsiteX11" fmla="*/ 91742 w 91742"/>
                <a:gd name="connsiteY11" fmla="*/ 8869 h 70769"/>
                <a:gd name="connsiteX12" fmla="*/ 87108 w 91742"/>
                <a:gd name="connsiteY12" fmla="*/ 2519 h 70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742" h="70769">
                  <a:moveTo>
                    <a:pt x="87108" y="2519"/>
                  </a:moveTo>
                  <a:cubicBezTo>
                    <a:pt x="84371" y="949"/>
                    <a:pt x="80612" y="0"/>
                    <a:pt x="76488" y="0"/>
                  </a:cubicBezTo>
                  <a:lnTo>
                    <a:pt x="15327" y="0"/>
                  </a:lnTo>
                  <a:cubicBezTo>
                    <a:pt x="10693" y="0"/>
                    <a:pt x="6569" y="1205"/>
                    <a:pt x="3759" y="3066"/>
                  </a:cubicBezTo>
                  <a:cubicBezTo>
                    <a:pt x="1423" y="4635"/>
                    <a:pt x="0" y="6679"/>
                    <a:pt x="0" y="8869"/>
                  </a:cubicBezTo>
                  <a:lnTo>
                    <a:pt x="0" y="61901"/>
                  </a:lnTo>
                  <a:cubicBezTo>
                    <a:pt x="0" y="64419"/>
                    <a:pt x="1788" y="66646"/>
                    <a:pt x="4635" y="68288"/>
                  </a:cubicBezTo>
                  <a:cubicBezTo>
                    <a:pt x="7408" y="69821"/>
                    <a:pt x="11167" y="70770"/>
                    <a:pt x="15254" y="70770"/>
                  </a:cubicBezTo>
                  <a:lnTo>
                    <a:pt x="76452" y="70770"/>
                  </a:lnTo>
                  <a:cubicBezTo>
                    <a:pt x="81086" y="70770"/>
                    <a:pt x="85210" y="69566"/>
                    <a:pt x="88020" y="67704"/>
                  </a:cubicBezTo>
                  <a:cubicBezTo>
                    <a:pt x="90356" y="66135"/>
                    <a:pt x="91742" y="64091"/>
                    <a:pt x="91742" y="61901"/>
                  </a:cubicBezTo>
                  <a:lnTo>
                    <a:pt x="91742" y="8869"/>
                  </a:lnTo>
                  <a:cubicBezTo>
                    <a:pt x="91742" y="6351"/>
                    <a:pt x="89991" y="4124"/>
                    <a:pt x="87108" y="2519"/>
                  </a:cubicBezTo>
                  <a:close/>
                </a:path>
              </a:pathLst>
            </a:custGeom>
            <a:solidFill>
              <a:srgbClr val="007B85"/>
            </a:solidFill>
            <a:ln w="3646" cap="flat">
              <a:noFill/>
              <a:prstDash val="solid"/>
              <a:miter/>
            </a:ln>
          </p:spPr>
          <p:txBody>
            <a:bodyPr rtlCol="0" anchor="ctr"/>
            <a:lstStyle/>
            <a:p>
              <a:endParaRPr lang="en-GR"/>
            </a:p>
          </p:txBody>
        </p:sp>
        <p:sp>
          <p:nvSpPr>
            <p:cNvPr id="954" name="Freeform 771">
              <a:extLst>
                <a:ext uri="{FF2B5EF4-FFF2-40B4-BE49-F238E27FC236}">
                  <a16:creationId xmlns:a16="http://schemas.microsoft.com/office/drawing/2014/main" id="{96804B17-B6A6-E3E5-FAA1-B41F8171DE19}"/>
                </a:ext>
              </a:extLst>
            </p:cNvPr>
            <p:cNvSpPr/>
            <p:nvPr/>
          </p:nvSpPr>
          <p:spPr>
            <a:xfrm>
              <a:off x="9089236" y="5595374"/>
              <a:ext cx="81227" cy="109224"/>
            </a:xfrm>
            <a:custGeom>
              <a:avLst/>
              <a:gdLst>
                <a:gd name="connsiteX0" fmla="*/ 76488 w 91742"/>
                <a:gd name="connsiteY0" fmla="*/ 0 h 123363"/>
                <a:gd name="connsiteX1" fmla="*/ 87108 w 91742"/>
                <a:gd name="connsiteY1" fmla="*/ 2519 h 123363"/>
                <a:gd name="connsiteX2" fmla="*/ 91742 w 91742"/>
                <a:gd name="connsiteY2" fmla="*/ 8869 h 123363"/>
                <a:gd name="connsiteX3" fmla="*/ 91742 w 91742"/>
                <a:gd name="connsiteY3" fmla="*/ 114495 h 123363"/>
                <a:gd name="connsiteX4" fmla="*/ 88020 w 91742"/>
                <a:gd name="connsiteY4" fmla="*/ 120298 h 123363"/>
                <a:gd name="connsiteX5" fmla="*/ 76452 w 91742"/>
                <a:gd name="connsiteY5" fmla="*/ 123364 h 123363"/>
                <a:gd name="connsiteX6" fmla="*/ 15254 w 91742"/>
                <a:gd name="connsiteY6" fmla="*/ 123364 h 123363"/>
                <a:gd name="connsiteX7" fmla="*/ 4635 w 91742"/>
                <a:gd name="connsiteY7" fmla="*/ 120845 h 123363"/>
                <a:gd name="connsiteX8" fmla="*/ 0 w 91742"/>
                <a:gd name="connsiteY8" fmla="*/ 114495 h 123363"/>
                <a:gd name="connsiteX9" fmla="*/ 0 w 91742"/>
                <a:gd name="connsiteY9" fmla="*/ 8869 h 123363"/>
                <a:gd name="connsiteX10" fmla="*/ 3759 w 91742"/>
                <a:gd name="connsiteY10" fmla="*/ 3066 h 123363"/>
                <a:gd name="connsiteX11" fmla="*/ 15327 w 91742"/>
                <a:gd name="connsiteY11" fmla="*/ 0 h 123363"/>
                <a:gd name="connsiteX12" fmla="*/ 76488 w 91742"/>
                <a:gd name="connsiteY12" fmla="*/ 0 h 12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742" h="123363">
                  <a:moveTo>
                    <a:pt x="76488" y="0"/>
                  </a:moveTo>
                  <a:cubicBezTo>
                    <a:pt x="80612" y="0"/>
                    <a:pt x="84371" y="949"/>
                    <a:pt x="87108" y="2519"/>
                  </a:cubicBezTo>
                  <a:cubicBezTo>
                    <a:pt x="89991" y="4124"/>
                    <a:pt x="91742" y="6351"/>
                    <a:pt x="91742" y="8869"/>
                  </a:cubicBezTo>
                  <a:lnTo>
                    <a:pt x="91742" y="114495"/>
                  </a:lnTo>
                  <a:cubicBezTo>
                    <a:pt x="91742" y="116685"/>
                    <a:pt x="90356" y="118729"/>
                    <a:pt x="88020" y="120298"/>
                  </a:cubicBezTo>
                  <a:cubicBezTo>
                    <a:pt x="85210" y="122160"/>
                    <a:pt x="81086" y="123364"/>
                    <a:pt x="76452" y="123364"/>
                  </a:cubicBezTo>
                  <a:lnTo>
                    <a:pt x="15254" y="123364"/>
                  </a:lnTo>
                  <a:cubicBezTo>
                    <a:pt x="11167" y="123364"/>
                    <a:pt x="7408" y="122415"/>
                    <a:pt x="4635" y="120845"/>
                  </a:cubicBezTo>
                  <a:cubicBezTo>
                    <a:pt x="1788" y="119240"/>
                    <a:pt x="0" y="117013"/>
                    <a:pt x="0" y="114495"/>
                  </a:cubicBezTo>
                  <a:lnTo>
                    <a:pt x="0" y="8869"/>
                  </a:lnTo>
                  <a:cubicBezTo>
                    <a:pt x="0" y="6679"/>
                    <a:pt x="1423" y="4635"/>
                    <a:pt x="3759" y="3066"/>
                  </a:cubicBezTo>
                  <a:cubicBezTo>
                    <a:pt x="6569" y="1205"/>
                    <a:pt x="10693" y="0"/>
                    <a:pt x="15327" y="0"/>
                  </a:cubicBezTo>
                  <a:lnTo>
                    <a:pt x="76488" y="0"/>
                  </a:lnTo>
                  <a:close/>
                </a:path>
              </a:pathLst>
            </a:custGeom>
            <a:solidFill>
              <a:srgbClr val="007B85"/>
            </a:solidFill>
            <a:ln w="3646" cap="flat">
              <a:noFill/>
              <a:prstDash val="solid"/>
              <a:miter/>
            </a:ln>
          </p:spPr>
          <p:txBody>
            <a:bodyPr rtlCol="0" anchor="ctr"/>
            <a:lstStyle/>
            <a:p>
              <a:endParaRPr lang="en-GR"/>
            </a:p>
          </p:txBody>
        </p:sp>
        <p:sp>
          <p:nvSpPr>
            <p:cNvPr id="955" name="Freeform 772">
              <a:extLst>
                <a:ext uri="{FF2B5EF4-FFF2-40B4-BE49-F238E27FC236}">
                  <a16:creationId xmlns:a16="http://schemas.microsoft.com/office/drawing/2014/main" id="{0AF8D2F0-ED87-4A05-D8FF-676B6A9947D6}"/>
                </a:ext>
              </a:extLst>
            </p:cNvPr>
            <p:cNvSpPr/>
            <p:nvPr/>
          </p:nvSpPr>
          <p:spPr>
            <a:xfrm>
              <a:off x="9188945" y="5641940"/>
              <a:ext cx="81227" cy="62658"/>
            </a:xfrm>
            <a:custGeom>
              <a:avLst/>
              <a:gdLst>
                <a:gd name="connsiteX0" fmla="*/ 76488 w 91742"/>
                <a:gd name="connsiteY0" fmla="*/ 0 h 70769"/>
                <a:gd name="connsiteX1" fmla="*/ 87108 w 91742"/>
                <a:gd name="connsiteY1" fmla="*/ 2482 h 70769"/>
                <a:gd name="connsiteX2" fmla="*/ 91742 w 91742"/>
                <a:gd name="connsiteY2" fmla="*/ 8869 h 70769"/>
                <a:gd name="connsiteX3" fmla="*/ 91742 w 91742"/>
                <a:gd name="connsiteY3" fmla="*/ 61901 h 70769"/>
                <a:gd name="connsiteX4" fmla="*/ 87984 w 91742"/>
                <a:gd name="connsiteY4" fmla="*/ 67704 h 70769"/>
                <a:gd name="connsiteX5" fmla="*/ 76416 w 91742"/>
                <a:gd name="connsiteY5" fmla="*/ 70770 h 70769"/>
                <a:gd name="connsiteX6" fmla="*/ 15254 w 91742"/>
                <a:gd name="connsiteY6" fmla="*/ 70770 h 70769"/>
                <a:gd name="connsiteX7" fmla="*/ 4635 w 91742"/>
                <a:gd name="connsiteY7" fmla="*/ 68251 h 70769"/>
                <a:gd name="connsiteX8" fmla="*/ 0 w 91742"/>
                <a:gd name="connsiteY8" fmla="*/ 61901 h 70769"/>
                <a:gd name="connsiteX9" fmla="*/ 0 w 91742"/>
                <a:gd name="connsiteY9" fmla="*/ 8869 h 70769"/>
                <a:gd name="connsiteX10" fmla="*/ 3722 w 91742"/>
                <a:gd name="connsiteY10" fmla="*/ 3066 h 70769"/>
                <a:gd name="connsiteX11" fmla="*/ 15291 w 91742"/>
                <a:gd name="connsiteY11" fmla="*/ 0 h 70769"/>
                <a:gd name="connsiteX12" fmla="*/ 76488 w 91742"/>
                <a:gd name="connsiteY12" fmla="*/ 0 h 70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742" h="70769">
                  <a:moveTo>
                    <a:pt x="76488" y="0"/>
                  </a:moveTo>
                  <a:cubicBezTo>
                    <a:pt x="80575" y="0"/>
                    <a:pt x="84334" y="949"/>
                    <a:pt x="87108" y="2482"/>
                  </a:cubicBezTo>
                  <a:cubicBezTo>
                    <a:pt x="89954" y="4124"/>
                    <a:pt x="91742" y="6351"/>
                    <a:pt x="91742" y="8869"/>
                  </a:cubicBezTo>
                  <a:lnTo>
                    <a:pt x="91742" y="61901"/>
                  </a:lnTo>
                  <a:cubicBezTo>
                    <a:pt x="91742" y="64091"/>
                    <a:pt x="90319" y="66135"/>
                    <a:pt x="87984" y="67704"/>
                  </a:cubicBezTo>
                  <a:cubicBezTo>
                    <a:pt x="85174" y="69566"/>
                    <a:pt x="81050" y="70770"/>
                    <a:pt x="76416" y="70770"/>
                  </a:cubicBezTo>
                  <a:lnTo>
                    <a:pt x="15254" y="70770"/>
                  </a:lnTo>
                  <a:cubicBezTo>
                    <a:pt x="11130" y="70770"/>
                    <a:pt x="7372" y="69821"/>
                    <a:pt x="4635" y="68251"/>
                  </a:cubicBezTo>
                  <a:cubicBezTo>
                    <a:pt x="1752" y="66646"/>
                    <a:pt x="0" y="64419"/>
                    <a:pt x="0" y="61901"/>
                  </a:cubicBezTo>
                  <a:lnTo>
                    <a:pt x="0" y="8869"/>
                  </a:lnTo>
                  <a:cubicBezTo>
                    <a:pt x="0" y="6679"/>
                    <a:pt x="1387" y="4635"/>
                    <a:pt x="3722" y="3066"/>
                  </a:cubicBezTo>
                  <a:cubicBezTo>
                    <a:pt x="6532" y="1204"/>
                    <a:pt x="10656" y="0"/>
                    <a:pt x="15291" y="0"/>
                  </a:cubicBezTo>
                  <a:lnTo>
                    <a:pt x="76488" y="0"/>
                  </a:lnTo>
                  <a:close/>
                </a:path>
              </a:pathLst>
            </a:custGeom>
            <a:solidFill>
              <a:srgbClr val="007B85"/>
            </a:solidFill>
            <a:ln w="3646" cap="flat">
              <a:noFill/>
              <a:prstDash val="solid"/>
              <a:miter/>
            </a:ln>
          </p:spPr>
          <p:txBody>
            <a:bodyPr rtlCol="0" anchor="ctr"/>
            <a:lstStyle/>
            <a:p>
              <a:endParaRPr lang="en-GR"/>
            </a:p>
          </p:txBody>
        </p:sp>
      </p:grpSp>
      <p:grpSp>
        <p:nvGrpSpPr>
          <p:cNvPr id="956" name="Group 955">
            <a:extLst>
              <a:ext uri="{FF2B5EF4-FFF2-40B4-BE49-F238E27FC236}">
                <a16:creationId xmlns:a16="http://schemas.microsoft.com/office/drawing/2014/main" id="{EFD45B38-FE3E-8948-789D-207B60506CF5}"/>
              </a:ext>
            </a:extLst>
          </p:cNvPr>
          <p:cNvGrpSpPr/>
          <p:nvPr/>
        </p:nvGrpSpPr>
        <p:grpSpPr>
          <a:xfrm>
            <a:off x="10561263" y="5539372"/>
            <a:ext cx="206784" cy="149036"/>
            <a:chOff x="9409107" y="5539372"/>
            <a:chExt cx="206784" cy="149036"/>
          </a:xfrm>
        </p:grpSpPr>
        <p:sp>
          <p:nvSpPr>
            <p:cNvPr id="957" name="Freeform 773">
              <a:extLst>
                <a:ext uri="{FF2B5EF4-FFF2-40B4-BE49-F238E27FC236}">
                  <a16:creationId xmlns:a16="http://schemas.microsoft.com/office/drawing/2014/main" id="{7C5065F1-F5EF-E678-A1F0-140FE026823E}"/>
                </a:ext>
              </a:extLst>
            </p:cNvPr>
            <p:cNvSpPr/>
            <p:nvPr/>
          </p:nvSpPr>
          <p:spPr>
            <a:xfrm>
              <a:off x="9409107" y="5539372"/>
              <a:ext cx="62099" cy="35998"/>
            </a:xfrm>
            <a:custGeom>
              <a:avLst/>
              <a:gdLst>
                <a:gd name="connsiteX0" fmla="*/ 35069 w 70138"/>
                <a:gd name="connsiteY0" fmla="*/ 40659 h 40658"/>
                <a:gd name="connsiteX1" fmla="*/ 70139 w 70138"/>
                <a:gd name="connsiteY1" fmla="*/ 20329 h 40658"/>
                <a:gd name="connsiteX2" fmla="*/ 35069 w 70138"/>
                <a:gd name="connsiteY2" fmla="*/ 0 h 40658"/>
                <a:gd name="connsiteX3" fmla="*/ 0 w 70138"/>
                <a:gd name="connsiteY3" fmla="*/ 20329 h 40658"/>
                <a:gd name="connsiteX4" fmla="*/ 35069 w 70138"/>
                <a:gd name="connsiteY4" fmla="*/ 40659 h 40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138" h="40658">
                  <a:moveTo>
                    <a:pt x="35069" y="40659"/>
                  </a:moveTo>
                  <a:cubicBezTo>
                    <a:pt x="54447" y="40659"/>
                    <a:pt x="70139" y="31534"/>
                    <a:pt x="70139" y="20329"/>
                  </a:cubicBezTo>
                  <a:cubicBezTo>
                    <a:pt x="70139" y="9088"/>
                    <a:pt x="54447" y="0"/>
                    <a:pt x="35069" y="0"/>
                  </a:cubicBezTo>
                  <a:cubicBezTo>
                    <a:pt x="15692" y="0"/>
                    <a:pt x="0" y="9088"/>
                    <a:pt x="0" y="20329"/>
                  </a:cubicBezTo>
                  <a:cubicBezTo>
                    <a:pt x="0" y="31534"/>
                    <a:pt x="15692" y="40659"/>
                    <a:pt x="35069" y="40659"/>
                  </a:cubicBezTo>
                  <a:close/>
                </a:path>
              </a:pathLst>
            </a:custGeom>
            <a:solidFill>
              <a:srgbClr val="007B85"/>
            </a:solidFill>
            <a:ln w="3646" cap="flat">
              <a:noFill/>
              <a:prstDash val="solid"/>
              <a:miter/>
            </a:ln>
          </p:spPr>
          <p:txBody>
            <a:bodyPr rtlCol="0" anchor="ctr"/>
            <a:lstStyle/>
            <a:p>
              <a:endParaRPr lang="en-GR"/>
            </a:p>
          </p:txBody>
        </p:sp>
        <p:sp>
          <p:nvSpPr>
            <p:cNvPr id="958" name="Freeform 774">
              <a:extLst>
                <a:ext uri="{FF2B5EF4-FFF2-40B4-BE49-F238E27FC236}">
                  <a16:creationId xmlns:a16="http://schemas.microsoft.com/office/drawing/2014/main" id="{C81A0B00-A784-4B40-CED5-BC582966F3D6}"/>
                </a:ext>
              </a:extLst>
            </p:cNvPr>
            <p:cNvSpPr/>
            <p:nvPr/>
          </p:nvSpPr>
          <p:spPr>
            <a:xfrm>
              <a:off x="9481126" y="5539372"/>
              <a:ext cx="62099" cy="35998"/>
            </a:xfrm>
            <a:custGeom>
              <a:avLst/>
              <a:gdLst>
                <a:gd name="connsiteX0" fmla="*/ 35069 w 70138"/>
                <a:gd name="connsiteY0" fmla="*/ 40659 h 40658"/>
                <a:gd name="connsiteX1" fmla="*/ 70139 w 70138"/>
                <a:gd name="connsiteY1" fmla="*/ 20329 h 40658"/>
                <a:gd name="connsiteX2" fmla="*/ 35069 w 70138"/>
                <a:gd name="connsiteY2" fmla="*/ 0 h 40658"/>
                <a:gd name="connsiteX3" fmla="*/ 0 w 70138"/>
                <a:gd name="connsiteY3" fmla="*/ 20329 h 40658"/>
                <a:gd name="connsiteX4" fmla="*/ 35069 w 70138"/>
                <a:gd name="connsiteY4" fmla="*/ 40659 h 40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138" h="40658">
                  <a:moveTo>
                    <a:pt x="35069" y="40659"/>
                  </a:moveTo>
                  <a:cubicBezTo>
                    <a:pt x="54410" y="40659"/>
                    <a:pt x="70139" y="31534"/>
                    <a:pt x="70139" y="20329"/>
                  </a:cubicBezTo>
                  <a:cubicBezTo>
                    <a:pt x="70139" y="9088"/>
                    <a:pt x="54410" y="0"/>
                    <a:pt x="35069" y="0"/>
                  </a:cubicBezTo>
                  <a:cubicBezTo>
                    <a:pt x="15692" y="0"/>
                    <a:pt x="0" y="9088"/>
                    <a:pt x="0" y="20329"/>
                  </a:cubicBezTo>
                  <a:cubicBezTo>
                    <a:pt x="0" y="31534"/>
                    <a:pt x="15692" y="40659"/>
                    <a:pt x="35069" y="40659"/>
                  </a:cubicBezTo>
                  <a:close/>
                </a:path>
              </a:pathLst>
            </a:custGeom>
            <a:solidFill>
              <a:srgbClr val="007B85"/>
            </a:solidFill>
            <a:ln w="3646" cap="flat">
              <a:noFill/>
              <a:prstDash val="solid"/>
              <a:miter/>
            </a:ln>
          </p:spPr>
          <p:txBody>
            <a:bodyPr rtlCol="0" anchor="ctr"/>
            <a:lstStyle/>
            <a:p>
              <a:endParaRPr lang="en-GR"/>
            </a:p>
          </p:txBody>
        </p:sp>
        <p:sp>
          <p:nvSpPr>
            <p:cNvPr id="959" name="Freeform 775">
              <a:extLst>
                <a:ext uri="{FF2B5EF4-FFF2-40B4-BE49-F238E27FC236}">
                  <a16:creationId xmlns:a16="http://schemas.microsoft.com/office/drawing/2014/main" id="{B924DEEB-CB1D-F12E-C849-1A7BFB57AAED}"/>
                </a:ext>
              </a:extLst>
            </p:cNvPr>
            <p:cNvSpPr/>
            <p:nvPr/>
          </p:nvSpPr>
          <p:spPr>
            <a:xfrm>
              <a:off x="9553792" y="5539372"/>
              <a:ext cx="62099" cy="35998"/>
            </a:xfrm>
            <a:custGeom>
              <a:avLst/>
              <a:gdLst>
                <a:gd name="connsiteX0" fmla="*/ 70139 w 70138"/>
                <a:gd name="connsiteY0" fmla="*/ 20329 h 40658"/>
                <a:gd name="connsiteX1" fmla="*/ 35069 w 70138"/>
                <a:gd name="connsiteY1" fmla="*/ 40659 h 40658"/>
                <a:gd name="connsiteX2" fmla="*/ 0 w 70138"/>
                <a:gd name="connsiteY2" fmla="*/ 20329 h 40658"/>
                <a:gd name="connsiteX3" fmla="*/ 35069 w 70138"/>
                <a:gd name="connsiteY3" fmla="*/ 0 h 40658"/>
                <a:gd name="connsiteX4" fmla="*/ 70139 w 70138"/>
                <a:gd name="connsiteY4" fmla="*/ 20329 h 40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138" h="40658">
                  <a:moveTo>
                    <a:pt x="70139" y="20329"/>
                  </a:moveTo>
                  <a:cubicBezTo>
                    <a:pt x="70139" y="31534"/>
                    <a:pt x="54447" y="40659"/>
                    <a:pt x="35069" y="40659"/>
                  </a:cubicBezTo>
                  <a:cubicBezTo>
                    <a:pt x="15692" y="40659"/>
                    <a:pt x="0" y="31534"/>
                    <a:pt x="0" y="20329"/>
                  </a:cubicBezTo>
                  <a:cubicBezTo>
                    <a:pt x="0" y="9088"/>
                    <a:pt x="15692" y="0"/>
                    <a:pt x="35069" y="0"/>
                  </a:cubicBezTo>
                  <a:cubicBezTo>
                    <a:pt x="54447" y="0"/>
                    <a:pt x="70139" y="9088"/>
                    <a:pt x="70139" y="20329"/>
                  </a:cubicBezTo>
                  <a:close/>
                </a:path>
              </a:pathLst>
            </a:custGeom>
            <a:solidFill>
              <a:srgbClr val="007B85"/>
            </a:solidFill>
            <a:ln w="3646" cap="flat">
              <a:noFill/>
              <a:prstDash val="solid"/>
              <a:miter/>
            </a:ln>
          </p:spPr>
          <p:txBody>
            <a:bodyPr rtlCol="0" anchor="ctr"/>
            <a:lstStyle/>
            <a:p>
              <a:endParaRPr lang="en-GR"/>
            </a:p>
          </p:txBody>
        </p:sp>
        <p:sp>
          <p:nvSpPr>
            <p:cNvPr id="960" name="Freeform 776">
              <a:extLst>
                <a:ext uri="{FF2B5EF4-FFF2-40B4-BE49-F238E27FC236}">
                  <a16:creationId xmlns:a16="http://schemas.microsoft.com/office/drawing/2014/main" id="{9145553C-75AD-9998-EB02-84A825D87523}"/>
                </a:ext>
              </a:extLst>
            </p:cNvPr>
            <p:cNvSpPr/>
            <p:nvPr/>
          </p:nvSpPr>
          <p:spPr>
            <a:xfrm>
              <a:off x="9409107" y="5595826"/>
              <a:ext cx="62099" cy="35966"/>
            </a:xfrm>
            <a:custGeom>
              <a:avLst/>
              <a:gdLst>
                <a:gd name="connsiteX0" fmla="*/ 35069 w 70138"/>
                <a:gd name="connsiteY0" fmla="*/ 40622 h 40622"/>
                <a:gd name="connsiteX1" fmla="*/ 70139 w 70138"/>
                <a:gd name="connsiteY1" fmla="*/ 20330 h 40622"/>
                <a:gd name="connsiteX2" fmla="*/ 35069 w 70138"/>
                <a:gd name="connsiteY2" fmla="*/ 0 h 40622"/>
                <a:gd name="connsiteX3" fmla="*/ 0 w 70138"/>
                <a:gd name="connsiteY3" fmla="*/ 20330 h 40622"/>
                <a:gd name="connsiteX4" fmla="*/ 35069 w 70138"/>
                <a:gd name="connsiteY4" fmla="*/ 40622 h 406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138" h="40622">
                  <a:moveTo>
                    <a:pt x="35069" y="40622"/>
                  </a:moveTo>
                  <a:cubicBezTo>
                    <a:pt x="54447" y="40622"/>
                    <a:pt x="70139" y="31534"/>
                    <a:pt x="70139" y="20330"/>
                  </a:cubicBezTo>
                  <a:cubicBezTo>
                    <a:pt x="70139" y="9088"/>
                    <a:pt x="54447" y="0"/>
                    <a:pt x="35069" y="0"/>
                  </a:cubicBezTo>
                  <a:cubicBezTo>
                    <a:pt x="15692" y="0"/>
                    <a:pt x="0" y="9088"/>
                    <a:pt x="0" y="20330"/>
                  </a:cubicBezTo>
                  <a:cubicBezTo>
                    <a:pt x="0" y="31534"/>
                    <a:pt x="15692" y="40622"/>
                    <a:pt x="35069" y="40622"/>
                  </a:cubicBezTo>
                  <a:close/>
                </a:path>
              </a:pathLst>
            </a:custGeom>
            <a:solidFill>
              <a:srgbClr val="007B85"/>
            </a:solidFill>
            <a:ln w="3646" cap="flat">
              <a:noFill/>
              <a:prstDash val="solid"/>
              <a:miter/>
            </a:ln>
          </p:spPr>
          <p:txBody>
            <a:bodyPr rtlCol="0" anchor="ctr"/>
            <a:lstStyle/>
            <a:p>
              <a:endParaRPr lang="en-GR"/>
            </a:p>
          </p:txBody>
        </p:sp>
        <p:sp>
          <p:nvSpPr>
            <p:cNvPr id="961" name="Freeform 777">
              <a:extLst>
                <a:ext uri="{FF2B5EF4-FFF2-40B4-BE49-F238E27FC236}">
                  <a16:creationId xmlns:a16="http://schemas.microsoft.com/office/drawing/2014/main" id="{8D38F8C5-FEE5-CB75-FC35-856B7DFDF09A}"/>
                </a:ext>
              </a:extLst>
            </p:cNvPr>
            <p:cNvSpPr/>
            <p:nvPr/>
          </p:nvSpPr>
          <p:spPr>
            <a:xfrm>
              <a:off x="9481126" y="5595826"/>
              <a:ext cx="62099" cy="35966"/>
            </a:xfrm>
            <a:custGeom>
              <a:avLst/>
              <a:gdLst>
                <a:gd name="connsiteX0" fmla="*/ 70139 w 70138"/>
                <a:gd name="connsiteY0" fmla="*/ 20330 h 40622"/>
                <a:gd name="connsiteX1" fmla="*/ 35069 w 70138"/>
                <a:gd name="connsiteY1" fmla="*/ 40622 h 40622"/>
                <a:gd name="connsiteX2" fmla="*/ 0 w 70138"/>
                <a:gd name="connsiteY2" fmla="*/ 20330 h 40622"/>
                <a:gd name="connsiteX3" fmla="*/ 35069 w 70138"/>
                <a:gd name="connsiteY3" fmla="*/ 0 h 40622"/>
                <a:gd name="connsiteX4" fmla="*/ 70139 w 70138"/>
                <a:gd name="connsiteY4" fmla="*/ 20330 h 406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138" h="40622">
                  <a:moveTo>
                    <a:pt x="70139" y="20330"/>
                  </a:moveTo>
                  <a:cubicBezTo>
                    <a:pt x="70139" y="31534"/>
                    <a:pt x="54410" y="40622"/>
                    <a:pt x="35069" y="40622"/>
                  </a:cubicBezTo>
                  <a:cubicBezTo>
                    <a:pt x="15692" y="40622"/>
                    <a:pt x="0" y="31534"/>
                    <a:pt x="0" y="20330"/>
                  </a:cubicBezTo>
                  <a:cubicBezTo>
                    <a:pt x="0" y="9088"/>
                    <a:pt x="15692" y="0"/>
                    <a:pt x="35069" y="0"/>
                  </a:cubicBezTo>
                  <a:cubicBezTo>
                    <a:pt x="54410" y="0"/>
                    <a:pt x="70139" y="9088"/>
                    <a:pt x="70139" y="20330"/>
                  </a:cubicBezTo>
                  <a:close/>
                </a:path>
              </a:pathLst>
            </a:custGeom>
            <a:solidFill>
              <a:srgbClr val="007B85"/>
            </a:solidFill>
            <a:ln w="3646" cap="flat">
              <a:noFill/>
              <a:prstDash val="solid"/>
              <a:miter/>
            </a:ln>
          </p:spPr>
          <p:txBody>
            <a:bodyPr rtlCol="0" anchor="ctr"/>
            <a:lstStyle/>
            <a:p>
              <a:endParaRPr lang="en-GR"/>
            </a:p>
          </p:txBody>
        </p:sp>
        <p:sp>
          <p:nvSpPr>
            <p:cNvPr id="962" name="Freeform 778">
              <a:extLst>
                <a:ext uri="{FF2B5EF4-FFF2-40B4-BE49-F238E27FC236}">
                  <a16:creationId xmlns:a16="http://schemas.microsoft.com/office/drawing/2014/main" id="{E7E1C742-4226-F350-8F1D-BE0823176E78}"/>
                </a:ext>
              </a:extLst>
            </p:cNvPr>
            <p:cNvSpPr/>
            <p:nvPr/>
          </p:nvSpPr>
          <p:spPr>
            <a:xfrm>
              <a:off x="9553792" y="5595826"/>
              <a:ext cx="62099" cy="35966"/>
            </a:xfrm>
            <a:custGeom>
              <a:avLst/>
              <a:gdLst>
                <a:gd name="connsiteX0" fmla="*/ 35069 w 70138"/>
                <a:gd name="connsiteY0" fmla="*/ 40622 h 40622"/>
                <a:gd name="connsiteX1" fmla="*/ 70139 w 70138"/>
                <a:gd name="connsiteY1" fmla="*/ 20330 h 40622"/>
                <a:gd name="connsiteX2" fmla="*/ 35069 w 70138"/>
                <a:gd name="connsiteY2" fmla="*/ 0 h 40622"/>
                <a:gd name="connsiteX3" fmla="*/ 0 w 70138"/>
                <a:gd name="connsiteY3" fmla="*/ 20330 h 40622"/>
                <a:gd name="connsiteX4" fmla="*/ 35069 w 70138"/>
                <a:gd name="connsiteY4" fmla="*/ 40622 h 406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138" h="40622">
                  <a:moveTo>
                    <a:pt x="35069" y="40622"/>
                  </a:moveTo>
                  <a:cubicBezTo>
                    <a:pt x="54447" y="40622"/>
                    <a:pt x="70139" y="31534"/>
                    <a:pt x="70139" y="20330"/>
                  </a:cubicBezTo>
                  <a:cubicBezTo>
                    <a:pt x="70139" y="9088"/>
                    <a:pt x="54447" y="0"/>
                    <a:pt x="35069" y="0"/>
                  </a:cubicBezTo>
                  <a:cubicBezTo>
                    <a:pt x="15692" y="0"/>
                    <a:pt x="0" y="9088"/>
                    <a:pt x="0" y="20330"/>
                  </a:cubicBezTo>
                  <a:cubicBezTo>
                    <a:pt x="0" y="31534"/>
                    <a:pt x="15692" y="40622"/>
                    <a:pt x="35069" y="40622"/>
                  </a:cubicBezTo>
                  <a:close/>
                </a:path>
              </a:pathLst>
            </a:custGeom>
            <a:solidFill>
              <a:srgbClr val="007B85"/>
            </a:solidFill>
            <a:ln w="3646" cap="flat">
              <a:noFill/>
              <a:prstDash val="solid"/>
              <a:miter/>
            </a:ln>
          </p:spPr>
          <p:txBody>
            <a:bodyPr rtlCol="0" anchor="ctr"/>
            <a:lstStyle/>
            <a:p>
              <a:endParaRPr lang="en-GR"/>
            </a:p>
          </p:txBody>
        </p:sp>
        <p:sp>
          <p:nvSpPr>
            <p:cNvPr id="963" name="Freeform 779">
              <a:extLst>
                <a:ext uri="{FF2B5EF4-FFF2-40B4-BE49-F238E27FC236}">
                  <a16:creationId xmlns:a16="http://schemas.microsoft.com/office/drawing/2014/main" id="{8417B066-6760-9A0F-4E98-D7229D9530E7}"/>
                </a:ext>
              </a:extLst>
            </p:cNvPr>
            <p:cNvSpPr/>
            <p:nvPr/>
          </p:nvSpPr>
          <p:spPr>
            <a:xfrm>
              <a:off x="9409107" y="5652410"/>
              <a:ext cx="62099" cy="35998"/>
            </a:xfrm>
            <a:custGeom>
              <a:avLst/>
              <a:gdLst>
                <a:gd name="connsiteX0" fmla="*/ 0 w 70138"/>
                <a:gd name="connsiteY0" fmla="*/ 20330 h 40658"/>
                <a:gd name="connsiteX1" fmla="*/ 35069 w 70138"/>
                <a:gd name="connsiteY1" fmla="*/ 0 h 40658"/>
                <a:gd name="connsiteX2" fmla="*/ 70139 w 70138"/>
                <a:gd name="connsiteY2" fmla="*/ 20330 h 40658"/>
                <a:gd name="connsiteX3" fmla="*/ 35069 w 70138"/>
                <a:gd name="connsiteY3" fmla="*/ 40659 h 40658"/>
                <a:gd name="connsiteX4" fmla="*/ 0 w 70138"/>
                <a:gd name="connsiteY4" fmla="*/ 20330 h 40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138" h="40658">
                  <a:moveTo>
                    <a:pt x="0" y="20330"/>
                  </a:moveTo>
                  <a:cubicBezTo>
                    <a:pt x="0" y="9125"/>
                    <a:pt x="15692" y="0"/>
                    <a:pt x="35069" y="0"/>
                  </a:cubicBezTo>
                  <a:cubicBezTo>
                    <a:pt x="54411" y="0"/>
                    <a:pt x="70139" y="9125"/>
                    <a:pt x="70139" y="20330"/>
                  </a:cubicBezTo>
                  <a:cubicBezTo>
                    <a:pt x="70139" y="31534"/>
                    <a:pt x="54411" y="40659"/>
                    <a:pt x="35069" y="40659"/>
                  </a:cubicBezTo>
                  <a:cubicBezTo>
                    <a:pt x="15729" y="40659"/>
                    <a:pt x="0" y="31534"/>
                    <a:pt x="0" y="20330"/>
                  </a:cubicBezTo>
                  <a:close/>
                </a:path>
              </a:pathLst>
            </a:custGeom>
            <a:solidFill>
              <a:srgbClr val="007B85"/>
            </a:solidFill>
            <a:ln w="3646" cap="flat">
              <a:noFill/>
              <a:prstDash val="solid"/>
              <a:miter/>
            </a:ln>
          </p:spPr>
          <p:txBody>
            <a:bodyPr rtlCol="0" anchor="ctr"/>
            <a:lstStyle/>
            <a:p>
              <a:endParaRPr lang="en-GR"/>
            </a:p>
          </p:txBody>
        </p:sp>
        <p:sp>
          <p:nvSpPr>
            <p:cNvPr id="964" name="Freeform 780">
              <a:extLst>
                <a:ext uri="{FF2B5EF4-FFF2-40B4-BE49-F238E27FC236}">
                  <a16:creationId xmlns:a16="http://schemas.microsoft.com/office/drawing/2014/main" id="{C86E8F8C-B48F-1C73-7EA2-E66950CD4E9B}"/>
                </a:ext>
              </a:extLst>
            </p:cNvPr>
            <p:cNvSpPr/>
            <p:nvPr/>
          </p:nvSpPr>
          <p:spPr>
            <a:xfrm>
              <a:off x="9481126" y="5652410"/>
              <a:ext cx="62099" cy="35998"/>
            </a:xfrm>
            <a:custGeom>
              <a:avLst/>
              <a:gdLst>
                <a:gd name="connsiteX0" fmla="*/ 35069 w 70138"/>
                <a:gd name="connsiteY0" fmla="*/ 0 h 40658"/>
                <a:gd name="connsiteX1" fmla="*/ 0 w 70138"/>
                <a:gd name="connsiteY1" fmla="*/ 20330 h 40658"/>
                <a:gd name="connsiteX2" fmla="*/ 35069 w 70138"/>
                <a:gd name="connsiteY2" fmla="*/ 40659 h 40658"/>
                <a:gd name="connsiteX3" fmla="*/ 70139 w 70138"/>
                <a:gd name="connsiteY3" fmla="*/ 20330 h 40658"/>
                <a:gd name="connsiteX4" fmla="*/ 35069 w 70138"/>
                <a:gd name="connsiteY4" fmla="*/ 0 h 40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138" h="40658">
                  <a:moveTo>
                    <a:pt x="35069" y="0"/>
                  </a:moveTo>
                  <a:cubicBezTo>
                    <a:pt x="15655" y="0"/>
                    <a:pt x="0" y="9125"/>
                    <a:pt x="0" y="20330"/>
                  </a:cubicBezTo>
                  <a:cubicBezTo>
                    <a:pt x="0" y="31534"/>
                    <a:pt x="15728" y="40659"/>
                    <a:pt x="35069" y="40659"/>
                  </a:cubicBezTo>
                  <a:cubicBezTo>
                    <a:pt x="54374" y="40659"/>
                    <a:pt x="70139" y="31534"/>
                    <a:pt x="70139" y="20330"/>
                  </a:cubicBezTo>
                  <a:cubicBezTo>
                    <a:pt x="70139" y="9125"/>
                    <a:pt x="54374" y="0"/>
                    <a:pt x="35069" y="0"/>
                  </a:cubicBezTo>
                  <a:close/>
                </a:path>
              </a:pathLst>
            </a:custGeom>
            <a:solidFill>
              <a:srgbClr val="007B85"/>
            </a:solidFill>
            <a:ln w="3646" cap="flat">
              <a:noFill/>
              <a:prstDash val="solid"/>
              <a:miter/>
            </a:ln>
          </p:spPr>
          <p:txBody>
            <a:bodyPr rtlCol="0" anchor="ctr"/>
            <a:lstStyle/>
            <a:p>
              <a:endParaRPr lang="en-GR"/>
            </a:p>
          </p:txBody>
        </p:sp>
        <p:sp>
          <p:nvSpPr>
            <p:cNvPr id="965" name="Freeform 781">
              <a:extLst>
                <a:ext uri="{FF2B5EF4-FFF2-40B4-BE49-F238E27FC236}">
                  <a16:creationId xmlns:a16="http://schemas.microsoft.com/office/drawing/2014/main" id="{F3BAB912-31D9-E141-5862-EBB490270BA9}"/>
                </a:ext>
              </a:extLst>
            </p:cNvPr>
            <p:cNvSpPr/>
            <p:nvPr/>
          </p:nvSpPr>
          <p:spPr>
            <a:xfrm>
              <a:off x="9553792" y="5652410"/>
              <a:ext cx="62099" cy="35998"/>
            </a:xfrm>
            <a:custGeom>
              <a:avLst/>
              <a:gdLst>
                <a:gd name="connsiteX0" fmla="*/ 0 w 70138"/>
                <a:gd name="connsiteY0" fmla="*/ 20330 h 40658"/>
                <a:gd name="connsiteX1" fmla="*/ 35069 w 70138"/>
                <a:gd name="connsiteY1" fmla="*/ 0 h 40658"/>
                <a:gd name="connsiteX2" fmla="*/ 70139 w 70138"/>
                <a:gd name="connsiteY2" fmla="*/ 20330 h 40658"/>
                <a:gd name="connsiteX3" fmla="*/ 35069 w 70138"/>
                <a:gd name="connsiteY3" fmla="*/ 40659 h 40658"/>
                <a:gd name="connsiteX4" fmla="*/ 0 w 70138"/>
                <a:gd name="connsiteY4" fmla="*/ 20330 h 40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138" h="40658">
                  <a:moveTo>
                    <a:pt x="0" y="20330"/>
                  </a:moveTo>
                  <a:cubicBezTo>
                    <a:pt x="0" y="9125"/>
                    <a:pt x="15692" y="0"/>
                    <a:pt x="35069" y="0"/>
                  </a:cubicBezTo>
                  <a:cubicBezTo>
                    <a:pt x="54410" y="0"/>
                    <a:pt x="70139" y="9125"/>
                    <a:pt x="70139" y="20330"/>
                  </a:cubicBezTo>
                  <a:cubicBezTo>
                    <a:pt x="70139" y="31534"/>
                    <a:pt x="54410" y="40659"/>
                    <a:pt x="35069" y="40659"/>
                  </a:cubicBezTo>
                  <a:cubicBezTo>
                    <a:pt x="15728" y="40659"/>
                    <a:pt x="0" y="31534"/>
                    <a:pt x="0" y="20330"/>
                  </a:cubicBezTo>
                  <a:close/>
                </a:path>
              </a:pathLst>
            </a:custGeom>
            <a:solidFill>
              <a:srgbClr val="007B85"/>
            </a:solidFill>
            <a:ln w="3646" cap="flat">
              <a:noFill/>
              <a:prstDash val="solid"/>
              <a:miter/>
            </a:ln>
          </p:spPr>
          <p:txBody>
            <a:bodyPr rtlCol="0" anchor="ctr"/>
            <a:lstStyle/>
            <a:p>
              <a:endParaRPr lang="en-GR"/>
            </a:p>
          </p:txBody>
        </p:sp>
      </p:grpSp>
      <p:grpSp>
        <p:nvGrpSpPr>
          <p:cNvPr id="966" name="Group 965">
            <a:extLst>
              <a:ext uri="{FF2B5EF4-FFF2-40B4-BE49-F238E27FC236}">
                <a16:creationId xmlns:a16="http://schemas.microsoft.com/office/drawing/2014/main" id="{F122300F-1D2B-DAE0-D86D-52A0E37C2B95}"/>
              </a:ext>
            </a:extLst>
          </p:cNvPr>
          <p:cNvGrpSpPr/>
          <p:nvPr/>
        </p:nvGrpSpPr>
        <p:grpSpPr>
          <a:xfrm>
            <a:off x="10906981" y="5523215"/>
            <a:ext cx="179708" cy="180964"/>
            <a:chOff x="9754825" y="5523215"/>
            <a:chExt cx="179708" cy="180964"/>
          </a:xfrm>
        </p:grpSpPr>
        <p:sp>
          <p:nvSpPr>
            <p:cNvPr id="967" name="Freeform 782">
              <a:extLst>
                <a:ext uri="{FF2B5EF4-FFF2-40B4-BE49-F238E27FC236}">
                  <a16:creationId xmlns:a16="http://schemas.microsoft.com/office/drawing/2014/main" id="{E26FD0E9-A383-C88F-E0D4-CF2F57C3FB83}"/>
                </a:ext>
              </a:extLst>
            </p:cNvPr>
            <p:cNvSpPr/>
            <p:nvPr/>
          </p:nvSpPr>
          <p:spPr>
            <a:xfrm>
              <a:off x="9772628" y="5622261"/>
              <a:ext cx="17996" cy="81918"/>
            </a:xfrm>
            <a:custGeom>
              <a:avLst/>
              <a:gdLst>
                <a:gd name="connsiteX0" fmla="*/ 0 w 20326"/>
                <a:gd name="connsiteY0" fmla="*/ 37 h 92522"/>
                <a:gd name="connsiteX1" fmla="*/ 0 w 20326"/>
                <a:gd name="connsiteY1" fmla="*/ 92523 h 92522"/>
                <a:gd name="connsiteX2" fmla="*/ 20326 w 20326"/>
                <a:gd name="connsiteY2" fmla="*/ 92523 h 92522"/>
                <a:gd name="connsiteX3" fmla="*/ 20326 w 20326"/>
                <a:gd name="connsiteY3" fmla="*/ 0 h 92522"/>
                <a:gd name="connsiteX4" fmla="*/ 13903 w 20326"/>
                <a:gd name="connsiteY4" fmla="*/ 37 h 92522"/>
                <a:gd name="connsiteX5" fmla="*/ 0 w 20326"/>
                <a:gd name="connsiteY5" fmla="*/ 37 h 92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326" h="92522">
                  <a:moveTo>
                    <a:pt x="0" y="37"/>
                  </a:moveTo>
                  <a:lnTo>
                    <a:pt x="0" y="92523"/>
                  </a:lnTo>
                  <a:lnTo>
                    <a:pt x="20326" y="92523"/>
                  </a:lnTo>
                  <a:lnTo>
                    <a:pt x="20326" y="0"/>
                  </a:lnTo>
                  <a:lnTo>
                    <a:pt x="13903" y="37"/>
                  </a:lnTo>
                  <a:lnTo>
                    <a:pt x="0" y="37"/>
                  </a:lnTo>
                  <a:close/>
                </a:path>
              </a:pathLst>
            </a:custGeom>
            <a:solidFill>
              <a:srgbClr val="007B85"/>
            </a:solidFill>
            <a:ln w="3646" cap="flat">
              <a:noFill/>
              <a:prstDash val="solid"/>
              <a:miter/>
            </a:ln>
          </p:spPr>
          <p:txBody>
            <a:bodyPr rtlCol="0" anchor="ctr"/>
            <a:lstStyle/>
            <a:p>
              <a:endParaRPr lang="en-GR"/>
            </a:p>
          </p:txBody>
        </p:sp>
        <p:sp>
          <p:nvSpPr>
            <p:cNvPr id="968" name="Freeform 783">
              <a:extLst>
                <a:ext uri="{FF2B5EF4-FFF2-40B4-BE49-F238E27FC236}">
                  <a16:creationId xmlns:a16="http://schemas.microsoft.com/office/drawing/2014/main" id="{E215282F-4E13-80CD-3E9F-27AAE59A8054}"/>
                </a:ext>
              </a:extLst>
            </p:cNvPr>
            <p:cNvSpPr/>
            <p:nvPr/>
          </p:nvSpPr>
          <p:spPr>
            <a:xfrm>
              <a:off x="9772628" y="5523215"/>
              <a:ext cx="17996" cy="15414"/>
            </a:xfrm>
            <a:custGeom>
              <a:avLst/>
              <a:gdLst>
                <a:gd name="connsiteX0" fmla="*/ 13903 w 20326"/>
                <a:gd name="connsiteY0" fmla="*/ 17008 h 17409"/>
                <a:gd name="connsiteX1" fmla="*/ 20326 w 20326"/>
                <a:gd name="connsiteY1" fmla="*/ 17410 h 17409"/>
                <a:gd name="connsiteX2" fmla="*/ 20326 w 20326"/>
                <a:gd name="connsiteY2" fmla="*/ 0 h 17409"/>
                <a:gd name="connsiteX3" fmla="*/ 0 w 20326"/>
                <a:gd name="connsiteY3" fmla="*/ 0 h 17409"/>
                <a:gd name="connsiteX4" fmla="*/ 0 w 20326"/>
                <a:gd name="connsiteY4" fmla="*/ 17410 h 17409"/>
                <a:gd name="connsiteX5" fmla="*/ 6459 w 20326"/>
                <a:gd name="connsiteY5" fmla="*/ 17008 h 17409"/>
                <a:gd name="connsiteX6" fmla="*/ 13903 w 20326"/>
                <a:gd name="connsiteY6" fmla="*/ 17008 h 17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26" h="17409">
                  <a:moveTo>
                    <a:pt x="13903" y="17008"/>
                  </a:moveTo>
                  <a:cubicBezTo>
                    <a:pt x="16093" y="17008"/>
                    <a:pt x="18246" y="17154"/>
                    <a:pt x="20326" y="17410"/>
                  </a:cubicBezTo>
                  <a:lnTo>
                    <a:pt x="20326" y="0"/>
                  </a:lnTo>
                  <a:lnTo>
                    <a:pt x="0" y="0"/>
                  </a:lnTo>
                  <a:lnTo>
                    <a:pt x="0" y="17410"/>
                  </a:lnTo>
                  <a:cubicBezTo>
                    <a:pt x="2080" y="17154"/>
                    <a:pt x="4197" y="17008"/>
                    <a:pt x="6459" y="17008"/>
                  </a:cubicBezTo>
                  <a:lnTo>
                    <a:pt x="13903" y="17008"/>
                  </a:lnTo>
                  <a:close/>
                </a:path>
              </a:pathLst>
            </a:custGeom>
            <a:solidFill>
              <a:srgbClr val="007B85"/>
            </a:solidFill>
            <a:ln w="3646" cap="flat">
              <a:noFill/>
              <a:prstDash val="solid"/>
              <a:miter/>
            </a:ln>
          </p:spPr>
          <p:txBody>
            <a:bodyPr rtlCol="0" anchor="ctr"/>
            <a:lstStyle/>
            <a:p>
              <a:endParaRPr lang="en-GR"/>
            </a:p>
          </p:txBody>
        </p:sp>
        <p:sp>
          <p:nvSpPr>
            <p:cNvPr id="969" name="Freeform 784">
              <a:extLst>
                <a:ext uri="{FF2B5EF4-FFF2-40B4-BE49-F238E27FC236}">
                  <a16:creationId xmlns:a16="http://schemas.microsoft.com/office/drawing/2014/main" id="{A53F208B-4E51-6C31-6E08-0D416FD7E6CF}"/>
                </a:ext>
              </a:extLst>
            </p:cNvPr>
            <p:cNvSpPr/>
            <p:nvPr/>
          </p:nvSpPr>
          <p:spPr>
            <a:xfrm>
              <a:off x="9754825" y="5547160"/>
              <a:ext cx="53602" cy="66084"/>
            </a:xfrm>
            <a:custGeom>
              <a:avLst/>
              <a:gdLst>
                <a:gd name="connsiteX0" fmla="*/ 34011 w 60541"/>
                <a:gd name="connsiteY0" fmla="*/ 109 h 74638"/>
                <a:gd name="connsiteX1" fmla="*/ 26603 w 60541"/>
                <a:gd name="connsiteY1" fmla="*/ 109 h 74638"/>
                <a:gd name="connsiteX2" fmla="*/ 0 w 60541"/>
                <a:gd name="connsiteY2" fmla="*/ 15986 h 74638"/>
                <a:gd name="connsiteX3" fmla="*/ 0 w 60541"/>
                <a:gd name="connsiteY3" fmla="*/ 58762 h 74638"/>
                <a:gd name="connsiteX4" fmla="*/ 26567 w 60541"/>
                <a:gd name="connsiteY4" fmla="*/ 74639 h 74638"/>
                <a:gd name="connsiteX5" fmla="*/ 33975 w 60541"/>
                <a:gd name="connsiteY5" fmla="*/ 74639 h 74638"/>
                <a:gd name="connsiteX6" fmla="*/ 60541 w 60541"/>
                <a:gd name="connsiteY6" fmla="*/ 59163 h 74638"/>
                <a:gd name="connsiteX7" fmla="*/ 60541 w 60541"/>
                <a:gd name="connsiteY7" fmla="*/ 15439 h 74638"/>
                <a:gd name="connsiteX8" fmla="*/ 33975 w 60541"/>
                <a:gd name="connsiteY8" fmla="*/ 0 h 74638"/>
                <a:gd name="connsiteX9" fmla="*/ 34011 w 60541"/>
                <a:gd name="connsiteY9" fmla="*/ 109 h 74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541" h="74638">
                  <a:moveTo>
                    <a:pt x="34011" y="109"/>
                  </a:moveTo>
                  <a:lnTo>
                    <a:pt x="26603" y="109"/>
                  </a:lnTo>
                  <a:cubicBezTo>
                    <a:pt x="11897" y="109"/>
                    <a:pt x="0" y="7227"/>
                    <a:pt x="0" y="15986"/>
                  </a:cubicBezTo>
                  <a:lnTo>
                    <a:pt x="0" y="58762"/>
                  </a:lnTo>
                  <a:cubicBezTo>
                    <a:pt x="0" y="67558"/>
                    <a:pt x="11897" y="74639"/>
                    <a:pt x="26567" y="74639"/>
                  </a:cubicBezTo>
                  <a:lnTo>
                    <a:pt x="33975" y="74639"/>
                  </a:lnTo>
                  <a:cubicBezTo>
                    <a:pt x="48353" y="74639"/>
                    <a:pt x="60030" y="67740"/>
                    <a:pt x="60541" y="59163"/>
                  </a:cubicBezTo>
                  <a:lnTo>
                    <a:pt x="60541" y="15439"/>
                  </a:lnTo>
                  <a:cubicBezTo>
                    <a:pt x="60067" y="6898"/>
                    <a:pt x="48353" y="0"/>
                    <a:pt x="33975" y="0"/>
                  </a:cubicBezTo>
                  <a:lnTo>
                    <a:pt x="34011" y="109"/>
                  </a:lnTo>
                  <a:close/>
                </a:path>
              </a:pathLst>
            </a:custGeom>
            <a:solidFill>
              <a:srgbClr val="007B85"/>
            </a:solidFill>
            <a:ln w="3646" cap="flat">
              <a:noFill/>
              <a:prstDash val="solid"/>
              <a:miter/>
            </a:ln>
          </p:spPr>
          <p:txBody>
            <a:bodyPr rtlCol="0" anchor="ctr"/>
            <a:lstStyle/>
            <a:p>
              <a:endParaRPr lang="en-GR"/>
            </a:p>
          </p:txBody>
        </p:sp>
        <p:sp>
          <p:nvSpPr>
            <p:cNvPr id="970" name="Freeform 785">
              <a:extLst>
                <a:ext uri="{FF2B5EF4-FFF2-40B4-BE49-F238E27FC236}">
                  <a16:creationId xmlns:a16="http://schemas.microsoft.com/office/drawing/2014/main" id="{0938B785-AC44-5287-11FE-C90F80757ACA}"/>
                </a:ext>
              </a:extLst>
            </p:cNvPr>
            <p:cNvSpPr/>
            <p:nvPr/>
          </p:nvSpPr>
          <p:spPr>
            <a:xfrm>
              <a:off x="9818153" y="5617930"/>
              <a:ext cx="53570" cy="66084"/>
            </a:xfrm>
            <a:custGeom>
              <a:avLst/>
              <a:gdLst>
                <a:gd name="connsiteX0" fmla="*/ 33975 w 60504"/>
                <a:gd name="connsiteY0" fmla="*/ 109 h 74638"/>
                <a:gd name="connsiteX1" fmla="*/ 26530 w 60504"/>
                <a:gd name="connsiteY1" fmla="*/ 109 h 74638"/>
                <a:gd name="connsiteX2" fmla="*/ 0 w 60504"/>
                <a:gd name="connsiteY2" fmla="*/ 15986 h 74638"/>
                <a:gd name="connsiteX3" fmla="*/ 0 w 60504"/>
                <a:gd name="connsiteY3" fmla="*/ 58762 h 74638"/>
                <a:gd name="connsiteX4" fmla="*/ 26530 w 60504"/>
                <a:gd name="connsiteY4" fmla="*/ 74639 h 74638"/>
                <a:gd name="connsiteX5" fmla="*/ 33975 w 60504"/>
                <a:gd name="connsiteY5" fmla="*/ 74639 h 74638"/>
                <a:gd name="connsiteX6" fmla="*/ 60505 w 60504"/>
                <a:gd name="connsiteY6" fmla="*/ 59163 h 74638"/>
                <a:gd name="connsiteX7" fmla="*/ 60505 w 60504"/>
                <a:gd name="connsiteY7" fmla="*/ 15402 h 74638"/>
                <a:gd name="connsiteX8" fmla="*/ 33975 w 60504"/>
                <a:gd name="connsiteY8" fmla="*/ 0 h 74638"/>
                <a:gd name="connsiteX9" fmla="*/ 33975 w 60504"/>
                <a:gd name="connsiteY9" fmla="*/ 109 h 74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504" h="74638">
                  <a:moveTo>
                    <a:pt x="33975" y="109"/>
                  </a:moveTo>
                  <a:lnTo>
                    <a:pt x="26530" y="109"/>
                  </a:lnTo>
                  <a:cubicBezTo>
                    <a:pt x="11897" y="109"/>
                    <a:pt x="37" y="7227"/>
                    <a:pt x="0" y="15986"/>
                  </a:cubicBezTo>
                  <a:lnTo>
                    <a:pt x="0" y="58762"/>
                  </a:lnTo>
                  <a:cubicBezTo>
                    <a:pt x="0" y="67558"/>
                    <a:pt x="11897" y="74639"/>
                    <a:pt x="26530" y="74639"/>
                  </a:cubicBezTo>
                  <a:lnTo>
                    <a:pt x="33975" y="74639"/>
                  </a:lnTo>
                  <a:cubicBezTo>
                    <a:pt x="48353" y="74639"/>
                    <a:pt x="59994" y="67704"/>
                    <a:pt x="60505" y="59163"/>
                  </a:cubicBezTo>
                  <a:lnTo>
                    <a:pt x="60505" y="15402"/>
                  </a:lnTo>
                  <a:cubicBezTo>
                    <a:pt x="60067" y="6861"/>
                    <a:pt x="48353" y="0"/>
                    <a:pt x="33975" y="0"/>
                  </a:cubicBezTo>
                  <a:lnTo>
                    <a:pt x="33975" y="109"/>
                  </a:lnTo>
                  <a:close/>
                </a:path>
              </a:pathLst>
            </a:custGeom>
            <a:solidFill>
              <a:srgbClr val="007B85"/>
            </a:solidFill>
            <a:ln w="3646" cap="flat">
              <a:noFill/>
              <a:prstDash val="solid"/>
              <a:miter/>
            </a:ln>
          </p:spPr>
          <p:txBody>
            <a:bodyPr rtlCol="0" anchor="ctr"/>
            <a:lstStyle/>
            <a:p>
              <a:endParaRPr lang="en-GR"/>
            </a:p>
          </p:txBody>
        </p:sp>
        <p:sp>
          <p:nvSpPr>
            <p:cNvPr id="971" name="Freeform 786">
              <a:extLst>
                <a:ext uri="{FF2B5EF4-FFF2-40B4-BE49-F238E27FC236}">
                  <a16:creationId xmlns:a16="http://schemas.microsoft.com/office/drawing/2014/main" id="{81291F8D-72CB-C3A4-7B5B-C1161169E265}"/>
                </a:ext>
              </a:extLst>
            </p:cNvPr>
            <p:cNvSpPr/>
            <p:nvPr/>
          </p:nvSpPr>
          <p:spPr>
            <a:xfrm>
              <a:off x="9835891" y="5523215"/>
              <a:ext cx="17996" cy="86152"/>
            </a:xfrm>
            <a:custGeom>
              <a:avLst/>
              <a:gdLst>
                <a:gd name="connsiteX0" fmla="*/ 13940 w 20326"/>
                <a:gd name="connsiteY0" fmla="*/ 96903 h 97304"/>
                <a:gd name="connsiteX1" fmla="*/ 20327 w 20326"/>
                <a:gd name="connsiteY1" fmla="*/ 97304 h 97304"/>
                <a:gd name="connsiteX2" fmla="*/ 20327 w 20326"/>
                <a:gd name="connsiteY2" fmla="*/ 0 h 97304"/>
                <a:gd name="connsiteX3" fmla="*/ 0 w 20326"/>
                <a:gd name="connsiteY3" fmla="*/ 0 h 97304"/>
                <a:gd name="connsiteX4" fmla="*/ 0 w 20326"/>
                <a:gd name="connsiteY4" fmla="*/ 97268 h 97304"/>
                <a:gd name="connsiteX5" fmla="*/ 6459 w 20326"/>
                <a:gd name="connsiteY5" fmla="*/ 96866 h 97304"/>
                <a:gd name="connsiteX6" fmla="*/ 13867 w 20326"/>
                <a:gd name="connsiteY6" fmla="*/ 96866 h 97304"/>
                <a:gd name="connsiteX7" fmla="*/ 13940 w 20326"/>
                <a:gd name="connsiteY7" fmla="*/ 96903 h 97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26" h="97304">
                  <a:moveTo>
                    <a:pt x="13940" y="96903"/>
                  </a:moveTo>
                  <a:cubicBezTo>
                    <a:pt x="16130" y="96903"/>
                    <a:pt x="18246" y="97048"/>
                    <a:pt x="20327" y="97304"/>
                  </a:cubicBezTo>
                  <a:lnTo>
                    <a:pt x="20327" y="0"/>
                  </a:lnTo>
                  <a:lnTo>
                    <a:pt x="0" y="0"/>
                  </a:lnTo>
                  <a:lnTo>
                    <a:pt x="0" y="97268"/>
                  </a:lnTo>
                  <a:cubicBezTo>
                    <a:pt x="2080" y="97012"/>
                    <a:pt x="4197" y="96866"/>
                    <a:pt x="6459" y="96866"/>
                  </a:cubicBezTo>
                  <a:lnTo>
                    <a:pt x="13867" y="96866"/>
                  </a:lnTo>
                  <a:lnTo>
                    <a:pt x="13940" y="96903"/>
                  </a:lnTo>
                  <a:close/>
                </a:path>
              </a:pathLst>
            </a:custGeom>
            <a:solidFill>
              <a:srgbClr val="007B85"/>
            </a:solidFill>
            <a:ln w="3646" cap="flat">
              <a:noFill/>
              <a:prstDash val="solid"/>
              <a:miter/>
            </a:ln>
          </p:spPr>
          <p:txBody>
            <a:bodyPr rtlCol="0" anchor="ctr"/>
            <a:lstStyle/>
            <a:p>
              <a:endParaRPr lang="en-GR"/>
            </a:p>
          </p:txBody>
        </p:sp>
        <p:sp>
          <p:nvSpPr>
            <p:cNvPr id="972" name="Freeform 787">
              <a:extLst>
                <a:ext uri="{FF2B5EF4-FFF2-40B4-BE49-F238E27FC236}">
                  <a16:creationId xmlns:a16="http://schemas.microsoft.com/office/drawing/2014/main" id="{B3FD3825-D48E-0C4A-F506-95D6C546786D}"/>
                </a:ext>
              </a:extLst>
            </p:cNvPr>
            <p:cNvSpPr/>
            <p:nvPr/>
          </p:nvSpPr>
          <p:spPr>
            <a:xfrm>
              <a:off x="9835891" y="5692998"/>
              <a:ext cx="17996" cy="11181"/>
            </a:xfrm>
            <a:custGeom>
              <a:avLst/>
              <a:gdLst>
                <a:gd name="connsiteX0" fmla="*/ 0 w 20326"/>
                <a:gd name="connsiteY0" fmla="*/ 73 h 12628"/>
                <a:gd name="connsiteX1" fmla="*/ 0 w 20326"/>
                <a:gd name="connsiteY1" fmla="*/ 12628 h 12628"/>
                <a:gd name="connsiteX2" fmla="*/ 20327 w 20326"/>
                <a:gd name="connsiteY2" fmla="*/ 12628 h 12628"/>
                <a:gd name="connsiteX3" fmla="*/ 20327 w 20326"/>
                <a:gd name="connsiteY3" fmla="*/ 0 h 12628"/>
                <a:gd name="connsiteX4" fmla="*/ 13940 w 20326"/>
                <a:gd name="connsiteY4" fmla="*/ 73 h 12628"/>
                <a:gd name="connsiteX5" fmla="*/ 0 w 20326"/>
                <a:gd name="connsiteY5" fmla="*/ 73 h 12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326" h="12628">
                  <a:moveTo>
                    <a:pt x="0" y="73"/>
                  </a:moveTo>
                  <a:lnTo>
                    <a:pt x="0" y="12628"/>
                  </a:lnTo>
                  <a:lnTo>
                    <a:pt x="20327" y="12628"/>
                  </a:lnTo>
                  <a:lnTo>
                    <a:pt x="20327" y="0"/>
                  </a:lnTo>
                  <a:lnTo>
                    <a:pt x="13940" y="73"/>
                  </a:lnTo>
                  <a:lnTo>
                    <a:pt x="0" y="73"/>
                  </a:lnTo>
                  <a:close/>
                </a:path>
              </a:pathLst>
            </a:custGeom>
            <a:solidFill>
              <a:srgbClr val="007B85"/>
            </a:solidFill>
            <a:ln w="3646" cap="flat">
              <a:noFill/>
              <a:prstDash val="solid"/>
              <a:miter/>
            </a:ln>
          </p:spPr>
          <p:txBody>
            <a:bodyPr rtlCol="0" anchor="ctr"/>
            <a:lstStyle/>
            <a:p>
              <a:endParaRPr lang="en-GR"/>
            </a:p>
          </p:txBody>
        </p:sp>
        <p:sp>
          <p:nvSpPr>
            <p:cNvPr id="973" name="Freeform 788">
              <a:extLst>
                <a:ext uri="{FF2B5EF4-FFF2-40B4-BE49-F238E27FC236}">
                  <a16:creationId xmlns:a16="http://schemas.microsoft.com/office/drawing/2014/main" id="{08411EEB-3D79-07DE-8A65-31DF43C5F110}"/>
                </a:ext>
              </a:extLst>
            </p:cNvPr>
            <p:cNvSpPr/>
            <p:nvPr/>
          </p:nvSpPr>
          <p:spPr>
            <a:xfrm>
              <a:off x="9880963" y="5572204"/>
              <a:ext cx="53570" cy="66084"/>
            </a:xfrm>
            <a:custGeom>
              <a:avLst/>
              <a:gdLst>
                <a:gd name="connsiteX0" fmla="*/ 33974 w 60504"/>
                <a:gd name="connsiteY0" fmla="*/ 109 h 74638"/>
                <a:gd name="connsiteX1" fmla="*/ 26530 w 60504"/>
                <a:gd name="connsiteY1" fmla="*/ 109 h 74638"/>
                <a:gd name="connsiteX2" fmla="*/ 0 w 60504"/>
                <a:gd name="connsiteY2" fmla="*/ 15986 h 74638"/>
                <a:gd name="connsiteX3" fmla="*/ 0 w 60504"/>
                <a:gd name="connsiteY3" fmla="*/ 58762 h 74638"/>
                <a:gd name="connsiteX4" fmla="*/ 26530 w 60504"/>
                <a:gd name="connsiteY4" fmla="*/ 74639 h 74638"/>
                <a:gd name="connsiteX5" fmla="*/ 33974 w 60504"/>
                <a:gd name="connsiteY5" fmla="*/ 74639 h 74638"/>
                <a:gd name="connsiteX6" fmla="*/ 60505 w 60504"/>
                <a:gd name="connsiteY6" fmla="*/ 59163 h 74638"/>
                <a:gd name="connsiteX7" fmla="*/ 60505 w 60504"/>
                <a:gd name="connsiteY7" fmla="*/ 15439 h 74638"/>
                <a:gd name="connsiteX8" fmla="*/ 33974 w 60504"/>
                <a:gd name="connsiteY8" fmla="*/ 0 h 74638"/>
                <a:gd name="connsiteX9" fmla="*/ 33974 w 60504"/>
                <a:gd name="connsiteY9" fmla="*/ 109 h 74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504" h="74638">
                  <a:moveTo>
                    <a:pt x="33974" y="109"/>
                  </a:moveTo>
                  <a:lnTo>
                    <a:pt x="26530" y="109"/>
                  </a:lnTo>
                  <a:cubicBezTo>
                    <a:pt x="11897" y="109"/>
                    <a:pt x="37" y="7227"/>
                    <a:pt x="0" y="15986"/>
                  </a:cubicBezTo>
                  <a:lnTo>
                    <a:pt x="0" y="58762"/>
                  </a:lnTo>
                  <a:cubicBezTo>
                    <a:pt x="0" y="67558"/>
                    <a:pt x="11897" y="74639"/>
                    <a:pt x="26530" y="74639"/>
                  </a:cubicBezTo>
                  <a:lnTo>
                    <a:pt x="33974" y="74639"/>
                  </a:lnTo>
                  <a:cubicBezTo>
                    <a:pt x="48353" y="74639"/>
                    <a:pt x="59994" y="67704"/>
                    <a:pt x="60505" y="59163"/>
                  </a:cubicBezTo>
                  <a:lnTo>
                    <a:pt x="60505" y="15439"/>
                  </a:lnTo>
                  <a:cubicBezTo>
                    <a:pt x="60067" y="6898"/>
                    <a:pt x="48353" y="0"/>
                    <a:pt x="33974" y="0"/>
                  </a:cubicBezTo>
                  <a:lnTo>
                    <a:pt x="33974" y="109"/>
                  </a:lnTo>
                  <a:close/>
                </a:path>
              </a:pathLst>
            </a:custGeom>
            <a:solidFill>
              <a:srgbClr val="007B85"/>
            </a:solidFill>
            <a:ln w="3646" cap="flat">
              <a:noFill/>
              <a:prstDash val="solid"/>
              <a:miter/>
            </a:ln>
          </p:spPr>
          <p:txBody>
            <a:bodyPr rtlCol="0" anchor="ctr"/>
            <a:lstStyle/>
            <a:p>
              <a:endParaRPr lang="en-GR"/>
            </a:p>
          </p:txBody>
        </p:sp>
        <p:sp>
          <p:nvSpPr>
            <p:cNvPr id="974" name="Freeform 789">
              <a:extLst>
                <a:ext uri="{FF2B5EF4-FFF2-40B4-BE49-F238E27FC236}">
                  <a16:creationId xmlns:a16="http://schemas.microsoft.com/office/drawing/2014/main" id="{9887D5FD-FBF0-DB79-8AB2-A7A96430F06C}"/>
                </a:ext>
              </a:extLst>
            </p:cNvPr>
            <p:cNvSpPr/>
            <p:nvPr/>
          </p:nvSpPr>
          <p:spPr>
            <a:xfrm>
              <a:off x="9898702" y="5647305"/>
              <a:ext cx="17996" cy="56874"/>
            </a:xfrm>
            <a:custGeom>
              <a:avLst/>
              <a:gdLst>
                <a:gd name="connsiteX0" fmla="*/ 0 w 20326"/>
                <a:gd name="connsiteY0" fmla="*/ 37 h 64236"/>
                <a:gd name="connsiteX1" fmla="*/ 0 w 20326"/>
                <a:gd name="connsiteY1" fmla="*/ 64237 h 64236"/>
                <a:gd name="connsiteX2" fmla="*/ 20326 w 20326"/>
                <a:gd name="connsiteY2" fmla="*/ 64237 h 64236"/>
                <a:gd name="connsiteX3" fmla="*/ 20326 w 20326"/>
                <a:gd name="connsiteY3" fmla="*/ 0 h 64236"/>
                <a:gd name="connsiteX4" fmla="*/ 13940 w 20326"/>
                <a:gd name="connsiteY4" fmla="*/ 37 h 64236"/>
                <a:gd name="connsiteX5" fmla="*/ 0 w 20326"/>
                <a:gd name="connsiteY5" fmla="*/ 37 h 64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326" h="64236">
                  <a:moveTo>
                    <a:pt x="0" y="37"/>
                  </a:moveTo>
                  <a:lnTo>
                    <a:pt x="0" y="64237"/>
                  </a:lnTo>
                  <a:lnTo>
                    <a:pt x="20326" y="64237"/>
                  </a:lnTo>
                  <a:lnTo>
                    <a:pt x="20326" y="0"/>
                  </a:lnTo>
                  <a:lnTo>
                    <a:pt x="13940" y="37"/>
                  </a:lnTo>
                  <a:lnTo>
                    <a:pt x="0" y="37"/>
                  </a:lnTo>
                  <a:close/>
                </a:path>
              </a:pathLst>
            </a:custGeom>
            <a:solidFill>
              <a:srgbClr val="007B85"/>
            </a:solidFill>
            <a:ln w="3646" cap="flat">
              <a:noFill/>
              <a:prstDash val="solid"/>
              <a:miter/>
            </a:ln>
          </p:spPr>
          <p:txBody>
            <a:bodyPr rtlCol="0" anchor="ctr"/>
            <a:lstStyle/>
            <a:p>
              <a:endParaRPr lang="en-GR"/>
            </a:p>
          </p:txBody>
        </p:sp>
        <p:sp>
          <p:nvSpPr>
            <p:cNvPr id="975" name="Freeform 790">
              <a:extLst>
                <a:ext uri="{FF2B5EF4-FFF2-40B4-BE49-F238E27FC236}">
                  <a16:creationId xmlns:a16="http://schemas.microsoft.com/office/drawing/2014/main" id="{76959164-57C0-F6B2-18EB-B01BE17E2590}"/>
                </a:ext>
              </a:extLst>
            </p:cNvPr>
            <p:cNvSpPr/>
            <p:nvPr/>
          </p:nvSpPr>
          <p:spPr>
            <a:xfrm>
              <a:off x="9898702" y="5523215"/>
              <a:ext cx="17996" cy="40393"/>
            </a:xfrm>
            <a:custGeom>
              <a:avLst/>
              <a:gdLst>
                <a:gd name="connsiteX0" fmla="*/ 13940 w 20326"/>
                <a:gd name="connsiteY0" fmla="*/ 45221 h 45622"/>
                <a:gd name="connsiteX1" fmla="*/ 20326 w 20326"/>
                <a:gd name="connsiteY1" fmla="*/ 45623 h 45622"/>
                <a:gd name="connsiteX2" fmla="*/ 20326 w 20326"/>
                <a:gd name="connsiteY2" fmla="*/ 0 h 45622"/>
                <a:gd name="connsiteX3" fmla="*/ 0 w 20326"/>
                <a:gd name="connsiteY3" fmla="*/ 0 h 45622"/>
                <a:gd name="connsiteX4" fmla="*/ 0 w 20326"/>
                <a:gd name="connsiteY4" fmla="*/ 45623 h 45622"/>
                <a:gd name="connsiteX5" fmla="*/ 6459 w 20326"/>
                <a:gd name="connsiteY5" fmla="*/ 45221 h 45622"/>
                <a:gd name="connsiteX6" fmla="*/ 13940 w 20326"/>
                <a:gd name="connsiteY6" fmla="*/ 45221 h 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26" h="45622">
                  <a:moveTo>
                    <a:pt x="13940" y="45221"/>
                  </a:moveTo>
                  <a:cubicBezTo>
                    <a:pt x="16129" y="45221"/>
                    <a:pt x="18246" y="45367"/>
                    <a:pt x="20326" y="45623"/>
                  </a:cubicBezTo>
                  <a:lnTo>
                    <a:pt x="20326" y="0"/>
                  </a:lnTo>
                  <a:lnTo>
                    <a:pt x="0" y="0"/>
                  </a:lnTo>
                  <a:lnTo>
                    <a:pt x="0" y="45623"/>
                  </a:lnTo>
                  <a:cubicBezTo>
                    <a:pt x="2080" y="45367"/>
                    <a:pt x="4233" y="45221"/>
                    <a:pt x="6459" y="45221"/>
                  </a:cubicBezTo>
                  <a:lnTo>
                    <a:pt x="13940" y="45221"/>
                  </a:lnTo>
                  <a:close/>
                </a:path>
              </a:pathLst>
            </a:custGeom>
            <a:solidFill>
              <a:srgbClr val="007B85"/>
            </a:solidFill>
            <a:ln w="3646" cap="flat">
              <a:noFill/>
              <a:prstDash val="solid"/>
              <a:miter/>
            </a:ln>
          </p:spPr>
          <p:txBody>
            <a:bodyPr rtlCol="0" anchor="ctr"/>
            <a:lstStyle/>
            <a:p>
              <a:endParaRPr lang="en-GR"/>
            </a:p>
          </p:txBody>
        </p:sp>
      </p:grpSp>
      <p:grpSp>
        <p:nvGrpSpPr>
          <p:cNvPr id="976" name="Group 975">
            <a:extLst>
              <a:ext uri="{FF2B5EF4-FFF2-40B4-BE49-F238E27FC236}">
                <a16:creationId xmlns:a16="http://schemas.microsoft.com/office/drawing/2014/main" id="{8D096F7F-B305-BAEF-2C91-A91512CEA772}"/>
              </a:ext>
            </a:extLst>
          </p:cNvPr>
          <p:cNvGrpSpPr/>
          <p:nvPr/>
        </p:nvGrpSpPr>
        <p:grpSpPr>
          <a:xfrm>
            <a:off x="5582272" y="5856060"/>
            <a:ext cx="178603" cy="180964"/>
            <a:chOff x="4430114" y="5856060"/>
            <a:chExt cx="178603" cy="180964"/>
          </a:xfrm>
        </p:grpSpPr>
        <p:sp>
          <p:nvSpPr>
            <p:cNvPr id="977" name="Freeform 791">
              <a:extLst>
                <a:ext uri="{FF2B5EF4-FFF2-40B4-BE49-F238E27FC236}">
                  <a16:creationId xmlns:a16="http://schemas.microsoft.com/office/drawing/2014/main" id="{97832B02-5D5C-FBF3-26D9-4A9A59B593A6}"/>
                </a:ext>
              </a:extLst>
            </p:cNvPr>
            <p:cNvSpPr/>
            <p:nvPr/>
          </p:nvSpPr>
          <p:spPr>
            <a:xfrm>
              <a:off x="4487222" y="5914065"/>
              <a:ext cx="64972" cy="64986"/>
            </a:xfrm>
            <a:custGeom>
              <a:avLst/>
              <a:gdLst>
                <a:gd name="connsiteX0" fmla="*/ 0 w 73382"/>
                <a:gd name="connsiteY0" fmla="*/ 36717 h 73398"/>
                <a:gd name="connsiteX1" fmla="*/ 36693 w 73382"/>
                <a:gd name="connsiteY1" fmla="*/ 0 h 73398"/>
                <a:gd name="connsiteX2" fmla="*/ 73383 w 73382"/>
                <a:gd name="connsiteY2" fmla="*/ 36717 h 73398"/>
                <a:gd name="connsiteX3" fmla="*/ 36693 w 73382"/>
                <a:gd name="connsiteY3" fmla="*/ 73398 h 73398"/>
                <a:gd name="connsiteX4" fmla="*/ 0 w 73382"/>
                <a:gd name="connsiteY4" fmla="*/ 36717 h 733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382" h="73398">
                  <a:moveTo>
                    <a:pt x="0" y="36717"/>
                  </a:moveTo>
                  <a:cubicBezTo>
                    <a:pt x="0" y="16424"/>
                    <a:pt x="16455" y="0"/>
                    <a:pt x="36693" y="0"/>
                  </a:cubicBezTo>
                  <a:cubicBezTo>
                    <a:pt x="56980" y="0"/>
                    <a:pt x="73383" y="16424"/>
                    <a:pt x="73383" y="36717"/>
                  </a:cubicBezTo>
                  <a:cubicBezTo>
                    <a:pt x="73383" y="57010"/>
                    <a:pt x="56980" y="73398"/>
                    <a:pt x="36693" y="73398"/>
                  </a:cubicBezTo>
                  <a:cubicBezTo>
                    <a:pt x="16403" y="73398"/>
                    <a:pt x="0" y="57010"/>
                    <a:pt x="0" y="36717"/>
                  </a:cubicBezTo>
                  <a:close/>
                </a:path>
              </a:pathLst>
            </a:custGeom>
            <a:solidFill>
              <a:srgbClr val="007B85"/>
            </a:solidFill>
            <a:ln w="3646" cap="flat">
              <a:noFill/>
              <a:prstDash val="solid"/>
              <a:miter/>
            </a:ln>
          </p:spPr>
          <p:txBody>
            <a:bodyPr rtlCol="0" anchor="ctr"/>
            <a:lstStyle/>
            <a:p>
              <a:endParaRPr lang="en-GR"/>
            </a:p>
          </p:txBody>
        </p:sp>
        <p:sp>
          <p:nvSpPr>
            <p:cNvPr id="978" name="Freeform 792">
              <a:extLst>
                <a:ext uri="{FF2B5EF4-FFF2-40B4-BE49-F238E27FC236}">
                  <a16:creationId xmlns:a16="http://schemas.microsoft.com/office/drawing/2014/main" id="{B56D5681-3BA9-757B-798A-143183AD2745}"/>
                </a:ext>
              </a:extLst>
            </p:cNvPr>
            <p:cNvSpPr/>
            <p:nvPr/>
          </p:nvSpPr>
          <p:spPr>
            <a:xfrm>
              <a:off x="4430114" y="5856060"/>
              <a:ext cx="178603" cy="180964"/>
            </a:xfrm>
            <a:custGeom>
              <a:avLst/>
              <a:gdLst>
                <a:gd name="connsiteX0" fmla="*/ 182393 w 201723"/>
                <a:gd name="connsiteY0" fmla="*/ 111283 h 204389"/>
                <a:gd name="connsiteX1" fmla="*/ 182240 w 201723"/>
                <a:gd name="connsiteY1" fmla="*/ 111356 h 204389"/>
                <a:gd name="connsiteX2" fmla="*/ 198797 w 201723"/>
                <a:gd name="connsiteY2" fmla="*/ 125590 h 204389"/>
                <a:gd name="connsiteX3" fmla="*/ 199563 w 201723"/>
                <a:gd name="connsiteY3" fmla="*/ 136430 h 204389"/>
                <a:gd name="connsiteX4" fmla="*/ 176565 w 201723"/>
                <a:gd name="connsiteY4" fmla="*/ 174242 h 204389"/>
                <a:gd name="connsiteX5" fmla="*/ 166552 w 201723"/>
                <a:gd name="connsiteY5" fmla="*/ 178513 h 204389"/>
                <a:gd name="connsiteX6" fmla="*/ 146215 w 201723"/>
                <a:gd name="connsiteY6" fmla="*/ 170337 h 204389"/>
                <a:gd name="connsiteX7" fmla="*/ 135329 w 201723"/>
                <a:gd name="connsiteY7" fmla="*/ 176395 h 204389"/>
                <a:gd name="connsiteX8" fmla="*/ 131753 w 201723"/>
                <a:gd name="connsiteY8" fmla="*/ 198112 h 204389"/>
                <a:gd name="connsiteX9" fmla="*/ 122910 w 201723"/>
                <a:gd name="connsiteY9" fmla="*/ 204390 h 204389"/>
                <a:gd name="connsiteX10" fmla="*/ 78659 w 201723"/>
                <a:gd name="connsiteY10" fmla="*/ 204390 h 204389"/>
                <a:gd name="connsiteX11" fmla="*/ 69817 w 201723"/>
                <a:gd name="connsiteY11" fmla="*/ 198112 h 204389"/>
                <a:gd name="connsiteX12" fmla="*/ 66190 w 201723"/>
                <a:gd name="connsiteY12" fmla="*/ 176067 h 204389"/>
                <a:gd name="connsiteX13" fmla="*/ 54589 w 201723"/>
                <a:gd name="connsiteY13" fmla="*/ 169425 h 204389"/>
                <a:gd name="connsiteX14" fmla="*/ 33792 w 201723"/>
                <a:gd name="connsiteY14" fmla="*/ 177417 h 204389"/>
                <a:gd name="connsiteX15" fmla="*/ 23877 w 201723"/>
                <a:gd name="connsiteY15" fmla="*/ 172965 h 204389"/>
                <a:gd name="connsiteX16" fmla="*/ 1496 w 201723"/>
                <a:gd name="connsiteY16" fmla="*/ 134788 h 204389"/>
                <a:gd name="connsiteX17" fmla="*/ 2467 w 201723"/>
                <a:gd name="connsiteY17" fmla="*/ 123948 h 204389"/>
                <a:gd name="connsiteX18" fmla="*/ 19739 w 201723"/>
                <a:gd name="connsiteY18" fmla="*/ 109567 h 204389"/>
                <a:gd name="connsiteX19" fmla="*/ 19841 w 201723"/>
                <a:gd name="connsiteY19" fmla="*/ 93435 h 204389"/>
                <a:gd name="connsiteX20" fmla="*/ 2824 w 201723"/>
                <a:gd name="connsiteY20" fmla="*/ 78799 h 204389"/>
                <a:gd name="connsiteX21" fmla="*/ 2058 w 201723"/>
                <a:gd name="connsiteY21" fmla="*/ 67960 h 204389"/>
                <a:gd name="connsiteX22" fmla="*/ 25052 w 201723"/>
                <a:gd name="connsiteY22" fmla="*/ 30147 h 204389"/>
                <a:gd name="connsiteX23" fmla="*/ 35069 w 201723"/>
                <a:gd name="connsiteY23" fmla="*/ 25877 h 204389"/>
                <a:gd name="connsiteX24" fmla="*/ 55764 w 201723"/>
                <a:gd name="connsiteY24" fmla="*/ 34199 h 204389"/>
                <a:gd name="connsiteX25" fmla="*/ 66292 w 201723"/>
                <a:gd name="connsiteY25" fmla="*/ 28323 h 204389"/>
                <a:gd name="connsiteX26" fmla="*/ 69920 w 201723"/>
                <a:gd name="connsiteY26" fmla="*/ 6278 h 204389"/>
                <a:gd name="connsiteX27" fmla="*/ 78762 w 201723"/>
                <a:gd name="connsiteY27" fmla="*/ 0 h 204389"/>
                <a:gd name="connsiteX28" fmla="*/ 123013 w 201723"/>
                <a:gd name="connsiteY28" fmla="*/ 0 h 204389"/>
                <a:gd name="connsiteX29" fmla="*/ 131855 w 201723"/>
                <a:gd name="connsiteY29" fmla="*/ 6278 h 204389"/>
                <a:gd name="connsiteX30" fmla="*/ 135482 w 201723"/>
                <a:gd name="connsiteY30" fmla="*/ 28067 h 204389"/>
                <a:gd name="connsiteX31" fmla="*/ 147441 w 201723"/>
                <a:gd name="connsiteY31" fmla="*/ 34819 h 204389"/>
                <a:gd name="connsiteX32" fmla="*/ 167931 w 201723"/>
                <a:gd name="connsiteY32" fmla="*/ 26936 h 204389"/>
                <a:gd name="connsiteX33" fmla="*/ 177843 w 201723"/>
                <a:gd name="connsiteY33" fmla="*/ 31388 h 204389"/>
                <a:gd name="connsiteX34" fmla="*/ 200227 w 201723"/>
                <a:gd name="connsiteY34" fmla="*/ 69566 h 204389"/>
                <a:gd name="connsiteX35" fmla="*/ 199257 w 201723"/>
                <a:gd name="connsiteY35" fmla="*/ 80406 h 204389"/>
                <a:gd name="connsiteX36" fmla="*/ 182495 w 201723"/>
                <a:gd name="connsiteY36" fmla="*/ 94348 h 204389"/>
                <a:gd name="connsiteX37" fmla="*/ 182393 w 201723"/>
                <a:gd name="connsiteY37" fmla="*/ 111283 h 204389"/>
                <a:gd name="connsiteX38" fmla="*/ 44013 w 201723"/>
                <a:gd name="connsiteY38" fmla="*/ 102158 h 204389"/>
                <a:gd name="connsiteX39" fmla="*/ 101143 w 201723"/>
                <a:gd name="connsiteY39" fmla="*/ 159314 h 204389"/>
                <a:gd name="connsiteX40" fmla="*/ 158272 w 201723"/>
                <a:gd name="connsiteY40" fmla="*/ 102158 h 204389"/>
                <a:gd name="connsiteX41" fmla="*/ 101143 w 201723"/>
                <a:gd name="connsiteY41" fmla="*/ 45039 h 204389"/>
                <a:gd name="connsiteX42" fmla="*/ 44013 w 201723"/>
                <a:gd name="connsiteY42" fmla="*/ 102158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1723" h="204389">
                  <a:moveTo>
                    <a:pt x="182393" y="111283"/>
                  </a:moveTo>
                  <a:lnTo>
                    <a:pt x="182240" y="111356"/>
                  </a:lnTo>
                  <a:lnTo>
                    <a:pt x="198797" y="125590"/>
                  </a:lnTo>
                  <a:cubicBezTo>
                    <a:pt x="201709" y="128072"/>
                    <a:pt x="201862" y="132598"/>
                    <a:pt x="199563" y="136430"/>
                  </a:cubicBezTo>
                  <a:lnTo>
                    <a:pt x="176565" y="174242"/>
                  </a:lnTo>
                  <a:cubicBezTo>
                    <a:pt x="174215" y="178075"/>
                    <a:pt x="170128" y="179973"/>
                    <a:pt x="166552" y="178513"/>
                  </a:cubicBezTo>
                  <a:lnTo>
                    <a:pt x="146215" y="170337"/>
                  </a:lnTo>
                  <a:cubicBezTo>
                    <a:pt x="142788" y="172636"/>
                    <a:pt x="139109" y="174644"/>
                    <a:pt x="135329" y="176395"/>
                  </a:cubicBezTo>
                  <a:lnTo>
                    <a:pt x="131753" y="198112"/>
                  </a:lnTo>
                  <a:cubicBezTo>
                    <a:pt x="131139" y="201871"/>
                    <a:pt x="127355" y="204390"/>
                    <a:pt x="122910" y="204390"/>
                  </a:cubicBezTo>
                  <a:lnTo>
                    <a:pt x="78659" y="204390"/>
                  </a:lnTo>
                  <a:cubicBezTo>
                    <a:pt x="74211" y="204390"/>
                    <a:pt x="70430" y="201944"/>
                    <a:pt x="69817" y="198112"/>
                  </a:cubicBezTo>
                  <a:lnTo>
                    <a:pt x="66190" y="176067"/>
                  </a:lnTo>
                  <a:cubicBezTo>
                    <a:pt x="62154" y="174132"/>
                    <a:pt x="58216" y="171943"/>
                    <a:pt x="54589" y="169425"/>
                  </a:cubicBezTo>
                  <a:lnTo>
                    <a:pt x="33792" y="177417"/>
                  </a:lnTo>
                  <a:cubicBezTo>
                    <a:pt x="30164" y="178768"/>
                    <a:pt x="26125" y="176797"/>
                    <a:pt x="23877" y="172965"/>
                  </a:cubicBezTo>
                  <a:lnTo>
                    <a:pt x="1496" y="134788"/>
                  </a:lnTo>
                  <a:cubicBezTo>
                    <a:pt x="-752" y="130955"/>
                    <a:pt x="-497" y="126430"/>
                    <a:pt x="2467" y="123948"/>
                  </a:cubicBezTo>
                  <a:lnTo>
                    <a:pt x="19739" y="109567"/>
                  </a:lnTo>
                  <a:cubicBezTo>
                    <a:pt x="19290" y="104202"/>
                    <a:pt x="19264" y="98800"/>
                    <a:pt x="19841" y="93435"/>
                  </a:cubicBezTo>
                  <a:lnTo>
                    <a:pt x="2824" y="78799"/>
                  </a:lnTo>
                  <a:cubicBezTo>
                    <a:pt x="-88" y="76318"/>
                    <a:pt x="-241" y="71792"/>
                    <a:pt x="2058" y="67960"/>
                  </a:cubicBezTo>
                  <a:lnTo>
                    <a:pt x="25052" y="30147"/>
                  </a:lnTo>
                  <a:cubicBezTo>
                    <a:pt x="27406" y="26315"/>
                    <a:pt x="31493" y="24417"/>
                    <a:pt x="35069" y="25877"/>
                  </a:cubicBezTo>
                  <a:lnTo>
                    <a:pt x="55764" y="34199"/>
                  </a:lnTo>
                  <a:cubicBezTo>
                    <a:pt x="59085" y="31936"/>
                    <a:pt x="62665" y="30038"/>
                    <a:pt x="66292" y="28323"/>
                  </a:cubicBezTo>
                  <a:lnTo>
                    <a:pt x="69920" y="6278"/>
                  </a:lnTo>
                  <a:cubicBezTo>
                    <a:pt x="70533" y="2518"/>
                    <a:pt x="74313" y="0"/>
                    <a:pt x="78762" y="0"/>
                  </a:cubicBezTo>
                  <a:lnTo>
                    <a:pt x="123013" y="0"/>
                  </a:lnTo>
                  <a:cubicBezTo>
                    <a:pt x="127461" y="0"/>
                    <a:pt x="131242" y="2446"/>
                    <a:pt x="131855" y="6278"/>
                  </a:cubicBezTo>
                  <a:lnTo>
                    <a:pt x="135482" y="28067"/>
                  </a:lnTo>
                  <a:cubicBezTo>
                    <a:pt x="139671" y="30001"/>
                    <a:pt x="143656" y="32191"/>
                    <a:pt x="147441" y="34819"/>
                  </a:cubicBezTo>
                  <a:lnTo>
                    <a:pt x="167931" y="26936"/>
                  </a:lnTo>
                  <a:cubicBezTo>
                    <a:pt x="171559" y="25549"/>
                    <a:pt x="175595" y="27556"/>
                    <a:pt x="177843" y="31388"/>
                  </a:cubicBezTo>
                  <a:lnTo>
                    <a:pt x="200227" y="69566"/>
                  </a:lnTo>
                  <a:cubicBezTo>
                    <a:pt x="202475" y="73398"/>
                    <a:pt x="202220" y="77887"/>
                    <a:pt x="199257" y="80406"/>
                  </a:cubicBezTo>
                  <a:lnTo>
                    <a:pt x="182495" y="94348"/>
                  </a:lnTo>
                  <a:cubicBezTo>
                    <a:pt x="183057" y="100005"/>
                    <a:pt x="182977" y="105625"/>
                    <a:pt x="182393" y="111283"/>
                  </a:cubicBezTo>
                  <a:close/>
                  <a:moveTo>
                    <a:pt x="44013" y="102158"/>
                  </a:moveTo>
                  <a:cubicBezTo>
                    <a:pt x="44013" y="133693"/>
                    <a:pt x="69664" y="159314"/>
                    <a:pt x="101143" y="159314"/>
                  </a:cubicBezTo>
                  <a:cubicBezTo>
                    <a:pt x="132672" y="159314"/>
                    <a:pt x="158272" y="133693"/>
                    <a:pt x="158272" y="102158"/>
                  </a:cubicBezTo>
                  <a:cubicBezTo>
                    <a:pt x="158272" y="70624"/>
                    <a:pt x="132672" y="45039"/>
                    <a:pt x="101143" y="45039"/>
                  </a:cubicBezTo>
                  <a:cubicBezTo>
                    <a:pt x="69613" y="45039"/>
                    <a:pt x="44013" y="70624"/>
                    <a:pt x="44013" y="102158"/>
                  </a:cubicBezTo>
                  <a:close/>
                </a:path>
              </a:pathLst>
            </a:custGeom>
            <a:solidFill>
              <a:srgbClr val="007B85"/>
            </a:solidFill>
            <a:ln w="3646" cap="flat">
              <a:noFill/>
              <a:prstDash val="solid"/>
              <a:miter/>
            </a:ln>
          </p:spPr>
          <p:txBody>
            <a:bodyPr rtlCol="0" anchor="ctr"/>
            <a:lstStyle/>
            <a:p>
              <a:endParaRPr lang="en-GR"/>
            </a:p>
          </p:txBody>
        </p:sp>
      </p:grpSp>
      <p:grpSp>
        <p:nvGrpSpPr>
          <p:cNvPr id="979" name="Group 978">
            <a:extLst>
              <a:ext uri="{FF2B5EF4-FFF2-40B4-BE49-F238E27FC236}">
                <a16:creationId xmlns:a16="http://schemas.microsoft.com/office/drawing/2014/main" id="{F10F5D67-594A-D6A4-706E-EE5E2D42A95F}"/>
              </a:ext>
            </a:extLst>
          </p:cNvPr>
          <p:cNvGrpSpPr/>
          <p:nvPr/>
        </p:nvGrpSpPr>
        <p:grpSpPr>
          <a:xfrm>
            <a:off x="5911833" y="5875451"/>
            <a:ext cx="187398" cy="139309"/>
            <a:chOff x="4759677" y="5875449"/>
            <a:chExt cx="187398" cy="139309"/>
          </a:xfrm>
        </p:grpSpPr>
        <p:sp>
          <p:nvSpPr>
            <p:cNvPr id="980" name="Freeform 793">
              <a:extLst>
                <a:ext uri="{FF2B5EF4-FFF2-40B4-BE49-F238E27FC236}">
                  <a16:creationId xmlns:a16="http://schemas.microsoft.com/office/drawing/2014/main" id="{6C4ABAB6-C940-EF25-B1F3-B28DE06AE016}"/>
                </a:ext>
              </a:extLst>
            </p:cNvPr>
            <p:cNvSpPr/>
            <p:nvPr/>
          </p:nvSpPr>
          <p:spPr>
            <a:xfrm>
              <a:off x="4759677" y="5875449"/>
              <a:ext cx="187398" cy="100500"/>
            </a:xfrm>
            <a:custGeom>
              <a:avLst/>
              <a:gdLst>
                <a:gd name="connsiteX0" fmla="*/ 98015 w 211656"/>
                <a:gd name="connsiteY0" fmla="*/ 1387 h 113509"/>
                <a:gd name="connsiteX1" fmla="*/ 105828 w 211656"/>
                <a:gd name="connsiteY1" fmla="*/ 0 h 113509"/>
                <a:gd name="connsiteX2" fmla="*/ 113642 w 211656"/>
                <a:gd name="connsiteY2" fmla="*/ 1387 h 113509"/>
                <a:gd name="connsiteX3" fmla="*/ 206449 w 211656"/>
                <a:gd name="connsiteY3" fmla="*/ 34892 h 113509"/>
                <a:gd name="connsiteX4" fmla="*/ 211657 w 211656"/>
                <a:gd name="connsiteY4" fmla="*/ 42374 h 113509"/>
                <a:gd name="connsiteX5" fmla="*/ 206449 w 211656"/>
                <a:gd name="connsiteY5" fmla="*/ 49857 h 113509"/>
                <a:gd name="connsiteX6" fmla="*/ 113601 w 211656"/>
                <a:gd name="connsiteY6" fmla="*/ 83252 h 113509"/>
                <a:gd name="connsiteX7" fmla="*/ 105770 w 211656"/>
                <a:gd name="connsiteY7" fmla="*/ 84639 h 113509"/>
                <a:gd name="connsiteX8" fmla="*/ 97939 w 211656"/>
                <a:gd name="connsiteY8" fmla="*/ 83252 h 113509"/>
                <a:gd name="connsiteX9" fmla="*/ 37164 w 211656"/>
                <a:gd name="connsiteY9" fmla="*/ 61390 h 113509"/>
                <a:gd name="connsiteX10" fmla="*/ 37164 w 211656"/>
                <a:gd name="connsiteY10" fmla="*/ 109421 h 113509"/>
                <a:gd name="connsiteX11" fmla="*/ 30311 w 211656"/>
                <a:gd name="connsiteY11" fmla="*/ 113509 h 113509"/>
                <a:gd name="connsiteX12" fmla="*/ 28391 w 211656"/>
                <a:gd name="connsiteY12" fmla="*/ 113509 h 113509"/>
                <a:gd name="connsiteX13" fmla="*/ 21538 w 211656"/>
                <a:gd name="connsiteY13" fmla="*/ 109458 h 113509"/>
                <a:gd name="connsiteX14" fmla="*/ 21538 w 211656"/>
                <a:gd name="connsiteY14" fmla="*/ 55733 h 113509"/>
                <a:gd name="connsiteX15" fmla="*/ 5207 w 211656"/>
                <a:gd name="connsiteY15" fmla="*/ 49857 h 113509"/>
                <a:gd name="connsiteX16" fmla="*/ 0 w 211656"/>
                <a:gd name="connsiteY16" fmla="*/ 42374 h 113509"/>
                <a:gd name="connsiteX17" fmla="*/ 5207 w 211656"/>
                <a:gd name="connsiteY17" fmla="*/ 34892 h 113509"/>
                <a:gd name="connsiteX18" fmla="*/ 98015 w 211656"/>
                <a:gd name="connsiteY18" fmla="*/ 1387 h 113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1656" h="113509">
                  <a:moveTo>
                    <a:pt x="98015" y="1387"/>
                  </a:moveTo>
                  <a:cubicBezTo>
                    <a:pt x="100515" y="474"/>
                    <a:pt x="103172" y="0"/>
                    <a:pt x="105828" y="0"/>
                  </a:cubicBezTo>
                  <a:cubicBezTo>
                    <a:pt x="108485" y="0"/>
                    <a:pt x="111142" y="474"/>
                    <a:pt x="113642" y="1387"/>
                  </a:cubicBezTo>
                  <a:lnTo>
                    <a:pt x="206449" y="34892"/>
                  </a:lnTo>
                  <a:cubicBezTo>
                    <a:pt x="209581" y="36060"/>
                    <a:pt x="211657" y="39053"/>
                    <a:pt x="211657" y="42374"/>
                  </a:cubicBezTo>
                  <a:cubicBezTo>
                    <a:pt x="211657" y="45696"/>
                    <a:pt x="209581" y="48725"/>
                    <a:pt x="206449" y="49857"/>
                  </a:cubicBezTo>
                  <a:lnTo>
                    <a:pt x="113601" y="83252"/>
                  </a:lnTo>
                  <a:cubicBezTo>
                    <a:pt x="111094" y="84165"/>
                    <a:pt x="108434" y="84639"/>
                    <a:pt x="105770" y="84639"/>
                  </a:cubicBezTo>
                  <a:cubicBezTo>
                    <a:pt x="103106" y="84639"/>
                    <a:pt x="100446" y="84165"/>
                    <a:pt x="97939" y="83252"/>
                  </a:cubicBezTo>
                  <a:lnTo>
                    <a:pt x="37164" y="61390"/>
                  </a:lnTo>
                  <a:lnTo>
                    <a:pt x="37164" y="109421"/>
                  </a:lnTo>
                  <a:cubicBezTo>
                    <a:pt x="37124" y="111721"/>
                    <a:pt x="34069" y="113509"/>
                    <a:pt x="30311" y="113509"/>
                  </a:cubicBezTo>
                  <a:lnTo>
                    <a:pt x="28391" y="113509"/>
                  </a:lnTo>
                  <a:cubicBezTo>
                    <a:pt x="24669" y="113509"/>
                    <a:pt x="21615" y="111721"/>
                    <a:pt x="21538" y="109458"/>
                  </a:cubicBezTo>
                  <a:lnTo>
                    <a:pt x="21538" y="55733"/>
                  </a:lnTo>
                  <a:lnTo>
                    <a:pt x="5207" y="49857"/>
                  </a:lnTo>
                  <a:cubicBezTo>
                    <a:pt x="2076" y="48688"/>
                    <a:pt x="0" y="45696"/>
                    <a:pt x="0" y="42374"/>
                  </a:cubicBezTo>
                  <a:cubicBezTo>
                    <a:pt x="0" y="39053"/>
                    <a:pt x="2076" y="36060"/>
                    <a:pt x="5207" y="34892"/>
                  </a:cubicBezTo>
                  <a:lnTo>
                    <a:pt x="98015" y="1387"/>
                  </a:lnTo>
                  <a:close/>
                </a:path>
              </a:pathLst>
            </a:custGeom>
            <a:solidFill>
              <a:srgbClr val="007B85"/>
            </a:solidFill>
            <a:ln w="3646" cap="flat">
              <a:noFill/>
              <a:prstDash val="solid"/>
              <a:miter/>
            </a:ln>
          </p:spPr>
          <p:txBody>
            <a:bodyPr rtlCol="0" anchor="ctr"/>
            <a:lstStyle/>
            <a:p>
              <a:endParaRPr lang="en-GR"/>
            </a:p>
          </p:txBody>
        </p:sp>
        <p:sp>
          <p:nvSpPr>
            <p:cNvPr id="981" name="Freeform 794">
              <a:extLst>
                <a:ext uri="{FF2B5EF4-FFF2-40B4-BE49-F238E27FC236}">
                  <a16:creationId xmlns:a16="http://schemas.microsoft.com/office/drawing/2014/main" id="{35AD6C2F-DB9F-1F7F-949D-D331192E84DC}"/>
                </a:ext>
              </a:extLst>
            </p:cNvPr>
            <p:cNvSpPr/>
            <p:nvPr/>
          </p:nvSpPr>
          <p:spPr>
            <a:xfrm>
              <a:off x="4853360" y="5875449"/>
              <a:ext cx="32" cy="3231"/>
            </a:xfrm>
            <a:custGeom>
              <a:avLst/>
              <a:gdLst>
                <a:gd name="connsiteX0" fmla="*/ 18 w 36"/>
                <a:gd name="connsiteY0" fmla="*/ 0 h 3649"/>
                <a:gd name="connsiteX1" fmla="*/ 37 w 36"/>
                <a:gd name="connsiteY1" fmla="*/ 0 h 3649"/>
                <a:gd name="connsiteX2" fmla="*/ 0 w 36"/>
                <a:gd name="connsiteY2" fmla="*/ 0 h 3649"/>
                <a:gd name="connsiteX3" fmla="*/ 18 w 36"/>
                <a:gd name="connsiteY3" fmla="*/ 0 h 3649"/>
              </a:gdLst>
              <a:ahLst/>
              <a:cxnLst>
                <a:cxn ang="0">
                  <a:pos x="connsiteX0" y="connsiteY0"/>
                </a:cxn>
                <a:cxn ang="0">
                  <a:pos x="connsiteX1" y="connsiteY1"/>
                </a:cxn>
                <a:cxn ang="0">
                  <a:pos x="connsiteX2" y="connsiteY2"/>
                </a:cxn>
                <a:cxn ang="0">
                  <a:pos x="connsiteX3" y="connsiteY3"/>
                </a:cxn>
              </a:cxnLst>
              <a:rect l="l" t="t" r="r" b="b"/>
              <a:pathLst>
                <a:path w="36" h="3649">
                  <a:moveTo>
                    <a:pt x="18" y="0"/>
                  </a:moveTo>
                  <a:lnTo>
                    <a:pt x="37" y="0"/>
                  </a:lnTo>
                  <a:lnTo>
                    <a:pt x="0" y="0"/>
                  </a:lnTo>
                  <a:lnTo>
                    <a:pt x="18" y="0"/>
                  </a:lnTo>
                  <a:close/>
                </a:path>
              </a:pathLst>
            </a:custGeom>
            <a:solidFill>
              <a:srgbClr val="007B85"/>
            </a:solidFill>
            <a:ln w="3646" cap="flat">
              <a:noFill/>
              <a:prstDash val="solid"/>
              <a:miter/>
            </a:ln>
          </p:spPr>
          <p:txBody>
            <a:bodyPr rtlCol="0" anchor="ctr"/>
            <a:lstStyle/>
            <a:p>
              <a:endParaRPr lang="en-GR"/>
            </a:p>
          </p:txBody>
        </p:sp>
        <p:sp>
          <p:nvSpPr>
            <p:cNvPr id="982" name="Freeform 795">
              <a:extLst>
                <a:ext uri="{FF2B5EF4-FFF2-40B4-BE49-F238E27FC236}">
                  <a16:creationId xmlns:a16="http://schemas.microsoft.com/office/drawing/2014/main" id="{275894C8-D0CD-992C-F05B-5EC7EB876266}"/>
                </a:ext>
              </a:extLst>
            </p:cNvPr>
            <p:cNvSpPr/>
            <p:nvPr/>
          </p:nvSpPr>
          <p:spPr>
            <a:xfrm>
              <a:off x="4900339" y="5944732"/>
              <a:ext cx="35" cy="3231"/>
            </a:xfrm>
            <a:custGeom>
              <a:avLst/>
              <a:gdLst>
                <a:gd name="connsiteX0" fmla="*/ 0 w 40"/>
                <a:gd name="connsiteY0" fmla="*/ 0 h 3649"/>
                <a:gd name="connsiteX1" fmla="*/ 40 w 40"/>
                <a:gd name="connsiteY1" fmla="*/ 0 h 3649"/>
                <a:gd name="connsiteX2" fmla="*/ 0 w 40"/>
                <a:gd name="connsiteY2" fmla="*/ 0 h 3649"/>
                <a:gd name="connsiteX3" fmla="*/ 0 w 40"/>
                <a:gd name="connsiteY3" fmla="*/ 0 h 3649"/>
              </a:gdLst>
              <a:ahLst/>
              <a:cxnLst>
                <a:cxn ang="0">
                  <a:pos x="connsiteX0" y="connsiteY0"/>
                </a:cxn>
                <a:cxn ang="0">
                  <a:pos x="connsiteX1" y="connsiteY1"/>
                </a:cxn>
                <a:cxn ang="0">
                  <a:pos x="connsiteX2" y="connsiteY2"/>
                </a:cxn>
                <a:cxn ang="0">
                  <a:pos x="connsiteX3" y="connsiteY3"/>
                </a:cxn>
              </a:cxnLst>
              <a:rect l="l" t="t" r="r" b="b"/>
              <a:pathLst>
                <a:path w="40" h="3649">
                  <a:moveTo>
                    <a:pt x="0" y="0"/>
                  </a:moveTo>
                  <a:lnTo>
                    <a:pt x="40" y="0"/>
                  </a:lnTo>
                  <a:lnTo>
                    <a:pt x="0" y="0"/>
                  </a:lnTo>
                  <a:lnTo>
                    <a:pt x="0" y="0"/>
                  </a:lnTo>
                  <a:close/>
                </a:path>
              </a:pathLst>
            </a:custGeom>
            <a:solidFill>
              <a:srgbClr val="007B85"/>
            </a:solidFill>
            <a:ln w="3646" cap="flat">
              <a:noFill/>
              <a:prstDash val="solid"/>
              <a:miter/>
            </a:ln>
          </p:spPr>
          <p:txBody>
            <a:bodyPr rtlCol="0" anchor="ctr"/>
            <a:lstStyle/>
            <a:p>
              <a:endParaRPr lang="en-GR"/>
            </a:p>
          </p:txBody>
        </p:sp>
        <p:sp>
          <p:nvSpPr>
            <p:cNvPr id="983" name="Freeform 796">
              <a:extLst>
                <a:ext uri="{FF2B5EF4-FFF2-40B4-BE49-F238E27FC236}">
                  <a16:creationId xmlns:a16="http://schemas.microsoft.com/office/drawing/2014/main" id="{AD8DB0DC-47C0-56E1-D8A8-36AC8AB27A48}"/>
                </a:ext>
              </a:extLst>
            </p:cNvPr>
            <p:cNvSpPr/>
            <p:nvPr/>
          </p:nvSpPr>
          <p:spPr>
            <a:xfrm>
              <a:off x="4806553" y="5944732"/>
              <a:ext cx="93787" cy="70026"/>
            </a:xfrm>
            <a:custGeom>
              <a:avLst/>
              <a:gdLst>
                <a:gd name="connsiteX0" fmla="*/ 105927 w 105927"/>
                <a:gd name="connsiteY0" fmla="*/ 0 h 79091"/>
                <a:gd name="connsiteX1" fmla="*/ 64380 w 105927"/>
                <a:gd name="connsiteY1" fmla="*/ 14965 h 79091"/>
                <a:gd name="connsiteX2" fmla="*/ 52943 w 105927"/>
                <a:gd name="connsiteY2" fmla="*/ 16972 h 79091"/>
                <a:gd name="connsiteX3" fmla="*/ 41551 w 105927"/>
                <a:gd name="connsiteY3" fmla="*/ 15001 h 79091"/>
                <a:gd name="connsiteX4" fmla="*/ 0 w 105927"/>
                <a:gd name="connsiteY4" fmla="*/ 37 h 79091"/>
                <a:gd name="connsiteX5" fmla="*/ 0 w 105927"/>
                <a:gd name="connsiteY5" fmla="*/ 51244 h 79091"/>
                <a:gd name="connsiteX6" fmla="*/ 46484 w 105927"/>
                <a:gd name="connsiteY6" fmla="*/ 79019 h 79091"/>
                <a:gd name="connsiteX7" fmla="*/ 46484 w 105927"/>
                <a:gd name="connsiteY7" fmla="*/ 79092 h 79091"/>
                <a:gd name="connsiteX8" fmla="*/ 59523 w 105927"/>
                <a:gd name="connsiteY8" fmla="*/ 79092 h 79091"/>
                <a:gd name="connsiteX9" fmla="*/ 59523 w 105927"/>
                <a:gd name="connsiteY9" fmla="*/ 79019 h 79091"/>
                <a:gd name="connsiteX10" fmla="*/ 105927 w 105927"/>
                <a:gd name="connsiteY10" fmla="*/ 52046 h 79091"/>
                <a:gd name="connsiteX11" fmla="*/ 105927 w 105927"/>
                <a:gd name="connsiteY11" fmla="*/ 0 h 7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927" h="79091">
                  <a:moveTo>
                    <a:pt x="105927" y="0"/>
                  </a:moveTo>
                  <a:lnTo>
                    <a:pt x="64380" y="14965"/>
                  </a:lnTo>
                  <a:cubicBezTo>
                    <a:pt x="60658" y="16315"/>
                    <a:pt x="56823" y="16972"/>
                    <a:pt x="52943" y="16972"/>
                  </a:cubicBezTo>
                  <a:cubicBezTo>
                    <a:pt x="49068" y="16972"/>
                    <a:pt x="45229" y="16315"/>
                    <a:pt x="41551" y="15001"/>
                  </a:cubicBezTo>
                  <a:lnTo>
                    <a:pt x="0" y="37"/>
                  </a:lnTo>
                  <a:lnTo>
                    <a:pt x="0" y="51244"/>
                  </a:lnTo>
                  <a:cubicBezTo>
                    <a:pt x="80" y="66573"/>
                    <a:pt x="20874" y="79019"/>
                    <a:pt x="46484" y="79019"/>
                  </a:cubicBezTo>
                  <a:lnTo>
                    <a:pt x="46484" y="79092"/>
                  </a:lnTo>
                  <a:lnTo>
                    <a:pt x="59523" y="79092"/>
                  </a:lnTo>
                  <a:lnTo>
                    <a:pt x="59523" y="79019"/>
                  </a:lnTo>
                  <a:cubicBezTo>
                    <a:pt x="84663" y="79019"/>
                    <a:pt x="105106" y="67011"/>
                    <a:pt x="105927" y="52046"/>
                  </a:cubicBezTo>
                  <a:lnTo>
                    <a:pt x="105927" y="0"/>
                  </a:lnTo>
                  <a:close/>
                </a:path>
              </a:pathLst>
            </a:custGeom>
            <a:solidFill>
              <a:srgbClr val="007B85"/>
            </a:solidFill>
            <a:ln w="3646" cap="flat">
              <a:noFill/>
              <a:prstDash val="solid"/>
              <a:miter/>
            </a:ln>
          </p:spPr>
          <p:txBody>
            <a:bodyPr rtlCol="0" anchor="ctr"/>
            <a:lstStyle/>
            <a:p>
              <a:endParaRPr lang="en-GR"/>
            </a:p>
          </p:txBody>
        </p:sp>
      </p:grpSp>
      <p:grpSp>
        <p:nvGrpSpPr>
          <p:cNvPr id="984" name="Group 983">
            <a:extLst>
              <a:ext uri="{FF2B5EF4-FFF2-40B4-BE49-F238E27FC236}">
                <a16:creationId xmlns:a16="http://schemas.microsoft.com/office/drawing/2014/main" id="{963FDA64-51F9-C61C-6564-98A62DE1FF23}"/>
              </a:ext>
            </a:extLst>
          </p:cNvPr>
          <p:cNvGrpSpPr/>
          <p:nvPr/>
        </p:nvGrpSpPr>
        <p:grpSpPr>
          <a:xfrm>
            <a:off x="6273707" y="5856060"/>
            <a:ext cx="127534" cy="180964"/>
            <a:chOff x="5121551" y="5856060"/>
            <a:chExt cx="127534" cy="180964"/>
          </a:xfrm>
        </p:grpSpPr>
        <p:sp>
          <p:nvSpPr>
            <p:cNvPr id="985" name="Freeform 797">
              <a:extLst>
                <a:ext uri="{FF2B5EF4-FFF2-40B4-BE49-F238E27FC236}">
                  <a16:creationId xmlns:a16="http://schemas.microsoft.com/office/drawing/2014/main" id="{F3C0802C-5732-A943-365F-B5D2F06C70CF}"/>
                </a:ext>
              </a:extLst>
            </p:cNvPr>
            <p:cNvSpPr/>
            <p:nvPr/>
          </p:nvSpPr>
          <p:spPr>
            <a:xfrm>
              <a:off x="5121551" y="5856060"/>
              <a:ext cx="127534" cy="139212"/>
            </a:xfrm>
            <a:custGeom>
              <a:avLst/>
              <a:gdLst>
                <a:gd name="connsiteX0" fmla="*/ 0 w 144043"/>
                <a:gd name="connsiteY0" fmla="*/ 72084 h 157233"/>
                <a:gd name="connsiteX1" fmla="*/ 72022 w 144043"/>
                <a:gd name="connsiteY1" fmla="*/ 37 h 157233"/>
                <a:gd name="connsiteX2" fmla="*/ 72022 w 144043"/>
                <a:gd name="connsiteY2" fmla="*/ 0 h 157233"/>
                <a:gd name="connsiteX3" fmla="*/ 144043 w 144043"/>
                <a:gd name="connsiteY3" fmla="*/ 72084 h 157233"/>
                <a:gd name="connsiteX4" fmla="*/ 131205 w 144043"/>
                <a:gd name="connsiteY4" fmla="*/ 113181 h 157233"/>
                <a:gd name="connsiteX5" fmla="*/ 124954 w 144043"/>
                <a:gd name="connsiteY5" fmla="*/ 121831 h 157233"/>
                <a:gd name="connsiteX6" fmla="*/ 104759 w 144043"/>
                <a:gd name="connsiteY6" fmla="*/ 157234 h 157233"/>
                <a:gd name="connsiteX7" fmla="*/ 39284 w 144043"/>
                <a:gd name="connsiteY7" fmla="*/ 157234 h 157233"/>
                <a:gd name="connsiteX8" fmla="*/ 19148 w 144043"/>
                <a:gd name="connsiteY8" fmla="*/ 121904 h 157233"/>
                <a:gd name="connsiteX9" fmla="*/ 12838 w 144043"/>
                <a:gd name="connsiteY9" fmla="*/ 113181 h 157233"/>
                <a:gd name="connsiteX10" fmla="*/ 0 w 144043"/>
                <a:gd name="connsiteY10" fmla="*/ 72084 h 157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043" h="157233">
                  <a:moveTo>
                    <a:pt x="0" y="72084"/>
                  </a:moveTo>
                  <a:cubicBezTo>
                    <a:pt x="0" y="32337"/>
                    <a:pt x="32227" y="37"/>
                    <a:pt x="72022" y="37"/>
                  </a:cubicBezTo>
                  <a:lnTo>
                    <a:pt x="72022" y="0"/>
                  </a:lnTo>
                  <a:cubicBezTo>
                    <a:pt x="111766" y="0"/>
                    <a:pt x="144043" y="32228"/>
                    <a:pt x="144043" y="72084"/>
                  </a:cubicBezTo>
                  <a:cubicBezTo>
                    <a:pt x="144043" y="87376"/>
                    <a:pt x="139285" y="101502"/>
                    <a:pt x="131205" y="113181"/>
                  </a:cubicBezTo>
                  <a:cubicBezTo>
                    <a:pt x="129176" y="116064"/>
                    <a:pt x="127067" y="118947"/>
                    <a:pt x="124954" y="121831"/>
                  </a:cubicBezTo>
                  <a:cubicBezTo>
                    <a:pt x="116878" y="132890"/>
                    <a:pt x="108733" y="143985"/>
                    <a:pt x="104759" y="157234"/>
                  </a:cubicBezTo>
                  <a:lnTo>
                    <a:pt x="39284" y="157234"/>
                  </a:lnTo>
                  <a:cubicBezTo>
                    <a:pt x="35361" y="144022"/>
                    <a:pt x="27216" y="132926"/>
                    <a:pt x="19148" y="121904"/>
                  </a:cubicBezTo>
                  <a:cubicBezTo>
                    <a:pt x="17013" y="119020"/>
                    <a:pt x="14882" y="116101"/>
                    <a:pt x="12838" y="113181"/>
                  </a:cubicBezTo>
                  <a:cubicBezTo>
                    <a:pt x="4759" y="101502"/>
                    <a:pt x="0" y="87340"/>
                    <a:pt x="0" y="72084"/>
                  </a:cubicBezTo>
                  <a:close/>
                </a:path>
              </a:pathLst>
            </a:custGeom>
            <a:solidFill>
              <a:srgbClr val="007B85"/>
            </a:solidFill>
            <a:ln w="3646" cap="flat">
              <a:noFill/>
              <a:prstDash val="solid"/>
              <a:miter/>
            </a:ln>
          </p:spPr>
          <p:txBody>
            <a:bodyPr rtlCol="0" anchor="ctr"/>
            <a:lstStyle/>
            <a:p>
              <a:endParaRPr lang="en-GR"/>
            </a:p>
          </p:txBody>
        </p:sp>
        <p:sp>
          <p:nvSpPr>
            <p:cNvPr id="986" name="Freeform 798">
              <a:extLst>
                <a:ext uri="{FF2B5EF4-FFF2-40B4-BE49-F238E27FC236}">
                  <a16:creationId xmlns:a16="http://schemas.microsoft.com/office/drawing/2014/main" id="{5A5B7E1D-3D31-2349-567F-3BBA0113DF50}"/>
                </a:ext>
              </a:extLst>
            </p:cNvPr>
            <p:cNvSpPr/>
            <p:nvPr/>
          </p:nvSpPr>
          <p:spPr>
            <a:xfrm>
              <a:off x="5156288" y="6007521"/>
              <a:ext cx="57970" cy="29503"/>
            </a:xfrm>
            <a:custGeom>
              <a:avLst/>
              <a:gdLst>
                <a:gd name="connsiteX0" fmla="*/ 8952 w 65474"/>
                <a:gd name="connsiteY0" fmla="*/ 0 h 33322"/>
                <a:gd name="connsiteX1" fmla="*/ 56523 w 65474"/>
                <a:gd name="connsiteY1" fmla="*/ 0 h 33322"/>
                <a:gd name="connsiteX2" fmla="*/ 65475 w 65474"/>
                <a:gd name="connsiteY2" fmla="*/ 5840 h 33322"/>
                <a:gd name="connsiteX3" fmla="*/ 65475 w 65474"/>
                <a:gd name="connsiteY3" fmla="*/ 13687 h 33322"/>
                <a:gd name="connsiteX4" fmla="*/ 32737 w 65474"/>
                <a:gd name="connsiteY4" fmla="*/ 33323 h 33322"/>
                <a:gd name="connsiteX5" fmla="*/ 0 w 65474"/>
                <a:gd name="connsiteY5" fmla="*/ 13687 h 33322"/>
                <a:gd name="connsiteX6" fmla="*/ 0 w 65474"/>
                <a:gd name="connsiteY6" fmla="*/ 5913 h 33322"/>
                <a:gd name="connsiteX7" fmla="*/ 8952 w 65474"/>
                <a:gd name="connsiteY7" fmla="*/ 0 h 33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474" h="33322">
                  <a:moveTo>
                    <a:pt x="8952" y="0"/>
                  </a:moveTo>
                  <a:lnTo>
                    <a:pt x="56523" y="0"/>
                  </a:lnTo>
                  <a:cubicBezTo>
                    <a:pt x="61486" y="328"/>
                    <a:pt x="65373" y="2847"/>
                    <a:pt x="65475" y="5840"/>
                  </a:cubicBezTo>
                  <a:lnTo>
                    <a:pt x="65475" y="13687"/>
                  </a:lnTo>
                  <a:cubicBezTo>
                    <a:pt x="65475" y="24527"/>
                    <a:pt x="50794" y="33323"/>
                    <a:pt x="32737" y="33323"/>
                  </a:cubicBezTo>
                  <a:cubicBezTo>
                    <a:pt x="14681" y="33323"/>
                    <a:pt x="0" y="24527"/>
                    <a:pt x="0" y="13687"/>
                  </a:cubicBezTo>
                  <a:lnTo>
                    <a:pt x="0" y="5913"/>
                  </a:lnTo>
                  <a:cubicBezTo>
                    <a:pt x="51" y="2847"/>
                    <a:pt x="3941" y="328"/>
                    <a:pt x="8952" y="0"/>
                  </a:cubicBezTo>
                  <a:close/>
                </a:path>
              </a:pathLst>
            </a:custGeom>
            <a:solidFill>
              <a:srgbClr val="007B85"/>
            </a:solidFill>
            <a:ln w="3646" cap="flat">
              <a:noFill/>
              <a:prstDash val="solid"/>
              <a:miter/>
            </a:ln>
          </p:spPr>
          <p:txBody>
            <a:bodyPr rtlCol="0" anchor="ctr"/>
            <a:lstStyle/>
            <a:p>
              <a:endParaRPr lang="en-GR"/>
            </a:p>
          </p:txBody>
        </p:sp>
      </p:grpSp>
      <p:grpSp>
        <p:nvGrpSpPr>
          <p:cNvPr id="987" name="Group 986">
            <a:extLst>
              <a:ext uri="{FF2B5EF4-FFF2-40B4-BE49-F238E27FC236}">
                <a16:creationId xmlns:a16="http://schemas.microsoft.com/office/drawing/2014/main" id="{F18EC698-21D2-4735-7B77-95BA8080B9A8}"/>
              </a:ext>
            </a:extLst>
          </p:cNvPr>
          <p:cNvGrpSpPr/>
          <p:nvPr/>
        </p:nvGrpSpPr>
        <p:grpSpPr>
          <a:xfrm>
            <a:off x="6612965" y="5856062"/>
            <a:ext cx="114377" cy="180963"/>
            <a:chOff x="5460807" y="5856060"/>
            <a:chExt cx="114377" cy="180963"/>
          </a:xfrm>
        </p:grpSpPr>
        <p:sp>
          <p:nvSpPr>
            <p:cNvPr id="988" name="Freeform 799">
              <a:extLst>
                <a:ext uri="{FF2B5EF4-FFF2-40B4-BE49-F238E27FC236}">
                  <a16:creationId xmlns:a16="http://schemas.microsoft.com/office/drawing/2014/main" id="{2D076AED-BC88-D224-3E42-943913059D3B}"/>
                </a:ext>
              </a:extLst>
            </p:cNvPr>
            <p:cNvSpPr/>
            <p:nvPr/>
          </p:nvSpPr>
          <p:spPr>
            <a:xfrm>
              <a:off x="5468801" y="5856060"/>
              <a:ext cx="98481" cy="55387"/>
            </a:xfrm>
            <a:custGeom>
              <a:avLst/>
              <a:gdLst>
                <a:gd name="connsiteX0" fmla="*/ 104548 w 111229"/>
                <a:gd name="connsiteY0" fmla="*/ 62266 h 62557"/>
                <a:gd name="connsiteX1" fmla="*/ 6835 w 111229"/>
                <a:gd name="connsiteY1" fmla="*/ 62521 h 62557"/>
                <a:gd name="connsiteX2" fmla="*/ 6835 w 111229"/>
                <a:gd name="connsiteY2" fmla="*/ 62558 h 62557"/>
                <a:gd name="connsiteX3" fmla="*/ 0 w 111229"/>
                <a:gd name="connsiteY3" fmla="*/ 50440 h 62557"/>
                <a:gd name="connsiteX4" fmla="*/ 6685 w 111229"/>
                <a:gd name="connsiteY4" fmla="*/ 38104 h 62557"/>
                <a:gd name="connsiteX5" fmla="*/ 16064 w 111229"/>
                <a:gd name="connsiteY5" fmla="*/ 38104 h 62557"/>
                <a:gd name="connsiteX6" fmla="*/ 16064 w 111229"/>
                <a:gd name="connsiteY6" fmla="*/ 0 h 62557"/>
                <a:gd name="connsiteX7" fmla="*/ 34767 w 111229"/>
                <a:gd name="connsiteY7" fmla="*/ 0 h 62557"/>
                <a:gd name="connsiteX8" fmla="*/ 34767 w 111229"/>
                <a:gd name="connsiteY8" fmla="*/ 38068 h 62557"/>
                <a:gd name="connsiteX9" fmla="*/ 44744 w 111229"/>
                <a:gd name="connsiteY9" fmla="*/ 38068 h 62557"/>
                <a:gd name="connsiteX10" fmla="*/ 44744 w 111229"/>
                <a:gd name="connsiteY10" fmla="*/ 0 h 62557"/>
                <a:gd name="connsiteX11" fmla="*/ 66541 w 111229"/>
                <a:gd name="connsiteY11" fmla="*/ 0 h 62557"/>
                <a:gd name="connsiteX12" fmla="*/ 66541 w 111229"/>
                <a:gd name="connsiteY12" fmla="*/ 37958 h 62557"/>
                <a:gd name="connsiteX13" fmla="*/ 76514 w 111229"/>
                <a:gd name="connsiteY13" fmla="*/ 37958 h 62557"/>
                <a:gd name="connsiteX14" fmla="*/ 76514 w 111229"/>
                <a:gd name="connsiteY14" fmla="*/ 0 h 62557"/>
                <a:gd name="connsiteX15" fmla="*/ 95220 w 111229"/>
                <a:gd name="connsiteY15" fmla="*/ 0 h 62557"/>
                <a:gd name="connsiteX16" fmla="*/ 95220 w 111229"/>
                <a:gd name="connsiteY16" fmla="*/ 37849 h 62557"/>
                <a:gd name="connsiteX17" fmla="*/ 104398 w 111229"/>
                <a:gd name="connsiteY17" fmla="*/ 37849 h 62557"/>
                <a:gd name="connsiteX18" fmla="*/ 111229 w 111229"/>
                <a:gd name="connsiteY18" fmla="*/ 50002 h 62557"/>
                <a:gd name="connsiteX19" fmla="*/ 104548 w 111229"/>
                <a:gd name="connsiteY19" fmla="*/ 62266 h 62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1229" h="62557">
                  <a:moveTo>
                    <a:pt x="104548" y="62266"/>
                  </a:moveTo>
                  <a:lnTo>
                    <a:pt x="6835" y="62521"/>
                  </a:lnTo>
                  <a:lnTo>
                    <a:pt x="6835" y="62558"/>
                  </a:lnTo>
                  <a:cubicBezTo>
                    <a:pt x="2543" y="62558"/>
                    <a:pt x="0" y="57010"/>
                    <a:pt x="0" y="50440"/>
                  </a:cubicBezTo>
                  <a:cubicBezTo>
                    <a:pt x="0" y="43396"/>
                    <a:pt x="2693" y="38104"/>
                    <a:pt x="6685" y="38104"/>
                  </a:cubicBezTo>
                  <a:lnTo>
                    <a:pt x="16064" y="38104"/>
                  </a:lnTo>
                  <a:lnTo>
                    <a:pt x="16064" y="0"/>
                  </a:lnTo>
                  <a:lnTo>
                    <a:pt x="34767" y="0"/>
                  </a:lnTo>
                  <a:lnTo>
                    <a:pt x="34767" y="38068"/>
                  </a:lnTo>
                  <a:lnTo>
                    <a:pt x="44744" y="38068"/>
                  </a:lnTo>
                  <a:lnTo>
                    <a:pt x="44744" y="0"/>
                  </a:lnTo>
                  <a:lnTo>
                    <a:pt x="66541" y="0"/>
                  </a:lnTo>
                  <a:lnTo>
                    <a:pt x="66541" y="37958"/>
                  </a:lnTo>
                  <a:lnTo>
                    <a:pt x="76514" y="37958"/>
                  </a:lnTo>
                  <a:lnTo>
                    <a:pt x="76514" y="0"/>
                  </a:lnTo>
                  <a:lnTo>
                    <a:pt x="95220" y="0"/>
                  </a:lnTo>
                  <a:lnTo>
                    <a:pt x="95220" y="37849"/>
                  </a:lnTo>
                  <a:lnTo>
                    <a:pt x="104398" y="37849"/>
                  </a:lnTo>
                  <a:cubicBezTo>
                    <a:pt x="108686" y="37849"/>
                    <a:pt x="111229" y="43396"/>
                    <a:pt x="111229" y="50002"/>
                  </a:cubicBezTo>
                  <a:cubicBezTo>
                    <a:pt x="111229" y="57010"/>
                    <a:pt x="108536" y="62266"/>
                    <a:pt x="104548" y="62266"/>
                  </a:cubicBezTo>
                  <a:close/>
                </a:path>
              </a:pathLst>
            </a:custGeom>
            <a:solidFill>
              <a:srgbClr val="007B85"/>
            </a:solidFill>
            <a:ln w="3646" cap="flat">
              <a:noFill/>
              <a:prstDash val="solid"/>
              <a:miter/>
            </a:ln>
          </p:spPr>
          <p:txBody>
            <a:bodyPr rtlCol="0" anchor="ctr"/>
            <a:lstStyle/>
            <a:p>
              <a:endParaRPr lang="en-GR"/>
            </a:p>
          </p:txBody>
        </p:sp>
        <p:sp>
          <p:nvSpPr>
            <p:cNvPr id="989" name="Freeform 800">
              <a:extLst>
                <a:ext uri="{FF2B5EF4-FFF2-40B4-BE49-F238E27FC236}">
                  <a16:creationId xmlns:a16="http://schemas.microsoft.com/office/drawing/2014/main" id="{533A8423-ABE2-E7B9-5B93-DDFD1C060675}"/>
                </a:ext>
              </a:extLst>
            </p:cNvPr>
            <p:cNvSpPr/>
            <p:nvPr/>
          </p:nvSpPr>
          <p:spPr>
            <a:xfrm>
              <a:off x="5460807" y="5920593"/>
              <a:ext cx="114377" cy="116430"/>
            </a:xfrm>
            <a:custGeom>
              <a:avLst/>
              <a:gdLst>
                <a:gd name="connsiteX0" fmla="*/ 0 w 129183"/>
                <a:gd name="connsiteY0" fmla="*/ 65733 h 131502"/>
                <a:gd name="connsiteX1" fmla="*/ 64592 w 129183"/>
                <a:gd name="connsiteY1" fmla="*/ 0 h 131502"/>
                <a:gd name="connsiteX2" fmla="*/ 129184 w 129183"/>
                <a:gd name="connsiteY2" fmla="*/ 65733 h 131502"/>
                <a:gd name="connsiteX3" fmla="*/ 64592 w 129183"/>
                <a:gd name="connsiteY3" fmla="*/ 131503 h 131502"/>
                <a:gd name="connsiteX4" fmla="*/ 0 w 129183"/>
                <a:gd name="connsiteY4" fmla="*/ 65733 h 131502"/>
                <a:gd name="connsiteX5" fmla="*/ 90031 w 129183"/>
                <a:gd name="connsiteY5" fmla="*/ 78471 h 131502"/>
                <a:gd name="connsiteX6" fmla="*/ 107639 w 129183"/>
                <a:gd name="connsiteY6" fmla="*/ 60514 h 131502"/>
                <a:gd name="connsiteX7" fmla="*/ 107587 w 129183"/>
                <a:gd name="connsiteY7" fmla="*/ 60514 h 131502"/>
                <a:gd name="connsiteX8" fmla="*/ 108934 w 129183"/>
                <a:gd name="connsiteY8" fmla="*/ 54820 h 131502"/>
                <a:gd name="connsiteX9" fmla="*/ 104595 w 129183"/>
                <a:gd name="connsiteY9" fmla="*/ 51024 h 131502"/>
                <a:gd name="connsiteX10" fmla="*/ 80306 w 129183"/>
                <a:gd name="connsiteY10" fmla="*/ 47338 h 131502"/>
                <a:gd name="connsiteX11" fmla="*/ 69431 w 129183"/>
                <a:gd name="connsiteY11" fmla="*/ 24308 h 131502"/>
                <a:gd name="connsiteX12" fmla="*/ 64541 w 129183"/>
                <a:gd name="connsiteY12" fmla="*/ 21169 h 131502"/>
                <a:gd name="connsiteX13" fmla="*/ 59654 w 129183"/>
                <a:gd name="connsiteY13" fmla="*/ 24308 h 131502"/>
                <a:gd name="connsiteX14" fmla="*/ 48780 w 129183"/>
                <a:gd name="connsiteY14" fmla="*/ 47338 h 131502"/>
                <a:gd name="connsiteX15" fmla="*/ 24490 w 129183"/>
                <a:gd name="connsiteY15" fmla="*/ 51024 h 131502"/>
                <a:gd name="connsiteX16" fmla="*/ 20151 w 129183"/>
                <a:gd name="connsiteY16" fmla="*/ 54820 h 131502"/>
                <a:gd name="connsiteX17" fmla="*/ 21498 w 129183"/>
                <a:gd name="connsiteY17" fmla="*/ 60514 h 131502"/>
                <a:gd name="connsiteX18" fmla="*/ 39105 w 129183"/>
                <a:gd name="connsiteY18" fmla="*/ 78471 h 131502"/>
                <a:gd name="connsiteX19" fmla="*/ 34964 w 129183"/>
                <a:gd name="connsiteY19" fmla="*/ 103874 h 131502"/>
                <a:gd name="connsiteX20" fmla="*/ 37160 w 129183"/>
                <a:gd name="connsiteY20" fmla="*/ 109312 h 131502"/>
                <a:gd name="connsiteX21" fmla="*/ 42897 w 129183"/>
                <a:gd name="connsiteY21" fmla="*/ 109714 h 131502"/>
                <a:gd name="connsiteX22" fmla="*/ 64592 w 129183"/>
                <a:gd name="connsiteY22" fmla="*/ 97779 h 131502"/>
                <a:gd name="connsiteX23" fmla="*/ 86290 w 129183"/>
                <a:gd name="connsiteY23" fmla="*/ 109714 h 131502"/>
                <a:gd name="connsiteX24" fmla="*/ 92027 w 129183"/>
                <a:gd name="connsiteY24" fmla="*/ 109312 h 131502"/>
                <a:gd name="connsiteX25" fmla="*/ 94220 w 129183"/>
                <a:gd name="connsiteY25" fmla="*/ 103874 h 131502"/>
                <a:gd name="connsiteX26" fmla="*/ 90031 w 129183"/>
                <a:gd name="connsiteY26" fmla="*/ 78471 h 131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9183" h="131502">
                  <a:moveTo>
                    <a:pt x="0" y="65733"/>
                  </a:moveTo>
                  <a:cubicBezTo>
                    <a:pt x="0" y="29418"/>
                    <a:pt x="28928" y="0"/>
                    <a:pt x="64592" y="0"/>
                  </a:cubicBezTo>
                  <a:cubicBezTo>
                    <a:pt x="100256" y="0"/>
                    <a:pt x="129184" y="29418"/>
                    <a:pt x="129184" y="65733"/>
                  </a:cubicBezTo>
                  <a:cubicBezTo>
                    <a:pt x="129184" y="102085"/>
                    <a:pt x="100256" y="131503"/>
                    <a:pt x="64592" y="131503"/>
                  </a:cubicBezTo>
                  <a:cubicBezTo>
                    <a:pt x="28928" y="131503"/>
                    <a:pt x="0" y="102085"/>
                    <a:pt x="0" y="65733"/>
                  </a:cubicBezTo>
                  <a:close/>
                  <a:moveTo>
                    <a:pt x="90031" y="78471"/>
                  </a:moveTo>
                  <a:lnTo>
                    <a:pt x="107639" y="60514"/>
                  </a:lnTo>
                  <a:lnTo>
                    <a:pt x="107587" y="60514"/>
                  </a:lnTo>
                  <a:cubicBezTo>
                    <a:pt x="109032" y="59054"/>
                    <a:pt x="109584" y="56828"/>
                    <a:pt x="108934" y="54820"/>
                  </a:cubicBezTo>
                  <a:cubicBezTo>
                    <a:pt x="108284" y="52813"/>
                    <a:pt x="106639" y="51317"/>
                    <a:pt x="104595" y="51024"/>
                  </a:cubicBezTo>
                  <a:lnTo>
                    <a:pt x="80306" y="47338"/>
                  </a:lnTo>
                  <a:lnTo>
                    <a:pt x="69431" y="24308"/>
                  </a:lnTo>
                  <a:cubicBezTo>
                    <a:pt x="68533" y="22337"/>
                    <a:pt x="66639" y="21169"/>
                    <a:pt x="64541" y="21169"/>
                  </a:cubicBezTo>
                  <a:cubicBezTo>
                    <a:pt x="62446" y="21169"/>
                    <a:pt x="60552" y="22410"/>
                    <a:pt x="59654" y="24308"/>
                  </a:cubicBezTo>
                  <a:lnTo>
                    <a:pt x="48780" y="47338"/>
                  </a:lnTo>
                  <a:lnTo>
                    <a:pt x="24490" y="51024"/>
                  </a:lnTo>
                  <a:cubicBezTo>
                    <a:pt x="22447" y="51317"/>
                    <a:pt x="20801" y="52813"/>
                    <a:pt x="20151" y="54820"/>
                  </a:cubicBezTo>
                  <a:cubicBezTo>
                    <a:pt x="19553" y="56828"/>
                    <a:pt x="20053" y="59018"/>
                    <a:pt x="21498" y="60514"/>
                  </a:cubicBezTo>
                  <a:lnTo>
                    <a:pt x="39105" y="78471"/>
                  </a:lnTo>
                  <a:lnTo>
                    <a:pt x="34964" y="103874"/>
                  </a:lnTo>
                  <a:cubicBezTo>
                    <a:pt x="34617" y="105954"/>
                    <a:pt x="35463" y="108071"/>
                    <a:pt x="37160" y="109312"/>
                  </a:cubicBezTo>
                  <a:cubicBezTo>
                    <a:pt x="38854" y="110553"/>
                    <a:pt x="41050" y="110699"/>
                    <a:pt x="42897" y="109714"/>
                  </a:cubicBezTo>
                  <a:lnTo>
                    <a:pt x="64592" y="97779"/>
                  </a:lnTo>
                  <a:lnTo>
                    <a:pt x="86290" y="109714"/>
                  </a:lnTo>
                  <a:cubicBezTo>
                    <a:pt x="88133" y="110699"/>
                    <a:pt x="90330" y="110553"/>
                    <a:pt x="92027" y="109312"/>
                  </a:cubicBezTo>
                  <a:cubicBezTo>
                    <a:pt x="93720" y="108071"/>
                    <a:pt x="94571" y="105954"/>
                    <a:pt x="94220" y="103874"/>
                  </a:cubicBezTo>
                  <a:lnTo>
                    <a:pt x="90031" y="78471"/>
                  </a:lnTo>
                  <a:close/>
                </a:path>
              </a:pathLst>
            </a:custGeom>
            <a:solidFill>
              <a:srgbClr val="007B85"/>
            </a:solidFill>
            <a:ln w="3646" cap="flat">
              <a:noFill/>
              <a:prstDash val="solid"/>
              <a:miter/>
            </a:ln>
          </p:spPr>
          <p:txBody>
            <a:bodyPr rtlCol="0" anchor="ctr"/>
            <a:lstStyle/>
            <a:p>
              <a:endParaRPr lang="en-GR"/>
            </a:p>
          </p:txBody>
        </p:sp>
      </p:grpSp>
      <p:grpSp>
        <p:nvGrpSpPr>
          <p:cNvPr id="990" name="Group 989">
            <a:extLst>
              <a:ext uri="{FF2B5EF4-FFF2-40B4-BE49-F238E27FC236}">
                <a16:creationId xmlns:a16="http://schemas.microsoft.com/office/drawing/2014/main" id="{46F808F2-525E-5BD1-1B3D-27E2FBC79E8E}"/>
              </a:ext>
            </a:extLst>
          </p:cNvPr>
          <p:cNvGrpSpPr/>
          <p:nvPr/>
        </p:nvGrpSpPr>
        <p:grpSpPr>
          <a:xfrm>
            <a:off x="6913450" y="5856062"/>
            <a:ext cx="180937" cy="178735"/>
            <a:chOff x="5761292" y="5856060"/>
            <a:chExt cx="180937" cy="178735"/>
          </a:xfrm>
        </p:grpSpPr>
        <p:sp>
          <p:nvSpPr>
            <p:cNvPr id="991" name="Freeform 801">
              <a:extLst>
                <a:ext uri="{FF2B5EF4-FFF2-40B4-BE49-F238E27FC236}">
                  <a16:creationId xmlns:a16="http://schemas.microsoft.com/office/drawing/2014/main" id="{1816C892-DE6B-37D2-6B06-1432ADBCCF8E}"/>
                </a:ext>
              </a:extLst>
            </p:cNvPr>
            <p:cNvSpPr/>
            <p:nvPr/>
          </p:nvSpPr>
          <p:spPr>
            <a:xfrm>
              <a:off x="5808457" y="5856060"/>
              <a:ext cx="86511" cy="83983"/>
            </a:xfrm>
            <a:custGeom>
              <a:avLst/>
              <a:gdLst>
                <a:gd name="connsiteX0" fmla="*/ 92718 w 97710"/>
                <a:gd name="connsiteY0" fmla="*/ 31790 h 94854"/>
                <a:gd name="connsiteX1" fmla="*/ 97462 w 97710"/>
                <a:gd name="connsiteY1" fmla="*/ 35841 h 94854"/>
                <a:gd name="connsiteX2" fmla="*/ 97411 w 97710"/>
                <a:gd name="connsiteY2" fmla="*/ 35841 h 94854"/>
                <a:gd name="connsiteX3" fmla="*/ 95947 w 97710"/>
                <a:gd name="connsiteY3" fmla="*/ 41863 h 94854"/>
                <a:gd name="connsiteX4" fmla="*/ 76675 w 97710"/>
                <a:gd name="connsiteY4" fmla="*/ 60952 h 94854"/>
                <a:gd name="connsiteX5" fmla="*/ 81266 w 97710"/>
                <a:gd name="connsiteY5" fmla="*/ 87960 h 94854"/>
                <a:gd name="connsiteX6" fmla="*/ 78898 w 97710"/>
                <a:gd name="connsiteY6" fmla="*/ 93764 h 94854"/>
                <a:gd name="connsiteX7" fmla="*/ 72639 w 97710"/>
                <a:gd name="connsiteY7" fmla="*/ 94165 h 94854"/>
                <a:gd name="connsiteX8" fmla="*/ 48879 w 97710"/>
                <a:gd name="connsiteY8" fmla="*/ 81500 h 94854"/>
                <a:gd name="connsiteX9" fmla="*/ 25122 w 97710"/>
                <a:gd name="connsiteY9" fmla="*/ 94165 h 94854"/>
                <a:gd name="connsiteX10" fmla="*/ 18864 w 97710"/>
                <a:gd name="connsiteY10" fmla="*/ 93764 h 94854"/>
                <a:gd name="connsiteX11" fmla="*/ 16495 w 97710"/>
                <a:gd name="connsiteY11" fmla="*/ 87960 h 94854"/>
                <a:gd name="connsiteX12" fmla="*/ 21035 w 97710"/>
                <a:gd name="connsiteY12" fmla="*/ 60952 h 94854"/>
                <a:gd name="connsiteX13" fmla="*/ 1763 w 97710"/>
                <a:gd name="connsiteY13" fmla="*/ 41863 h 94854"/>
                <a:gd name="connsiteX14" fmla="*/ 300 w 97710"/>
                <a:gd name="connsiteY14" fmla="*/ 35841 h 94854"/>
                <a:gd name="connsiteX15" fmla="*/ 5044 w 97710"/>
                <a:gd name="connsiteY15" fmla="*/ 31790 h 94854"/>
                <a:gd name="connsiteX16" fmla="*/ 31629 w 97710"/>
                <a:gd name="connsiteY16" fmla="*/ 27848 h 94854"/>
                <a:gd name="connsiteX17" fmla="*/ 43533 w 97710"/>
                <a:gd name="connsiteY17" fmla="*/ 3321 h 94854"/>
                <a:gd name="connsiteX18" fmla="*/ 48879 w 97710"/>
                <a:gd name="connsiteY18" fmla="*/ 0 h 94854"/>
                <a:gd name="connsiteX19" fmla="*/ 54229 w 97710"/>
                <a:gd name="connsiteY19" fmla="*/ 3321 h 94854"/>
                <a:gd name="connsiteX20" fmla="*/ 66133 w 97710"/>
                <a:gd name="connsiteY20" fmla="*/ 27848 h 94854"/>
                <a:gd name="connsiteX21" fmla="*/ 92718 w 97710"/>
                <a:gd name="connsiteY21" fmla="*/ 31790 h 94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7710" h="94854">
                  <a:moveTo>
                    <a:pt x="92718" y="31790"/>
                  </a:moveTo>
                  <a:cubicBezTo>
                    <a:pt x="94940" y="32155"/>
                    <a:pt x="96754" y="33688"/>
                    <a:pt x="97462" y="35841"/>
                  </a:cubicBezTo>
                  <a:lnTo>
                    <a:pt x="97411" y="35841"/>
                  </a:lnTo>
                  <a:cubicBezTo>
                    <a:pt x="98115" y="37958"/>
                    <a:pt x="97560" y="40331"/>
                    <a:pt x="95947" y="41863"/>
                  </a:cubicBezTo>
                  <a:lnTo>
                    <a:pt x="76675" y="60952"/>
                  </a:lnTo>
                  <a:lnTo>
                    <a:pt x="81266" y="87960"/>
                  </a:lnTo>
                  <a:cubicBezTo>
                    <a:pt x="81671" y="90150"/>
                    <a:pt x="80712" y="92450"/>
                    <a:pt x="78898" y="93764"/>
                  </a:cubicBezTo>
                  <a:cubicBezTo>
                    <a:pt x="77080" y="95041"/>
                    <a:pt x="74657" y="95224"/>
                    <a:pt x="72639" y="94165"/>
                  </a:cubicBezTo>
                  <a:lnTo>
                    <a:pt x="48879" y="81500"/>
                  </a:lnTo>
                  <a:lnTo>
                    <a:pt x="25122" y="94165"/>
                  </a:lnTo>
                  <a:cubicBezTo>
                    <a:pt x="23104" y="95224"/>
                    <a:pt x="20681" y="95041"/>
                    <a:pt x="18864" y="93764"/>
                  </a:cubicBezTo>
                  <a:cubicBezTo>
                    <a:pt x="17050" y="92450"/>
                    <a:pt x="16141" y="90150"/>
                    <a:pt x="16495" y="87960"/>
                  </a:cubicBezTo>
                  <a:lnTo>
                    <a:pt x="21035" y="60952"/>
                  </a:lnTo>
                  <a:lnTo>
                    <a:pt x="1763" y="41863"/>
                  </a:lnTo>
                  <a:cubicBezTo>
                    <a:pt x="150" y="40331"/>
                    <a:pt x="-404" y="37958"/>
                    <a:pt x="300" y="35841"/>
                  </a:cubicBezTo>
                  <a:cubicBezTo>
                    <a:pt x="957" y="33651"/>
                    <a:pt x="2822" y="32155"/>
                    <a:pt x="5044" y="31790"/>
                  </a:cubicBezTo>
                  <a:lnTo>
                    <a:pt x="31629" y="27848"/>
                  </a:lnTo>
                  <a:lnTo>
                    <a:pt x="43533" y="3321"/>
                  </a:lnTo>
                  <a:cubicBezTo>
                    <a:pt x="44544" y="1314"/>
                    <a:pt x="46609" y="0"/>
                    <a:pt x="48879" y="0"/>
                  </a:cubicBezTo>
                  <a:cubicBezTo>
                    <a:pt x="51152" y="0"/>
                    <a:pt x="53269" y="1314"/>
                    <a:pt x="54229" y="3321"/>
                  </a:cubicBezTo>
                  <a:lnTo>
                    <a:pt x="66133" y="27848"/>
                  </a:lnTo>
                  <a:lnTo>
                    <a:pt x="92718" y="31790"/>
                  </a:lnTo>
                  <a:close/>
                </a:path>
              </a:pathLst>
            </a:custGeom>
            <a:solidFill>
              <a:srgbClr val="007B85"/>
            </a:solidFill>
            <a:ln w="3646" cap="flat">
              <a:noFill/>
              <a:prstDash val="solid"/>
              <a:miter/>
            </a:ln>
          </p:spPr>
          <p:txBody>
            <a:bodyPr rtlCol="0" anchor="ctr"/>
            <a:lstStyle/>
            <a:p>
              <a:endParaRPr lang="en-GR"/>
            </a:p>
          </p:txBody>
        </p:sp>
        <p:sp>
          <p:nvSpPr>
            <p:cNvPr id="992" name="Freeform 802">
              <a:extLst>
                <a:ext uri="{FF2B5EF4-FFF2-40B4-BE49-F238E27FC236}">
                  <a16:creationId xmlns:a16="http://schemas.microsoft.com/office/drawing/2014/main" id="{277D68C7-094D-B61F-085E-77B02CC6745A}"/>
                </a:ext>
              </a:extLst>
            </p:cNvPr>
            <p:cNvSpPr/>
            <p:nvPr/>
          </p:nvSpPr>
          <p:spPr>
            <a:xfrm>
              <a:off x="5827528" y="5952100"/>
              <a:ext cx="48371" cy="82694"/>
            </a:xfrm>
            <a:custGeom>
              <a:avLst/>
              <a:gdLst>
                <a:gd name="connsiteX0" fmla="*/ 22903 w 54633"/>
                <a:gd name="connsiteY0" fmla="*/ 73 h 93399"/>
                <a:gd name="connsiteX1" fmla="*/ 31781 w 54633"/>
                <a:gd name="connsiteY1" fmla="*/ 73 h 93399"/>
                <a:gd name="connsiteX2" fmla="*/ 31730 w 54633"/>
                <a:gd name="connsiteY2" fmla="*/ 0 h 93399"/>
                <a:gd name="connsiteX3" fmla="*/ 54633 w 54633"/>
                <a:gd name="connsiteY3" fmla="*/ 14088 h 93399"/>
                <a:gd name="connsiteX4" fmla="*/ 54633 w 54633"/>
                <a:gd name="connsiteY4" fmla="*/ 79238 h 93399"/>
                <a:gd name="connsiteX5" fmla="*/ 30668 w 54633"/>
                <a:gd name="connsiteY5" fmla="*/ 93399 h 93399"/>
                <a:gd name="connsiteX6" fmla="*/ 23961 w 54633"/>
                <a:gd name="connsiteY6" fmla="*/ 93399 h 93399"/>
                <a:gd name="connsiteX7" fmla="*/ 0 w 54633"/>
                <a:gd name="connsiteY7" fmla="*/ 79274 h 93399"/>
                <a:gd name="connsiteX8" fmla="*/ 0 w 54633"/>
                <a:gd name="connsiteY8" fmla="*/ 14125 h 93399"/>
                <a:gd name="connsiteX9" fmla="*/ 22903 w 54633"/>
                <a:gd name="connsiteY9" fmla="*/ 73 h 93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633" h="93399">
                  <a:moveTo>
                    <a:pt x="22903" y="73"/>
                  </a:moveTo>
                  <a:lnTo>
                    <a:pt x="31781" y="73"/>
                  </a:lnTo>
                  <a:lnTo>
                    <a:pt x="31730" y="0"/>
                  </a:lnTo>
                  <a:cubicBezTo>
                    <a:pt x="44342" y="292"/>
                    <a:pt x="54381" y="6460"/>
                    <a:pt x="54633" y="14088"/>
                  </a:cubicBezTo>
                  <a:lnTo>
                    <a:pt x="54633" y="79238"/>
                  </a:lnTo>
                  <a:cubicBezTo>
                    <a:pt x="54429" y="87048"/>
                    <a:pt x="43788" y="93399"/>
                    <a:pt x="30668" y="93399"/>
                  </a:cubicBezTo>
                  <a:lnTo>
                    <a:pt x="23961" y="93399"/>
                  </a:lnTo>
                  <a:cubicBezTo>
                    <a:pt x="10897" y="93399"/>
                    <a:pt x="252" y="87085"/>
                    <a:pt x="0" y="79274"/>
                  </a:cubicBezTo>
                  <a:lnTo>
                    <a:pt x="0" y="14125"/>
                  </a:lnTo>
                  <a:cubicBezTo>
                    <a:pt x="252" y="6570"/>
                    <a:pt x="10291" y="401"/>
                    <a:pt x="22903" y="73"/>
                  </a:cubicBezTo>
                  <a:close/>
                </a:path>
              </a:pathLst>
            </a:custGeom>
            <a:solidFill>
              <a:srgbClr val="007B85"/>
            </a:solidFill>
            <a:ln w="3646" cap="flat">
              <a:noFill/>
              <a:prstDash val="solid"/>
              <a:miter/>
            </a:ln>
          </p:spPr>
          <p:txBody>
            <a:bodyPr rtlCol="0" anchor="ctr"/>
            <a:lstStyle/>
            <a:p>
              <a:endParaRPr lang="en-GR"/>
            </a:p>
          </p:txBody>
        </p:sp>
        <p:sp>
          <p:nvSpPr>
            <p:cNvPr id="993" name="Freeform 803">
              <a:extLst>
                <a:ext uri="{FF2B5EF4-FFF2-40B4-BE49-F238E27FC236}">
                  <a16:creationId xmlns:a16="http://schemas.microsoft.com/office/drawing/2014/main" id="{435D7282-645B-B163-E371-646E72F3F7A8}"/>
                </a:ext>
              </a:extLst>
            </p:cNvPr>
            <p:cNvSpPr/>
            <p:nvPr/>
          </p:nvSpPr>
          <p:spPr>
            <a:xfrm>
              <a:off x="5761292" y="5975109"/>
              <a:ext cx="48417" cy="59686"/>
            </a:xfrm>
            <a:custGeom>
              <a:avLst/>
              <a:gdLst>
                <a:gd name="connsiteX0" fmla="*/ 30723 w 54684"/>
                <a:gd name="connsiteY0" fmla="*/ 0 h 67412"/>
                <a:gd name="connsiteX1" fmla="*/ 24012 w 54684"/>
                <a:gd name="connsiteY1" fmla="*/ 0 h 67412"/>
                <a:gd name="connsiteX2" fmla="*/ 24012 w 54684"/>
                <a:gd name="connsiteY2" fmla="*/ 110 h 67412"/>
                <a:gd name="connsiteX3" fmla="*/ 0 w 54684"/>
                <a:gd name="connsiteY3" fmla="*/ 14454 h 67412"/>
                <a:gd name="connsiteX4" fmla="*/ 0 w 54684"/>
                <a:gd name="connsiteY4" fmla="*/ 53068 h 67412"/>
                <a:gd name="connsiteX5" fmla="*/ 24012 w 54684"/>
                <a:gd name="connsiteY5" fmla="*/ 67412 h 67412"/>
                <a:gd name="connsiteX6" fmla="*/ 30723 w 54684"/>
                <a:gd name="connsiteY6" fmla="*/ 67412 h 67412"/>
                <a:gd name="connsiteX7" fmla="*/ 54684 w 54684"/>
                <a:gd name="connsiteY7" fmla="*/ 53433 h 67412"/>
                <a:gd name="connsiteX8" fmla="*/ 54684 w 54684"/>
                <a:gd name="connsiteY8" fmla="*/ 13943 h 67412"/>
                <a:gd name="connsiteX9" fmla="*/ 30723 w 54684"/>
                <a:gd name="connsiteY9" fmla="*/ 0 h 67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684" h="67412">
                  <a:moveTo>
                    <a:pt x="30723" y="0"/>
                  </a:moveTo>
                  <a:lnTo>
                    <a:pt x="24012" y="0"/>
                  </a:lnTo>
                  <a:lnTo>
                    <a:pt x="24012" y="110"/>
                  </a:lnTo>
                  <a:cubicBezTo>
                    <a:pt x="10795" y="110"/>
                    <a:pt x="51" y="6533"/>
                    <a:pt x="0" y="14454"/>
                  </a:cubicBezTo>
                  <a:lnTo>
                    <a:pt x="0" y="53068"/>
                  </a:lnTo>
                  <a:cubicBezTo>
                    <a:pt x="0" y="61025"/>
                    <a:pt x="10743" y="67412"/>
                    <a:pt x="24012" y="67412"/>
                  </a:cubicBezTo>
                  <a:lnTo>
                    <a:pt x="30723" y="67412"/>
                  </a:lnTo>
                  <a:cubicBezTo>
                    <a:pt x="43685" y="67412"/>
                    <a:pt x="54279" y="61207"/>
                    <a:pt x="54684" y="53433"/>
                  </a:cubicBezTo>
                  <a:lnTo>
                    <a:pt x="54684" y="13943"/>
                  </a:lnTo>
                  <a:cubicBezTo>
                    <a:pt x="54279" y="6205"/>
                    <a:pt x="43685" y="0"/>
                    <a:pt x="30723" y="0"/>
                  </a:cubicBezTo>
                  <a:close/>
                </a:path>
              </a:pathLst>
            </a:custGeom>
            <a:solidFill>
              <a:srgbClr val="007B85"/>
            </a:solidFill>
            <a:ln w="3646" cap="flat">
              <a:noFill/>
              <a:prstDash val="solid"/>
              <a:miter/>
            </a:ln>
          </p:spPr>
          <p:txBody>
            <a:bodyPr rtlCol="0" anchor="ctr"/>
            <a:lstStyle/>
            <a:p>
              <a:endParaRPr lang="en-GR"/>
            </a:p>
          </p:txBody>
        </p:sp>
        <p:sp>
          <p:nvSpPr>
            <p:cNvPr id="994" name="Freeform 804">
              <a:extLst>
                <a:ext uri="{FF2B5EF4-FFF2-40B4-BE49-F238E27FC236}">
                  <a16:creationId xmlns:a16="http://schemas.microsoft.com/office/drawing/2014/main" id="{3FBF4EAC-F601-BA17-E2FC-C3FD84255C48}"/>
                </a:ext>
              </a:extLst>
            </p:cNvPr>
            <p:cNvSpPr/>
            <p:nvPr/>
          </p:nvSpPr>
          <p:spPr>
            <a:xfrm>
              <a:off x="5893812" y="5982767"/>
              <a:ext cx="48417" cy="51994"/>
            </a:xfrm>
            <a:custGeom>
              <a:avLst/>
              <a:gdLst>
                <a:gd name="connsiteX0" fmla="*/ 24012 w 54684"/>
                <a:gd name="connsiteY0" fmla="*/ 0 h 58725"/>
                <a:gd name="connsiteX1" fmla="*/ 30723 w 54684"/>
                <a:gd name="connsiteY1" fmla="*/ 0 h 58725"/>
                <a:gd name="connsiteX2" fmla="*/ 54684 w 54684"/>
                <a:gd name="connsiteY2" fmla="*/ 13906 h 58725"/>
                <a:gd name="connsiteX3" fmla="*/ 54684 w 54684"/>
                <a:gd name="connsiteY3" fmla="*/ 44747 h 58725"/>
                <a:gd name="connsiteX4" fmla="*/ 30723 w 54684"/>
                <a:gd name="connsiteY4" fmla="*/ 58726 h 58725"/>
                <a:gd name="connsiteX5" fmla="*/ 24012 w 54684"/>
                <a:gd name="connsiteY5" fmla="*/ 58726 h 58725"/>
                <a:gd name="connsiteX6" fmla="*/ 0 w 54684"/>
                <a:gd name="connsiteY6" fmla="*/ 44382 h 58725"/>
                <a:gd name="connsiteX7" fmla="*/ 0 w 54684"/>
                <a:gd name="connsiteY7" fmla="*/ 14417 h 58725"/>
                <a:gd name="connsiteX8" fmla="*/ 24012 w 54684"/>
                <a:gd name="connsiteY8" fmla="*/ 73 h 58725"/>
                <a:gd name="connsiteX9" fmla="*/ 24012 w 54684"/>
                <a:gd name="connsiteY9" fmla="*/ 0 h 58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684" h="58725">
                  <a:moveTo>
                    <a:pt x="24012" y="0"/>
                  </a:moveTo>
                  <a:lnTo>
                    <a:pt x="30723" y="0"/>
                  </a:lnTo>
                  <a:cubicBezTo>
                    <a:pt x="43685" y="0"/>
                    <a:pt x="54279" y="6205"/>
                    <a:pt x="54684" y="13906"/>
                  </a:cubicBezTo>
                  <a:lnTo>
                    <a:pt x="54684" y="44747"/>
                  </a:lnTo>
                  <a:cubicBezTo>
                    <a:pt x="54279" y="52521"/>
                    <a:pt x="43685" y="58726"/>
                    <a:pt x="30723" y="58726"/>
                  </a:cubicBezTo>
                  <a:lnTo>
                    <a:pt x="24012" y="58726"/>
                  </a:lnTo>
                  <a:cubicBezTo>
                    <a:pt x="10747" y="58726"/>
                    <a:pt x="0" y="52302"/>
                    <a:pt x="0" y="44382"/>
                  </a:cubicBezTo>
                  <a:lnTo>
                    <a:pt x="0" y="14417"/>
                  </a:lnTo>
                  <a:cubicBezTo>
                    <a:pt x="51" y="6497"/>
                    <a:pt x="10795" y="73"/>
                    <a:pt x="24012" y="73"/>
                  </a:cubicBezTo>
                  <a:lnTo>
                    <a:pt x="24012" y="0"/>
                  </a:lnTo>
                  <a:close/>
                </a:path>
              </a:pathLst>
            </a:custGeom>
            <a:solidFill>
              <a:srgbClr val="007B85"/>
            </a:solidFill>
            <a:ln w="3646" cap="flat">
              <a:noFill/>
              <a:prstDash val="solid"/>
              <a:miter/>
            </a:ln>
          </p:spPr>
          <p:txBody>
            <a:bodyPr rtlCol="0" anchor="ctr"/>
            <a:lstStyle/>
            <a:p>
              <a:endParaRPr lang="en-GR"/>
            </a:p>
          </p:txBody>
        </p:sp>
      </p:grpSp>
      <p:grpSp>
        <p:nvGrpSpPr>
          <p:cNvPr id="995" name="Group 994">
            <a:extLst>
              <a:ext uri="{FF2B5EF4-FFF2-40B4-BE49-F238E27FC236}">
                <a16:creationId xmlns:a16="http://schemas.microsoft.com/office/drawing/2014/main" id="{FEB9E24B-886B-DFD9-4A86-51121FAACEC1}"/>
              </a:ext>
            </a:extLst>
          </p:cNvPr>
          <p:cNvGrpSpPr/>
          <p:nvPr/>
        </p:nvGrpSpPr>
        <p:grpSpPr>
          <a:xfrm>
            <a:off x="7246244" y="5859292"/>
            <a:ext cx="177745" cy="174500"/>
            <a:chOff x="6094086" y="5859292"/>
            <a:chExt cx="177745" cy="174500"/>
          </a:xfrm>
        </p:grpSpPr>
        <p:sp>
          <p:nvSpPr>
            <p:cNvPr id="996" name="Freeform 805">
              <a:extLst>
                <a:ext uri="{FF2B5EF4-FFF2-40B4-BE49-F238E27FC236}">
                  <a16:creationId xmlns:a16="http://schemas.microsoft.com/office/drawing/2014/main" id="{1BDC79BF-CF81-774B-777F-8AAF75A5CAFD}"/>
                </a:ext>
              </a:extLst>
            </p:cNvPr>
            <p:cNvSpPr/>
            <p:nvPr/>
          </p:nvSpPr>
          <p:spPr>
            <a:xfrm>
              <a:off x="6094086" y="5859292"/>
              <a:ext cx="177745" cy="148261"/>
            </a:xfrm>
            <a:custGeom>
              <a:avLst/>
              <a:gdLst>
                <a:gd name="connsiteX0" fmla="*/ 165782 w 200753"/>
                <a:gd name="connsiteY0" fmla="*/ 31279 h 167453"/>
                <a:gd name="connsiteX1" fmla="*/ 200654 w 200753"/>
                <a:gd name="connsiteY1" fmla="*/ 58324 h 167453"/>
                <a:gd name="connsiteX2" fmla="*/ 200753 w 200753"/>
                <a:gd name="connsiteY2" fmla="*/ 58251 h 167453"/>
                <a:gd name="connsiteX3" fmla="*/ 200753 w 200753"/>
                <a:gd name="connsiteY3" fmla="*/ 75734 h 167453"/>
                <a:gd name="connsiteX4" fmla="*/ 136482 w 200753"/>
                <a:gd name="connsiteY4" fmla="*/ 134970 h 167453"/>
                <a:gd name="connsiteX5" fmla="*/ 110240 w 200753"/>
                <a:gd name="connsiteY5" fmla="*/ 155117 h 167453"/>
                <a:gd name="connsiteX6" fmla="*/ 110240 w 200753"/>
                <a:gd name="connsiteY6" fmla="*/ 167453 h 167453"/>
                <a:gd name="connsiteX7" fmla="*/ 90512 w 200753"/>
                <a:gd name="connsiteY7" fmla="*/ 167453 h 167453"/>
                <a:gd name="connsiteX8" fmla="*/ 90512 w 200753"/>
                <a:gd name="connsiteY8" fmla="*/ 155117 h 167453"/>
                <a:gd name="connsiteX9" fmla="*/ 64369 w 200753"/>
                <a:gd name="connsiteY9" fmla="*/ 135080 h 167453"/>
                <a:gd name="connsiteX10" fmla="*/ 0 w 200753"/>
                <a:gd name="connsiteY10" fmla="*/ 75734 h 167453"/>
                <a:gd name="connsiteX11" fmla="*/ 0 w 200753"/>
                <a:gd name="connsiteY11" fmla="*/ 58762 h 167453"/>
                <a:gd name="connsiteX12" fmla="*/ 34923 w 200753"/>
                <a:gd name="connsiteY12" fmla="*/ 31243 h 167453"/>
                <a:gd name="connsiteX13" fmla="*/ 41974 w 200753"/>
                <a:gd name="connsiteY13" fmla="*/ 31243 h 167453"/>
                <a:gd name="connsiteX14" fmla="*/ 42518 w 200753"/>
                <a:gd name="connsiteY14" fmla="*/ 11096 h 167453"/>
                <a:gd name="connsiteX15" fmla="*/ 66292 w 200753"/>
                <a:gd name="connsiteY15" fmla="*/ 0 h 167453"/>
                <a:gd name="connsiteX16" fmla="*/ 134362 w 200753"/>
                <a:gd name="connsiteY16" fmla="*/ 0 h 167453"/>
                <a:gd name="connsiteX17" fmla="*/ 158728 w 200753"/>
                <a:gd name="connsiteY17" fmla="*/ 14015 h 167453"/>
                <a:gd name="connsiteX18" fmla="*/ 158728 w 200753"/>
                <a:gd name="connsiteY18" fmla="*/ 31279 h 167453"/>
                <a:gd name="connsiteX19" fmla="*/ 165782 w 200753"/>
                <a:gd name="connsiteY19" fmla="*/ 31279 h 167453"/>
                <a:gd name="connsiteX20" fmla="*/ 24614 w 200753"/>
                <a:gd name="connsiteY20" fmla="*/ 59857 h 167453"/>
                <a:gd name="connsiteX21" fmla="*/ 24614 w 200753"/>
                <a:gd name="connsiteY21" fmla="*/ 75770 h 167453"/>
                <a:gd name="connsiteX22" fmla="*/ 48882 w 200753"/>
                <a:gd name="connsiteY22" fmla="*/ 103509 h 167453"/>
                <a:gd name="connsiteX23" fmla="*/ 42076 w 200753"/>
                <a:gd name="connsiteY23" fmla="*/ 60733 h 167453"/>
                <a:gd name="connsiteX24" fmla="*/ 41926 w 200753"/>
                <a:gd name="connsiteY24" fmla="*/ 58945 h 167453"/>
                <a:gd name="connsiteX25" fmla="*/ 41926 w 200753"/>
                <a:gd name="connsiteY25" fmla="*/ 55879 h 167453"/>
                <a:gd name="connsiteX26" fmla="*/ 36007 w 200753"/>
                <a:gd name="connsiteY26" fmla="*/ 55879 h 167453"/>
                <a:gd name="connsiteX27" fmla="*/ 24614 w 200753"/>
                <a:gd name="connsiteY27" fmla="*/ 59857 h 167453"/>
                <a:gd name="connsiteX28" fmla="*/ 151773 w 200753"/>
                <a:gd name="connsiteY28" fmla="*/ 103399 h 167453"/>
                <a:gd name="connsiteX29" fmla="*/ 175993 w 200753"/>
                <a:gd name="connsiteY29" fmla="*/ 75770 h 167453"/>
                <a:gd name="connsiteX30" fmla="*/ 175993 w 200753"/>
                <a:gd name="connsiteY30" fmla="*/ 59857 h 167453"/>
                <a:gd name="connsiteX31" fmla="*/ 164596 w 200753"/>
                <a:gd name="connsiteY31" fmla="*/ 55879 h 167453"/>
                <a:gd name="connsiteX32" fmla="*/ 158677 w 200753"/>
                <a:gd name="connsiteY32" fmla="*/ 55879 h 167453"/>
                <a:gd name="connsiteX33" fmla="*/ 158531 w 200753"/>
                <a:gd name="connsiteY33" fmla="*/ 60769 h 167453"/>
                <a:gd name="connsiteX34" fmla="*/ 151773 w 200753"/>
                <a:gd name="connsiteY34" fmla="*/ 103399 h 167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00753" h="167453">
                  <a:moveTo>
                    <a:pt x="165782" y="31279"/>
                  </a:moveTo>
                  <a:cubicBezTo>
                    <a:pt x="185463" y="32447"/>
                    <a:pt x="200162" y="43798"/>
                    <a:pt x="200654" y="58324"/>
                  </a:cubicBezTo>
                  <a:lnTo>
                    <a:pt x="200753" y="58251"/>
                  </a:lnTo>
                  <a:lnTo>
                    <a:pt x="200753" y="75734"/>
                  </a:lnTo>
                  <a:cubicBezTo>
                    <a:pt x="200753" y="102706"/>
                    <a:pt x="174018" y="125736"/>
                    <a:pt x="136482" y="134970"/>
                  </a:cubicBezTo>
                  <a:cubicBezTo>
                    <a:pt x="128983" y="145190"/>
                    <a:pt x="120006" y="152234"/>
                    <a:pt x="110240" y="155117"/>
                  </a:cubicBezTo>
                  <a:lnTo>
                    <a:pt x="110240" y="167453"/>
                  </a:lnTo>
                  <a:lnTo>
                    <a:pt x="90512" y="167453"/>
                  </a:lnTo>
                  <a:lnTo>
                    <a:pt x="90512" y="155117"/>
                  </a:lnTo>
                  <a:cubicBezTo>
                    <a:pt x="80743" y="152234"/>
                    <a:pt x="71817" y="145190"/>
                    <a:pt x="64369" y="135080"/>
                  </a:cubicBezTo>
                  <a:cubicBezTo>
                    <a:pt x="26782" y="125919"/>
                    <a:pt x="0" y="102779"/>
                    <a:pt x="0" y="75734"/>
                  </a:cubicBezTo>
                  <a:lnTo>
                    <a:pt x="0" y="58762"/>
                  </a:lnTo>
                  <a:cubicBezTo>
                    <a:pt x="197" y="44017"/>
                    <a:pt x="14896" y="32447"/>
                    <a:pt x="34923" y="31243"/>
                  </a:cubicBezTo>
                  <a:lnTo>
                    <a:pt x="41974" y="31243"/>
                  </a:lnTo>
                  <a:cubicBezTo>
                    <a:pt x="41974" y="22154"/>
                    <a:pt x="42174" y="12045"/>
                    <a:pt x="42518" y="11096"/>
                  </a:cubicBezTo>
                  <a:cubicBezTo>
                    <a:pt x="44886" y="4745"/>
                    <a:pt x="54604" y="0"/>
                    <a:pt x="66292" y="0"/>
                  </a:cubicBezTo>
                  <a:lnTo>
                    <a:pt x="134362" y="0"/>
                  </a:lnTo>
                  <a:cubicBezTo>
                    <a:pt x="147729" y="0"/>
                    <a:pt x="158630" y="6278"/>
                    <a:pt x="158728" y="14015"/>
                  </a:cubicBezTo>
                  <a:lnTo>
                    <a:pt x="158728" y="31279"/>
                  </a:lnTo>
                  <a:lnTo>
                    <a:pt x="165782" y="31279"/>
                  </a:lnTo>
                  <a:close/>
                  <a:moveTo>
                    <a:pt x="24614" y="59857"/>
                  </a:moveTo>
                  <a:lnTo>
                    <a:pt x="24614" y="75770"/>
                  </a:lnTo>
                  <a:cubicBezTo>
                    <a:pt x="24614" y="85551"/>
                    <a:pt x="33788" y="95917"/>
                    <a:pt x="48882" y="103509"/>
                  </a:cubicBezTo>
                  <a:cubicBezTo>
                    <a:pt x="44886" y="90661"/>
                    <a:pt x="42518" y="76172"/>
                    <a:pt x="42076" y="60733"/>
                  </a:cubicBezTo>
                  <a:cubicBezTo>
                    <a:pt x="41974" y="60039"/>
                    <a:pt x="41926" y="59383"/>
                    <a:pt x="41926" y="58945"/>
                  </a:cubicBezTo>
                  <a:lnTo>
                    <a:pt x="41926" y="55879"/>
                  </a:lnTo>
                  <a:lnTo>
                    <a:pt x="36007" y="55879"/>
                  </a:lnTo>
                  <a:cubicBezTo>
                    <a:pt x="29446" y="56389"/>
                    <a:pt x="25651" y="58725"/>
                    <a:pt x="24614" y="59857"/>
                  </a:cubicBezTo>
                  <a:close/>
                  <a:moveTo>
                    <a:pt x="151773" y="103399"/>
                  </a:moveTo>
                  <a:cubicBezTo>
                    <a:pt x="166819" y="95808"/>
                    <a:pt x="175993" y="85479"/>
                    <a:pt x="175993" y="75770"/>
                  </a:cubicBezTo>
                  <a:lnTo>
                    <a:pt x="175993" y="59857"/>
                  </a:lnTo>
                  <a:cubicBezTo>
                    <a:pt x="174905" y="58725"/>
                    <a:pt x="171157" y="56353"/>
                    <a:pt x="164596" y="55879"/>
                  </a:cubicBezTo>
                  <a:lnTo>
                    <a:pt x="158677" y="55879"/>
                  </a:lnTo>
                  <a:cubicBezTo>
                    <a:pt x="158677" y="57667"/>
                    <a:pt x="158630" y="60039"/>
                    <a:pt x="158531" y="60769"/>
                  </a:cubicBezTo>
                  <a:cubicBezTo>
                    <a:pt x="158086" y="76135"/>
                    <a:pt x="155769" y="90625"/>
                    <a:pt x="151773" y="103399"/>
                  </a:cubicBezTo>
                  <a:close/>
                </a:path>
              </a:pathLst>
            </a:custGeom>
            <a:solidFill>
              <a:srgbClr val="007B85"/>
            </a:solidFill>
            <a:ln w="3646" cap="flat">
              <a:noFill/>
              <a:prstDash val="solid"/>
              <a:miter/>
            </a:ln>
          </p:spPr>
          <p:txBody>
            <a:bodyPr rtlCol="0" anchor="ctr"/>
            <a:lstStyle/>
            <a:p>
              <a:endParaRPr lang="en-GR"/>
            </a:p>
          </p:txBody>
        </p:sp>
        <p:sp>
          <p:nvSpPr>
            <p:cNvPr id="997" name="Freeform 806">
              <a:extLst>
                <a:ext uri="{FF2B5EF4-FFF2-40B4-BE49-F238E27FC236}">
                  <a16:creationId xmlns:a16="http://schemas.microsoft.com/office/drawing/2014/main" id="{3DAB9429-CC3C-D538-30B0-BC03067F1373}"/>
                </a:ext>
              </a:extLst>
            </p:cNvPr>
            <p:cNvSpPr/>
            <p:nvPr/>
          </p:nvSpPr>
          <p:spPr>
            <a:xfrm>
              <a:off x="6121648" y="6016310"/>
              <a:ext cx="122093" cy="17482"/>
            </a:xfrm>
            <a:custGeom>
              <a:avLst/>
              <a:gdLst>
                <a:gd name="connsiteX0" fmla="*/ 14249 w 137898"/>
                <a:gd name="connsiteY0" fmla="*/ 0 h 19745"/>
                <a:gd name="connsiteX1" fmla="*/ 123405 w 137898"/>
                <a:gd name="connsiteY1" fmla="*/ 0 h 19745"/>
                <a:gd name="connsiteX2" fmla="*/ 132974 w 137898"/>
                <a:gd name="connsiteY2" fmla="*/ 4927 h 19745"/>
                <a:gd name="connsiteX3" fmla="*/ 136576 w 137898"/>
                <a:gd name="connsiteY3" fmla="*/ 18432 h 19745"/>
                <a:gd name="connsiteX4" fmla="*/ 132678 w 137898"/>
                <a:gd name="connsiteY4" fmla="*/ 19746 h 19745"/>
                <a:gd name="connsiteX5" fmla="*/ 4728 w 137898"/>
                <a:gd name="connsiteY5" fmla="*/ 19746 h 19745"/>
                <a:gd name="connsiteX6" fmla="*/ 1323 w 137898"/>
                <a:gd name="connsiteY6" fmla="*/ 18432 h 19745"/>
                <a:gd name="connsiteX7" fmla="*/ 4925 w 137898"/>
                <a:gd name="connsiteY7" fmla="*/ 4927 h 19745"/>
                <a:gd name="connsiteX8" fmla="*/ 14249 w 137898"/>
                <a:gd name="connsiteY8" fmla="*/ 0 h 19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98" h="19745">
                  <a:moveTo>
                    <a:pt x="14249" y="0"/>
                  </a:moveTo>
                  <a:lnTo>
                    <a:pt x="123405" y="0"/>
                  </a:lnTo>
                  <a:cubicBezTo>
                    <a:pt x="126314" y="146"/>
                    <a:pt x="129916" y="1898"/>
                    <a:pt x="132974" y="4927"/>
                  </a:cubicBezTo>
                  <a:cubicBezTo>
                    <a:pt x="137707" y="9636"/>
                    <a:pt x="139287" y="15694"/>
                    <a:pt x="136576" y="18432"/>
                  </a:cubicBezTo>
                  <a:cubicBezTo>
                    <a:pt x="135587" y="19344"/>
                    <a:pt x="134255" y="19746"/>
                    <a:pt x="132678" y="19746"/>
                  </a:cubicBezTo>
                  <a:lnTo>
                    <a:pt x="4728" y="19746"/>
                  </a:lnTo>
                  <a:cubicBezTo>
                    <a:pt x="3348" y="19709"/>
                    <a:pt x="2162" y="19235"/>
                    <a:pt x="1323" y="18432"/>
                  </a:cubicBezTo>
                  <a:cubicBezTo>
                    <a:pt x="-1388" y="15694"/>
                    <a:pt x="192" y="9672"/>
                    <a:pt x="4925" y="4927"/>
                  </a:cubicBezTo>
                  <a:cubicBezTo>
                    <a:pt x="7884" y="1971"/>
                    <a:pt x="11388" y="256"/>
                    <a:pt x="14249" y="0"/>
                  </a:cubicBezTo>
                  <a:close/>
                </a:path>
              </a:pathLst>
            </a:custGeom>
            <a:solidFill>
              <a:srgbClr val="007B85"/>
            </a:solidFill>
            <a:ln w="3646" cap="flat">
              <a:noFill/>
              <a:prstDash val="solid"/>
              <a:miter/>
            </a:ln>
          </p:spPr>
          <p:txBody>
            <a:bodyPr rtlCol="0" anchor="ctr"/>
            <a:lstStyle/>
            <a:p>
              <a:endParaRPr lang="en-GR"/>
            </a:p>
          </p:txBody>
        </p:sp>
      </p:grpSp>
      <p:grpSp>
        <p:nvGrpSpPr>
          <p:cNvPr id="998" name="Group 997">
            <a:extLst>
              <a:ext uri="{FF2B5EF4-FFF2-40B4-BE49-F238E27FC236}">
                <a16:creationId xmlns:a16="http://schemas.microsoft.com/office/drawing/2014/main" id="{89948C82-CA34-DA8A-64DC-C9052ACBFD58}"/>
              </a:ext>
            </a:extLst>
          </p:cNvPr>
          <p:cNvGrpSpPr/>
          <p:nvPr/>
        </p:nvGrpSpPr>
        <p:grpSpPr>
          <a:xfrm>
            <a:off x="7575808" y="5868988"/>
            <a:ext cx="190629" cy="157431"/>
            <a:chOff x="6423650" y="5868986"/>
            <a:chExt cx="190629" cy="157431"/>
          </a:xfrm>
        </p:grpSpPr>
        <p:sp>
          <p:nvSpPr>
            <p:cNvPr id="999" name="Freeform 807">
              <a:extLst>
                <a:ext uri="{FF2B5EF4-FFF2-40B4-BE49-F238E27FC236}">
                  <a16:creationId xmlns:a16="http://schemas.microsoft.com/office/drawing/2014/main" id="{22D2D3B8-AACE-8FB5-0001-B9E628BD6BA1}"/>
                </a:ext>
              </a:extLst>
            </p:cNvPr>
            <p:cNvSpPr/>
            <p:nvPr/>
          </p:nvSpPr>
          <p:spPr>
            <a:xfrm>
              <a:off x="6458667" y="5868986"/>
              <a:ext cx="155612" cy="115946"/>
            </a:xfrm>
            <a:custGeom>
              <a:avLst/>
              <a:gdLst>
                <a:gd name="connsiteX0" fmla="*/ 135851 w 175755"/>
                <a:gd name="connsiteY0" fmla="*/ 23870 h 130955"/>
                <a:gd name="connsiteX1" fmla="*/ 124553 w 175755"/>
                <a:gd name="connsiteY1" fmla="*/ 25549 h 130955"/>
                <a:gd name="connsiteX2" fmla="*/ 124553 w 175755"/>
                <a:gd name="connsiteY2" fmla="*/ 21023 h 130955"/>
                <a:gd name="connsiteX3" fmla="*/ 86320 w 175755"/>
                <a:gd name="connsiteY3" fmla="*/ 0 h 130955"/>
                <a:gd name="connsiteX4" fmla="*/ 38233 w 175755"/>
                <a:gd name="connsiteY4" fmla="*/ 0 h 130955"/>
                <a:gd name="connsiteX5" fmla="*/ 0 w 175755"/>
                <a:gd name="connsiteY5" fmla="*/ 21023 h 130955"/>
                <a:gd name="connsiteX6" fmla="*/ 0 w 175755"/>
                <a:gd name="connsiteY6" fmla="*/ 111465 h 130955"/>
                <a:gd name="connsiteX7" fmla="*/ 33716 w 175755"/>
                <a:gd name="connsiteY7" fmla="*/ 130955 h 130955"/>
                <a:gd name="connsiteX8" fmla="*/ 90885 w 175755"/>
                <a:gd name="connsiteY8" fmla="*/ 130955 h 130955"/>
                <a:gd name="connsiteX9" fmla="*/ 124553 w 175755"/>
                <a:gd name="connsiteY9" fmla="*/ 111648 h 130955"/>
                <a:gd name="connsiteX10" fmla="*/ 124553 w 175755"/>
                <a:gd name="connsiteY10" fmla="*/ 102049 h 130955"/>
                <a:gd name="connsiteX11" fmla="*/ 135851 w 175755"/>
                <a:gd name="connsiteY11" fmla="*/ 103728 h 130955"/>
                <a:gd name="connsiteX12" fmla="*/ 175756 w 175755"/>
                <a:gd name="connsiteY12" fmla="*/ 63835 h 130955"/>
                <a:gd name="connsiteX13" fmla="*/ 135851 w 175755"/>
                <a:gd name="connsiteY13" fmla="*/ 23906 h 130955"/>
                <a:gd name="connsiteX14" fmla="*/ 135851 w 175755"/>
                <a:gd name="connsiteY14" fmla="*/ 23870 h 130955"/>
                <a:gd name="connsiteX15" fmla="*/ 135851 w 175755"/>
                <a:gd name="connsiteY15" fmla="*/ 82668 h 130955"/>
                <a:gd name="connsiteX16" fmla="*/ 124553 w 175755"/>
                <a:gd name="connsiteY16" fmla="*/ 78836 h 130955"/>
                <a:gd name="connsiteX17" fmla="*/ 124553 w 175755"/>
                <a:gd name="connsiteY17" fmla="*/ 48688 h 130955"/>
                <a:gd name="connsiteX18" fmla="*/ 135851 w 175755"/>
                <a:gd name="connsiteY18" fmla="*/ 44856 h 130955"/>
                <a:gd name="connsiteX19" fmla="*/ 154740 w 175755"/>
                <a:gd name="connsiteY19" fmla="*/ 63726 h 130955"/>
                <a:gd name="connsiteX20" fmla="*/ 135851 w 175755"/>
                <a:gd name="connsiteY20" fmla="*/ 82632 h 130955"/>
                <a:gd name="connsiteX21" fmla="*/ 135851 w 175755"/>
                <a:gd name="connsiteY21" fmla="*/ 82668 h 130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5755" h="130955">
                  <a:moveTo>
                    <a:pt x="135851" y="23870"/>
                  </a:moveTo>
                  <a:cubicBezTo>
                    <a:pt x="131917" y="23870"/>
                    <a:pt x="128122" y="24454"/>
                    <a:pt x="124553" y="25549"/>
                  </a:cubicBezTo>
                  <a:lnTo>
                    <a:pt x="124553" y="21023"/>
                  </a:lnTo>
                  <a:cubicBezTo>
                    <a:pt x="123513" y="9344"/>
                    <a:pt x="106836" y="0"/>
                    <a:pt x="86320" y="0"/>
                  </a:cubicBezTo>
                  <a:lnTo>
                    <a:pt x="38233" y="0"/>
                  </a:lnTo>
                  <a:cubicBezTo>
                    <a:pt x="17717" y="0"/>
                    <a:pt x="1040" y="9344"/>
                    <a:pt x="0" y="21023"/>
                  </a:cubicBezTo>
                  <a:lnTo>
                    <a:pt x="0" y="111465"/>
                  </a:lnTo>
                  <a:cubicBezTo>
                    <a:pt x="0" y="122232"/>
                    <a:pt x="15093" y="130955"/>
                    <a:pt x="33716" y="130955"/>
                  </a:cubicBezTo>
                  <a:lnTo>
                    <a:pt x="90885" y="130955"/>
                  </a:lnTo>
                  <a:cubicBezTo>
                    <a:pt x="109368" y="130955"/>
                    <a:pt x="124370" y="122305"/>
                    <a:pt x="124553" y="111648"/>
                  </a:cubicBezTo>
                  <a:lnTo>
                    <a:pt x="124553" y="102049"/>
                  </a:lnTo>
                  <a:cubicBezTo>
                    <a:pt x="128122" y="103107"/>
                    <a:pt x="131917" y="103728"/>
                    <a:pt x="135851" y="103728"/>
                  </a:cubicBezTo>
                  <a:cubicBezTo>
                    <a:pt x="157860" y="103728"/>
                    <a:pt x="175756" y="85844"/>
                    <a:pt x="175756" y="63835"/>
                  </a:cubicBezTo>
                  <a:cubicBezTo>
                    <a:pt x="175756" y="41827"/>
                    <a:pt x="157860" y="23906"/>
                    <a:pt x="135851" y="23906"/>
                  </a:cubicBezTo>
                  <a:lnTo>
                    <a:pt x="135851" y="23870"/>
                  </a:lnTo>
                  <a:close/>
                  <a:moveTo>
                    <a:pt x="135851" y="82668"/>
                  </a:moveTo>
                  <a:cubicBezTo>
                    <a:pt x="131603" y="82668"/>
                    <a:pt x="127717" y="81208"/>
                    <a:pt x="124553" y="78836"/>
                  </a:cubicBezTo>
                  <a:lnTo>
                    <a:pt x="124553" y="48688"/>
                  </a:lnTo>
                  <a:cubicBezTo>
                    <a:pt x="127717" y="46316"/>
                    <a:pt x="131603" y="44856"/>
                    <a:pt x="135851" y="44856"/>
                  </a:cubicBezTo>
                  <a:cubicBezTo>
                    <a:pt x="146291" y="44856"/>
                    <a:pt x="154740" y="53287"/>
                    <a:pt x="154740" y="63726"/>
                  </a:cubicBezTo>
                  <a:cubicBezTo>
                    <a:pt x="154740" y="74164"/>
                    <a:pt x="146291" y="82632"/>
                    <a:pt x="135851" y="82632"/>
                  </a:cubicBezTo>
                  <a:lnTo>
                    <a:pt x="135851" y="82668"/>
                  </a:lnTo>
                  <a:close/>
                </a:path>
              </a:pathLst>
            </a:custGeom>
            <a:solidFill>
              <a:srgbClr val="007B85"/>
            </a:solidFill>
            <a:ln w="3646" cap="flat">
              <a:noFill/>
              <a:prstDash val="solid"/>
              <a:miter/>
            </a:ln>
          </p:spPr>
          <p:txBody>
            <a:bodyPr rtlCol="0" anchor="ctr"/>
            <a:lstStyle/>
            <a:p>
              <a:endParaRPr lang="en-GR"/>
            </a:p>
          </p:txBody>
        </p:sp>
        <p:sp>
          <p:nvSpPr>
            <p:cNvPr id="1000" name="Freeform 808">
              <a:extLst>
                <a:ext uri="{FF2B5EF4-FFF2-40B4-BE49-F238E27FC236}">
                  <a16:creationId xmlns:a16="http://schemas.microsoft.com/office/drawing/2014/main" id="{BB7F227F-1453-B71E-3B05-739872EA8956}"/>
                </a:ext>
              </a:extLst>
            </p:cNvPr>
            <p:cNvSpPr/>
            <p:nvPr/>
          </p:nvSpPr>
          <p:spPr>
            <a:xfrm>
              <a:off x="6423650" y="5992882"/>
              <a:ext cx="180398" cy="33535"/>
            </a:xfrm>
            <a:custGeom>
              <a:avLst/>
              <a:gdLst>
                <a:gd name="connsiteX0" fmla="*/ 201165 w 203750"/>
                <a:gd name="connsiteY0" fmla="*/ 2409 h 37876"/>
                <a:gd name="connsiteX1" fmla="*/ 195424 w 203750"/>
                <a:gd name="connsiteY1" fmla="*/ 0 h 37876"/>
                <a:gd name="connsiteX2" fmla="*/ 7728 w 203750"/>
                <a:gd name="connsiteY2" fmla="*/ 0 h 37876"/>
                <a:gd name="connsiteX3" fmla="*/ 2171 w 203750"/>
                <a:gd name="connsiteY3" fmla="*/ 2810 h 37876"/>
                <a:gd name="connsiteX4" fmla="*/ 3 w 203750"/>
                <a:gd name="connsiteY4" fmla="*/ 8760 h 37876"/>
                <a:gd name="connsiteX5" fmla="*/ 1178 w 203750"/>
                <a:gd name="connsiteY5" fmla="*/ 15110 h 37876"/>
                <a:gd name="connsiteX6" fmla="*/ 13425 w 203750"/>
                <a:gd name="connsiteY6" fmla="*/ 31681 h 37876"/>
                <a:gd name="connsiteX7" fmla="*/ 22373 w 203750"/>
                <a:gd name="connsiteY7" fmla="*/ 36571 h 37876"/>
                <a:gd name="connsiteX8" fmla="*/ 35477 w 203750"/>
                <a:gd name="connsiteY8" fmla="*/ 37739 h 37876"/>
                <a:gd name="connsiteX9" fmla="*/ 178886 w 203750"/>
                <a:gd name="connsiteY9" fmla="*/ 37301 h 37876"/>
                <a:gd name="connsiteX10" fmla="*/ 187560 w 203750"/>
                <a:gd name="connsiteY10" fmla="*/ 33724 h 37876"/>
                <a:gd name="connsiteX11" fmla="*/ 201165 w 203750"/>
                <a:gd name="connsiteY11" fmla="*/ 19271 h 37876"/>
                <a:gd name="connsiteX12" fmla="*/ 202522 w 203750"/>
                <a:gd name="connsiteY12" fmla="*/ 4161 h 37876"/>
                <a:gd name="connsiteX13" fmla="*/ 201209 w 203750"/>
                <a:gd name="connsiteY13" fmla="*/ 2409 h 37876"/>
                <a:gd name="connsiteX14" fmla="*/ 201165 w 203750"/>
                <a:gd name="connsiteY14" fmla="*/ 2409 h 37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3750" h="37876">
                  <a:moveTo>
                    <a:pt x="201165" y="2409"/>
                  </a:moveTo>
                  <a:cubicBezTo>
                    <a:pt x="199628" y="912"/>
                    <a:pt x="197596" y="292"/>
                    <a:pt x="195424" y="0"/>
                  </a:cubicBezTo>
                  <a:lnTo>
                    <a:pt x="7728" y="0"/>
                  </a:lnTo>
                  <a:cubicBezTo>
                    <a:pt x="5652" y="329"/>
                    <a:pt x="3663" y="1095"/>
                    <a:pt x="2171" y="2810"/>
                  </a:cubicBezTo>
                  <a:cubicBezTo>
                    <a:pt x="725" y="4417"/>
                    <a:pt x="47" y="6606"/>
                    <a:pt x="3" y="8760"/>
                  </a:cubicBezTo>
                  <a:cubicBezTo>
                    <a:pt x="-45" y="10949"/>
                    <a:pt x="499" y="13067"/>
                    <a:pt x="1178" y="15110"/>
                  </a:cubicBezTo>
                  <a:cubicBezTo>
                    <a:pt x="3481" y="21717"/>
                    <a:pt x="7820" y="27520"/>
                    <a:pt x="13425" y="31681"/>
                  </a:cubicBezTo>
                  <a:cubicBezTo>
                    <a:pt x="16136" y="33724"/>
                    <a:pt x="19165" y="35477"/>
                    <a:pt x="22373" y="36571"/>
                  </a:cubicBezTo>
                  <a:cubicBezTo>
                    <a:pt x="26577" y="37958"/>
                    <a:pt x="31095" y="37739"/>
                    <a:pt x="35477" y="37739"/>
                  </a:cubicBezTo>
                  <a:cubicBezTo>
                    <a:pt x="37514" y="37739"/>
                    <a:pt x="174138" y="38250"/>
                    <a:pt x="178886" y="37301"/>
                  </a:cubicBezTo>
                  <a:cubicBezTo>
                    <a:pt x="181959" y="36644"/>
                    <a:pt x="184896" y="35367"/>
                    <a:pt x="187560" y="33724"/>
                  </a:cubicBezTo>
                  <a:cubicBezTo>
                    <a:pt x="193030" y="30330"/>
                    <a:pt x="198136" y="24965"/>
                    <a:pt x="201165" y="19271"/>
                  </a:cubicBezTo>
                  <a:cubicBezTo>
                    <a:pt x="203380" y="15074"/>
                    <a:pt x="204960" y="8650"/>
                    <a:pt x="202522" y="4161"/>
                  </a:cubicBezTo>
                  <a:cubicBezTo>
                    <a:pt x="202157" y="3468"/>
                    <a:pt x="201708" y="2883"/>
                    <a:pt x="201209" y="2409"/>
                  </a:cubicBezTo>
                  <a:lnTo>
                    <a:pt x="201165" y="2409"/>
                  </a:lnTo>
                  <a:close/>
                </a:path>
              </a:pathLst>
            </a:custGeom>
            <a:solidFill>
              <a:srgbClr val="007B85"/>
            </a:solidFill>
            <a:ln w="3646" cap="flat">
              <a:noFill/>
              <a:prstDash val="solid"/>
              <a:miter/>
            </a:ln>
          </p:spPr>
          <p:txBody>
            <a:bodyPr rtlCol="0" anchor="ctr"/>
            <a:lstStyle/>
            <a:p>
              <a:endParaRPr lang="en-GR"/>
            </a:p>
          </p:txBody>
        </p:sp>
      </p:grpSp>
      <p:grpSp>
        <p:nvGrpSpPr>
          <p:cNvPr id="1001" name="Group 1000">
            <a:extLst>
              <a:ext uri="{FF2B5EF4-FFF2-40B4-BE49-F238E27FC236}">
                <a16:creationId xmlns:a16="http://schemas.microsoft.com/office/drawing/2014/main" id="{6DD92150-5872-AE48-6760-55BE957493EB}"/>
              </a:ext>
            </a:extLst>
          </p:cNvPr>
          <p:cNvGrpSpPr/>
          <p:nvPr/>
        </p:nvGrpSpPr>
        <p:grpSpPr>
          <a:xfrm>
            <a:off x="7905371" y="5852827"/>
            <a:ext cx="193861" cy="187654"/>
            <a:chOff x="6753213" y="5852827"/>
            <a:chExt cx="193861" cy="187654"/>
          </a:xfrm>
        </p:grpSpPr>
        <p:sp>
          <p:nvSpPr>
            <p:cNvPr id="1002" name="Freeform 809">
              <a:extLst>
                <a:ext uri="{FF2B5EF4-FFF2-40B4-BE49-F238E27FC236}">
                  <a16:creationId xmlns:a16="http://schemas.microsoft.com/office/drawing/2014/main" id="{9FE3B2F4-93FD-E78B-A4E6-B35CEA1E4749}"/>
                </a:ext>
              </a:extLst>
            </p:cNvPr>
            <p:cNvSpPr/>
            <p:nvPr/>
          </p:nvSpPr>
          <p:spPr>
            <a:xfrm>
              <a:off x="6783213" y="5852827"/>
              <a:ext cx="68311" cy="48990"/>
            </a:xfrm>
            <a:custGeom>
              <a:avLst/>
              <a:gdLst>
                <a:gd name="connsiteX0" fmla="*/ 38638 w 77154"/>
                <a:gd name="connsiteY0" fmla="*/ 55333 h 55332"/>
                <a:gd name="connsiteX1" fmla="*/ 74587 w 77154"/>
                <a:gd name="connsiteY1" fmla="*/ 10659 h 55332"/>
                <a:gd name="connsiteX2" fmla="*/ 38587 w 77154"/>
                <a:gd name="connsiteY2" fmla="*/ 7301 h 55332"/>
                <a:gd name="connsiteX3" fmla="*/ 2587 w 77154"/>
                <a:gd name="connsiteY3" fmla="*/ 10659 h 55332"/>
                <a:gd name="connsiteX4" fmla="*/ 38532 w 77154"/>
                <a:gd name="connsiteY4" fmla="*/ 55333 h 55332"/>
                <a:gd name="connsiteX5" fmla="*/ 38638 w 77154"/>
                <a:gd name="connsiteY5" fmla="*/ 55333 h 55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154" h="55332">
                  <a:moveTo>
                    <a:pt x="38638" y="55333"/>
                  </a:moveTo>
                  <a:cubicBezTo>
                    <a:pt x="56742" y="50989"/>
                    <a:pt x="85995" y="31572"/>
                    <a:pt x="74587" y="10659"/>
                  </a:cubicBezTo>
                  <a:cubicBezTo>
                    <a:pt x="69248" y="914"/>
                    <a:pt x="54075" y="-5838"/>
                    <a:pt x="38587" y="7301"/>
                  </a:cubicBezTo>
                  <a:cubicBezTo>
                    <a:pt x="23096" y="-5838"/>
                    <a:pt x="7922" y="914"/>
                    <a:pt x="2587" y="10659"/>
                  </a:cubicBezTo>
                  <a:cubicBezTo>
                    <a:pt x="-8871" y="31572"/>
                    <a:pt x="20378" y="50989"/>
                    <a:pt x="38532" y="55333"/>
                  </a:cubicBezTo>
                  <a:lnTo>
                    <a:pt x="38638" y="55333"/>
                  </a:lnTo>
                  <a:close/>
                </a:path>
              </a:pathLst>
            </a:custGeom>
            <a:solidFill>
              <a:srgbClr val="007B85"/>
            </a:solidFill>
            <a:ln w="3646" cap="flat">
              <a:noFill/>
              <a:prstDash val="solid"/>
              <a:miter/>
            </a:ln>
          </p:spPr>
          <p:txBody>
            <a:bodyPr rtlCol="0" anchor="ctr"/>
            <a:lstStyle/>
            <a:p>
              <a:endParaRPr lang="en-GR"/>
            </a:p>
          </p:txBody>
        </p:sp>
        <p:sp>
          <p:nvSpPr>
            <p:cNvPr id="1003" name="Freeform 810">
              <a:extLst>
                <a:ext uri="{FF2B5EF4-FFF2-40B4-BE49-F238E27FC236}">
                  <a16:creationId xmlns:a16="http://schemas.microsoft.com/office/drawing/2014/main" id="{4E1AD237-5BDE-2CC6-8322-E8446AC24B11}"/>
                </a:ext>
              </a:extLst>
            </p:cNvPr>
            <p:cNvSpPr/>
            <p:nvPr/>
          </p:nvSpPr>
          <p:spPr>
            <a:xfrm>
              <a:off x="6898082" y="5944670"/>
              <a:ext cx="48992" cy="68326"/>
            </a:xfrm>
            <a:custGeom>
              <a:avLst/>
              <a:gdLst>
                <a:gd name="connsiteX0" fmla="*/ 44689 w 55334"/>
                <a:gd name="connsiteY0" fmla="*/ 2589 h 77171"/>
                <a:gd name="connsiteX1" fmla="*/ 0 w 55334"/>
                <a:gd name="connsiteY1" fmla="*/ 38539 h 77171"/>
                <a:gd name="connsiteX2" fmla="*/ 0 w 55334"/>
                <a:gd name="connsiteY2" fmla="*/ 38649 h 77171"/>
                <a:gd name="connsiteX3" fmla="*/ 44689 w 55334"/>
                <a:gd name="connsiteY3" fmla="*/ 74600 h 77171"/>
                <a:gd name="connsiteX4" fmla="*/ 48035 w 55334"/>
                <a:gd name="connsiteY4" fmla="*/ 38576 h 77171"/>
                <a:gd name="connsiteX5" fmla="*/ 44689 w 55334"/>
                <a:gd name="connsiteY5" fmla="*/ 2589 h 77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334" h="77171">
                  <a:moveTo>
                    <a:pt x="44689" y="2589"/>
                  </a:moveTo>
                  <a:cubicBezTo>
                    <a:pt x="23757" y="-8872"/>
                    <a:pt x="4346" y="20363"/>
                    <a:pt x="0" y="38539"/>
                  </a:cubicBezTo>
                  <a:lnTo>
                    <a:pt x="0" y="38649"/>
                  </a:lnTo>
                  <a:cubicBezTo>
                    <a:pt x="4346" y="56752"/>
                    <a:pt x="23757" y="86024"/>
                    <a:pt x="44689" y="74600"/>
                  </a:cubicBezTo>
                  <a:cubicBezTo>
                    <a:pt x="54421" y="69271"/>
                    <a:pt x="61169" y="54088"/>
                    <a:pt x="48035" y="38576"/>
                  </a:cubicBezTo>
                  <a:cubicBezTo>
                    <a:pt x="61169" y="23101"/>
                    <a:pt x="54421" y="7917"/>
                    <a:pt x="44689" y="2589"/>
                  </a:cubicBezTo>
                  <a:close/>
                </a:path>
              </a:pathLst>
            </a:custGeom>
            <a:solidFill>
              <a:srgbClr val="007B85"/>
            </a:solidFill>
            <a:ln w="3646" cap="flat">
              <a:noFill/>
              <a:prstDash val="solid"/>
              <a:miter/>
            </a:ln>
          </p:spPr>
          <p:txBody>
            <a:bodyPr rtlCol="0" anchor="ctr"/>
            <a:lstStyle/>
            <a:p>
              <a:endParaRPr lang="en-GR"/>
            </a:p>
          </p:txBody>
        </p:sp>
        <p:sp>
          <p:nvSpPr>
            <p:cNvPr id="1004" name="Freeform 811">
              <a:extLst>
                <a:ext uri="{FF2B5EF4-FFF2-40B4-BE49-F238E27FC236}">
                  <a16:creationId xmlns:a16="http://schemas.microsoft.com/office/drawing/2014/main" id="{1B838239-B729-A179-09FE-96D905FEBC67}"/>
                </a:ext>
              </a:extLst>
            </p:cNvPr>
            <p:cNvSpPr/>
            <p:nvPr/>
          </p:nvSpPr>
          <p:spPr>
            <a:xfrm>
              <a:off x="6898266" y="6001769"/>
              <a:ext cx="48" cy="65"/>
            </a:xfrm>
            <a:custGeom>
              <a:avLst/>
              <a:gdLst>
                <a:gd name="connsiteX0" fmla="*/ 44 w 54"/>
                <a:gd name="connsiteY0" fmla="*/ 73 h 73"/>
                <a:gd name="connsiteX1" fmla="*/ 55 w 54"/>
                <a:gd name="connsiteY1" fmla="*/ 73 h 73"/>
                <a:gd name="connsiteX2" fmla="*/ 0 w 54"/>
                <a:gd name="connsiteY2" fmla="*/ 0 h 73"/>
                <a:gd name="connsiteX3" fmla="*/ 44 w 54"/>
                <a:gd name="connsiteY3" fmla="*/ 73 h 73"/>
              </a:gdLst>
              <a:ahLst/>
              <a:cxnLst>
                <a:cxn ang="0">
                  <a:pos x="connsiteX0" y="connsiteY0"/>
                </a:cxn>
                <a:cxn ang="0">
                  <a:pos x="connsiteX1" y="connsiteY1"/>
                </a:cxn>
                <a:cxn ang="0">
                  <a:pos x="connsiteX2" y="connsiteY2"/>
                </a:cxn>
                <a:cxn ang="0">
                  <a:pos x="connsiteX3" y="connsiteY3"/>
                </a:cxn>
              </a:cxnLst>
              <a:rect l="l" t="t" r="r" b="b"/>
              <a:pathLst>
                <a:path w="54" h="73">
                  <a:moveTo>
                    <a:pt x="44" y="73"/>
                  </a:moveTo>
                  <a:cubicBezTo>
                    <a:pt x="47" y="73"/>
                    <a:pt x="51" y="73"/>
                    <a:pt x="55" y="73"/>
                  </a:cubicBezTo>
                  <a:lnTo>
                    <a:pt x="0" y="0"/>
                  </a:lnTo>
                  <a:cubicBezTo>
                    <a:pt x="15" y="37"/>
                    <a:pt x="29" y="37"/>
                    <a:pt x="44" y="73"/>
                  </a:cubicBezTo>
                  <a:close/>
                </a:path>
              </a:pathLst>
            </a:custGeom>
            <a:solidFill>
              <a:srgbClr val="007B85"/>
            </a:solidFill>
            <a:ln w="3646" cap="flat">
              <a:noFill/>
              <a:prstDash val="solid"/>
              <a:miter/>
            </a:ln>
          </p:spPr>
          <p:txBody>
            <a:bodyPr rtlCol="0" anchor="ctr"/>
            <a:lstStyle/>
            <a:p>
              <a:endParaRPr lang="en-GR"/>
            </a:p>
          </p:txBody>
        </p:sp>
        <p:sp>
          <p:nvSpPr>
            <p:cNvPr id="1005" name="Freeform 812">
              <a:extLst>
                <a:ext uri="{FF2B5EF4-FFF2-40B4-BE49-F238E27FC236}">
                  <a16:creationId xmlns:a16="http://schemas.microsoft.com/office/drawing/2014/main" id="{26DE3507-CC9A-F77D-AA20-78AA061D7059}"/>
                </a:ext>
              </a:extLst>
            </p:cNvPr>
            <p:cNvSpPr/>
            <p:nvPr/>
          </p:nvSpPr>
          <p:spPr>
            <a:xfrm>
              <a:off x="6753213" y="5885919"/>
              <a:ext cx="161499" cy="154562"/>
            </a:xfrm>
            <a:custGeom>
              <a:avLst/>
              <a:gdLst>
                <a:gd name="connsiteX0" fmla="*/ 149178 w 182404"/>
                <a:gd name="connsiteY0" fmla="*/ 144606 h 174570"/>
                <a:gd name="connsiteX1" fmla="*/ 163874 w 182404"/>
                <a:gd name="connsiteY1" fmla="*/ 130919 h 174570"/>
                <a:gd name="connsiteX2" fmla="*/ 180105 w 182404"/>
                <a:gd name="connsiteY2" fmla="*/ 147927 h 174570"/>
                <a:gd name="connsiteX3" fmla="*/ 161005 w 182404"/>
                <a:gd name="connsiteY3" fmla="*/ 164607 h 174570"/>
                <a:gd name="connsiteX4" fmla="*/ 125370 w 182404"/>
                <a:gd name="connsiteY4" fmla="*/ 174570 h 174570"/>
                <a:gd name="connsiteX5" fmla="*/ 108365 w 182404"/>
                <a:gd name="connsiteY5" fmla="*/ 172417 h 174570"/>
                <a:gd name="connsiteX6" fmla="*/ 58972 w 182404"/>
                <a:gd name="connsiteY6" fmla="*/ 125517 h 174570"/>
                <a:gd name="connsiteX7" fmla="*/ 0 w 182404"/>
                <a:gd name="connsiteY7" fmla="*/ 56244 h 174570"/>
                <a:gd name="connsiteX8" fmla="*/ 28515 w 182404"/>
                <a:gd name="connsiteY8" fmla="*/ 0 h 174570"/>
                <a:gd name="connsiteX9" fmla="*/ 45156 w 182404"/>
                <a:gd name="connsiteY9" fmla="*/ 16826 h 174570"/>
                <a:gd name="connsiteX10" fmla="*/ 23286 w 182404"/>
                <a:gd name="connsiteY10" fmla="*/ 56244 h 174570"/>
                <a:gd name="connsiteX11" fmla="*/ 55673 w 182404"/>
                <a:gd name="connsiteY11" fmla="*/ 100662 h 174570"/>
                <a:gd name="connsiteX12" fmla="*/ 57819 w 182404"/>
                <a:gd name="connsiteY12" fmla="*/ 85953 h 174570"/>
                <a:gd name="connsiteX13" fmla="*/ 109361 w 182404"/>
                <a:gd name="connsiteY13" fmla="*/ 33870 h 174570"/>
                <a:gd name="connsiteX14" fmla="*/ 112970 w 182404"/>
                <a:gd name="connsiteY14" fmla="*/ 33104 h 174570"/>
                <a:gd name="connsiteX15" fmla="*/ 98475 w 182404"/>
                <a:gd name="connsiteY15" fmla="*/ 17665 h 174570"/>
                <a:gd name="connsiteX16" fmla="*/ 115638 w 182404"/>
                <a:gd name="connsiteY16" fmla="*/ 1168 h 174570"/>
                <a:gd name="connsiteX17" fmla="*/ 138504 w 182404"/>
                <a:gd name="connsiteY17" fmla="*/ 32885 h 174570"/>
                <a:gd name="connsiteX18" fmla="*/ 143317 w 182404"/>
                <a:gd name="connsiteY18" fmla="*/ 33943 h 174570"/>
                <a:gd name="connsiteX19" fmla="*/ 182405 w 182404"/>
                <a:gd name="connsiteY19" fmla="*/ 60514 h 174570"/>
                <a:gd name="connsiteX20" fmla="*/ 165348 w 182404"/>
                <a:gd name="connsiteY20" fmla="*/ 76792 h 174570"/>
                <a:gd name="connsiteX21" fmla="*/ 142533 w 182404"/>
                <a:gd name="connsiteY21" fmla="*/ 58069 h 174570"/>
                <a:gd name="connsiteX22" fmla="*/ 84137 w 182404"/>
                <a:gd name="connsiteY22" fmla="*/ 125481 h 174570"/>
                <a:gd name="connsiteX23" fmla="*/ 114174 w 182404"/>
                <a:gd name="connsiteY23" fmla="*/ 149862 h 174570"/>
                <a:gd name="connsiteX24" fmla="*/ 149178 w 182404"/>
                <a:gd name="connsiteY24" fmla="*/ 144606 h 174570"/>
                <a:gd name="connsiteX25" fmla="*/ 115065 w 182404"/>
                <a:gd name="connsiteY25" fmla="*/ 56499 h 174570"/>
                <a:gd name="connsiteX26" fmla="*/ 80422 w 182404"/>
                <a:gd name="connsiteY26" fmla="*/ 91647 h 174570"/>
                <a:gd name="connsiteX27" fmla="*/ 80422 w 182404"/>
                <a:gd name="connsiteY27" fmla="*/ 91610 h 174570"/>
                <a:gd name="connsiteX28" fmla="*/ 78959 w 182404"/>
                <a:gd name="connsiteY28" fmla="*/ 102596 h 174570"/>
                <a:gd name="connsiteX29" fmla="*/ 119196 w 182404"/>
                <a:gd name="connsiteY29" fmla="*/ 56244 h 174570"/>
                <a:gd name="connsiteX30" fmla="*/ 119196 w 182404"/>
                <a:gd name="connsiteY30" fmla="*/ 55660 h 174570"/>
                <a:gd name="connsiteX31" fmla="*/ 115065 w 182404"/>
                <a:gd name="connsiteY31" fmla="*/ 56499 h 174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2404" h="174570">
                  <a:moveTo>
                    <a:pt x="149178" y="144606"/>
                  </a:moveTo>
                  <a:cubicBezTo>
                    <a:pt x="155086" y="141102"/>
                    <a:pt x="160002" y="136394"/>
                    <a:pt x="163874" y="130919"/>
                  </a:cubicBezTo>
                  <a:cubicBezTo>
                    <a:pt x="168158" y="137489"/>
                    <a:pt x="173584" y="143584"/>
                    <a:pt x="180105" y="147927"/>
                  </a:cubicBezTo>
                  <a:cubicBezTo>
                    <a:pt x="174818" y="154496"/>
                    <a:pt x="168384" y="160227"/>
                    <a:pt x="161005" y="164607"/>
                  </a:cubicBezTo>
                  <a:cubicBezTo>
                    <a:pt x="150174" y="171103"/>
                    <a:pt x="137825" y="174570"/>
                    <a:pt x="125370" y="174570"/>
                  </a:cubicBezTo>
                  <a:cubicBezTo>
                    <a:pt x="119666" y="174570"/>
                    <a:pt x="113966" y="173841"/>
                    <a:pt x="108365" y="172417"/>
                  </a:cubicBezTo>
                  <a:cubicBezTo>
                    <a:pt x="84925" y="166504"/>
                    <a:pt x="66347" y="148693"/>
                    <a:pt x="58972" y="125517"/>
                  </a:cubicBezTo>
                  <a:cubicBezTo>
                    <a:pt x="25063" y="119714"/>
                    <a:pt x="0" y="90661"/>
                    <a:pt x="0" y="56244"/>
                  </a:cubicBezTo>
                  <a:cubicBezTo>
                    <a:pt x="0" y="33250"/>
                    <a:pt x="11251" y="12847"/>
                    <a:pt x="28515" y="0"/>
                  </a:cubicBezTo>
                  <a:cubicBezTo>
                    <a:pt x="32599" y="6752"/>
                    <a:pt x="38616" y="12373"/>
                    <a:pt x="45156" y="16826"/>
                  </a:cubicBezTo>
                  <a:cubicBezTo>
                    <a:pt x="32022" y="25184"/>
                    <a:pt x="23286" y="39747"/>
                    <a:pt x="23286" y="56244"/>
                  </a:cubicBezTo>
                  <a:cubicBezTo>
                    <a:pt x="23286" y="76646"/>
                    <a:pt x="36522" y="94275"/>
                    <a:pt x="55673" y="100662"/>
                  </a:cubicBezTo>
                  <a:cubicBezTo>
                    <a:pt x="55885" y="95735"/>
                    <a:pt x="56615" y="90771"/>
                    <a:pt x="57819" y="85953"/>
                  </a:cubicBezTo>
                  <a:cubicBezTo>
                    <a:pt x="64307" y="60258"/>
                    <a:pt x="84035" y="40331"/>
                    <a:pt x="109361" y="33870"/>
                  </a:cubicBezTo>
                  <a:lnTo>
                    <a:pt x="112970" y="33104"/>
                  </a:lnTo>
                  <a:cubicBezTo>
                    <a:pt x="109361" y="26863"/>
                    <a:pt x="104336" y="21644"/>
                    <a:pt x="98475" y="17665"/>
                  </a:cubicBezTo>
                  <a:cubicBezTo>
                    <a:pt x="105121" y="13322"/>
                    <a:pt x="111295" y="7774"/>
                    <a:pt x="115638" y="1168"/>
                  </a:cubicBezTo>
                  <a:cubicBezTo>
                    <a:pt x="125947" y="9234"/>
                    <a:pt x="133953" y="20111"/>
                    <a:pt x="138504" y="32885"/>
                  </a:cubicBezTo>
                  <a:cubicBezTo>
                    <a:pt x="140128" y="33213"/>
                    <a:pt x="141748" y="33505"/>
                    <a:pt x="143317" y="33943"/>
                  </a:cubicBezTo>
                  <a:cubicBezTo>
                    <a:pt x="159644" y="38068"/>
                    <a:pt x="173146" y="47739"/>
                    <a:pt x="182405" y="60514"/>
                  </a:cubicBezTo>
                  <a:cubicBezTo>
                    <a:pt x="175602" y="64383"/>
                    <a:pt x="169902" y="70295"/>
                    <a:pt x="165348" y="76792"/>
                  </a:cubicBezTo>
                  <a:cubicBezTo>
                    <a:pt x="160064" y="68434"/>
                    <a:pt x="152214" y="61718"/>
                    <a:pt x="142533" y="58069"/>
                  </a:cubicBezTo>
                  <a:cubicBezTo>
                    <a:pt x="141646" y="91610"/>
                    <a:pt x="116948" y="119604"/>
                    <a:pt x="84137" y="125481"/>
                  </a:cubicBezTo>
                  <a:cubicBezTo>
                    <a:pt x="90210" y="137598"/>
                    <a:pt x="100990" y="146504"/>
                    <a:pt x="114174" y="149862"/>
                  </a:cubicBezTo>
                  <a:cubicBezTo>
                    <a:pt x="126053" y="152854"/>
                    <a:pt x="138504" y="150993"/>
                    <a:pt x="149178" y="144606"/>
                  </a:cubicBezTo>
                  <a:close/>
                  <a:moveTo>
                    <a:pt x="115065" y="56499"/>
                  </a:moveTo>
                  <a:cubicBezTo>
                    <a:pt x="98059" y="60843"/>
                    <a:pt x="84769" y="74274"/>
                    <a:pt x="80422" y="91647"/>
                  </a:cubicBezTo>
                  <a:lnTo>
                    <a:pt x="80422" y="91610"/>
                  </a:lnTo>
                  <a:cubicBezTo>
                    <a:pt x="79481" y="95224"/>
                    <a:pt x="79010" y="98873"/>
                    <a:pt x="78959" y="102596"/>
                  </a:cubicBezTo>
                  <a:cubicBezTo>
                    <a:pt x="101668" y="98946"/>
                    <a:pt x="119196" y="79310"/>
                    <a:pt x="119196" y="56244"/>
                  </a:cubicBezTo>
                  <a:lnTo>
                    <a:pt x="119196" y="55660"/>
                  </a:lnTo>
                  <a:cubicBezTo>
                    <a:pt x="117783" y="55842"/>
                    <a:pt x="116422" y="56134"/>
                    <a:pt x="115065" y="56499"/>
                  </a:cubicBezTo>
                  <a:close/>
                </a:path>
              </a:pathLst>
            </a:custGeom>
            <a:solidFill>
              <a:srgbClr val="007B85"/>
            </a:solidFill>
            <a:ln w="3646" cap="flat">
              <a:noFill/>
              <a:prstDash val="solid"/>
              <a:miter/>
            </a:ln>
          </p:spPr>
          <p:txBody>
            <a:bodyPr rtlCol="0" anchor="ctr"/>
            <a:lstStyle/>
            <a:p>
              <a:endParaRPr lang="en-GR"/>
            </a:p>
          </p:txBody>
        </p:sp>
      </p:grpSp>
      <p:grpSp>
        <p:nvGrpSpPr>
          <p:cNvPr id="1006" name="Group 1005">
            <a:extLst>
              <a:ext uri="{FF2B5EF4-FFF2-40B4-BE49-F238E27FC236}">
                <a16:creationId xmlns:a16="http://schemas.microsoft.com/office/drawing/2014/main" id="{5ED91A25-7144-8199-169C-813A20B54D46}"/>
              </a:ext>
            </a:extLst>
          </p:cNvPr>
          <p:cNvGrpSpPr/>
          <p:nvPr/>
        </p:nvGrpSpPr>
        <p:grpSpPr>
          <a:xfrm>
            <a:off x="8244627" y="5859292"/>
            <a:ext cx="177737" cy="174500"/>
            <a:chOff x="7092469" y="5859292"/>
            <a:chExt cx="177737" cy="174500"/>
          </a:xfrm>
        </p:grpSpPr>
        <p:sp>
          <p:nvSpPr>
            <p:cNvPr id="1007" name="Freeform 813">
              <a:extLst>
                <a:ext uri="{FF2B5EF4-FFF2-40B4-BE49-F238E27FC236}">
                  <a16:creationId xmlns:a16="http://schemas.microsoft.com/office/drawing/2014/main" id="{6F96A837-AEED-6CCE-7D53-329FADE661A5}"/>
                </a:ext>
              </a:extLst>
            </p:cNvPr>
            <p:cNvSpPr/>
            <p:nvPr/>
          </p:nvSpPr>
          <p:spPr>
            <a:xfrm>
              <a:off x="7092469" y="5859292"/>
              <a:ext cx="177737" cy="148261"/>
            </a:xfrm>
            <a:custGeom>
              <a:avLst/>
              <a:gdLst>
                <a:gd name="connsiteX0" fmla="*/ 165786 w 200745"/>
                <a:gd name="connsiteY0" fmla="*/ 31279 h 167453"/>
                <a:gd name="connsiteX1" fmla="*/ 200636 w 200745"/>
                <a:gd name="connsiteY1" fmla="*/ 58324 h 167453"/>
                <a:gd name="connsiteX2" fmla="*/ 200746 w 200745"/>
                <a:gd name="connsiteY2" fmla="*/ 58251 h 167453"/>
                <a:gd name="connsiteX3" fmla="*/ 200746 w 200745"/>
                <a:gd name="connsiteY3" fmla="*/ 75734 h 167453"/>
                <a:gd name="connsiteX4" fmla="*/ 136482 w 200745"/>
                <a:gd name="connsiteY4" fmla="*/ 134970 h 167453"/>
                <a:gd name="connsiteX5" fmla="*/ 110240 w 200745"/>
                <a:gd name="connsiteY5" fmla="*/ 155117 h 167453"/>
                <a:gd name="connsiteX6" fmla="*/ 110240 w 200745"/>
                <a:gd name="connsiteY6" fmla="*/ 167453 h 167453"/>
                <a:gd name="connsiteX7" fmla="*/ 90512 w 200745"/>
                <a:gd name="connsiteY7" fmla="*/ 167453 h 167453"/>
                <a:gd name="connsiteX8" fmla="*/ 90512 w 200745"/>
                <a:gd name="connsiteY8" fmla="*/ 155117 h 167453"/>
                <a:gd name="connsiteX9" fmla="*/ 64369 w 200745"/>
                <a:gd name="connsiteY9" fmla="*/ 135080 h 167453"/>
                <a:gd name="connsiteX10" fmla="*/ 0 w 200745"/>
                <a:gd name="connsiteY10" fmla="*/ 75734 h 167453"/>
                <a:gd name="connsiteX11" fmla="*/ 0 w 200745"/>
                <a:gd name="connsiteY11" fmla="*/ 58762 h 167453"/>
                <a:gd name="connsiteX12" fmla="*/ 34923 w 200745"/>
                <a:gd name="connsiteY12" fmla="*/ 31243 h 167453"/>
                <a:gd name="connsiteX13" fmla="*/ 41974 w 200745"/>
                <a:gd name="connsiteY13" fmla="*/ 31243 h 167453"/>
                <a:gd name="connsiteX14" fmla="*/ 42518 w 200745"/>
                <a:gd name="connsiteY14" fmla="*/ 11096 h 167453"/>
                <a:gd name="connsiteX15" fmla="*/ 66292 w 200745"/>
                <a:gd name="connsiteY15" fmla="*/ 0 h 167453"/>
                <a:gd name="connsiteX16" fmla="*/ 134366 w 200745"/>
                <a:gd name="connsiteY16" fmla="*/ 0 h 167453"/>
                <a:gd name="connsiteX17" fmla="*/ 158743 w 200745"/>
                <a:gd name="connsiteY17" fmla="*/ 14015 h 167453"/>
                <a:gd name="connsiteX18" fmla="*/ 158743 w 200745"/>
                <a:gd name="connsiteY18" fmla="*/ 31279 h 167453"/>
                <a:gd name="connsiteX19" fmla="*/ 165786 w 200745"/>
                <a:gd name="connsiteY19" fmla="*/ 31279 h 167453"/>
                <a:gd name="connsiteX20" fmla="*/ 24614 w 200745"/>
                <a:gd name="connsiteY20" fmla="*/ 59857 h 167453"/>
                <a:gd name="connsiteX21" fmla="*/ 24614 w 200745"/>
                <a:gd name="connsiteY21" fmla="*/ 75770 h 167453"/>
                <a:gd name="connsiteX22" fmla="*/ 48882 w 200745"/>
                <a:gd name="connsiteY22" fmla="*/ 103509 h 167453"/>
                <a:gd name="connsiteX23" fmla="*/ 42076 w 200745"/>
                <a:gd name="connsiteY23" fmla="*/ 60733 h 167453"/>
                <a:gd name="connsiteX24" fmla="*/ 41926 w 200745"/>
                <a:gd name="connsiteY24" fmla="*/ 58945 h 167453"/>
                <a:gd name="connsiteX25" fmla="*/ 41926 w 200745"/>
                <a:gd name="connsiteY25" fmla="*/ 55879 h 167453"/>
                <a:gd name="connsiteX26" fmla="*/ 36007 w 200745"/>
                <a:gd name="connsiteY26" fmla="*/ 55879 h 167453"/>
                <a:gd name="connsiteX27" fmla="*/ 24614 w 200745"/>
                <a:gd name="connsiteY27" fmla="*/ 59857 h 167453"/>
                <a:gd name="connsiteX28" fmla="*/ 151773 w 200745"/>
                <a:gd name="connsiteY28" fmla="*/ 103399 h 167453"/>
                <a:gd name="connsiteX29" fmla="*/ 176004 w 200745"/>
                <a:gd name="connsiteY29" fmla="*/ 75770 h 167453"/>
                <a:gd name="connsiteX30" fmla="*/ 176004 w 200745"/>
                <a:gd name="connsiteY30" fmla="*/ 59857 h 167453"/>
                <a:gd name="connsiteX31" fmla="*/ 164581 w 200745"/>
                <a:gd name="connsiteY31" fmla="*/ 55879 h 167453"/>
                <a:gd name="connsiteX32" fmla="*/ 158670 w 200745"/>
                <a:gd name="connsiteY32" fmla="*/ 55879 h 167453"/>
                <a:gd name="connsiteX33" fmla="*/ 158524 w 200745"/>
                <a:gd name="connsiteY33" fmla="*/ 60769 h 167453"/>
                <a:gd name="connsiteX34" fmla="*/ 151773 w 200745"/>
                <a:gd name="connsiteY34" fmla="*/ 103399 h 167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00745" h="167453">
                  <a:moveTo>
                    <a:pt x="165786" y="31279"/>
                  </a:moveTo>
                  <a:cubicBezTo>
                    <a:pt x="185455" y="32447"/>
                    <a:pt x="200162" y="43798"/>
                    <a:pt x="200636" y="58324"/>
                  </a:cubicBezTo>
                  <a:lnTo>
                    <a:pt x="200746" y="58251"/>
                  </a:lnTo>
                  <a:lnTo>
                    <a:pt x="200746" y="75734"/>
                  </a:lnTo>
                  <a:cubicBezTo>
                    <a:pt x="200746" y="102706"/>
                    <a:pt x="174033" y="125736"/>
                    <a:pt x="136482" y="134970"/>
                  </a:cubicBezTo>
                  <a:cubicBezTo>
                    <a:pt x="128983" y="145190"/>
                    <a:pt x="120006" y="152234"/>
                    <a:pt x="110240" y="155117"/>
                  </a:cubicBezTo>
                  <a:lnTo>
                    <a:pt x="110240" y="167453"/>
                  </a:lnTo>
                  <a:lnTo>
                    <a:pt x="90512" y="167453"/>
                  </a:lnTo>
                  <a:lnTo>
                    <a:pt x="90512" y="155117"/>
                  </a:lnTo>
                  <a:cubicBezTo>
                    <a:pt x="80743" y="152234"/>
                    <a:pt x="71817" y="145190"/>
                    <a:pt x="64369" y="135080"/>
                  </a:cubicBezTo>
                  <a:cubicBezTo>
                    <a:pt x="26782" y="125919"/>
                    <a:pt x="0" y="102779"/>
                    <a:pt x="0" y="75734"/>
                  </a:cubicBezTo>
                  <a:lnTo>
                    <a:pt x="0" y="58762"/>
                  </a:lnTo>
                  <a:cubicBezTo>
                    <a:pt x="197" y="44017"/>
                    <a:pt x="14896" y="32447"/>
                    <a:pt x="34923" y="31243"/>
                  </a:cubicBezTo>
                  <a:lnTo>
                    <a:pt x="41974" y="31243"/>
                  </a:lnTo>
                  <a:cubicBezTo>
                    <a:pt x="41974" y="22154"/>
                    <a:pt x="42174" y="12045"/>
                    <a:pt x="42518" y="11096"/>
                  </a:cubicBezTo>
                  <a:cubicBezTo>
                    <a:pt x="44886" y="4745"/>
                    <a:pt x="54604" y="0"/>
                    <a:pt x="66292" y="0"/>
                  </a:cubicBezTo>
                  <a:lnTo>
                    <a:pt x="134366" y="0"/>
                  </a:lnTo>
                  <a:cubicBezTo>
                    <a:pt x="147722" y="0"/>
                    <a:pt x="158633" y="6278"/>
                    <a:pt x="158743" y="14015"/>
                  </a:cubicBezTo>
                  <a:lnTo>
                    <a:pt x="158743" y="31279"/>
                  </a:lnTo>
                  <a:lnTo>
                    <a:pt x="165786" y="31279"/>
                  </a:lnTo>
                  <a:close/>
                  <a:moveTo>
                    <a:pt x="24614" y="59857"/>
                  </a:moveTo>
                  <a:lnTo>
                    <a:pt x="24614" y="75770"/>
                  </a:lnTo>
                  <a:cubicBezTo>
                    <a:pt x="24614" y="85551"/>
                    <a:pt x="33788" y="95917"/>
                    <a:pt x="48882" y="103509"/>
                  </a:cubicBezTo>
                  <a:cubicBezTo>
                    <a:pt x="44886" y="90661"/>
                    <a:pt x="42518" y="76172"/>
                    <a:pt x="42076" y="60733"/>
                  </a:cubicBezTo>
                  <a:cubicBezTo>
                    <a:pt x="41974" y="60039"/>
                    <a:pt x="41926" y="59383"/>
                    <a:pt x="41926" y="58945"/>
                  </a:cubicBezTo>
                  <a:lnTo>
                    <a:pt x="41926" y="55879"/>
                  </a:lnTo>
                  <a:lnTo>
                    <a:pt x="36007" y="55879"/>
                  </a:lnTo>
                  <a:cubicBezTo>
                    <a:pt x="29446" y="56389"/>
                    <a:pt x="25651" y="58725"/>
                    <a:pt x="24614" y="59857"/>
                  </a:cubicBezTo>
                  <a:close/>
                  <a:moveTo>
                    <a:pt x="151773" y="103399"/>
                  </a:moveTo>
                  <a:cubicBezTo>
                    <a:pt x="166808" y="95808"/>
                    <a:pt x="176004" y="85479"/>
                    <a:pt x="176004" y="75770"/>
                  </a:cubicBezTo>
                  <a:lnTo>
                    <a:pt x="176004" y="59857"/>
                  </a:lnTo>
                  <a:cubicBezTo>
                    <a:pt x="174909" y="58725"/>
                    <a:pt x="171150" y="56353"/>
                    <a:pt x="164581" y="55879"/>
                  </a:cubicBezTo>
                  <a:lnTo>
                    <a:pt x="158670" y="55879"/>
                  </a:lnTo>
                  <a:cubicBezTo>
                    <a:pt x="158670" y="57667"/>
                    <a:pt x="158633" y="60039"/>
                    <a:pt x="158524" y="60769"/>
                  </a:cubicBezTo>
                  <a:cubicBezTo>
                    <a:pt x="158086" y="76135"/>
                    <a:pt x="155750" y="90625"/>
                    <a:pt x="151773" y="103399"/>
                  </a:cubicBezTo>
                  <a:close/>
                </a:path>
              </a:pathLst>
            </a:custGeom>
            <a:solidFill>
              <a:srgbClr val="007B85"/>
            </a:solidFill>
            <a:ln w="3646" cap="flat">
              <a:noFill/>
              <a:prstDash val="solid"/>
              <a:miter/>
            </a:ln>
          </p:spPr>
          <p:txBody>
            <a:bodyPr rtlCol="0" anchor="ctr"/>
            <a:lstStyle/>
            <a:p>
              <a:endParaRPr lang="en-GR"/>
            </a:p>
          </p:txBody>
        </p:sp>
        <p:sp>
          <p:nvSpPr>
            <p:cNvPr id="1008" name="Freeform 814">
              <a:extLst>
                <a:ext uri="{FF2B5EF4-FFF2-40B4-BE49-F238E27FC236}">
                  <a16:creationId xmlns:a16="http://schemas.microsoft.com/office/drawing/2014/main" id="{68DA90C5-F75B-40EF-2DD2-CA82BA081A82}"/>
                </a:ext>
              </a:extLst>
            </p:cNvPr>
            <p:cNvSpPr/>
            <p:nvPr/>
          </p:nvSpPr>
          <p:spPr>
            <a:xfrm>
              <a:off x="7120032" y="6016310"/>
              <a:ext cx="122102" cy="17482"/>
            </a:xfrm>
            <a:custGeom>
              <a:avLst/>
              <a:gdLst>
                <a:gd name="connsiteX0" fmla="*/ 14249 w 137908"/>
                <a:gd name="connsiteY0" fmla="*/ 0 h 19745"/>
                <a:gd name="connsiteX1" fmla="*/ 123416 w 137908"/>
                <a:gd name="connsiteY1" fmla="*/ 0 h 19745"/>
                <a:gd name="connsiteX2" fmla="*/ 132977 w 137908"/>
                <a:gd name="connsiteY2" fmla="*/ 4927 h 19745"/>
                <a:gd name="connsiteX3" fmla="*/ 136590 w 137908"/>
                <a:gd name="connsiteY3" fmla="*/ 18432 h 19745"/>
                <a:gd name="connsiteX4" fmla="*/ 132685 w 137908"/>
                <a:gd name="connsiteY4" fmla="*/ 19746 h 19745"/>
                <a:gd name="connsiteX5" fmla="*/ 4728 w 137908"/>
                <a:gd name="connsiteY5" fmla="*/ 19746 h 19745"/>
                <a:gd name="connsiteX6" fmla="*/ 1323 w 137908"/>
                <a:gd name="connsiteY6" fmla="*/ 18432 h 19745"/>
                <a:gd name="connsiteX7" fmla="*/ 4925 w 137908"/>
                <a:gd name="connsiteY7" fmla="*/ 4927 h 19745"/>
                <a:gd name="connsiteX8" fmla="*/ 14249 w 137908"/>
                <a:gd name="connsiteY8" fmla="*/ 0 h 19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908" h="19745">
                  <a:moveTo>
                    <a:pt x="14249" y="0"/>
                  </a:moveTo>
                  <a:lnTo>
                    <a:pt x="123416" y="0"/>
                  </a:lnTo>
                  <a:cubicBezTo>
                    <a:pt x="126299" y="146"/>
                    <a:pt x="129912" y="1898"/>
                    <a:pt x="132977" y="4927"/>
                  </a:cubicBezTo>
                  <a:cubicBezTo>
                    <a:pt x="137721" y="9636"/>
                    <a:pt x="139291" y="15694"/>
                    <a:pt x="136590" y="18432"/>
                  </a:cubicBezTo>
                  <a:cubicBezTo>
                    <a:pt x="135605" y="19344"/>
                    <a:pt x="134255" y="19746"/>
                    <a:pt x="132685" y="19746"/>
                  </a:cubicBezTo>
                  <a:lnTo>
                    <a:pt x="4728" y="19746"/>
                  </a:lnTo>
                  <a:cubicBezTo>
                    <a:pt x="3348" y="19709"/>
                    <a:pt x="2162" y="19235"/>
                    <a:pt x="1323" y="18432"/>
                  </a:cubicBezTo>
                  <a:cubicBezTo>
                    <a:pt x="-1388" y="15694"/>
                    <a:pt x="192" y="9672"/>
                    <a:pt x="4925" y="4927"/>
                  </a:cubicBezTo>
                  <a:cubicBezTo>
                    <a:pt x="7884" y="1971"/>
                    <a:pt x="11388" y="256"/>
                    <a:pt x="14249" y="0"/>
                  </a:cubicBezTo>
                  <a:close/>
                </a:path>
              </a:pathLst>
            </a:custGeom>
            <a:solidFill>
              <a:srgbClr val="007B85"/>
            </a:solidFill>
            <a:ln w="3646" cap="flat">
              <a:noFill/>
              <a:prstDash val="solid"/>
              <a:miter/>
            </a:ln>
          </p:spPr>
          <p:txBody>
            <a:bodyPr rtlCol="0" anchor="ctr"/>
            <a:lstStyle/>
            <a:p>
              <a:endParaRPr lang="en-GR"/>
            </a:p>
          </p:txBody>
        </p:sp>
      </p:grpSp>
      <p:grpSp>
        <p:nvGrpSpPr>
          <p:cNvPr id="1009" name="Group 1008">
            <a:extLst>
              <a:ext uri="{FF2B5EF4-FFF2-40B4-BE49-F238E27FC236}">
                <a16:creationId xmlns:a16="http://schemas.microsoft.com/office/drawing/2014/main" id="{5F6000A9-0911-1DCA-57D8-A2BD8E3D429E}"/>
              </a:ext>
            </a:extLst>
          </p:cNvPr>
          <p:cNvGrpSpPr/>
          <p:nvPr/>
        </p:nvGrpSpPr>
        <p:grpSpPr>
          <a:xfrm>
            <a:off x="8577421" y="5856062"/>
            <a:ext cx="180937" cy="178735"/>
            <a:chOff x="7425263" y="5856060"/>
            <a:chExt cx="180937" cy="178735"/>
          </a:xfrm>
        </p:grpSpPr>
        <p:sp>
          <p:nvSpPr>
            <p:cNvPr id="1010" name="Freeform 815">
              <a:extLst>
                <a:ext uri="{FF2B5EF4-FFF2-40B4-BE49-F238E27FC236}">
                  <a16:creationId xmlns:a16="http://schemas.microsoft.com/office/drawing/2014/main" id="{9882748E-F51F-F86C-F4F8-E13428CEAC69}"/>
                </a:ext>
              </a:extLst>
            </p:cNvPr>
            <p:cNvSpPr/>
            <p:nvPr/>
          </p:nvSpPr>
          <p:spPr>
            <a:xfrm>
              <a:off x="7472434" y="5856060"/>
              <a:ext cx="86499" cy="83983"/>
            </a:xfrm>
            <a:custGeom>
              <a:avLst/>
              <a:gdLst>
                <a:gd name="connsiteX0" fmla="*/ 92730 w 97696"/>
                <a:gd name="connsiteY0" fmla="*/ 31790 h 94854"/>
                <a:gd name="connsiteX1" fmla="*/ 97438 w 97696"/>
                <a:gd name="connsiteY1" fmla="*/ 35841 h 94854"/>
                <a:gd name="connsiteX2" fmla="*/ 97402 w 97696"/>
                <a:gd name="connsiteY2" fmla="*/ 35841 h 94854"/>
                <a:gd name="connsiteX3" fmla="*/ 95942 w 97696"/>
                <a:gd name="connsiteY3" fmla="*/ 41863 h 94854"/>
                <a:gd name="connsiteX4" fmla="*/ 76674 w 97696"/>
                <a:gd name="connsiteY4" fmla="*/ 60952 h 94854"/>
                <a:gd name="connsiteX5" fmla="*/ 81272 w 97696"/>
                <a:gd name="connsiteY5" fmla="*/ 87960 h 94854"/>
                <a:gd name="connsiteX6" fmla="*/ 78900 w 97696"/>
                <a:gd name="connsiteY6" fmla="*/ 93764 h 94854"/>
                <a:gd name="connsiteX7" fmla="*/ 72623 w 97696"/>
                <a:gd name="connsiteY7" fmla="*/ 94165 h 94854"/>
                <a:gd name="connsiteX8" fmla="*/ 48866 w 97696"/>
                <a:gd name="connsiteY8" fmla="*/ 81500 h 94854"/>
                <a:gd name="connsiteX9" fmla="*/ 25110 w 97696"/>
                <a:gd name="connsiteY9" fmla="*/ 94165 h 94854"/>
                <a:gd name="connsiteX10" fmla="*/ 18869 w 97696"/>
                <a:gd name="connsiteY10" fmla="*/ 93764 h 94854"/>
                <a:gd name="connsiteX11" fmla="*/ 16497 w 97696"/>
                <a:gd name="connsiteY11" fmla="*/ 87960 h 94854"/>
                <a:gd name="connsiteX12" fmla="*/ 21022 w 97696"/>
                <a:gd name="connsiteY12" fmla="*/ 60952 h 94854"/>
                <a:gd name="connsiteX13" fmla="*/ 1754 w 97696"/>
                <a:gd name="connsiteY13" fmla="*/ 41863 h 94854"/>
                <a:gd name="connsiteX14" fmla="*/ 295 w 97696"/>
                <a:gd name="connsiteY14" fmla="*/ 35841 h 94854"/>
                <a:gd name="connsiteX15" fmla="*/ 5039 w 97696"/>
                <a:gd name="connsiteY15" fmla="*/ 31790 h 94854"/>
                <a:gd name="connsiteX16" fmla="*/ 31605 w 97696"/>
                <a:gd name="connsiteY16" fmla="*/ 27848 h 94854"/>
                <a:gd name="connsiteX17" fmla="*/ 43538 w 97696"/>
                <a:gd name="connsiteY17" fmla="*/ 3321 h 94854"/>
                <a:gd name="connsiteX18" fmla="*/ 48866 w 97696"/>
                <a:gd name="connsiteY18" fmla="*/ 0 h 94854"/>
                <a:gd name="connsiteX19" fmla="*/ 54231 w 97696"/>
                <a:gd name="connsiteY19" fmla="*/ 3321 h 94854"/>
                <a:gd name="connsiteX20" fmla="*/ 66127 w 97696"/>
                <a:gd name="connsiteY20" fmla="*/ 27848 h 94854"/>
                <a:gd name="connsiteX21" fmla="*/ 92730 w 97696"/>
                <a:gd name="connsiteY21" fmla="*/ 31790 h 94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7696" h="94854">
                  <a:moveTo>
                    <a:pt x="92730" y="31790"/>
                  </a:moveTo>
                  <a:cubicBezTo>
                    <a:pt x="94920" y="32155"/>
                    <a:pt x="96744" y="33688"/>
                    <a:pt x="97438" y="35841"/>
                  </a:cubicBezTo>
                  <a:lnTo>
                    <a:pt x="97402" y="35841"/>
                  </a:lnTo>
                  <a:cubicBezTo>
                    <a:pt x="98095" y="37958"/>
                    <a:pt x="97547" y="40331"/>
                    <a:pt x="95942" y="41863"/>
                  </a:cubicBezTo>
                  <a:lnTo>
                    <a:pt x="76674" y="60952"/>
                  </a:lnTo>
                  <a:lnTo>
                    <a:pt x="81272" y="87960"/>
                  </a:lnTo>
                  <a:cubicBezTo>
                    <a:pt x="81673" y="90150"/>
                    <a:pt x="80724" y="92450"/>
                    <a:pt x="78900" y="93764"/>
                  </a:cubicBezTo>
                  <a:cubicBezTo>
                    <a:pt x="77075" y="95041"/>
                    <a:pt x="74667" y="95224"/>
                    <a:pt x="72623" y="94165"/>
                  </a:cubicBezTo>
                  <a:lnTo>
                    <a:pt x="48866" y="81500"/>
                  </a:lnTo>
                  <a:lnTo>
                    <a:pt x="25110" y="94165"/>
                  </a:lnTo>
                  <a:cubicBezTo>
                    <a:pt x="23103" y="95224"/>
                    <a:pt x="20694" y="95041"/>
                    <a:pt x="18869" y="93764"/>
                  </a:cubicBezTo>
                  <a:cubicBezTo>
                    <a:pt x="17045" y="92450"/>
                    <a:pt x="16132" y="90150"/>
                    <a:pt x="16497" y="87960"/>
                  </a:cubicBezTo>
                  <a:lnTo>
                    <a:pt x="21022" y="60952"/>
                  </a:lnTo>
                  <a:lnTo>
                    <a:pt x="1754" y="41863"/>
                  </a:lnTo>
                  <a:cubicBezTo>
                    <a:pt x="149" y="40331"/>
                    <a:pt x="-399" y="37958"/>
                    <a:pt x="295" y="35841"/>
                  </a:cubicBezTo>
                  <a:cubicBezTo>
                    <a:pt x="951" y="33651"/>
                    <a:pt x="2813" y="32155"/>
                    <a:pt x="5039" y="31790"/>
                  </a:cubicBezTo>
                  <a:lnTo>
                    <a:pt x="31605" y="27848"/>
                  </a:lnTo>
                  <a:lnTo>
                    <a:pt x="43538" y="3321"/>
                  </a:lnTo>
                  <a:cubicBezTo>
                    <a:pt x="44524" y="1314"/>
                    <a:pt x="46604" y="0"/>
                    <a:pt x="48866" y="0"/>
                  </a:cubicBezTo>
                  <a:cubicBezTo>
                    <a:pt x="51129" y="0"/>
                    <a:pt x="53282" y="1314"/>
                    <a:pt x="54231" y="3321"/>
                  </a:cubicBezTo>
                  <a:lnTo>
                    <a:pt x="66127" y="27848"/>
                  </a:lnTo>
                  <a:lnTo>
                    <a:pt x="92730" y="31790"/>
                  </a:lnTo>
                  <a:close/>
                </a:path>
              </a:pathLst>
            </a:custGeom>
            <a:solidFill>
              <a:srgbClr val="007B85"/>
            </a:solidFill>
            <a:ln w="3646" cap="flat">
              <a:noFill/>
              <a:prstDash val="solid"/>
              <a:miter/>
            </a:ln>
          </p:spPr>
          <p:txBody>
            <a:bodyPr rtlCol="0" anchor="ctr"/>
            <a:lstStyle/>
            <a:p>
              <a:endParaRPr lang="en-GR"/>
            </a:p>
          </p:txBody>
        </p:sp>
        <p:sp>
          <p:nvSpPr>
            <p:cNvPr id="1011" name="Freeform 816">
              <a:extLst>
                <a:ext uri="{FF2B5EF4-FFF2-40B4-BE49-F238E27FC236}">
                  <a16:creationId xmlns:a16="http://schemas.microsoft.com/office/drawing/2014/main" id="{310B7546-4E28-57D3-A2D7-751C8A71BD67}"/>
                </a:ext>
              </a:extLst>
            </p:cNvPr>
            <p:cNvSpPr/>
            <p:nvPr/>
          </p:nvSpPr>
          <p:spPr>
            <a:xfrm>
              <a:off x="7491499" y="5952100"/>
              <a:ext cx="48368" cy="82694"/>
            </a:xfrm>
            <a:custGeom>
              <a:avLst/>
              <a:gdLst>
                <a:gd name="connsiteX0" fmla="*/ 22917 w 54629"/>
                <a:gd name="connsiteY0" fmla="*/ 73 h 93399"/>
                <a:gd name="connsiteX1" fmla="*/ 31785 w 54629"/>
                <a:gd name="connsiteY1" fmla="*/ 73 h 93399"/>
                <a:gd name="connsiteX2" fmla="*/ 31712 w 54629"/>
                <a:gd name="connsiteY2" fmla="*/ 0 h 93399"/>
                <a:gd name="connsiteX3" fmla="*/ 54629 w 54629"/>
                <a:gd name="connsiteY3" fmla="*/ 14088 h 93399"/>
                <a:gd name="connsiteX4" fmla="*/ 54629 w 54629"/>
                <a:gd name="connsiteY4" fmla="*/ 79238 h 93399"/>
                <a:gd name="connsiteX5" fmla="*/ 30654 w 54629"/>
                <a:gd name="connsiteY5" fmla="*/ 93399 h 93399"/>
                <a:gd name="connsiteX6" fmla="*/ 23975 w 54629"/>
                <a:gd name="connsiteY6" fmla="*/ 93399 h 93399"/>
                <a:gd name="connsiteX7" fmla="*/ 0 w 54629"/>
                <a:gd name="connsiteY7" fmla="*/ 79274 h 93399"/>
                <a:gd name="connsiteX8" fmla="*/ 0 w 54629"/>
                <a:gd name="connsiteY8" fmla="*/ 14125 h 93399"/>
                <a:gd name="connsiteX9" fmla="*/ 22917 w 54629"/>
                <a:gd name="connsiteY9" fmla="*/ 73 h 93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629" h="93399">
                  <a:moveTo>
                    <a:pt x="22917" y="73"/>
                  </a:moveTo>
                  <a:lnTo>
                    <a:pt x="31785" y="73"/>
                  </a:lnTo>
                  <a:lnTo>
                    <a:pt x="31712" y="0"/>
                  </a:lnTo>
                  <a:cubicBezTo>
                    <a:pt x="44339" y="292"/>
                    <a:pt x="54374" y="6460"/>
                    <a:pt x="54629" y="14088"/>
                  </a:cubicBezTo>
                  <a:lnTo>
                    <a:pt x="54629" y="79238"/>
                  </a:lnTo>
                  <a:cubicBezTo>
                    <a:pt x="54447" y="87048"/>
                    <a:pt x="43791" y="93399"/>
                    <a:pt x="30654" y="93399"/>
                  </a:cubicBezTo>
                  <a:lnTo>
                    <a:pt x="23975" y="93399"/>
                  </a:lnTo>
                  <a:cubicBezTo>
                    <a:pt x="10911" y="93399"/>
                    <a:pt x="255" y="87085"/>
                    <a:pt x="0" y="79274"/>
                  </a:cubicBezTo>
                  <a:lnTo>
                    <a:pt x="0" y="14125"/>
                  </a:lnTo>
                  <a:cubicBezTo>
                    <a:pt x="255" y="6570"/>
                    <a:pt x="10291" y="401"/>
                    <a:pt x="22917" y="73"/>
                  </a:cubicBezTo>
                  <a:close/>
                </a:path>
              </a:pathLst>
            </a:custGeom>
            <a:solidFill>
              <a:srgbClr val="007B85"/>
            </a:solidFill>
            <a:ln w="3646" cap="flat">
              <a:noFill/>
              <a:prstDash val="solid"/>
              <a:miter/>
            </a:ln>
          </p:spPr>
          <p:txBody>
            <a:bodyPr rtlCol="0" anchor="ctr"/>
            <a:lstStyle/>
            <a:p>
              <a:endParaRPr lang="en-GR"/>
            </a:p>
          </p:txBody>
        </p:sp>
        <p:sp>
          <p:nvSpPr>
            <p:cNvPr id="1012" name="Freeform 817">
              <a:extLst>
                <a:ext uri="{FF2B5EF4-FFF2-40B4-BE49-F238E27FC236}">
                  <a16:creationId xmlns:a16="http://schemas.microsoft.com/office/drawing/2014/main" id="{ECAB6D78-5F07-D497-2B2F-4B0943B63384}"/>
                </a:ext>
              </a:extLst>
            </p:cNvPr>
            <p:cNvSpPr/>
            <p:nvPr/>
          </p:nvSpPr>
          <p:spPr>
            <a:xfrm>
              <a:off x="7425263" y="5975109"/>
              <a:ext cx="48400" cy="59686"/>
            </a:xfrm>
            <a:custGeom>
              <a:avLst/>
              <a:gdLst>
                <a:gd name="connsiteX0" fmla="*/ 30727 w 54665"/>
                <a:gd name="connsiteY0" fmla="*/ 0 h 67412"/>
                <a:gd name="connsiteX1" fmla="*/ 24012 w 54665"/>
                <a:gd name="connsiteY1" fmla="*/ 0 h 67412"/>
                <a:gd name="connsiteX2" fmla="*/ 24012 w 54665"/>
                <a:gd name="connsiteY2" fmla="*/ 110 h 67412"/>
                <a:gd name="connsiteX3" fmla="*/ 0 w 54665"/>
                <a:gd name="connsiteY3" fmla="*/ 14454 h 67412"/>
                <a:gd name="connsiteX4" fmla="*/ 0 w 54665"/>
                <a:gd name="connsiteY4" fmla="*/ 53068 h 67412"/>
                <a:gd name="connsiteX5" fmla="*/ 24012 w 54665"/>
                <a:gd name="connsiteY5" fmla="*/ 67412 h 67412"/>
                <a:gd name="connsiteX6" fmla="*/ 30727 w 54665"/>
                <a:gd name="connsiteY6" fmla="*/ 67412 h 67412"/>
                <a:gd name="connsiteX7" fmla="*/ 54666 w 54665"/>
                <a:gd name="connsiteY7" fmla="*/ 53433 h 67412"/>
                <a:gd name="connsiteX8" fmla="*/ 54666 w 54665"/>
                <a:gd name="connsiteY8" fmla="*/ 13943 h 67412"/>
                <a:gd name="connsiteX9" fmla="*/ 30727 w 54665"/>
                <a:gd name="connsiteY9" fmla="*/ 0 h 67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665" h="67412">
                  <a:moveTo>
                    <a:pt x="30727" y="0"/>
                  </a:moveTo>
                  <a:lnTo>
                    <a:pt x="24012" y="0"/>
                  </a:lnTo>
                  <a:lnTo>
                    <a:pt x="24012" y="110"/>
                  </a:lnTo>
                  <a:cubicBezTo>
                    <a:pt x="10802" y="110"/>
                    <a:pt x="37" y="6533"/>
                    <a:pt x="0" y="14454"/>
                  </a:cubicBezTo>
                  <a:lnTo>
                    <a:pt x="0" y="53068"/>
                  </a:lnTo>
                  <a:cubicBezTo>
                    <a:pt x="0" y="61025"/>
                    <a:pt x="10729" y="67412"/>
                    <a:pt x="24012" y="67412"/>
                  </a:cubicBezTo>
                  <a:lnTo>
                    <a:pt x="30727" y="67412"/>
                  </a:lnTo>
                  <a:cubicBezTo>
                    <a:pt x="43682" y="67412"/>
                    <a:pt x="54264" y="61207"/>
                    <a:pt x="54666" y="53433"/>
                  </a:cubicBezTo>
                  <a:lnTo>
                    <a:pt x="54666" y="13943"/>
                  </a:lnTo>
                  <a:cubicBezTo>
                    <a:pt x="54264" y="6205"/>
                    <a:pt x="43682" y="0"/>
                    <a:pt x="30727" y="0"/>
                  </a:cubicBezTo>
                  <a:close/>
                </a:path>
              </a:pathLst>
            </a:custGeom>
            <a:solidFill>
              <a:srgbClr val="007B85"/>
            </a:solidFill>
            <a:ln w="3646" cap="flat">
              <a:noFill/>
              <a:prstDash val="solid"/>
              <a:miter/>
            </a:ln>
          </p:spPr>
          <p:txBody>
            <a:bodyPr rtlCol="0" anchor="ctr"/>
            <a:lstStyle/>
            <a:p>
              <a:endParaRPr lang="en-GR"/>
            </a:p>
          </p:txBody>
        </p:sp>
        <p:sp>
          <p:nvSpPr>
            <p:cNvPr id="1013" name="Freeform 818">
              <a:extLst>
                <a:ext uri="{FF2B5EF4-FFF2-40B4-BE49-F238E27FC236}">
                  <a16:creationId xmlns:a16="http://schemas.microsoft.com/office/drawing/2014/main" id="{AD943DAC-905D-3A2E-C4C5-51FC29438949}"/>
                </a:ext>
              </a:extLst>
            </p:cNvPr>
            <p:cNvSpPr/>
            <p:nvPr/>
          </p:nvSpPr>
          <p:spPr>
            <a:xfrm>
              <a:off x="7557800" y="5982767"/>
              <a:ext cx="48400" cy="51994"/>
            </a:xfrm>
            <a:custGeom>
              <a:avLst/>
              <a:gdLst>
                <a:gd name="connsiteX0" fmla="*/ 24012 w 54665"/>
                <a:gd name="connsiteY0" fmla="*/ 0 h 58725"/>
                <a:gd name="connsiteX1" fmla="*/ 30690 w 54665"/>
                <a:gd name="connsiteY1" fmla="*/ 0 h 58725"/>
                <a:gd name="connsiteX2" fmla="*/ 54666 w 54665"/>
                <a:gd name="connsiteY2" fmla="*/ 13906 h 58725"/>
                <a:gd name="connsiteX3" fmla="*/ 54666 w 54665"/>
                <a:gd name="connsiteY3" fmla="*/ 44747 h 58725"/>
                <a:gd name="connsiteX4" fmla="*/ 30690 w 54665"/>
                <a:gd name="connsiteY4" fmla="*/ 58726 h 58725"/>
                <a:gd name="connsiteX5" fmla="*/ 24012 w 54665"/>
                <a:gd name="connsiteY5" fmla="*/ 58726 h 58725"/>
                <a:gd name="connsiteX6" fmla="*/ 0 w 54665"/>
                <a:gd name="connsiteY6" fmla="*/ 44382 h 58725"/>
                <a:gd name="connsiteX7" fmla="*/ 0 w 54665"/>
                <a:gd name="connsiteY7" fmla="*/ 14417 h 58725"/>
                <a:gd name="connsiteX8" fmla="*/ 24012 w 54665"/>
                <a:gd name="connsiteY8" fmla="*/ 73 h 58725"/>
                <a:gd name="connsiteX9" fmla="*/ 24012 w 54665"/>
                <a:gd name="connsiteY9" fmla="*/ 0 h 58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665" h="58725">
                  <a:moveTo>
                    <a:pt x="24012" y="0"/>
                  </a:moveTo>
                  <a:lnTo>
                    <a:pt x="30690" y="0"/>
                  </a:lnTo>
                  <a:cubicBezTo>
                    <a:pt x="43682" y="0"/>
                    <a:pt x="54264" y="6205"/>
                    <a:pt x="54666" y="13906"/>
                  </a:cubicBezTo>
                  <a:lnTo>
                    <a:pt x="54666" y="44747"/>
                  </a:lnTo>
                  <a:cubicBezTo>
                    <a:pt x="54264" y="52521"/>
                    <a:pt x="43682" y="58726"/>
                    <a:pt x="30690" y="58726"/>
                  </a:cubicBezTo>
                  <a:lnTo>
                    <a:pt x="24012" y="58726"/>
                  </a:lnTo>
                  <a:cubicBezTo>
                    <a:pt x="10729" y="58726"/>
                    <a:pt x="0" y="52302"/>
                    <a:pt x="0" y="44382"/>
                  </a:cubicBezTo>
                  <a:lnTo>
                    <a:pt x="0" y="14417"/>
                  </a:lnTo>
                  <a:cubicBezTo>
                    <a:pt x="37" y="6497"/>
                    <a:pt x="10765" y="73"/>
                    <a:pt x="24012" y="73"/>
                  </a:cubicBezTo>
                  <a:lnTo>
                    <a:pt x="24012" y="0"/>
                  </a:lnTo>
                  <a:close/>
                </a:path>
              </a:pathLst>
            </a:custGeom>
            <a:solidFill>
              <a:srgbClr val="007B85"/>
            </a:solidFill>
            <a:ln w="3646" cap="flat">
              <a:noFill/>
              <a:prstDash val="solid"/>
              <a:miter/>
            </a:ln>
          </p:spPr>
          <p:txBody>
            <a:bodyPr rtlCol="0" anchor="ctr"/>
            <a:lstStyle/>
            <a:p>
              <a:endParaRPr lang="en-GR"/>
            </a:p>
          </p:txBody>
        </p:sp>
      </p:grpSp>
      <p:grpSp>
        <p:nvGrpSpPr>
          <p:cNvPr id="1014" name="Group 1013">
            <a:extLst>
              <a:ext uri="{FF2B5EF4-FFF2-40B4-BE49-F238E27FC236}">
                <a16:creationId xmlns:a16="http://schemas.microsoft.com/office/drawing/2014/main" id="{22831DFE-EA0C-AC2E-D1A7-B77F4751D337}"/>
              </a:ext>
            </a:extLst>
          </p:cNvPr>
          <p:cNvGrpSpPr/>
          <p:nvPr/>
        </p:nvGrpSpPr>
        <p:grpSpPr>
          <a:xfrm>
            <a:off x="8910214" y="5856062"/>
            <a:ext cx="180936" cy="181093"/>
            <a:chOff x="7758058" y="5856060"/>
            <a:chExt cx="180936" cy="181093"/>
          </a:xfrm>
        </p:grpSpPr>
        <p:sp>
          <p:nvSpPr>
            <p:cNvPr id="1015" name="Freeform 819">
              <a:extLst>
                <a:ext uri="{FF2B5EF4-FFF2-40B4-BE49-F238E27FC236}">
                  <a16:creationId xmlns:a16="http://schemas.microsoft.com/office/drawing/2014/main" id="{F9C7C1D8-6073-545C-9C84-48DC5E617455}"/>
                </a:ext>
              </a:extLst>
            </p:cNvPr>
            <p:cNvSpPr/>
            <p:nvPr/>
          </p:nvSpPr>
          <p:spPr>
            <a:xfrm>
              <a:off x="7813729" y="5929545"/>
              <a:ext cx="33957" cy="33963"/>
            </a:xfrm>
            <a:custGeom>
              <a:avLst/>
              <a:gdLst>
                <a:gd name="connsiteX0" fmla="*/ 19195 w 38353"/>
                <a:gd name="connsiteY0" fmla="*/ 38360 h 38359"/>
                <a:gd name="connsiteX1" fmla="*/ 38354 w 38353"/>
                <a:gd name="connsiteY1" fmla="*/ 19162 h 38359"/>
                <a:gd name="connsiteX2" fmla="*/ 19195 w 38353"/>
                <a:gd name="connsiteY2" fmla="*/ 0 h 38359"/>
                <a:gd name="connsiteX3" fmla="*/ 0 w 38353"/>
                <a:gd name="connsiteY3" fmla="*/ 19162 h 38359"/>
                <a:gd name="connsiteX4" fmla="*/ 19195 w 38353"/>
                <a:gd name="connsiteY4" fmla="*/ 38360 h 38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353" h="38359">
                  <a:moveTo>
                    <a:pt x="19195" y="38360"/>
                  </a:moveTo>
                  <a:cubicBezTo>
                    <a:pt x="29778" y="38360"/>
                    <a:pt x="38354" y="29783"/>
                    <a:pt x="38354" y="19162"/>
                  </a:cubicBezTo>
                  <a:cubicBezTo>
                    <a:pt x="38354" y="8577"/>
                    <a:pt x="29778" y="0"/>
                    <a:pt x="19195" y="0"/>
                  </a:cubicBezTo>
                  <a:cubicBezTo>
                    <a:pt x="8612" y="0"/>
                    <a:pt x="0" y="8577"/>
                    <a:pt x="0" y="19162"/>
                  </a:cubicBezTo>
                  <a:cubicBezTo>
                    <a:pt x="0" y="29783"/>
                    <a:pt x="8612" y="38360"/>
                    <a:pt x="19195" y="38360"/>
                  </a:cubicBezTo>
                  <a:close/>
                </a:path>
              </a:pathLst>
            </a:custGeom>
            <a:solidFill>
              <a:srgbClr val="007B85"/>
            </a:solidFill>
            <a:ln w="3646" cap="flat">
              <a:noFill/>
              <a:prstDash val="solid"/>
              <a:miter/>
            </a:ln>
          </p:spPr>
          <p:txBody>
            <a:bodyPr rtlCol="0" anchor="ctr"/>
            <a:lstStyle/>
            <a:p>
              <a:endParaRPr lang="en-GR"/>
            </a:p>
          </p:txBody>
        </p:sp>
        <p:sp>
          <p:nvSpPr>
            <p:cNvPr id="1016" name="Freeform 820">
              <a:extLst>
                <a:ext uri="{FF2B5EF4-FFF2-40B4-BE49-F238E27FC236}">
                  <a16:creationId xmlns:a16="http://schemas.microsoft.com/office/drawing/2014/main" id="{4EEB68A1-545B-3A0B-7D75-DF616DF5A5AC}"/>
                </a:ext>
              </a:extLst>
            </p:cNvPr>
            <p:cNvSpPr/>
            <p:nvPr/>
          </p:nvSpPr>
          <p:spPr>
            <a:xfrm>
              <a:off x="7844261" y="5962085"/>
              <a:ext cx="16994" cy="17030"/>
            </a:xfrm>
            <a:custGeom>
              <a:avLst/>
              <a:gdLst>
                <a:gd name="connsiteX0" fmla="*/ 9598 w 19194"/>
                <a:gd name="connsiteY0" fmla="*/ 19234 h 19234"/>
                <a:gd name="connsiteX1" fmla="*/ 19195 w 19194"/>
                <a:gd name="connsiteY1" fmla="*/ 9635 h 19234"/>
                <a:gd name="connsiteX2" fmla="*/ 9598 w 19194"/>
                <a:gd name="connsiteY2" fmla="*/ 0 h 19234"/>
                <a:gd name="connsiteX3" fmla="*/ 0 w 19194"/>
                <a:gd name="connsiteY3" fmla="*/ 9635 h 19234"/>
                <a:gd name="connsiteX4" fmla="*/ 9598 w 19194"/>
                <a:gd name="connsiteY4" fmla="*/ 19234 h 19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94" h="19234">
                  <a:moveTo>
                    <a:pt x="9598" y="19234"/>
                  </a:moveTo>
                  <a:cubicBezTo>
                    <a:pt x="14889" y="19234"/>
                    <a:pt x="19195" y="14928"/>
                    <a:pt x="19195" y="9635"/>
                  </a:cubicBezTo>
                  <a:cubicBezTo>
                    <a:pt x="19195" y="4307"/>
                    <a:pt x="14889" y="0"/>
                    <a:pt x="9598" y="0"/>
                  </a:cubicBezTo>
                  <a:cubicBezTo>
                    <a:pt x="4269" y="0"/>
                    <a:pt x="0" y="4307"/>
                    <a:pt x="0" y="9635"/>
                  </a:cubicBezTo>
                  <a:cubicBezTo>
                    <a:pt x="0" y="14928"/>
                    <a:pt x="4269" y="19234"/>
                    <a:pt x="9598" y="19234"/>
                  </a:cubicBezTo>
                  <a:close/>
                </a:path>
              </a:pathLst>
            </a:custGeom>
            <a:solidFill>
              <a:srgbClr val="007B85"/>
            </a:solidFill>
            <a:ln w="3646" cap="flat">
              <a:noFill/>
              <a:prstDash val="solid"/>
              <a:miter/>
            </a:ln>
          </p:spPr>
          <p:txBody>
            <a:bodyPr rtlCol="0" anchor="ctr"/>
            <a:lstStyle/>
            <a:p>
              <a:endParaRPr lang="en-GR"/>
            </a:p>
          </p:txBody>
        </p:sp>
        <p:sp>
          <p:nvSpPr>
            <p:cNvPr id="1017" name="Freeform 821">
              <a:extLst>
                <a:ext uri="{FF2B5EF4-FFF2-40B4-BE49-F238E27FC236}">
                  <a16:creationId xmlns:a16="http://schemas.microsoft.com/office/drawing/2014/main" id="{B085A573-9228-ABFD-478D-9DF0B7EC256A}"/>
                </a:ext>
              </a:extLst>
            </p:cNvPr>
            <p:cNvSpPr/>
            <p:nvPr/>
          </p:nvSpPr>
          <p:spPr>
            <a:xfrm>
              <a:off x="7758058" y="5856060"/>
              <a:ext cx="180936" cy="181093"/>
            </a:xfrm>
            <a:custGeom>
              <a:avLst/>
              <a:gdLst>
                <a:gd name="connsiteX0" fmla="*/ 193666 w 204358"/>
                <a:gd name="connsiteY0" fmla="*/ 76500 h 204535"/>
                <a:gd name="connsiteX1" fmla="*/ 196111 w 204358"/>
                <a:gd name="connsiteY1" fmla="*/ 76500 h 204535"/>
                <a:gd name="connsiteX2" fmla="*/ 195965 w 204358"/>
                <a:gd name="connsiteY2" fmla="*/ 76719 h 204535"/>
                <a:gd name="connsiteX3" fmla="*/ 204358 w 204358"/>
                <a:gd name="connsiteY3" fmla="*/ 81683 h 204535"/>
                <a:gd name="connsiteX4" fmla="*/ 204358 w 204358"/>
                <a:gd name="connsiteY4" fmla="*/ 123145 h 204535"/>
                <a:gd name="connsiteX5" fmla="*/ 195965 w 204358"/>
                <a:gd name="connsiteY5" fmla="*/ 128108 h 204535"/>
                <a:gd name="connsiteX6" fmla="*/ 193630 w 204358"/>
                <a:gd name="connsiteY6" fmla="*/ 128108 h 204535"/>
                <a:gd name="connsiteX7" fmla="*/ 185236 w 204358"/>
                <a:gd name="connsiteY7" fmla="*/ 123145 h 204535"/>
                <a:gd name="connsiteX8" fmla="*/ 185236 w 204358"/>
                <a:gd name="connsiteY8" fmla="*/ 111976 h 204535"/>
                <a:gd name="connsiteX9" fmla="*/ 171843 w 204358"/>
                <a:gd name="connsiteY9" fmla="*/ 111976 h 204535"/>
                <a:gd name="connsiteX10" fmla="*/ 158232 w 204358"/>
                <a:gd name="connsiteY10" fmla="*/ 144861 h 204535"/>
                <a:gd name="connsiteX11" fmla="*/ 167683 w 204358"/>
                <a:gd name="connsiteY11" fmla="*/ 154387 h 204535"/>
                <a:gd name="connsiteX12" fmla="*/ 175639 w 204358"/>
                <a:gd name="connsiteY12" fmla="*/ 146504 h 204535"/>
                <a:gd name="connsiteX13" fmla="*/ 185017 w 204358"/>
                <a:gd name="connsiteY13" fmla="*/ 148913 h 204535"/>
                <a:gd name="connsiteX14" fmla="*/ 186769 w 204358"/>
                <a:gd name="connsiteY14" fmla="*/ 150664 h 204535"/>
                <a:gd name="connsiteX15" fmla="*/ 189177 w 204358"/>
                <a:gd name="connsiteY15" fmla="*/ 160044 h 204535"/>
                <a:gd name="connsiteX16" fmla="*/ 159874 w 204358"/>
                <a:gd name="connsiteY16" fmla="*/ 189352 h 204535"/>
                <a:gd name="connsiteX17" fmla="*/ 150422 w 204358"/>
                <a:gd name="connsiteY17" fmla="*/ 186907 h 204535"/>
                <a:gd name="connsiteX18" fmla="*/ 148744 w 204358"/>
                <a:gd name="connsiteY18" fmla="*/ 185228 h 204535"/>
                <a:gd name="connsiteX19" fmla="*/ 146262 w 204358"/>
                <a:gd name="connsiteY19" fmla="*/ 175775 h 204535"/>
                <a:gd name="connsiteX20" fmla="*/ 154145 w 204358"/>
                <a:gd name="connsiteY20" fmla="*/ 167891 h 204535"/>
                <a:gd name="connsiteX21" fmla="*/ 144657 w 204358"/>
                <a:gd name="connsiteY21" fmla="*/ 158365 h 204535"/>
                <a:gd name="connsiteX22" fmla="*/ 111777 w 204358"/>
                <a:gd name="connsiteY22" fmla="*/ 171979 h 204535"/>
                <a:gd name="connsiteX23" fmla="*/ 111777 w 204358"/>
                <a:gd name="connsiteY23" fmla="*/ 185411 h 204535"/>
                <a:gd name="connsiteX24" fmla="*/ 122907 w 204358"/>
                <a:gd name="connsiteY24" fmla="*/ 185411 h 204535"/>
                <a:gd name="connsiteX25" fmla="*/ 127870 w 204358"/>
                <a:gd name="connsiteY25" fmla="*/ 193805 h 204535"/>
                <a:gd name="connsiteX26" fmla="*/ 127870 w 204358"/>
                <a:gd name="connsiteY26" fmla="*/ 196177 h 204535"/>
                <a:gd name="connsiteX27" fmla="*/ 122907 w 204358"/>
                <a:gd name="connsiteY27" fmla="*/ 204536 h 204535"/>
                <a:gd name="connsiteX28" fmla="*/ 81451 w 204358"/>
                <a:gd name="connsiteY28" fmla="*/ 204536 h 204535"/>
                <a:gd name="connsiteX29" fmla="*/ 76488 w 204358"/>
                <a:gd name="connsiteY29" fmla="*/ 196177 h 204535"/>
                <a:gd name="connsiteX30" fmla="*/ 76488 w 204358"/>
                <a:gd name="connsiteY30" fmla="*/ 193695 h 204535"/>
                <a:gd name="connsiteX31" fmla="*/ 81451 w 204358"/>
                <a:gd name="connsiteY31" fmla="*/ 185338 h 204535"/>
                <a:gd name="connsiteX32" fmla="*/ 92582 w 204358"/>
                <a:gd name="connsiteY32" fmla="*/ 185338 h 204535"/>
                <a:gd name="connsiteX33" fmla="*/ 92582 w 204358"/>
                <a:gd name="connsiteY33" fmla="*/ 171906 h 204535"/>
                <a:gd name="connsiteX34" fmla="*/ 59702 w 204358"/>
                <a:gd name="connsiteY34" fmla="*/ 158329 h 204535"/>
                <a:gd name="connsiteX35" fmla="*/ 50214 w 204358"/>
                <a:gd name="connsiteY35" fmla="*/ 167782 h 204535"/>
                <a:gd name="connsiteX36" fmla="*/ 58096 w 204358"/>
                <a:gd name="connsiteY36" fmla="*/ 175702 h 204535"/>
                <a:gd name="connsiteX37" fmla="*/ 55688 w 204358"/>
                <a:gd name="connsiteY37" fmla="*/ 185118 h 204535"/>
                <a:gd name="connsiteX38" fmla="*/ 53936 w 204358"/>
                <a:gd name="connsiteY38" fmla="*/ 186870 h 204535"/>
                <a:gd name="connsiteX39" fmla="*/ 44521 w 204358"/>
                <a:gd name="connsiteY39" fmla="*/ 189243 h 204535"/>
                <a:gd name="connsiteX40" fmla="*/ 15254 w 204358"/>
                <a:gd name="connsiteY40" fmla="*/ 159971 h 204535"/>
                <a:gd name="connsiteX41" fmla="*/ 17699 w 204358"/>
                <a:gd name="connsiteY41" fmla="*/ 150482 h 204535"/>
                <a:gd name="connsiteX42" fmla="*/ 19378 w 204358"/>
                <a:gd name="connsiteY42" fmla="*/ 148876 h 204535"/>
                <a:gd name="connsiteX43" fmla="*/ 28829 w 204358"/>
                <a:gd name="connsiteY43" fmla="*/ 146394 h 204535"/>
                <a:gd name="connsiteX44" fmla="*/ 36712 w 204358"/>
                <a:gd name="connsiteY44" fmla="*/ 154278 h 204535"/>
                <a:gd name="connsiteX45" fmla="*/ 46236 w 204358"/>
                <a:gd name="connsiteY45" fmla="*/ 144788 h 204535"/>
                <a:gd name="connsiteX46" fmla="*/ 32552 w 204358"/>
                <a:gd name="connsiteY46" fmla="*/ 111903 h 204535"/>
                <a:gd name="connsiteX47" fmla="*/ 19122 w 204358"/>
                <a:gd name="connsiteY47" fmla="*/ 111903 h 204535"/>
                <a:gd name="connsiteX48" fmla="*/ 19122 w 204358"/>
                <a:gd name="connsiteY48" fmla="*/ 123035 h 204535"/>
                <a:gd name="connsiteX49" fmla="*/ 10729 w 204358"/>
                <a:gd name="connsiteY49" fmla="*/ 127999 h 204535"/>
                <a:gd name="connsiteX50" fmla="*/ 8393 w 204358"/>
                <a:gd name="connsiteY50" fmla="*/ 127999 h 204535"/>
                <a:gd name="connsiteX51" fmla="*/ 0 w 204358"/>
                <a:gd name="connsiteY51" fmla="*/ 123035 h 204535"/>
                <a:gd name="connsiteX52" fmla="*/ 0 w 204358"/>
                <a:gd name="connsiteY52" fmla="*/ 81573 h 204535"/>
                <a:gd name="connsiteX53" fmla="*/ 8393 w 204358"/>
                <a:gd name="connsiteY53" fmla="*/ 76610 h 204535"/>
                <a:gd name="connsiteX54" fmla="*/ 10838 w 204358"/>
                <a:gd name="connsiteY54" fmla="*/ 76610 h 204535"/>
                <a:gd name="connsiteX55" fmla="*/ 19232 w 204358"/>
                <a:gd name="connsiteY55" fmla="*/ 81573 h 204535"/>
                <a:gd name="connsiteX56" fmla="*/ 19232 w 204358"/>
                <a:gd name="connsiteY56" fmla="*/ 92705 h 204535"/>
                <a:gd name="connsiteX57" fmla="*/ 32624 w 204358"/>
                <a:gd name="connsiteY57" fmla="*/ 92705 h 204535"/>
                <a:gd name="connsiteX58" fmla="*/ 46236 w 204358"/>
                <a:gd name="connsiteY58" fmla="*/ 59821 h 204535"/>
                <a:gd name="connsiteX59" fmla="*/ 36748 w 204358"/>
                <a:gd name="connsiteY59" fmla="*/ 50331 h 204535"/>
                <a:gd name="connsiteX60" fmla="*/ 28902 w 204358"/>
                <a:gd name="connsiteY60" fmla="*/ 58178 h 204535"/>
                <a:gd name="connsiteX61" fmla="*/ 19414 w 204358"/>
                <a:gd name="connsiteY61" fmla="*/ 55733 h 204535"/>
                <a:gd name="connsiteX62" fmla="*/ 17735 w 204358"/>
                <a:gd name="connsiteY62" fmla="*/ 54054 h 204535"/>
                <a:gd name="connsiteX63" fmla="*/ 15290 w 204358"/>
                <a:gd name="connsiteY63" fmla="*/ 44601 h 204535"/>
                <a:gd name="connsiteX64" fmla="*/ 44594 w 204358"/>
                <a:gd name="connsiteY64" fmla="*/ 15293 h 204535"/>
                <a:gd name="connsiteX65" fmla="*/ 54009 w 204358"/>
                <a:gd name="connsiteY65" fmla="*/ 17702 h 204535"/>
                <a:gd name="connsiteX66" fmla="*/ 55724 w 204358"/>
                <a:gd name="connsiteY66" fmla="*/ 19417 h 204535"/>
                <a:gd name="connsiteX67" fmla="*/ 58133 w 204358"/>
                <a:gd name="connsiteY67" fmla="*/ 28834 h 204535"/>
                <a:gd name="connsiteX68" fmla="*/ 50250 w 204358"/>
                <a:gd name="connsiteY68" fmla="*/ 36753 h 204535"/>
                <a:gd name="connsiteX69" fmla="*/ 59775 w 204358"/>
                <a:gd name="connsiteY69" fmla="*/ 46280 h 204535"/>
                <a:gd name="connsiteX70" fmla="*/ 92655 w 204358"/>
                <a:gd name="connsiteY70" fmla="*/ 32666 h 204535"/>
                <a:gd name="connsiteX71" fmla="*/ 92655 w 204358"/>
                <a:gd name="connsiteY71" fmla="*/ 19235 h 204535"/>
                <a:gd name="connsiteX72" fmla="*/ 81488 w 204358"/>
                <a:gd name="connsiteY72" fmla="*/ 19235 h 204535"/>
                <a:gd name="connsiteX73" fmla="*/ 76525 w 204358"/>
                <a:gd name="connsiteY73" fmla="*/ 10840 h 204535"/>
                <a:gd name="connsiteX74" fmla="*/ 76525 w 204358"/>
                <a:gd name="connsiteY74" fmla="*/ 8395 h 204535"/>
                <a:gd name="connsiteX75" fmla="*/ 81488 w 204358"/>
                <a:gd name="connsiteY75" fmla="*/ 0 h 204535"/>
                <a:gd name="connsiteX76" fmla="*/ 122980 w 204358"/>
                <a:gd name="connsiteY76" fmla="*/ 0 h 204535"/>
                <a:gd name="connsiteX77" fmla="*/ 127907 w 204358"/>
                <a:gd name="connsiteY77" fmla="*/ 8395 h 204535"/>
                <a:gd name="connsiteX78" fmla="*/ 127907 w 204358"/>
                <a:gd name="connsiteY78" fmla="*/ 10730 h 204535"/>
                <a:gd name="connsiteX79" fmla="*/ 122980 w 204358"/>
                <a:gd name="connsiteY79" fmla="*/ 19125 h 204535"/>
                <a:gd name="connsiteX80" fmla="*/ 111813 w 204358"/>
                <a:gd name="connsiteY80" fmla="*/ 19125 h 204535"/>
                <a:gd name="connsiteX81" fmla="*/ 111813 w 204358"/>
                <a:gd name="connsiteY81" fmla="*/ 32520 h 204535"/>
                <a:gd name="connsiteX82" fmla="*/ 144693 w 204358"/>
                <a:gd name="connsiteY82" fmla="*/ 46134 h 204535"/>
                <a:gd name="connsiteX83" fmla="*/ 154218 w 204358"/>
                <a:gd name="connsiteY83" fmla="*/ 36681 h 204535"/>
                <a:gd name="connsiteX84" fmla="*/ 146335 w 204358"/>
                <a:gd name="connsiteY84" fmla="*/ 28797 h 204535"/>
                <a:gd name="connsiteX85" fmla="*/ 148780 w 204358"/>
                <a:gd name="connsiteY85" fmla="*/ 19344 h 204535"/>
                <a:gd name="connsiteX86" fmla="*/ 150459 w 204358"/>
                <a:gd name="connsiteY86" fmla="*/ 17702 h 204535"/>
                <a:gd name="connsiteX87" fmla="*/ 159910 w 204358"/>
                <a:gd name="connsiteY87" fmla="*/ 15256 h 204535"/>
                <a:gd name="connsiteX88" fmla="*/ 189214 w 204358"/>
                <a:gd name="connsiteY88" fmla="*/ 44528 h 204535"/>
                <a:gd name="connsiteX89" fmla="*/ 186805 w 204358"/>
                <a:gd name="connsiteY89" fmla="*/ 53944 h 204535"/>
                <a:gd name="connsiteX90" fmla="*/ 185090 w 204358"/>
                <a:gd name="connsiteY90" fmla="*/ 55696 h 204535"/>
                <a:gd name="connsiteX91" fmla="*/ 175675 w 204358"/>
                <a:gd name="connsiteY91" fmla="*/ 58105 h 204535"/>
                <a:gd name="connsiteX92" fmla="*/ 167756 w 204358"/>
                <a:gd name="connsiteY92" fmla="*/ 50221 h 204535"/>
                <a:gd name="connsiteX93" fmla="*/ 158232 w 204358"/>
                <a:gd name="connsiteY93" fmla="*/ 59711 h 204535"/>
                <a:gd name="connsiteX94" fmla="*/ 171843 w 204358"/>
                <a:gd name="connsiteY94" fmla="*/ 92596 h 204535"/>
                <a:gd name="connsiteX95" fmla="*/ 185273 w 204358"/>
                <a:gd name="connsiteY95" fmla="*/ 92596 h 204535"/>
                <a:gd name="connsiteX96" fmla="*/ 185273 w 204358"/>
                <a:gd name="connsiteY96" fmla="*/ 81464 h 204535"/>
                <a:gd name="connsiteX97" fmla="*/ 193666 w 204358"/>
                <a:gd name="connsiteY97" fmla="*/ 76500 h 204535"/>
                <a:gd name="connsiteX98" fmla="*/ 52367 w 204358"/>
                <a:gd name="connsiteY98" fmla="*/ 102231 h 204535"/>
                <a:gd name="connsiteX99" fmla="*/ 102508 w 204358"/>
                <a:gd name="connsiteY99" fmla="*/ 152380 h 204535"/>
                <a:gd name="connsiteX100" fmla="*/ 152685 w 204358"/>
                <a:gd name="connsiteY100" fmla="*/ 102231 h 204535"/>
                <a:gd name="connsiteX101" fmla="*/ 102508 w 204358"/>
                <a:gd name="connsiteY101" fmla="*/ 52046 h 204535"/>
                <a:gd name="connsiteX102" fmla="*/ 52367 w 204358"/>
                <a:gd name="connsiteY102" fmla="*/ 102231 h 20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204358" h="204535">
                  <a:moveTo>
                    <a:pt x="193666" y="76500"/>
                  </a:moveTo>
                  <a:lnTo>
                    <a:pt x="196111" y="76500"/>
                  </a:lnTo>
                  <a:lnTo>
                    <a:pt x="195965" y="76719"/>
                  </a:lnTo>
                  <a:cubicBezTo>
                    <a:pt x="200563" y="76719"/>
                    <a:pt x="204249" y="78909"/>
                    <a:pt x="204358" y="81683"/>
                  </a:cubicBezTo>
                  <a:lnTo>
                    <a:pt x="204358" y="123145"/>
                  </a:lnTo>
                  <a:cubicBezTo>
                    <a:pt x="204322" y="125919"/>
                    <a:pt x="200563" y="128108"/>
                    <a:pt x="195965" y="128108"/>
                  </a:cubicBezTo>
                  <a:lnTo>
                    <a:pt x="193630" y="128108"/>
                  </a:lnTo>
                  <a:cubicBezTo>
                    <a:pt x="189068" y="128108"/>
                    <a:pt x="185346" y="125919"/>
                    <a:pt x="185236" y="123145"/>
                  </a:cubicBezTo>
                  <a:lnTo>
                    <a:pt x="185236" y="111976"/>
                  </a:lnTo>
                  <a:lnTo>
                    <a:pt x="171843" y="111976"/>
                  </a:lnTo>
                  <a:cubicBezTo>
                    <a:pt x="170201" y="124276"/>
                    <a:pt x="165348" y="135481"/>
                    <a:pt x="158232" y="144861"/>
                  </a:cubicBezTo>
                  <a:lnTo>
                    <a:pt x="167683" y="154387"/>
                  </a:lnTo>
                  <a:lnTo>
                    <a:pt x="175639" y="146504"/>
                  </a:lnTo>
                  <a:cubicBezTo>
                    <a:pt x="177610" y="144606"/>
                    <a:pt x="181806" y="145701"/>
                    <a:pt x="185017" y="148913"/>
                  </a:cubicBezTo>
                  <a:lnTo>
                    <a:pt x="186769" y="150664"/>
                  </a:lnTo>
                  <a:cubicBezTo>
                    <a:pt x="189981" y="153876"/>
                    <a:pt x="191075" y="158074"/>
                    <a:pt x="189177" y="160044"/>
                  </a:cubicBezTo>
                  <a:lnTo>
                    <a:pt x="159874" y="189352"/>
                  </a:lnTo>
                  <a:cubicBezTo>
                    <a:pt x="157867" y="191214"/>
                    <a:pt x="153707" y="190119"/>
                    <a:pt x="150422" y="186907"/>
                  </a:cubicBezTo>
                  <a:lnTo>
                    <a:pt x="148744" y="185228"/>
                  </a:lnTo>
                  <a:cubicBezTo>
                    <a:pt x="145459" y="181943"/>
                    <a:pt x="144401" y="177746"/>
                    <a:pt x="146262" y="175775"/>
                  </a:cubicBezTo>
                  <a:lnTo>
                    <a:pt x="154145" y="167891"/>
                  </a:lnTo>
                  <a:lnTo>
                    <a:pt x="144657" y="158365"/>
                  </a:lnTo>
                  <a:cubicBezTo>
                    <a:pt x="135242" y="165482"/>
                    <a:pt x="124002" y="170300"/>
                    <a:pt x="111777" y="171979"/>
                  </a:cubicBezTo>
                  <a:lnTo>
                    <a:pt x="111777" y="185411"/>
                  </a:lnTo>
                  <a:lnTo>
                    <a:pt x="122907" y="185411"/>
                  </a:lnTo>
                  <a:cubicBezTo>
                    <a:pt x="125680" y="185483"/>
                    <a:pt x="127870" y="189206"/>
                    <a:pt x="127870" y="193805"/>
                  </a:cubicBezTo>
                  <a:lnTo>
                    <a:pt x="127870" y="196177"/>
                  </a:lnTo>
                  <a:cubicBezTo>
                    <a:pt x="127870" y="200703"/>
                    <a:pt x="125680" y="204463"/>
                    <a:pt x="122907" y="204536"/>
                  </a:cubicBezTo>
                  <a:lnTo>
                    <a:pt x="81451" y="204536"/>
                  </a:lnTo>
                  <a:cubicBezTo>
                    <a:pt x="78678" y="204463"/>
                    <a:pt x="76488" y="200776"/>
                    <a:pt x="76488" y="196177"/>
                  </a:cubicBezTo>
                  <a:lnTo>
                    <a:pt x="76488" y="193695"/>
                  </a:lnTo>
                  <a:cubicBezTo>
                    <a:pt x="76488" y="189097"/>
                    <a:pt x="78751" y="185411"/>
                    <a:pt x="81451" y="185338"/>
                  </a:cubicBezTo>
                  <a:lnTo>
                    <a:pt x="92582" y="185338"/>
                  </a:lnTo>
                  <a:lnTo>
                    <a:pt x="92582" y="171906"/>
                  </a:lnTo>
                  <a:cubicBezTo>
                    <a:pt x="80320" y="170300"/>
                    <a:pt x="69117" y="165446"/>
                    <a:pt x="59702" y="158329"/>
                  </a:cubicBezTo>
                  <a:lnTo>
                    <a:pt x="50214" y="167782"/>
                  </a:lnTo>
                  <a:lnTo>
                    <a:pt x="58096" y="175702"/>
                  </a:lnTo>
                  <a:cubicBezTo>
                    <a:pt x="59958" y="177709"/>
                    <a:pt x="58899" y="181907"/>
                    <a:pt x="55688" y="185118"/>
                  </a:cubicBezTo>
                  <a:lnTo>
                    <a:pt x="53936" y="186870"/>
                  </a:lnTo>
                  <a:cubicBezTo>
                    <a:pt x="50725" y="190082"/>
                    <a:pt x="46528" y="191141"/>
                    <a:pt x="44521" y="189243"/>
                  </a:cubicBezTo>
                  <a:lnTo>
                    <a:pt x="15254" y="159971"/>
                  </a:lnTo>
                  <a:cubicBezTo>
                    <a:pt x="13356" y="157964"/>
                    <a:pt x="14414" y="153767"/>
                    <a:pt x="17699" y="150482"/>
                  </a:cubicBezTo>
                  <a:lnTo>
                    <a:pt x="19378" y="148876"/>
                  </a:lnTo>
                  <a:cubicBezTo>
                    <a:pt x="22662" y="145591"/>
                    <a:pt x="26858" y="144533"/>
                    <a:pt x="28829" y="146394"/>
                  </a:cubicBezTo>
                  <a:lnTo>
                    <a:pt x="36712" y="154278"/>
                  </a:lnTo>
                  <a:lnTo>
                    <a:pt x="46236" y="144788"/>
                  </a:lnTo>
                  <a:cubicBezTo>
                    <a:pt x="39047" y="135371"/>
                    <a:pt x="34267" y="124167"/>
                    <a:pt x="32552" y="111903"/>
                  </a:cubicBezTo>
                  <a:lnTo>
                    <a:pt x="19122" y="111903"/>
                  </a:lnTo>
                  <a:lnTo>
                    <a:pt x="19122" y="123035"/>
                  </a:lnTo>
                  <a:cubicBezTo>
                    <a:pt x="19086" y="125809"/>
                    <a:pt x="15327" y="127999"/>
                    <a:pt x="10729" y="127999"/>
                  </a:cubicBezTo>
                  <a:lnTo>
                    <a:pt x="8393" y="127999"/>
                  </a:lnTo>
                  <a:cubicBezTo>
                    <a:pt x="3832" y="127999"/>
                    <a:pt x="110" y="125809"/>
                    <a:pt x="0" y="123035"/>
                  </a:cubicBezTo>
                  <a:lnTo>
                    <a:pt x="0" y="81573"/>
                  </a:lnTo>
                  <a:cubicBezTo>
                    <a:pt x="110" y="78799"/>
                    <a:pt x="3795" y="76610"/>
                    <a:pt x="8393" y="76610"/>
                  </a:cubicBezTo>
                  <a:lnTo>
                    <a:pt x="10838" y="76610"/>
                  </a:lnTo>
                  <a:cubicBezTo>
                    <a:pt x="15436" y="76610"/>
                    <a:pt x="19122" y="78799"/>
                    <a:pt x="19232" y="81573"/>
                  </a:cubicBezTo>
                  <a:lnTo>
                    <a:pt x="19232" y="92705"/>
                  </a:lnTo>
                  <a:lnTo>
                    <a:pt x="32624" y="92705"/>
                  </a:lnTo>
                  <a:cubicBezTo>
                    <a:pt x="34267" y="80442"/>
                    <a:pt x="39120" y="69237"/>
                    <a:pt x="46236" y="59821"/>
                  </a:cubicBezTo>
                  <a:lnTo>
                    <a:pt x="36748" y="50331"/>
                  </a:lnTo>
                  <a:lnTo>
                    <a:pt x="28902" y="58178"/>
                  </a:lnTo>
                  <a:cubicBezTo>
                    <a:pt x="26895" y="60039"/>
                    <a:pt x="22698" y="58945"/>
                    <a:pt x="19414" y="55733"/>
                  </a:cubicBezTo>
                  <a:lnTo>
                    <a:pt x="17735" y="54054"/>
                  </a:lnTo>
                  <a:cubicBezTo>
                    <a:pt x="14451" y="50769"/>
                    <a:pt x="13393" y="46572"/>
                    <a:pt x="15290" y="44601"/>
                  </a:cubicBezTo>
                  <a:lnTo>
                    <a:pt x="44594" y="15293"/>
                  </a:lnTo>
                  <a:cubicBezTo>
                    <a:pt x="46565" y="13395"/>
                    <a:pt x="50761" y="14490"/>
                    <a:pt x="54009" y="17702"/>
                  </a:cubicBezTo>
                  <a:lnTo>
                    <a:pt x="55724" y="19417"/>
                  </a:lnTo>
                  <a:cubicBezTo>
                    <a:pt x="58936" y="22665"/>
                    <a:pt x="60030" y="26863"/>
                    <a:pt x="58133" y="28834"/>
                  </a:cubicBezTo>
                  <a:lnTo>
                    <a:pt x="50250" y="36753"/>
                  </a:lnTo>
                  <a:lnTo>
                    <a:pt x="59775" y="46280"/>
                  </a:lnTo>
                  <a:cubicBezTo>
                    <a:pt x="69190" y="39162"/>
                    <a:pt x="80430" y="34381"/>
                    <a:pt x="92655" y="32666"/>
                  </a:cubicBezTo>
                  <a:lnTo>
                    <a:pt x="92655" y="19235"/>
                  </a:lnTo>
                  <a:lnTo>
                    <a:pt x="81488" y="19235"/>
                  </a:lnTo>
                  <a:cubicBezTo>
                    <a:pt x="78751" y="19125"/>
                    <a:pt x="76525" y="15439"/>
                    <a:pt x="76525" y="10840"/>
                  </a:cubicBezTo>
                  <a:lnTo>
                    <a:pt x="76525" y="8395"/>
                  </a:lnTo>
                  <a:cubicBezTo>
                    <a:pt x="76525" y="3796"/>
                    <a:pt x="78787" y="110"/>
                    <a:pt x="81488" y="0"/>
                  </a:cubicBezTo>
                  <a:lnTo>
                    <a:pt x="122980" y="0"/>
                  </a:lnTo>
                  <a:cubicBezTo>
                    <a:pt x="125717" y="37"/>
                    <a:pt x="127907" y="3796"/>
                    <a:pt x="127907" y="8395"/>
                  </a:cubicBezTo>
                  <a:lnTo>
                    <a:pt x="127907" y="10730"/>
                  </a:lnTo>
                  <a:cubicBezTo>
                    <a:pt x="127907" y="15293"/>
                    <a:pt x="125717" y="19015"/>
                    <a:pt x="122980" y="19125"/>
                  </a:cubicBezTo>
                  <a:lnTo>
                    <a:pt x="111813" y="19125"/>
                  </a:lnTo>
                  <a:lnTo>
                    <a:pt x="111813" y="32520"/>
                  </a:lnTo>
                  <a:cubicBezTo>
                    <a:pt x="124075" y="34162"/>
                    <a:pt x="135278" y="39016"/>
                    <a:pt x="144693" y="46134"/>
                  </a:cubicBezTo>
                  <a:lnTo>
                    <a:pt x="154218" y="36681"/>
                  </a:lnTo>
                  <a:lnTo>
                    <a:pt x="146335" y="28797"/>
                  </a:lnTo>
                  <a:cubicBezTo>
                    <a:pt x="144437" y="26790"/>
                    <a:pt x="145496" y="22592"/>
                    <a:pt x="148780" y="19344"/>
                  </a:cubicBezTo>
                  <a:lnTo>
                    <a:pt x="150459" y="17702"/>
                  </a:lnTo>
                  <a:cubicBezTo>
                    <a:pt x="153743" y="14417"/>
                    <a:pt x="157940" y="13358"/>
                    <a:pt x="159910" y="15256"/>
                  </a:cubicBezTo>
                  <a:lnTo>
                    <a:pt x="189214" y="44528"/>
                  </a:lnTo>
                  <a:cubicBezTo>
                    <a:pt x="191112" y="46535"/>
                    <a:pt x="190053" y="50733"/>
                    <a:pt x="186805" y="53944"/>
                  </a:cubicBezTo>
                  <a:lnTo>
                    <a:pt x="185090" y="55696"/>
                  </a:lnTo>
                  <a:cubicBezTo>
                    <a:pt x="181879" y="58908"/>
                    <a:pt x="177682" y="59967"/>
                    <a:pt x="175675" y="58105"/>
                  </a:cubicBezTo>
                  <a:lnTo>
                    <a:pt x="167756" y="50221"/>
                  </a:lnTo>
                  <a:lnTo>
                    <a:pt x="158232" y="59711"/>
                  </a:lnTo>
                  <a:cubicBezTo>
                    <a:pt x="165348" y="69127"/>
                    <a:pt x="170165" y="80406"/>
                    <a:pt x="171843" y="92596"/>
                  </a:cubicBezTo>
                  <a:lnTo>
                    <a:pt x="185273" y="92596"/>
                  </a:lnTo>
                  <a:lnTo>
                    <a:pt x="185273" y="81464"/>
                  </a:lnTo>
                  <a:cubicBezTo>
                    <a:pt x="185382" y="78690"/>
                    <a:pt x="189068" y="76500"/>
                    <a:pt x="193666" y="76500"/>
                  </a:cubicBezTo>
                  <a:close/>
                  <a:moveTo>
                    <a:pt x="52367" y="102231"/>
                  </a:moveTo>
                  <a:cubicBezTo>
                    <a:pt x="52367" y="129933"/>
                    <a:pt x="74810" y="152380"/>
                    <a:pt x="102508" y="152380"/>
                  </a:cubicBezTo>
                  <a:cubicBezTo>
                    <a:pt x="130206" y="152380"/>
                    <a:pt x="152685" y="129933"/>
                    <a:pt x="152685" y="102231"/>
                  </a:cubicBezTo>
                  <a:cubicBezTo>
                    <a:pt x="152685" y="74493"/>
                    <a:pt x="130206" y="52046"/>
                    <a:pt x="102508" y="52046"/>
                  </a:cubicBezTo>
                  <a:cubicBezTo>
                    <a:pt x="74810" y="52046"/>
                    <a:pt x="52367" y="74493"/>
                    <a:pt x="52367" y="102231"/>
                  </a:cubicBezTo>
                  <a:close/>
                </a:path>
              </a:pathLst>
            </a:custGeom>
            <a:solidFill>
              <a:srgbClr val="007B85"/>
            </a:solidFill>
            <a:ln w="3646" cap="flat">
              <a:noFill/>
              <a:prstDash val="solid"/>
              <a:miter/>
            </a:ln>
          </p:spPr>
          <p:txBody>
            <a:bodyPr rtlCol="0" anchor="ctr"/>
            <a:lstStyle/>
            <a:p>
              <a:endParaRPr lang="en-GR"/>
            </a:p>
          </p:txBody>
        </p:sp>
      </p:grpSp>
      <p:grpSp>
        <p:nvGrpSpPr>
          <p:cNvPr id="1018" name="Group 1017">
            <a:extLst>
              <a:ext uri="{FF2B5EF4-FFF2-40B4-BE49-F238E27FC236}">
                <a16:creationId xmlns:a16="http://schemas.microsoft.com/office/drawing/2014/main" id="{96621575-49E1-8055-7A6E-90D2F230EF8B}"/>
              </a:ext>
            </a:extLst>
          </p:cNvPr>
          <p:cNvGrpSpPr/>
          <p:nvPr/>
        </p:nvGrpSpPr>
        <p:grpSpPr>
          <a:xfrm>
            <a:off x="9243011" y="5856058"/>
            <a:ext cx="180225" cy="180973"/>
            <a:chOff x="8090853" y="5856056"/>
            <a:chExt cx="180225" cy="180973"/>
          </a:xfrm>
        </p:grpSpPr>
        <p:sp>
          <p:nvSpPr>
            <p:cNvPr id="1019" name="Freeform 822">
              <a:extLst>
                <a:ext uri="{FF2B5EF4-FFF2-40B4-BE49-F238E27FC236}">
                  <a16:creationId xmlns:a16="http://schemas.microsoft.com/office/drawing/2014/main" id="{BB5F907D-AA4A-AA08-D789-5F96266517AE}"/>
                </a:ext>
              </a:extLst>
            </p:cNvPr>
            <p:cNvSpPr/>
            <p:nvPr/>
          </p:nvSpPr>
          <p:spPr>
            <a:xfrm>
              <a:off x="8135079" y="5856056"/>
              <a:ext cx="91820" cy="180973"/>
            </a:xfrm>
            <a:custGeom>
              <a:avLst/>
              <a:gdLst>
                <a:gd name="connsiteX0" fmla="*/ 68613 w 103706"/>
                <a:gd name="connsiteY0" fmla="*/ 88404 h 204399"/>
                <a:gd name="connsiteX1" fmla="*/ 96347 w 103706"/>
                <a:gd name="connsiteY1" fmla="*/ 88404 h 204399"/>
                <a:gd name="connsiteX2" fmla="*/ 101931 w 103706"/>
                <a:gd name="connsiteY2" fmla="*/ 100485 h 204399"/>
                <a:gd name="connsiteX3" fmla="*/ 14859 w 103706"/>
                <a:gd name="connsiteY3" fmla="*/ 202460 h 204399"/>
                <a:gd name="connsiteX4" fmla="*/ 5846 w 103706"/>
                <a:gd name="connsiteY4" fmla="*/ 197314 h 204399"/>
                <a:gd name="connsiteX5" fmla="*/ 34894 w 103706"/>
                <a:gd name="connsiteY5" fmla="*/ 116215 h 204399"/>
                <a:gd name="connsiteX6" fmla="*/ 7378 w 103706"/>
                <a:gd name="connsiteY6" fmla="*/ 116215 h 204399"/>
                <a:gd name="connsiteX7" fmla="*/ 1759 w 103706"/>
                <a:gd name="connsiteY7" fmla="*/ 103915 h 204399"/>
                <a:gd name="connsiteX8" fmla="*/ 88867 w 103706"/>
                <a:gd name="connsiteY8" fmla="*/ 1940 h 204399"/>
                <a:gd name="connsiteX9" fmla="*/ 97880 w 103706"/>
                <a:gd name="connsiteY9" fmla="*/ 7086 h 204399"/>
                <a:gd name="connsiteX10" fmla="*/ 68613 w 103706"/>
                <a:gd name="connsiteY10" fmla="*/ 88404 h 204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3706" h="204399">
                  <a:moveTo>
                    <a:pt x="68613" y="88404"/>
                  </a:moveTo>
                  <a:lnTo>
                    <a:pt x="96347" y="88404"/>
                  </a:lnTo>
                  <a:cubicBezTo>
                    <a:pt x="102588" y="88404"/>
                    <a:pt x="106018" y="95740"/>
                    <a:pt x="101931" y="100485"/>
                  </a:cubicBezTo>
                  <a:lnTo>
                    <a:pt x="14859" y="202460"/>
                  </a:lnTo>
                  <a:cubicBezTo>
                    <a:pt x="10991" y="206986"/>
                    <a:pt x="3912" y="202898"/>
                    <a:pt x="5846" y="197314"/>
                  </a:cubicBezTo>
                  <a:lnTo>
                    <a:pt x="34894" y="116215"/>
                  </a:lnTo>
                  <a:lnTo>
                    <a:pt x="7378" y="116215"/>
                  </a:lnTo>
                  <a:cubicBezTo>
                    <a:pt x="1102" y="116215"/>
                    <a:pt x="-2292" y="108660"/>
                    <a:pt x="1759" y="103915"/>
                  </a:cubicBezTo>
                  <a:lnTo>
                    <a:pt x="88867" y="1940"/>
                  </a:lnTo>
                  <a:cubicBezTo>
                    <a:pt x="92735" y="-2586"/>
                    <a:pt x="99814" y="1502"/>
                    <a:pt x="97880" y="7086"/>
                  </a:cubicBezTo>
                  <a:lnTo>
                    <a:pt x="68613" y="88404"/>
                  </a:lnTo>
                  <a:close/>
                </a:path>
              </a:pathLst>
            </a:custGeom>
            <a:solidFill>
              <a:srgbClr val="007B85"/>
            </a:solidFill>
            <a:ln w="3646" cap="flat">
              <a:noFill/>
              <a:prstDash val="solid"/>
              <a:miter/>
            </a:ln>
          </p:spPr>
          <p:txBody>
            <a:bodyPr rtlCol="0" anchor="ctr"/>
            <a:lstStyle/>
            <a:p>
              <a:endParaRPr lang="en-GR"/>
            </a:p>
          </p:txBody>
        </p:sp>
        <p:sp>
          <p:nvSpPr>
            <p:cNvPr id="1020" name="Freeform 823">
              <a:extLst>
                <a:ext uri="{FF2B5EF4-FFF2-40B4-BE49-F238E27FC236}">
                  <a16:creationId xmlns:a16="http://schemas.microsoft.com/office/drawing/2014/main" id="{E6AF5A92-3B69-934C-2B00-6B10CE64A670}"/>
                </a:ext>
              </a:extLst>
            </p:cNvPr>
            <p:cNvSpPr/>
            <p:nvPr/>
          </p:nvSpPr>
          <p:spPr>
            <a:xfrm>
              <a:off x="8090853" y="5856383"/>
              <a:ext cx="99870" cy="161252"/>
            </a:xfrm>
            <a:custGeom>
              <a:avLst/>
              <a:gdLst>
                <a:gd name="connsiteX0" fmla="*/ 90867 w 112798"/>
                <a:gd name="connsiteY0" fmla="*/ 26315 h 182125"/>
                <a:gd name="connsiteX1" fmla="*/ 112799 w 112798"/>
                <a:gd name="connsiteY1" fmla="*/ 621 h 182125"/>
                <a:gd name="connsiteX2" fmla="*/ 101814 w 112798"/>
                <a:gd name="connsiteY2" fmla="*/ 0 h 182125"/>
                <a:gd name="connsiteX3" fmla="*/ 0 w 112798"/>
                <a:gd name="connsiteY3" fmla="*/ 101830 h 182125"/>
                <a:gd name="connsiteX4" fmla="*/ 39449 w 112798"/>
                <a:gd name="connsiteY4" fmla="*/ 182126 h 182125"/>
                <a:gd name="connsiteX5" fmla="*/ 48608 w 112798"/>
                <a:gd name="connsiteY5" fmla="*/ 156504 h 182125"/>
                <a:gd name="connsiteX6" fmla="*/ 25435 w 112798"/>
                <a:gd name="connsiteY6" fmla="*/ 101830 h 182125"/>
                <a:gd name="connsiteX7" fmla="*/ 90867 w 112798"/>
                <a:gd name="connsiteY7" fmla="*/ 26315 h 18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798" h="182125">
                  <a:moveTo>
                    <a:pt x="90867" y="26315"/>
                  </a:moveTo>
                  <a:lnTo>
                    <a:pt x="112799" y="621"/>
                  </a:lnTo>
                  <a:cubicBezTo>
                    <a:pt x="109186" y="219"/>
                    <a:pt x="105537" y="0"/>
                    <a:pt x="101814" y="0"/>
                  </a:cubicBezTo>
                  <a:cubicBezTo>
                    <a:pt x="45725" y="0"/>
                    <a:pt x="0" y="45732"/>
                    <a:pt x="0" y="101830"/>
                  </a:cubicBezTo>
                  <a:cubicBezTo>
                    <a:pt x="0" y="134423"/>
                    <a:pt x="15509" y="163475"/>
                    <a:pt x="39449" y="182126"/>
                  </a:cubicBezTo>
                  <a:lnTo>
                    <a:pt x="48608" y="156504"/>
                  </a:lnTo>
                  <a:cubicBezTo>
                    <a:pt x="34376" y="142598"/>
                    <a:pt x="25435" y="123254"/>
                    <a:pt x="25435" y="101830"/>
                  </a:cubicBezTo>
                  <a:cubicBezTo>
                    <a:pt x="25435" y="63434"/>
                    <a:pt x="53973" y="31681"/>
                    <a:pt x="90867" y="26315"/>
                  </a:cubicBezTo>
                  <a:close/>
                </a:path>
              </a:pathLst>
            </a:custGeom>
            <a:solidFill>
              <a:srgbClr val="007B85"/>
            </a:solidFill>
            <a:ln w="3646" cap="flat">
              <a:noFill/>
              <a:prstDash val="solid"/>
              <a:miter/>
            </a:ln>
          </p:spPr>
          <p:txBody>
            <a:bodyPr rtlCol="0" anchor="ctr"/>
            <a:lstStyle/>
            <a:p>
              <a:endParaRPr lang="en-GR"/>
            </a:p>
          </p:txBody>
        </p:sp>
        <p:sp>
          <p:nvSpPr>
            <p:cNvPr id="1021" name="Freeform 824">
              <a:extLst>
                <a:ext uri="{FF2B5EF4-FFF2-40B4-BE49-F238E27FC236}">
                  <a16:creationId xmlns:a16="http://schemas.microsoft.com/office/drawing/2014/main" id="{098752DE-B9DE-4925-9622-D3B5C510BF04}"/>
                </a:ext>
              </a:extLst>
            </p:cNvPr>
            <p:cNvSpPr/>
            <p:nvPr/>
          </p:nvSpPr>
          <p:spPr>
            <a:xfrm>
              <a:off x="8171208" y="5875416"/>
              <a:ext cx="99870" cy="161252"/>
            </a:xfrm>
            <a:custGeom>
              <a:avLst/>
              <a:gdLst>
                <a:gd name="connsiteX0" fmla="*/ 73350 w 112798"/>
                <a:gd name="connsiteY0" fmla="*/ 0 h 182125"/>
                <a:gd name="connsiteX1" fmla="*/ 64154 w 112798"/>
                <a:gd name="connsiteY1" fmla="*/ 25549 h 182125"/>
                <a:gd name="connsiteX2" fmla="*/ 87363 w 112798"/>
                <a:gd name="connsiteY2" fmla="*/ 80296 h 182125"/>
                <a:gd name="connsiteX3" fmla="*/ 21932 w 112798"/>
                <a:gd name="connsiteY3" fmla="*/ 155774 h 182125"/>
                <a:gd name="connsiteX4" fmla="*/ 0 w 112798"/>
                <a:gd name="connsiteY4" fmla="*/ 181505 h 182125"/>
                <a:gd name="connsiteX5" fmla="*/ 10984 w 112798"/>
                <a:gd name="connsiteY5" fmla="*/ 182126 h 182125"/>
                <a:gd name="connsiteX6" fmla="*/ 112799 w 112798"/>
                <a:gd name="connsiteY6" fmla="*/ 80296 h 182125"/>
                <a:gd name="connsiteX7" fmla="*/ 73350 w 112798"/>
                <a:gd name="connsiteY7" fmla="*/ 0 h 18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798" h="182125">
                  <a:moveTo>
                    <a:pt x="73350" y="0"/>
                  </a:moveTo>
                  <a:lnTo>
                    <a:pt x="64154" y="25549"/>
                  </a:lnTo>
                  <a:cubicBezTo>
                    <a:pt x="78459" y="39455"/>
                    <a:pt x="87363" y="58798"/>
                    <a:pt x="87363" y="80296"/>
                  </a:cubicBezTo>
                  <a:cubicBezTo>
                    <a:pt x="87363" y="118655"/>
                    <a:pt x="58863" y="150445"/>
                    <a:pt x="21932" y="155774"/>
                  </a:cubicBezTo>
                  <a:lnTo>
                    <a:pt x="0" y="181505"/>
                  </a:lnTo>
                  <a:cubicBezTo>
                    <a:pt x="3613" y="181907"/>
                    <a:pt x="7299" y="182126"/>
                    <a:pt x="10984" y="182126"/>
                  </a:cubicBezTo>
                  <a:cubicBezTo>
                    <a:pt x="67110" y="182126"/>
                    <a:pt x="112799" y="136394"/>
                    <a:pt x="112799" y="80296"/>
                  </a:cubicBezTo>
                  <a:cubicBezTo>
                    <a:pt x="112799" y="47630"/>
                    <a:pt x="97289" y="18614"/>
                    <a:pt x="73350" y="0"/>
                  </a:cubicBezTo>
                  <a:close/>
                </a:path>
              </a:pathLst>
            </a:custGeom>
            <a:solidFill>
              <a:srgbClr val="007B85"/>
            </a:solidFill>
            <a:ln w="3646" cap="flat">
              <a:noFill/>
              <a:prstDash val="solid"/>
              <a:miter/>
            </a:ln>
          </p:spPr>
          <p:txBody>
            <a:bodyPr rtlCol="0" anchor="ctr"/>
            <a:lstStyle/>
            <a:p>
              <a:endParaRPr lang="en-GR"/>
            </a:p>
          </p:txBody>
        </p:sp>
      </p:grpSp>
      <p:grpSp>
        <p:nvGrpSpPr>
          <p:cNvPr id="1022" name="Group 1021">
            <a:extLst>
              <a:ext uri="{FF2B5EF4-FFF2-40B4-BE49-F238E27FC236}">
                <a16:creationId xmlns:a16="http://schemas.microsoft.com/office/drawing/2014/main" id="{EA1BE5DD-3724-E477-B63B-15D691C88C6C}"/>
              </a:ext>
            </a:extLst>
          </p:cNvPr>
          <p:cNvGrpSpPr/>
          <p:nvPr/>
        </p:nvGrpSpPr>
        <p:grpSpPr>
          <a:xfrm>
            <a:off x="9598420" y="5846367"/>
            <a:ext cx="137382" cy="200353"/>
            <a:chOff x="8446264" y="5846365"/>
            <a:chExt cx="137382" cy="200353"/>
          </a:xfrm>
        </p:grpSpPr>
        <p:sp>
          <p:nvSpPr>
            <p:cNvPr id="1023" name="Freeform 825">
              <a:extLst>
                <a:ext uri="{FF2B5EF4-FFF2-40B4-BE49-F238E27FC236}">
                  <a16:creationId xmlns:a16="http://schemas.microsoft.com/office/drawing/2014/main" id="{F8997DDF-2006-A47C-9B24-8C1BCE63F91D}"/>
                </a:ext>
              </a:extLst>
            </p:cNvPr>
            <p:cNvSpPr/>
            <p:nvPr/>
          </p:nvSpPr>
          <p:spPr>
            <a:xfrm>
              <a:off x="8446264" y="5846365"/>
              <a:ext cx="137382" cy="158570"/>
            </a:xfrm>
            <a:custGeom>
              <a:avLst/>
              <a:gdLst>
                <a:gd name="connsiteX0" fmla="*/ 0 w 155166"/>
                <a:gd name="connsiteY0" fmla="*/ 112086 h 179096"/>
                <a:gd name="connsiteX1" fmla="*/ 77583 w 155166"/>
                <a:gd name="connsiteY1" fmla="*/ 0 h 179096"/>
                <a:gd name="connsiteX2" fmla="*/ 77583 w 155166"/>
                <a:gd name="connsiteY2" fmla="*/ 73 h 179096"/>
                <a:gd name="connsiteX3" fmla="*/ 155167 w 155166"/>
                <a:gd name="connsiteY3" fmla="*/ 112122 h 179096"/>
                <a:gd name="connsiteX4" fmla="*/ 99041 w 155166"/>
                <a:gd name="connsiteY4" fmla="*/ 179024 h 179096"/>
                <a:gd name="connsiteX5" fmla="*/ 99041 w 155166"/>
                <a:gd name="connsiteY5" fmla="*/ 155665 h 179096"/>
                <a:gd name="connsiteX6" fmla="*/ 132541 w 155166"/>
                <a:gd name="connsiteY6" fmla="*/ 112122 h 179096"/>
                <a:gd name="connsiteX7" fmla="*/ 77583 w 155166"/>
                <a:gd name="connsiteY7" fmla="*/ 22702 h 179096"/>
                <a:gd name="connsiteX8" fmla="*/ 22625 w 155166"/>
                <a:gd name="connsiteY8" fmla="*/ 112122 h 179096"/>
                <a:gd name="connsiteX9" fmla="*/ 56527 w 155166"/>
                <a:gd name="connsiteY9" fmla="*/ 155774 h 179096"/>
                <a:gd name="connsiteX10" fmla="*/ 56527 w 155166"/>
                <a:gd name="connsiteY10" fmla="*/ 179096 h 179096"/>
                <a:gd name="connsiteX11" fmla="*/ 0 w 155166"/>
                <a:gd name="connsiteY11" fmla="*/ 112086 h 179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5166" h="179096">
                  <a:moveTo>
                    <a:pt x="0" y="112086"/>
                  </a:moveTo>
                  <a:cubicBezTo>
                    <a:pt x="0" y="72668"/>
                    <a:pt x="31968" y="0"/>
                    <a:pt x="77583" y="0"/>
                  </a:cubicBezTo>
                  <a:lnTo>
                    <a:pt x="77583" y="73"/>
                  </a:lnTo>
                  <a:cubicBezTo>
                    <a:pt x="123199" y="73"/>
                    <a:pt x="155167" y="72741"/>
                    <a:pt x="155167" y="112122"/>
                  </a:cubicBezTo>
                  <a:cubicBezTo>
                    <a:pt x="155167" y="146029"/>
                    <a:pt x="132943" y="171322"/>
                    <a:pt x="99041" y="179024"/>
                  </a:cubicBezTo>
                  <a:lnTo>
                    <a:pt x="99041" y="155665"/>
                  </a:lnTo>
                  <a:cubicBezTo>
                    <a:pt x="120024" y="149204"/>
                    <a:pt x="132541" y="133401"/>
                    <a:pt x="132541" y="112122"/>
                  </a:cubicBezTo>
                  <a:cubicBezTo>
                    <a:pt x="132541" y="80077"/>
                    <a:pt x="104843" y="22702"/>
                    <a:pt x="77583" y="22702"/>
                  </a:cubicBezTo>
                  <a:cubicBezTo>
                    <a:pt x="50323" y="22702"/>
                    <a:pt x="22625" y="80077"/>
                    <a:pt x="22625" y="112122"/>
                  </a:cubicBezTo>
                  <a:cubicBezTo>
                    <a:pt x="22625" y="133510"/>
                    <a:pt x="35325" y="149351"/>
                    <a:pt x="56527" y="155774"/>
                  </a:cubicBezTo>
                  <a:lnTo>
                    <a:pt x="56527" y="179096"/>
                  </a:lnTo>
                  <a:cubicBezTo>
                    <a:pt x="22406" y="171432"/>
                    <a:pt x="0" y="146102"/>
                    <a:pt x="0" y="112086"/>
                  </a:cubicBezTo>
                  <a:close/>
                </a:path>
              </a:pathLst>
            </a:custGeom>
            <a:solidFill>
              <a:srgbClr val="007B85"/>
            </a:solidFill>
            <a:ln w="3646" cap="flat">
              <a:noFill/>
              <a:prstDash val="solid"/>
              <a:miter/>
            </a:ln>
          </p:spPr>
          <p:txBody>
            <a:bodyPr rtlCol="0" anchor="ctr"/>
            <a:lstStyle/>
            <a:p>
              <a:endParaRPr lang="en-GR"/>
            </a:p>
          </p:txBody>
        </p:sp>
        <p:sp>
          <p:nvSpPr>
            <p:cNvPr id="1024" name="Freeform 826">
              <a:extLst>
                <a:ext uri="{FF2B5EF4-FFF2-40B4-BE49-F238E27FC236}">
                  <a16:creationId xmlns:a16="http://schemas.microsoft.com/office/drawing/2014/main" id="{1F9B7400-2DF8-FEE3-56F4-EF996610A34C}"/>
                </a:ext>
              </a:extLst>
            </p:cNvPr>
            <p:cNvSpPr/>
            <p:nvPr/>
          </p:nvSpPr>
          <p:spPr>
            <a:xfrm>
              <a:off x="8506296" y="5920884"/>
              <a:ext cx="40971" cy="125834"/>
            </a:xfrm>
            <a:custGeom>
              <a:avLst/>
              <a:gdLst>
                <a:gd name="connsiteX0" fmla="*/ 41091 w 46275"/>
                <a:gd name="connsiteY0" fmla="*/ 15037 h 142123"/>
                <a:gd name="connsiteX1" fmla="*/ 42770 w 46275"/>
                <a:gd name="connsiteY1" fmla="*/ 16753 h 142123"/>
                <a:gd name="connsiteX2" fmla="*/ 45324 w 46275"/>
                <a:gd name="connsiteY2" fmla="*/ 26534 h 142123"/>
                <a:gd name="connsiteX3" fmla="*/ 19852 w 46275"/>
                <a:gd name="connsiteY3" fmla="*/ 52010 h 142123"/>
                <a:gd name="connsiteX4" fmla="*/ 19852 w 46275"/>
                <a:gd name="connsiteY4" fmla="*/ 137014 h 142123"/>
                <a:gd name="connsiteX5" fmla="*/ 11532 w 46275"/>
                <a:gd name="connsiteY5" fmla="*/ 142124 h 142123"/>
                <a:gd name="connsiteX6" fmla="*/ 8320 w 46275"/>
                <a:gd name="connsiteY6" fmla="*/ 142124 h 142123"/>
                <a:gd name="connsiteX7" fmla="*/ 0 w 46275"/>
                <a:gd name="connsiteY7" fmla="*/ 137014 h 142123"/>
                <a:gd name="connsiteX8" fmla="*/ 0 w 46275"/>
                <a:gd name="connsiteY8" fmla="*/ 5146 h 142123"/>
                <a:gd name="connsiteX9" fmla="*/ 8722 w 46275"/>
                <a:gd name="connsiteY9" fmla="*/ 0 h 142123"/>
                <a:gd name="connsiteX10" fmla="*/ 11130 w 46275"/>
                <a:gd name="connsiteY10" fmla="*/ 0 h 142123"/>
                <a:gd name="connsiteX11" fmla="*/ 19852 w 46275"/>
                <a:gd name="connsiteY11" fmla="*/ 5146 h 142123"/>
                <a:gd name="connsiteX12" fmla="*/ 19852 w 46275"/>
                <a:gd name="connsiteY12" fmla="*/ 23943 h 142123"/>
                <a:gd name="connsiteX13" fmla="*/ 31274 w 46275"/>
                <a:gd name="connsiteY13" fmla="*/ 12519 h 142123"/>
                <a:gd name="connsiteX14" fmla="*/ 41091 w 46275"/>
                <a:gd name="connsiteY14" fmla="*/ 15037 h 142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275" h="142123">
                  <a:moveTo>
                    <a:pt x="41091" y="15037"/>
                  </a:moveTo>
                  <a:lnTo>
                    <a:pt x="42770" y="16753"/>
                  </a:lnTo>
                  <a:cubicBezTo>
                    <a:pt x="46163" y="20147"/>
                    <a:pt x="47258" y="24454"/>
                    <a:pt x="45324" y="26534"/>
                  </a:cubicBezTo>
                  <a:lnTo>
                    <a:pt x="19852" y="52010"/>
                  </a:lnTo>
                  <a:lnTo>
                    <a:pt x="19852" y="137014"/>
                  </a:lnTo>
                  <a:cubicBezTo>
                    <a:pt x="19743" y="139751"/>
                    <a:pt x="16130" y="142014"/>
                    <a:pt x="11532" y="142124"/>
                  </a:cubicBezTo>
                  <a:lnTo>
                    <a:pt x="8320" y="142124"/>
                  </a:lnTo>
                  <a:cubicBezTo>
                    <a:pt x="3722" y="142014"/>
                    <a:pt x="37" y="139788"/>
                    <a:pt x="0" y="137014"/>
                  </a:cubicBezTo>
                  <a:lnTo>
                    <a:pt x="0" y="5146"/>
                  </a:lnTo>
                  <a:cubicBezTo>
                    <a:pt x="110" y="2335"/>
                    <a:pt x="3941" y="0"/>
                    <a:pt x="8722" y="0"/>
                  </a:cubicBezTo>
                  <a:lnTo>
                    <a:pt x="11130" y="0"/>
                  </a:lnTo>
                  <a:cubicBezTo>
                    <a:pt x="15875" y="0"/>
                    <a:pt x="19743" y="2335"/>
                    <a:pt x="19852" y="5146"/>
                  </a:cubicBezTo>
                  <a:lnTo>
                    <a:pt x="19852" y="23943"/>
                  </a:lnTo>
                  <a:lnTo>
                    <a:pt x="31274" y="12519"/>
                  </a:lnTo>
                  <a:cubicBezTo>
                    <a:pt x="33318" y="10584"/>
                    <a:pt x="37734" y="11716"/>
                    <a:pt x="41091" y="15037"/>
                  </a:cubicBezTo>
                  <a:close/>
                </a:path>
              </a:pathLst>
            </a:custGeom>
            <a:solidFill>
              <a:srgbClr val="007B85"/>
            </a:solidFill>
            <a:ln w="3646" cap="flat">
              <a:noFill/>
              <a:prstDash val="solid"/>
              <a:miter/>
            </a:ln>
          </p:spPr>
          <p:txBody>
            <a:bodyPr rtlCol="0" anchor="ctr"/>
            <a:lstStyle/>
            <a:p>
              <a:endParaRPr lang="en-GR"/>
            </a:p>
          </p:txBody>
        </p:sp>
      </p:grpSp>
      <p:grpSp>
        <p:nvGrpSpPr>
          <p:cNvPr id="1025" name="Group 1024">
            <a:extLst>
              <a:ext uri="{FF2B5EF4-FFF2-40B4-BE49-F238E27FC236}">
                <a16:creationId xmlns:a16="http://schemas.microsoft.com/office/drawing/2014/main" id="{4F989828-2D4C-C74A-C77C-76FEC42AD8D3}"/>
              </a:ext>
            </a:extLst>
          </p:cNvPr>
          <p:cNvGrpSpPr/>
          <p:nvPr/>
        </p:nvGrpSpPr>
        <p:grpSpPr>
          <a:xfrm>
            <a:off x="9902134" y="5868986"/>
            <a:ext cx="193862" cy="152592"/>
            <a:chOff x="8749978" y="5868986"/>
            <a:chExt cx="193862" cy="152592"/>
          </a:xfrm>
        </p:grpSpPr>
        <p:sp>
          <p:nvSpPr>
            <p:cNvPr id="1026" name="Freeform 827">
              <a:extLst>
                <a:ext uri="{FF2B5EF4-FFF2-40B4-BE49-F238E27FC236}">
                  <a16:creationId xmlns:a16="http://schemas.microsoft.com/office/drawing/2014/main" id="{C5AA7BDD-23D7-06E3-FAF8-1A7321C5C99F}"/>
                </a:ext>
              </a:extLst>
            </p:cNvPr>
            <p:cNvSpPr/>
            <p:nvPr/>
          </p:nvSpPr>
          <p:spPr>
            <a:xfrm>
              <a:off x="8891013" y="5868986"/>
              <a:ext cx="50274" cy="50282"/>
            </a:xfrm>
            <a:custGeom>
              <a:avLst/>
              <a:gdLst>
                <a:gd name="connsiteX0" fmla="*/ 28391 w 56782"/>
                <a:gd name="connsiteY0" fmla="*/ 56791 h 56791"/>
                <a:gd name="connsiteX1" fmla="*/ 56782 w 56782"/>
                <a:gd name="connsiteY1" fmla="*/ 28396 h 56791"/>
                <a:gd name="connsiteX2" fmla="*/ 28391 w 56782"/>
                <a:gd name="connsiteY2" fmla="*/ 0 h 56791"/>
                <a:gd name="connsiteX3" fmla="*/ 0 w 56782"/>
                <a:gd name="connsiteY3" fmla="*/ 28396 h 56791"/>
                <a:gd name="connsiteX4" fmla="*/ 28391 w 56782"/>
                <a:gd name="connsiteY4" fmla="*/ 56791 h 56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82" h="56791">
                  <a:moveTo>
                    <a:pt x="28391" y="56791"/>
                  </a:moveTo>
                  <a:cubicBezTo>
                    <a:pt x="44083" y="56791"/>
                    <a:pt x="56782" y="44090"/>
                    <a:pt x="56782" y="28396"/>
                  </a:cubicBezTo>
                  <a:cubicBezTo>
                    <a:pt x="56782" y="12701"/>
                    <a:pt x="44083" y="0"/>
                    <a:pt x="28391" y="0"/>
                  </a:cubicBezTo>
                  <a:cubicBezTo>
                    <a:pt x="12699" y="0"/>
                    <a:pt x="0" y="12701"/>
                    <a:pt x="0" y="28396"/>
                  </a:cubicBezTo>
                  <a:cubicBezTo>
                    <a:pt x="0" y="44090"/>
                    <a:pt x="12699" y="56791"/>
                    <a:pt x="28391" y="56791"/>
                  </a:cubicBezTo>
                  <a:close/>
                </a:path>
              </a:pathLst>
            </a:custGeom>
            <a:solidFill>
              <a:srgbClr val="007B85"/>
            </a:solidFill>
            <a:ln w="3646" cap="flat">
              <a:noFill/>
              <a:prstDash val="solid"/>
              <a:miter/>
            </a:ln>
          </p:spPr>
          <p:txBody>
            <a:bodyPr rtlCol="0" anchor="ctr"/>
            <a:lstStyle/>
            <a:p>
              <a:endParaRPr lang="en-GR"/>
            </a:p>
          </p:txBody>
        </p:sp>
        <p:sp>
          <p:nvSpPr>
            <p:cNvPr id="1027" name="Freeform 828">
              <a:extLst>
                <a:ext uri="{FF2B5EF4-FFF2-40B4-BE49-F238E27FC236}">
                  <a16:creationId xmlns:a16="http://schemas.microsoft.com/office/drawing/2014/main" id="{E9E0D727-D422-18E2-565F-B823ECB2B7EF}"/>
                </a:ext>
              </a:extLst>
            </p:cNvPr>
            <p:cNvSpPr/>
            <p:nvPr/>
          </p:nvSpPr>
          <p:spPr>
            <a:xfrm>
              <a:off x="8749978" y="5885854"/>
              <a:ext cx="112117" cy="135723"/>
            </a:xfrm>
            <a:custGeom>
              <a:avLst/>
              <a:gdLst>
                <a:gd name="connsiteX0" fmla="*/ 126557 w 126630"/>
                <a:gd name="connsiteY0" fmla="*/ 52302 h 153292"/>
                <a:gd name="connsiteX1" fmla="*/ 103457 w 126630"/>
                <a:gd name="connsiteY1" fmla="*/ 14672 h 153292"/>
                <a:gd name="connsiteX2" fmla="*/ 98057 w 126630"/>
                <a:gd name="connsiteY2" fmla="*/ 5804 h 153292"/>
                <a:gd name="connsiteX3" fmla="*/ 87547 w 126630"/>
                <a:gd name="connsiteY3" fmla="*/ 0 h 153292"/>
                <a:gd name="connsiteX4" fmla="*/ 77037 w 126630"/>
                <a:gd name="connsiteY4" fmla="*/ 5804 h 153292"/>
                <a:gd name="connsiteX5" fmla="*/ 7774 w 126630"/>
                <a:gd name="connsiteY5" fmla="*/ 118692 h 153292"/>
                <a:gd name="connsiteX6" fmla="*/ 7737 w 126630"/>
                <a:gd name="connsiteY6" fmla="*/ 118765 h 153292"/>
                <a:gd name="connsiteX7" fmla="*/ 19123 w 126630"/>
                <a:gd name="connsiteY7" fmla="*/ 153292 h 153292"/>
                <a:gd name="connsiteX8" fmla="*/ 79044 w 126630"/>
                <a:gd name="connsiteY8" fmla="*/ 153292 h 153292"/>
                <a:gd name="connsiteX9" fmla="*/ 84883 w 126630"/>
                <a:gd name="connsiteY9" fmla="*/ 120371 h 153292"/>
                <a:gd name="connsiteX10" fmla="*/ 126630 w 126630"/>
                <a:gd name="connsiteY10" fmla="*/ 52302 h 153292"/>
                <a:gd name="connsiteX11" fmla="*/ 126557 w 126630"/>
                <a:gd name="connsiteY11" fmla="*/ 52302 h 153292"/>
                <a:gd name="connsiteX12" fmla="*/ 70614 w 126630"/>
                <a:gd name="connsiteY12" fmla="*/ 51718 h 153292"/>
                <a:gd name="connsiteX13" fmla="*/ 87437 w 126630"/>
                <a:gd name="connsiteY13" fmla="*/ 24235 h 153292"/>
                <a:gd name="connsiteX14" fmla="*/ 113347 w 126630"/>
                <a:gd name="connsiteY14" fmla="*/ 66427 h 153292"/>
                <a:gd name="connsiteX15" fmla="*/ 100720 w 126630"/>
                <a:gd name="connsiteY15" fmla="*/ 75770 h 153292"/>
                <a:gd name="connsiteX16" fmla="*/ 85503 w 126630"/>
                <a:gd name="connsiteY16" fmla="*/ 60405 h 153292"/>
                <a:gd name="connsiteX17" fmla="*/ 85101 w 126630"/>
                <a:gd name="connsiteY17" fmla="*/ 60514 h 153292"/>
                <a:gd name="connsiteX18" fmla="*/ 83131 w 126630"/>
                <a:gd name="connsiteY18" fmla="*/ 60843 h 153292"/>
                <a:gd name="connsiteX19" fmla="*/ 70541 w 126630"/>
                <a:gd name="connsiteY19" fmla="*/ 51718 h 153292"/>
                <a:gd name="connsiteX20" fmla="*/ 70614 w 126630"/>
                <a:gd name="connsiteY20" fmla="*/ 51718 h 15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6630" h="153292">
                  <a:moveTo>
                    <a:pt x="126557" y="52302"/>
                  </a:moveTo>
                  <a:lnTo>
                    <a:pt x="103457" y="14672"/>
                  </a:lnTo>
                  <a:lnTo>
                    <a:pt x="98057" y="5804"/>
                  </a:lnTo>
                  <a:cubicBezTo>
                    <a:pt x="95794" y="2190"/>
                    <a:pt x="91780" y="0"/>
                    <a:pt x="87547" y="0"/>
                  </a:cubicBezTo>
                  <a:cubicBezTo>
                    <a:pt x="83277" y="0"/>
                    <a:pt x="79263" y="2190"/>
                    <a:pt x="77037" y="5804"/>
                  </a:cubicBezTo>
                  <a:lnTo>
                    <a:pt x="7774" y="118692"/>
                  </a:lnTo>
                  <a:lnTo>
                    <a:pt x="7737" y="118765"/>
                  </a:lnTo>
                  <a:cubicBezTo>
                    <a:pt x="5584" y="122159"/>
                    <a:pt x="-14085" y="153292"/>
                    <a:pt x="19123" y="153292"/>
                  </a:cubicBezTo>
                  <a:lnTo>
                    <a:pt x="79044" y="153292"/>
                  </a:lnTo>
                  <a:cubicBezTo>
                    <a:pt x="75176" y="144241"/>
                    <a:pt x="77110" y="132671"/>
                    <a:pt x="84883" y="120371"/>
                  </a:cubicBezTo>
                  <a:lnTo>
                    <a:pt x="126630" y="52302"/>
                  </a:lnTo>
                  <a:lnTo>
                    <a:pt x="126557" y="52302"/>
                  </a:lnTo>
                  <a:close/>
                  <a:moveTo>
                    <a:pt x="70614" y="51718"/>
                  </a:moveTo>
                  <a:lnTo>
                    <a:pt x="87437" y="24235"/>
                  </a:lnTo>
                  <a:lnTo>
                    <a:pt x="113347" y="66427"/>
                  </a:lnTo>
                  <a:cubicBezTo>
                    <a:pt x="110172" y="72193"/>
                    <a:pt x="105683" y="75770"/>
                    <a:pt x="100720" y="75770"/>
                  </a:cubicBezTo>
                  <a:cubicBezTo>
                    <a:pt x="94189" y="75770"/>
                    <a:pt x="88532" y="69529"/>
                    <a:pt x="85503" y="60405"/>
                  </a:cubicBezTo>
                  <a:cubicBezTo>
                    <a:pt x="85357" y="60441"/>
                    <a:pt x="85248" y="60478"/>
                    <a:pt x="85101" y="60514"/>
                  </a:cubicBezTo>
                  <a:cubicBezTo>
                    <a:pt x="84445" y="60696"/>
                    <a:pt x="83788" y="60843"/>
                    <a:pt x="83131" y="60843"/>
                  </a:cubicBezTo>
                  <a:cubicBezTo>
                    <a:pt x="78205" y="60843"/>
                    <a:pt x="73752" y="57339"/>
                    <a:pt x="70541" y="51718"/>
                  </a:cubicBezTo>
                  <a:lnTo>
                    <a:pt x="70614" y="51718"/>
                  </a:lnTo>
                  <a:close/>
                </a:path>
              </a:pathLst>
            </a:custGeom>
            <a:solidFill>
              <a:srgbClr val="007B85"/>
            </a:solidFill>
            <a:ln w="3646" cap="flat">
              <a:noFill/>
              <a:prstDash val="solid"/>
              <a:miter/>
            </a:ln>
          </p:spPr>
          <p:txBody>
            <a:bodyPr rtlCol="0" anchor="ctr"/>
            <a:lstStyle/>
            <a:p>
              <a:endParaRPr lang="en-GR"/>
            </a:p>
          </p:txBody>
        </p:sp>
        <p:sp>
          <p:nvSpPr>
            <p:cNvPr id="1028" name="Freeform 829">
              <a:extLst>
                <a:ext uri="{FF2B5EF4-FFF2-40B4-BE49-F238E27FC236}">
                  <a16:creationId xmlns:a16="http://schemas.microsoft.com/office/drawing/2014/main" id="{0B7BC8AA-6EFA-6769-0F22-64B51EE22535}"/>
                </a:ext>
              </a:extLst>
            </p:cNvPr>
            <p:cNvSpPr/>
            <p:nvPr/>
          </p:nvSpPr>
          <p:spPr>
            <a:xfrm>
              <a:off x="8831240" y="5923017"/>
              <a:ext cx="112600" cy="98561"/>
            </a:xfrm>
            <a:custGeom>
              <a:avLst/>
              <a:gdLst>
                <a:gd name="connsiteX0" fmla="*/ 71161 w 127176"/>
                <a:gd name="connsiteY0" fmla="*/ 4234 h 111319"/>
                <a:gd name="connsiteX1" fmla="*/ 121448 w 127176"/>
                <a:gd name="connsiteY1" fmla="*/ 86245 h 111319"/>
                <a:gd name="connsiteX2" fmla="*/ 121557 w 127176"/>
                <a:gd name="connsiteY2" fmla="*/ 86245 h 111319"/>
                <a:gd name="connsiteX3" fmla="*/ 113309 w 127176"/>
                <a:gd name="connsiteY3" fmla="*/ 111319 h 111319"/>
                <a:gd name="connsiteX4" fmla="*/ 13867 w 127176"/>
                <a:gd name="connsiteY4" fmla="*/ 111319 h 111319"/>
                <a:gd name="connsiteX5" fmla="*/ 5620 w 127176"/>
                <a:gd name="connsiteY5" fmla="*/ 86245 h 111319"/>
                <a:gd name="connsiteX6" fmla="*/ 55907 w 127176"/>
                <a:gd name="connsiteY6" fmla="*/ 4234 h 111319"/>
                <a:gd name="connsiteX7" fmla="*/ 63534 w 127176"/>
                <a:gd name="connsiteY7" fmla="*/ 0 h 111319"/>
                <a:gd name="connsiteX8" fmla="*/ 71161 w 127176"/>
                <a:gd name="connsiteY8" fmla="*/ 4234 h 111319"/>
                <a:gd name="connsiteX9" fmla="*/ 79079 w 127176"/>
                <a:gd name="connsiteY9" fmla="*/ 61354 h 111319"/>
                <a:gd name="connsiteX10" fmla="*/ 80576 w 127176"/>
                <a:gd name="connsiteY10" fmla="*/ 61609 h 111319"/>
                <a:gd name="connsiteX11" fmla="*/ 80612 w 127176"/>
                <a:gd name="connsiteY11" fmla="*/ 61572 h 111319"/>
                <a:gd name="connsiteX12" fmla="*/ 83970 w 127176"/>
                <a:gd name="connsiteY12" fmla="*/ 60733 h 111319"/>
                <a:gd name="connsiteX13" fmla="*/ 63497 w 127176"/>
                <a:gd name="connsiteY13" fmla="*/ 27374 h 111319"/>
                <a:gd name="connsiteX14" fmla="*/ 45908 w 127176"/>
                <a:gd name="connsiteY14" fmla="*/ 56061 h 111319"/>
                <a:gd name="connsiteX15" fmla="*/ 54411 w 127176"/>
                <a:gd name="connsiteY15" fmla="*/ 61609 h 111319"/>
                <a:gd name="connsiteX16" fmla="*/ 55797 w 127176"/>
                <a:gd name="connsiteY16" fmla="*/ 61390 h 111319"/>
                <a:gd name="connsiteX17" fmla="*/ 56199 w 127176"/>
                <a:gd name="connsiteY17" fmla="*/ 61281 h 111319"/>
                <a:gd name="connsiteX18" fmla="*/ 67511 w 127176"/>
                <a:gd name="connsiteY18" fmla="*/ 72741 h 111319"/>
                <a:gd name="connsiteX19" fmla="*/ 78824 w 127176"/>
                <a:gd name="connsiteY19" fmla="*/ 61281 h 111319"/>
                <a:gd name="connsiteX20" fmla="*/ 79079 w 127176"/>
                <a:gd name="connsiteY20" fmla="*/ 61354 h 111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7176" h="111319">
                  <a:moveTo>
                    <a:pt x="71161" y="4234"/>
                  </a:moveTo>
                  <a:lnTo>
                    <a:pt x="121448" y="86245"/>
                  </a:lnTo>
                  <a:lnTo>
                    <a:pt x="121557" y="86245"/>
                  </a:lnTo>
                  <a:cubicBezTo>
                    <a:pt x="122943" y="88435"/>
                    <a:pt x="137540" y="111319"/>
                    <a:pt x="113309" y="111319"/>
                  </a:cubicBezTo>
                  <a:lnTo>
                    <a:pt x="13867" y="111319"/>
                  </a:lnTo>
                  <a:cubicBezTo>
                    <a:pt x="-10364" y="111319"/>
                    <a:pt x="4233" y="88435"/>
                    <a:pt x="5620" y="86245"/>
                  </a:cubicBezTo>
                  <a:lnTo>
                    <a:pt x="55907" y="4234"/>
                  </a:lnTo>
                  <a:cubicBezTo>
                    <a:pt x="57549" y="1606"/>
                    <a:pt x="60432" y="0"/>
                    <a:pt x="63534" y="0"/>
                  </a:cubicBezTo>
                  <a:cubicBezTo>
                    <a:pt x="66599" y="0"/>
                    <a:pt x="69555" y="1606"/>
                    <a:pt x="71161" y="4234"/>
                  </a:cubicBezTo>
                  <a:close/>
                  <a:moveTo>
                    <a:pt x="79079" y="61354"/>
                  </a:moveTo>
                  <a:cubicBezTo>
                    <a:pt x="79554" y="61463"/>
                    <a:pt x="80065" y="61609"/>
                    <a:pt x="80576" y="61609"/>
                  </a:cubicBezTo>
                  <a:lnTo>
                    <a:pt x="80612" y="61572"/>
                  </a:lnTo>
                  <a:cubicBezTo>
                    <a:pt x="81780" y="61572"/>
                    <a:pt x="82911" y="61244"/>
                    <a:pt x="83970" y="60733"/>
                  </a:cubicBezTo>
                  <a:lnTo>
                    <a:pt x="63497" y="27374"/>
                  </a:lnTo>
                  <a:lnTo>
                    <a:pt x="45908" y="56061"/>
                  </a:lnTo>
                  <a:cubicBezTo>
                    <a:pt x="48243" y="59456"/>
                    <a:pt x="51163" y="61609"/>
                    <a:pt x="54411" y="61609"/>
                  </a:cubicBezTo>
                  <a:cubicBezTo>
                    <a:pt x="54885" y="61609"/>
                    <a:pt x="55323" y="61499"/>
                    <a:pt x="55797" y="61390"/>
                  </a:cubicBezTo>
                  <a:cubicBezTo>
                    <a:pt x="55907" y="61354"/>
                    <a:pt x="56053" y="61317"/>
                    <a:pt x="56199" y="61281"/>
                  </a:cubicBezTo>
                  <a:cubicBezTo>
                    <a:pt x="58425" y="68069"/>
                    <a:pt x="62658" y="72741"/>
                    <a:pt x="67511" y="72741"/>
                  </a:cubicBezTo>
                  <a:cubicBezTo>
                    <a:pt x="72328" y="72741"/>
                    <a:pt x="76562" y="68069"/>
                    <a:pt x="78824" y="61281"/>
                  </a:cubicBezTo>
                  <a:cubicBezTo>
                    <a:pt x="78897" y="61317"/>
                    <a:pt x="78970" y="61317"/>
                    <a:pt x="79079" y="61354"/>
                  </a:cubicBezTo>
                  <a:close/>
                </a:path>
              </a:pathLst>
            </a:custGeom>
            <a:solidFill>
              <a:srgbClr val="007B85"/>
            </a:solidFill>
            <a:ln w="3646" cap="flat">
              <a:noFill/>
              <a:prstDash val="solid"/>
              <a:miter/>
            </a:ln>
          </p:spPr>
          <p:txBody>
            <a:bodyPr rtlCol="0" anchor="ctr"/>
            <a:lstStyle/>
            <a:p>
              <a:endParaRPr lang="en-GR"/>
            </a:p>
          </p:txBody>
        </p:sp>
      </p:grpSp>
      <p:grpSp>
        <p:nvGrpSpPr>
          <p:cNvPr id="5" name="Group 4">
            <a:extLst>
              <a:ext uri="{FF2B5EF4-FFF2-40B4-BE49-F238E27FC236}">
                <a16:creationId xmlns:a16="http://schemas.microsoft.com/office/drawing/2014/main" id="{1DD62535-D63F-417C-D49A-432165B7E42F}"/>
              </a:ext>
            </a:extLst>
          </p:cNvPr>
          <p:cNvGrpSpPr/>
          <p:nvPr/>
        </p:nvGrpSpPr>
        <p:grpSpPr>
          <a:xfrm>
            <a:off x="3456417" y="3305908"/>
            <a:ext cx="2930954" cy="1514707"/>
            <a:chOff x="6300263" y="3608982"/>
            <a:chExt cx="2930954" cy="1514707"/>
          </a:xfrm>
        </p:grpSpPr>
        <p:sp>
          <p:nvSpPr>
            <p:cNvPr id="1029" name="Rounded Rectangle 1028">
              <a:extLst>
                <a:ext uri="{FF2B5EF4-FFF2-40B4-BE49-F238E27FC236}">
                  <a16:creationId xmlns:a16="http://schemas.microsoft.com/office/drawing/2014/main" id="{B810BFAA-D739-EB26-1F95-FC4C4034660F}"/>
                </a:ext>
              </a:extLst>
            </p:cNvPr>
            <p:cNvSpPr/>
            <p:nvPr/>
          </p:nvSpPr>
          <p:spPr>
            <a:xfrm>
              <a:off x="6300263" y="3608982"/>
              <a:ext cx="2930954" cy="141529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Icon Usage</a:t>
              </a:r>
              <a:endParaRPr lang="en-US" sz="8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Αντιγραφή/επικόλληση το </a:t>
              </a:r>
              <a:r>
                <a:rPr lang="en-US" sz="800">
                  <a:solidFill>
                    <a:schemeClr val="bg1">
                      <a:lumMod val="95000"/>
                    </a:schemeClr>
                  </a:solidFill>
                  <a:latin typeface="Aptos" panose="020B0004020202020204" pitchFamily="34" charset="0"/>
                </a:rPr>
                <a:t>icon  </a:t>
              </a:r>
              <a:r>
                <a:rPr lang="el-GR" sz="800">
                  <a:solidFill>
                    <a:schemeClr val="bg1">
                      <a:lumMod val="95000"/>
                    </a:schemeClr>
                  </a:solidFill>
                  <a:latin typeface="Aptos" panose="020B0004020202020204" pitchFamily="34" charset="0"/>
                </a:rPr>
                <a:t>που θέλετε να χρησιμοποιήσετε. Στα </a:t>
              </a:r>
              <a:r>
                <a:rPr lang="en-US" sz="800">
                  <a:solidFill>
                    <a:schemeClr val="bg1">
                      <a:lumMod val="95000"/>
                    </a:schemeClr>
                  </a:solidFill>
                  <a:latin typeface="Aptos" panose="020B0004020202020204" pitchFamily="34" charset="0"/>
                </a:rPr>
                <a:t>icons </a:t>
              </a:r>
              <a:r>
                <a:rPr lang="el-GR" sz="800" err="1">
                  <a:solidFill>
                    <a:schemeClr val="bg1">
                      <a:lumMod val="95000"/>
                    </a:schemeClr>
                  </a:solidFill>
                  <a:latin typeface="Aptos" panose="020B0004020202020204" pitchFamily="34" charset="0"/>
                </a:rPr>
                <a:t>μπορε</a:t>
              </a:r>
              <a:r>
                <a:rPr lang="en-US" sz="800" err="1">
                  <a:solidFill>
                    <a:schemeClr val="bg1">
                      <a:lumMod val="95000"/>
                    </a:schemeClr>
                  </a:solidFill>
                  <a:latin typeface="Aptos" panose="020B0004020202020204" pitchFamily="34" charset="0"/>
                </a:rPr>
                <a:t>ί</a:t>
              </a:r>
              <a:r>
                <a:rPr lang="el-GR" sz="800">
                  <a:solidFill>
                    <a:schemeClr val="bg1">
                      <a:lumMod val="95000"/>
                    </a:schemeClr>
                  </a:solidFill>
                  <a:latin typeface="Aptos" panose="020B0004020202020204" pitchFamily="34" charset="0"/>
                </a:rPr>
                <a:t>τε να αλλάξετε χρώμα και διάσταση.</a:t>
              </a:r>
            </a:p>
            <a:p>
              <a:pPr>
                <a:lnSpc>
                  <a:spcPct val="110000"/>
                </a:lnSpc>
                <a:spcBef>
                  <a:spcPts val="900"/>
                </a:spcBef>
              </a:pPr>
              <a:r>
                <a:rPr lang="en-GB" sz="800">
                  <a:solidFill>
                    <a:schemeClr val="bg1"/>
                  </a:solidFill>
                </a:rPr>
                <a:t>Copy/paste the icon you want to use. </a:t>
              </a:r>
              <a:r>
                <a:rPr lang="en-US" sz="800">
                  <a:solidFill>
                    <a:schemeClr val="bg1"/>
                  </a:solidFill>
                </a:rPr>
                <a:t>You can </a:t>
              </a:r>
              <a:r>
                <a:rPr lang="en-GB" sz="800">
                  <a:solidFill>
                    <a:schemeClr val="bg1"/>
                  </a:solidFill>
                </a:rPr>
                <a:t>change icons </a:t>
              </a:r>
              <a:r>
                <a:rPr lang="en-GB" sz="800" err="1">
                  <a:solidFill>
                    <a:schemeClr val="bg1"/>
                  </a:solidFill>
                </a:rPr>
                <a:t>color</a:t>
              </a:r>
              <a:r>
                <a:rPr lang="en-GB" sz="800">
                  <a:solidFill>
                    <a:schemeClr val="bg1"/>
                  </a:solidFill>
                </a:rPr>
                <a:t> and size.</a:t>
              </a:r>
            </a:p>
          </p:txBody>
        </p:sp>
        <p:sp>
          <p:nvSpPr>
            <p:cNvPr id="1030" name="Triangle 1029">
              <a:extLst>
                <a:ext uri="{FF2B5EF4-FFF2-40B4-BE49-F238E27FC236}">
                  <a16:creationId xmlns:a16="http://schemas.microsoft.com/office/drawing/2014/main" id="{BA1AECFD-3E67-A35B-20EC-5588E3E97641}"/>
                </a:ext>
              </a:extLst>
            </p:cNvPr>
            <p:cNvSpPr/>
            <p:nvPr/>
          </p:nvSpPr>
          <p:spPr>
            <a:xfrm rot="10800000">
              <a:off x="8761102"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808388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1E7767A-CF5A-F716-3B7A-8B3EA53400E3}"/>
              </a:ext>
            </a:extLst>
          </p:cNvPr>
          <p:cNvSpPr>
            <a:spLocks noGrp="1"/>
          </p:cNvSpPr>
          <p:nvPr>
            <p:ph type="body" sz="quarter" idx="16"/>
          </p:nvPr>
        </p:nvSpPr>
        <p:spPr>
          <a:xfrm>
            <a:off x="1703514" y="2592682"/>
            <a:ext cx="4896543" cy="928652"/>
          </a:xfrm>
        </p:spPr>
        <p:txBody>
          <a:bodyPr/>
          <a:lstStyle/>
          <a:p>
            <a:r>
              <a:rPr lang="en-GR"/>
              <a:t>Covers</a:t>
            </a:r>
          </a:p>
        </p:txBody>
      </p:sp>
      <p:sp>
        <p:nvSpPr>
          <p:cNvPr id="5" name="Title 4">
            <a:extLst>
              <a:ext uri="{FF2B5EF4-FFF2-40B4-BE49-F238E27FC236}">
                <a16:creationId xmlns:a16="http://schemas.microsoft.com/office/drawing/2014/main" id="{E364DFFC-BCBE-ABEF-3483-D08CCB6F230B}"/>
              </a:ext>
            </a:extLst>
          </p:cNvPr>
          <p:cNvSpPr>
            <a:spLocks noGrp="1"/>
          </p:cNvSpPr>
          <p:nvPr>
            <p:ph type="ctrTitle"/>
          </p:nvPr>
        </p:nvSpPr>
        <p:spPr>
          <a:xfrm>
            <a:off x="335360" y="2592681"/>
            <a:ext cx="1059080" cy="928652"/>
          </a:xfrm>
        </p:spPr>
        <p:txBody>
          <a:bodyPr/>
          <a:lstStyle/>
          <a:p>
            <a:r>
              <a:rPr lang="en-GR"/>
              <a:t>02</a:t>
            </a:r>
          </a:p>
        </p:txBody>
      </p:sp>
      <p:sp>
        <p:nvSpPr>
          <p:cNvPr id="4" name="Slide Number Placeholder 3">
            <a:extLst>
              <a:ext uri="{FF2B5EF4-FFF2-40B4-BE49-F238E27FC236}">
                <a16:creationId xmlns:a16="http://schemas.microsoft.com/office/drawing/2014/main" id="{D63813CA-5593-E7EE-16D3-CDEC945F92DB}"/>
              </a:ext>
            </a:extLst>
          </p:cNvPr>
          <p:cNvSpPr>
            <a:spLocks noGrp="1"/>
          </p:cNvSpPr>
          <p:nvPr>
            <p:ph type="sldNum" sz="quarter" idx="4"/>
          </p:nvPr>
        </p:nvSpPr>
        <p:spPr>
          <a:xfrm>
            <a:off x="11179867" y="6542940"/>
            <a:ext cx="684000" cy="136800"/>
          </a:xfrm>
        </p:spPr>
        <p:txBody>
          <a:bodyPr/>
          <a:lstStyle/>
          <a:p>
            <a:fld id="{233F7D93-8529-0F4E-AF24-E7C8656CB0BF}" type="slidenum">
              <a:rPr lang="en-GR" smtClean="0"/>
              <a:pPr/>
              <a:t>14</a:t>
            </a:fld>
            <a:endParaRPr lang="en-GR"/>
          </a:p>
        </p:txBody>
      </p:sp>
    </p:spTree>
    <p:extLst>
      <p:ext uri="{BB962C8B-B14F-4D97-AF65-F5344CB8AC3E}">
        <p14:creationId xmlns:p14="http://schemas.microsoft.com/office/powerpoint/2010/main" val="979803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5194D161-8030-3B99-68F5-E3A6FE03893B}"/>
              </a:ext>
            </a:extLst>
          </p:cNvPr>
          <p:cNvSpPr>
            <a:spLocks noGrp="1"/>
          </p:cNvSpPr>
          <p:nvPr>
            <p:ph type="body" sz="quarter" idx="14"/>
          </p:nvPr>
        </p:nvSpPr>
        <p:spPr>
          <a:xfrm>
            <a:off x="342030" y="1268760"/>
            <a:ext cx="7190704" cy="1426160"/>
          </a:xfrm>
        </p:spPr>
        <p:txBody>
          <a:bodyPr/>
          <a:lstStyle/>
          <a:p>
            <a:r>
              <a:rPr lang="en-GB"/>
              <a:t>Placeholder text here may  continue on two lines</a:t>
            </a:r>
            <a:endParaRPr lang="en-GR"/>
          </a:p>
        </p:txBody>
      </p:sp>
      <p:sp>
        <p:nvSpPr>
          <p:cNvPr id="26" name="Text Placeholder 25">
            <a:extLst>
              <a:ext uri="{FF2B5EF4-FFF2-40B4-BE49-F238E27FC236}">
                <a16:creationId xmlns:a16="http://schemas.microsoft.com/office/drawing/2014/main" id="{52BD02B6-8CC4-DD45-3A8C-991D760739E4}"/>
              </a:ext>
            </a:extLst>
          </p:cNvPr>
          <p:cNvSpPr>
            <a:spLocks noGrp="1"/>
          </p:cNvSpPr>
          <p:nvPr>
            <p:ph type="body" sz="quarter" idx="16"/>
          </p:nvPr>
        </p:nvSpPr>
        <p:spPr>
          <a:xfrm>
            <a:off x="342030" y="4190755"/>
            <a:ext cx="7190705" cy="315343"/>
          </a:xfrm>
        </p:spPr>
        <p:txBody>
          <a:bodyPr>
            <a:noAutofit/>
          </a:bodyPr>
          <a:lstStyle/>
          <a:p>
            <a:r>
              <a:rPr lang="en-GB"/>
              <a:t>Meeting Location/Description</a:t>
            </a:r>
          </a:p>
        </p:txBody>
      </p:sp>
      <p:sp>
        <p:nvSpPr>
          <p:cNvPr id="27" name="Text Placeholder 26">
            <a:extLst>
              <a:ext uri="{FF2B5EF4-FFF2-40B4-BE49-F238E27FC236}">
                <a16:creationId xmlns:a16="http://schemas.microsoft.com/office/drawing/2014/main" id="{7E24261B-A0D8-3085-F7C2-D95AF1CA1C3B}"/>
              </a:ext>
            </a:extLst>
          </p:cNvPr>
          <p:cNvSpPr>
            <a:spLocks noGrp="1"/>
          </p:cNvSpPr>
          <p:nvPr>
            <p:ph type="body" sz="quarter" idx="17"/>
          </p:nvPr>
        </p:nvSpPr>
        <p:spPr>
          <a:xfrm>
            <a:off x="342030" y="4540235"/>
            <a:ext cx="7190705" cy="315343"/>
          </a:xfrm>
        </p:spPr>
        <p:txBody>
          <a:bodyPr>
            <a:noAutofit/>
          </a:bodyPr>
          <a:lstStyle/>
          <a:p>
            <a:pPr lvl="0"/>
            <a:r>
              <a:rPr lang="en-GB"/>
              <a:t>DD/MM/YYYY</a:t>
            </a:r>
          </a:p>
          <a:p>
            <a:endParaRPr lang="en-GR"/>
          </a:p>
        </p:txBody>
      </p:sp>
      <p:sp>
        <p:nvSpPr>
          <p:cNvPr id="24" name="Text Placeholder 23">
            <a:extLst>
              <a:ext uri="{FF2B5EF4-FFF2-40B4-BE49-F238E27FC236}">
                <a16:creationId xmlns:a16="http://schemas.microsoft.com/office/drawing/2014/main" id="{7E032BE6-5AB3-4141-C4F8-1CD73F5334EA}"/>
              </a:ext>
            </a:extLst>
          </p:cNvPr>
          <p:cNvSpPr>
            <a:spLocks noGrp="1"/>
          </p:cNvSpPr>
          <p:nvPr>
            <p:ph type="body" sz="quarter" idx="18"/>
          </p:nvPr>
        </p:nvSpPr>
        <p:spPr>
          <a:xfrm>
            <a:off x="341984" y="2654300"/>
            <a:ext cx="7190704" cy="1316038"/>
          </a:xfrm>
        </p:spPr>
        <p:txBody>
          <a:bodyPr/>
          <a:lstStyle/>
          <a:p>
            <a:r>
              <a:rPr lang="en-US"/>
              <a:t>Subtitle text</a:t>
            </a:r>
            <a:endParaRPr lang="en-GB"/>
          </a:p>
          <a:p>
            <a:endParaRPr lang="en-GR"/>
          </a:p>
        </p:txBody>
      </p:sp>
      <p:grpSp>
        <p:nvGrpSpPr>
          <p:cNvPr id="3" name="Group 2">
            <a:extLst>
              <a:ext uri="{FF2B5EF4-FFF2-40B4-BE49-F238E27FC236}">
                <a16:creationId xmlns:a16="http://schemas.microsoft.com/office/drawing/2014/main" id="{35F94BED-DE10-D212-FA7B-302F8D1545F8}"/>
              </a:ext>
            </a:extLst>
          </p:cNvPr>
          <p:cNvGrpSpPr/>
          <p:nvPr/>
        </p:nvGrpSpPr>
        <p:grpSpPr>
          <a:xfrm>
            <a:off x="1561559" y="3022173"/>
            <a:ext cx="2930954" cy="1363693"/>
            <a:chOff x="1906569" y="3571257"/>
            <a:chExt cx="2930954" cy="1363693"/>
          </a:xfrm>
        </p:grpSpPr>
        <p:sp>
          <p:nvSpPr>
            <p:cNvPr id="4" name="Rounded Rectangle 3">
              <a:extLst>
                <a:ext uri="{FF2B5EF4-FFF2-40B4-BE49-F238E27FC236}">
                  <a16:creationId xmlns:a16="http://schemas.microsoft.com/office/drawing/2014/main" id="{025DC6ED-B9A5-060D-A0F6-FE03F8959594}"/>
                </a:ext>
              </a:extLst>
            </p:cNvPr>
            <p:cNvSpPr/>
            <p:nvPr/>
          </p:nvSpPr>
          <p:spPr>
            <a:xfrm>
              <a:off x="1906569" y="3660319"/>
              <a:ext cx="2930954" cy="127463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Subtitle Text</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υπότιτλος στα εξώφυλλα είναι πάντα </a:t>
              </a:r>
              <a:r>
                <a:rPr lang="en-US" sz="800">
                  <a:solidFill>
                    <a:schemeClr val="bg1">
                      <a:lumMod val="95000"/>
                    </a:schemeClr>
                  </a:solidFill>
                  <a:latin typeface="Aptos" panose="020B0004020202020204" pitchFamily="34" charset="0"/>
                </a:rPr>
                <a:t>Aptos Regular </a:t>
              </a:r>
              <a:r>
                <a:rPr lang="el-GR" sz="800">
                  <a:solidFill>
                    <a:schemeClr val="bg1">
                      <a:lumMod val="95000"/>
                    </a:schemeClr>
                  </a:solidFill>
                  <a:latin typeface="Aptos" panose="020B0004020202020204" pitchFamily="34" charset="0"/>
                </a:rPr>
                <a:t>28</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line space: multiple 0,9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Teal</a:t>
              </a:r>
              <a:r>
                <a:rPr lang="el-GR" sz="800">
                  <a:solidFill>
                    <a:schemeClr val="bg1">
                      <a:lumMod val="95000"/>
                    </a:schemeClr>
                  </a:solidFill>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The subtitle on the covers is always Aptos Regular 28pt, line space: multiple 0.9 and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Teal.</a:t>
              </a:r>
              <a:endParaRPr lang="en-GR" sz="800">
                <a:solidFill>
                  <a:schemeClr val="bg1">
                    <a:lumMod val="95000"/>
                  </a:schemeClr>
                </a:solidFill>
                <a:latin typeface="Aptos" panose="020B0004020202020204" pitchFamily="34" charset="0"/>
              </a:endParaRPr>
            </a:p>
          </p:txBody>
        </p:sp>
        <p:sp>
          <p:nvSpPr>
            <p:cNvPr id="6" name="Triangle 5">
              <a:extLst>
                <a:ext uri="{FF2B5EF4-FFF2-40B4-BE49-F238E27FC236}">
                  <a16:creationId xmlns:a16="http://schemas.microsoft.com/office/drawing/2014/main" id="{5257F2A0-88D0-3ABA-CE29-B67E79CF614C}"/>
                </a:ext>
              </a:extLst>
            </p:cNvPr>
            <p:cNvSpPr/>
            <p:nvPr/>
          </p:nvSpPr>
          <p:spPr>
            <a:xfrm>
              <a:off x="2230041" y="3571257"/>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10" name="Group 9">
            <a:extLst>
              <a:ext uri="{FF2B5EF4-FFF2-40B4-BE49-F238E27FC236}">
                <a16:creationId xmlns:a16="http://schemas.microsoft.com/office/drawing/2014/main" id="{B59F328B-78B5-C37F-934E-6C44B12C5EDF}"/>
              </a:ext>
            </a:extLst>
          </p:cNvPr>
          <p:cNvGrpSpPr/>
          <p:nvPr/>
        </p:nvGrpSpPr>
        <p:grpSpPr>
          <a:xfrm>
            <a:off x="6806820" y="1439254"/>
            <a:ext cx="3030369" cy="1274631"/>
            <a:chOff x="7334152" y="981892"/>
            <a:chExt cx="3030369" cy="1274631"/>
          </a:xfrm>
        </p:grpSpPr>
        <p:sp>
          <p:nvSpPr>
            <p:cNvPr id="11" name="Rounded Rectangle 10">
              <a:extLst>
                <a:ext uri="{FF2B5EF4-FFF2-40B4-BE49-F238E27FC236}">
                  <a16:creationId xmlns:a16="http://schemas.microsoft.com/office/drawing/2014/main" id="{531D3853-39F8-9F84-5499-ABF09CC3B6FB}"/>
                </a:ext>
              </a:extLst>
            </p:cNvPr>
            <p:cNvSpPr/>
            <p:nvPr/>
          </p:nvSpPr>
          <p:spPr>
            <a:xfrm>
              <a:off x="7433567" y="981892"/>
              <a:ext cx="2930954" cy="127463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Title Text</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τίτλος στα εξώφυλλα είναι πάντα </a:t>
              </a:r>
              <a:r>
                <a:rPr lang="en-US" sz="800">
                  <a:solidFill>
                    <a:schemeClr val="bg1">
                      <a:lumMod val="95000"/>
                    </a:schemeClr>
                  </a:solidFill>
                  <a:latin typeface="Aptos" panose="020B0004020202020204" pitchFamily="34" charset="0"/>
                </a:rPr>
                <a:t>Aptos Regular </a:t>
              </a:r>
              <a:r>
                <a:rPr lang="el-GR" sz="800">
                  <a:solidFill>
                    <a:schemeClr val="bg1">
                      <a:lumMod val="95000"/>
                    </a:schemeClr>
                  </a:solidFill>
                  <a:latin typeface="Aptos" panose="020B0004020202020204" pitchFamily="34" charset="0"/>
                </a:rPr>
                <a:t>48</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line space: multiple 0,9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White</a:t>
              </a:r>
              <a:r>
                <a:rPr lang="el-GR" sz="800">
                  <a:solidFill>
                    <a:schemeClr val="bg1">
                      <a:lumMod val="95000"/>
                    </a:schemeClr>
                  </a:solidFill>
                  <a:latin typeface="Aptos" panose="020B0004020202020204" pitchFamily="34" charset="0"/>
                </a:rPr>
                <a:t>.</a:t>
              </a:r>
            </a:p>
            <a:p>
              <a:pPr>
                <a:lnSpc>
                  <a:spcPct val="110000"/>
                </a:lnSpc>
                <a:spcBef>
                  <a:spcPts val="900"/>
                </a:spcBef>
              </a:pPr>
              <a:r>
                <a:rPr lang="en-US" sz="800">
                  <a:solidFill>
                    <a:schemeClr val="bg1">
                      <a:lumMod val="95000"/>
                    </a:schemeClr>
                  </a:solidFill>
                  <a:latin typeface="Aptos" panose="020B0004020202020204" pitchFamily="34" charset="0"/>
                </a:rPr>
                <a:t>The title on the covers is always Aptos Regular 48pt, line space: multiple 0.9 and color White.</a:t>
              </a:r>
              <a:r>
                <a:rPr lang="el-GR" sz="800">
                  <a:solidFill>
                    <a:schemeClr val="bg1">
                      <a:lumMod val="95000"/>
                    </a:schemeClr>
                  </a:solidFill>
                  <a:latin typeface="Aptos" panose="020B0004020202020204" pitchFamily="34" charset="0"/>
                </a:rPr>
                <a:t> </a:t>
              </a:r>
              <a:endParaRPr lang="en-GR" sz="800">
                <a:solidFill>
                  <a:schemeClr val="bg1">
                    <a:lumMod val="95000"/>
                  </a:schemeClr>
                </a:solidFill>
                <a:latin typeface="Aptos" panose="020B0004020202020204" pitchFamily="34" charset="0"/>
              </a:endParaRPr>
            </a:p>
          </p:txBody>
        </p:sp>
        <p:sp>
          <p:nvSpPr>
            <p:cNvPr id="12" name="Triangle 11">
              <a:extLst>
                <a:ext uri="{FF2B5EF4-FFF2-40B4-BE49-F238E27FC236}">
                  <a16:creationId xmlns:a16="http://schemas.microsoft.com/office/drawing/2014/main" id="{1374EE57-4FDA-2214-BFF8-21BE2DD8FFE7}"/>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3780325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Placeholder 23">
            <a:extLst>
              <a:ext uri="{FF2B5EF4-FFF2-40B4-BE49-F238E27FC236}">
                <a16:creationId xmlns:a16="http://schemas.microsoft.com/office/drawing/2014/main" id="{6038C3EE-837C-9F32-75D2-07D1FAC61809}"/>
              </a:ext>
            </a:extLst>
          </p:cNvPr>
          <p:cNvSpPr>
            <a:spLocks noGrp="1"/>
          </p:cNvSpPr>
          <p:nvPr>
            <p:ph type="body" sz="quarter" idx="14"/>
          </p:nvPr>
        </p:nvSpPr>
        <p:spPr>
          <a:xfrm>
            <a:off x="342030" y="1268760"/>
            <a:ext cx="7190704" cy="1426160"/>
          </a:xfrm>
        </p:spPr>
        <p:txBody>
          <a:bodyPr wrap="square" lIns="0" rIns="0" anchor="t" anchorCtr="0">
            <a:normAutofit/>
          </a:bodyPr>
          <a:lstStyle/>
          <a:p>
            <a:r>
              <a:rPr lang="en-GB"/>
              <a:t>Placeholder text here may  continue on two lines</a:t>
            </a:r>
            <a:endParaRPr lang="en-GR"/>
          </a:p>
        </p:txBody>
      </p:sp>
      <p:sp>
        <p:nvSpPr>
          <p:cNvPr id="25" name="Text Placeholder 24">
            <a:extLst>
              <a:ext uri="{FF2B5EF4-FFF2-40B4-BE49-F238E27FC236}">
                <a16:creationId xmlns:a16="http://schemas.microsoft.com/office/drawing/2014/main" id="{8AF2A557-9510-2567-9D56-459F0E6EA981}"/>
              </a:ext>
            </a:extLst>
          </p:cNvPr>
          <p:cNvSpPr>
            <a:spLocks noGrp="1"/>
          </p:cNvSpPr>
          <p:nvPr>
            <p:ph type="body" sz="quarter" idx="16"/>
          </p:nvPr>
        </p:nvSpPr>
        <p:spPr>
          <a:xfrm>
            <a:off x="342030" y="4190755"/>
            <a:ext cx="7190705" cy="315343"/>
          </a:xfrm>
        </p:spPr>
        <p:txBody>
          <a:bodyPr>
            <a:normAutofit/>
          </a:bodyPr>
          <a:lstStyle/>
          <a:p>
            <a:r>
              <a:rPr lang="en-GB"/>
              <a:t>Meeting Location/Description</a:t>
            </a:r>
          </a:p>
        </p:txBody>
      </p:sp>
      <p:sp>
        <p:nvSpPr>
          <p:cNvPr id="26" name="Text Placeholder 25">
            <a:extLst>
              <a:ext uri="{FF2B5EF4-FFF2-40B4-BE49-F238E27FC236}">
                <a16:creationId xmlns:a16="http://schemas.microsoft.com/office/drawing/2014/main" id="{8667B458-0ED4-82E5-7CDC-1C92D46E21A9}"/>
              </a:ext>
            </a:extLst>
          </p:cNvPr>
          <p:cNvSpPr>
            <a:spLocks noGrp="1"/>
          </p:cNvSpPr>
          <p:nvPr>
            <p:ph type="body" sz="quarter" idx="17"/>
          </p:nvPr>
        </p:nvSpPr>
        <p:spPr>
          <a:xfrm>
            <a:off x="342030" y="4540235"/>
            <a:ext cx="7190705" cy="315343"/>
          </a:xfrm>
        </p:spPr>
        <p:txBody>
          <a:bodyPr>
            <a:normAutofit/>
          </a:bodyPr>
          <a:lstStyle/>
          <a:p>
            <a:pPr lvl="0"/>
            <a:r>
              <a:rPr lang="en-GB"/>
              <a:t>DD/MM/YYYY</a:t>
            </a:r>
          </a:p>
        </p:txBody>
      </p:sp>
      <p:sp>
        <p:nvSpPr>
          <p:cNvPr id="27" name="Text Placeholder 26">
            <a:extLst>
              <a:ext uri="{FF2B5EF4-FFF2-40B4-BE49-F238E27FC236}">
                <a16:creationId xmlns:a16="http://schemas.microsoft.com/office/drawing/2014/main" id="{8646A4EB-E5A4-05AA-CA58-B37975BDB697}"/>
              </a:ext>
            </a:extLst>
          </p:cNvPr>
          <p:cNvSpPr>
            <a:spLocks noGrp="1"/>
          </p:cNvSpPr>
          <p:nvPr>
            <p:ph type="body" sz="quarter" idx="18"/>
          </p:nvPr>
        </p:nvSpPr>
        <p:spPr>
          <a:xfrm>
            <a:off x="341984" y="2654300"/>
            <a:ext cx="7190704" cy="1316038"/>
          </a:xfrm>
        </p:spPr>
        <p:txBody>
          <a:bodyPr>
            <a:normAutofit/>
          </a:bodyPr>
          <a:lstStyle/>
          <a:p>
            <a:r>
              <a:rPr lang="en-US"/>
              <a:t>Subtitle text</a:t>
            </a:r>
            <a:endParaRPr lang="en-GB"/>
          </a:p>
        </p:txBody>
      </p:sp>
      <p:grpSp>
        <p:nvGrpSpPr>
          <p:cNvPr id="2" name="Group 1">
            <a:extLst>
              <a:ext uri="{FF2B5EF4-FFF2-40B4-BE49-F238E27FC236}">
                <a16:creationId xmlns:a16="http://schemas.microsoft.com/office/drawing/2014/main" id="{3EF5878E-89FF-5299-C634-25A0EF0B0C02}"/>
              </a:ext>
            </a:extLst>
          </p:cNvPr>
          <p:cNvGrpSpPr/>
          <p:nvPr/>
        </p:nvGrpSpPr>
        <p:grpSpPr>
          <a:xfrm>
            <a:off x="2348915" y="2551708"/>
            <a:ext cx="2930954" cy="1639049"/>
            <a:chOff x="2723823" y="3484640"/>
            <a:chExt cx="2930954" cy="1639049"/>
          </a:xfrm>
        </p:grpSpPr>
        <p:sp>
          <p:nvSpPr>
            <p:cNvPr id="3" name="Rounded Rectangle 2">
              <a:extLst>
                <a:ext uri="{FF2B5EF4-FFF2-40B4-BE49-F238E27FC236}">
                  <a16:creationId xmlns:a16="http://schemas.microsoft.com/office/drawing/2014/main" id="{77DFB699-E487-5F66-7F7B-289A39875C94}"/>
                </a:ext>
              </a:extLst>
            </p:cNvPr>
            <p:cNvSpPr/>
            <p:nvPr/>
          </p:nvSpPr>
          <p:spPr>
            <a:xfrm>
              <a:off x="2723823" y="3484640"/>
              <a:ext cx="2930954" cy="1555619"/>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Location / Date</a:t>
              </a:r>
              <a:endParaRPr lang="en-US" sz="8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Σε όλους του υπότιτλους που αφορούν το </a:t>
              </a:r>
              <a:r>
                <a:rPr lang="en-US" sz="800">
                  <a:solidFill>
                    <a:schemeClr val="bg1">
                      <a:lumMod val="95000"/>
                    </a:schemeClr>
                  </a:solidFill>
                  <a:latin typeface="Aptos" panose="020B0004020202020204" pitchFamily="34" charset="0"/>
                </a:rPr>
                <a:t>Location/Date </a:t>
              </a:r>
              <a:r>
                <a:rPr lang="el-GR" sz="800">
                  <a:solidFill>
                    <a:schemeClr val="bg1">
                      <a:lumMod val="95000"/>
                    </a:schemeClr>
                  </a:solidFill>
                  <a:latin typeface="Aptos" panose="020B0004020202020204" pitchFamily="34" charset="0"/>
                </a:rPr>
                <a:t>η γραμματοσειρά είναι πάντα </a:t>
              </a:r>
              <a:r>
                <a:rPr lang="en-US" sz="800">
                  <a:solidFill>
                    <a:schemeClr val="bg1">
                      <a:lumMod val="95000"/>
                    </a:schemeClr>
                  </a:solidFill>
                  <a:latin typeface="Aptos" panose="020B0004020202020204" pitchFamily="34" charset="0"/>
                </a:rPr>
                <a:t>Aptos Regular </a:t>
              </a:r>
              <a:r>
                <a:rPr lang="el-GR" sz="800">
                  <a:solidFill>
                    <a:schemeClr val="bg1">
                      <a:lumMod val="95000"/>
                    </a:schemeClr>
                  </a:solidFill>
                  <a:latin typeface="Aptos" panose="020B0004020202020204" pitchFamily="34" charset="0"/>
                </a:rPr>
                <a:t>16</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line space: multiple 0,9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White</a:t>
              </a:r>
              <a:r>
                <a:rPr lang="el-GR" sz="800">
                  <a:solidFill>
                    <a:schemeClr val="bg1">
                      <a:lumMod val="95000"/>
                    </a:schemeClr>
                  </a:solidFill>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For all subtitles related to Location/Date, the font is always Aptos Regular 16pt, line space: multiple 0.9 and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White.</a:t>
              </a:r>
              <a:endParaRPr lang="en-GB" sz="800">
                <a:solidFill>
                  <a:srgbClr val="000000"/>
                </a:solidFill>
                <a:latin typeface="Söhne"/>
              </a:endParaRPr>
            </a:p>
          </p:txBody>
        </p:sp>
        <p:sp>
          <p:nvSpPr>
            <p:cNvPr id="4" name="Triangle 3">
              <a:extLst>
                <a:ext uri="{FF2B5EF4-FFF2-40B4-BE49-F238E27FC236}">
                  <a16:creationId xmlns:a16="http://schemas.microsoft.com/office/drawing/2014/main" id="{6DC61E87-7D92-48FD-7901-F8FE9490DD77}"/>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828968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453954C7-C85A-E92D-89B5-FC9DC0A9A7BE}"/>
              </a:ext>
            </a:extLst>
          </p:cNvPr>
          <p:cNvSpPr>
            <a:spLocks noGrp="1"/>
          </p:cNvSpPr>
          <p:nvPr>
            <p:ph type="body" sz="quarter" idx="14"/>
          </p:nvPr>
        </p:nvSpPr>
        <p:spPr/>
        <p:txBody>
          <a:bodyPr wrap="square" lIns="0" rIns="0" anchor="t" anchorCtr="0">
            <a:spAutoFit/>
          </a:bodyPr>
          <a:lstStyle/>
          <a:p>
            <a:r>
              <a:rPr lang="en-GB"/>
              <a:t>Placeholder text here may  continue on two lines</a:t>
            </a:r>
            <a:endParaRPr lang="en-GR"/>
          </a:p>
        </p:txBody>
      </p:sp>
      <p:sp>
        <p:nvSpPr>
          <p:cNvPr id="21" name="Text Placeholder 20">
            <a:extLst>
              <a:ext uri="{FF2B5EF4-FFF2-40B4-BE49-F238E27FC236}">
                <a16:creationId xmlns:a16="http://schemas.microsoft.com/office/drawing/2014/main" id="{E0902127-D68D-C90E-AE57-D8A5142A1790}"/>
              </a:ext>
            </a:extLst>
          </p:cNvPr>
          <p:cNvSpPr>
            <a:spLocks noGrp="1"/>
          </p:cNvSpPr>
          <p:nvPr>
            <p:ph type="body" sz="quarter" idx="16"/>
          </p:nvPr>
        </p:nvSpPr>
        <p:spPr/>
        <p:txBody>
          <a:bodyPr>
            <a:normAutofit/>
          </a:bodyPr>
          <a:lstStyle/>
          <a:p>
            <a:r>
              <a:rPr lang="en-GB"/>
              <a:t>Meeting Location/Description</a:t>
            </a:r>
          </a:p>
        </p:txBody>
      </p:sp>
      <p:sp>
        <p:nvSpPr>
          <p:cNvPr id="22" name="Text Placeholder 21">
            <a:extLst>
              <a:ext uri="{FF2B5EF4-FFF2-40B4-BE49-F238E27FC236}">
                <a16:creationId xmlns:a16="http://schemas.microsoft.com/office/drawing/2014/main" id="{E90801FD-12C1-291D-11FD-73659DB6DA22}"/>
              </a:ext>
            </a:extLst>
          </p:cNvPr>
          <p:cNvSpPr>
            <a:spLocks noGrp="1"/>
          </p:cNvSpPr>
          <p:nvPr>
            <p:ph type="body" sz="quarter" idx="17"/>
          </p:nvPr>
        </p:nvSpPr>
        <p:spPr/>
        <p:txBody>
          <a:bodyPr>
            <a:normAutofit/>
          </a:bodyPr>
          <a:lstStyle/>
          <a:p>
            <a:pPr lvl="0"/>
            <a:r>
              <a:rPr lang="en-GB"/>
              <a:t>DD/MM/YYYY</a:t>
            </a:r>
          </a:p>
        </p:txBody>
      </p:sp>
      <p:sp>
        <p:nvSpPr>
          <p:cNvPr id="23" name="Text Placeholder 22">
            <a:extLst>
              <a:ext uri="{FF2B5EF4-FFF2-40B4-BE49-F238E27FC236}">
                <a16:creationId xmlns:a16="http://schemas.microsoft.com/office/drawing/2014/main" id="{A9683C25-05A9-65AF-6E6F-229EC1C671F1}"/>
              </a:ext>
            </a:extLst>
          </p:cNvPr>
          <p:cNvSpPr>
            <a:spLocks noGrp="1"/>
          </p:cNvSpPr>
          <p:nvPr>
            <p:ph type="body" sz="quarter" idx="18"/>
          </p:nvPr>
        </p:nvSpPr>
        <p:spPr/>
        <p:txBody>
          <a:bodyPr>
            <a:normAutofit/>
          </a:bodyPr>
          <a:lstStyle/>
          <a:p>
            <a:r>
              <a:rPr lang="en-US"/>
              <a:t>Subtitle text</a:t>
            </a:r>
            <a:endParaRPr lang="en-GB"/>
          </a:p>
        </p:txBody>
      </p:sp>
    </p:spTree>
    <p:extLst>
      <p:ext uri="{BB962C8B-B14F-4D97-AF65-F5344CB8AC3E}">
        <p14:creationId xmlns:p14="http://schemas.microsoft.com/office/powerpoint/2010/main" val="3572351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6638266E-192F-7792-6902-93D411BD7FF3}"/>
              </a:ext>
            </a:extLst>
          </p:cNvPr>
          <p:cNvSpPr>
            <a:spLocks noGrp="1"/>
          </p:cNvSpPr>
          <p:nvPr>
            <p:ph type="body" sz="quarter" idx="14"/>
          </p:nvPr>
        </p:nvSpPr>
        <p:spPr/>
        <p:txBody>
          <a:bodyPr wrap="square" lIns="0" rIns="0" anchor="t" anchorCtr="0">
            <a:spAutoFit/>
          </a:bodyPr>
          <a:lstStyle/>
          <a:p>
            <a:r>
              <a:rPr lang="en-GB"/>
              <a:t>Placeholder text here may  continue on two lines</a:t>
            </a:r>
            <a:endParaRPr lang="en-GR"/>
          </a:p>
        </p:txBody>
      </p:sp>
      <p:sp>
        <p:nvSpPr>
          <p:cNvPr id="21" name="Text Placeholder 20">
            <a:extLst>
              <a:ext uri="{FF2B5EF4-FFF2-40B4-BE49-F238E27FC236}">
                <a16:creationId xmlns:a16="http://schemas.microsoft.com/office/drawing/2014/main" id="{D235053F-6447-C313-2791-9D61193A4A1D}"/>
              </a:ext>
            </a:extLst>
          </p:cNvPr>
          <p:cNvSpPr>
            <a:spLocks noGrp="1"/>
          </p:cNvSpPr>
          <p:nvPr>
            <p:ph type="body" sz="quarter" idx="16"/>
          </p:nvPr>
        </p:nvSpPr>
        <p:spPr/>
        <p:txBody>
          <a:bodyPr>
            <a:normAutofit/>
          </a:bodyPr>
          <a:lstStyle/>
          <a:p>
            <a:r>
              <a:rPr lang="en-GB"/>
              <a:t>Meeting Location/Description</a:t>
            </a:r>
          </a:p>
        </p:txBody>
      </p:sp>
      <p:sp>
        <p:nvSpPr>
          <p:cNvPr id="22" name="Text Placeholder 21">
            <a:extLst>
              <a:ext uri="{FF2B5EF4-FFF2-40B4-BE49-F238E27FC236}">
                <a16:creationId xmlns:a16="http://schemas.microsoft.com/office/drawing/2014/main" id="{58402F5D-E6AA-5C56-E2D4-ABA39943C4CA}"/>
              </a:ext>
            </a:extLst>
          </p:cNvPr>
          <p:cNvSpPr>
            <a:spLocks noGrp="1"/>
          </p:cNvSpPr>
          <p:nvPr>
            <p:ph type="body" sz="quarter" idx="17"/>
          </p:nvPr>
        </p:nvSpPr>
        <p:spPr/>
        <p:txBody>
          <a:bodyPr>
            <a:normAutofit/>
          </a:bodyPr>
          <a:lstStyle/>
          <a:p>
            <a:pPr lvl="0"/>
            <a:r>
              <a:rPr lang="en-GB"/>
              <a:t>DD/MM/YYYY</a:t>
            </a:r>
          </a:p>
        </p:txBody>
      </p:sp>
      <p:sp>
        <p:nvSpPr>
          <p:cNvPr id="23" name="Text Placeholder 22">
            <a:extLst>
              <a:ext uri="{FF2B5EF4-FFF2-40B4-BE49-F238E27FC236}">
                <a16:creationId xmlns:a16="http://schemas.microsoft.com/office/drawing/2014/main" id="{ADE4CD68-D82A-608D-A640-BCA0511F6A5B}"/>
              </a:ext>
            </a:extLst>
          </p:cNvPr>
          <p:cNvSpPr>
            <a:spLocks noGrp="1"/>
          </p:cNvSpPr>
          <p:nvPr>
            <p:ph type="body" sz="quarter" idx="18"/>
          </p:nvPr>
        </p:nvSpPr>
        <p:spPr/>
        <p:txBody>
          <a:bodyPr>
            <a:normAutofit/>
          </a:bodyPr>
          <a:lstStyle/>
          <a:p>
            <a:r>
              <a:rPr lang="en-US"/>
              <a:t>Subtitle text</a:t>
            </a:r>
            <a:endParaRPr lang="en-GB"/>
          </a:p>
        </p:txBody>
      </p:sp>
    </p:spTree>
    <p:extLst>
      <p:ext uri="{BB962C8B-B14F-4D97-AF65-F5344CB8AC3E}">
        <p14:creationId xmlns:p14="http://schemas.microsoft.com/office/powerpoint/2010/main" val="22859618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310D6D8-D381-78CE-B5F0-5A48929BF038}"/>
              </a:ext>
            </a:extLst>
          </p:cNvPr>
          <p:cNvSpPr>
            <a:spLocks noGrp="1"/>
          </p:cNvSpPr>
          <p:nvPr>
            <p:ph type="body" sz="quarter" idx="14"/>
          </p:nvPr>
        </p:nvSpPr>
        <p:spPr/>
        <p:txBody>
          <a:bodyPr wrap="square" lIns="0" rIns="0" anchor="t" anchorCtr="0">
            <a:spAutoFit/>
          </a:bodyPr>
          <a:lstStyle/>
          <a:p>
            <a:r>
              <a:rPr lang="en-GB"/>
              <a:t>Placeholder text here may  continue on two lines</a:t>
            </a:r>
            <a:endParaRPr lang="en-GR"/>
          </a:p>
        </p:txBody>
      </p:sp>
      <p:sp>
        <p:nvSpPr>
          <p:cNvPr id="21" name="Text Placeholder 20">
            <a:extLst>
              <a:ext uri="{FF2B5EF4-FFF2-40B4-BE49-F238E27FC236}">
                <a16:creationId xmlns:a16="http://schemas.microsoft.com/office/drawing/2014/main" id="{CB4D2987-3CF7-63EC-7771-1A9249A0EC1A}"/>
              </a:ext>
            </a:extLst>
          </p:cNvPr>
          <p:cNvSpPr>
            <a:spLocks noGrp="1"/>
          </p:cNvSpPr>
          <p:nvPr>
            <p:ph type="body" sz="quarter" idx="16"/>
          </p:nvPr>
        </p:nvSpPr>
        <p:spPr/>
        <p:txBody>
          <a:bodyPr>
            <a:normAutofit/>
          </a:bodyPr>
          <a:lstStyle/>
          <a:p>
            <a:r>
              <a:rPr lang="en-GB"/>
              <a:t>Meeting Location/Description</a:t>
            </a:r>
          </a:p>
        </p:txBody>
      </p:sp>
      <p:sp>
        <p:nvSpPr>
          <p:cNvPr id="22" name="Text Placeholder 21">
            <a:extLst>
              <a:ext uri="{FF2B5EF4-FFF2-40B4-BE49-F238E27FC236}">
                <a16:creationId xmlns:a16="http://schemas.microsoft.com/office/drawing/2014/main" id="{B254034B-424A-EF09-83A7-A0CB9D01B578}"/>
              </a:ext>
            </a:extLst>
          </p:cNvPr>
          <p:cNvSpPr>
            <a:spLocks noGrp="1"/>
          </p:cNvSpPr>
          <p:nvPr>
            <p:ph type="body" sz="quarter" idx="17"/>
          </p:nvPr>
        </p:nvSpPr>
        <p:spPr/>
        <p:txBody>
          <a:bodyPr>
            <a:normAutofit/>
          </a:bodyPr>
          <a:lstStyle/>
          <a:p>
            <a:pPr lvl="0"/>
            <a:r>
              <a:rPr lang="en-GB"/>
              <a:t>DD/MM/YYYY</a:t>
            </a:r>
          </a:p>
        </p:txBody>
      </p:sp>
      <p:sp>
        <p:nvSpPr>
          <p:cNvPr id="23" name="Text Placeholder 22">
            <a:extLst>
              <a:ext uri="{FF2B5EF4-FFF2-40B4-BE49-F238E27FC236}">
                <a16:creationId xmlns:a16="http://schemas.microsoft.com/office/drawing/2014/main" id="{32EE4E02-1AD8-B38D-86C7-F9EC1BD4AA41}"/>
              </a:ext>
            </a:extLst>
          </p:cNvPr>
          <p:cNvSpPr>
            <a:spLocks noGrp="1"/>
          </p:cNvSpPr>
          <p:nvPr>
            <p:ph type="body" sz="quarter" idx="18"/>
          </p:nvPr>
        </p:nvSpPr>
        <p:spPr/>
        <p:txBody>
          <a:bodyPr>
            <a:normAutofit/>
          </a:bodyPr>
          <a:lstStyle/>
          <a:p>
            <a:r>
              <a:rPr lang="en-US"/>
              <a:t>Subtitle text</a:t>
            </a:r>
            <a:endParaRPr lang="en-GB"/>
          </a:p>
        </p:txBody>
      </p:sp>
    </p:spTree>
    <p:extLst>
      <p:ext uri="{BB962C8B-B14F-4D97-AF65-F5344CB8AC3E}">
        <p14:creationId xmlns:p14="http://schemas.microsoft.com/office/powerpoint/2010/main" val="3251970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8249332A-9E37-DD1C-53EC-D821CAFED65E}"/>
              </a:ext>
            </a:extLst>
          </p:cNvPr>
          <p:cNvSpPr>
            <a:spLocks noGrp="1"/>
          </p:cNvSpPr>
          <p:nvPr>
            <p:ph type="body" sz="quarter" idx="14"/>
          </p:nvPr>
        </p:nvSpPr>
        <p:spPr/>
        <p:txBody>
          <a:bodyPr wrap="square" lIns="0" rIns="0" anchor="t" anchorCtr="0">
            <a:spAutoFit/>
          </a:bodyPr>
          <a:lstStyle/>
          <a:p>
            <a:r>
              <a:rPr lang="en-GB"/>
              <a:t>Placeholder text here may  continue on two lines</a:t>
            </a:r>
            <a:endParaRPr lang="en-GR"/>
          </a:p>
        </p:txBody>
      </p:sp>
      <p:sp>
        <p:nvSpPr>
          <p:cNvPr id="21" name="Text Placeholder 20">
            <a:extLst>
              <a:ext uri="{FF2B5EF4-FFF2-40B4-BE49-F238E27FC236}">
                <a16:creationId xmlns:a16="http://schemas.microsoft.com/office/drawing/2014/main" id="{98630C46-3CA3-68F0-F58D-64C05774F6F3}"/>
              </a:ext>
            </a:extLst>
          </p:cNvPr>
          <p:cNvSpPr>
            <a:spLocks noGrp="1"/>
          </p:cNvSpPr>
          <p:nvPr>
            <p:ph type="body" sz="quarter" idx="16"/>
          </p:nvPr>
        </p:nvSpPr>
        <p:spPr/>
        <p:txBody>
          <a:bodyPr>
            <a:normAutofit/>
          </a:bodyPr>
          <a:lstStyle/>
          <a:p>
            <a:r>
              <a:rPr lang="en-GB"/>
              <a:t>Meeting Location/Description</a:t>
            </a:r>
          </a:p>
        </p:txBody>
      </p:sp>
      <p:sp>
        <p:nvSpPr>
          <p:cNvPr id="22" name="Text Placeholder 21">
            <a:extLst>
              <a:ext uri="{FF2B5EF4-FFF2-40B4-BE49-F238E27FC236}">
                <a16:creationId xmlns:a16="http://schemas.microsoft.com/office/drawing/2014/main" id="{8C582E7F-3239-B635-9350-93C606918015}"/>
              </a:ext>
            </a:extLst>
          </p:cNvPr>
          <p:cNvSpPr>
            <a:spLocks noGrp="1"/>
          </p:cNvSpPr>
          <p:nvPr>
            <p:ph type="body" sz="quarter" idx="17"/>
          </p:nvPr>
        </p:nvSpPr>
        <p:spPr/>
        <p:txBody>
          <a:bodyPr>
            <a:normAutofit/>
          </a:bodyPr>
          <a:lstStyle/>
          <a:p>
            <a:pPr lvl="0"/>
            <a:r>
              <a:rPr lang="en-GB"/>
              <a:t>DD/MM/YYYY</a:t>
            </a:r>
          </a:p>
        </p:txBody>
      </p:sp>
      <p:sp>
        <p:nvSpPr>
          <p:cNvPr id="23" name="Text Placeholder 22">
            <a:extLst>
              <a:ext uri="{FF2B5EF4-FFF2-40B4-BE49-F238E27FC236}">
                <a16:creationId xmlns:a16="http://schemas.microsoft.com/office/drawing/2014/main" id="{7FF5EBA3-A111-B57A-D488-80BA035CADB7}"/>
              </a:ext>
            </a:extLst>
          </p:cNvPr>
          <p:cNvSpPr>
            <a:spLocks noGrp="1"/>
          </p:cNvSpPr>
          <p:nvPr>
            <p:ph type="body" sz="quarter" idx="18"/>
          </p:nvPr>
        </p:nvSpPr>
        <p:spPr/>
        <p:txBody>
          <a:bodyPr>
            <a:normAutofit/>
          </a:bodyPr>
          <a:lstStyle/>
          <a:p>
            <a:r>
              <a:rPr lang="en-US"/>
              <a:t>Subtitle text</a:t>
            </a:r>
            <a:endParaRPr lang="en-GB"/>
          </a:p>
        </p:txBody>
      </p:sp>
    </p:spTree>
    <p:extLst>
      <p:ext uri="{BB962C8B-B14F-4D97-AF65-F5344CB8AC3E}">
        <p14:creationId xmlns:p14="http://schemas.microsoft.com/office/powerpoint/2010/main" val="19620271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79ACBF7E-A0AF-66BF-8521-96B21B8A3965}"/>
              </a:ext>
            </a:extLst>
          </p:cNvPr>
          <p:cNvSpPr>
            <a:spLocks noGrp="1"/>
          </p:cNvSpPr>
          <p:nvPr>
            <p:ph type="body" sz="quarter" idx="14"/>
          </p:nvPr>
        </p:nvSpPr>
        <p:spPr/>
        <p:txBody>
          <a:bodyPr wrap="square" lIns="0" rIns="0" anchor="t" anchorCtr="0">
            <a:spAutoFit/>
          </a:bodyPr>
          <a:lstStyle/>
          <a:p>
            <a:r>
              <a:rPr lang="en-GB"/>
              <a:t>Placeholder text here may  continue on two lines</a:t>
            </a:r>
            <a:endParaRPr lang="en-GR"/>
          </a:p>
        </p:txBody>
      </p:sp>
      <p:sp>
        <p:nvSpPr>
          <p:cNvPr id="21" name="Text Placeholder 20">
            <a:extLst>
              <a:ext uri="{FF2B5EF4-FFF2-40B4-BE49-F238E27FC236}">
                <a16:creationId xmlns:a16="http://schemas.microsoft.com/office/drawing/2014/main" id="{D2D45084-A8E0-A31E-44A3-C49E07253341}"/>
              </a:ext>
            </a:extLst>
          </p:cNvPr>
          <p:cNvSpPr>
            <a:spLocks noGrp="1"/>
          </p:cNvSpPr>
          <p:nvPr>
            <p:ph type="body" sz="quarter" idx="16"/>
          </p:nvPr>
        </p:nvSpPr>
        <p:spPr/>
        <p:txBody>
          <a:bodyPr>
            <a:normAutofit/>
          </a:bodyPr>
          <a:lstStyle/>
          <a:p>
            <a:r>
              <a:rPr lang="en-GB"/>
              <a:t>Meeting Location/Description</a:t>
            </a:r>
          </a:p>
        </p:txBody>
      </p:sp>
      <p:sp>
        <p:nvSpPr>
          <p:cNvPr id="22" name="Text Placeholder 21">
            <a:extLst>
              <a:ext uri="{FF2B5EF4-FFF2-40B4-BE49-F238E27FC236}">
                <a16:creationId xmlns:a16="http://schemas.microsoft.com/office/drawing/2014/main" id="{AB85E71F-E4BB-A1A0-8483-2D10B299D8E4}"/>
              </a:ext>
            </a:extLst>
          </p:cNvPr>
          <p:cNvSpPr>
            <a:spLocks noGrp="1"/>
          </p:cNvSpPr>
          <p:nvPr>
            <p:ph type="body" sz="quarter" idx="17"/>
          </p:nvPr>
        </p:nvSpPr>
        <p:spPr/>
        <p:txBody>
          <a:bodyPr>
            <a:normAutofit/>
          </a:bodyPr>
          <a:lstStyle/>
          <a:p>
            <a:pPr lvl="0"/>
            <a:r>
              <a:rPr lang="en-GB"/>
              <a:t>DD/MM/YYYY</a:t>
            </a:r>
          </a:p>
        </p:txBody>
      </p:sp>
      <p:sp>
        <p:nvSpPr>
          <p:cNvPr id="23" name="Text Placeholder 22">
            <a:extLst>
              <a:ext uri="{FF2B5EF4-FFF2-40B4-BE49-F238E27FC236}">
                <a16:creationId xmlns:a16="http://schemas.microsoft.com/office/drawing/2014/main" id="{CDBB40CB-519D-0552-B8AB-13291A589E5C}"/>
              </a:ext>
            </a:extLst>
          </p:cNvPr>
          <p:cNvSpPr>
            <a:spLocks noGrp="1"/>
          </p:cNvSpPr>
          <p:nvPr>
            <p:ph type="body" sz="quarter" idx="18"/>
          </p:nvPr>
        </p:nvSpPr>
        <p:spPr/>
        <p:txBody>
          <a:bodyPr>
            <a:normAutofit/>
          </a:bodyPr>
          <a:lstStyle/>
          <a:p>
            <a:r>
              <a:rPr lang="en-US"/>
              <a:t>Subtitle text</a:t>
            </a:r>
            <a:endParaRPr lang="en-GB"/>
          </a:p>
        </p:txBody>
      </p:sp>
    </p:spTree>
    <p:extLst>
      <p:ext uri="{BB962C8B-B14F-4D97-AF65-F5344CB8AC3E}">
        <p14:creationId xmlns:p14="http://schemas.microsoft.com/office/powerpoint/2010/main" val="306761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12814E5-B6C6-3100-FDCD-7FB67D98C74B}"/>
              </a:ext>
            </a:extLst>
          </p:cNvPr>
          <p:cNvSpPr>
            <a:spLocks noGrp="1"/>
          </p:cNvSpPr>
          <p:nvPr>
            <p:ph type="body" sz="quarter" idx="14"/>
          </p:nvPr>
        </p:nvSpPr>
        <p:spPr>
          <a:xfrm>
            <a:off x="342030" y="1268760"/>
            <a:ext cx="7190704" cy="1426160"/>
          </a:xfrm>
        </p:spPr>
        <p:txBody>
          <a:bodyPr/>
          <a:lstStyle/>
          <a:p>
            <a:r>
              <a:rPr lang="en-GB"/>
              <a:t>Placeholder text here may  continue on two lines</a:t>
            </a:r>
            <a:endParaRPr lang="en-GR"/>
          </a:p>
        </p:txBody>
      </p:sp>
      <p:sp>
        <p:nvSpPr>
          <p:cNvPr id="7" name="Text Placeholder 6">
            <a:extLst>
              <a:ext uri="{FF2B5EF4-FFF2-40B4-BE49-F238E27FC236}">
                <a16:creationId xmlns:a16="http://schemas.microsoft.com/office/drawing/2014/main" id="{2FC048EC-CA0B-7769-FA70-AD1209C2F58F}"/>
              </a:ext>
            </a:extLst>
          </p:cNvPr>
          <p:cNvSpPr>
            <a:spLocks noGrp="1"/>
          </p:cNvSpPr>
          <p:nvPr>
            <p:ph type="body" sz="quarter" idx="16"/>
          </p:nvPr>
        </p:nvSpPr>
        <p:spPr>
          <a:xfrm>
            <a:off x="342030" y="4190755"/>
            <a:ext cx="7190705" cy="315343"/>
          </a:xfrm>
        </p:spPr>
        <p:txBody>
          <a:bodyPr/>
          <a:lstStyle/>
          <a:p>
            <a:r>
              <a:rPr lang="en-GB"/>
              <a:t>Meeting Location/Description</a:t>
            </a:r>
          </a:p>
        </p:txBody>
      </p:sp>
      <p:sp>
        <p:nvSpPr>
          <p:cNvPr id="8" name="Text Placeholder 7">
            <a:extLst>
              <a:ext uri="{FF2B5EF4-FFF2-40B4-BE49-F238E27FC236}">
                <a16:creationId xmlns:a16="http://schemas.microsoft.com/office/drawing/2014/main" id="{6110A670-86CF-0842-36CF-F4E389CE1234}"/>
              </a:ext>
            </a:extLst>
          </p:cNvPr>
          <p:cNvSpPr>
            <a:spLocks noGrp="1"/>
          </p:cNvSpPr>
          <p:nvPr>
            <p:ph type="body" sz="quarter" idx="17"/>
          </p:nvPr>
        </p:nvSpPr>
        <p:spPr>
          <a:xfrm>
            <a:off x="342030" y="4540235"/>
            <a:ext cx="7190705" cy="315343"/>
          </a:xfrm>
        </p:spPr>
        <p:txBody>
          <a:bodyPr/>
          <a:lstStyle/>
          <a:p>
            <a:pPr lvl="0"/>
            <a:r>
              <a:rPr lang="en-GB"/>
              <a:t>DD/MM/YYYY</a:t>
            </a:r>
          </a:p>
        </p:txBody>
      </p:sp>
      <p:sp>
        <p:nvSpPr>
          <p:cNvPr id="9" name="Text Placeholder 8">
            <a:extLst>
              <a:ext uri="{FF2B5EF4-FFF2-40B4-BE49-F238E27FC236}">
                <a16:creationId xmlns:a16="http://schemas.microsoft.com/office/drawing/2014/main" id="{32D3AB92-136D-963E-50CF-D3482E5E8ABA}"/>
              </a:ext>
            </a:extLst>
          </p:cNvPr>
          <p:cNvSpPr>
            <a:spLocks noGrp="1"/>
          </p:cNvSpPr>
          <p:nvPr>
            <p:ph type="body" sz="quarter" idx="18"/>
          </p:nvPr>
        </p:nvSpPr>
        <p:spPr/>
        <p:txBody>
          <a:bodyPr/>
          <a:lstStyle/>
          <a:p>
            <a:r>
              <a:rPr lang="en-US"/>
              <a:t>Subtitle text</a:t>
            </a:r>
            <a:endParaRPr lang="en-GB"/>
          </a:p>
        </p:txBody>
      </p:sp>
    </p:spTree>
    <p:extLst>
      <p:ext uri="{BB962C8B-B14F-4D97-AF65-F5344CB8AC3E}">
        <p14:creationId xmlns:p14="http://schemas.microsoft.com/office/powerpoint/2010/main" val="13326477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ED3DAA5-069E-8B18-08A9-3B5F5505E16E}"/>
              </a:ext>
            </a:extLst>
          </p:cNvPr>
          <p:cNvSpPr>
            <a:spLocks noGrp="1"/>
          </p:cNvSpPr>
          <p:nvPr>
            <p:ph type="body" sz="quarter" idx="14"/>
          </p:nvPr>
        </p:nvSpPr>
        <p:spPr>
          <a:xfrm>
            <a:off x="342030" y="1268760"/>
            <a:ext cx="7190704" cy="1426160"/>
          </a:xfrm>
        </p:spPr>
        <p:txBody>
          <a:bodyPr wrap="square" lIns="0" rIns="0" anchor="t" anchorCtr="0">
            <a:spAutoFit/>
          </a:bodyPr>
          <a:lstStyle/>
          <a:p>
            <a:r>
              <a:rPr lang="en-GB"/>
              <a:t>Placeholder text here may  continue on two lines</a:t>
            </a:r>
            <a:endParaRPr lang="en-GR"/>
          </a:p>
        </p:txBody>
      </p:sp>
      <p:sp>
        <p:nvSpPr>
          <p:cNvPr id="3" name="Text Placeholder 2">
            <a:extLst>
              <a:ext uri="{FF2B5EF4-FFF2-40B4-BE49-F238E27FC236}">
                <a16:creationId xmlns:a16="http://schemas.microsoft.com/office/drawing/2014/main" id="{2940CB37-0F95-B392-B4DD-EAA3EC138960}"/>
              </a:ext>
            </a:extLst>
          </p:cNvPr>
          <p:cNvSpPr>
            <a:spLocks noGrp="1"/>
          </p:cNvSpPr>
          <p:nvPr>
            <p:ph type="body" sz="quarter" idx="16"/>
          </p:nvPr>
        </p:nvSpPr>
        <p:spPr>
          <a:xfrm>
            <a:off x="342030" y="4190755"/>
            <a:ext cx="7190705" cy="315343"/>
          </a:xfrm>
        </p:spPr>
        <p:txBody>
          <a:bodyPr>
            <a:normAutofit/>
          </a:bodyPr>
          <a:lstStyle/>
          <a:p>
            <a:r>
              <a:rPr lang="en-GB"/>
              <a:t>Meeting Location/Description</a:t>
            </a:r>
          </a:p>
        </p:txBody>
      </p:sp>
      <p:sp>
        <p:nvSpPr>
          <p:cNvPr id="4" name="Text Placeholder 3">
            <a:extLst>
              <a:ext uri="{FF2B5EF4-FFF2-40B4-BE49-F238E27FC236}">
                <a16:creationId xmlns:a16="http://schemas.microsoft.com/office/drawing/2014/main" id="{C40DBEE5-BEAC-45CF-1221-1304511DF45A}"/>
              </a:ext>
            </a:extLst>
          </p:cNvPr>
          <p:cNvSpPr>
            <a:spLocks noGrp="1"/>
          </p:cNvSpPr>
          <p:nvPr>
            <p:ph type="body" sz="quarter" idx="17"/>
          </p:nvPr>
        </p:nvSpPr>
        <p:spPr>
          <a:xfrm>
            <a:off x="342030" y="4540235"/>
            <a:ext cx="7190705" cy="315343"/>
          </a:xfrm>
        </p:spPr>
        <p:txBody>
          <a:bodyPr>
            <a:normAutofit/>
          </a:bodyPr>
          <a:lstStyle/>
          <a:p>
            <a:pPr lvl="0"/>
            <a:r>
              <a:rPr lang="en-GB"/>
              <a:t>DD/MM/YYYY</a:t>
            </a:r>
          </a:p>
        </p:txBody>
      </p:sp>
      <p:sp>
        <p:nvSpPr>
          <p:cNvPr id="5" name="Text Placeholder 4">
            <a:extLst>
              <a:ext uri="{FF2B5EF4-FFF2-40B4-BE49-F238E27FC236}">
                <a16:creationId xmlns:a16="http://schemas.microsoft.com/office/drawing/2014/main" id="{782D2B89-551A-C883-2CB7-1C145EA98D80}"/>
              </a:ext>
            </a:extLst>
          </p:cNvPr>
          <p:cNvSpPr>
            <a:spLocks noGrp="1"/>
          </p:cNvSpPr>
          <p:nvPr>
            <p:ph type="body" sz="quarter" idx="18"/>
          </p:nvPr>
        </p:nvSpPr>
        <p:spPr/>
        <p:txBody>
          <a:bodyPr>
            <a:normAutofit/>
          </a:bodyPr>
          <a:lstStyle/>
          <a:p>
            <a:r>
              <a:rPr lang="en-US"/>
              <a:t>Subtitle text</a:t>
            </a:r>
            <a:endParaRPr lang="en-GB"/>
          </a:p>
        </p:txBody>
      </p:sp>
      <p:grpSp>
        <p:nvGrpSpPr>
          <p:cNvPr id="6" name="Group 5">
            <a:extLst>
              <a:ext uri="{FF2B5EF4-FFF2-40B4-BE49-F238E27FC236}">
                <a16:creationId xmlns:a16="http://schemas.microsoft.com/office/drawing/2014/main" id="{6B554438-7C5D-209D-21B3-8EEED10E6C81}"/>
              </a:ext>
            </a:extLst>
          </p:cNvPr>
          <p:cNvGrpSpPr/>
          <p:nvPr/>
        </p:nvGrpSpPr>
        <p:grpSpPr>
          <a:xfrm>
            <a:off x="1561559" y="3022173"/>
            <a:ext cx="2930954" cy="1363693"/>
            <a:chOff x="1906569" y="3571257"/>
            <a:chExt cx="2930954" cy="1363693"/>
          </a:xfrm>
        </p:grpSpPr>
        <p:sp>
          <p:nvSpPr>
            <p:cNvPr id="7" name="Rounded Rectangle 6">
              <a:extLst>
                <a:ext uri="{FF2B5EF4-FFF2-40B4-BE49-F238E27FC236}">
                  <a16:creationId xmlns:a16="http://schemas.microsoft.com/office/drawing/2014/main" id="{9737B86F-6DF8-0A1C-AEB3-F410F4229426}"/>
                </a:ext>
              </a:extLst>
            </p:cNvPr>
            <p:cNvSpPr/>
            <p:nvPr/>
          </p:nvSpPr>
          <p:spPr>
            <a:xfrm>
              <a:off x="1906569" y="3660319"/>
              <a:ext cx="2930954" cy="127463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Subtitle Text</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υπότιτλος στα εξώφυλλα είναι πάντα </a:t>
              </a:r>
              <a:r>
                <a:rPr lang="en-US" sz="800">
                  <a:solidFill>
                    <a:schemeClr val="bg1">
                      <a:lumMod val="95000"/>
                    </a:schemeClr>
                  </a:solidFill>
                  <a:latin typeface="Aptos" panose="020B0004020202020204" pitchFamily="34" charset="0"/>
                </a:rPr>
                <a:t>Aptos Regular </a:t>
              </a:r>
              <a:r>
                <a:rPr lang="el-GR" sz="800">
                  <a:solidFill>
                    <a:schemeClr val="bg1">
                      <a:lumMod val="95000"/>
                    </a:schemeClr>
                  </a:solidFill>
                  <a:latin typeface="Aptos" panose="020B0004020202020204" pitchFamily="34" charset="0"/>
                </a:rPr>
                <a:t>28</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line space: multiple 0,9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Teal</a:t>
              </a:r>
              <a:r>
                <a:rPr lang="el-GR" sz="800">
                  <a:solidFill>
                    <a:schemeClr val="bg1">
                      <a:lumMod val="95000"/>
                    </a:schemeClr>
                  </a:solidFill>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The subtitle on the covers is always Aptos Regular 28pt, line space: multiple 0.9 and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Teal.</a:t>
              </a:r>
              <a:endParaRPr lang="en-GR" sz="800">
                <a:solidFill>
                  <a:schemeClr val="bg1">
                    <a:lumMod val="95000"/>
                  </a:schemeClr>
                </a:solidFill>
                <a:latin typeface="Aptos" panose="020B0004020202020204" pitchFamily="34" charset="0"/>
              </a:endParaRPr>
            </a:p>
          </p:txBody>
        </p:sp>
        <p:sp>
          <p:nvSpPr>
            <p:cNvPr id="8" name="Triangle 7">
              <a:extLst>
                <a:ext uri="{FF2B5EF4-FFF2-40B4-BE49-F238E27FC236}">
                  <a16:creationId xmlns:a16="http://schemas.microsoft.com/office/drawing/2014/main" id="{AC6A2D6F-FEF6-7939-A108-5A1CB42DEEE9}"/>
                </a:ext>
              </a:extLst>
            </p:cNvPr>
            <p:cNvSpPr/>
            <p:nvPr/>
          </p:nvSpPr>
          <p:spPr>
            <a:xfrm>
              <a:off x="2230041" y="3571257"/>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9" name="Group 8">
            <a:extLst>
              <a:ext uri="{FF2B5EF4-FFF2-40B4-BE49-F238E27FC236}">
                <a16:creationId xmlns:a16="http://schemas.microsoft.com/office/drawing/2014/main" id="{6F2675B5-FDF7-8E30-93EE-99BCD11CF69C}"/>
              </a:ext>
            </a:extLst>
          </p:cNvPr>
          <p:cNvGrpSpPr/>
          <p:nvPr/>
        </p:nvGrpSpPr>
        <p:grpSpPr>
          <a:xfrm>
            <a:off x="6806820" y="1439254"/>
            <a:ext cx="3030369" cy="1274631"/>
            <a:chOff x="7334152" y="981892"/>
            <a:chExt cx="3030369" cy="1274631"/>
          </a:xfrm>
        </p:grpSpPr>
        <p:sp>
          <p:nvSpPr>
            <p:cNvPr id="10" name="Rounded Rectangle 9">
              <a:extLst>
                <a:ext uri="{FF2B5EF4-FFF2-40B4-BE49-F238E27FC236}">
                  <a16:creationId xmlns:a16="http://schemas.microsoft.com/office/drawing/2014/main" id="{FF9EE967-6525-0AFA-7FC5-7AA3AD704CE5}"/>
                </a:ext>
              </a:extLst>
            </p:cNvPr>
            <p:cNvSpPr/>
            <p:nvPr/>
          </p:nvSpPr>
          <p:spPr>
            <a:xfrm>
              <a:off x="7433567" y="981892"/>
              <a:ext cx="2930954" cy="127463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Title Text</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τίτλος στα εξώφυλλα είναι πάντα </a:t>
              </a:r>
              <a:r>
                <a:rPr lang="en-US" sz="800">
                  <a:solidFill>
                    <a:schemeClr val="bg1">
                      <a:lumMod val="95000"/>
                    </a:schemeClr>
                  </a:solidFill>
                  <a:latin typeface="Aptos" panose="020B0004020202020204" pitchFamily="34" charset="0"/>
                </a:rPr>
                <a:t>Aptos Regular </a:t>
              </a:r>
              <a:r>
                <a:rPr lang="el-GR" sz="800">
                  <a:solidFill>
                    <a:schemeClr val="bg1">
                      <a:lumMod val="95000"/>
                    </a:schemeClr>
                  </a:solidFill>
                  <a:latin typeface="Aptos" panose="020B0004020202020204" pitchFamily="34" charset="0"/>
                </a:rPr>
                <a:t>48</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line space: multiple 0,9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White</a:t>
              </a:r>
              <a:r>
                <a:rPr lang="el-GR" sz="800">
                  <a:solidFill>
                    <a:schemeClr val="bg1">
                      <a:lumMod val="95000"/>
                    </a:schemeClr>
                  </a:solidFill>
                  <a:latin typeface="Aptos" panose="020B0004020202020204" pitchFamily="34" charset="0"/>
                </a:rPr>
                <a:t>.</a:t>
              </a:r>
            </a:p>
            <a:p>
              <a:pPr>
                <a:lnSpc>
                  <a:spcPct val="110000"/>
                </a:lnSpc>
                <a:spcBef>
                  <a:spcPts val="900"/>
                </a:spcBef>
              </a:pPr>
              <a:r>
                <a:rPr lang="en-US" sz="800">
                  <a:solidFill>
                    <a:schemeClr val="bg1">
                      <a:lumMod val="95000"/>
                    </a:schemeClr>
                  </a:solidFill>
                  <a:latin typeface="Aptos" panose="020B0004020202020204" pitchFamily="34" charset="0"/>
                </a:rPr>
                <a:t>The title on the covers is always Aptos Regular 48pt, line space: multiple 0.9 and color White.</a:t>
              </a:r>
              <a:r>
                <a:rPr lang="el-GR" sz="800">
                  <a:solidFill>
                    <a:schemeClr val="bg1">
                      <a:lumMod val="95000"/>
                    </a:schemeClr>
                  </a:solidFill>
                  <a:latin typeface="Aptos" panose="020B0004020202020204" pitchFamily="34" charset="0"/>
                </a:rPr>
                <a:t> </a:t>
              </a:r>
              <a:endParaRPr lang="en-GR" sz="800">
                <a:solidFill>
                  <a:schemeClr val="bg1">
                    <a:lumMod val="95000"/>
                  </a:schemeClr>
                </a:solidFill>
                <a:latin typeface="Aptos" panose="020B0004020202020204" pitchFamily="34" charset="0"/>
              </a:endParaRPr>
            </a:p>
          </p:txBody>
        </p:sp>
        <p:sp>
          <p:nvSpPr>
            <p:cNvPr id="11" name="Triangle 10">
              <a:extLst>
                <a:ext uri="{FF2B5EF4-FFF2-40B4-BE49-F238E27FC236}">
                  <a16:creationId xmlns:a16="http://schemas.microsoft.com/office/drawing/2014/main" id="{CEB8E631-5DC6-68EC-7F6E-DF37559A6E0E}"/>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2245986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E483A74-6BCB-A985-A3DC-B152DD30AD5A}"/>
              </a:ext>
            </a:extLst>
          </p:cNvPr>
          <p:cNvSpPr>
            <a:spLocks noGrp="1"/>
          </p:cNvSpPr>
          <p:nvPr>
            <p:ph type="body" sz="quarter" idx="14"/>
          </p:nvPr>
        </p:nvSpPr>
        <p:spPr>
          <a:xfrm>
            <a:off x="342030" y="1268760"/>
            <a:ext cx="7190704" cy="1426160"/>
          </a:xfrm>
        </p:spPr>
        <p:txBody>
          <a:bodyPr wrap="square" lIns="0" rIns="0" anchor="t" anchorCtr="0">
            <a:spAutoFit/>
          </a:bodyPr>
          <a:lstStyle/>
          <a:p>
            <a:r>
              <a:rPr lang="en-GB"/>
              <a:t>Placeholder text here may  continue on two lines</a:t>
            </a:r>
            <a:endParaRPr lang="en-GR"/>
          </a:p>
        </p:txBody>
      </p:sp>
      <p:sp>
        <p:nvSpPr>
          <p:cNvPr id="3" name="Text Placeholder 2">
            <a:extLst>
              <a:ext uri="{FF2B5EF4-FFF2-40B4-BE49-F238E27FC236}">
                <a16:creationId xmlns:a16="http://schemas.microsoft.com/office/drawing/2014/main" id="{41092124-0DC8-4AFC-8541-4F6C253EE09D}"/>
              </a:ext>
            </a:extLst>
          </p:cNvPr>
          <p:cNvSpPr>
            <a:spLocks noGrp="1"/>
          </p:cNvSpPr>
          <p:nvPr>
            <p:ph type="body" sz="quarter" idx="16"/>
          </p:nvPr>
        </p:nvSpPr>
        <p:spPr>
          <a:xfrm>
            <a:off x="342030" y="4190755"/>
            <a:ext cx="7190705" cy="315343"/>
          </a:xfrm>
        </p:spPr>
        <p:txBody>
          <a:bodyPr>
            <a:normAutofit/>
          </a:bodyPr>
          <a:lstStyle/>
          <a:p>
            <a:r>
              <a:rPr lang="en-GB"/>
              <a:t>Meeting Location/Description</a:t>
            </a:r>
          </a:p>
        </p:txBody>
      </p:sp>
      <p:sp>
        <p:nvSpPr>
          <p:cNvPr id="4" name="Text Placeholder 3">
            <a:extLst>
              <a:ext uri="{FF2B5EF4-FFF2-40B4-BE49-F238E27FC236}">
                <a16:creationId xmlns:a16="http://schemas.microsoft.com/office/drawing/2014/main" id="{313EB260-93E2-3B06-C4C0-005823625D03}"/>
              </a:ext>
            </a:extLst>
          </p:cNvPr>
          <p:cNvSpPr>
            <a:spLocks noGrp="1"/>
          </p:cNvSpPr>
          <p:nvPr>
            <p:ph type="body" sz="quarter" idx="17"/>
          </p:nvPr>
        </p:nvSpPr>
        <p:spPr>
          <a:xfrm>
            <a:off x="342030" y="4540235"/>
            <a:ext cx="7190705" cy="315343"/>
          </a:xfrm>
        </p:spPr>
        <p:txBody>
          <a:bodyPr>
            <a:normAutofit/>
          </a:bodyPr>
          <a:lstStyle/>
          <a:p>
            <a:pPr lvl="0"/>
            <a:r>
              <a:rPr lang="en-GB"/>
              <a:t>DD/MM/YYYY</a:t>
            </a:r>
          </a:p>
        </p:txBody>
      </p:sp>
      <p:sp>
        <p:nvSpPr>
          <p:cNvPr id="5" name="Text Placeholder 4">
            <a:extLst>
              <a:ext uri="{FF2B5EF4-FFF2-40B4-BE49-F238E27FC236}">
                <a16:creationId xmlns:a16="http://schemas.microsoft.com/office/drawing/2014/main" id="{8A4CEC45-4B43-BA57-2C68-F22E562B46C3}"/>
              </a:ext>
            </a:extLst>
          </p:cNvPr>
          <p:cNvSpPr>
            <a:spLocks noGrp="1"/>
          </p:cNvSpPr>
          <p:nvPr>
            <p:ph type="body" sz="quarter" idx="18"/>
          </p:nvPr>
        </p:nvSpPr>
        <p:spPr/>
        <p:txBody>
          <a:bodyPr>
            <a:normAutofit/>
          </a:bodyPr>
          <a:lstStyle/>
          <a:p>
            <a:r>
              <a:rPr lang="en-US"/>
              <a:t>Subtitle text</a:t>
            </a:r>
            <a:endParaRPr lang="en-GB"/>
          </a:p>
        </p:txBody>
      </p:sp>
      <p:grpSp>
        <p:nvGrpSpPr>
          <p:cNvPr id="6" name="Group 5">
            <a:extLst>
              <a:ext uri="{FF2B5EF4-FFF2-40B4-BE49-F238E27FC236}">
                <a16:creationId xmlns:a16="http://schemas.microsoft.com/office/drawing/2014/main" id="{6FACBF26-5559-9D6C-7616-D4E30F180C69}"/>
              </a:ext>
            </a:extLst>
          </p:cNvPr>
          <p:cNvGrpSpPr/>
          <p:nvPr/>
        </p:nvGrpSpPr>
        <p:grpSpPr>
          <a:xfrm>
            <a:off x="2348915" y="2551708"/>
            <a:ext cx="2930954" cy="1639049"/>
            <a:chOff x="2723823" y="3484640"/>
            <a:chExt cx="2930954" cy="1639049"/>
          </a:xfrm>
        </p:grpSpPr>
        <p:sp>
          <p:nvSpPr>
            <p:cNvPr id="7" name="Rounded Rectangle 6">
              <a:extLst>
                <a:ext uri="{FF2B5EF4-FFF2-40B4-BE49-F238E27FC236}">
                  <a16:creationId xmlns:a16="http://schemas.microsoft.com/office/drawing/2014/main" id="{92AD2E80-CF7C-D377-16AC-80D498A239FB}"/>
                </a:ext>
              </a:extLst>
            </p:cNvPr>
            <p:cNvSpPr/>
            <p:nvPr/>
          </p:nvSpPr>
          <p:spPr>
            <a:xfrm>
              <a:off x="2723823" y="3484640"/>
              <a:ext cx="2930954" cy="1555619"/>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Location / Date</a:t>
              </a:r>
              <a:endParaRPr lang="en-US" sz="8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Σε όλους του υπότιτλους που αφορούν το </a:t>
              </a:r>
              <a:r>
                <a:rPr lang="en-US" sz="800">
                  <a:solidFill>
                    <a:schemeClr val="bg1">
                      <a:lumMod val="95000"/>
                    </a:schemeClr>
                  </a:solidFill>
                  <a:latin typeface="Aptos" panose="020B0004020202020204" pitchFamily="34" charset="0"/>
                </a:rPr>
                <a:t>Location/Date </a:t>
              </a:r>
              <a:r>
                <a:rPr lang="el-GR" sz="800">
                  <a:solidFill>
                    <a:schemeClr val="bg1">
                      <a:lumMod val="95000"/>
                    </a:schemeClr>
                  </a:solidFill>
                  <a:latin typeface="Aptos" panose="020B0004020202020204" pitchFamily="34" charset="0"/>
                </a:rPr>
                <a:t>η γραμματοσειρά είναι πάντα </a:t>
              </a:r>
              <a:r>
                <a:rPr lang="en-US" sz="800">
                  <a:solidFill>
                    <a:schemeClr val="bg1">
                      <a:lumMod val="95000"/>
                    </a:schemeClr>
                  </a:solidFill>
                  <a:latin typeface="Aptos" panose="020B0004020202020204" pitchFamily="34" charset="0"/>
                </a:rPr>
                <a:t>Aptos Regular </a:t>
              </a:r>
              <a:r>
                <a:rPr lang="el-GR" sz="800">
                  <a:solidFill>
                    <a:schemeClr val="bg1">
                      <a:lumMod val="95000"/>
                    </a:schemeClr>
                  </a:solidFill>
                  <a:latin typeface="Aptos" panose="020B0004020202020204" pitchFamily="34" charset="0"/>
                </a:rPr>
                <a:t>16</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line space: multiple 0,9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White</a:t>
              </a:r>
              <a:r>
                <a:rPr lang="el-GR" sz="800">
                  <a:solidFill>
                    <a:schemeClr val="bg1">
                      <a:lumMod val="95000"/>
                    </a:schemeClr>
                  </a:solidFill>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For all subtitles related to Location/Date, the font is always Aptos Regular 16pt, line space: multiple 0.9 and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White.</a:t>
              </a:r>
              <a:endParaRPr lang="en-GB" sz="800">
                <a:solidFill>
                  <a:srgbClr val="000000"/>
                </a:solidFill>
                <a:latin typeface="Söhne"/>
              </a:endParaRPr>
            </a:p>
          </p:txBody>
        </p:sp>
        <p:sp>
          <p:nvSpPr>
            <p:cNvPr id="8" name="Triangle 7">
              <a:extLst>
                <a:ext uri="{FF2B5EF4-FFF2-40B4-BE49-F238E27FC236}">
                  <a16:creationId xmlns:a16="http://schemas.microsoft.com/office/drawing/2014/main" id="{83F08305-7501-1F52-A35C-89A2C9BB27AE}"/>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1804941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0DEA2B9-8FCE-1E0F-8400-90B90708F1DB}"/>
              </a:ext>
            </a:extLst>
          </p:cNvPr>
          <p:cNvSpPr>
            <a:spLocks noGrp="1"/>
          </p:cNvSpPr>
          <p:nvPr>
            <p:ph type="body" sz="quarter" idx="14"/>
          </p:nvPr>
        </p:nvSpPr>
        <p:spPr>
          <a:xfrm>
            <a:off x="342030" y="1268760"/>
            <a:ext cx="7190704" cy="1426160"/>
          </a:xfrm>
        </p:spPr>
        <p:txBody>
          <a:bodyPr wrap="square" lIns="0" rIns="0" anchor="t" anchorCtr="0">
            <a:spAutoFit/>
          </a:bodyPr>
          <a:lstStyle/>
          <a:p>
            <a:r>
              <a:rPr lang="en-GB"/>
              <a:t>Placeholder text here may  continue on two lines</a:t>
            </a:r>
            <a:endParaRPr lang="en-GR"/>
          </a:p>
        </p:txBody>
      </p:sp>
      <p:sp>
        <p:nvSpPr>
          <p:cNvPr id="3" name="Text Placeholder 2">
            <a:extLst>
              <a:ext uri="{FF2B5EF4-FFF2-40B4-BE49-F238E27FC236}">
                <a16:creationId xmlns:a16="http://schemas.microsoft.com/office/drawing/2014/main" id="{7757D4A2-535B-1277-431C-AB53C5DAA0F2}"/>
              </a:ext>
            </a:extLst>
          </p:cNvPr>
          <p:cNvSpPr>
            <a:spLocks noGrp="1"/>
          </p:cNvSpPr>
          <p:nvPr>
            <p:ph type="body" sz="quarter" idx="16"/>
          </p:nvPr>
        </p:nvSpPr>
        <p:spPr>
          <a:xfrm>
            <a:off x="342030" y="4190755"/>
            <a:ext cx="7190705" cy="315343"/>
          </a:xfrm>
        </p:spPr>
        <p:txBody>
          <a:bodyPr>
            <a:normAutofit/>
          </a:bodyPr>
          <a:lstStyle/>
          <a:p>
            <a:r>
              <a:rPr lang="en-GB"/>
              <a:t>Meeting Location/Description</a:t>
            </a:r>
          </a:p>
        </p:txBody>
      </p:sp>
      <p:sp>
        <p:nvSpPr>
          <p:cNvPr id="4" name="Text Placeholder 3">
            <a:extLst>
              <a:ext uri="{FF2B5EF4-FFF2-40B4-BE49-F238E27FC236}">
                <a16:creationId xmlns:a16="http://schemas.microsoft.com/office/drawing/2014/main" id="{BB8BA856-E593-2F0D-9EF0-AC4205ADAB37}"/>
              </a:ext>
            </a:extLst>
          </p:cNvPr>
          <p:cNvSpPr>
            <a:spLocks noGrp="1"/>
          </p:cNvSpPr>
          <p:nvPr>
            <p:ph type="body" sz="quarter" idx="17"/>
          </p:nvPr>
        </p:nvSpPr>
        <p:spPr>
          <a:xfrm>
            <a:off x="342030" y="4540235"/>
            <a:ext cx="7190705" cy="315343"/>
          </a:xfrm>
        </p:spPr>
        <p:txBody>
          <a:bodyPr>
            <a:normAutofit/>
          </a:bodyPr>
          <a:lstStyle/>
          <a:p>
            <a:pPr lvl="0"/>
            <a:r>
              <a:rPr lang="en-GB"/>
              <a:t>DD/MM/YYYY</a:t>
            </a:r>
          </a:p>
        </p:txBody>
      </p:sp>
      <p:sp>
        <p:nvSpPr>
          <p:cNvPr id="5" name="Text Placeholder 4">
            <a:extLst>
              <a:ext uri="{FF2B5EF4-FFF2-40B4-BE49-F238E27FC236}">
                <a16:creationId xmlns:a16="http://schemas.microsoft.com/office/drawing/2014/main" id="{03070798-2213-3FAE-2480-23C6D8E28B93}"/>
              </a:ext>
            </a:extLst>
          </p:cNvPr>
          <p:cNvSpPr>
            <a:spLocks noGrp="1"/>
          </p:cNvSpPr>
          <p:nvPr>
            <p:ph type="body" sz="quarter" idx="18"/>
          </p:nvPr>
        </p:nvSpPr>
        <p:spPr/>
        <p:txBody>
          <a:bodyPr>
            <a:normAutofit/>
          </a:bodyPr>
          <a:lstStyle/>
          <a:p>
            <a:r>
              <a:rPr lang="en-US"/>
              <a:t>Subtitle text</a:t>
            </a:r>
            <a:endParaRPr lang="en-GB"/>
          </a:p>
        </p:txBody>
      </p:sp>
    </p:spTree>
    <p:extLst>
      <p:ext uri="{BB962C8B-B14F-4D97-AF65-F5344CB8AC3E}">
        <p14:creationId xmlns:p14="http://schemas.microsoft.com/office/powerpoint/2010/main" val="12917272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D2677D2-F742-7D31-2A1A-90D2F0D05ABD}"/>
              </a:ext>
            </a:extLst>
          </p:cNvPr>
          <p:cNvSpPr>
            <a:spLocks noGrp="1"/>
          </p:cNvSpPr>
          <p:nvPr>
            <p:ph type="body" sz="quarter" idx="14"/>
          </p:nvPr>
        </p:nvSpPr>
        <p:spPr>
          <a:xfrm>
            <a:off x="342030" y="1268760"/>
            <a:ext cx="7190704" cy="1426160"/>
          </a:xfrm>
        </p:spPr>
        <p:txBody>
          <a:bodyPr wrap="square" lIns="0" rIns="0" anchor="t" anchorCtr="0">
            <a:spAutoFit/>
          </a:bodyPr>
          <a:lstStyle/>
          <a:p>
            <a:r>
              <a:rPr lang="en-GB"/>
              <a:t>Placeholder text here may  continue on two lines</a:t>
            </a:r>
            <a:endParaRPr lang="en-GR"/>
          </a:p>
        </p:txBody>
      </p:sp>
      <p:sp>
        <p:nvSpPr>
          <p:cNvPr id="7" name="Text Placeholder 6">
            <a:extLst>
              <a:ext uri="{FF2B5EF4-FFF2-40B4-BE49-F238E27FC236}">
                <a16:creationId xmlns:a16="http://schemas.microsoft.com/office/drawing/2014/main" id="{77A4169E-7A77-FC67-575E-D86891345BD4}"/>
              </a:ext>
            </a:extLst>
          </p:cNvPr>
          <p:cNvSpPr>
            <a:spLocks noGrp="1"/>
          </p:cNvSpPr>
          <p:nvPr>
            <p:ph type="body" sz="quarter" idx="16"/>
          </p:nvPr>
        </p:nvSpPr>
        <p:spPr>
          <a:xfrm>
            <a:off x="342030" y="4190755"/>
            <a:ext cx="7190705" cy="315343"/>
          </a:xfrm>
        </p:spPr>
        <p:txBody>
          <a:bodyPr>
            <a:normAutofit/>
          </a:bodyPr>
          <a:lstStyle/>
          <a:p>
            <a:r>
              <a:rPr lang="en-GB"/>
              <a:t>Meeting Location/Description</a:t>
            </a:r>
          </a:p>
        </p:txBody>
      </p:sp>
      <p:sp>
        <p:nvSpPr>
          <p:cNvPr id="8" name="Text Placeholder 7">
            <a:extLst>
              <a:ext uri="{FF2B5EF4-FFF2-40B4-BE49-F238E27FC236}">
                <a16:creationId xmlns:a16="http://schemas.microsoft.com/office/drawing/2014/main" id="{9366AA3D-1307-9E1D-060F-87C6616B5443}"/>
              </a:ext>
            </a:extLst>
          </p:cNvPr>
          <p:cNvSpPr>
            <a:spLocks noGrp="1"/>
          </p:cNvSpPr>
          <p:nvPr>
            <p:ph type="body" sz="quarter" idx="17"/>
          </p:nvPr>
        </p:nvSpPr>
        <p:spPr>
          <a:xfrm>
            <a:off x="342030" y="4540235"/>
            <a:ext cx="7190705" cy="315343"/>
          </a:xfrm>
        </p:spPr>
        <p:txBody>
          <a:bodyPr>
            <a:normAutofit/>
          </a:bodyPr>
          <a:lstStyle/>
          <a:p>
            <a:pPr lvl="0"/>
            <a:r>
              <a:rPr lang="en-GB"/>
              <a:t>DD/MM/YYYY</a:t>
            </a:r>
          </a:p>
        </p:txBody>
      </p:sp>
      <p:sp>
        <p:nvSpPr>
          <p:cNvPr id="9" name="Text Placeholder 8">
            <a:extLst>
              <a:ext uri="{FF2B5EF4-FFF2-40B4-BE49-F238E27FC236}">
                <a16:creationId xmlns:a16="http://schemas.microsoft.com/office/drawing/2014/main" id="{C9B8007E-4BB3-3ED9-7CC1-6D3B57B8AF23}"/>
              </a:ext>
            </a:extLst>
          </p:cNvPr>
          <p:cNvSpPr>
            <a:spLocks noGrp="1"/>
          </p:cNvSpPr>
          <p:nvPr>
            <p:ph type="body" sz="quarter" idx="18"/>
          </p:nvPr>
        </p:nvSpPr>
        <p:spPr/>
        <p:txBody>
          <a:bodyPr>
            <a:normAutofit/>
          </a:bodyPr>
          <a:lstStyle/>
          <a:p>
            <a:r>
              <a:rPr lang="en-US"/>
              <a:t>Subtitle text</a:t>
            </a:r>
            <a:endParaRPr lang="en-GB"/>
          </a:p>
        </p:txBody>
      </p:sp>
    </p:spTree>
    <p:extLst>
      <p:ext uri="{BB962C8B-B14F-4D97-AF65-F5344CB8AC3E}">
        <p14:creationId xmlns:p14="http://schemas.microsoft.com/office/powerpoint/2010/main" val="476279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7609423-DEF2-43CF-BCB7-3E4FA1F4F0B1}"/>
              </a:ext>
            </a:extLst>
          </p:cNvPr>
          <p:cNvSpPr>
            <a:spLocks noGrp="1"/>
          </p:cNvSpPr>
          <p:nvPr>
            <p:ph type="body" sz="quarter" idx="14"/>
          </p:nvPr>
        </p:nvSpPr>
        <p:spPr>
          <a:xfrm>
            <a:off x="342030" y="1268760"/>
            <a:ext cx="7190704" cy="1426160"/>
          </a:xfrm>
        </p:spPr>
        <p:txBody>
          <a:bodyPr wrap="square" lIns="0" rIns="0" anchor="t" anchorCtr="0">
            <a:spAutoFit/>
          </a:bodyPr>
          <a:lstStyle/>
          <a:p>
            <a:r>
              <a:rPr lang="en-GB"/>
              <a:t>Placeholder text here may  continue on two lines</a:t>
            </a:r>
            <a:endParaRPr lang="en-GR"/>
          </a:p>
        </p:txBody>
      </p:sp>
      <p:sp>
        <p:nvSpPr>
          <p:cNvPr id="3" name="Text Placeholder 2">
            <a:extLst>
              <a:ext uri="{FF2B5EF4-FFF2-40B4-BE49-F238E27FC236}">
                <a16:creationId xmlns:a16="http://schemas.microsoft.com/office/drawing/2014/main" id="{EC41F6B4-D993-77E6-B1A1-DD8C7B7F19A2}"/>
              </a:ext>
            </a:extLst>
          </p:cNvPr>
          <p:cNvSpPr>
            <a:spLocks noGrp="1"/>
          </p:cNvSpPr>
          <p:nvPr>
            <p:ph type="body" sz="quarter" idx="16"/>
          </p:nvPr>
        </p:nvSpPr>
        <p:spPr>
          <a:xfrm>
            <a:off x="342030" y="4190755"/>
            <a:ext cx="7190705" cy="315343"/>
          </a:xfrm>
        </p:spPr>
        <p:txBody>
          <a:bodyPr>
            <a:normAutofit/>
          </a:bodyPr>
          <a:lstStyle/>
          <a:p>
            <a:r>
              <a:rPr lang="en-GB"/>
              <a:t>Meeting Location/Description</a:t>
            </a:r>
          </a:p>
        </p:txBody>
      </p:sp>
      <p:sp>
        <p:nvSpPr>
          <p:cNvPr id="4" name="Text Placeholder 3">
            <a:extLst>
              <a:ext uri="{FF2B5EF4-FFF2-40B4-BE49-F238E27FC236}">
                <a16:creationId xmlns:a16="http://schemas.microsoft.com/office/drawing/2014/main" id="{99A355E7-959C-1902-8F4D-DADFE21AF534}"/>
              </a:ext>
            </a:extLst>
          </p:cNvPr>
          <p:cNvSpPr>
            <a:spLocks noGrp="1"/>
          </p:cNvSpPr>
          <p:nvPr>
            <p:ph type="body" sz="quarter" idx="17"/>
          </p:nvPr>
        </p:nvSpPr>
        <p:spPr>
          <a:xfrm>
            <a:off x="342030" y="4540235"/>
            <a:ext cx="7190705" cy="315343"/>
          </a:xfrm>
        </p:spPr>
        <p:txBody>
          <a:bodyPr>
            <a:normAutofit/>
          </a:bodyPr>
          <a:lstStyle/>
          <a:p>
            <a:pPr lvl="0"/>
            <a:r>
              <a:rPr lang="en-GB"/>
              <a:t>DD/MM/YYYY</a:t>
            </a:r>
          </a:p>
        </p:txBody>
      </p:sp>
      <p:sp>
        <p:nvSpPr>
          <p:cNvPr id="5" name="Text Placeholder 4">
            <a:extLst>
              <a:ext uri="{FF2B5EF4-FFF2-40B4-BE49-F238E27FC236}">
                <a16:creationId xmlns:a16="http://schemas.microsoft.com/office/drawing/2014/main" id="{91DFD1A9-31EA-887F-EE16-1EF9CFB5AAD6}"/>
              </a:ext>
            </a:extLst>
          </p:cNvPr>
          <p:cNvSpPr>
            <a:spLocks noGrp="1"/>
          </p:cNvSpPr>
          <p:nvPr>
            <p:ph type="body" sz="quarter" idx="18"/>
          </p:nvPr>
        </p:nvSpPr>
        <p:spPr/>
        <p:txBody>
          <a:bodyPr>
            <a:normAutofit/>
          </a:bodyPr>
          <a:lstStyle/>
          <a:p>
            <a:r>
              <a:rPr lang="en-US"/>
              <a:t>Subtitle text</a:t>
            </a:r>
            <a:endParaRPr lang="en-GB"/>
          </a:p>
        </p:txBody>
      </p:sp>
    </p:spTree>
    <p:extLst>
      <p:ext uri="{BB962C8B-B14F-4D97-AF65-F5344CB8AC3E}">
        <p14:creationId xmlns:p14="http://schemas.microsoft.com/office/powerpoint/2010/main" val="28662705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951D347-A107-C53C-0771-C3CC52F6A30B}"/>
              </a:ext>
            </a:extLst>
          </p:cNvPr>
          <p:cNvSpPr>
            <a:spLocks noGrp="1"/>
          </p:cNvSpPr>
          <p:nvPr>
            <p:ph type="body" sz="quarter" idx="14"/>
          </p:nvPr>
        </p:nvSpPr>
        <p:spPr>
          <a:xfrm>
            <a:off x="342030" y="1268760"/>
            <a:ext cx="7190704" cy="1426160"/>
          </a:xfrm>
        </p:spPr>
        <p:txBody>
          <a:bodyPr wrap="square" lIns="0" rIns="0" anchor="t" anchorCtr="0">
            <a:spAutoFit/>
          </a:bodyPr>
          <a:lstStyle/>
          <a:p>
            <a:r>
              <a:rPr lang="en-GB"/>
              <a:t>Placeholder text here may  continue on two lines</a:t>
            </a:r>
            <a:endParaRPr lang="en-GR"/>
          </a:p>
        </p:txBody>
      </p:sp>
      <p:sp>
        <p:nvSpPr>
          <p:cNvPr id="3" name="Text Placeholder 2">
            <a:extLst>
              <a:ext uri="{FF2B5EF4-FFF2-40B4-BE49-F238E27FC236}">
                <a16:creationId xmlns:a16="http://schemas.microsoft.com/office/drawing/2014/main" id="{5A4EAC08-2D0F-C10B-CE69-81EC6E66436B}"/>
              </a:ext>
            </a:extLst>
          </p:cNvPr>
          <p:cNvSpPr>
            <a:spLocks noGrp="1"/>
          </p:cNvSpPr>
          <p:nvPr>
            <p:ph type="body" sz="quarter" idx="16"/>
          </p:nvPr>
        </p:nvSpPr>
        <p:spPr>
          <a:xfrm>
            <a:off x="342030" y="4190755"/>
            <a:ext cx="7190705" cy="315343"/>
          </a:xfrm>
        </p:spPr>
        <p:txBody>
          <a:bodyPr>
            <a:normAutofit/>
          </a:bodyPr>
          <a:lstStyle/>
          <a:p>
            <a:r>
              <a:rPr lang="en-GB"/>
              <a:t>Meeting Location/Description</a:t>
            </a:r>
          </a:p>
        </p:txBody>
      </p:sp>
      <p:sp>
        <p:nvSpPr>
          <p:cNvPr id="4" name="Text Placeholder 3">
            <a:extLst>
              <a:ext uri="{FF2B5EF4-FFF2-40B4-BE49-F238E27FC236}">
                <a16:creationId xmlns:a16="http://schemas.microsoft.com/office/drawing/2014/main" id="{2A1456CC-1D8F-39FD-E900-34BB25AAD5C2}"/>
              </a:ext>
            </a:extLst>
          </p:cNvPr>
          <p:cNvSpPr>
            <a:spLocks noGrp="1"/>
          </p:cNvSpPr>
          <p:nvPr>
            <p:ph type="body" sz="quarter" idx="17"/>
          </p:nvPr>
        </p:nvSpPr>
        <p:spPr>
          <a:xfrm>
            <a:off x="342030" y="4540235"/>
            <a:ext cx="7190705" cy="315343"/>
          </a:xfrm>
        </p:spPr>
        <p:txBody>
          <a:bodyPr>
            <a:normAutofit/>
          </a:bodyPr>
          <a:lstStyle/>
          <a:p>
            <a:pPr lvl="0"/>
            <a:r>
              <a:rPr lang="en-GB"/>
              <a:t>DD/MM/YYYY</a:t>
            </a:r>
          </a:p>
        </p:txBody>
      </p:sp>
      <p:sp>
        <p:nvSpPr>
          <p:cNvPr id="5" name="Text Placeholder 4">
            <a:extLst>
              <a:ext uri="{FF2B5EF4-FFF2-40B4-BE49-F238E27FC236}">
                <a16:creationId xmlns:a16="http://schemas.microsoft.com/office/drawing/2014/main" id="{CA994BD2-52A5-3567-B50B-007AE489972B}"/>
              </a:ext>
            </a:extLst>
          </p:cNvPr>
          <p:cNvSpPr>
            <a:spLocks noGrp="1"/>
          </p:cNvSpPr>
          <p:nvPr>
            <p:ph type="body" sz="quarter" idx="18"/>
          </p:nvPr>
        </p:nvSpPr>
        <p:spPr/>
        <p:txBody>
          <a:bodyPr>
            <a:normAutofit/>
          </a:bodyPr>
          <a:lstStyle/>
          <a:p>
            <a:r>
              <a:rPr lang="en-US"/>
              <a:t>Subtitle text</a:t>
            </a:r>
            <a:endParaRPr lang="en-GB"/>
          </a:p>
        </p:txBody>
      </p:sp>
    </p:spTree>
    <p:extLst>
      <p:ext uri="{BB962C8B-B14F-4D97-AF65-F5344CB8AC3E}">
        <p14:creationId xmlns:p14="http://schemas.microsoft.com/office/powerpoint/2010/main" val="2572056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957DD1-CA80-A40B-72C1-F558DEEE5B7F}"/>
              </a:ext>
            </a:extLst>
          </p:cNvPr>
          <p:cNvSpPr>
            <a:spLocks noGrp="1"/>
          </p:cNvSpPr>
          <p:nvPr>
            <p:ph type="body" sz="quarter" idx="14"/>
          </p:nvPr>
        </p:nvSpPr>
        <p:spPr>
          <a:xfrm>
            <a:off x="342030" y="1268760"/>
            <a:ext cx="7190704" cy="1426160"/>
          </a:xfrm>
        </p:spPr>
        <p:txBody>
          <a:bodyPr wrap="square" lIns="0" rIns="0" anchor="t" anchorCtr="0">
            <a:spAutoFit/>
          </a:bodyPr>
          <a:lstStyle/>
          <a:p>
            <a:r>
              <a:rPr lang="en-GB"/>
              <a:t>Placeholder text here may  continue on two lines</a:t>
            </a:r>
            <a:endParaRPr lang="en-GR"/>
          </a:p>
        </p:txBody>
      </p:sp>
      <p:sp>
        <p:nvSpPr>
          <p:cNvPr id="3" name="Text Placeholder 2">
            <a:extLst>
              <a:ext uri="{FF2B5EF4-FFF2-40B4-BE49-F238E27FC236}">
                <a16:creationId xmlns:a16="http://schemas.microsoft.com/office/drawing/2014/main" id="{0D18D736-E925-0B91-C17B-985C5C12D58E}"/>
              </a:ext>
            </a:extLst>
          </p:cNvPr>
          <p:cNvSpPr>
            <a:spLocks noGrp="1"/>
          </p:cNvSpPr>
          <p:nvPr>
            <p:ph type="body" sz="quarter" idx="16"/>
          </p:nvPr>
        </p:nvSpPr>
        <p:spPr>
          <a:xfrm>
            <a:off x="342030" y="4190755"/>
            <a:ext cx="7190705" cy="315343"/>
          </a:xfrm>
        </p:spPr>
        <p:txBody>
          <a:bodyPr>
            <a:normAutofit/>
          </a:bodyPr>
          <a:lstStyle/>
          <a:p>
            <a:r>
              <a:rPr lang="en-GB"/>
              <a:t>Meeting Location/Description</a:t>
            </a:r>
          </a:p>
        </p:txBody>
      </p:sp>
      <p:sp>
        <p:nvSpPr>
          <p:cNvPr id="4" name="Text Placeholder 3">
            <a:extLst>
              <a:ext uri="{FF2B5EF4-FFF2-40B4-BE49-F238E27FC236}">
                <a16:creationId xmlns:a16="http://schemas.microsoft.com/office/drawing/2014/main" id="{2F544A0A-C9B8-A687-F3B1-693896F732B6}"/>
              </a:ext>
            </a:extLst>
          </p:cNvPr>
          <p:cNvSpPr>
            <a:spLocks noGrp="1"/>
          </p:cNvSpPr>
          <p:nvPr>
            <p:ph type="body" sz="quarter" idx="17"/>
          </p:nvPr>
        </p:nvSpPr>
        <p:spPr>
          <a:xfrm>
            <a:off x="342030" y="4540235"/>
            <a:ext cx="7190705" cy="315343"/>
          </a:xfrm>
        </p:spPr>
        <p:txBody>
          <a:bodyPr>
            <a:normAutofit/>
          </a:bodyPr>
          <a:lstStyle/>
          <a:p>
            <a:pPr lvl="0"/>
            <a:r>
              <a:rPr lang="en-GB"/>
              <a:t>DD/MM/YYYY</a:t>
            </a:r>
          </a:p>
        </p:txBody>
      </p:sp>
      <p:sp>
        <p:nvSpPr>
          <p:cNvPr id="5" name="Text Placeholder 4">
            <a:extLst>
              <a:ext uri="{FF2B5EF4-FFF2-40B4-BE49-F238E27FC236}">
                <a16:creationId xmlns:a16="http://schemas.microsoft.com/office/drawing/2014/main" id="{8C741719-CA58-4BB1-7859-029F35C1DE82}"/>
              </a:ext>
            </a:extLst>
          </p:cNvPr>
          <p:cNvSpPr>
            <a:spLocks noGrp="1"/>
          </p:cNvSpPr>
          <p:nvPr>
            <p:ph type="body" sz="quarter" idx="18"/>
          </p:nvPr>
        </p:nvSpPr>
        <p:spPr/>
        <p:txBody>
          <a:bodyPr>
            <a:normAutofit/>
          </a:bodyPr>
          <a:lstStyle/>
          <a:p>
            <a:r>
              <a:rPr lang="en-US"/>
              <a:t>Subtitle text</a:t>
            </a:r>
            <a:endParaRPr lang="en-GB"/>
          </a:p>
        </p:txBody>
      </p:sp>
    </p:spTree>
    <p:extLst>
      <p:ext uri="{BB962C8B-B14F-4D97-AF65-F5344CB8AC3E}">
        <p14:creationId xmlns:p14="http://schemas.microsoft.com/office/powerpoint/2010/main" val="6445525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C02AEE6-14CD-B315-53B9-E144E65AA4A6}"/>
              </a:ext>
            </a:extLst>
          </p:cNvPr>
          <p:cNvSpPr>
            <a:spLocks noGrp="1"/>
          </p:cNvSpPr>
          <p:nvPr>
            <p:ph type="body" sz="quarter" idx="14"/>
          </p:nvPr>
        </p:nvSpPr>
        <p:spPr/>
        <p:txBody>
          <a:bodyPr/>
          <a:lstStyle/>
          <a:p>
            <a:r>
              <a:rPr lang="en-GB"/>
              <a:t>Placeholder text here may  continue on two lines</a:t>
            </a:r>
            <a:endParaRPr lang="en-GR"/>
          </a:p>
        </p:txBody>
      </p:sp>
      <p:sp>
        <p:nvSpPr>
          <p:cNvPr id="3" name="Text Placeholder 2">
            <a:extLst>
              <a:ext uri="{FF2B5EF4-FFF2-40B4-BE49-F238E27FC236}">
                <a16:creationId xmlns:a16="http://schemas.microsoft.com/office/drawing/2014/main" id="{A2D42E1B-A337-B36E-C506-DB37C44CC82E}"/>
              </a:ext>
            </a:extLst>
          </p:cNvPr>
          <p:cNvSpPr>
            <a:spLocks noGrp="1"/>
          </p:cNvSpPr>
          <p:nvPr>
            <p:ph type="body" sz="quarter" idx="16"/>
          </p:nvPr>
        </p:nvSpPr>
        <p:spPr>
          <a:xfrm>
            <a:off x="342031" y="4190757"/>
            <a:ext cx="7190705" cy="315343"/>
          </a:xfrm>
        </p:spPr>
        <p:txBody>
          <a:bodyPr/>
          <a:lstStyle/>
          <a:p>
            <a:r>
              <a:rPr lang="en-GB"/>
              <a:t>Meeting Location/Description</a:t>
            </a:r>
          </a:p>
        </p:txBody>
      </p:sp>
      <p:sp>
        <p:nvSpPr>
          <p:cNvPr id="4" name="Text Placeholder 3">
            <a:extLst>
              <a:ext uri="{FF2B5EF4-FFF2-40B4-BE49-F238E27FC236}">
                <a16:creationId xmlns:a16="http://schemas.microsoft.com/office/drawing/2014/main" id="{A49AAE20-26D9-1379-F166-B67D7510E4B0}"/>
              </a:ext>
            </a:extLst>
          </p:cNvPr>
          <p:cNvSpPr>
            <a:spLocks noGrp="1"/>
          </p:cNvSpPr>
          <p:nvPr>
            <p:ph type="body" sz="quarter" idx="17"/>
          </p:nvPr>
        </p:nvSpPr>
        <p:spPr>
          <a:xfrm>
            <a:off x="342031" y="4540237"/>
            <a:ext cx="7190705" cy="315343"/>
          </a:xfrm>
        </p:spPr>
        <p:txBody>
          <a:bodyPr/>
          <a:lstStyle/>
          <a:p>
            <a:r>
              <a:rPr lang="en-GB"/>
              <a:t>DD/MM/YYYY</a:t>
            </a:r>
          </a:p>
        </p:txBody>
      </p:sp>
      <p:sp>
        <p:nvSpPr>
          <p:cNvPr id="5" name="Text Placeholder 4">
            <a:extLst>
              <a:ext uri="{FF2B5EF4-FFF2-40B4-BE49-F238E27FC236}">
                <a16:creationId xmlns:a16="http://schemas.microsoft.com/office/drawing/2014/main" id="{BB061FD5-3591-6E11-11DF-7794453E3D0C}"/>
              </a:ext>
            </a:extLst>
          </p:cNvPr>
          <p:cNvSpPr>
            <a:spLocks noGrp="1"/>
          </p:cNvSpPr>
          <p:nvPr>
            <p:ph type="body" sz="quarter" idx="18"/>
          </p:nvPr>
        </p:nvSpPr>
        <p:spPr/>
        <p:txBody>
          <a:bodyPr/>
          <a:lstStyle/>
          <a:p>
            <a:r>
              <a:rPr lang="en-US"/>
              <a:t>Subtitle text</a:t>
            </a:r>
          </a:p>
        </p:txBody>
      </p:sp>
    </p:spTree>
    <p:extLst>
      <p:ext uri="{BB962C8B-B14F-4D97-AF65-F5344CB8AC3E}">
        <p14:creationId xmlns:p14="http://schemas.microsoft.com/office/powerpoint/2010/main" val="10392511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DF7D47-870C-7C05-CBA5-F90CBAE1F885}"/>
              </a:ext>
            </a:extLst>
          </p:cNvPr>
          <p:cNvSpPr>
            <a:spLocks noGrp="1"/>
          </p:cNvSpPr>
          <p:nvPr>
            <p:ph type="body" sz="quarter" idx="14"/>
          </p:nvPr>
        </p:nvSpPr>
        <p:spPr/>
        <p:txBody>
          <a:bodyPr/>
          <a:lstStyle/>
          <a:p>
            <a:r>
              <a:rPr lang="en-GB"/>
              <a:t>Placeholder text here may  continue on two lines</a:t>
            </a:r>
            <a:endParaRPr lang="en-GR"/>
          </a:p>
        </p:txBody>
      </p:sp>
      <p:sp>
        <p:nvSpPr>
          <p:cNvPr id="3" name="Text Placeholder 2">
            <a:extLst>
              <a:ext uri="{FF2B5EF4-FFF2-40B4-BE49-F238E27FC236}">
                <a16:creationId xmlns:a16="http://schemas.microsoft.com/office/drawing/2014/main" id="{9D2F0EC2-D7F5-279F-93CD-86239DA34CFE}"/>
              </a:ext>
            </a:extLst>
          </p:cNvPr>
          <p:cNvSpPr>
            <a:spLocks noGrp="1"/>
          </p:cNvSpPr>
          <p:nvPr>
            <p:ph type="body" sz="quarter" idx="16"/>
          </p:nvPr>
        </p:nvSpPr>
        <p:spPr>
          <a:xfrm>
            <a:off x="342031" y="4190757"/>
            <a:ext cx="7190705" cy="315343"/>
          </a:xfrm>
        </p:spPr>
        <p:txBody>
          <a:bodyPr/>
          <a:lstStyle/>
          <a:p>
            <a:r>
              <a:rPr lang="en-GB"/>
              <a:t>Meeting Location/Description</a:t>
            </a:r>
          </a:p>
        </p:txBody>
      </p:sp>
      <p:sp>
        <p:nvSpPr>
          <p:cNvPr id="4" name="Text Placeholder 3">
            <a:extLst>
              <a:ext uri="{FF2B5EF4-FFF2-40B4-BE49-F238E27FC236}">
                <a16:creationId xmlns:a16="http://schemas.microsoft.com/office/drawing/2014/main" id="{06893E29-67B1-A40E-1408-0F50CC9EF138}"/>
              </a:ext>
            </a:extLst>
          </p:cNvPr>
          <p:cNvSpPr>
            <a:spLocks noGrp="1"/>
          </p:cNvSpPr>
          <p:nvPr>
            <p:ph type="body" sz="quarter" idx="17"/>
          </p:nvPr>
        </p:nvSpPr>
        <p:spPr/>
        <p:txBody>
          <a:bodyPr/>
          <a:lstStyle/>
          <a:p>
            <a:pPr lvl="0"/>
            <a:r>
              <a:rPr lang="en-GB"/>
              <a:t>DD/MM/YYYY</a:t>
            </a:r>
          </a:p>
        </p:txBody>
      </p:sp>
      <p:sp>
        <p:nvSpPr>
          <p:cNvPr id="5" name="Text Placeholder 4">
            <a:extLst>
              <a:ext uri="{FF2B5EF4-FFF2-40B4-BE49-F238E27FC236}">
                <a16:creationId xmlns:a16="http://schemas.microsoft.com/office/drawing/2014/main" id="{4B71C7C0-EE0F-8B27-BF2D-4753C331F60A}"/>
              </a:ext>
            </a:extLst>
          </p:cNvPr>
          <p:cNvSpPr>
            <a:spLocks noGrp="1"/>
          </p:cNvSpPr>
          <p:nvPr>
            <p:ph type="body" sz="quarter" idx="18"/>
          </p:nvPr>
        </p:nvSpPr>
        <p:spPr/>
        <p:txBody>
          <a:bodyPr/>
          <a:lstStyle/>
          <a:p>
            <a:r>
              <a:rPr lang="en-US"/>
              <a:t>Subtitle text</a:t>
            </a:r>
            <a:endParaRPr lang="en-GR"/>
          </a:p>
        </p:txBody>
      </p:sp>
    </p:spTree>
    <p:extLst>
      <p:ext uri="{BB962C8B-B14F-4D97-AF65-F5344CB8AC3E}">
        <p14:creationId xmlns:p14="http://schemas.microsoft.com/office/powerpoint/2010/main" val="6497205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1258FB-9979-9221-595A-A77FB113B37C}"/>
              </a:ext>
            </a:extLst>
          </p:cNvPr>
          <p:cNvSpPr>
            <a:spLocks noGrp="1"/>
          </p:cNvSpPr>
          <p:nvPr>
            <p:ph type="body" sz="quarter" idx="14"/>
          </p:nvPr>
        </p:nvSpPr>
        <p:spPr/>
        <p:txBody>
          <a:bodyPr/>
          <a:lstStyle/>
          <a:p>
            <a:r>
              <a:rPr lang="en-GB"/>
              <a:t>Placeholder text here may  continue on two lines</a:t>
            </a:r>
            <a:endParaRPr lang="en-GR"/>
          </a:p>
        </p:txBody>
      </p:sp>
      <p:sp>
        <p:nvSpPr>
          <p:cNvPr id="3" name="Text Placeholder 2">
            <a:extLst>
              <a:ext uri="{FF2B5EF4-FFF2-40B4-BE49-F238E27FC236}">
                <a16:creationId xmlns:a16="http://schemas.microsoft.com/office/drawing/2014/main" id="{403E7210-EC8B-CFE3-712A-A6F3456D3B26}"/>
              </a:ext>
            </a:extLst>
          </p:cNvPr>
          <p:cNvSpPr>
            <a:spLocks noGrp="1"/>
          </p:cNvSpPr>
          <p:nvPr>
            <p:ph type="body" sz="quarter" idx="16"/>
          </p:nvPr>
        </p:nvSpPr>
        <p:spPr>
          <a:xfrm>
            <a:off x="342031" y="4190757"/>
            <a:ext cx="7190705" cy="315343"/>
          </a:xfrm>
        </p:spPr>
        <p:txBody>
          <a:bodyPr/>
          <a:lstStyle/>
          <a:p>
            <a:r>
              <a:rPr lang="en-GB"/>
              <a:t>Meeting Location/Description</a:t>
            </a:r>
          </a:p>
        </p:txBody>
      </p:sp>
      <p:sp>
        <p:nvSpPr>
          <p:cNvPr id="4" name="Text Placeholder 3">
            <a:extLst>
              <a:ext uri="{FF2B5EF4-FFF2-40B4-BE49-F238E27FC236}">
                <a16:creationId xmlns:a16="http://schemas.microsoft.com/office/drawing/2014/main" id="{EABC0F7C-0319-536A-16F9-0CEC597CE1F3}"/>
              </a:ext>
            </a:extLst>
          </p:cNvPr>
          <p:cNvSpPr>
            <a:spLocks noGrp="1"/>
          </p:cNvSpPr>
          <p:nvPr>
            <p:ph type="body" sz="quarter" idx="17"/>
          </p:nvPr>
        </p:nvSpPr>
        <p:spPr>
          <a:xfrm>
            <a:off x="342031" y="4540237"/>
            <a:ext cx="7190705" cy="315343"/>
          </a:xfrm>
        </p:spPr>
        <p:txBody>
          <a:bodyPr/>
          <a:lstStyle/>
          <a:p>
            <a:r>
              <a:rPr lang="en-GB"/>
              <a:t>DD/MM/YYYY</a:t>
            </a:r>
          </a:p>
        </p:txBody>
      </p:sp>
      <p:sp>
        <p:nvSpPr>
          <p:cNvPr id="5" name="Text Placeholder 4">
            <a:extLst>
              <a:ext uri="{FF2B5EF4-FFF2-40B4-BE49-F238E27FC236}">
                <a16:creationId xmlns:a16="http://schemas.microsoft.com/office/drawing/2014/main" id="{22DACD22-AFB7-EB0C-9CC3-ACCBC24BE11B}"/>
              </a:ext>
            </a:extLst>
          </p:cNvPr>
          <p:cNvSpPr>
            <a:spLocks noGrp="1"/>
          </p:cNvSpPr>
          <p:nvPr>
            <p:ph type="body" sz="quarter" idx="18"/>
          </p:nvPr>
        </p:nvSpPr>
        <p:spPr/>
        <p:txBody>
          <a:bodyPr/>
          <a:lstStyle/>
          <a:p>
            <a:r>
              <a:rPr lang="en-US">
                <a:solidFill>
                  <a:schemeClr val="bg1"/>
                </a:solidFill>
              </a:rPr>
              <a:t>Subtitle text</a:t>
            </a:r>
            <a:endParaRPr lang="en-GR">
              <a:solidFill>
                <a:schemeClr val="bg1"/>
              </a:solidFill>
            </a:endParaRPr>
          </a:p>
        </p:txBody>
      </p:sp>
    </p:spTree>
    <p:extLst>
      <p:ext uri="{BB962C8B-B14F-4D97-AF65-F5344CB8AC3E}">
        <p14:creationId xmlns:p14="http://schemas.microsoft.com/office/powerpoint/2010/main" val="7758544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F5D5105-E146-51F1-0C11-B9523E9BDD8C}"/>
              </a:ext>
            </a:extLst>
          </p:cNvPr>
          <p:cNvSpPr>
            <a:spLocks noGrp="1"/>
          </p:cNvSpPr>
          <p:nvPr>
            <p:ph type="body" sz="quarter" idx="14"/>
          </p:nvPr>
        </p:nvSpPr>
        <p:spPr/>
        <p:txBody>
          <a:bodyPr/>
          <a:lstStyle/>
          <a:p>
            <a:r>
              <a:rPr lang="en-GB"/>
              <a:t>Placeholder text here may  continue on two lines</a:t>
            </a:r>
            <a:endParaRPr lang="en-GR"/>
          </a:p>
        </p:txBody>
      </p:sp>
      <p:sp>
        <p:nvSpPr>
          <p:cNvPr id="3" name="Text Placeholder 2">
            <a:extLst>
              <a:ext uri="{FF2B5EF4-FFF2-40B4-BE49-F238E27FC236}">
                <a16:creationId xmlns:a16="http://schemas.microsoft.com/office/drawing/2014/main" id="{B4AF1F64-2C63-A965-1E16-855DF4489FB8}"/>
              </a:ext>
            </a:extLst>
          </p:cNvPr>
          <p:cNvSpPr>
            <a:spLocks noGrp="1"/>
          </p:cNvSpPr>
          <p:nvPr>
            <p:ph type="body" sz="quarter" idx="16"/>
          </p:nvPr>
        </p:nvSpPr>
        <p:spPr>
          <a:xfrm>
            <a:off x="342031" y="4190757"/>
            <a:ext cx="7190705" cy="315343"/>
          </a:xfrm>
        </p:spPr>
        <p:txBody>
          <a:bodyPr/>
          <a:lstStyle/>
          <a:p>
            <a:r>
              <a:rPr lang="en-GB"/>
              <a:t>Meeting Location/Description</a:t>
            </a:r>
          </a:p>
        </p:txBody>
      </p:sp>
      <p:sp>
        <p:nvSpPr>
          <p:cNvPr id="4" name="Text Placeholder 3">
            <a:extLst>
              <a:ext uri="{FF2B5EF4-FFF2-40B4-BE49-F238E27FC236}">
                <a16:creationId xmlns:a16="http://schemas.microsoft.com/office/drawing/2014/main" id="{0FC29354-8AC2-F0ED-840C-5FA434167F75}"/>
              </a:ext>
            </a:extLst>
          </p:cNvPr>
          <p:cNvSpPr>
            <a:spLocks noGrp="1"/>
          </p:cNvSpPr>
          <p:nvPr>
            <p:ph type="body" sz="quarter" idx="17"/>
          </p:nvPr>
        </p:nvSpPr>
        <p:spPr>
          <a:xfrm>
            <a:off x="342031" y="4540237"/>
            <a:ext cx="7190705" cy="315343"/>
          </a:xfrm>
        </p:spPr>
        <p:txBody>
          <a:bodyPr/>
          <a:lstStyle/>
          <a:p>
            <a:r>
              <a:rPr lang="en-GB"/>
              <a:t>DD/MM/YYYY</a:t>
            </a:r>
          </a:p>
        </p:txBody>
      </p:sp>
      <p:sp>
        <p:nvSpPr>
          <p:cNvPr id="5" name="Text Placeholder 4">
            <a:extLst>
              <a:ext uri="{FF2B5EF4-FFF2-40B4-BE49-F238E27FC236}">
                <a16:creationId xmlns:a16="http://schemas.microsoft.com/office/drawing/2014/main" id="{3A3D0361-371D-9737-D870-7A15168A9EEB}"/>
              </a:ext>
            </a:extLst>
          </p:cNvPr>
          <p:cNvSpPr>
            <a:spLocks noGrp="1"/>
          </p:cNvSpPr>
          <p:nvPr>
            <p:ph type="body" sz="quarter" idx="18"/>
          </p:nvPr>
        </p:nvSpPr>
        <p:spPr/>
        <p:txBody>
          <a:bodyPr/>
          <a:lstStyle/>
          <a:p>
            <a:r>
              <a:rPr lang="en-US"/>
              <a:t>Subtitle text</a:t>
            </a:r>
            <a:endParaRPr lang="en-GR"/>
          </a:p>
        </p:txBody>
      </p:sp>
    </p:spTree>
    <p:extLst>
      <p:ext uri="{BB962C8B-B14F-4D97-AF65-F5344CB8AC3E}">
        <p14:creationId xmlns:p14="http://schemas.microsoft.com/office/powerpoint/2010/main" val="28141811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9E8B4C5-776C-42BC-E7F8-D137CB08DC9B}"/>
              </a:ext>
            </a:extLst>
          </p:cNvPr>
          <p:cNvSpPr>
            <a:spLocks noGrp="1"/>
          </p:cNvSpPr>
          <p:nvPr>
            <p:ph type="body" sz="quarter" idx="14"/>
          </p:nvPr>
        </p:nvSpPr>
        <p:spPr/>
        <p:txBody>
          <a:bodyPr/>
          <a:lstStyle/>
          <a:p>
            <a:r>
              <a:rPr lang="en-GB"/>
              <a:t>Placeholder text here may  continue on two lines</a:t>
            </a:r>
            <a:endParaRPr lang="en-GR"/>
          </a:p>
        </p:txBody>
      </p:sp>
      <p:sp>
        <p:nvSpPr>
          <p:cNvPr id="3" name="Text Placeholder 2">
            <a:extLst>
              <a:ext uri="{FF2B5EF4-FFF2-40B4-BE49-F238E27FC236}">
                <a16:creationId xmlns:a16="http://schemas.microsoft.com/office/drawing/2014/main" id="{2D0B7C4D-6B4B-1A91-2564-B6122167BDA5}"/>
              </a:ext>
            </a:extLst>
          </p:cNvPr>
          <p:cNvSpPr>
            <a:spLocks noGrp="1"/>
          </p:cNvSpPr>
          <p:nvPr>
            <p:ph type="body" sz="quarter" idx="16"/>
          </p:nvPr>
        </p:nvSpPr>
        <p:spPr>
          <a:xfrm>
            <a:off x="342031" y="4190757"/>
            <a:ext cx="7190705" cy="315343"/>
          </a:xfrm>
        </p:spPr>
        <p:txBody>
          <a:bodyPr/>
          <a:lstStyle/>
          <a:p>
            <a:r>
              <a:rPr lang="en-GB"/>
              <a:t>Meeting Location/Description</a:t>
            </a:r>
          </a:p>
        </p:txBody>
      </p:sp>
      <p:sp>
        <p:nvSpPr>
          <p:cNvPr id="4" name="Text Placeholder 3">
            <a:extLst>
              <a:ext uri="{FF2B5EF4-FFF2-40B4-BE49-F238E27FC236}">
                <a16:creationId xmlns:a16="http://schemas.microsoft.com/office/drawing/2014/main" id="{049AEC78-C250-CF99-49AA-16F278AA96A9}"/>
              </a:ext>
            </a:extLst>
          </p:cNvPr>
          <p:cNvSpPr>
            <a:spLocks noGrp="1"/>
          </p:cNvSpPr>
          <p:nvPr>
            <p:ph type="body" sz="quarter" idx="17"/>
          </p:nvPr>
        </p:nvSpPr>
        <p:spPr>
          <a:xfrm>
            <a:off x="342031" y="4540237"/>
            <a:ext cx="7190705" cy="315343"/>
          </a:xfrm>
        </p:spPr>
        <p:txBody>
          <a:bodyPr/>
          <a:lstStyle/>
          <a:p>
            <a:r>
              <a:rPr lang="en-GB"/>
              <a:t>DD/MM/YYYY</a:t>
            </a:r>
          </a:p>
        </p:txBody>
      </p:sp>
      <p:sp>
        <p:nvSpPr>
          <p:cNvPr id="5" name="Text Placeholder 4">
            <a:extLst>
              <a:ext uri="{FF2B5EF4-FFF2-40B4-BE49-F238E27FC236}">
                <a16:creationId xmlns:a16="http://schemas.microsoft.com/office/drawing/2014/main" id="{315A9CEB-2A31-D13F-B142-CF7CF5EB95A7}"/>
              </a:ext>
            </a:extLst>
          </p:cNvPr>
          <p:cNvSpPr>
            <a:spLocks noGrp="1"/>
          </p:cNvSpPr>
          <p:nvPr>
            <p:ph type="body" sz="quarter" idx="18"/>
          </p:nvPr>
        </p:nvSpPr>
        <p:spPr/>
        <p:txBody>
          <a:bodyPr/>
          <a:lstStyle/>
          <a:p>
            <a:r>
              <a:rPr lang="en-US"/>
              <a:t>Subtitle text</a:t>
            </a:r>
            <a:endParaRPr lang="en-GR"/>
          </a:p>
        </p:txBody>
      </p:sp>
    </p:spTree>
    <p:extLst>
      <p:ext uri="{BB962C8B-B14F-4D97-AF65-F5344CB8AC3E}">
        <p14:creationId xmlns:p14="http://schemas.microsoft.com/office/powerpoint/2010/main" val="2426363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5A16100-BBD4-7F80-DD6A-54F74C258607}"/>
              </a:ext>
            </a:extLst>
          </p:cNvPr>
          <p:cNvSpPr>
            <a:spLocks noGrp="1"/>
          </p:cNvSpPr>
          <p:nvPr>
            <p:ph type="body" sz="quarter" idx="14"/>
          </p:nvPr>
        </p:nvSpPr>
        <p:spPr/>
        <p:txBody>
          <a:bodyPr/>
          <a:lstStyle/>
          <a:p>
            <a:r>
              <a:rPr lang="en-GB"/>
              <a:t>Placeholder text here may  continue on two lines</a:t>
            </a:r>
            <a:endParaRPr lang="en-GR"/>
          </a:p>
        </p:txBody>
      </p:sp>
      <p:sp>
        <p:nvSpPr>
          <p:cNvPr id="3" name="Text Placeholder 2">
            <a:extLst>
              <a:ext uri="{FF2B5EF4-FFF2-40B4-BE49-F238E27FC236}">
                <a16:creationId xmlns:a16="http://schemas.microsoft.com/office/drawing/2014/main" id="{F0CE22D8-84EA-7AD3-0A3D-650B9F111108}"/>
              </a:ext>
            </a:extLst>
          </p:cNvPr>
          <p:cNvSpPr>
            <a:spLocks noGrp="1"/>
          </p:cNvSpPr>
          <p:nvPr>
            <p:ph type="body" sz="quarter" idx="16"/>
          </p:nvPr>
        </p:nvSpPr>
        <p:spPr>
          <a:xfrm>
            <a:off x="342031" y="4190757"/>
            <a:ext cx="7190705" cy="315343"/>
          </a:xfrm>
        </p:spPr>
        <p:txBody>
          <a:bodyPr/>
          <a:lstStyle/>
          <a:p>
            <a:r>
              <a:rPr lang="en-GB"/>
              <a:t>Meeting Location/Description</a:t>
            </a:r>
          </a:p>
        </p:txBody>
      </p:sp>
      <p:sp>
        <p:nvSpPr>
          <p:cNvPr id="4" name="Text Placeholder 3">
            <a:extLst>
              <a:ext uri="{FF2B5EF4-FFF2-40B4-BE49-F238E27FC236}">
                <a16:creationId xmlns:a16="http://schemas.microsoft.com/office/drawing/2014/main" id="{8039AA28-EE5B-1D49-7205-A391148E9A2E}"/>
              </a:ext>
            </a:extLst>
          </p:cNvPr>
          <p:cNvSpPr>
            <a:spLocks noGrp="1"/>
          </p:cNvSpPr>
          <p:nvPr>
            <p:ph type="body" sz="quarter" idx="17"/>
          </p:nvPr>
        </p:nvSpPr>
        <p:spPr>
          <a:xfrm>
            <a:off x="342031" y="4540237"/>
            <a:ext cx="7190705" cy="315343"/>
          </a:xfrm>
        </p:spPr>
        <p:txBody>
          <a:bodyPr/>
          <a:lstStyle/>
          <a:p>
            <a:r>
              <a:rPr lang="en-GB"/>
              <a:t>DD/MM/YYYY</a:t>
            </a:r>
          </a:p>
        </p:txBody>
      </p:sp>
      <p:sp>
        <p:nvSpPr>
          <p:cNvPr id="5" name="Text Placeholder 4">
            <a:extLst>
              <a:ext uri="{FF2B5EF4-FFF2-40B4-BE49-F238E27FC236}">
                <a16:creationId xmlns:a16="http://schemas.microsoft.com/office/drawing/2014/main" id="{414CD616-4940-93F4-9394-CA175127558F}"/>
              </a:ext>
            </a:extLst>
          </p:cNvPr>
          <p:cNvSpPr>
            <a:spLocks noGrp="1"/>
          </p:cNvSpPr>
          <p:nvPr>
            <p:ph type="body" sz="quarter" idx="18"/>
          </p:nvPr>
        </p:nvSpPr>
        <p:spPr/>
        <p:txBody>
          <a:bodyPr/>
          <a:lstStyle/>
          <a:p>
            <a:r>
              <a:rPr lang="en-US"/>
              <a:t>Subtitle text</a:t>
            </a:r>
            <a:endParaRPr lang="en-GR"/>
          </a:p>
        </p:txBody>
      </p:sp>
    </p:spTree>
    <p:extLst>
      <p:ext uri="{BB962C8B-B14F-4D97-AF65-F5344CB8AC3E}">
        <p14:creationId xmlns:p14="http://schemas.microsoft.com/office/powerpoint/2010/main" val="12186270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CA79834-F567-D09A-B94A-00B94021150D}"/>
              </a:ext>
            </a:extLst>
          </p:cNvPr>
          <p:cNvSpPr>
            <a:spLocks noGrp="1"/>
          </p:cNvSpPr>
          <p:nvPr>
            <p:ph type="body" sz="quarter" idx="14"/>
          </p:nvPr>
        </p:nvSpPr>
        <p:spPr/>
        <p:txBody>
          <a:bodyPr/>
          <a:lstStyle/>
          <a:p>
            <a:r>
              <a:rPr lang="en-GB"/>
              <a:t>Placeholder text here may  continue on two lines</a:t>
            </a:r>
            <a:endParaRPr lang="en-GR"/>
          </a:p>
        </p:txBody>
      </p:sp>
      <p:sp>
        <p:nvSpPr>
          <p:cNvPr id="3" name="Text Placeholder 2">
            <a:extLst>
              <a:ext uri="{FF2B5EF4-FFF2-40B4-BE49-F238E27FC236}">
                <a16:creationId xmlns:a16="http://schemas.microsoft.com/office/drawing/2014/main" id="{CFD2D78B-5633-770D-9B44-6D2A43CA4CEF}"/>
              </a:ext>
            </a:extLst>
          </p:cNvPr>
          <p:cNvSpPr>
            <a:spLocks noGrp="1"/>
          </p:cNvSpPr>
          <p:nvPr>
            <p:ph type="body" sz="quarter" idx="16"/>
          </p:nvPr>
        </p:nvSpPr>
        <p:spPr>
          <a:xfrm>
            <a:off x="342031" y="4190757"/>
            <a:ext cx="7190705" cy="315343"/>
          </a:xfrm>
        </p:spPr>
        <p:txBody>
          <a:bodyPr/>
          <a:lstStyle/>
          <a:p>
            <a:r>
              <a:rPr lang="en-GB"/>
              <a:t>Meeting Location/Description</a:t>
            </a:r>
          </a:p>
        </p:txBody>
      </p:sp>
      <p:sp>
        <p:nvSpPr>
          <p:cNvPr id="4" name="Text Placeholder 3">
            <a:extLst>
              <a:ext uri="{FF2B5EF4-FFF2-40B4-BE49-F238E27FC236}">
                <a16:creationId xmlns:a16="http://schemas.microsoft.com/office/drawing/2014/main" id="{5EB582BB-A608-E148-CCD0-28EB6D54C10C}"/>
              </a:ext>
            </a:extLst>
          </p:cNvPr>
          <p:cNvSpPr>
            <a:spLocks noGrp="1"/>
          </p:cNvSpPr>
          <p:nvPr>
            <p:ph type="body" sz="quarter" idx="17"/>
          </p:nvPr>
        </p:nvSpPr>
        <p:spPr>
          <a:xfrm>
            <a:off x="342031" y="4540237"/>
            <a:ext cx="7190705" cy="315343"/>
          </a:xfrm>
        </p:spPr>
        <p:txBody>
          <a:bodyPr/>
          <a:lstStyle/>
          <a:p>
            <a:r>
              <a:rPr lang="en-GB"/>
              <a:t>DD/MM/YYYY</a:t>
            </a:r>
          </a:p>
        </p:txBody>
      </p:sp>
      <p:sp>
        <p:nvSpPr>
          <p:cNvPr id="5" name="Text Placeholder 4">
            <a:extLst>
              <a:ext uri="{FF2B5EF4-FFF2-40B4-BE49-F238E27FC236}">
                <a16:creationId xmlns:a16="http://schemas.microsoft.com/office/drawing/2014/main" id="{EA340DA7-A2F1-39EF-D10F-7E9918650C39}"/>
              </a:ext>
            </a:extLst>
          </p:cNvPr>
          <p:cNvSpPr>
            <a:spLocks noGrp="1"/>
          </p:cNvSpPr>
          <p:nvPr>
            <p:ph type="body" sz="quarter" idx="18"/>
          </p:nvPr>
        </p:nvSpPr>
        <p:spPr/>
        <p:txBody>
          <a:bodyPr/>
          <a:lstStyle/>
          <a:p>
            <a:r>
              <a:rPr lang="en-US"/>
              <a:t>Subtitle text</a:t>
            </a:r>
            <a:endParaRPr lang="en-GR"/>
          </a:p>
        </p:txBody>
      </p:sp>
    </p:spTree>
    <p:extLst>
      <p:ext uri="{BB962C8B-B14F-4D97-AF65-F5344CB8AC3E}">
        <p14:creationId xmlns:p14="http://schemas.microsoft.com/office/powerpoint/2010/main" val="9664592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0608EFE-D90E-63DE-0F46-4B8D50423C89}"/>
              </a:ext>
            </a:extLst>
          </p:cNvPr>
          <p:cNvSpPr>
            <a:spLocks noGrp="1"/>
          </p:cNvSpPr>
          <p:nvPr>
            <p:ph type="body" sz="quarter" idx="14"/>
          </p:nvPr>
        </p:nvSpPr>
        <p:spPr/>
        <p:txBody>
          <a:bodyPr/>
          <a:lstStyle/>
          <a:p>
            <a:r>
              <a:rPr lang="en-GB"/>
              <a:t>Placeholder text here may  continue on two lines</a:t>
            </a:r>
            <a:endParaRPr lang="en-GR"/>
          </a:p>
        </p:txBody>
      </p:sp>
      <p:sp>
        <p:nvSpPr>
          <p:cNvPr id="3" name="Text Placeholder 2">
            <a:extLst>
              <a:ext uri="{FF2B5EF4-FFF2-40B4-BE49-F238E27FC236}">
                <a16:creationId xmlns:a16="http://schemas.microsoft.com/office/drawing/2014/main" id="{0ED85C0E-2811-2D9C-674E-EF0586D456DE}"/>
              </a:ext>
            </a:extLst>
          </p:cNvPr>
          <p:cNvSpPr>
            <a:spLocks noGrp="1"/>
          </p:cNvSpPr>
          <p:nvPr>
            <p:ph type="body" sz="quarter" idx="16"/>
          </p:nvPr>
        </p:nvSpPr>
        <p:spPr/>
        <p:txBody>
          <a:bodyPr/>
          <a:lstStyle/>
          <a:p>
            <a:r>
              <a:rPr lang="en-GB"/>
              <a:t>Meeting Location/Description</a:t>
            </a:r>
          </a:p>
        </p:txBody>
      </p:sp>
      <p:sp>
        <p:nvSpPr>
          <p:cNvPr id="4" name="Text Placeholder 3">
            <a:extLst>
              <a:ext uri="{FF2B5EF4-FFF2-40B4-BE49-F238E27FC236}">
                <a16:creationId xmlns:a16="http://schemas.microsoft.com/office/drawing/2014/main" id="{518F987B-9E09-9648-797D-D28255B415EA}"/>
              </a:ext>
            </a:extLst>
          </p:cNvPr>
          <p:cNvSpPr>
            <a:spLocks noGrp="1"/>
          </p:cNvSpPr>
          <p:nvPr>
            <p:ph type="body" sz="quarter" idx="17"/>
          </p:nvPr>
        </p:nvSpPr>
        <p:spPr/>
        <p:txBody>
          <a:bodyPr/>
          <a:lstStyle/>
          <a:p>
            <a:r>
              <a:rPr lang="en-GB"/>
              <a:t>DD/MM/YYYY</a:t>
            </a:r>
          </a:p>
        </p:txBody>
      </p:sp>
      <p:sp>
        <p:nvSpPr>
          <p:cNvPr id="5" name="Text Placeholder 4">
            <a:extLst>
              <a:ext uri="{FF2B5EF4-FFF2-40B4-BE49-F238E27FC236}">
                <a16:creationId xmlns:a16="http://schemas.microsoft.com/office/drawing/2014/main" id="{0CBA12EE-911A-4869-54C9-E4E13FD932E2}"/>
              </a:ext>
            </a:extLst>
          </p:cNvPr>
          <p:cNvSpPr>
            <a:spLocks noGrp="1"/>
          </p:cNvSpPr>
          <p:nvPr>
            <p:ph type="body" sz="quarter" idx="18"/>
          </p:nvPr>
        </p:nvSpPr>
        <p:spPr/>
        <p:txBody>
          <a:bodyPr/>
          <a:lstStyle/>
          <a:p>
            <a:r>
              <a:rPr lang="en-US"/>
              <a:t>Subtitle text</a:t>
            </a:r>
            <a:endParaRPr lang="en-GR"/>
          </a:p>
        </p:txBody>
      </p:sp>
    </p:spTree>
    <p:extLst>
      <p:ext uri="{BB962C8B-B14F-4D97-AF65-F5344CB8AC3E}">
        <p14:creationId xmlns:p14="http://schemas.microsoft.com/office/powerpoint/2010/main" val="17967920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5C58663-44B3-8F67-62CF-2B8023EB0DDB}"/>
              </a:ext>
            </a:extLst>
          </p:cNvPr>
          <p:cNvSpPr>
            <a:spLocks noGrp="1"/>
          </p:cNvSpPr>
          <p:nvPr>
            <p:ph type="body" sz="quarter" idx="14"/>
          </p:nvPr>
        </p:nvSpPr>
        <p:spPr/>
        <p:txBody>
          <a:bodyPr/>
          <a:lstStyle/>
          <a:p>
            <a:r>
              <a:rPr lang="en-GB"/>
              <a:t>Placeholder text here may  continue on two lines</a:t>
            </a:r>
            <a:endParaRPr lang="en-GR"/>
          </a:p>
        </p:txBody>
      </p:sp>
      <p:sp>
        <p:nvSpPr>
          <p:cNvPr id="3" name="Text Placeholder 2">
            <a:extLst>
              <a:ext uri="{FF2B5EF4-FFF2-40B4-BE49-F238E27FC236}">
                <a16:creationId xmlns:a16="http://schemas.microsoft.com/office/drawing/2014/main" id="{351FD8D3-8242-185E-607D-2885B7D0F8E1}"/>
              </a:ext>
            </a:extLst>
          </p:cNvPr>
          <p:cNvSpPr>
            <a:spLocks noGrp="1"/>
          </p:cNvSpPr>
          <p:nvPr>
            <p:ph type="body" sz="quarter" idx="16"/>
          </p:nvPr>
        </p:nvSpPr>
        <p:spPr/>
        <p:txBody>
          <a:bodyPr/>
          <a:lstStyle/>
          <a:p>
            <a:r>
              <a:rPr lang="en-GB"/>
              <a:t>Meeting Location/Description</a:t>
            </a:r>
          </a:p>
        </p:txBody>
      </p:sp>
      <p:sp>
        <p:nvSpPr>
          <p:cNvPr id="4" name="Text Placeholder 3">
            <a:extLst>
              <a:ext uri="{FF2B5EF4-FFF2-40B4-BE49-F238E27FC236}">
                <a16:creationId xmlns:a16="http://schemas.microsoft.com/office/drawing/2014/main" id="{3DF70E70-3D14-7895-2BAE-69BF8BA8A27C}"/>
              </a:ext>
            </a:extLst>
          </p:cNvPr>
          <p:cNvSpPr>
            <a:spLocks noGrp="1"/>
          </p:cNvSpPr>
          <p:nvPr>
            <p:ph type="body" sz="quarter" idx="17"/>
          </p:nvPr>
        </p:nvSpPr>
        <p:spPr/>
        <p:txBody>
          <a:bodyPr/>
          <a:lstStyle/>
          <a:p>
            <a:r>
              <a:rPr lang="en-GB"/>
              <a:t>DD/MM/YYYY</a:t>
            </a:r>
          </a:p>
        </p:txBody>
      </p:sp>
      <p:sp>
        <p:nvSpPr>
          <p:cNvPr id="5" name="Text Placeholder 4">
            <a:extLst>
              <a:ext uri="{FF2B5EF4-FFF2-40B4-BE49-F238E27FC236}">
                <a16:creationId xmlns:a16="http://schemas.microsoft.com/office/drawing/2014/main" id="{E4F4EB8E-BFFC-B7ED-73C8-D70A4F45D3BE}"/>
              </a:ext>
            </a:extLst>
          </p:cNvPr>
          <p:cNvSpPr>
            <a:spLocks noGrp="1"/>
          </p:cNvSpPr>
          <p:nvPr>
            <p:ph type="body" sz="quarter" idx="18"/>
          </p:nvPr>
        </p:nvSpPr>
        <p:spPr/>
        <p:txBody>
          <a:bodyPr/>
          <a:lstStyle/>
          <a:p>
            <a:r>
              <a:rPr lang="en-US"/>
              <a:t>Subtitle text</a:t>
            </a:r>
            <a:endParaRPr lang="en-GR"/>
          </a:p>
        </p:txBody>
      </p:sp>
    </p:spTree>
    <p:extLst>
      <p:ext uri="{BB962C8B-B14F-4D97-AF65-F5344CB8AC3E}">
        <p14:creationId xmlns:p14="http://schemas.microsoft.com/office/powerpoint/2010/main" val="7196586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6E06896-7D1A-2851-0844-FA162C9598ED}"/>
              </a:ext>
            </a:extLst>
          </p:cNvPr>
          <p:cNvSpPr>
            <a:spLocks noGrp="1"/>
          </p:cNvSpPr>
          <p:nvPr>
            <p:ph type="body" sz="quarter" idx="14"/>
          </p:nvPr>
        </p:nvSpPr>
        <p:spPr/>
        <p:txBody>
          <a:bodyPr/>
          <a:lstStyle/>
          <a:p>
            <a:r>
              <a:rPr lang="en-GB"/>
              <a:t>Placeholder text here may  continue on two lines</a:t>
            </a:r>
            <a:endParaRPr lang="en-GR"/>
          </a:p>
        </p:txBody>
      </p:sp>
      <p:sp>
        <p:nvSpPr>
          <p:cNvPr id="3" name="Text Placeholder 2">
            <a:extLst>
              <a:ext uri="{FF2B5EF4-FFF2-40B4-BE49-F238E27FC236}">
                <a16:creationId xmlns:a16="http://schemas.microsoft.com/office/drawing/2014/main" id="{6439F77E-035E-1131-A0A2-F2E038B3CC4D}"/>
              </a:ext>
            </a:extLst>
          </p:cNvPr>
          <p:cNvSpPr>
            <a:spLocks noGrp="1"/>
          </p:cNvSpPr>
          <p:nvPr>
            <p:ph type="body" sz="quarter" idx="16"/>
          </p:nvPr>
        </p:nvSpPr>
        <p:spPr/>
        <p:txBody>
          <a:bodyPr/>
          <a:lstStyle/>
          <a:p>
            <a:r>
              <a:rPr lang="en-GB"/>
              <a:t>Meeting Location/Description</a:t>
            </a:r>
          </a:p>
        </p:txBody>
      </p:sp>
      <p:sp>
        <p:nvSpPr>
          <p:cNvPr id="4" name="Text Placeholder 3">
            <a:extLst>
              <a:ext uri="{FF2B5EF4-FFF2-40B4-BE49-F238E27FC236}">
                <a16:creationId xmlns:a16="http://schemas.microsoft.com/office/drawing/2014/main" id="{E709EE83-8BC5-D654-7969-DE770B7F88B7}"/>
              </a:ext>
            </a:extLst>
          </p:cNvPr>
          <p:cNvSpPr>
            <a:spLocks noGrp="1"/>
          </p:cNvSpPr>
          <p:nvPr>
            <p:ph type="body" sz="quarter" idx="17"/>
          </p:nvPr>
        </p:nvSpPr>
        <p:spPr/>
        <p:txBody>
          <a:bodyPr/>
          <a:lstStyle/>
          <a:p>
            <a:r>
              <a:rPr lang="en-GB"/>
              <a:t>DD/MM/YYYY</a:t>
            </a:r>
          </a:p>
        </p:txBody>
      </p:sp>
      <p:sp>
        <p:nvSpPr>
          <p:cNvPr id="5" name="Text Placeholder 4">
            <a:extLst>
              <a:ext uri="{FF2B5EF4-FFF2-40B4-BE49-F238E27FC236}">
                <a16:creationId xmlns:a16="http://schemas.microsoft.com/office/drawing/2014/main" id="{01AA0998-075E-936A-AEF7-861114EEC6CB}"/>
              </a:ext>
            </a:extLst>
          </p:cNvPr>
          <p:cNvSpPr>
            <a:spLocks noGrp="1"/>
          </p:cNvSpPr>
          <p:nvPr>
            <p:ph type="body" sz="quarter" idx="18"/>
          </p:nvPr>
        </p:nvSpPr>
        <p:spPr/>
        <p:txBody>
          <a:bodyPr/>
          <a:lstStyle/>
          <a:p>
            <a:r>
              <a:rPr lang="en-US"/>
              <a:t>Subtitle text</a:t>
            </a:r>
            <a:endParaRPr lang="en-GR"/>
          </a:p>
        </p:txBody>
      </p:sp>
    </p:spTree>
    <p:extLst>
      <p:ext uri="{BB962C8B-B14F-4D97-AF65-F5344CB8AC3E}">
        <p14:creationId xmlns:p14="http://schemas.microsoft.com/office/powerpoint/2010/main" val="34156868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63EAF06-A752-6176-ABF0-AF95A131B556}"/>
              </a:ext>
            </a:extLst>
          </p:cNvPr>
          <p:cNvSpPr>
            <a:spLocks noGrp="1"/>
          </p:cNvSpPr>
          <p:nvPr>
            <p:ph type="body" sz="quarter" idx="14"/>
          </p:nvPr>
        </p:nvSpPr>
        <p:spPr/>
        <p:txBody>
          <a:bodyPr/>
          <a:lstStyle/>
          <a:p>
            <a:r>
              <a:rPr lang="en-GB"/>
              <a:t>Placeholder text here may  continue on two lines</a:t>
            </a:r>
            <a:endParaRPr lang="en-GR"/>
          </a:p>
        </p:txBody>
      </p:sp>
      <p:sp>
        <p:nvSpPr>
          <p:cNvPr id="3" name="Text Placeholder 2">
            <a:extLst>
              <a:ext uri="{FF2B5EF4-FFF2-40B4-BE49-F238E27FC236}">
                <a16:creationId xmlns:a16="http://schemas.microsoft.com/office/drawing/2014/main" id="{A5667371-D331-02FA-75C5-D41192EE7318}"/>
              </a:ext>
            </a:extLst>
          </p:cNvPr>
          <p:cNvSpPr>
            <a:spLocks noGrp="1"/>
          </p:cNvSpPr>
          <p:nvPr>
            <p:ph type="body" sz="quarter" idx="16"/>
          </p:nvPr>
        </p:nvSpPr>
        <p:spPr/>
        <p:txBody>
          <a:bodyPr/>
          <a:lstStyle/>
          <a:p>
            <a:r>
              <a:rPr lang="en-GB"/>
              <a:t>Meeting Location/Description</a:t>
            </a:r>
          </a:p>
        </p:txBody>
      </p:sp>
      <p:sp>
        <p:nvSpPr>
          <p:cNvPr id="4" name="Text Placeholder 3">
            <a:extLst>
              <a:ext uri="{FF2B5EF4-FFF2-40B4-BE49-F238E27FC236}">
                <a16:creationId xmlns:a16="http://schemas.microsoft.com/office/drawing/2014/main" id="{F27A112C-4378-DCC8-043B-E01CFD07AC04}"/>
              </a:ext>
            </a:extLst>
          </p:cNvPr>
          <p:cNvSpPr>
            <a:spLocks noGrp="1"/>
          </p:cNvSpPr>
          <p:nvPr>
            <p:ph type="body" sz="quarter" idx="17"/>
          </p:nvPr>
        </p:nvSpPr>
        <p:spPr/>
        <p:txBody>
          <a:bodyPr/>
          <a:lstStyle/>
          <a:p>
            <a:r>
              <a:rPr lang="en-GB"/>
              <a:t>DD/MM/YYYY</a:t>
            </a:r>
          </a:p>
        </p:txBody>
      </p:sp>
      <p:sp>
        <p:nvSpPr>
          <p:cNvPr id="5" name="Text Placeholder 4">
            <a:extLst>
              <a:ext uri="{FF2B5EF4-FFF2-40B4-BE49-F238E27FC236}">
                <a16:creationId xmlns:a16="http://schemas.microsoft.com/office/drawing/2014/main" id="{B2C9BF5C-6453-C691-1F85-AA6309F221FA}"/>
              </a:ext>
            </a:extLst>
          </p:cNvPr>
          <p:cNvSpPr>
            <a:spLocks noGrp="1"/>
          </p:cNvSpPr>
          <p:nvPr>
            <p:ph type="body" sz="quarter" idx="18"/>
          </p:nvPr>
        </p:nvSpPr>
        <p:spPr/>
        <p:txBody>
          <a:bodyPr/>
          <a:lstStyle/>
          <a:p>
            <a:r>
              <a:rPr lang="en-US"/>
              <a:t>Subtitle text</a:t>
            </a:r>
            <a:endParaRPr lang="en-GR"/>
          </a:p>
        </p:txBody>
      </p:sp>
    </p:spTree>
    <p:extLst>
      <p:ext uri="{BB962C8B-B14F-4D97-AF65-F5344CB8AC3E}">
        <p14:creationId xmlns:p14="http://schemas.microsoft.com/office/powerpoint/2010/main" val="21020104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87B6923-D81D-8032-415D-F65018F29FA3}"/>
              </a:ext>
            </a:extLst>
          </p:cNvPr>
          <p:cNvSpPr>
            <a:spLocks noGrp="1"/>
          </p:cNvSpPr>
          <p:nvPr>
            <p:ph type="body" sz="quarter" idx="14"/>
          </p:nvPr>
        </p:nvSpPr>
        <p:spPr/>
        <p:txBody>
          <a:bodyPr/>
          <a:lstStyle/>
          <a:p>
            <a:r>
              <a:rPr lang="en-GB"/>
              <a:t>Placeholder text here may  continue on two lines</a:t>
            </a:r>
            <a:endParaRPr lang="en-GR"/>
          </a:p>
        </p:txBody>
      </p:sp>
      <p:sp>
        <p:nvSpPr>
          <p:cNvPr id="3" name="Text Placeholder 2">
            <a:extLst>
              <a:ext uri="{FF2B5EF4-FFF2-40B4-BE49-F238E27FC236}">
                <a16:creationId xmlns:a16="http://schemas.microsoft.com/office/drawing/2014/main" id="{FFD5B3D9-8B4C-3C08-CD51-D3DB031181A2}"/>
              </a:ext>
            </a:extLst>
          </p:cNvPr>
          <p:cNvSpPr>
            <a:spLocks noGrp="1"/>
          </p:cNvSpPr>
          <p:nvPr>
            <p:ph type="body" sz="quarter" idx="16"/>
          </p:nvPr>
        </p:nvSpPr>
        <p:spPr>
          <a:xfrm>
            <a:off x="342031" y="4190757"/>
            <a:ext cx="7190705" cy="315343"/>
          </a:xfrm>
        </p:spPr>
        <p:txBody>
          <a:bodyPr/>
          <a:lstStyle/>
          <a:p>
            <a:r>
              <a:rPr lang="en-GB"/>
              <a:t>Meeting Location/Description</a:t>
            </a:r>
          </a:p>
        </p:txBody>
      </p:sp>
      <p:sp>
        <p:nvSpPr>
          <p:cNvPr id="4" name="Text Placeholder 3">
            <a:extLst>
              <a:ext uri="{FF2B5EF4-FFF2-40B4-BE49-F238E27FC236}">
                <a16:creationId xmlns:a16="http://schemas.microsoft.com/office/drawing/2014/main" id="{B16CB12C-F5E6-C5B6-A63E-6BF8846DC4DF}"/>
              </a:ext>
            </a:extLst>
          </p:cNvPr>
          <p:cNvSpPr>
            <a:spLocks noGrp="1"/>
          </p:cNvSpPr>
          <p:nvPr>
            <p:ph type="body" sz="quarter" idx="17"/>
          </p:nvPr>
        </p:nvSpPr>
        <p:spPr/>
        <p:txBody>
          <a:bodyPr/>
          <a:lstStyle/>
          <a:p>
            <a:r>
              <a:rPr lang="en-GB"/>
              <a:t>DD/MM/YYYY</a:t>
            </a:r>
          </a:p>
        </p:txBody>
      </p:sp>
      <p:sp>
        <p:nvSpPr>
          <p:cNvPr id="5" name="Text Placeholder 4">
            <a:extLst>
              <a:ext uri="{FF2B5EF4-FFF2-40B4-BE49-F238E27FC236}">
                <a16:creationId xmlns:a16="http://schemas.microsoft.com/office/drawing/2014/main" id="{4EB937A7-5BAC-3A77-7186-52472B93E231}"/>
              </a:ext>
            </a:extLst>
          </p:cNvPr>
          <p:cNvSpPr>
            <a:spLocks noGrp="1"/>
          </p:cNvSpPr>
          <p:nvPr>
            <p:ph type="body" sz="quarter" idx="18"/>
          </p:nvPr>
        </p:nvSpPr>
        <p:spPr/>
        <p:txBody>
          <a:bodyPr/>
          <a:lstStyle/>
          <a:p>
            <a:r>
              <a:rPr lang="en-US"/>
              <a:t>Subtitle text</a:t>
            </a:r>
            <a:endParaRPr lang="en-GR"/>
          </a:p>
        </p:txBody>
      </p:sp>
    </p:spTree>
    <p:extLst>
      <p:ext uri="{BB962C8B-B14F-4D97-AF65-F5344CB8AC3E}">
        <p14:creationId xmlns:p14="http://schemas.microsoft.com/office/powerpoint/2010/main" val="25126718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21D03E8-F89D-684B-3139-6E0022B38D22}"/>
              </a:ext>
            </a:extLst>
          </p:cNvPr>
          <p:cNvSpPr>
            <a:spLocks noGrp="1"/>
          </p:cNvSpPr>
          <p:nvPr>
            <p:ph type="body" sz="quarter" idx="14"/>
          </p:nvPr>
        </p:nvSpPr>
        <p:spPr/>
        <p:txBody>
          <a:bodyPr/>
          <a:lstStyle/>
          <a:p>
            <a:r>
              <a:rPr lang="en-GB"/>
              <a:t>Placeholder text here may  continue on two lines</a:t>
            </a:r>
            <a:endParaRPr lang="en-GR"/>
          </a:p>
        </p:txBody>
      </p:sp>
      <p:sp>
        <p:nvSpPr>
          <p:cNvPr id="3" name="Text Placeholder 2">
            <a:extLst>
              <a:ext uri="{FF2B5EF4-FFF2-40B4-BE49-F238E27FC236}">
                <a16:creationId xmlns:a16="http://schemas.microsoft.com/office/drawing/2014/main" id="{E5377DEC-BDED-B476-9E1B-D409F6F97EC0}"/>
              </a:ext>
            </a:extLst>
          </p:cNvPr>
          <p:cNvSpPr>
            <a:spLocks noGrp="1"/>
          </p:cNvSpPr>
          <p:nvPr>
            <p:ph type="body" sz="quarter" idx="16"/>
          </p:nvPr>
        </p:nvSpPr>
        <p:spPr/>
        <p:txBody>
          <a:bodyPr/>
          <a:lstStyle/>
          <a:p>
            <a:r>
              <a:rPr lang="en-GB"/>
              <a:t>Meeting Location/Description</a:t>
            </a:r>
          </a:p>
        </p:txBody>
      </p:sp>
      <p:sp>
        <p:nvSpPr>
          <p:cNvPr id="4" name="Text Placeholder 3">
            <a:extLst>
              <a:ext uri="{FF2B5EF4-FFF2-40B4-BE49-F238E27FC236}">
                <a16:creationId xmlns:a16="http://schemas.microsoft.com/office/drawing/2014/main" id="{4DF3C18A-F692-7E59-260E-659D75B03145}"/>
              </a:ext>
            </a:extLst>
          </p:cNvPr>
          <p:cNvSpPr>
            <a:spLocks noGrp="1"/>
          </p:cNvSpPr>
          <p:nvPr>
            <p:ph type="body" sz="quarter" idx="17"/>
          </p:nvPr>
        </p:nvSpPr>
        <p:spPr/>
        <p:txBody>
          <a:bodyPr/>
          <a:lstStyle/>
          <a:p>
            <a:r>
              <a:rPr lang="en-GB"/>
              <a:t>DD/MM/YYYY</a:t>
            </a:r>
          </a:p>
        </p:txBody>
      </p:sp>
      <p:sp>
        <p:nvSpPr>
          <p:cNvPr id="5" name="Text Placeholder 4">
            <a:extLst>
              <a:ext uri="{FF2B5EF4-FFF2-40B4-BE49-F238E27FC236}">
                <a16:creationId xmlns:a16="http://schemas.microsoft.com/office/drawing/2014/main" id="{F91B4FBC-A9FB-F97D-D27E-2CFD983B17BE}"/>
              </a:ext>
            </a:extLst>
          </p:cNvPr>
          <p:cNvSpPr>
            <a:spLocks noGrp="1"/>
          </p:cNvSpPr>
          <p:nvPr>
            <p:ph type="body" sz="quarter" idx="18"/>
          </p:nvPr>
        </p:nvSpPr>
        <p:spPr/>
        <p:txBody>
          <a:bodyPr/>
          <a:lstStyle/>
          <a:p>
            <a:r>
              <a:rPr lang="en-US"/>
              <a:t>Subtitle text</a:t>
            </a:r>
            <a:endParaRPr lang="en-GR"/>
          </a:p>
        </p:txBody>
      </p:sp>
    </p:spTree>
    <p:extLst>
      <p:ext uri="{BB962C8B-B14F-4D97-AF65-F5344CB8AC3E}">
        <p14:creationId xmlns:p14="http://schemas.microsoft.com/office/powerpoint/2010/main" val="27069661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5EB09C3-A24C-3587-6695-A5FBE9C3AD3F}"/>
              </a:ext>
            </a:extLst>
          </p:cNvPr>
          <p:cNvSpPr>
            <a:spLocks noGrp="1"/>
          </p:cNvSpPr>
          <p:nvPr>
            <p:ph type="body" sz="quarter" idx="14"/>
          </p:nvPr>
        </p:nvSpPr>
        <p:spPr/>
        <p:txBody>
          <a:bodyPr/>
          <a:lstStyle/>
          <a:p>
            <a:r>
              <a:rPr lang="en-GB"/>
              <a:t>Placeholder text here may  continue on two lines</a:t>
            </a:r>
            <a:endParaRPr lang="en-GR"/>
          </a:p>
        </p:txBody>
      </p:sp>
      <p:sp>
        <p:nvSpPr>
          <p:cNvPr id="3" name="Text Placeholder 2">
            <a:extLst>
              <a:ext uri="{FF2B5EF4-FFF2-40B4-BE49-F238E27FC236}">
                <a16:creationId xmlns:a16="http://schemas.microsoft.com/office/drawing/2014/main" id="{B5EC4FB5-E7FA-1FB2-E5BA-934BBAD093F6}"/>
              </a:ext>
            </a:extLst>
          </p:cNvPr>
          <p:cNvSpPr>
            <a:spLocks noGrp="1"/>
          </p:cNvSpPr>
          <p:nvPr>
            <p:ph type="body" sz="quarter" idx="16"/>
          </p:nvPr>
        </p:nvSpPr>
        <p:spPr/>
        <p:txBody>
          <a:bodyPr/>
          <a:lstStyle/>
          <a:p>
            <a:r>
              <a:rPr lang="en-GB"/>
              <a:t>Meeting Location/Description</a:t>
            </a:r>
          </a:p>
        </p:txBody>
      </p:sp>
      <p:sp>
        <p:nvSpPr>
          <p:cNvPr id="4" name="Text Placeholder 3">
            <a:extLst>
              <a:ext uri="{FF2B5EF4-FFF2-40B4-BE49-F238E27FC236}">
                <a16:creationId xmlns:a16="http://schemas.microsoft.com/office/drawing/2014/main" id="{0107C485-15B8-97CE-D72D-32A1A498487C}"/>
              </a:ext>
            </a:extLst>
          </p:cNvPr>
          <p:cNvSpPr>
            <a:spLocks noGrp="1"/>
          </p:cNvSpPr>
          <p:nvPr>
            <p:ph type="body" sz="quarter" idx="17"/>
          </p:nvPr>
        </p:nvSpPr>
        <p:spPr/>
        <p:txBody>
          <a:bodyPr/>
          <a:lstStyle/>
          <a:p>
            <a:r>
              <a:rPr lang="en-GB"/>
              <a:t>DD/MM/YYYY</a:t>
            </a:r>
          </a:p>
        </p:txBody>
      </p:sp>
      <p:sp>
        <p:nvSpPr>
          <p:cNvPr id="5" name="Text Placeholder 4">
            <a:extLst>
              <a:ext uri="{FF2B5EF4-FFF2-40B4-BE49-F238E27FC236}">
                <a16:creationId xmlns:a16="http://schemas.microsoft.com/office/drawing/2014/main" id="{80389221-0D84-77AC-8064-FD887CF251E6}"/>
              </a:ext>
            </a:extLst>
          </p:cNvPr>
          <p:cNvSpPr>
            <a:spLocks noGrp="1"/>
          </p:cNvSpPr>
          <p:nvPr>
            <p:ph type="body" sz="quarter" idx="18"/>
          </p:nvPr>
        </p:nvSpPr>
        <p:spPr/>
        <p:txBody>
          <a:bodyPr/>
          <a:lstStyle/>
          <a:p>
            <a:r>
              <a:rPr lang="en-US"/>
              <a:t>Subtitle text</a:t>
            </a:r>
            <a:endParaRPr lang="en-GR"/>
          </a:p>
        </p:txBody>
      </p:sp>
    </p:spTree>
    <p:extLst>
      <p:ext uri="{BB962C8B-B14F-4D97-AF65-F5344CB8AC3E}">
        <p14:creationId xmlns:p14="http://schemas.microsoft.com/office/powerpoint/2010/main" val="2751018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09A9DE6-1CCF-9800-DE60-201E3317CD38}"/>
              </a:ext>
            </a:extLst>
          </p:cNvPr>
          <p:cNvSpPr>
            <a:spLocks noGrp="1"/>
          </p:cNvSpPr>
          <p:nvPr>
            <p:ph type="body" sz="quarter" idx="14"/>
          </p:nvPr>
        </p:nvSpPr>
        <p:spPr/>
        <p:txBody>
          <a:bodyPr/>
          <a:lstStyle/>
          <a:p>
            <a:r>
              <a:rPr lang="en-GB"/>
              <a:t>Placeholder text here may  continue on two lines</a:t>
            </a:r>
            <a:endParaRPr lang="en-GR"/>
          </a:p>
        </p:txBody>
      </p:sp>
      <p:sp>
        <p:nvSpPr>
          <p:cNvPr id="7" name="Text Placeholder 2">
            <a:extLst>
              <a:ext uri="{FF2B5EF4-FFF2-40B4-BE49-F238E27FC236}">
                <a16:creationId xmlns:a16="http://schemas.microsoft.com/office/drawing/2014/main" id="{2A5A3B6F-7A0B-05E3-E1B0-E9D18EA05981}"/>
              </a:ext>
            </a:extLst>
          </p:cNvPr>
          <p:cNvSpPr>
            <a:spLocks noGrp="1"/>
          </p:cNvSpPr>
          <p:nvPr>
            <p:ph type="body" sz="quarter" idx="16"/>
          </p:nvPr>
        </p:nvSpPr>
        <p:spPr/>
        <p:txBody>
          <a:bodyPr>
            <a:normAutofit/>
          </a:bodyPr>
          <a:lstStyle/>
          <a:p>
            <a:r>
              <a:rPr lang="en-GB"/>
              <a:t>Meeting Location/Description</a:t>
            </a:r>
          </a:p>
        </p:txBody>
      </p:sp>
      <p:sp>
        <p:nvSpPr>
          <p:cNvPr id="8" name="Text Placeholder 3">
            <a:extLst>
              <a:ext uri="{FF2B5EF4-FFF2-40B4-BE49-F238E27FC236}">
                <a16:creationId xmlns:a16="http://schemas.microsoft.com/office/drawing/2014/main" id="{3CD5767A-6F72-0233-F78F-47A2860AD35E}"/>
              </a:ext>
            </a:extLst>
          </p:cNvPr>
          <p:cNvSpPr>
            <a:spLocks noGrp="1"/>
          </p:cNvSpPr>
          <p:nvPr>
            <p:ph type="body" sz="quarter" idx="17"/>
          </p:nvPr>
        </p:nvSpPr>
        <p:spPr/>
        <p:txBody>
          <a:bodyPr>
            <a:normAutofit/>
          </a:bodyPr>
          <a:lstStyle/>
          <a:p>
            <a:pPr lvl="0"/>
            <a:r>
              <a:rPr lang="en-GB"/>
              <a:t>DD/MM/YYYY</a:t>
            </a:r>
          </a:p>
        </p:txBody>
      </p:sp>
      <p:sp>
        <p:nvSpPr>
          <p:cNvPr id="5" name="Text Placeholder 4">
            <a:extLst>
              <a:ext uri="{FF2B5EF4-FFF2-40B4-BE49-F238E27FC236}">
                <a16:creationId xmlns:a16="http://schemas.microsoft.com/office/drawing/2014/main" id="{860B8822-15DB-C643-B785-17E05296C37E}"/>
              </a:ext>
            </a:extLst>
          </p:cNvPr>
          <p:cNvSpPr>
            <a:spLocks noGrp="1"/>
          </p:cNvSpPr>
          <p:nvPr>
            <p:ph type="body" sz="quarter" idx="18"/>
          </p:nvPr>
        </p:nvSpPr>
        <p:spPr/>
        <p:txBody>
          <a:bodyPr/>
          <a:lstStyle/>
          <a:p>
            <a:r>
              <a:rPr lang="en-US"/>
              <a:t>Subtitle text</a:t>
            </a:r>
            <a:endParaRPr lang="en-GB"/>
          </a:p>
        </p:txBody>
      </p:sp>
    </p:spTree>
    <p:extLst>
      <p:ext uri="{BB962C8B-B14F-4D97-AF65-F5344CB8AC3E}">
        <p14:creationId xmlns:p14="http://schemas.microsoft.com/office/powerpoint/2010/main" val="33148572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69B5430-C1DE-BE8E-42AD-2E423CC1103E}"/>
              </a:ext>
            </a:extLst>
          </p:cNvPr>
          <p:cNvSpPr>
            <a:spLocks noGrp="1"/>
          </p:cNvSpPr>
          <p:nvPr>
            <p:ph type="body" sz="quarter" idx="14"/>
          </p:nvPr>
        </p:nvSpPr>
        <p:spPr/>
        <p:txBody>
          <a:bodyPr/>
          <a:lstStyle/>
          <a:p>
            <a:r>
              <a:rPr lang="en-GB"/>
              <a:t>Placeholder text here may  continue on two lines</a:t>
            </a:r>
            <a:endParaRPr lang="en-GR"/>
          </a:p>
        </p:txBody>
      </p:sp>
      <p:sp>
        <p:nvSpPr>
          <p:cNvPr id="6" name="Text Placeholder 2">
            <a:extLst>
              <a:ext uri="{FF2B5EF4-FFF2-40B4-BE49-F238E27FC236}">
                <a16:creationId xmlns:a16="http://schemas.microsoft.com/office/drawing/2014/main" id="{B1193D7F-DAAD-8870-A725-60A28537C67E}"/>
              </a:ext>
            </a:extLst>
          </p:cNvPr>
          <p:cNvSpPr>
            <a:spLocks noGrp="1"/>
          </p:cNvSpPr>
          <p:nvPr>
            <p:ph type="body" sz="quarter" idx="16"/>
          </p:nvPr>
        </p:nvSpPr>
        <p:spPr/>
        <p:txBody>
          <a:bodyPr>
            <a:normAutofit/>
          </a:bodyPr>
          <a:lstStyle/>
          <a:p>
            <a:r>
              <a:rPr lang="en-GB"/>
              <a:t>Meeting Location/Description</a:t>
            </a:r>
          </a:p>
        </p:txBody>
      </p:sp>
      <p:sp>
        <p:nvSpPr>
          <p:cNvPr id="7" name="Text Placeholder 3">
            <a:extLst>
              <a:ext uri="{FF2B5EF4-FFF2-40B4-BE49-F238E27FC236}">
                <a16:creationId xmlns:a16="http://schemas.microsoft.com/office/drawing/2014/main" id="{C02593D8-4419-ED63-5D49-516A48376097}"/>
              </a:ext>
            </a:extLst>
          </p:cNvPr>
          <p:cNvSpPr>
            <a:spLocks noGrp="1"/>
          </p:cNvSpPr>
          <p:nvPr>
            <p:ph type="body" sz="quarter" idx="17"/>
          </p:nvPr>
        </p:nvSpPr>
        <p:spPr/>
        <p:txBody>
          <a:bodyPr>
            <a:normAutofit/>
          </a:bodyPr>
          <a:lstStyle/>
          <a:p>
            <a:pPr lvl="0"/>
            <a:r>
              <a:rPr lang="en-GB"/>
              <a:t>DD/MM/YYYY</a:t>
            </a:r>
          </a:p>
        </p:txBody>
      </p:sp>
      <p:sp>
        <p:nvSpPr>
          <p:cNvPr id="5" name="Text Placeholder 4">
            <a:extLst>
              <a:ext uri="{FF2B5EF4-FFF2-40B4-BE49-F238E27FC236}">
                <a16:creationId xmlns:a16="http://schemas.microsoft.com/office/drawing/2014/main" id="{B71F3713-ABD1-5AF4-2F2A-1B87C9011DEA}"/>
              </a:ext>
            </a:extLst>
          </p:cNvPr>
          <p:cNvSpPr>
            <a:spLocks noGrp="1"/>
          </p:cNvSpPr>
          <p:nvPr>
            <p:ph type="body" sz="quarter" idx="18"/>
          </p:nvPr>
        </p:nvSpPr>
        <p:spPr/>
        <p:txBody>
          <a:bodyPr/>
          <a:lstStyle/>
          <a:p>
            <a:r>
              <a:rPr lang="en-US"/>
              <a:t>Subtitle text</a:t>
            </a:r>
            <a:endParaRPr lang="en-GB"/>
          </a:p>
        </p:txBody>
      </p:sp>
    </p:spTree>
    <p:extLst>
      <p:ext uri="{BB962C8B-B14F-4D97-AF65-F5344CB8AC3E}">
        <p14:creationId xmlns:p14="http://schemas.microsoft.com/office/powerpoint/2010/main" val="24669297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F7C9EB-996A-A686-A6B2-C806378EC56A}"/>
              </a:ext>
            </a:extLst>
          </p:cNvPr>
          <p:cNvSpPr>
            <a:spLocks noGrp="1"/>
          </p:cNvSpPr>
          <p:nvPr>
            <p:ph type="body" sz="quarter" idx="14"/>
          </p:nvPr>
        </p:nvSpPr>
        <p:spPr/>
        <p:txBody>
          <a:bodyPr/>
          <a:lstStyle/>
          <a:p>
            <a:r>
              <a:rPr lang="en-GB"/>
              <a:t>Placeholder text here may  continue on two lines</a:t>
            </a:r>
            <a:endParaRPr lang="en-GR"/>
          </a:p>
        </p:txBody>
      </p:sp>
      <p:sp>
        <p:nvSpPr>
          <p:cNvPr id="6" name="Text Placeholder 2">
            <a:extLst>
              <a:ext uri="{FF2B5EF4-FFF2-40B4-BE49-F238E27FC236}">
                <a16:creationId xmlns:a16="http://schemas.microsoft.com/office/drawing/2014/main" id="{57EBD785-D605-6526-F094-8E8C03A4ADD4}"/>
              </a:ext>
            </a:extLst>
          </p:cNvPr>
          <p:cNvSpPr>
            <a:spLocks noGrp="1"/>
          </p:cNvSpPr>
          <p:nvPr>
            <p:ph type="body" sz="quarter" idx="16"/>
          </p:nvPr>
        </p:nvSpPr>
        <p:spPr/>
        <p:txBody>
          <a:bodyPr>
            <a:normAutofit/>
          </a:bodyPr>
          <a:lstStyle/>
          <a:p>
            <a:r>
              <a:rPr lang="en-GB"/>
              <a:t>Meeting Location/Description</a:t>
            </a:r>
          </a:p>
        </p:txBody>
      </p:sp>
      <p:sp>
        <p:nvSpPr>
          <p:cNvPr id="7" name="Text Placeholder 3">
            <a:extLst>
              <a:ext uri="{FF2B5EF4-FFF2-40B4-BE49-F238E27FC236}">
                <a16:creationId xmlns:a16="http://schemas.microsoft.com/office/drawing/2014/main" id="{517A801C-60AF-EEDC-DC45-FE3EAB9C7D77}"/>
              </a:ext>
            </a:extLst>
          </p:cNvPr>
          <p:cNvSpPr>
            <a:spLocks noGrp="1"/>
          </p:cNvSpPr>
          <p:nvPr>
            <p:ph type="body" sz="quarter" idx="17"/>
          </p:nvPr>
        </p:nvSpPr>
        <p:spPr/>
        <p:txBody>
          <a:bodyPr>
            <a:normAutofit/>
          </a:bodyPr>
          <a:lstStyle/>
          <a:p>
            <a:pPr lvl="0"/>
            <a:r>
              <a:rPr lang="en-GB"/>
              <a:t>DD/MM/YYYY</a:t>
            </a:r>
          </a:p>
        </p:txBody>
      </p:sp>
      <p:sp>
        <p:nvSpPr>
          <p:cNvPr id="5" name="Text Placeholder 4">
            <a:extLst>
              <a:ext uri="{FF2B5EF4-FFF2-40B4-BE49-F238E27FC236}">
                <a16:creationId xmlns:a16="http://schemas.microsoft.com/office/drawing/2014/main" id="{13B5D29C-7A91-6A0B-6A37-2E6F0D34EFE6}"/>
              </a:ext>
            </a:extLst>
          </p:cNvPr>
          <p:cNvSpPr>
            <a:spLocks noGrp="1"/>
          </p:cNvSpPr>
          <p:nvPr>
            <p:ph type="body" sz="quarter" idx="18"/>
          </p:nvPr>
        </p:nvSpPr>
        <p:spPr/>
        <p:txBody>
          <a:bodyPr/>
          <a:lstStyle/>
          <a:p>
            <a:r>
              <a:rPr lang="en-US"/>
              <a:t>Subtitle text</a:t>
            </a:r>
            <a:endParaRPr lang="en-GB"/>
          </a:p>
        </p:txBody>
      </p:sp>
    </p:spTree>
    <p:extLst>
      <p:ext uri="{BB962C8B-B14F-4D97-AF65-F5344CB8AC3E}">
        <p14:creationId xmlns:p14="http://schemas.microsoft.com/office/powerpoint/2010/main" val="32758994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07D566-4402-8272-87B1-9278F04BCE3E}"/>
              </a:ext>
            </a:extLst>
          </p:cNvPr>
          <p:cNvSpPr>
            <a:spLocks noGrp="1"/>
          </p:cNvSpPr>
          <p:nvPr>
            <p:ph type="body" sz="quarter" idx="14"/>
          </p:nvPr>
        </p:nvSpPr>
        <p:spPr/>
        <p:txBody>
          <a:bodyPr/>
          <a:lstStyle/>
          <a:p>
            <a:r>
              <a:rPr lang="en-GB"/>
              <a:t>Placeholder text here may  continue on two lines</a:t>
            </a:r>
            <a:endParaRPr lang="en-GR"/>
          </a:p>
        </p:txBody>
      </p:sp>
      <p:sp>
        <p:nvSpPr>
          <p:cNvPr id="6" name="Text Placeholder 2">
            <a:extLst>
              <a:ext uri="{FF2B5EF4-FFF2-40B4-BE49-F238E27FC236}">
                <a16:creationId xmlns:a16="http://schemas.microsoft.com/office/drawing/2014/main" id="{57CDC6E2-4D42-D500-3A26-6973A4A3156A}"/>
              </a:ext>
            </a:extLst>
          </p:cNvPr>
          <p:cNvSpPr>
            <a:spLocks noGrp="1"/>
          </p:cNvSpPr>
          <p:nvPr>
            <p:ph type="body" sz="quarter" idx="16"/>
          </p:nvPr>
        </p:nvSpPr>
        <p:spPr/>
        <p:txBody>
          <a:bodyPr>
            <a:normAutofit/>
          </a:bodyPr>
          <a:lstStyle/>
          <a:p>
            <a:r>
              <a:rPr lang="en-GB"/>
              <a:t>Meeting Location/Description</a:t>
            </a:r>
          </a:p>
        </p:txBody>
      </p:sp>
      <p:sp>
        <p:nvSpPr>
          <p:cNvPr id="7" name="Text Placeholder 3">
            <a:extLst>
              <a:ext uri="{FF2B5EF4-FFF2-40B4-BE49-F238E27FC236}">
                <a16:creationId xmlns:a16="http://schemas.microsoft.com/office/drawing/2014/main" id="{32668F1E-967B-572F-46A1-409D2D4C2B92}"/>
              </a:ext>
            </a:extLst>
          </p:cNvPr>
          <p:cNvSpPr>
            <a:spLocks noGrp="1"/>
          </p:cNvSpPr>
          <p:nvPr>
            <p:ph type="body" sz="quarter" idx="17"/>
          </p:nvPr>
        </p:nvSpPr>
        <p:spPr/>
        <p:txBody>
          <a:bodyPr>
            <a:normAutofit/>
          </a:bodyPr>
          <a:lstStyle/>
          <a:p>
            <a:pPr lvl="0"/>
            <a:r>
              <a:rPr lang="en-GB"/>
              <a:t>DD/MM/YYYY</a:t>
            </a:r>
          </a:p>
        </p:txBody>
      </p:sp>
      <p:sp>
        <p:nvSpPr>
          <p:cNvPr id="5" name="Text Placeholder 4">
            <a:extLst>
              <a:ext uri="{FF2B5EF4-FFF2-40B4-BE49-F238E27FC236}">
                <a16:creationId xmlns:a16="http://schemas.microsoft.com/office/drawing/2014/main" id="{3BDBB70B-B8B0-E650-D630-065A24CF7647}"/>
              </a:ext>
            </a:extLst>
          </p:cNvPr>
          <p:cNvSpPr>
            <a:spLocks noGrp="1"/>
          </p:cNvSpPr>
          <p:nvPr>
            <p:ph type="body" sz="quarter" idx="18"/>
          </p:nvPr>
        </p:nvSpPr>
        <p:spPr/>
        <p:txBody>
          <a:bodyPr/>
          <a:lstStyle/>
          <a:p>
            <a:r>
              <a:rPr lang="en-US"/>
              <a:t>Subtitle text</a:t>
            </a:r>
            <a:endParaRPr lang="en-GB"/>
          </a:p>
        </p:txBody>
      </p:sp>
    </p:spTree>
    <p:extLst>
      <p:ext uri="{BB962C8B-B14F-4D97-AF65-F5344CB8AC3E}">
        <p14:creationId xmlns:p14="http://schemas.microsoft.com/office/powerpoint/2010/main" val="3799317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B43062-6228-FDF6-9DD6-C009B18EB72E}"/>
              </a:ext>
            </a:extLst>
          </p:cNvPr>
          <p:cNvSpPr>
            <a:spLocks noGrp="1"/>
          </p:cNvSpPr>
          <p:nvPr>
            <p:ph type="body" sz="quarter" idx="14"/>
          </p:nvPr>
        </p:nvSpPr>
        <p:spPr/>
        <p:txBody>
          <a:bodyPr/>
          <a:lstStyle/>
          <a:p>
            <a:r>
              <a:rPr lang="en-GB"/>
              <a:t>Placeholder text here may  continue on two lines</a:t>
            </a:r>
            <a:endParaRPr lang="en-GR"/>
          </a:p>
        </p:txBody>
      </p:sp>
      <p:sp>
        <p:nvSpPr>
          <p:cNvPr id="6" name="Text Placeholder 2">
            <a:extLst>
              <a:ext uri="{FF2B5EF4-FFF2-40B4-BE49-F238E27FC236}">
                <a16:creationId xmlns:a16="http://schemas.microsoft.com/office/drawing/2014/main" id="{5429F0C5-9214-D123-A35F-716263EF0C53}"/>
              </a:ext>
            </a:extLst>
          </p:cNvPr>
          <p:cNvSpPr>
            <a:spLocks noGrp="1"/>
          </p:cNvSpPr>
          <p:nvPr>
            <p:ph type="body" sz="quarter" idx="16"/>
          </p:nvPr>
        </p:nvSpPr>
        <p:spPr/>
        <p:txBody>
          <a:bodyPr>
            <a:normAutofit/>
          </a:bodyPr>
          <a:lstStyle/>
          <a:p>
            <a:r>
              <a:rPr lang="en-GB"/>
              <a:t>Meeting Location/Description</a:t>
            </a:r>
          </a:p>
        </p:txBody>
      </p:sp>
      <p:sp>
        <p:nvSpPr>
          <p:cNvPr id="7" name="Text Placeholder 3">
            <a:extLst>
              <a:ext uri="{FF2B5EF4-FFF2-40B4-BE49-F238E27FC236}">
                <a16:creationId xmlns:a16="http://schemas.microsoft.com/office/drawing/2014/main" id="{2E7E2B44-ACC0-FFAB-65ED-9F45C8D32B86}"/>
              </a:ext>
            </a:extLst>
          </p:cNvPr>
          <p:cNvSpPr>
            <a:spLocks noGrp="1"/>
          </p:cNvSpPr>
          <p:nvPr>
            <p:ph type="body" sz="quarter" idx="17"/>
          </p:nvPr>
        </p:nvSpPr>
        <p:spPr/>
        <p:txBody>
          <a:bodyPr>
            <a:normAutofit/>
          </a:bodyPr>
          <a:lstStyle/>
          <a:p>
            <a:pPr lvl="0"/>
            <a:r>
              <a:rPr lang="en-GB"/>
              <a:t>DD/MM/YYYY</a:t>
            </a:r>
          </a:p>
        </p:txBody>
      </p:sp>
      <p:sp>
        <p:nvSpPr>
          <p:cNvPr id="5" name="Text Placeholder 4">
            <a:extLst>
              <a:ext uri="{FF2B5EF4-FFF2-40B4-BE49-F238E27FC236}">
                <a16:creationId xmlns:a16="http://schemas.microsoft.com/office/drawing/2014/main" id="{309DB6BE-0DA9-FF8E-CA13-A13727F4571A}"/>
              </a:ext>
            </a:extLst>
          </p:cNvPr>
          <p:cNvSpPr>
            <a:spLocks noGrp="1"/>
          </p:cNvSpPr>
          <p:nvPr>
            <p:ph type="body" sz="quarter" idx="18"/>
          </p:nvPr>
        </p:nvSpPr>
        <p:spPr/>
        <p:txBody>
          <a:bodyPr/>
          <a:lstStyle/>
          <a:p>
            <a:r>
              <a:rPr lang="en-US"/>
              <a:t>Subtitle text</a:t>
            </a:r>
            <a:endParaRPr lang="en-GB"/>
          </a:p>
        </p:txBody>
      </p:sp>
    </p:spTree>
    <p:extLst>
      <p:ext uri="{BB962C8B-B14F-4D97-AF65-F5344CB8AC3E}">
        <p14:creationId xmlns:p14="http://schemas.microsoft.com/office/powerpoint/2010/main" val="32942769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FEC6E27-0C09-4F0C-CD27-E9406614664C}"/>
              </a:ext>
            </a:extLst>
          </p:cNvPr>
          <p:cNvSpPr>
            <a:spLocks noGrp="1"/>
          </p:cNvSpPr>
          <p:nvPr>
            <p:ph type="body" sz="quarter" idx="14"/>
          </p:nvPr>
        </p:nvSpPr>
        <p:spPr/>
        <p:txBody>
          <a:bodyPr/>
          <a:lstStyle/>
          <a:p>
            <a:r>
              <a:rPr lang="en-GB"/>
              <a:t>Placeholder text here may  continue on two lines</a:t>
            </a:r>
            <a:endParaRPr lang="en-GR"/>
          </a:p>
        </p:txBody>
      </p:sp>
      <p:sp>
        <p:nvSpPr>
          <p:cNvPr id="6" name="Text Placeholder 2">
            <a:extLst>
              <a:ext uri="{FF2B5EF4-FFF2-40B4-BE49-F238E27FC236}">
                <a16:creationId xmlns:a16="http://schemas.microsoft.com/office/drawing/2014/main" id="{FDB0A08A-AC0B-6AB3-916A-2C09EE6D76D8}"/>
              </a:ext>
            </a:extLst>
          </p:cNvPr>
          <p:cNvSpPr>
            <a:spLocks noGrp="1"/>
          </p:cNvSpPr>
          <p:nvPr>
            <p:ph type="body" sz="quarter" idx="16"/>
          </p:nvPr>
        </p:nvSpPr>
        <p:spPr/>
        <p:txBody>
          <a:bodyPr>
            <a:normAutofit/>
          </a:bodyPr>
          <a:lstStyle/>
          <a:p>
            <a:r>
              <a:rPr lang="en-GB"/>
              <a:t>Meeting Location/Description</a:t>
            </a:r>
          </a:p>
        </p:txBody>
      </p:sp>
      <p:sp>
        <p:nvSpPr>
          <p:cNvPr id="7" name="Text Placeholder 3">
            <a:extLst>
              <a:ext uri="{FF2B5EF4-FFF2-40B4-BE49-F238E27FC236}">
                <a16:creationId xmlns:a16="http://schemas.microsoft.com/office/drawing/2014/main" id="{325562EF-65D2-075B-0536-073BB301B7E1}"/>
              </a:ext>
            </a:extLst>
          </p:cNvPr>
          <p:cNvSpPr>
            <a:spLocks noGrp="1"/>
          </p:cNvSpPr>
          <p:nvPr>
            <p:ph type="body" sz="quarter" idx="17"/>
          </p:nvPr>
        </p:nvSpPr>
        <p:spPr/>
        <p:txBody>
          <a:bodyPr>
            <a:normAutofit/>
          </a:bodyPr>
          <a:lstStyle/>
          <a:p>
            <a:pPr lvl="0"/>
            <a:r>
              <a:rPr lang="en-GB"/>
              <a:t>DD/MM/YYYY</a:t>
            </a:r>
          </a:p>
        </p:txBody>
      </p:sp>
      <p:sp>
        <p:nvSpPr>
          <p:cNvPr id="5" name="Text Placeholder 4">
            <a:extLst>
              <a:ext uri="{FF2B5EF4-FFF2-40B4-BE49-F238E27FC236}">
                <a16:creationId xmlns:a16="http://schemas.microsoft.com/office/drawing/2014/main" id="{A1C8025B-F73A-CDA9-5C57-741EBEDD749C}"/>
              </a:ext>
            </a:extLst>
          </p:cNvPr>
          <p:cNvSpPr>
            <a:spLocks noGrp="1"/>
          </p:cNvSpPr>
          <p:nvPr>
            <p:ph type="body" sz="quarter" idx="18"/>
          </p:nvPr>
        </p:nvSpPr>
        <p:spPr/>
        <p:txBody>
          <a:bodyPr/>
          <a:lstStyle/>
          <a:p>
            <a:r>
              <a:rPr lang="en-US"/>
              <a:t>Subtitle text</a:t>
            </a:r>
            <a:endParaRPr lang="en-GB"/>
          </a:p>
        </p:txBody>
      </p:sp>
    </p:spTree>
    <p:extLst>
      <p:ext uri="{BB962C8B-B14F-4D97-AF65-F5344CB8AC3E}">
        <p14:creationId xmlns:p14="http://schemas.microsoft.com/office/powerpoint/2010/main" val="38113659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44C0E1-01A0-75B6-FA56-FF4AB1E7CC6E}"/>
              </a:ext>
            </a:extLst>
          </p:cNvPr>
          <p:cNvSpPr>
            <a:spLocks noGrp="1"/>
          </p:cNvSpPr>
          <p:nvPr>
            <p:ph type="body" sz="quarter" idx="14"/>
          </p:nvPr>
        </p:nvSpPr>
        <p:spPr/>
        <p:txBody>
          <a:bodyPr/>
          <a:lstStyle/>
          <a:p>
            <a:r>
              <a:rPr lang="en-GB"/>
              <a:t>Placeholder text here may  continue on two lines</a:t>
            </a:r>
            <a:endParaRPr lang="en-GR"/>
          </a:p>
        </p:txBody>
      </p:sp>
      <p:sp>
        <p:nvSpPr>
          <p:cNvPr id="6" name="Text Placeholder 2">
            <a:extLst>
              <a:ext uri="{FF2B5EF4-FFF2-40B4-BE49-F238E27FC236}">
                <a16:creationId xmlns:a16="http://schemas.microsoft.com/office/drawing/2014/main" id="{052E43AC-E53F-22DC-B932-465D53444896}"/>
              </a:ext>
            </a:extLst>
          </p:cNvPr>
          <p:cNvSpPr>
            <a:spLocks noGrp="1"/>
          </p:cNvSpPr>
          <p:nvPr>
            <p:ph type="body" sz="quarter" idx="16"/>
          </p:nvPr>
        </p:nvSpPr>
        <p:spPr/>
        <p:txBody>
          <a:bodyPr>
            <a:normAutofit/>
          </a:bodyPr>
          <a:lstStyle/>
          <a:p>
            <a:r>
              <a:rPr lang="en-GB"/>
              <a:t>Meeting Location/Description</a:t>
            </a:r>
          </a:p>
        </p:txBody>
      </p:sp>
      <p:sp>
        <p:nvSpPr>
          <p:cNvPr id="7" name="Text Placeholder 3">
            <a:extLst>
              <a:ext uri="{FF2B5EF4-FFF2-40B4-BE49-F238E27FC236}">
                <a16:creationId xmlns:a16="http://schemas.microsoft.com/office/drawing/2014/main" id="{79A09D32-F0AE-9CE0-4AC3-AE09C294B1FC}"/>
              </a:ext>
            </a:extLst>
          </p:cNvPr>
          <p:cNvSpPr>
            <a:spLocks noGrp="1"/>
          </p:cNvSpPr>
          <p:nvPr>
            <p:ph type="body" sz="quarter" idx="17"/>
          </p:nvPr>
        </p:nvSpPr>
        <p:spPr/>
        <p:txBody>
          <a:bodyPr>
            <a:normAutofit/>
          </a:bodyPr>
          <a:lstStyle/>
          <a:p>
            <a:pPr lvl="0"/>
            <a:r>
              <a:rPr lang="en-GB"/>
              <a:t>DD/MM/YYYY</a:t>
            </a:r>
          </a:p>
        </p:txBody>
      </p:sp>
      <p:sp>
        <p:nvSpPr>
          <p:cNvPr id="5" name="Text Placeholder 4">
            <a:extLst>
              <a:ext uri="{FF2B5EF4-FFF2-40B4-BE49-F238E27FC236}">
                <a16:creationId xmlns:a16="http://schemas.microsoft.com/office/drawing/2014/main" id="{ECA23539-03FB-1EA6-BFC6-9C52313244B3}"/>
              </a:ext>
            </a:extLst>
          </p:cNvPr>
          <p:cNvSpPr>
            <a:spLocks noGrp="1"/>
          </p:cNvSpPr>
          <p:nvPr>
            <p:ph type="body" sz="quarter" idx="18"/>
          </p:nvPr>
        </p:nvSpPr>
        <p:spPr/>
        <p:txBody>
          <a:bodyPr/>
          <a:lstStyle/>
          <a:p>
            <a:r>
              <a:rPr lang="en-US"/>
              <a:t>Subtitle text</a:t>
            </a:r>
            <a:endParaRPr lang="en-GB"/>
          </a:p>
        </p:txBody>
      </p:sp>
    </p:spTree>
    <p:extLst>
      <p:ext uri="{BB962C8B-B14F-4D97-AF65-F5344CB8AC3E}">
        <p14:creationId xmlns:p14="http://schemas.microsoft.com/office/powerpoint/2010/main" val="10550620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370F5EB-14D1-27F1-A960-9E2EBD5FD37C}"/>
              </a:ext>
            </a:extLst>
          </p:cNvPr>
          <p:cNvSpPr>
            <a:spLocks noGrp="1"/>
          </p:cNvSpPr>
          <p:nvPr>
            <p:ph type="body" sz="quarter" idx="14"/>
          </p:nvPr>
        </p:nvSpPr>
        <p:spPr/>
        <p:txBody>
          <a:bodyPr/>
          <a:lstStyle/>
          <a:p>
            <a:r>
              <a:rPr lang="en-GB"/>
              <a:t>Placeholder text here may  continue on two lines</a:t>
            </a:r>
            <a:endParaRPr lang="en-GR"/>
          </a:p>
        </p:txBody>
      </p:sp>
      <p:sp>
        <p:nvSpPr>
          <p:cNvPr id="6" name="Text Placeholder 2">
            <a:extLst>
              <a:ext uri="{FF2B5EF4-FFF2-40B4-BE49-F238E27FC236}">
                <a16:creationId xmlns:a16="http://schemas.microsoft.com/office/drawing/2014/main" id="{F707900A-9D79-0F7B-1A52-9DC346B5A2F8}"/>
              </a:ext>
            </a:extLst>
          </p:cNvPr>
          <p:cNvSpPr>
            <a:spLocks noGrp="1"/>
          </p:cNvSpPr>
          <p:nvPr>
            <p:ph type="body" sz="quarter" idx="16"/>
          </p:nvPr>
        </p:nvSpPr>
        <p:spPr/>
        <p:txBody>
          <a:bodyPr>
            <a:normAutofit/>
          </a:bodyPr>
          <a:lstStyle/>
          <a:p>
            <a:r>
              <a:rPr lang="en-GB"/>
              <a:t>Meeting Location/Description</a:t>
            </a:r>
          </a:p>
        </p:txBody>
      </p:sp>
      <p:sp>
        <p:nvSpPr>
          <p:cNvPr id="7" name="Text Placeholder 3">
            <a:extLst>
              <a:ext uri="{FF2B5EF4-FFF2-40B4-BE49-F238E27FC236}">
                <a16:creationId xmlns:a16="http://schemas.microsoft.com/office/drawing/2014/main" id="{6BFFDB46-DD37-DD20-06C2-E7AF34904D49}"/>
              </a:ext>
            </a:extLst>
          </p:cNvPr>
          <p:cNvSpPr>
            <a:spLocks noGrp="1"/>
          </p:cNvSpPr>
          <p:nvPr>
            <p:ph type="body" sz="quarter" idx="17"/>
          </p:nvPr>
        </p:nvSpPr>
        <p:spPr/>
        <p:txBody>
          <a:bodyPr>
            <a:normAutofit/>
          </a:bodyPr>
          <a:lstStyle/>
          <a:p>
            <a:pPr lvl="0"/>
            <a:r>
              <a:rPr lang="en-GB"/>
              <a:t>DD/MM/YYYY</a:t>
            </a:r>
          </a:p>
        </p:txBody>
      </p:sp>
      <p:sp>
        <p:nvSpPr>
          <p:cNvPr id="5" name="Text Placeholder 4">
            <a:extLst>
              <a:ext uri="{FF2B5EF4-FFF2-40B4-BE49-F238E27FC236}">
                <a16:creationId xmlns:a16="http://schemas.microsoft.com/office/drawing/2014/main" id="{537DA6CB-A303-F888-BBCE-545BECEB2C1E}"/>
              </a:ext>
            </a:extLst>
          </p:cNvPr>
          <p:cNvSpPr>
            <a:spLocks noGrp="1"/>
          </p:cNvSpPr>
          <p:nvPr>
            <p:ph type="body" sz="quarter" idx="18"/>
          </p:nvPr>
        </p:nvSpPr>
        <p:spPr/>
        <p:txBody>
          <a:bodyPr/>
          <a:lstStyle/>
          <a:p>
            <a:r>
              <a:rPr lang="en-US"/>
              <a:t>Subtitle text</a:t>
            </a:r>
            <a:endParaRPr lang="en-GB"/>
          </a:p>
        </p:txBody>
      </p:sp>
    </p:spTree>
    <p:extLst>
      <p:ext uri="{BB962C8B-B14F-4D97-AF65-F5344CB8AC3E}">
        <p14:creationId xmlns:p14="http://schemas.microsoft.com/office/powerpoint/2010/main" val="20411015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5DA51-8324-6C71-20C6-F79AA5BFFE7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03FEEE8-CA70-B585-0664-0390059F78D0}"/>
              </a:ext>
            </a:extLst>
          </p:cNvPr>
          <p:cNvSpPr>
            <a:spLocks noGrp="1"/>
          </p:cNvSpPr>
          <p:nvPr>
            <p:ph type="body" sz="quarter" idx="14"/>
          </p:nvPr>
        </p:nvSpPr>
        <p:spPr/>
        <p:txBody>
          <a:bodyPr/>
          <a:lstStyle/>
          <a:p>
            <a:r>
              <a:rPr lang="en-GB"/>
              <a:t>Placeholder text here may  continue on two lines</a:t>
            </a:r>
            <a:endParaRPr lang="en-GR"/>
          </a:p>
        </p:txBody>
      </p:sp>
      <p:sp>
        <p:nvSpPr>
          <p:cNvPr id="6" name="Text Placeholder 2">
            <a:extLst>
              <a:ext uri="{FF2B5EF4-FFF2-40B4-BE49-F238E27FC236}">
                <a16:creationId xmlns:a16="http://schemas.microsoft.com/office/drawing/2014/main" id="{910C0390-0B0D-8497-D3B8-596B5107C3F8}"/>
              </a:ext>
            </a:extLst>
          </p:cNvPr>
          <p:cNvSpPr>
            <a:spLocks noGrp="1"/>
          </p:cNvSpPr>
          <p:nvPr>
            <p:ph type="body" sz="quarter" idx="16"/>
          </p:nvPr>
        </p:nvSpPr>
        <p:spPr/>
        <p:txBody>
          <a:bodyPr>
            <a:normAutofit/>
          </a:bodyPr>
          <a:lstStyle/>
          <a:p>
            <a:r>
              <a:rPr lang="en-GB"/>
              <a:t>Meeting Location/Description</a:t>
            </a:r>
          </a:p>
        </p:txBody>
      </p:sp>
      <p:sp>
        <p:nvSpPr>
          <p:cNvPr id="7" name="Text Placeholder 3">
            <a:extLst>
              <a:ext uri="{FF2B5EF4-FFF2-40B4-BE49-F238E27FC236}">
                <a16:creationId xmlns:a16="http://schemas.microsoft.com/office/drawing/2014/main" id="{FC24FB4B-FE70-4F7D-73C0-C11750006BC7}"/>
              </a:ext>
            </a:extLst>
          </p:cNvPr>
          <p:cNvSpPr>
            <a:spLocks noGrp="1"/>
          </p:cNvSpPr>
          <p:nvPr>
            <p:ph type="body" sz="quarter" idx="17"/>
          </p:nvPr>
        </p:nvSpPr>
        <p:spPr/>
        <p:txBody>
          <a:bodyPr>
            <a:normAutofit/>
          </a:bodyPr>
          <a:lstStyle/>
          <a:p>
            <a:pPr lvl="0"/>
            <a:r>
              <a:rPr lang="en-GB"/>
              <a:t>DD/MM/YYYY</a:t>
            </a:r>
          </a:p>
        </p:txBody>
      </p:sp>
      <p:sp>
        <p:nvSpPr>
          <p:cNvPr id="5" name="Text Placeholder 4">
            <a:extLst>
              <a:ext uri="{FF2B5EF4-FFF2-40B4-BE49-F238E27FC236}">
                <a16:creationId xmlns:a16="http://schemas.microsoft.com/office/drawing/2014/main" id="{89ADF8CE-7733-AA96-6D92-9028C0D33999}"/>
              </a:ext>
            </a:extLst>
          </p:cNvPr>
          <p:cNvSpPr>
            <a:spLocks noGrp="1"/>
          </p:cNvSpPr>
          <p:nvPr>
            <p:ph type="body" sz="quarter" idx="18"/>
          </p:nvPr>
        </p:nvSpPr>
        <p:spPr/>
        <p:txBody>
          <a:bodyPr/>
          <a:lstStyle/>
          <a:p>
            <a:r>
              <a:rPr lang="en-US"/>
              <a:t>Subtitle text</a:t>
            </a:r>
            <a:endParaRPr lang="en-GB"/>
          </a:p>
        </p:txBody>
      </p:sp>
    </p:spTree>
    <p:extLst>
      <p:ext uri="{BB962C8B-B14F-4D97-AF65-F5344CB8AC3E}">
        <p14:creationId xmlns:p14="http://schemas.microsoft.com/office/powerpoint/2010/main" val="40630896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4EF87-05F5-8395-3A1D-431B4823D70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1551952-E6CA-669D-5993-5249BFCFB3BE}"/>
              </a:ext>
            </a:extLst>
          </p:cNvPr>
          <p:cNvSpPr>
            <a:spLocks noGrp="1"/>
          </p:cNvSpPr>
          <p:nvPr>
            <p:ph type="body" sz="quarter" idx="14"/>
          </p:nvPr>
        </p:nvSpPr>
        <p:spPr/>
        <p:txBody>
          <a:bodyPr/>
          <a:lstStyle/>
          <a:p>
            <a:r>
              <a:rPr lang="en-GB"/>
              <a:t>Placeholder text here may  continue on two lines</a:t>
            </a:r>
            <a:endParaRPr lang="en-GR"/>
          </a:p>
        </p:txBody>
      </p:sp>
      <p:sp>
        <p:nvSpPr>
          <p:cNvPr id="6" name="Text Placeholder 2">
            <a:extLst>
              <a:ext uri="{FF2B5EF4-FFF2-40B4-BE49-F238E27FC236}">
                <a16:creationId xmlns:a16="http://schemas.microsoft.com/office/drawing/2014/main" id="{86980277-FD35-1214-1CFD-740FA9F7C6ED}"/>
              </a:ext>
            </a:extLst>
          </p:cNvPr>
          <p:cNvSpPr>
            <a:spLocks noGrp="1"/>
          </p:cNvSpPr>
          <p:nvPr>
            <p:ph type="body" sz="quarter" idx="16"/>
          </p:nvPr>
        </p:nvSpPr>
        <p:spPr/>
        <p:txBody>
          <a:bodyPr>
            <a:normAutofit/>
          </a:bodyPr>
          <a:lstStyle/>
          <a:p>
            <a:r>
              <a:rPr lang="en-GB"/>
              <a:t>Meeting Location/Description</a:t>
            </a:r>
          </a:p>
        </p:txBody>
      </p:sp>
      <p:sp>
        <p:nvSpPr>
          <p:cNvPr id="7" name="Text Placeholder 3">
            <a:extLst>
              <a:ext uri="{FF2B5EF4-FFF2-40B4-BE49-F238E27FC236}">
                <a16:creationId xmlns:a16="http://schemas.microsoft.com/office/drawing/2014/main" id="{A16108FA-B5F7-58ED-2540-581F14284E14}"/>
              </a:ext>
            </a:extLst>
          </p:cNvPr>
          <p:cNvSpPr>
            <a:spLocks noGrp="1"/>
          </p:cNvSpPr>
          <p:nvPr>
            <p:ph type="body" sz="quarter" idx="17"/>
          </p:nvPr>
        </p:nvSpPr>
        <p:spPr/>
        <p:txBody>
          <a:bodyPr>
            <a:normAutofit/>
          </a:bodyPr>
          <a:lstStyle/>
          <a:p>
            <a:pPr lvl="0"/>
            <a:r>
              <a:rPr lang="en-GB"/>
              <a:t>DD/MM/YYYY</a:t>
            </a:r>
          </a:p>
        </p:txBody>
      </p:sp>
      <p:sp>
        <p:nvSpPr>
          <p:cNvPr id="5" name="Text Placeholder 4">
            <a:extLst>
              <a:ext uri="{FF2B5EF4-FFF2-40B4-BE49-F238E27FC236}">
                <a16:creationId xmlns:a16="http://schemas.microsoft.com/office/drawing/2014/main" id="{D9AEFCAC-06EB-8669-F3A4-92A633CB1932}"/>
              </a:ext>
            </a:extLst>
          </p:cNvPr>
          <p:cNvSpPr>
            <a:spLocks noGrp="1"/>
          </p:cNvSpPr>
          <p:nvPr>
            <p:ph type="body" sz="quarter" idx="18"/>
          </p:nvPr>
        </p:nvSpPr>
        <p:spPr/>
        <p:txBody>
          <a:bodyPr/>
          <a:lstStyle/>
          <a:p>
            <a:r>
              <a:rPr lang="en-US"/>
              <a:t>Subtitle text</a:t>
            </a:r>
            <a:endParaRPr lang="en-GB"/>
          </a:p>
        </p:txBody>
      </p:sp>
    </p:spTree>
    <p:extLst>
      <p:ext uri="{BB962C8B-B14F-4D97-AF65-F5344CB8AC3E}">
        <p14:creationId xmlns:p14="http://schemas.microsoft.com/office/powerpoint/2010/main" val="19944951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B0436-37A5-03A4-5CE3-735014EC382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E3B31C2-D6F5-3DEF-05FF-14520D2FC9AA}"/>
              </a:ext>
            </a:extLst>
          </p:cNvPr>
          <p:cNvSpPr>
            <a:spLocks noGrp="1"/>
          </p:cNvSpPr>
          <p:nvPr>
            <p:ph type="body" sz="quarter" idx="14"/>
          </p:nvPr>
        </p:nvSpPr>
        <p:spPr/>
        <p:txBody>
          <a:bodyPr/>
          <a:lstStyle/>
          <a:p>
            <a:r>
              <a:rPr lang="en-GB"/>
              <a:t>Placeholder text here may  continue on two lines</a:t>
            </a:r>
            <a:endParaRPr lang="en-GR"/>
          </a:p>
        </p:txBody>
      </p:sp>
      <p:sp>
        <p:nvSpPr>
          <p:cNvPr id="6" name="Text Placeholder 2">
            <a:extLst>
              <a:ext uri="{FF2B5EF4-FFF2-40B4-BE49-F238E27FC236}">
                <a16:creationId xmlns:a16="http://schemas.microsoft.com/office/drawing/2014/main" id="{C41AD76A-5CFF-94CD-BBE0-B8EBCC38AC05}"/>
              </a:ext>
            </a:extLst>
          </p:cNvPr>
          <p:cNvSpPr>
            <a:spLocks noGrp="1"/>
          </p:cNvSpPr>
          <p:nvPr>
            <p:ph type="body" sz="quarter" idx="16"/>
          </p:nvPr>
        </p:nvSpPr>
        <p:spPr/>
        <p:txBody>
          <a:bodyPr>
            <a:normAutofit/>
          </a:bodyPr>
          <a:lstStyle/>
          <a:p>
            <a:r>
              <a:rPr lang="en-GB"/>
              <a:t>Meeting Location/Description</a:t>
            </a:r>
          </a:p>
        </p:txBody>
      </p:sp>
      <p:sp>
        <p:nvSpPr>
          <p:cNvPr id="7" name="Text Placeholder 3">
            <a:extLst>
              <a:ext uri="{FF2B5EF4-FFF2-40B4-BE49-F238E27FC236}">
                <a16:creationId xmlns:a16="http://schemas.microsoft.com/office/drawing/2014/main" id="{ABFC7022-BFF8-0DEA-073D-147DD1A25F7A}"/>
              </a:ext>
            </a:extLst>
          </p:cNvPr>
          <p:cNvSpPr>
            <a:spLocks noGrp="1"/>
          </p:cNvSpPr>
          <p:nvPr>
            <p:ph type="body" sz="quarter" idx="17"/>
          </p:nvPr>
        </p:nvSpPr>
        <p:spPr/>
        <p:txBody>
          <a:bodyPr>
            <a:normAutofit/>
          </a:bodyPr>
          <a:lstStyle/>
          <a:p>
            <a:pPr lvl="0"/>
            <a:r>
              <a:rPr lang="en-GB"/>
              <a:t>DD/MM/YYYY</a:t>
            </a:r>
          </a:p>
        </p:txBody>
      </p:sp>
      <p:sp>
        <p:nvSpPr>
          <p:cNvPr id="5" name="Text Placeholder 4">
            <a:extLst>
              <a:ext uri="{FF2B5EF4-FFF2-40B4-BE49-F238E27FC236}">
                <a16:creationId xmlns:a16="http://schemas.microsoft.com/office/drawing/2014/main" id="{0B7EA2DF-22D6-E4BA-7233-311A261BC487}"/>
              </a:ext>
            </a:extLst>
          </p:cNvPr>
          <p:cNvSpPr>
            <a:spLocks noGrp="1"/>
          </p:cNvSpPr>
          <p:nvPr>
            <p:ph type="body" sz="quarter" idx="18"/>
          </p:nvPr>
        </p:nvSpPr>
        <p:spPr/>
        <p:txBody>
          <a:bodyPr/>
          <a:lstStyle/>
          <a:p>
            <a:r>
              <a:rPr lang="en-US"/>
              <a:t>Subtitle text</a:t>
            </a:r>
            <a:endParaRPr lang="en-GB"/>
          </a:p>
        </p:txBody>
      </p:sp>
    </p:spTree>
    <p:extLst>
      <p:ext uri="{BB962C8B-B14F-4D97-AF65-F5344CB8AC3E}">
        <p14:creationId xmlns:p14="http://schemas.microsoft.com/office/powerpoint/2010/main" val="36133377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D90ED-5B27-F888-0427-8F1264FEEAD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F650D98-6E7A-6276-3668-CFF47A682B13}"/>
              </a:ext>
            </a:extLst>
          </p:cNvPr>
          <p:cNvSpPr>
            <a:spLocks noGrp="1"/>
          </p:cNvSpPr>
          <p:nvPr>
            <p:ph type="body" sz="quarter" idx="14"/>
          </p:nvPr>
        </p:nvSpPr>
        <p:spPr/>
        <p:txBody>
          <a:bodyPr/>
          <a:lstStyle/>
          <a:p>
            <a:r>
              <a:rPr lang="en-GB"/>
              <a:t>Placeholder text here may  continue on two lines</a:t>
            </a:r>
            <a:endParaRPr lang="en-GR"/>
          </a:p>
        </p:txBody>
      </p:sp>
      <p:sp>
        <p:nvSpPr>
          <p:cNvPr id="6" name="Text Placeholder 2">
            <a:extLst>
              <a:ext uri="{FF2B5EF4-FFF2-40B4-BE49-F238E27FC236}">
                <a16:creationId xmlns:a16="http://schemas.microsoft.com/office/drawing/2014/main" id="{950C3292-AE88-0239-DEFB-8510F1E6FB42}"/>
              </a:ext>
            </a:extLst>
          </p:cNvPr>
          <p:cNvSpPr>
            <a:spLocks noGrp="1"/>
          </p:cNvSpPr>
          <p:nvPr>
            <p:ph type="body" sz="quarter" idx="16"/>
          </p:nvPr>
        </p:nvSpPr>
        <p:spPr/>
        <p:txBody>
          <a:bodyPr>
            <a:normAutofit/>
          </a:bodyPr>
          <a:lstStyle/>
          <a:p>
            <a:r>
              <a:rPr lang="en-GB"/>
              <a:t>Meeting Location/Description</a:t>
            </a:r>
          </a:p>
        </p:txBody>
      </p:sp>
      <p:sp>
        <p:nvSpPr>
          <p:cNvPr id="7" name="Text Placeholder 3">
            <a:extLst>
              <a:ext uri="{FF2B5EF4-FFF2-40B4-BE49-F238E27FC236}">
                <a16:creationId xmlns:a16="http://schemas.microsoft.com/office/drawing/2014/main" id="{BB339CFE-5589-64C7-47D4-607E15381B8D}"/>
              </a:ext>
            </a:extLst>
          </p:cNvPr>
          <p:cNvSpPr>
            <a:spLocks noGrp="1"/>
          </p:cNvSpPr>
          <p:nvPr>
            <p:ph type="body" sz="quarter" idx="17"/>
          </p:nvPr>
        </p:nvSpPr>
        <p:spPr/>
        <p:txBody>
          <a:bodyPr>
            <a:normAutofit/>
          </a:bodyPr>
          <a:lstStyle/>
          <a:p>
            <a:pPr lvl="0"/>
            <a:r>
              <a:rPr lang="en-GB"/>
              <a:t>DD/MM/YYYY</a:t>
            </a:r>
          </a:p>
        </p:txBody>
      </p:sp>
      <p:sp>
        <p:nvSpPr>
          <p:cNvPr id="5" name="Text Placeholder 4">
            <a:extLst>
              <a:ext uri="{FF2B5EF4-FFF2-40B4-BE49-F238E27FC236}">
                <a16:creationId xmlns:a16="http://schemas.microsoft.com/office/drawing/2014/main" id="{0183EBB3-9A4A-88CC-0D83-03B4199988A3}"/>
              </a:ext>
            </a:extLst>
          </p:cNvPr>
          <p:cNvSpPr>
            <a:spLocks noGrp="1"/>
          </p:cNvSpPr>
          <p:nvPr>
            <p:ph type="body" sz="quarter" idx="18"/>
          </p:nvPr>
        </p:nvSpPr>
        <p:spPr/>
        <p:txBody>
          <a:bodyPr/>
          <a:lstStyle/>
          <a:p>
            <a:r>
              <a:rPr lang="en-US"/>
              <a:t>Subtitle text</a:t>
            </a:r>
            <a:endParaRPr lang="en-GB"/>
          </a:p>
        </p:txBody>
      </p:sp>
    </p:spTree>
    <p:extLst>
      <p:ext uri="{BB962C8B-B14F-4D97-AF65-F5344CB8AC3E}">
        <p14:creationId xmlns:p14="http://schemas.microsoft.com/office/powerpoint/2010/main" val="34215266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9BF1F-7875-BC7A-ACC7-2A85D827DE5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A75EB66-CCFD-A1B3-4C04-B1C60058E5DE}"/>
              </a:ext>
            </a:extLst>
          </p:cNvPr>
          <p:cNvSpPr>
            <a:spLocks noGrp="1"/>
          </p:cNvSpPr>
          <p:nvPr>
            <p:ph type="body" sz="quarter" idx="14"/>
          </p:nvPr>
        </p:nvSpPr>
        <p:spPr/>
        <p:txBody>
          <a:bodyPr/>
          <a:lstStyle/>
          <a:p>
            <a:r>
              <a:rPr lang="en-GB"/>
              <a:t>Placeholder text here may  continue on two lines</a:t>
            </a:r>
            <a:endParaRPr lang="en-GR"/>
          </a:p>
        </p:txBody>
      </p:sp>
      <p:sp>
        <p:nvSpPr>
          <p:cNvPr id="6" name="Text Placeholder 2">
            <a:extLst>
              <a:ext uri="{FF2B5EF4-FFF2-40B4-BE49-F238E27FC236}">
                <a16:creationId xmlns:a16="http://schemas.microsoft.com/office/drawing/2014/main" id="{DFA2B215-D6A5-3D31-D934-C01C1E0A9A9E}"/>
              </a:ext>
            </a:extLst>
          </p:cNvPr>
          <p:cNvSpPr>
            <a:spLocks noGrp="1"/>
          </p:cNvSpPr>
          <p:nvPr>
            <p:ph type="body" sz="quarter" idx="16"/>
          </p:nvPr>
        </p:nvSpPr>
        <p:spPr/>
        <p:txBody>
          <a:bodyPr>
            <a:normAutofit/>
          </a:bodyPr>
          <a:lstStyle/>
          <a:p>
            <a:r>
              <a:rPr lang="en-GB"/>
              <a:t>Meeting Location/Description</a:t>
            </a:r>
          </a:p>
        </p:txBody>
      </p:sp>
      <p:sp>
        <p:nvSpPr>
          <p:cNvPr id="7" name="Text Placeholder 3">
            <a:extLst>
              <a:ext uri="{FF2B5EF4-FFF2-40B4-BE49-F238E27FC236}">
                <a16:creationId xmlns:a16="http://schemas.microsoft.com/office/drawing/2014/main" id="{690A2AAA-F8FA-3E55-FE8A-ADA39F1D8C71}"/>
              </a:ext>
            </a:extLst>
          </p:cNvPr>
          <p:cNvSpPr>
            <a:spLocks noGrp="1"/>
          </p:cNvSpPr>
          <p:nvPr>
            <p:ph type="body" sz="quarter" idx="17"/>
          </p:nvPr>
        </p:nvSpPr>
        <p:spPr/>
        <p:txBody>
          <a:bodyPr>
            <a:normAutofit/>
          </a:bodyPr>
          <a:lstStyle/>
          <a:p>
            <a:pPr lvl="0"/>
            <a:r>
              <a:rPr lang="en-GB"/>
              <a:t>DD/MM/YYYY</a:t>
            </a:r>
          </a:p>
        </p:txBody>
      </p:sp>
      <p:sp>
        <p:nvSpPr>
          <p:cNvPr id="5" name="Text Placeholder 4">
            <a:extLst>
              <a:ext uri="{FF2B5EF4-FFF2-40B4-BE49-F238E27FC236}">
                <a16:creationId xmlns:a16="http://schemas.microsoft.com/office/drawing/2014/main" id="{532A7BFA-1A07-E3EA-41C1-5D9BE7A32479}"/>
              </a:ext>
            </a:extLst>
          </p:cNvPr>
          <p:cNvSpPr>
            <a:spLocks noGrp="1"/>
          </p:cNvSpPr>
          <p:nvPr>
            <p:ph type="body" sz="quarter" idx="18"/>
          </p:nvPr>
        </p:nvSpPr>
        <p:spPr/>
        <p:txBody>
          <a:bodyPr/>
          <a:lstStyle/>
          <a:p>
            <a:r>
              <a:rPr lang="en-US"/>
              <a:t>Subtitle text</a:t>
            </a:r>
            <a:endParaRPr lang="en-GB"/>
          </a:p>
        </p:txBody>
      </p:sp>
    </p:spTree>
    <p:extLst>
      <p:ext uri="{BB962C8B-B14F-4D97-AF65-F5344CB8AC3E}">
        <p14:creationId xmlns:p14="http://schemas.microsoft.com/office/powerpoint/2010/main" val="38325166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635B4-687C-0F33-98A0-9E6A222BD3B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E914065-FC3F-333C-3729-5E777CDDE75F}"/>
              </a:ext>
            </a:extLst>
          </p:cNvPr>
          <p:cNvSpPr>
            <a:spLocks noGrp="1"/>
          </p:cNvSpPr>
          <p:nvPr>
            <p:ph type="body" sz="quarter" idx="14"/>
          </p:nvPr>
        </p:nvSpPr>
        <p:spPr/>
        <p:txBody>
          <a:bodyPr/>
          <a:lstStyle/>
          <a:p>
            <a:r>
              <a:rPr lang="en-GB"/>
              <a:t>Placeholder text here may  continue on two lines</a:t>
            </a:r>
            <a:endParaRPr lang="en-GR"/>
          </a:p>
        </p:txBody>
      </p:sp>
      <p:sp>
        <p:nvSpPr>
          <p:cNvPr id="6" name="Text Placeholder 2">
            <a:extLst>
              <a:ext uri="{FF2B5EF4-FFF2-40B4-BE49-F238E27FC236}">
                <a16:creationId xmlns:a16="http://schemas.microsoft.com/office/drawing/2014/main" id="{C0BA69C2-7251-3D63-388B-DE31530B6E64}"/>
              </a:ext>
            </a:extLst>
          </p:cNvPr>
          <p:cNvSpPr>
            <a:spLocks noGrp="1"/>
          </p:cNvSpPr>
          <p:nvPr>
            <p:ph type="body" sz="quarter" idx="16"/>
          </p:nvPr>
        </p:nvSpPr>
        <p:spPr/>
        <p:txBody>
          <a:bodyPr>
            <a:normAutofit/>
          </a:bodyPr>
          <a:lstStyle/>
          <a:p>
            <a:r>
              <a:rPr lang="en-GB"/>
              <a:t>Meeting Location/Description</a:t>
            </a:r>
          </a:p>
        </p:txBody>
      </p:sp>
      <p:sp>
        <p:nvSpPr>
          <p:cNvPr id="7" name="Text Placeholder 3">
            <a:extLst>
              <a:ext uri="{FF2B5EF4-FFF2-40B4-BE49-F238E27FC236}">
                <a16:creationId xmlns:a16="http://schemas.microsoft.com/office/drawing/2014/main" id="{F91CF601-B09B-2038-CC95-640BF494A170}"/>
              </a:ext>
            </a:extLst>
          </p:cNvPr>
          <p:cNvSpPr>
            <a:spLocks noGrp="1"/>
          </p:cNvSpPr>
          <p:nvPr>
            <p:ph type="body" sz="quarter" idx="17"/>
          </p:nvPr>
        </p:nvSpPr>
        <p:spPr/>
        <p:txBody>
          <a:bodyPr>
            <a:normAutofit/>
          </a:bodyPr>
          <a:lstStyle/>
          <a:p>
            <a:pPr lvl="0"/>
            <a:r>
              <a:rPr lang="en-GB"/>
              <a:t>DD/MM/YYYY</a:t>
            </a:r>
          </a:p>
        </p:txBody>
      </p:sp>
      <p:sp>
        <p:nvSpPr>
          <p:cNvPr id="5" name="Text Placeholder 4">
            <a:extLst>
              <a:ext uri="{FF2B5EF4-FFF2-40B4-BE49-F238E27FC236}">
                <a16:creationId xmlns:a16="http://schemas.microsoft.com/office/drawing/2014/main" id="{659631CE-B780-53A8-F3E1-E8DDCC5D370C}"/>
              </a:ext>
            </a:extLst>
          </p:cNvPr>
          <p:cNvSpPr>
            <a:spLocks noGrp="1"/>
          </p:cNvSpPr>
          <p:nvPr>
            <p:ph type="body" sz="quarter" idx="18"/>
          </p:nvPr>
        </p:nvSpPr>
        <p:spPr/>
        <p:txBody>
          <a:bodyPr/>
          <a:lstStyle/>
          <a:p>
            <a:r>
              <a:rPr lang="en-US"/>
              <a:t>Subtitle text</a:t>
            </a:r>
            <a:endParaRPr lang="en-GB"/>
          </a:p>
        </p:txBody>
      </p:sp>
    </p:spTree>
    <p:extLst>
      <p:ext uri="{BB962C8B-B14F-4D97-AF65-F5344CB8AC3E}">
        <p14:creationId xmlns:p14="http://schemas.microsoft.com/office/powerpoint/2010/main" val="33769755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9CAD7-5056-F9E6-2133-5C2802259A2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B12DC4-F953-729F-1D74-5F09AE60A644}"/>
              </a:ext>
            </a:extLst>
          </p:cNvPr>
          <p:cNvSpPr>
            <a:spLocks noGrp="1"/>
          </p:cNvSpPr>
          <p:nvPr>
            <p:ph type="body" sz="quarter" idx="14"/>
          </p:nvPr>
        </p:nvSpPr>
        <p:spPr/>
        <p:txBody>
          <a:bodyPr/>
          <a:lstStyle/>
          <a:p>
            <a:r>
              <a:rPr lang="en-GB"/>
              <a:t>Placeholder text here may  continue on two lines</a:t>
            </a:r>
            <a:endParaRPr lang="en-GR"/>
          </a:p>
        </p:txBody>
      </p:sp>
      <p:sp>
        <p:nvSpPr>
          <p:cNvPr id="6" name="Text Placeholder 2">
            <a:extLst>
              <a:ext uri="{FF2B5EF4-FFF2-40B4-BE49-F238E27FC236}">
                <a16:creationId xmlns:a16="http://schemas.microsoft.com/office/drawing/2014/main" id="{B44C9E2E-F17D-E32C-DB5D-9805189E8130}"/>
              </a:ext>
            </a:extLst>
          </p:cNvPr>
          <p:cNvSpPr>
            <a:spLocks noGrp="1"/>
          </p:cNvSpPr>
          <p:nvPr>
            <p:ph type="body" sz="quarter" idx="16"/>
          </p:nvPr>
        </p:nvSpPr>
        <p:spPr/>
        <p:txBody>
          <a:bodyPr>
            <a:normAutofit/>
          </a:bodyPr>
          <a:lstStyle/>
          <a:p>
            <a:r>
              <a:rPr lang="en-GB"/>
              <a:t>Meeting Location/Description</a:t>
            </a:r>
          </a:p>
        </p:txBody>
      </p:sp>
      <p:sp>
        <p:nvSpPr>
          <p:cNvPr id="7" name="Text Placeholder 3">
            <a:extLst>
              <a:ext uri="{FF2B5EF4-FFF2-40B4-BE49-F238E27FC236}">
                <a16:creationId xmlns:a16="http://schemas.microsoft.com/office/drawing/2014/main" id="{F6EDD40E-4D5E-412D-0C25-7F6A3135E9A4}"/>
              </a:ext>
            </a:extLst>
          </p:cNvPr>
          <p:cNvSpPr>
            <a:spLocks noGrp="1"/>
          </p:cNvSpPr>
          <p:nvPr>
            <p:ph type="body" sz="quarter" idx="17"/>
          </p:nvPr>
        </p:nvSpPr>
        <p:spPr/>
        <p:txBody>
          <a:bodyPr>
            <a:normAutofit/>
          </a:bodyPr>
          <a:lstStyle/>
          <a:p>
            <a:pPr lvl="0"/>
            <a:r>
              <a:rPr lang="en-GB"/>
              <a:t>DD/MM/YYYY</a:t>
            </a:r>
          </a:p>
        </p:txBody>
      </p:sp>
      <p:sp>
        <p:nvSpPr>
          <p:cNvPr id="5" name="Text Placeholder 4">
            <a:extLst>
              <a:ext uri="{FF2B5EF4-FFF2-40B4-BE49-F238E27FC236}">
                <a16:creationId xmlns:a16="http://schemas.microsoft.com/office/drawing/2014/main" id="{8009836F-2C32-DFB3-F86B-C9FB982E14F0}"/>
              </a:ext>
            </a:extLst>
          </p:cNvPr>
          <p:cNvSpPr>
            <a:spLocks noGrp="1"/>
          </p:cNvSpPr>
          <p:nvPr>
            <p:ph type="body" sz="quarter" idx="18"/>
          </p:nvPr>
        </p:nvSpPr>
        <p:spPr/>
        <p:txBody>
          <a:bodyPr/>
          <a:lstStyle/>
          <a:p>
            <a:r>
              <a:rPr lang="en-US"/>
              <a:t>Subtitle text</a:t>
            </a:r>
            <a:endParaRPr lang="en-GB"/>
          </a:p>
        </p:txBody>
      </p:sp>
    </p:spTree>
    <p:extLst>
      <p:ext uri="{BB962C8B-B14F-4D97-AF65-F5344CB8AC3E}">
        <p14:creationId xmlns:p14="http://schemas.microsoft.com/office/powerpoint/2010/main" val="34773410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0B8D8-0134-B144-A873-1900A43AF25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AD3E2AC-BC0B-D278-D5AE-5C99D83D9D7C}"/>
              </a:ext>
            </a:extLst>
          </p:cNvPr>
          <p:cNvSpPr>
            <a:spLocks noGrp="1"/>
          </p:cNvSpPr>
          <p:nvPr>
            <p:ph type="body" sz="quarter" idx="14"/>
          </p:nvPr>
        </p:nvSpPr>
        <p:spPr/>
        <p:txBody>
          <a:bodyPr/>
          <a:lstStyle/>
          <a:p>
            <a:r>
              <a:rPr lang="en-GB"/>
              <a:t>Placeholder text here may  continue on two lines</a:t>
            </a:r>
            <a:endParaRPr lang="en-GR"/>
          </a:p>
        </p:txBody>
      </p:sp>
      <p:sp>
        <p:nvSpPr>
          <p:cNvPr id="6" name="Text Placeholder 2">
            <a:extLst>
              <a:ext uri="{FF2B5EF4-FFF2-40B4-BE49-F238E27FC236}">
                <a16:creationId xmlns:a16="http://schemas.microsoft.com/office/drawing/2014/main" id="{81196496-2447-F42A-BD1A-2EDE6B1F0792}"/>
              </a:ext>
            </a:extLst>
          </p:cNvPr>
          <p:cNvSpPr>
            <a:spLocks noGrp="1"/>
          </p:cNvSpPr>
          <p:nvPr>
            <p:ph type="body" sz="quarter" idx="16"/>
          </p:nvPr>
        </p:nvSpPr>
        <p:spPr/>
        <p:txBody>
          <a:bodyPr>
            <a:normAutofit/>
          </a:bodyPr>
          <a:lstStyle/>
          <a:p>
            <a:r>
              <a:rPr lang="en-GB"/>
              <a:t>Meeting Location/Description</a:t>
            </a:r>
          </a:p>
        </p:txBody>
      </p:sp>
      <p:sp>
        <p:nvSpPr>
          <p:cNvPr id="7" name="Text Placeholder 3">
            <a:extLst>
              <a:ext uri="{FF2B5EF4-FFF2-40B4-BE49-F238E27FC236}">
                <a16:creationId xmlns:a16="http://schemas.microsoft.com/office/drawing/2014/main" id="{CE642774-9E7D-3499-DAF5-12E50D135197}"/>
              </a:ext>
            </a:extLst>
          </p:cNvPr>
          <p:cNvSpPr>
            <a:spLocks noGrp="1"/>
          </p:cNvSpPr>
          <p:nvPr>
            <p:ph type="body" sz="quarter" idx="17"/>
          </p:nvPr>
        </p:nvSpPr>
        <p:spPr/>
        <p:txBody>
          <a:bodyPr>
            <a:normAutofit/>
          </a:bodyPr>
          <a:lstStyle/>
          <a:p>
            <a:pPr lvl="0"/>
            <a:r>
              <a:rPr lang="en-GB"/>
              <a:t>DD/MM/YYYY</a:t>
            </a:r>
          </a:p>
        </p:txBody>
      </p:sp>
      <p:sp>
        <p:nvSpPr>
          <p:cNvPr id="5" name="Text Placeholder 4">
            <a:extLst>
              <a:ext uri="{FF2B5EF4-FFF2-40B4-BE49-F238E27FC236}">
                <a16:creationId xmlns:a16="http://schemas.microsoft.com/office/drawing/2014/main" id="{0C1CCA8F-1452-5684-6100-1E401AE2FAD9}"/>
              </a:ext>
            </a:extLst>
          </p:cNvPr>
          <p:cNvSpPr>
            <a:spLocks noGrp="1"/>
          </p:cNvSpPr>
          <p:nvPr>
            <p:ph type="body" sz="quarter" idx="18"/>
          </p:nvPr>
        </p:nvSpPr>
        <p:spPr/>
        <p:txBody>
          <a:bodyPr/>
          <a:lstStyle/>
          <a:p>
            <a:r>
              <a:rPr lang="en-US"/>
              <a:t>Subtitle text</a:t>
            </a:r>
            <a:endParaRPr lang="en-GB"/>
          </a:p>
        </p:txBody>
      </p:sp>
    </p:spTree>
    <p:extLst>
      <p:ext uri="{BB962C8B-B14F-4D97-AF65-F5344CB8AC3E}">
        <p14:creationId xmlns:p14="http://schemas.microsoft.com/office/powerpoint/2010/main" val="20677339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C4278-425D-ACEF-B20D-42CA6DAB068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AD90CB5-50FC-7F73-FFD1-866300C12DD8}"/>
              </a:ext>
            </a:extLst>
          </p:cNvPr>
          <p:cNvSpPr>
            <a:spLocks noGrp="1"/>
          </p:cNvSpPr>
          <p:nvPr>
            <p:ph type="body" sz="quarter" idx="14"/>
          </p:nvPr>
        </p:nvSpPr>
        <p:spPr>
          <a:xfrm>
            <a:off x="342030" y="1268760"/>
            <a:ext cx="7190704" cy="1426160"/>
          </a:xfrm>
        </p:spPr>
        <p:txBody>
          <a:bodyPr/>
          <a:lstStyle/>
          <a:p>
            <a:r>
              <a:rPr lang="en-GB"/>
              <a:t>Placeholder text here may  continue on two lines</a:t>
            </a:r>
            <a:endParaRPr lang="en-GR"/>
          </a:p>
        </p:txBody>
      </p:sp>
      <p:sp>
        <p:nvSpPr>
          <p:cNvPr id="6" name="Text Placeholder 2">
            <a:extLst>
              <a:ext uri="{FF2B5EF4-FFF2-40B4-BE49-F238E27FC236}">
                <a16:creationId xmlns:a16="http://schemas.microsoft.com/office/drawing/2014/main" id="{2890DE5A-BDA4-EDEC-21CE-50FAF92E3656}"/>
              </a:ext>
            </a:extLst>
          </p:cNvPr>
          <p:cNvSpPr>
            <a:spLocks noGrp="1"/>
          </p:cNvSpPr>
          <p:nvPr>
            <p:ph type="body" sz="quarter" idx="16"/>
          </p:nvPr>
        </p:nvSpPr>
        <p:spPr>
          <a:xfrm>
            <a:off x="342030" y="4190755"/>
            <a:ext cx="7190705" cy="315343"/>
          </a:xfrm>
        </p:spPr>
        <p:txBody>
          <a:bodyPr>
            <a:normAutofit/>
          </a:bodyPr>
          <a:lstStyle/>
          <a:p>
            <a:r>
              <a:rPr lang="en-GB"/>
              <a:t>Meeting Location/Description</a:t>
            </a:r>
          </a:p>
        </p:txBody>
      </p:sp>
      <p:sp>
        <p:nvSpPr>
          <p:cNvPr id="7" name="Text Placeholder 3">
            <a:extLst>
              <a:ext uri="{FF2B5EF4-FFF2-40B4-BE49-F238E27FC236}">
                <a16:creationId xmlns:a16="http://schemas.microsoft.com/office/drawing/2014/main" id="{AD4C20C5-347E-2B03-124B-BCE45DFA30F8}"/>
              </a:ext>
            </a:extLst>
          </p:cNvPr>
          <p:cNvSpPr>
            <a:spLocks noGrp="1"/>
          </p:cNvSpPr>
          <p:nvPr>
            <p:ph type="body" sz="quarter" idx="17"/>
          </p:nvPr>
        </p:nvSpPr>
        <p:spPr>
          <a:xfrm>
            <a:off x="342030" y="4540235"/>
            <a:ext cx="7190705" cy="315343"/>
          </a:xfrm>
        </p:spPr>
        <p:txBody>
          <a:bodyPr>
            <a:normAutofit/>
          </a:bodyPr>
          <a:lstStyle/>
          <a:p>
            <a:pPr lvl="0"/>
            <a:r>
              <a:rPr lang="en-GB"/>
              <a:t>DD/MM/YYYY</a:t>
            </a:r>
          </a:p>
        </p:txBody>
      </p:sp>
      <p:sp>
        <p:nvSpPr>
          <p:cNvPr id="5" name="Text Placeholder 4">
            <a:extLst>
              <a:ext uri="{FF2B5EF4-FFF2-40B4-BE49-F238E27FC236}">
                <a16:creationId xmlns:a16="http://schemas.microsoft.com/office/drawing/2014/main" id="{14A5A04E-CC15-D6E2-73C0-A054F653BD23}"/>
              </a:ext>
            </a:extLst>
          </p:cNvPr>
          <p:cNvSpPr>
            <a:spLocks noGrp="1"/>
          </p:cNvSpPr>
          <p:nvPr>
            <p:ph type="body" sz="quarter" idx="18"/>
          </p:nvPr>
        </p:nvSpPr>
        <p:spPr>
          <a:xfrm>
            <a:off x="341984" y="2654300"/>
            <a:ext cx="7190704" cy="1316038"/>
          </a:xfrm>
        </p:spPr>
        <p:txBody>
          <a:bodyPr/>
          <a:lstStyle/>
          <a:p>
            <a:r>
              <a:rPr lang="en-US"/>
              <a:t>Subtitle text</a:t>
            </a:r>
            <a:endParaRPr lang="en-GB"/>
          </a:p>
        </p:txBody>
      </p:sp>
    </p:spTree>
    <p:extLst>
      <p:ext uri="{BB962C8B-B14F-4D97-AF65-F5344CB8AC3E}">
        <p14:creationId xmlns:p14="http://schemas.microsoft.com/office/powerpoint/2010/main" val="24227770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6C56489-B3A8-E49A-76CE-A58D1CB13194}"/>
              </a:ext>
            </a:extLst>
          </p:cNvPr>
          <p:cNvSpPr>
            <a:spLocks noGrp="1"/>
          </p:cNvSpPr>
          <p:nvPr>
            <p:ph type="ctrTitle"/>
          </p:nvPr>
        </p:nvSpPr>
        <p:spPr>
          <a:xfrm>
            <a:off x="335360" y="2592681"/>
            <a:ext cx="1059080" cy="928652"/>
          </a:xfrm>
          <a:prstGeom prst="rect">
            <a:avLst/>
          </a:prstGeom>
        </p:spPr>
        <p:txBody>
          <a:bodyPr/>
          <a:lstStyle/>
          <a:p>
            <a:r>
              <a:rPr lang="en-GR"/>
              <a:t>03</a:t>
            </a:r>
          </a:p>
        </p:txBody>
      </p:sp>
      <p:sp>
        <p:nvSpPr>
          <p:cNvPr id="6" name="Text Placeholder 5">
            <a:extLst>
              <a:ext uri="{FF2B5EF4-FFF2-40B4-BE49-F238E27FC236}">
                <a16:creationId xmlns:a16="http://schemas.microsoft.com/office/drawing/2014/main" id="{CCEE5D56-7EEC-AA31-CF55-D7A2285635D1}"/>
              </a:ext>
            </a:extLst>
          </p:cNvPr>
          <p:cNvSpPr>
            <a:spLocks noGrp="1"/>
          </p:cNvSpPr>
          <p:nvPr>
            <p:ph type="body" sz="quarter" idx="16"/>
          </p:nvPr>
        </p:nvSpPr>
        <p:spPr>
          <a:xfrm>
            <a:off x="1703514" y="2592682"/>
            <a:ext cx="4896543" cy="928652"/>
          </a:xfrm>
        </p:spPr>
        <p:txBody>
          <a:bodyPr/>
          <a:lstStyle/>
          <a:p>
            <a:r>
              <a:rPr lang="en-GR"/>
              <a:t>Contents</a:t>
            </a:r>
          </a:p>
        </p:txBody>
      </p:sp>
      <p:sp>
        <p:nvSpPr>
          <p:cNvPr id="4" name="Slide Number Placeholder 3">
            <a:extLst>
              <a:ext uri="{FF2B5EF4-FFF2-40B4-BE49-F238E27FC236}">
                <a16:creationId xmlns:a16="http://schemas.microsoft.com/office/drawing/2014/main" id="{B868896E-59AC-A45C-EED0-9EBEB382C9F4}"/>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61</a:t>
            </a:fld>
            <a:endParaRPr lang="en-GR"/>
          </a:p>
        </p:txBody>
      </p:sp>
    </p:spTree>
    <p:extLst>
      <p:ext uri="{BB962C8B-B14F-4D97-AF65-F5344CB8AC3E}">
        <p14:creationId xmlns:p14="http://schemas.microsoft.com/office/powerpoint/2010/main" val="42823168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BB2C90-B76E-37EB-18B8-0AA1A21E7D5B}"/>
              </a:ext>
            </a:extLst>
          </p:cNvPr>
          <p:cNvSpPr>
            <a:spLocks noGrp="1"/>
          </p:cNvSpPr>
          <p:nvPr>
            <p:ph idx="1"/>
          </p:nvPr>
        </p:nvSpPr>
        <p:spPr>
          <a:xfrm>
            <a:off x="345226" y="1217046"/>
            <a:ext cx="11510224" cy="5092274"/>
          </a:xfrm>
        </p:spPr>
        <p:txBody>
          <a:bodyPr/>
          <a:lstStyle/>
          <a:p>
            <a:pPr>
              <a:tabLst>
                <a:tab pos="439738" algn="l"/>
              </a:tabLst>
            </a:pPr>
            <a:r>
              <a:rPr lang="en-GR">
                <a:solidFill>
                  <a:schemeClr val="accent2"/>
                </a:solidFill>
              </a:rPr>
              <a:t>01</a:t>
            </a:r>
            <a:r>
              <a:rPr lang="en-GR"/>
              <a:t>	</a:t>
            </a:r>
            <a:r>
              <a:rPr lang="en-GB" err="1"/>
              <a:t>Consectetur</a:t>
            </a:r>
            <a:r>
              <a:rPr lang="en-GB"/>
              <a:t> </a:t>
            </a:r>
          </a:p>
          <a:p>
            <a:pPr>
              <a:tabLst>
                <a:tab pos="439738" algn="l"/>
              </a:tabLst>
            </a:pPr>
            <a:r>
              <a:rPr lang="en-GR">
                <a:solidFill>
                  <a:schemeClr val="accent2"/>
                </a:solidFill>
              </a:rPr>
              <a:t>02</a:t>
            </a:r>
            <a:r>
              <a:rPr lang="en-GR"/>
              <a:t>	</a:t>
            </a:r>
            <a:r>
              <a:rPr lang="en-GB" err="1"/>
              <a:t>Aliquam</a:t>
            </a:r>
            <a:r>
              <a:rPr lang="en-GB"/>
              <a:t> </a:t>
            </a:r>
            <a:r>
              <a:rPr lang="en-GB" err="1"/>
              <a:t>arcu</a:t>
            </a:r>
            <a:endParaRPr lang="en-GB"/>
          </a:p>
          <a:p>
            <a:pPr>
              <a:tabLst>
                <a:tab pos="439738" algn="l"/>
              </a:tabLst>
            </a:pPr>
            <a:r>
              <a:rPr lang="en-GR">
                <a:solidFill>
                  <a:schemeClr val="accent2"/>
                </a:solidFill>
              </a:rPr>
              <a:t>03</a:t>
            </a:r>
            <a:r>
              <a:rPr lang="en-GR"/>
              <a:t>	Magna quis</a:t>
            </a:r>
          </a:p>
          <a:p>
            <a:pPr>
              <a:tabLst>
                <a:tab pos="439738" algn="l"/>
              </a:tabLst>
            </a:pPr>
            <a:r>
              <a:rPr lang="en-GR">
                <a:solidFill>
                  <a:schemeClr val="accent2"/>
                </a:solidFill>
              </a:rPr>
              <a:t>04</a:t>
            </a:r>
            <a:r>
              <a:rPr lang="en-GR"/>
              <a:t>	Faucibus non et</a:t>
            </a:r>
          </a:p>
          <a:p>
            <a:pPr>
              <a:tabLst>
                <a:tab pos="439738" algn="l"/>
              </a:tabLst>
            </a:pPr>
            <a:r>
              <a:rPr lang="en-GR">
                <a:solidFill>
                  <a:schemeClr val="accent2"/>
                </a:solidFill>
              </a:rPr>
              <a:t>05</a:t>
            </a:r>
            <a:r>
              <a:rPr lang="en-GR"/>
              <a:t>	Lorem ipsum</a:t>
            </a:r>
          </a:p>
          <a:p>
            <a:pPr>
              <a:tabLst>
                <a:tab pos="439738" algn="l"/>
              </a:tabLst>
            </a:pPr>
            <a:r>
              <a:rPr lang="en-GR">
                <a:solidFill>
                  <a:schemeClr val="accent2"/>
                </a:solidFill>
              </a:rPr>
              <a:t>06</a:t>
            </a:r>
            <a:r>
              <a:rPr lang="en-GR"/>
              <a:t>	Sit feugiat nisl</a:t>
            </a:r>
          </a:p>
          <a:p>
            <a:pPr>
              <a:tabLst>
                <a:tab pos="439738" algn="l"/>
              </a:tabLst>
            </a:pPr>
            <a:r>
              <a:rPr lang="en-GR">
                <a:solidFill>
                  <a:schemeClr val="accent2"/>
                </a:solidFill>
              </a:rPr>
              <a:t>07</a:t>
            </a:r>
            <a:r>
              <a:rPr lang="en-GR"/>
              <a:t>	Vitae nec gravida</a:t>
            </a:r>
          </a:p>
          <a:p>
            <a:pPr>
              <a:tabLst>
                <a:tab pos="439738" algn="l"/>
              </a:tabLst>
            </a:pPr>
            <a:r>
              <a:rPr lang="en-GR">
                <a:solidFill>
                  <a:schemeClr val="accent2"/>
                </a:solidFill>
              </a:rPr>
              <a:t>08</a:t>
            </a:r>
            <a:r>
              <a:rPr lang="en-GR"/>
              <a:t>	Nullam feugiat</a:t>
            </a:r>
          </a:p>
          <a:p>
            <a:pPr>
              <a:tabLst>
                <a:tab pos="439738" algn="l"/>
              </a:tabLst>
            </a:pPr>
            <a:r>
              <a:rPr lang="en-GR">
                <a:solidFill>
                  <a:schemeClr val="accent2"/>
                </a:solidFill>
              </a:rPr>
              <a:t>09</a:t>
            </a:r>
            <a:r>
              <a:rPr lang="en-GR"/>
              <a:t>	Arcu volutpat</a:t>
            </a:r>
          </a:p>
          <a:p>
            <a:pPr>
              <a:tabLst>
                <a:tab pos="439738" algn="l"/>
              </a:tabLst>
            </a:pPr>
            <a:r>
              <a:rPr lang="en-GR">
                <a:solidFill>
                  <a:schemeClr val="accent2"/>
                </a:solidFill>
              </a:rPr>
              <a:t>10</a:t>
            </a:r>
            <a:r>
              <a:rPr lang="en-GR"/>
              <a:t>	Amet consectetur</a:t>
            </a:r>
          </a:p>
        </p:txBody>
      </p:sp>
      <p:sp>
        <p:nvSpPr>
          <p:cNvPr id="3" name="Title 2">
            <a:extLst>
              <a:ext uri="{FF2B5EF4-FFF2-40B4-BE49-F238E27FC236}">
                <a16:creationId xmlns:a16="http://schemas.microsoft.com/office/drawing/2014/main" id="{F82A6FF3-1374-123A-E6DF-1051EB3BBC7B}"/>
              </a:ext>
            </a:extLst>
          </p:cNvPr>
          <p:cNvSpPr>
            <a:spLocks noGrp="1"/>
          </p:cNvSpPr>
          <p:nvPr>
            <p:ph type="title"/>
          </p:nvPr>
        </p:nvSpPr>
        <p:spPr>
          <a:xfrm>
            <a:off x="345226" y="548682"/>
            <a:ext cx="11510224" cy="334515"/>
          </a:xfrm>
        </p:spPr>
        <p:txBody>
          <a:bodyPr/>
          <a:lstStyle/>
          <a:p>
            <a:r>
              <a:rPr lang="en-US"/>
              <a:t>Contents</a:t>
            </a:r>
            <a:endParaRPr lang="en-GR"/>
          </a:p>
        </p:txBody>
      </p:sp>
      <p:sp>
        <p:nvSpPr>
          <p:cNvPr id="6" name="Slide Number Placeholder 5">
            <a:extLst>
              <a:ext uri="{FF2B5EF4-FFF2-40B4-BE49-F238E27FC236}">
                <a16:creationId xmlns:a16="http://schemas.microsoft.com/office/drawing/2014/main" id="{A4A83AFF-0499-CBE6-46D7-1A7A639F98F7}"/>
              </a:ext>
            </a:extLst>
          </p:cNvPr>
          <p:cNvSpPr>
            <a:spLocks noGrp="1"/>
          </p:cNvSpPr>
          <p:nvPr>
            <p:ph type="sldNum" sz="quarter" idx="12"/>
          </p:nvPr>
        </p:nvSpPr>
        <p:spPr>
          <a:xfrm>
            <a:off x="11179867" y="6542940"/>
            <a:ext cx="684000" cy="138499"/>
          </a:xfrm>
        </p:spPr>
        <p:txBody>
          <a:bodyPr/>
          <a:lstStyle/>
          <a:p>
            <a:fld id="{233F7D93-8529-0F4E-AF24-E7C8656CB0BF}" type="slidenum">
              <a:rPr lang="en-GR" smtClean="0"/>
              <a:pPr/>
              <a:t>62</a:t>
            </a:fld>
            <a:endParaRPr lang="en-GR"/>
          </a:p>
        </p:txBody>
      </p:sp>
      <p:grpSp>
        <p:nvGrpSpPr>
          <p:cNvPr id="10" name="Group 9">
            <a:extLst>
              <a:ext uri="{FF2B5EF4-FFF2-40B4-BE49-F238E27FC236}">
                <a16:creationId xmlns:a16="http://schemas.microsoft.com/office/drawing/2014/main" id="{53C135F4-4663-2621-639D-628181546E2D}"/>
              </a:ext>
            </a:extLst>
          </p:cNvPr>
          <p:cNvGrpSpPr/>
          <p:nvPr/>
        </p:nvGrpSpPr>
        <p:grpSpPr>
          <a:xfrm>
            <a:off x="2042801" y="464309"/>
            <a:ext cx="3030369" cy="1274631"/>
            <a:chOff x="7334152" y="981892"/>
            <a:chExt cx="3030369" cy="1274631"/>
          </a:xfrm>
        </p:grpSpPr>
        <p:sp>
          <p:nvSpPr>
            <p:cNvPr id="11" name="Rounded Rectangle 10">
              <a:extLst>
                <a:ext uri="{FF2B5EF4-FFF2-40B4-BE49-F238E27FC236}">
                  <a16:creationId xmlns:a16="http://schemas.microsoft.com/office/drawing/2014/main" id="{5AA3BAF6-102E-F21B-003A-C23DDFC2EBED}"/>
                </a:ext>
              </a:extLst>
            </p:cNvPr>
            <p:cNvSpPr/>
            <p:nvPr/>
          </p:nvSpPr>
          <p:spPr>
            <a:xfrm>
              <a:off x="7433567" y="981892"/>
              <a:ext cx="2930954" cy="127463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Contents Title</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τίτλος στα </a:t>
              </a:r>
              <a:r>
                <a:rPr lang="en-US" sz="800">
                  <a:solidFill>
                    <a:schemeClr val="bg1">
                      <a:lumMod val="95000"/>
                    </a:schemeClr>
                  </a:solidFill>
                  <a:latin typeface="Aptos" panose="020B0004020202020204" pitchFamily="34" charset="0"/>
                </a:rPr>
                <a:t>Contents</a:t>
              </a:r>
              <a:r>
                <a:rPr lang="el-GR" sz="800">
                  <a:solidFill>
                    <a:schemeClr val="bg1">
                      <a:lumMod val="95000"/>
                    </a:schemeClr>
                  </a:solidFill>
                  <a:latin typeface="Aptos" panose="020B0004020202020204" pitchFamily="34" charset="0"/>
                </a:rPr>
                <a:t> είναι πάντα </a:t>
              </a:r>
              <a:r>
                <a:rPr lang="en-US" sz="800">
                  <a:solidFill>
                    <a:schemeClr val="bg1">
                      <a:lumMod val="95000"/>
                    </a:schemeClr>
                  </a:solidFill>
                  <a:latin typeface="Aptos" panose="020B0004020202020204" pitchFamily="34" charset="0"/>
                </a:rPr>
                <a:t>Aptos Regular 24pt, line space: multiple 0,9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Dark Teal.</a:t>
              </a:r>
              <a:endParaRPr lang="el-GR" sz="800">
                <a:solidFill>
                  <a:schemeClr val="bg1">
                    <a:lumMod val="95000"/>
                  </a:schemeClr>
                </a:solidFill>
                <a:latin typeface="Aptos" panose="020B0004020202020204" pitchFamily="34" charset="0"/>
              </a:endParaRPr>
            </a:p>
            <a:p>
              <a:pPr>
                <a:lnSpc>
                  <a:spcPct val="110000"/>
                </a:lnSpc>
                <a:spcBef>
                  <a:spcPts val="900"/>
                </a:spcBef>
              </a:pPr>
              <a:r>
                <a:rPr lang="en-GB" sz="800">
                  <a:solidFill>
                    <a:schemeClr val="bg1">
                      <a:lumMod val="95000"/>
                    </a:schemeClr>
                  </a:solidFill>
                  <a:latin typeface="Aptos" panose="020B0004020202020204" pitchFamily="34" charset="0"/>
                </a:rPr>
                <a:t>The title in the Contents is always Aptos Regular 24pt, line space: multiple 0.9 and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Dark Teal.</a:t>
              </a:r>
              <a:endParaRPr lang="en-GR" sz="800">
                <a:solidFill>
                  <a:schemeClr val="bg1">
                    <a:lumMod val="95000"/>
                  </a:schemeClr>
                </a:solidFill>
                <a:latin typeface="Aptos" panose="020B0004020202020204" pitchFamily="34" charset="0"/>
              </a:endParaRPr>
            </a:p>
          </p:txBody>
        </p:sp>
        <p:sp>
          <p:nvSpPr>
            <p:cNvPr id="12" name="Triangle 11">
              <a:extLst>
                <a:ext uri="{FF2B5EF4-FFF2-40B4-BE49-F238E27FC236}">
                  <a16:creationId xmlns:a16="http://schemas.microsoft.com/office/drawing/2014/main" id="{18396A48-8D5E-4CC1-DC3B-BFEFA41DACF6}"/>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4284362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EAA54F-42B1-1CF5-DEA1-218346231460}"/>
              </a:ext>
            </a:extLst>
          </p:cNvPr>
          <p:cNvSpPr>
            <a:spLocks noGrp="1"/>
          </p:cNvSpPr>
          <p:nvPr>
            <p:ph idx="22"/>
          </p:nvPr>
        </p:nvSpPr>
        <p:spPr>
          <a:xfrm>
            <a:off x="4300776" y="1217046"/>
            <a:ext cx="3611174" cy="5092274"/>
          </a:xfrm>
        </p:spPr>
        <p:txBody>
          <a:bodyPr>
            <a:normAutofit/>
          </a:bodyPr>
          <a:lstStyle/>
          <a:p>
            <a:pPr>
              <a:tabLst>
                <a:tab pos="439738" algn="l"/>
              </a:tabLst>
            </a:pPr>
            <a:r>
              <a:rPr lang="en-GR">
                <a:solidFill>
                  <a:schemeClr val="accent2"/>
                </a:solidFill>
              </a:rPr>
              <a:t>11</a:t>
            </a:r>
            <a:r>
              <a:rPr lang="en-GR"/>
              <a:t>	Amet Consecteur</a:t>
            </a:r>
          </a:p>
          <a:p>
            <a:pPr>
              <a:tabLst>
                <a:tab pos="439738" algn="l"/>
              </a:tabLst>
            </a:pPr>
            <a:r>
              <a:rPr lang="en-GR">
                <a:solidFill>
                  <a:schemeClr val="accent2"/>
                </a:solidFill>
              </a:rPr>
              <a:t>12</a:t>
            </a:r>
            <a:r>
              <a:rPr lang="en-GR"/>
              <a:t>	Vitae nec</a:t>
            </a:r>
          </a:p>
          <a:p>
            <a:pPr>
              <a:tabLst>
                <a:tab pos="439738" algn="l"/>
              </a:tabLst>
            </a:pPr>
            <a:r>
              <a:rPr lang="en-GR">
                <a:solidFill>
                  <a:schemeClr val="accent2"/>
                </a:solidFill>
              </a:rPr>
              <a:t>13</a:t>
            </a:r>
            <a:r>
              <a:rPr lang="en-GR"/>
              <a:t>	</a:t>
            </a:r>
            <a:r>
              <a:rPr lang="en-GB"/>
              <a:t>G</a:t>
            </a:r>
            <a:r>
              <a:rPr lang="en-GR"/>
              <a:t>ravida voluopat</a:t>
            </a:r>
          </a:p>
          <a:p>
            <a:pPr>
              <a:tabLst>
                <a:tab pos="439738" algn="l"/>
              </a:tabLst>
            </a:pPr>
            <a:r>
              <a:rPr lang="en-GR">
                <a:solidFill>
                  <a:schemeClr val="accent2"/>
                </a:solidFill>
              </a:rPr>
              <a:t>14</a:t>
            </a:r>
            <a:r>
              <a:rPr lang="en-GR"/>
              <a:t>	Faucifiat</a:t>
            </a:r>
          </a:p>
          <a:p>
            <a:pPr>
              <a:tabLst>
                <a:tab pos="439738" algn="l"/>
              </a:tabLst>
            </a:pPr>
            <a:r>
              <a:rPr lang="en-GR">
                <a:solidFill>
                  <a:schemeClr val="accent2"/>
                </a:solidFill>
              </a:rPr>
              <a:t>15</a:t>
            </a:r>
            <a:r>
              <a:rPr lang="en-GR"/>
              <a:t>	</a:t>
            </a:r>
            <a:r>
              <a:rPr lang="en-GB"/>
              <a:t>V</a:t>
            </a:r>
            <a:r>
              <a:rPr lang="en-GR"/>
              <a:t>olputate sebe</a:t>
            </a:r>
          </a:p>
          <a:p>
            <a:pPr>
              <a:tabLst>
                <a:tab pos="439738" algn="l"/>
              </a:tabLst>
            </a:pPr>
            <a:r>
              <a:rPr lang="en-GR">
                <a:solidFill>
                  <a:schemeClr val="accent2"/>
                </a:solidFill>
              </a:rPr>
              <a:t>16</a:t>
            </a:r>
            <a:r>
              <a:rPr lang="en-GR"/>
              <a:t>	Cona commesta</a:t>
            </a:r>
          </a:p>
          <a:p>
            <a:pPr>
              <a:tabLst>
                <a:tab pos="439738" algn="l"/>
              </a:tabLst>
            </a:pPr>
            <a:r>
              <a:rPr lang="en-GR">
                <a:solidFill>
                  <a:schemeClr val="accent2"/>
                </a:solidFill>
              </a:rPr>
              <a:t>17</a:t>
            </a:r>
            <a:r>
              <a:rPr lang="en-GR"/>
              <a:t>	</a:t>
            </a:r>
            <a:r>
              <a:rPr lang="en-GB"/>
              <a:t>G</a:t>
            </a:r>
            <a:r>
              <a:rPr lang="en-GR"/>
              <a:t>hesture kanape</a:t>
            </a:r>
          </a:p>
          <a:p>
            <a:pPr>
              <a:tabLst>
                <a:tab pos="439738" algn="l"/>
              </a:tabLst>
            </a:pPr>
            <a:r>
              <a:rPr lang="en-GR">
                <a:solidFill>
                  <a:schemeClr val="accent2"/>
                </a:solidFill>
              </a:rPr>
              <a:t>18</a:t>
            </a:r>
            <a:r>
              <a:rPr lang="en-GR"/>
              <a:t>	</a:t>
            </a:r>
            <a:r>
              <a:rPr lang="en-GB"/>
              <a:t>P</a:t>
            </a:r>
            <a:r>
              <a:rPr lang="en-GR"/>
              <a:t>roquer postan</a:t>
            </a:r>
          </a:p>
          <a:p>
            <a:pPr>
              <a:tabLst>
                <a:tab pos="439738" algn="l"/>
              </a:tabLst>
            </a:pPr>
            <a:r>
              <a:rPr lang="en-GR">
                <a:solidFill>
                  <a:schemeClr val="accent2"/>
                </a:solidFill>
              </a:rPr>
              <a:t>19</a:t>
            </a:r>
            <a:r>
              <a:rPr lang="en-GR"/>
              <a:t>	</a:t>
            </a:r>
            <a:r>
              <a:rPr lang="en-GB"/>
              <a:t>N</a:t>
            </a:r>
            <a:r>
              <a:rPr lang="en-GR"/>
              <a:t>ullam odio</a:t>
            </a:r>
          </a:p>
          <a:p>
            <a:pPr>
              <a:tabLst>
                <a:tab pos="439738" algn="l"/>
              </a:tabLst>
            </a:pPr>
            <a:r>
              <a:rPr lang="en-GR">
                <a:solidFill>
                  <a:schemeClr val="accent2"/>
                </a:solidFill>
              </a:rPr>
              <a:t>20</a:t>
            </a:r>
            <a:r>
              <a:rPr lang="en-GR"/>
              <a:t>	</a:t>
            </a:r>
            <a:r>
              <a:rPr lang="en-GB"/>
              <a:t>F</a:t>
            </a:r>
            <a:r>
              <a:rPr lang="en-GR"/>
              <a:t>acilis aliquam</a:t>
            </a:r>
          </a:p>
        </p:txBody>
      </p:sp>
      <p:sp>
        <p:nvSpPr>
          <p:cNvPr id="3" name="Title 2">
            <a:extLst>
              <a:ext uri="{FF2B5EF4-FFF2-40B4-BE49-F238E27FC236}">
                <a16:creationId xmlns:a16="http://schemas.microsoft.com/office/drawing/2014/main" id="{F19195DF-818D-BBA7-2E31-8FD4514A7DAD}"/>
              </a:ext>
            </a:extLst>
          </p:cNvPr>
          <p:cNvSpPr>
            <a:spLocks noGrp="1"/>
          </p:cNvSpPr>
          <p:nvPr>
            <p:ph type="title"/>
          </p:nvPr>
        </p:nvSpPr>
        <p:spPr>
          <a:xfrm>
            <a:off x="345226" y="548682"/>
            <a:ext cx="11510224" cy="334515"/>
          </a:xfrm>
        </p:spPr>
        <p:txBody>
          <a:bodyPr/>
          <a:lstStyle/>
          <a:p>
            <a:r>
              <a:rPr lang="en-US"/>
              <a:t>Contents</a:t>
            </a:r>
            <a:endParaRPr lang="en-GR"/>
          </a:p>
        </p:txBody>
      </p:sp>
      <p:sp>
        <p:nvSpPr>
          <p:cNvPr id="4" name="Content Placeholder 3">
            <a:extLst>
              <a:ext uri="{FF2B5EF4-FFF2-40B4-BE49-F238E27FC236}">
                <a16:creationId xmlns:a16="http://schemas.microsoft.com/office/drawing/2014/main" id="{F54679C3-998C-C407-7873-EC367B2711E6}"/>
              </a:ext>
            </a:extLst>
          </p:cNvPr>
          <p:cNvSpPr>
            <a:spLocks noGrp="1"/>
          </p:cNvSpPr>
          <p:nvPr>
            <p:ph idx="21"/>
          </p:nvPr>
        </p:nvSpPr>
        <p:spPr>
          <a:xfrm>
            <a:off x="345226" y="1217046"/>
            <a:ext cx="3614399" cy="5092274"/>
          </a:xfrm>
        </p:spPr>
        <p:txBody>
          <a:bodyPr>
            <a:normAutofit/>
          </a:bodyPr>
          <a:lstStyle/>
          <a:p>
            <a:pPr>
              <a:tabLst>
                <a:tab pos="439738" algn="l"/>
              </a:tabLst>
            </a:pPr>
            <a:r>
              <a:rPr lang="en-GR">
                <a:solidFill>
                  <a:schemeClr val="accent2"/>
                </a:solidFill>
              </a:rPr>
              <a:t>01</a:t>
            </a:r>
            <a:r>
              <a:rPr lang="en-GR"/>
              <a:t>	</a:t>
            </a:r>
            <a:r>
              <a:rPr lang="en-GB" err="1"/>
              <a:t>Consectetur</a:t>
            </a:r>
            <a:r>
              <a:rPr lang="en-GB"/>
              <a:t> </a:t>
            </a:r>
          </a:p>
          <a:p>
            <a:pPr>
              <a:tabLst>
                <a:tab pos="439738" algn="l"/>
              </a:tabLst>
            </a:pPr>
            <a:r>
              <a:rPr lang="en-GR">
                <a:solidFill>
                  <a:schemeClr val="accent2"/>
                </a:solidFill>
              </a:rPr>
              <a:t>02</a:t>
            </a:r>
            <a:r>
              <a:rPr lang="en-GR"/>
              <a:t>	</a:t>
            </a:r>
            <a:r>
              <a:rPr lang="en-GB" err="1"/>
              <a:t>Aliquam</a:t>
            </a:r>
            <a:r>
              <a:rPr lang="en-GB"/>
              <a:t> </a:t>
            </a:r>
            <a:r>
              <a:rPr lang="en-GB" err="1"/>
              <a:t>arcu</a:t>
            </a:r>
            <a:endParaRPr lang="en-GB"/>
          </a:p>
          <a:p>
            <a:pPr>
              <a:tabLst>
                <a:tab pos="439738" algn="l"/>
              </a:tabLst>
            </a:pPr>
            <a:r>
              <a:rPr lang="en-GR">
                <a:solidFill>
                  <a:schemeClr val="accent2"/>
                </a:solidFill>
              </a:rPr>
              <a:t>03</a:t>
            </a:r>
            <a:r>
              <a:rPr lang="en-GR"/>
              <a:t>	Magna quis</a:t>
            </a:r>
          </a:p>
          <a:p>
            <a:pPr>
              <a:tabLst>
                <a:tab pos="439738" algn="l"/>
              </a:tabLst>
            </a:pPr>
            <a:r>
              <a:rPr lang="en-GR">
                <a:solidFill>
                  <a:schemeClr val="accent2"/>
                </a:solidFill>
              </a:rPr>
              <a:t>04</a:t>
            </a:r>
            <a:r>
              <a:rPr lang="en-GR"/>
              <a:t>	Faucibus non et</a:t>
            </a:r>
          </a:p>
          <a:p>
            <a:pPr>
              <a:tabLst>
                <a:tab pos="439738" algn="l"/>
              </a:tabLst>
            </a:pPr>
            <a:r>
              <a:rPr lang="en-GR">
                <a:solidFill>
                  <a:schemeClr val="accent2"/>
                </a:solidFill>
              </a:rPr>
              <a:t>05</a:t>
            </a:r>
            <a:r>
              <a:rPr lang="en-GR"/>
              <a:t>	Lorem ipsum</a:t>
            </a:r>
          </a:p>
          <a:p>
            <a:pPr>
              <a:tabLst>
                <a:tab pos="439738" algn="l"/>
              </a:tabLst>
            </a:pPr>
            <a:r>
              <a:rPr lang="en-GR">
                <a:solidFill>
                  <a:schemeClr val="accent2"/>
                </a:solidFill>
              </a:rPr>
              <a:t>06</a:t>
            </a:r>
            <a:r>
              <a:rPr lang="en-GR"/>
              <a:t>	Sit feugiat nisl</a:t>
            </a:r>
          </a:p>
          <a:p>
            <a:pPr>
              <a:tabLst>
                <a:tab pos="439738" algn="l"/>
              </a:tabLst>
            </a:pPr>
            <a:r>
              <a:rPr lang="en-GR">
                <a:solidFill>
                  <a:schemeClr val="accent2"/>
                </a:solidFill>
              </a:rPr>
              <a:t>07</a:t>
            </a:r>
            <a:r>
              <a:rPr lang="en-GR"/>
              <a:t>	Vitae nec gravida</a:t>
            </a:r>
          </a:p>
          <a:p>
            <a:pPr>
              <a:tabLst>
                <a:tab pos="439738" algn="l"/>
              </a:tabLst>
            </a:pPr>
            <a:r>
              <a:rPr lang="en-GR">
                <a:solidFill>
                  <a:schemeClr val="accent2"/>
                </a:solidFill>
              </a:rPr>
              <a:t>08</a:t>
            </a:r>
            <a:r>
              <a:rPr lang="en-GR"/>
              <a:t>	Nullam feugiat</a:t>
            </a:r>
          </a:p>
          <a:p>
            <a:pPr>
              <a:tabLst>
                <a:tab pos="439738" algn="l"/>
              </a:tabLst>
            </a:pPr>
            <a:r>
              <a:rPr lang="en-GR">
                <a:solidFill>
                  <a:schemeClr val="accent2"/>
                </a:solidFill>
              </a:rPr>
              <a:t>09</a:t>
            </a:r>
            <a:r>
              <a:rPr lang="en-GR"/>
              <a:t>	Arcu volutpat</a:t>
            </a:r>
          </a:p>
          <a:p>
            <a:pPr>
              <a:tabLst>
                <a:tab pos="439738" algn="l"/>
              </a:tabLst>
            </a:pPr>
            <a:r>
              <a:rPr lang="en-GR">
                <a:solidFill>
                  <a:schemeClr val="accent2"/>
                </a:solidFill>
              </a:rPr>
              <a:t>10</a:t>
            </a:r>
            <a:r>
              <a:rPr lang="en-GR"/>
              <a:t>	Amet consectetur</a:t>
            </a:r>
          </a:p>
        </p:txBody>
      </p:sp>
      <p:sp>
        <p:nvSpPr>
          <p:cNvPr id="7" name="Slide Number Placeholder 6">
            <a:extLst>
              <a:ext uri="{FF2B5EF4-FFF2-40B4-BE49-F238E27FC236}">
                <a16:creationId xmlns:a16="http://schemas.microsoft.com/office/drawing/2014/main" id="{3F31B40A-3A98-636A-4DA0-41506C2EF200}"/>
              </a:ext>
            </a:extLst>
          </p:cNvPr>
          <p:cNvSpPr>
            <a:spLocks noGrp="1"/>
          </p:cNvSpPr>
          <p:nvPr>
            <p:ph type="sldNum" sz="quarter" idx="25"/>
          </p:nvPr>
        </p:nvSpPr>
        <p:spPr>
          <a:xfrm>
            <a:off x="11179867" y="6542940"/>
            <a:ext cx="684000" cy="138499"/>
          </a:xfrm>
        </p:spPr>
        <p:txBody>
          <a:bodyPr/>
          <a:lstStyle/>
          <a:p>
            <a:fld id="{233F7D93-8529-0F4E-AF24-E7C8656CB0BF}" type="slidenum">
              <a:rPr lang="en-GR" smtClean="0"/>
              <a:pPr/>
              <a:t>63</a:t>
            </a:fld>
            <a:endParaRPr lang="en-GR"/>
          </a:p>
        </p:txBody>
      </p:sp>
      <p:grpSp>
        <p:nvGrpSpPr>
          <p:cNvPr id="10" name="Group 9">
            <a:extLst>
              <a:ext uri="{FF2B5EF4-FFF2-40B4-BE49-F238E27FC236}">
                <a16:creationId xmlns:a16="http://schemas.microsoft.com/office/drawing/2014/main" id="{E4149B5A-6140-DD3A-1550-E06D09F44968}"/>
              </a:ext>
            </a:extLst>
          </p:cNvPr>
          <p:cNvGrpSpPr/>
          <p:nvPr/>
        </p:nvGrpSpPr>
        <p:grpSpPr>
          <a:xfrm>
            <a:off x="5475766" y="1303097"/>
            <a:ext cx="2930954" cy="1639382"/>
            <a:chOff x="2723823" y="3484307"/>
            <a:chExt cx="2930954" cy="1639382"/>
          </a:xfrm>
        </p:grpSpPr>
        <p:sp>
          <p:nvSpPr>
            <p:cNvPr id="11" name="Rounded Rectangle 10">
              <a:extLst>
                <a:ext uri="{FF2B5EF4-FFF2-40B4-BE49-F238E27FC236}">
                  <a16:creationId xmlns:a16="http://schemas.microsoft.com/office/drawing/2014/main" id="{228D83E3-7FEF-FD75-FB12-1CB8C55AD77F}"/>
                </a:ext>
              </a:extLst>
            </p:cNvPr>
            <p:cNvSpPr/>
            <p:nvPr/>
          </p:nvSpPr>
          <p:spPr>
            <a:xfrm>
              <a:off x="2723823" y="3484307"/>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Chapters</a:t>
              </a:r>
              <a:endParaRPr lang="en-US" sz="8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Το κείμενο στα </a:t>
              </a:r>
              <a:r>
                <a:rPr lang="en-US" sz="800">
                  <a:solidFill>
                    <a:schemeClr val="bg1">
                      <a:lumMod val="95000"/>
                    </a:schemeClr>
                  </a:solidFill>
                  <a:latin typeface="Aptos" panose="020B0004020202020204" pitchFamily="34" charset="0"/>
                </a:rPr>
                <a:t>Chapters</a:t>
              </a:r>
              <a:r>
                <a:rPr lang="el-GR" sz="800">
                  <a:solidFill>
                    <a:schemeClr val="bg1">
                      <a:lumMod val="95000"/>
                    </a:schemeClr>
                  </a:solidFill>
                  <a:latin typeface="Aptos" panose="020B0004020202020204" pitchFamily="34" charset="0"/>
                </a:rPr>
                <a:t> είναι πάντα </a:t>
              </a:r>
              <a:r>
                <a:rPr lang="en-US" sz="800">
                  <a:solidFill>
                    <a:schemeClr val="bg1">
                      <a:lumMod val="95000"/>
                    </a:schemeClr>
                  </a:solidFill>
                  <a:latin typeface="Aptos" panose="020B0004020202020204" pitchFamily="34" charset="0"/>
                </a:rPr>
                <a:t>Aptos Regular 16pt, line space: multiple 0,9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Dark Teal, </a:t>
              </a:r>
              <a:r>
                <a:rPr lang="el-GR" sz="800">
                  <a:solidFill>
                    <a:schemeClr val="bg1">
                      <a:lumMod val="95000"/>
                    </a:schemeClr>
                  </a:solidFill>
                  <a:latin typeface="Aptos" panose="020B0004020202020204" pitchFamily="34" charset="0"/>
                </a:rPr>
                <a:t>για την αρίθμηση χρησιμοποιούμε </a:t>
              </a:r>
              <a:r>
                <a:rPr lang="en-US" sz="800">
                  <a:solidFill>
                    <a:schemeClr val="bg1">
                      <a:lumMod val="95000"/>
                    </a:schemeClr>
                  </a:solidFill>
                  <a:latin typeface="Aptos" panose="020B0004020202020204" pitchFamily="34" charset="0"/>
                </a:rPr>
                <a:t>Teal.</a:t>
              </a:r>
              <a:endParaRPr lang="el-GR" sz="800">
                <a:solidFill>
                  <a:schemeClr val="bg1">
                    <a:lumMod val="95000"/>
                  </a:schemeClr>
                </a:solidFill>
                <a:latin typeface="Aptos" panose="020B0004020202020204" pitchFamily="34" charset="0"/>
              </a:endParaRPr>
            </a:p>
            <a:p>
              <a:pPr>
                <a:lnSpc>
                  <a:spcPct val="110000"/>
                </a:lnSpc>
                <a:spcBef>
                  <a:spcPts val="900"/>
                </a:spcBef>
              </a:pPr>
              <a:r>
                <a:rPr lang="en-GB" sz="800">
                  <a:solidFill>
                    <a:schemeClr val="bg1">
                      <a:lumMod val="95000"/>
                    </a:schemeClr>
                  </a:solidFill>
                  <a:latin typeface="Aptos" panose="020B0004020202020204" pitchFamily="34" charset="0"/>
                </a:rPr>
                <a:t>The text in the Chapters is always Aptos Regular 16pt, line space: multiple 0.9 and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Dark Teal. For numbering, we use Teal.</a:t>
              </a:r>
              <a:endParaRPr lang="en-GR" sz="800">
                <a:solidFill>
                  <a:schemeClr val="bg1">
                    <a:lumMod val="95000"/>
                  </a:schemeClr>
                </a:solidFill>
                <a:latin typeface="Aptos" panose="020B0004020202020204" pitchFamily="34" charset="0"/>
              </a:endParaRPr>
            </a:p>
          </p:txBody>
        </p:sp>
        <p:sp>
          <p:nvSpPr>
            <p:cNvPr id="12" name="Triangle 11">
              <a:extLst>
                <a:ext uri="{FF2B5EF4-FFF2-40B4-BE49-F238E27FC236}">
                  <a16:creationId xmlns:a16="http://schemas.microsoft.com/office/drawing/2014/main" id="{8E31B5A2-F250-28A8-EC13-636046F569E1}"/>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224790549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67007-4208-AFB7-EAD3-39ED47A035F1}"/>
              </a:ext>
            </a:extLst>
          </p:cNvPr>
          <p:cNvSpPr>
            <a:spLocks noGrp="1"/>
          </p:cNvSpPr>
          <p:nvPr>
            <p:ph type="title"/>
          </p:nvPr>
        </p:nvSpPr>
        <p:spPr>
          <a:xfrm>
            <a:off x="345226" y="548602"/>
            <a:ext cx="11510224" cy="334515"/>
          </a:xfrm>
        </p:spPr>
        <p:txBody>
          <a:bodyPr/>
          <a:lstStyle/>
          <a:p>
            <a:r>
              <a:rPr lang="en-US"/>
              <a:t>Contents</a:t>
            </a:r>
            <a:endParaRPr lang="en-GR"/>
          </a:p>
        </p:txBody>
      </p:sp>
      <p:sp>
        <p:nvSpPr>
          <p:cNvPr id="3" name="Content Placeholder 2">
            <a:extLst>
              <a:ext uri="{FF2B5EF4-FFF2-40B4-BE49-F238E27FC236}">
                <a16:creationId xmlns:a16="http://schemas.microsoft.com/office/drawing/2014/main" id="{A2F90C11-1E3D-206C-5B93-54EF81F9C490}"/>
              </a:ext>
            </a:extLst>
          </p:cNvPr>
          <p:cNvSpPr>
            <a:spLocks noGrp="1"/>
          </p:cNvSpPr>
          <p:nvPr>
            <p:ph idx="19"/>
          </p:nvPr>
        </p:nvSpPr>
        <p:spPr>
          <a:xfrm>
            <a:off x="345600" y="1216966"/>
            <a:ext cx="3612923" cy="5092274"/>
          </a:xfrm>
        </p:spPr>
        <p:txBody>
          <a:bodyPr/>
          <a:lstStyle/>
          <a:p>
            <a:pPr>
              <a:tabLst>
                <a:tab pos="439738" algn="l"/>
              </a:tabLst>
            </a:pPr>
            <a:r>
              <a:rPr lang="en-GR">
                <a:solidFill>
                  <a:schemeClr val="accent2"/>
                </a:solidFill>
              </a:rPr>
              <a:t>01</a:t>
            </a:r>
            <a:r>
              <a:rPr lang="en-GR"/>
              <a:t>	</a:t>
            </a:r>
            <a:r>
              <a:rPr lang="en-GB" err="1"/>
              <a:t>Consectetur</a:t>
            </a:r>
            <a:r>
              <a:rPr lang="en-GB"/>
              <a:t> </a:t>
            </a:r>
          </a:p>
          <a:p>
            <a:pPr>
              <a:tabLst>
                <a:tab pos="439738" algn="l"/>
              </a:tabLst>
            </a:pPr>
            <a:r>
              <a:rPr lang="en-GR">
                <a:solidFill>
                  <a:schemeClr val="accent2"/>
                </a:solidFill>
              </a:rPr>
              <a:t>02</a:t>
            </a:r>
            <a:r>
              <a:rPr lang="en-GR"/>
              <a:t>	</a:t>
            </a:r>
            <a:r>
              <a:rPr lang="en-GB" err="1"/>
              <a:t>Aliquam</a:t>
            </a:r>
            <a:r>
              <a:rPr lang="en-GB"/>
              <a:t> </a:t>
            </a:r>
            <a:r>
              <a:rPr lang="en-GB" err="1"/>
              <a:t>arcu</a:t>
            </a:r>
            <a:endParaRPr lang="en-GB"/>
          </a:p>
          <a:p>
            <a:pPr>
              <a:tabLst>
                <a:tab pos="439738" algn="l"/>
              </a:tabLst>
            </a:pPr>
            <a:r>
              <a:rPr lang="en-GR">
                <a:solidFill>
                  <a:schemeClr val="accent2"/>
                </a:solidFill>
              </a:rPr>
              <a:t>03</a:t>
            </a:r>
            <a:r>
              <a:rPr lang="en-GR"/>
              <a:t>	Magna quis</a:t>
            </a:r>
          </a:p>
          <a:p>
            <a:pPr>
              <a:tabLst>
                <a:tab pos="439738" algn="l"/>
              </a:tabLst>
            </a:pPr>
            <a:r>
              <a:rPr lang="en-GR">
                <a:solidFill>
                  <a:schemeClr val="accent2"/>
                </a:solidFill>
              </a:rPr>
              <a:t>04</a:t>
            </a:r>
            <a:r>
              <a:rPr lang="en-GR"/>
              <a:t>	Faucibus non et</a:t>
            </a:r>
          </a:p>
          <a:p>
            <a:pPr>
              <a:tabLst>
                <a:tab pos="439738" algn="l"/>
              </a:tabLst>
            </a:pPr>
            <a:r>
              <a:rPr lang="en-GR">
                <a:solidFill>
                  <a:schemeClr val="accent2"/>
                </a:solidFill>
              </a:rPr>
              <a:t>05</a:t>
            </a:r>
            <a:r>
              <a:rPr lang="en-GR"/>
              <a:t>	Lorem ipsum</a:t>
            </a:r>
          </a:p>
          <a:p>
            <a:pPr>
              <a:tabLst>
                <a:tab pos="439738" algn="l"/>
              </a:tabLst>
            </a:pPr>
            <a:r>
              <a:rPr lang="en-GR">
                <a:solidFill>
                  <a:schemeClr val="accent2"/>
                </a:solidFill>
              </a:rPr>
              <a:t>06</a:t>
            </a:r>
            <a:r>
              <a:rPr lang="en-GR"/>
              <a:t>	Sit feugiat nisl</a:t>
            </a:r>
          </a:p>
          <a:p>
            <a:pPr>
              <a:tabLst>
                <a:tab pos="439738" algn="l"/>
              </a:tabLst>
            </a:pPr>
            <a:r>
              <a:rPr lang="en-GR">
                <a:solidFill>
                  <a:schemeClr val="accent2"/>
                </a:solidFill>
              </a:rPr>
              <a:t>07</a:t>
            </a:r>
            <a:r>
              <a:rPr lang="en-GR"/>
              <a:t>	Vitae nec gravida</a:t>
            </a:r>
          </a:p>
          <a:p>
            <a:pPr>
              <a:tabLst>
                <a:tab pos="439738" algn="l"/>
              </a:tabLst>
            </a:pPr>
            <a:r>
              <a:rPr lang="en-GR">
                <a:solidFill>
                  <a:schemeClr val="accent2"/>
                </a:solidFill>
              </a:rPr>
              <a:t>08</a:t>
            </a:r>
            <a:r>
              <a:rPr lang="en-GR"/>
              <a:t>	Nullam feugiat</a:t>
            </a:r>
          </a:p>
          <a:p>
            <a:pPr>
              <a:tabLst>
                <a:tab pos="439738" algn="l"/>
              </a:tabLst>
            </a:pPr>
            <a:r>
              <a:rPr lang="en-GR">
                <a:solidFill>
                  <a:schemeClr val="accent2"/>
                </a:solidFill>
              </a:rPr>
              <a:t>09</a:t>
            </a:r>
            <a:r>
              <a:rPr lang="en-GR"/>
              <a:t>	Arcu volutpat</a:t>
            </a:r>
          </a:p>
          <a:p>
            <a:pPr>
              <a:tabLst>
                <a:tab pos="439738" algn="l"/>
              </a:tabLst>
            </a:pPr>
            <a:r>
              <a:rPr lang="en-GR">
                <a:solidFill>
                  <a:schemeClr val="accent2"/>
                </a:solidFill>
              </a:rPr>
              <a:t>10</a:t>
            </a:r>
            <a:r>
              <a:rPr lang="en-GR"/>
              <a:t>	Amet consectetur</a:t>
            </a:r>
          </a:p>
        </p:txBody>
      </p:sp>
      <p:sp>
        <p:nvSpPr>
          <p:cNvPr id="4" name="Content Placeholder 3">
            <a:extLst>
              <a:ext uri="{FF2B5EF4-FFF2-40B4-BE49-F238E27FC236}">
                <a16:creationId xmlns:a16="http://schemas.microsoft.com/office/drawing/2014/main" id="{AEC2043A-7DC9-26DC-738A-026D673D813F}"/>
              </a:ext>
            </a:extLst>
          </p:cNvPr>
          <p:cNvSpPr>
            <a:spLocks noGrp="1"/>
          </p:cNvSpPr>
          <p:nvPr>
            <p:ph idx="20"/>
          </p:nvPr>
        </p:nvSpPr>
        <p:spPr>
          <a:xfrm>
            <a:off x="4300371" y="1216966"/>
            <a:ext cx="3612923" cy="5092274"/>
          </a:xfrm>
        </p:spPr>
        <p:txBody>
          <a:bodyPr/>
          <a:lstStyle/>
          <a:p>
            <a:pPr>
              <a:tabLst>
                <a:tab pos="439738" algn="l"/>
              </a:tabLst>
            </a:pPr>
            <a:r>
              <a:rPr lang="en-GR">
                <a:solidFill>
                  <a:schemeClr val="accent2"/>
                </a:solidFill>
              </a:rPr>
              <a:t>11</a:t>
            </a:r>
            <a:r>
              <a:rPr lang="en-GR"/>
              <a:t>	Amet Consecteur</a:t>
            </a:r>
          </a:p>
          <a:p>
            <a:pPr>
              <a:tabLst>
                <a:tab pos="439738" algn="l"/>
              </a:tabLst>
            </a:pPr>
            <a:r>
              <a:rPr lang="en-GR">
                <a:solidFill>
                  <a:schemeClr val="accent2"/>
                </a:solidFill>
              </a:rPr>
              <a:t>12</a:t>
            </a:r>
            <a:r>
              <a:rPr lang="en-GR"/>
              <a:t>	Vitae nec</a:t>
            </a:r>
          </a:p>
          <a:p>
            <a:pPr>
              <a:tabLst>
                <a:tab pos="439738" algn="l"/>
              </a:tabLst>
            </a:pPr>
            <a:r>
              <a:rPr lang="en-GR">
                <a:solidFill>
                  <a:schemeClr val="accent2"/>
                </a:solidFill>
              </a:rPr>
              <a:t>13</a:t>
            </a:r>
            <a:r>
              <a:rPr lang="en-GR"/>
              <a:t>	</a:t>
            </a:r>
            <a:r>
              <a:rPr lang="en-GB"/>
              <a:t>G</a:t>
            </a:r>
            <a:r>
              <a:rPr lang="en-GR"/>
              <a:t>ravida voluopat</a:t>
            </a:r>
          </a:p>
          <a:p>
            <a:pPr>
              <a:tabLst>
                <a:tab pos="439738" algn="l"/>
              </a:tabLst>
            </a:pPr>
            <a:r>
              <a:rPr lang="en-GR">
                <a:solidFill>
                  <a:schemeClr val="accent2"/>
                </a:solidFill>
              </a:rPr>
              <a:t>14</a:t>
            </a:r>
            <a:r>
              <a:rPr lang="en-GR"/>
              <a:t>	Faucifiat</a:t>
            </a:r>
          </a:p>
          <a:p>
            <a:pPr>
              <a:tabLst>
                <a:tab pos="439738" algn="l"/>
              </a:tabLst>
            </a:pPr>
            <a:r>
              <a:rPr lang="en-GR">
                <a:solidFill>
                  <a:schemeClr val="accent2"/>
                </a:solidFill>
              </a:rPr>
              <a:t>15</a:t>
            </a:r>
            <a:r>
              <a:rPr lang="en-GR"/>
              <a:t>	</a:t>
            </a:r>
            <a:r>
              <a:rPr lang="en-GB"/>
              <a:t>V</a:t>
            </a:r>
            <a:r>
              <a:rPr lang="en-GR"/>
              <a:t>olputate sebe</a:t>
            </a:r>
          </a:p>
          <a:p>
            <a:pPr>
              <a:tabLst>
                <a:tab pos="439738" algn="l"/>
              </a:tabLst>
            </a:pPr>
            <a:r>
              <a:rPr lang="en-GR">
                <a:solidFill>
                  <a:schemeClr val="accent2"/>
                </a:solidFill>
              </a:rPr>
              <a:t>16</a:t>
            </a:r>
            <a:r>
              <a:rPr lang="en-GR"/>
              <a:t>	Cona commesta</a:t>
            </a:r>
          </a:p>
          <a:p>
            <a:pPr>
              <a:tabLst>
                <a:tab pos="439738" algn="l"/>
              </a:tabLst>
            </a:pPr>
            <a:r>
              <a:rPr lang="en-GR">
                <a:solidFill>
                  <a:schemeClr val="accent2"/>
                </a:solidFill>
              </a:rPr>
              <a:t>17</a:t>
            </a:r>
            <a:r>
              <a:rPr lang="en-GR"/>
              <a:t>	</a:t>
            </a:r>
            <a:r>
              <a:rPr lang="en-GB"/>
              <a:t>G</a:t>
            </a:r>
            <a:r>
              <a:rPr lang="en-GR"/>
              <a:t>hesture kanape</a:t>
            </a:r>
          </a:p>
          <a:p>
            <a:pPr>
              <a:tabLst>
                <a:tab pos="439738" algn="l"/>
              </a:tabLst>
            </a:pPr>
            <a:r>
              <a:rPr lang="en-GR">
                <a:solidFill>
                  <a:schemeClr val="accent2"/>
                </a:solidFill>
              </a:rPr>
              <a:t>18</a:t>
            </a:r>
            <a:r>
              <a:rPr lang="en-GR"/>
              <a:t>	</a:t>
            </a:r>
            <a:r>
              <a:rPr lang="en-GB"/>
              <a:t>P</a:t>
            </a:r>
            <a:r>
              <a:rPr lang="en-GR"/>
              <a:t>roquer postan</a:t>
            </a:r>
          </a:p>
          <a:p>
            <a:pPr>
              <a:tabLst>
                <a:tab pos="439738" algn="l"/>
              </a:tabLst>
            </a:pPr>
            <a:r>
              <a:rPr lang="en-GR">
                <a:solidFill>
                  <a:schemeClr val="accent2"/>
                </a:solidFill>
              </a:rPr>
              <a:t>19</a:t>
            </a:r>
            <a:r>
              <a:rPr lang="en-GR"/>
              <a:t>	</a:t>
            </a:r>
            <a:r>
              <a:rPr lang="en-GB"/>
              <a:t>N</a:t>
            </a:r>
            <a:r>
              <a:rPr lang="en-GR"/>
              <a:t>ullam odio</a:t>
            </a:r>
          </a:p>
          <a:p>
            <a:pPr>
              <a:tabLst>
                <a:tab pos="439738" algn="l"/>
              </a:tabLst>
            </a:pPr>
            <a:r>
              <a:rPr lang="en-GR">
                <a:solidFill>
                  <a:schemeClr val="accent2"/>
                </a:solidFill>
              </a:rPr>
              <a:t>20</a:t>
            </a:r>
            <a:r>
              <a:rPr lang="en-GR"/>
              <a:t>	</a:t>
            </a:r>
            <a:r>
              <a:rPr lang="en-GB"/>
              <a:t>F</a:t>
            </a:r>
            <a:r>
              <a:rPr lang="en-GR"/>
              <a:t>acilis aliquam</a:t>
            </a:r>
          </a:p>
        </p:txBody>
      </p:sp>
      <p:sp>
        <p:nvSpPr>
          <p:cNvPr id="5" name="Content Placeholder 4">
            <a:extLst>
              <a:ext uri="{FF2B5EF4-FFF2-40B4-BE49-F238E27FC236}">
                <a16:creationId xmlns:a16="http://schemas.microsoft.com/office/drawing/2014/main" id="{B15C1A35-4DA1-11B5-61C3-BFC52E9C950B}"/>
              </a:ext>
            </a:extLst>
          </p:cNvPr>
          <p:cNvSpPr>
            <a:spLocks noGrp="1"/>
          </p:cNvSpPr>
          <p:nvPr>
            <p:ph idx="21"/>
          </p:nvPr>
        </p:nvSpPr>
        <p:spPr>
          <a:xfrm>
            <a:off x="8250784" y="1216967"/>
            <a:ext cx="3612923" cy="5092275"/>
          </a:xfrm>
        </p:spPr>
        <p:txBody>
          <a:bodyPr/>
          <a:lstStyle/>
          <a:p>
            <a:pPr>
              <a:tabLst>
                <a:tab pos="439738" algn="l"/>
              </a:tabLst>
            </a:pPr>
            <a:r>
              <a:rPr lang="en-GR">
                <a:solidFill>
                  <a:schemeClr val="accent2"/>
                </a:solidFill>
              </a:rPr>
              <a:t>21</a:t>
            </a:r>
            <a:r>
              <a:rPr lang="en-GR"/>
              <a:t>	Sed loboris</a:t>
            </a:r>
          </a:p>
          <a:p>
            <a:pPr>
              <a:tabLst>
                <a:tab pos="439738" algn="l"/>
              </a:tabLst>
            </a:pPr>
            <a:r>
              <a:rPr lang="en-GR">
                <a:solidFill>
                  <a:schemeClr val="accent2"/>
                </a:solidFill>
              </a:rPr>
              <a:t>22</a:t>
            </a:r>
            <a:r>
              <a:rPr lang="en-GR"/>
              <a:t>	</a:t>
            </a:r>
            <a:r>
              <a:rPr lang="en-GB"/>
              <a:t>P</a:t>
            </a:r>
            <a:r>
              <a:rPr lang="en-GR"/>
              <a:t>alecart tamabe</a:t>
            </a:r>
          </a:p>
          <a:p>
            <a:pPr>
              <a:tabLst>
                <a:tab pos="439738" algn="l"/>
              </a:tabLst>
            </a:pPr>
            <a:r>
              <a:rPr lang="en-GR">
                <a:solidFill>
                  <a:schemeClr val="accent2"/>
                </a:solidFill>
              </a:rPr>
              <a:t>23</a:t>
            </a:r>
            <a:r>
              <a:rPr lang="en-GR"/>
              <a:t>	Integer fefular</a:t>
            </a:r>
          </a:p>
          <a:p>
            <a:pPr>
              <a:tabLst>
                <a:tab pos="439738" algn="l"/>
              </a:tabLst>
            </a:pPr>
            <a:r>
              <a:rPr lang="en-GR">
                <a:solidFill>
                  <a:schemeClr val="accent2"/>
                </a:solidFill>
              </a:rPr>
              <a:t>24</a:t>
            </a:r>
            <a:r>
              <a:rPr lang="en-GR"/>
              <a:t>	</a:t>
            </a:r>
            <a:r>
              <a:rPr lang="en-GB"/>
              <a:t>I</a:t>
            </a:r>
            <a:r>
              <a:rPr lang="en-GR"/>
              <a:t>ntermidan jajarem</a:t>
            </a:r>
          </a:p>
          <a:p>
            <a:pPr>
              <a:tabLst>
                <a:tab pos="439738" algn="l"/>
              </a:tabLst>
            </a:pPr>
            <a:r>
              <a:rPr lang="en-GR">
                <a:solidFill>
                  <a:schemeClr val="accent2"/>
                </a:solidFill>
              </a:rPr>
              <a:t>25</a:t>
            </a:r>
            <a:r>
              <a:rPr lang="en-GR"/>
              <a:t>	</a:t>
            </a:r>
            <a:r>
              <a:rPr lang="en-GB"/>
              <a:t>L</a:t>
            </a:r>
            <a:r>
              <a:rPr lang="en-GR"/>
              <a:t>azoona cevale</a:t>
            </a:r>
          </a:p>
          <a:p>
            <a:pPr>
              <a:tabLst>
                <a:tab pos="439738" algn="l"/>
              </a:tabLst>
            </a:pPr>
            <a:r>
              <a:rPr lang="en-GR">
                <a:solidFill>
                  <a:schemeClr val="accent2"/>
                </a:solidFill>
              </a:rPr>
              <a:t>26</a:t>
            </a:r>
            <a:r>
              <a:rPr lang="en-GR"/>
              <a:t>	Lorem ipsum amet</a:t>
            </a:r>
          </a:p>
          <a:p>
            <a:pPr>
              <a:tabLst>
                <a:tab pos="439738" algn="l"/>
              </a:tabLst>
            </a:pPr>
            <a:r>
              <a:rPr lang="en-GR">
                <a:solidFill>
                  <a:schemeClr val="accent2"/>
                </a:solidFill>
              </a:rPr>
              <a:t>27</a:t>
            </a:r>
            <a:r>
              <a:rPr lang="en-GR"/>
              <a:t>	</a:t>
            </a:r>
            <a:r>
              <a:rPr lang="en-GB"/>
              <a:t>A</a:t>
            </a:r>
            <a:r>
              <a:rPr lang="en-GR"/>
              <a:t>disciplanta</a:t>
            </a:r>
          </a:p>
          <a:p>
            <a:pPr>
              <a:tabLst>
                <a:tab pos="439738" algn="l"/>
              </a:tabLst>
            </a:pPr>
            <a:r>
              <a:rPr lang="en-GR">
                <a:solidFill>
                  <a:schemeClr val="accent2"/>
                </a:solidFill>
              </a:rPr>
              <a:t>28</a:t>
            </a:r>
            <a:r>
              <a:rPr lang="en-GR"/>
              <a:t>	Paratan columer</a:t>
            </a:r>
          </a:p>
          <a:p>
            <a:pPr>
              <a:tabLst>
                <a:tab pos="439738" algn="l"/>
              </a:tabLst>
            </a:pPr>
            <a:r>
              <a:rPr lang="en-GR">
                <a:solidFill>
                  <a:schemeClr val="accent2"/>
                </a:solidFill>
              </a:rPr>
              <a:t>29</a:t>
            </a:r>
            <a:r>
              <a:rPr lang="en-GR"/>
              <a:t>	</a:t>
            </a:r>
            <a:r>
              <a:rPr lang="en-GB"/>
              <a:t>V</a:t>
            </a:r>
            <a:r>
              <a:rPr lang="en-GR"/>
              <a:t>ulaparis kiota</a:t>
            </a:r>
          </a:p>
          <a:p>
            <a:pPr>
              <a:tabLst>
                <a:tab pos="439738" algn="l"/>
              </a:tabLst>
            </a:pPr>
            <a:r>
              <a:rPr lang="en-GR">
                <a:solidFill>
                  <a:schemeClr val="accent2"/>
                </a:solidFill>
              </a:rPr>
              <a:t>30</a:t>
            </a:r>
            <a:r>
              <a:rPr lang="en-GR"/>
              <a:t>	Plastive popolar</a:t>
            </a:r>
          </a:p>
          <a:p>
            <a:pPr>
              <a:tabLst>
                <a:tab pos="439738" algn="l"/>
              </a:tabLst>
            </a:pPr>
            <a:endParaRPr lang="en-GR"/>
          </a:p>
        </p:txBody>
      </p:sp>
      <p:sp>
        <p:nvSpPr>
          <p:cNvPr id="8" name="Slide Number Placeholder 7">
            <a:extLst>
              <a:ext uri="{FF2B5EF4-FFF2-40B4-BE49-F238E27FC236}">
                <a16:creationId xmlns:a16="http://schemas.microsoft.com/office/drawing/2014/main" id="{1FD8E2DF-2365-E37B-0512-7C5DF659B3B0}"/>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64</a:t>
            </a:fld>
            <a:endParaRPr lang="en-GR"/>
          </a:p>
        </p:txBody>
      </p:sp>
      <p:grpSp>
        <p:nvGrpSpPr>
          <p:cNvPr id="12" name="Group 11">
            <a:extLst>
              <a:ext uri="{FF2B5EF4-FFF2-40B4-BE49-F238E27FC236}">
                <a16:creationId xmlns:a16="http://schemas.microsoft.com/office/drawing/2014/main" id="{760E424E-222F-40F6-B1BA-16B261855724}"/>
              </a:ext>
            </a:extLst>
          </p:cNvPr>
          <p:cNvGrpSpPr/>
          <p:nvPr/>
        </p:nvGrpSpPr>
        <p:grpSpPr>
          <a:xfrm>
            <a:off x="6743286" y="4893074"/>
            <a:ext cx="2930954" cy="1363693"/>
            <a:chOff x="5629343" y="2088140"/>
            <a:chExt cx="2930954" cy="1363693"/>
          </a:xfrm>
        </p:grpSpPr>
        <p:sp>
          <p:nvSpPr>
            <p:cNvPr id="13" name="Rounded Rectangle 12">
              <a:extLst>
                <a:ext uri="{FF2B5EF4-FFF2-40B4-BE49-F238E27FC236}">
                  <a16:creationId xmlns:a16="http://schemas.microsoft.com/office/drawing/2014/main" id="{9059E64B-595B-CEAA-38E6-F79298F28D6B}"/>
                </a:ext>
              </a:extLst>
            </p:cNvPr>
            <p:cNvSpPr/>
            <p:nvPr/>
          </p:nvSpPr>
          <p:spPr>
            <a:xfrm>
              <a:off x="5629343" y="2177202"/>
              <a:ext cx="2930954" cy="127463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3 Columns</a:t>
              </a:r>
              <a:endParaRPr lang="en-US" sz="1000">
                <a:solidFill>
                  <a:schemeClr val="bg1">
                    <a:lumMod val="95000"/>
                  </a:schemeClr>
                </a:solidFill>
                <a:latin typeface="Aptos" panose="020B0004020202020204" pitchFamily="34" charset="0"/>
              </a:endParaRPr>
            </a:p>
            <a:p>
              <a:pPr>
                <a:lnSpc>
                  <a:spcPct val="110000"/>
                </a:lnSpc>
                <a:spcBef>
                  <a:spcPts val="900"/>
                </a:spcBef>
              </a:pPr>
              <a:r>
                <a:rPr lang="en-US" sz="800" err="1">
                  <a:solidFill>
                    <a:schemeClr val="bg1">
                      <a:lumMod val="95000"/>
                    </a:schemeClr>
                  </a:solidFill>
                  <a:latin typeface="Aptos" panose="020B0004020202020204" pitchFamily="34" charset="0"/>
                </a:rPr>
                <a:t>Ό</a:t>
              </a:r>
              <a:r>
                <a:rPr lang="el-GR" sz="800" err="1">
                  <a:solidFill>
                    <a:schemeClr val="bg1">
                      <a:lumMod val="95000"/>
                    </a:schemeClr>
                  </a:solidFill>
                  <a:latin typeface="Aptos" panose="020B0004020202020204" pitchFamily="34" charset="0"/>
                </a:rPr>
                <a:t>ταν</a:t>
              </a:r>
              <a:r>
                <a:rPr lang="el-GR" sz="800">
                  <a:solidFill>
                    <a:schemeClr val="bg1">
                      <a:lumMod val="95000"/>
                    </a:schemeClr>
                  </a:solidFill>
                  <a:latin typeface="Aptos" panose="020B0004020202020204" pitchFamily="34" charset="0"/>
                </a:rPr>
                <a:t> έχουμε 3 στήλες, δεν χρησιμοποιούμε το γραφικό στοιχείο στο </a:t>
              </a:r>
              <a:r>
                <a:rPr lang="en-US" sz="800">
                  <a:solidFill>
                    <a:schemeClr val="bg1">
                      <a:lumMod val="95000"/>
                    </a:schemeClr>
                  </a:solidFill>
                  <a:latin typeface="Aptos" panose="020B0004020202020204" pitchFamily="34" charset="0"/>
                </a:rPr>
                <a:t>background</a:t>
              </a:r>
              <a:r>
                <a:rPr lang="el-GR" sz="800">
                  <a:solidFill>
                    <a:schemeClr val="bg1">
                      <a:lumMod val="95000"/>
                    </a:schemeClr>
                  </a:solidFill>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When there are 3 columns, we do not use the graphical element in the background.</a:t>
              </a:r>
              <a:endParaRPr lang="en-GR" sz="800">
                <a:solidFill>
                  <a:schemeClr val="bg1">
                    <a:lumMod val="95000"/>
                  </a:schemeClr>
                </a:solidFill>
                <a:latin typeface="Aptos" panose="020B0004020202020204" pitchFamily="34" charset="0"/>
              </a:endParaRPr>
            </a:p>
          </p:txBody>
        </p:sp>
        <p:sp>
          <p:nvSpPr>
            <p:cNvPr id="14" name="Triangle 13">
              <a:extLst>
                <a:ext uri="{FF2B5EF4-FFF2-40B4-BE49-F238E27FC236}">
                  <a16:creationId xmlns:a16="http://schemas.microsoft.com/office/drawing/2014/main" id="{B4D8F749-F058-6931-F39E-55F94A23E684}"/>
                </a:ext>
              </a:extLst>
            </p:cNvPr>
            <p:cNvSpPr/>
            <p:nvPr/>
          </p:nvSpPr>
          <p:spPr>
            <a:xfrm>
              <a:off x="8090182" y="2088140"/>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6808231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201A36B-2EE6-5339-EE63-BE99CF2F4516}"/>
              </a:ext>
            </a:extLst>
          </p:cNvPr>
          <p:cNvSpPr>
            <a:spLocks noGrp="1"/>
          </p:cNvSpPr>
          <p:nvPr>
            <p:ph type="body" sz="quarter" idx="16"/>
          </p:nvPr>
        </p:nvSpPr>
        <p:spPr>
          <a:xfrm>
            <a:off x="1703514" y="2592682"/>
            <a:ext cx="4896543" cy="928652"/>
          </a:xfrm>
        </p:spPr>
        <p:txBody>
          <a:bodyPr/>
          <a:lstStyle/>
          <a:p>
            <a:r>
              <a:rPr lang="en-GR"/>
              <a:t>Divider</a:t>
            </a:r>
          </a:p>
        </p:txBody>
      </p:sp>
      <p:sp>
        <p:nvSpPr>
          <p:cNvPr id="6" name="Text Placeholder 5">
            <a:extLst>
              <a:ext uri="{FF2B5EF4-FFF2-40B4-BE49-F238E27FC236}">
                <a16:creationId xmlns:a16="http://schemas.microsoft.com/office/drawing/2014/main" id="{85AAE752-1416-A51C-7076-2B98E292CEB9}"/>
              </a:ext>
            </a:extLst>
          </p:cNvPr>
          <p:cNvSpPr>
            <a:spLocks noGrp="1"/>
          </p:cNvSpPr>
          <p:nvPr>
            <p:ph type="body" sz="quarter" idx="14"/>
          </p:nvPr>
        </p:nvSpPr>
        <p:spPr>
          <a:xfrm>
            <a:off x="1703512" y="3429000"/>
            <a:ext cx="4896544" cy="2925000"/>
          </a:xfrm>
        </p:spPr>
        <p:txBody>
          <a:bodyPr>
            <a:normAutofit/>
          </a:bodyPr>
          <a:lstStyle/>
          <a:p>
            <a:r>
              <a:rPr lang="en-GR"/>
              <a:t>Placeholder text</a:t>
            </a:r>
          </a:p>
        </p:txBody>
      </p:sp>
      <p:sp>
        <p:nvSpPr>
          <p:cNvPr id="5" name="Title 4">
            <a:extLst>
              <a:ext uri="{FF2B5EF4-FFF2-40B4-BE49-F238E27FC236}">
                <a16:creationId xmlns:a16="http://schemas.microsoft.com/office/drawing/2014/main" id="{E56C49CD-CE15-B1F0-B385-99180B03F254}"/>
              </a:ext>
            </a:extLst>
          </p:cNvPr>
          <p:cNvSpPr>
            <a:spLocks noGrp="1"/>
          </p:cNvSpPr>
          <p:nvPr>
            <p:ph type="ctrTitle"/>
          </p:nvPr>
        </p:nvSpPr>
        <p:spPr>
          <a:xfrm>
            <a:off x="335360" y="2592681"/>
            <a:ext cx="1059080" cy="928652"/>
          </a:xfrm>
        </p:spPr>
        <p:txBody>
          <a:bodyPr/>
          <a:lstStyle/>
          <a:p>
            <a:r>
              <a:rPr lang="en-GR"/>
              <a:t>04</a:t>
            </a:r>
          </a:p>
        </p:txBody>
      </p:sp>
      <p:sp>
        <p:nvSpPr>
          <p:cNvPr id="4" name="Slide Number Placeholder 3">
            <a:extLst>
              <a:ext uri="{FF2B5EF4-FFF2-40B4-BE49-F238E27FC236}">
                <a16:creationId xmlns:a16="http://schemas.microsoft.com/office/drawing/2014/main" id="{6FB787CF-BD1F-8DFA-BF9D-D15B1962F591}"/>
              </a:ext>
            </a:extLst>
          </p:cNvPr>
          <p:cNvSpPr>
            <a:spLocks noGrp="1"/>
          </p:cNvSpPr>
          <p:nvPr>
            <p:ph type="sldNum" sz="quarter" idx="4"/>
          </p:nvPr>
        </p:nvSpPr>
        <p:spPr>
          <a:xfrm>
            <a:off x="11179867" y="6542940"/>
            <a:ext cx="684000" cy="136800"/>
          </a:xfrm>
        </p:spPr>
        <p:txBody>
          <a:bodyPr/>
          <a:lstStyle/>
          <a:p>
            <a:fld id="{233F7D93-8529-0F4E-AF24-E7C8656CB0BF}" type="slidenum">
              <a:rPr lang="en-GR" smtClean="0"/>
              <a:pPr/>
              <a:t>65</a:t>
            </a:fld>
            <a:endParaRPr lang="en-GR"/>
          </a:p>
        </p:txBody>
      </p:sp>
    </p:spTree>
    <p:extLst>
      <p:ext uri="{BB962C8B-B14F-4D97-AF65-F5344CB8AC3E}">
        <p14:creationId xmlns:p14="http://schemas.microsoft.com/office/powerpoint/2010/main" val="14568928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D2DCA8D5-82C9-4F55-7592-5AB149CBAC8E}"/>
              </a:ext>
            </a:extLst>
          </p:cNvPr>
          <p:cNvSpPr>
            <a:spLocks noGrp="1"/>
          </p:cNvSpPr>
          <p:nvPr>
            <p:ph type="ctrTitle"/>
          </p:nvPr>
        </p:nvSpPr>
        <p:spPr>
          <a:xfrm>
            <a:off x="335360" y="2592681"/>
            <a:ext cx="1059080" cy="928652"/>
          </a:xfrm>
          <a:prstGeom prst="rect">
            <a:avLst/>
          </a:prstGeom>
        </p:spPr>
        <p:txBody>
          <a:bodyPr/>
          <a:lstStyle/>
          <a:p>
            <a:r>
              <a:rPr lang="en-GR"/>
              <a:t>00</a:t>
            </a:r>
          </a:p>
        </p:txBody>
      </p:sp>
      <p:sp>
        <p:nvSpPr>
          <p:cNvPr id="10" name="Text Placeholder 9">
            <a:extLst>
              <a:ext uri="{FF2B5EF4-FFF2-40B4-BE49-F238E27FC236}">
                <a16:creationId xmlns:a16="http://schemas.microsoft.com/office/drawing/2014/main" id="{324BFB9E-1592-F0EB-340B-40367791CE25}"/>
              </a:ext>
            </a:extLst>
          </p:cNvPr>
          <p:cNvSpPr>
            <a:spLocks noGrp="1"/>
          </p:cNvSpPr>
          <p:nvPr>
            <p:ph type="body" sz="quarter" idx="16"/>
          </p:nvPr>
        </p:nvSpPr>
        <p:spPr>
          <a:xfrm>
            <a:off x="1703514" y="2592682"/>
            <a:ext cx="4896543" cy="928652"/>
          </a:xfrm>
        </p:spPr>
        <p:txBody>
          <a:bodyPr/>
          <a:lstStyle/>
          <a:p>
            <a:r>
              <a:rPr lang="en-GR"/>
              <a:t>Divider</a:t>
            </a:r>
          </a:p>
        </p:txBody>
      </p:sp>
      <p:sp>
        <p:nvSpPr>
          <p:cNvPr id="9" name="Text Placeholder 8">
            <a:extLst>
              <a:ext uri="{FF2B5EF4-FFF2-40B4-BE49-F238E27FC236}">
                <a16:creationId xmlns:a16="http://schemas.microsoft.com/office/drawing/2014/main" id="{2B1F42BE-F4A6-AA43-04F4-D1836815B250}"/>
              </a:ext>
            </a:extLst>
          </p:cNvPr>
          <p:cNvSpPr>
            <a:spLocks noGrp="1"/>
          </p:cNvSpPr>
          <p:nvPr>
            <p:ph type="body" sz="quarter" idx="14"/>
          </p:nvPr>
        </p:nvSpPr>
        <p:spPr>
          <a:xfrm>
            <a:off x="1703512" y="3429000"/>
            <a:ext cx="4896544" cy="2925000"/>
          </a:xfrm>
        </p:spPr>
        <p:txBody>
          <a:bodyPr lIns="54000" anchor="t" anchorCtr="0">
            <a:normAutofit/>
          </a:bodyPr>
          <a:lstStyle/>
          <a:p>
            <a:r>
              <a:rPr lang="en-GR"/>
              <a:t>Placeholder text</a:t>
            </a:r>
          </a:p>
          <a:p>
            <a:endParaRPr lang="en-GR"/>
          </a:p>
        </p:txBody>
      </p:sp>
      <p:sp>
        <p:nvSpPr>
          <p:cNvPr id="4" name="Slide Number Placeholder 3">
            <a:extLst>
              <a:ext uri="{FF2B5EF4-FFF2-40B4-BE49-F238E27FC236}">
                <a16:creationId xmlns:a16="http://schemas.microsoft.com/office/drawing/2014/main" id="{01504FF5-0E08-43B7-7200-48F0034D3279}"/>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66</a:t>
            </a:fld>
            <a:endParaRPr lang="en-GR"/>
          </a:p>
        </p:txBody>
      </p:sp>
      <p:grpSp>
        <p:nvGrpSpPr>
          <p:cNvPr id="13" name="Group 12">
            <a:extLst>
              <a:ext uri="{FF2B5EF4-FFF2-40B4-BE49-F238E27FC236}">
                <a16:creationId xmlns:a16="http://schemas.microsoft.com/office/drawing/2014/main" id="{B8D8FA5C-07A4-655B-FA3C-B6907E7A58D2}"/>
              </a:ext>
            </a:extLst>
          </p:cNvPr>
          <p:cNvGrpSpPr/>
          <p:nvPr/>
        </p:nvGrpSpPr>
        <p:grpSpPr>
          <a:xfrm>
            <a:off x="1703511" y="953299"/>
            <a:ext cx="2930954" cy="1639382"/>
            <a:chOff x="2723823" y="3484307"/>
            <a:chExt cx="2930954" cy="1639382"/>
          </a:xfrm>
        </p:grpSpPr>
        <p:sp>
          <p:nvSpPr>
            <p:cNvPr id="15" name="Rounded Rectangle 14">
              <a:extLst>
                <a:ext uri="{FF2B5EF4-FFF2-40B4-BE49-F238E27FC236}">
                  <a16:creationId xmlns:a16="http://schemas.microsoft.com/office/drawing/2014/main" id="{B559EE62-3A5C-7A4A-FA22-25C68E7288C1}"/>
                </a:ext>
              </a:extLst>
            </p:cNvPr>
            <p:cNvSpPr/>
            <p:nvPr/>
          </p:nvSpPr>
          <p:spPr>
            <a:xfrm>
              <a:off x="2723823" y="3484307"/>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Title</a:t>
              </a:r>
              <a:endParaRPr lang="en-US" sz="8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τίτλος στα </a:t>
              </a:r>
              <a:r>
                <a:rPr lang="en-US" sz="800">
                  <a:solidFill>
                    <a:schemeClr val="bg1">
                      <a:lumMod val="95000"/>
                    </a:schemeClr>
                  </a:solidFill>
                  <a:latin typeface="Aptos" panose="020B0004020202020204" pitchFamily="34" charset="0"/>
                </a:rPr>
                <a:t>Dividers</a:t>
              </a:r>
              <a:r>
                <a:rPr lang="el-GR" sz="800">
                  <a:solidFill>
                    <a:schemeClr val="bg1">
                      <a:lumMod val="95000"/>
                    </a:schemeClr>
                  </a:solidFill>
                  <a:latin typeface="Aptos" panose="020B0004020202020204" pitchFamily="34" charset="0"/>
                </a:rPr>
                <a:t> είναι πάντα </a:t>
              </a:r>
              <a:r>
                <a:rPr lang="en-US" sz="800">
                  <a:solidFill>
                    <a:schemeClr val="bg1">
                      <a:lumMod val="95000"/>
                    </a:schemeClr>
                  </a:solidFill>
                  <a:latin typeface="Aptos" panose="020B0004020202020204" pitchFamily="34" charset="0"/>
                </a:rPr>
                <a:t>Aptos Regular 60pt, line space: multiple 0,9, p</a:t>
              </a:r>
              <a:r>
                <a:rPr lang="en-US" sz="800">
                  <a:latin typeface="Aptos" panose="020B0004020202020204" pitchFamily="34" charset="0"/>
                </a:rPr>
                <a:t>aragraph space before: </a:t>
              </a:r>
              <a:r>
                <a:rPr lang="el-GR" sz="800">
                  <a:latin typeface="Aptos" panose="020B0004020202020204" pitchFamily="34" charset="0"/>
                </a:rPr>
                <a:t>10</a:t>
              </a:r>
              <a:r>
                <a:rPr lang="en-US" sz="800" err="1">
                  <a:latin typeface="Aptos" panose="020B0004020202020204" pitchFamily="34" charset="0"/>
                </a:rPr>
                <a:t>pt</a:t>
              </a:r>
              <a:r>
                <a:rPr lang="en-US" sz="800">
                  <a:solidFill>
                    <a:schemeClr val="bg1">
                      <a:lumMod val="95000"/>
                    </a:schemeClr>
                  </a:solidFill>
                  <a:latin typeface="Aptos" panose="020B0004020202020204" pitchFamily="34" charset="0"/>
                </a:rPr>
                <a:t> </a:t>
              </a:r>
              <a:r>
                <a:rPr lang="el-GR" sz="800">
                  <a:solidFill>
                    <a:schemeClr val="bg1">
                      <a:lumMod val="95000"/>
                    </a:schemeClr>
                  </a:solidFill>
                  <a:latin typeface="Aptos" panose="020B0004020202020204" pitchFamily="34" charset="0"/>
                </a:rPr>
                <a:t>και χρώμα</a:t>
              </a:r>
              <a:r>
                <a:rPr lang="en-US" sz="800">
                  <a:solidFill>
                    <a:schemeClr val="bg1">
                      <a:lumMod val="95000"/>
                    </a:schemeClr>
                  </a:solidFill>
                  <a:latin typeface="Aptos" panose="020B0004020202020204" pitchFamily="34" charset="0"/>
                </a:rPr>
                <a:t> </a:t>
              </a:r>
              <a:r>
                <a:rPr lang="el-GR" sz="800">
                  <a:solidFill>
                    <a:schemeClr val="bg1">
                      <a:lumMod val="95000"/>
                    </a:schemeClr>
                  </a:solidFill>
                  <a:latin typeface="Aptos" panose="020B0004020202020204" pitchFamily="34" charset="0"/>
                </a:rPr>
                <a:t>Τ</a:t>
              </a:r>
              <a:r>
                <a:rPr lang="en-US" sz="800" err="1">
                  <a:solidFill>
                    <a:schemeClr val="bg1">
                      <a:lumMod val="95000"/>
                    </a:schemeClr>
                  </a:solidFill>
                  <a:latin typeface="Aptos" panose="020B0004020202020204" pitchFamily="34" charset="0"/>
                </a:rPr>
                <a:t>eal</a:t>
              </a:r>
              <a:r>
                <a:rPr lang="en-US" sz="800">
                  <a:solidFill>
                    <a:schemeClr val="bg1">
                      <a:lumMod val="95000"/>
                    </a:schemeClr>
                  </a:solidFill>
                  <a:latin typeface="Aptos" panose="020B0004020202020204" pitchFamily="34" charset="0"/>
                </a:rPr>
                <a:t> </a:t>
              </a:r>
              <a:r>
                <a:rPr lang="el-GR" sz="800">
                  <a:solidFill>
                    <a:schemeClr val="bg1">
                      <a:lumMod val="95000"/>
                    </a:schemeClr>
                  </a:solidFill>
                  <a:latin typeface="Aptos" panose="020B0004020202020204" pitchFamily="34" charset="0"/>
                </a:rPr>
                <a:t>στην αρίθμηση και</a:t>
              </a:r>
              <a:r>
                <a:rPr lang="en-US" sz="800">
                  <a:solidFill>
                    <a:schemeClr val="bg1">
                      <a:lumMod val="95000"/>
                    </a:schemeClr>
                  </a:solidFill>
                  <a:latin typeface="Aptos" panose="020B0004020202020204" pitchFamily="34" charset="0"/>
                </a:rPr>
                <a:t> White </a:t>
              </a:r>
              <a:r>
                <a:rPr lang="el-GR" sz="800">
                  <a:solidFill>
                    <a:schemeClr val="bg1">
                      <a:lumMod val="95000"/>
                    </a:schemeClr>
                  </a:solidFill>
                  <a:latin typeface="Aptos" panose="020B0004020202020204" pitchFamily="34" charset="0"/>
                </a:rPr>
                <a:t>στον τίτλο.</a:t>
              </a:r>
            </a:p>
            <a:p>
              <a:pPr>
                <a:lnSpc>
                  <a:spcPct val="110000"/>
                </a:lnSpc>
                <a:spcBef>
                  <a:spcPts val="900"/>
                </a:spcBef>
              </a:pPr>
              <a:r>
                <a:rPr lang="en-GB" sz="800">
                  <a:solidFill>
                    <a:schemeClr val="bg1">
                      <a:lumMod val="95000"/>
                    </a:schemeClr>
                  </a:solidFill>
                  <a:latin typeface="Aptos" panose="020B0004020202020204" pitchFamily="34" charset="0"/>
                </a:rPr>
                <a:t>The title in the Dividers is always Aptos Regular 60pt, line space: multiple 0.9, paragraph space before: 10pt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Teal for </a:t>
              </a:r>
              <a:r>
                <a:rPr lang="en-GB" sz="800" err="1">
                  <a:solidFill>
                    <a:schemeClr val="bg1">
                      <a:lumMod val="95000"/>
                    </a:schemeClr>
                  </a:solidFill>
                  <a:latin typeface="Aptos" panose="020B0004020202020204" pitchFamily="34" charset="0"/>
                </a:rPr>
                <a:t>numberic</a:t>
              </a:r>
              <a:r>
                <a:rPr lang="en-GB" sz="800">
                  <a:solidFill>
                    <a:schemeClr val="bg1">
                      <a:lumMod val="95000"/>
                    </a:schemeClr>
                  </a:solidFill>
                  <a:latin typeface="Aptos" panose="020B0004020202020204" pitchFamily="34" charset="0"/>
                </a:rPr>
                <a:t> and White for the title.</a:t>
              </a:r>
              <a:endParaRPr lang="en-GR" sz="800">
                <a:solidFill>
                  <a:schemeClr val="bg1">
                    <a:lumMod val="95000"/>
                  </a:schemeClr>
                </a:solidFill>
                <a:latin typeface="Aptos" panose="020B0004020202020204" pitchFamily="34" charset="0"/>
              </a:endParaRPr>
            </a:p>
          </p:txBody>
        </p:sp>
        <p:sp>
          <p:nvSpPr>
            <p:cNvPr id="16" name="Triangle 15">
              <a:extLst>
                <a:ext uri="{FF2B5EF4-FFF2-40B4-BE49-F238E27FC236}">
                  <a16:creationId xmlns:a16="http://schemas.microsoft.com/office/drawing/2014/main" id="{3D4039E8-DB5A-A838-80C6-D168AC4520EE}"/>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18" name="Group 17">
            <a:extLst>
              <a:ext uri="{FF2B5EF4-FFF2-40B4-BE49-F238E27FC236}">
                <a16:creationId xmlns:a16="http://schemas.microsoft.com/office/drawing/2014/main" id="{58955FA9-5D65-65AF-CF2D-E675D585C92F}"/>
              </a:ext>
            </a:extLst>
          </p:cNvPr>
          <p:cNvGrpSpPr/>
          <p:nvPr/>
        </p:nvGrpSpPr>
        <p:grpSpPr>
          <a:xfrm>
            <a:off x="2612831" y="3784072"/>
            <a:ext cx="2930954" cy="1645014"/>
            <a:chOff x="1906569" y="3571257"/>
            <a:chExt cx="2930954" cy="1645014"/>
          </a:xfrm>
        </p:grpSpPr>
        <p:sp>
          <p:nvSpPr>
            <p:cNvPr id="19" name="Rounded Rectangle 18">
              <a:extLst>
                <a:ext uri="{FF2B5EF4-FFF2-40B4-BE49-F238E27FC236}">
                  <a16:creationId xmlns:a16="http://schemas.microsoft.com/office/drawing/2014/main" id="{223DF92B-75B9-B472-581D-4DD65E33D3D2}"/>
                </a:ext>
              </a:extLst>
            </p:cNvPr>
            <p:cNvSpPr/>
            <p:nvPr/>
          </p:nvSpPr>
          <p:spPr>
            <a:xfrm>
              <a:off x="1906569" y="3660319"/>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Subtitle Text</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a:t>
              </a:r>
              <a:r>
                <a:rPr lang="el-GR" sz="800" err="1">
                  <a:solidFill>
                    <a:schemeClr val="bg1">
                      <a:lumMod val="95000"/>
                    </a:schemeClr>
                  </a:solidFill>
                  <a:latin typeface="Aptos" panose="020B0004020202020204" pitchFamily="34" charset="0"/>
                </a:rPr>
                <a:t>υπ</a:t>
              </a:r>
              <a:r>
                <a:rPr lang="en-US" sz="800" err="1">
                  <a:solidFill>
                    <a:schemeClr val="bg1">
                      <a:lumMod val="95000"/>
                    </a:schemeClr>
                  </a:solidFill>
                  <a:latin typeface="Aptos" panose="020B0004020202020204" pitchFamily="34" charset="0"/>
                </a:rPr>
                <a:t>ό</a:t>
              </a:r>
              <a:r>
                <a:rPr lang="el-GR" sz="800" err="1">
                  <a:solidFill>
                    <a:schemeClr val="bg1">
                      <a:lumMod val="95000"/>
                    </a:schemeClr>
                  </a:solidFill>
                  <a:latin typeface="Aptos" panose="020B0004020202020204" pitchFamily="34" charset="0"/>
                </a:rPr>
                <a:t>τιτλος</a:t>
              </a:r>
              <a:r>
                <a:rPr lang="el-GR" sz="800">
                  <a:solidFill>
                    <a:schemeClr val="bg1">
                      <a:lumMod val="95000"/>
                    </a:schemeClr>
                  </a:solidFill>
                  <a:latin typeface="Aptos" panose="020B0004020202020204" pitchFamily="34" charset="0"/>
                </a:rPr>
                <a:t> στα </a:t>
              </a:r>
              <a:r>
                <a:rPr lang="en-US" sz="800">
                  <a:solidFill>
                    <a:schemeClr val="bg1">
                      <a:lumMod val="95000"/>
                    </a:schemeClr>
                  </a:solidFill>
                  <a:latin typeface="Aptos" panose="020B0004020202020204" pitchFamily="34" charset="0"/>
                </a:rPr>
                <a:t>Dividers</a:t>
              </a:r>
              <a:r>
                <a:rPr lang="el-GR" sz="800">
                  <a:solidFill>
                    <a:schemeClr val="bg1">
                      <a:lumMod val="95000"/>
                    </a:schemeClr>
                  </a:solidFill>
                  <a:latin typeface="Aptos" panose="020B0004020202020204" pitchFamily="34" charset="0"/>
                </a:rPr>
                <a:t> είναι πάντα </a:t>
              </a:r>
              <a:r>
                <a:rPr lang="en-US" sz="800">
                  <a:solidFill>
                    <a:schemeClr val="bg1">
                      <a:lumMod val="95000"/>
                    </a:schemeClr>
                  </a:solidFill>
                  <a:latin typeface="Aptos" panose="020B0004020202020204" pitchFamily="34" charset="0"/>
                </a:rPr>
                <a:t>Aptos Regular </a:t>
              </a:r>
              <a:r>
                <a:rPr lang="el-GR" sz="800">
                  <a:solidFill>
                    <a:schemeClr val="bg1">
                      <a:lumMod val="95000"/>
                    </a:schemeClr>
                  </a:solidFill>
                  <a:latin typeface="Aptos" panose="020B0004020202020204" pitchFamily="34" charset="0"/>
                </a:rPr>
                <a:t>16</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line space: multiple 0,9</a:t>
              </a:r>
              <a:r>
                <a:rPr lang="el-GR" sz="800">
                  <a:solidFill>
                    <a:schemeClr val="bg1">
                      <a:lumMod val="95000"/>
                    </a:schemeClr>
                  </a:solidFill>
                  <a:latin typeface="Aptos" panose="020B0004020202020204" pitchFamily="34" charset="0"/>
                </a:rPr>
                <a:t>, </a:t>
              </a:r>
              <a:r>
                <a:rPr lang="en-US" sz="800">
                  <a:solidFill>
                    <a:schemeClr val="bg1">
                      <a:lumMod val="95000"/>
                    </a:schemeClr>
                  </a:solidFill>
                  <a:latin typeface="Aptos" panose="020B0004020202020204" pitchFamily="34" charset="0"/>
                </a:rPr>
                <a:t>p</a:t>
              </a:r>
              <a:r>
                <a:rPr lang="en-US" sz="800">
                  <a:latin typeface="Aptos" panose="020B0004020202020204" pitchFamily="34" charset="0"/>
                </a:rPr>
                <a:t>aragraph space before: </a:t>
              </a:r>
              <a:r>
                <a:rPr lang="el-GR" sz="800">
                  <a:latin typeface="Aptos" panose="020B0004020202020204" pitchFamily="34" charset="0"/>
                </a:rPr>
                <a:t>10</a:t>
              </a:r>
              <a:r>
                <a:rPr lang="en-US" sz="800" err="1">
                  <a:latin typeface="Aptos" panose="020B0004020202020204" pitchFamily="34" charset="0"/>
                </a:rPr>
                <a:t>pt</a:t>
              </a:r>
              <a:r>
                <a:rPr lang="en-US" sz="800">
                  <a:solidFill>
                    <a:schemeClr val="bg1">
                      <a:lumMod val="95000"/>
                    </a:schemeClr>
                  </a:solidFill>
                  <a:latin typeface="Aptos" panose="020B0004020202020204" pitchFamily="34" charset="0"/>
                </a:rPr>
                <a:t> </a:t>
              </a:r>
              <a:r>
                <a:rPr lang="el-GR" sz="800">
                  <a:solidFill>
                    <a:schemeClr val="bg1">
                      <a:lumMod val="95000"/>
                    </a:schemeClr>
                  </a:solidFill>
                  <a:latin typeface="Aptos" panose="020B0004020202020204" pitchFamily="34" charset="0"/>
                </a:rPr>
                <a:t>και χρώμα</a:t>
              </a:r>
              <a:r>
                <a:rPr lang="en-US" sz="800">
                  <a:solidFill>
                    <a:schemeClr val="bg1">
                      <a:lumMod val="95000"/>
                    </a:schemeClr>
                  </a:solidFill>
                  <a:latin typeface="Aptos" panose="020B0004020202020204" pitchFamily="34" charset="0"/>
                </a:rPr>
                <a:t> White</a:t>
              </a:r>
              <a:r>
                <a:rPr lang="el-GR" sz="800">
                  <a:solidFill>
                    <a:schemeClr val="bg1">
                      <a:lumMod val="95000"/>
                    </a:schemeClr>
                  </a:solidFill>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The subtitle in the Dividers is always Aptos Regular 16pt, line space: multiple 0.9, paragraph space before: 10pt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White.</a:t>
              </a:r>
              <a:r>
                <a:rPr lang="el-GR" sz="800">
                  <a:solidFill>
                    <a:schemeClr val="bg1">
                      <a:lumMod val="95000"/>
                    </a:schemeClr>
                  </a:solidFill>
                  <a:latin typeface="Aptos" panose="020B0004020202020204" pitchFamily="34" charset="0"/>
                </a:rPr>
                <a:t> </a:t>
              </a:r>
              <a:endParaRPr lang="en-GR" sz="800">
                <a:solidFill>
                  <a:schemeClr val="bg1">
                    <a:lumMod val="95000"/>
                  </a:schemeClr>
                </a:solidFill>
                <a:latin typeface="Aptos" panose="020B0004020202020204" pitchFamily="34" charset="0"/>
              </a:endParaRPr>
            </a:p>
          </p:txBody>
        </p:sp>
        <p:sp>
          <p:nvSpPr>
            <p:cNvPr id="20" name="Triangle 19">
              <a:extLst>
                <a:ext uri="{FF2B5EF4-FFF2-40B4-BE49-F238E27FC236}">
                  <a16:creationId xmlns:a16="http://schemas.microsoft.com/office/drawing/2014/main" id="{236B5D31-0C47-D303-37E1-C461C2555969}"/>
                </a:ext>
              </a:extLst>
            </p:cNvPr>
            <p:cNvSpPr/>
            <p:nvPr/>
          </p:nvSpPr>
          <p:spPr>
            <a:xfrm>
              <a:off x="2230041" y="3571257"/>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36869291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184DD1-9D70-89E9-EE5C-267C972D4C55}"/>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67</a:t>
            </a:fld>
            <a:endParaRPr lang="en-GR"/>
          </a:p>
        </p:txBody>
      </p:sp>
      <p:sp>
        <p:nvSpPr>
          <p:cNvPr id="8" name="Title 7">
            <a:extLst>
              <a:ext uri="{FF2B5EF4-FFF2-40B4-BE49-F238E27FC236}">
                <a16:creationId xmlns:a16="http://schemas.microsoft.com/office/drawing/2014/main" id="{059E5E39-3423-B203-9370-754B83D14BD0}"/>
              </a:ext>
            </a:extLst>
          </p:cNvPr>
          <p:cNvSpPr>
            <a:spLocks noGrp="1"/>
          </p:cNvSpPr>
          <p:nvPr>
            <p:ph type="ctrTitle"/>
          </p:nvPr>
        </p:nvSpPr>
        <p:spPr>
          <a:xfrm>
            <a:off x="335360" y="2592681"/>
            <a:ext cx="1059080" cy="928652"/>
          </a:xfrm>
          <a:prstGeom prst="rect">
            <a:avLst/>
          </a:prstGeom>
        </p:spPr>
        <p:txBody>
          <a:bodyPr/>
          <a:lstStyle/>
          <a:p>
            <a:r>
              <a:rPr lang="en-GR"/>
              <a:t>00</a:t>
            </a:r>
          </a:p>
        </p:txBody>
      </p:sp>
      <p:sp>
        <p:nvSpPr>
          <p:cNvPr id="10" name="Text Placeholder 9">
            <a:extLst>
              <a:ext uri="{FF2B5EF4-FFF2-40B4-BE49-F238E27FC236}">
                <a16:creationId xmlns:a16="http://schemas.microsoft.com/office/drawing/2014/main" id="{C1562937-CD13-30CA-230A-560A7A398107}"/>
              </a:ext>
            </a:extLst>
          </p:cNvPr>
          <p:cNvSpPr>
            <a:spLocks noGrp="1"/>
          </p:cNvSpPr>
          <p:nvPr>
            <p:ph type="body" sz="quarter" idx="16"/>
          </p:nvPr>
        </p:nvSpPr>
        <p:spPr>
          <a:xfrm>
            <a:off x="1703514" y="2592682"/>
            <a:ext cx="4896543" cy="928652"/>
          </a:xfrm>
        </p:spPr>
        <p:txBody>
          <a:bodyPr/>
          <a:lstStyle/>
          <a:p>
            <a:r>
              <a:rPr lang="en-GR"/>
              <a:t>Divider</a:t>
            </a:r>
          </a:p>
        </p:txBody>
      </p:sp>
      <p:sp>
        <p:nvSpPr>
          <p:cNvPr id="9" name="Text Placeholder 8">
            <a:extLst>
              <a:ext uri="{FF2B5EF4-FFF2-40B4-BE49-F238E27FC236}">
                <a16:creationId xmlns:a16="http://schemas.microsoft.com/office/drawing/2014/main" id="{EC33089C-F3C4-474E-9658-552F3A671011}"/>
              </a:ext>
            </a:extLst>
          </p:cNvPr>
          <p:cNvSpPr>
            <a:spLocks noGrp="1"/>
          </p:cNvSpPr>
          <p:nvPr>
            <p:ph type="body" sz="quarter" idx="14"/>
          </p:nvPr>
        </p:nvSpPr>
        <p:spPr/>
        <p:txBody>
          <a:bodyPr/>
          <a:lstStyle/>
          <a:p>
            <a:r>
              <a:rPr lang="en-GR"/>
              <a:t>Placeholder text</a:t>
            </a:r>
          </a:p>
          <a:p>
            <a:endParaRPr lang="en-GR"/>
          </a:p>
        </p:txBody>
      </p:sp>
    </p:spTree>
    <p:extLst>
      <p:ext uri="{BB962C8B-B14F-4D97-AF65-F5344CB8AC3E}">
        <p14:creationId xmlns:p14="http://schemas.microsoft.com/office/powerpoint/2010/main" val="26002967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A3E6106-22A2-05F1-3704-96604539CA85}"/>
              </a:ext>
            </a:extLst>
          </p:cNvPr>
          <p:cNvSpPr>
            <a:spLocks noGrp="1"/>
          </p:cNvSpPr>
          <p:nvPr>
            <p:ph type="ctrTitle"/>
          </p:nvPr>
        </p:nvSpPr>
        <p:spPr>
          <a:xfrm>
            <a:off x="335360" y="2592681"/>
            <a:ext cx="1059080" cy="928652"/>
          </a:xfrm>
          <a:prstGeom prst="rect">
            <a:avLst/>
          </a:prstGeom>
        </p:spPr>
        <p:txBody>
          <a:bodyPr/>
          <a:lstStyle/>
          <a:p>
            <a:r>
              <a:rPr lang="en-GR"/>
              <a:t>00</a:t>
            </a:r>
          </a:p>
        </p:txBody>
      </p:sp>
      <p:sp>
        <p:nvSpPr>
          <p:cNvPr id="10" name="Text Placeholder 9">
            <a:extLst>
              <a:ext uri="{FF2B5EF4-FFF2-40B4-BE49-F238E27FC236}">
                <a16:creationId xmlns:a16="http://schemas.microsoft.com/office/drawing/2014/main" id="{F3B079BD-5CC7-1EC5-4074-7821FB27A876}"/>
              </a:ext>
            </a:extLst>
          </p:cNvPr>
          <p:cNvSpPr>
            <a:spLocks noGrp="1"/>
          </p:cNvSpPr>
          <p:nvPr>
            <p:ph type="body" sz="quarter" idx="16"/>
          </p:nvPr>
        </p:nvSpPr>
        <p:spPr>
          <a:xfrm>
            <a:off x="1703514" y="2592682"/>
            <a:ext cx="4896543" cy="928652"/>
          </a:xfrm>
        </p:spPr>
        <p:txBody>
          <a:bodyPr/>
          <a:lstStyle/>
          <a:p>
            <a:r>
              <a:rPr lang="en-GR"/>
              <a:t>Divider</a:t>
            </a:r>
          </a:p>
        </p:txBody>
      </p:sp>
      <p:sp>
        <p:nvSpPr>
          <p:cNvPr id="9" name="Text Placeholder 8">
            <a:extLst>
              <a:ext uri="{FF2B5EF4-FFF2-40B4-BE49-F238E27FC236}">
                <a16:creationId xmlns:a16="http://schemas.microsoft.com/office/drawing/2014/main" id="{DF86A15A-14C1-3BB4-182D-CA96E86D6B3B}"/>
              </a:ext>
            </a:extLst>
          </p:cNvPr>
          <p:cNvSpPr>
            <a:spLocks noGrp="1"/>
          </p:cNvSpPr>
          <p:nvPr>
            <p:ph type="body" sz="quarter" idx="14"/>
          </p:nvPr>
        </p:nvSpPr>
        <p:spPr>
          <a:xfrm>
            <a:off x="1703512" y="3429000"/>
            <a:ext cx="4896544" cy="2925000"/>
          </a:xfrm>
        </p:spPr>
        <p:txBody>
          <a:bodyPr/>
          <a:lstStyle/>
          <a:p>
            <a:r>
              <a:rPr lang="en-GR"/>
              <a:t>Placeholder text</a:t>
            </a:r>
          </a:p>
          <a:p>
            <a:endParaRPr lang="en-GR"/>
          </a:p>
        </p:txBody>
      </p:sp>
      <p:sp>
        <p:nvSpPr>
          <p:cNvPr id="4" name="Slide Number Placeholder 3">
            <a:extLst>
              <a:ext uri="{FF2B5EF4-FFF2-40B4-BE49-F238E27FC236}">
                <a16:creationId xmlns:a16="http://schemas.microsoft.com/office/drawing/2014/main" id="{288048EE-507B-633D-6241-1A713E41736A}"/>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68</a:t>
            </a:fld>
            <a:endParaRPr lang="en-GR"/>
          </a:p>
        </p:txBody>
      </p:sp>
    </p:spTree>
    <p:extLst>
      <p:ext uri="{BB962C8B-B14F-4D97-AF65-F5344CB8AC3E}">
        <p14:creationId xmlns:p14="http://schemas.microsoft.com/office/powerpoint/2010/main" val="82135621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5C9F933-4941-170E-0851-7A926ED28A8E}"/>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69</a:t>
            </a:fld>
            <a:endParaRPr lang="en-GR"/>
          </a:p>
        </p:txBody>
      </p:sp>
      <p:sp>
        <p:nvSpPr>
          <p:cNvPr id="8" name="Title 7">
            <a:extLst>
              <a:ext uri="{FF2B5EF4-FFF2-40B4-BE49-F238E27FC236}">
                <a16:creationId xmlns:a16="http://schemas.microsoft.com/office/drawing/2014/main" id="{AB0E87A3-10D2-35DD-CD6B-DFBA4049A975}"/>
              </a:ext>
            </a:extLst>
          </p:cNvPr>
          <p:cNvSpPr>
            <a:spLocks noGrp="1"/>
          </p:cNvSpPr>
          <p:nvPr>
            <p:ph type="ctrTitle"/>
          </p:nvPr>
        </p:nvSpPr>
        <p:spPr>
          <a:xfrm>
            <a:off x="335360" y="2592681"/>
            <a:ext cx="1059080" cy="928652"/>
          </a:xfrm>
          <a:prstGeom prst="rect">
            <a:avLst/>
          </a:prstGeom>
        </p:spPr>
        <p:txBody>
          <a:bodyPr/>
          <a:lstStyle/>
          <a:p>
            <a:r>
              <a:rPr lang="en-GR"/>
              <a:t>00</a:t>
            </a:r>
          </a:p>
        </p:txBody>
      </p:sp>
      <p:sp>
        <p:nvSpPr>
          <p:cNvPr id="10" name="Text Placeholder 9">
            <a:extLst>
              <a:ext uri="{FF2B5EF4-FFF2-40B4-BE49-F238E27FC236}">
                <a16:creationId xmlns:a16="http://schemas.microsoft.com/office/drawing/2014/main" id="{902BF35C-9950-0DEB-BF33-14B4BD1BBBC1}"/>
              </a:ext>
            </a:extLst>
          </p:cNvPr>
          <p:cNvSpPr>
            <a:spLocks noGrp="1"/>
          </p:cNvSpPr>
          <p:nvPr>
            <p:ph type="body" sz="quarter" idx="16"/>
          </p:nvPr>
        </p:nvSpPr>
        <p:spPr>
          <a:xfrm>
            <a:off x="1703514" y="2592682"/>
            <a:ext cx="4896543" cy="928652"/>
          </a:xfrm>
        </p:spPr>
        <p:txBody>
          <a:bodyPr/>
          <a:lstStyle/>
          <a:p>
            <a:r>
              <a:rPr lang="en-GR"/>
              <a:t>Divider</a:t>
            </a:r>
          </a:p>
        </p:txBody>
      </p:sp>
      <p:sp>
        <p:nvSpPr>
          <p:cNvPr id="9" name="Text Placeholder 8">
            <a:extLst>
              <a:ext uri="{FF2B5EF4-FFF2-40B4-BE49-F238E27FC236}">
                <a16:creationId xmlns:a16="http://schemas.microsoft.com/office/drawing/2014/main" id="{CF983050-F526-D406-A3BA-30F0D6660253}"/>
              </a:ext>
            </a:extLst>
          </p:cNvPr>
          <p:cNvSpPr>
            <a:spLocks noGrp="1"/>
          </p:cNvSpPr>
          <p:nvPr>
            <p:ph type="body" sz="quarter" idx="14"/>
          </p:nvPr>
        </p:nvSpPr>
        <p:spPr/>
        <p:txBody>
          <a:bodyPr/>
          <a:lstStyle/>
          <a:p>
            <a:r>
              <a:rPr lang="en-GR"/>
              <a:t>Placeholder text</a:t>
            </a:r>
          </a:p>
          <a:p>
            <a:endParaRPr lang="en-GR"/>
          </a:p>
        </p:txBody>
      </p:sp>
    </p:spTree>
    <p:extLst>
      <p:ext uri="{BB962C8B-B14F-4D97-AF65-F5344CB8AC3E}">
        <p14:creationId xmlns:p14="http://schemas.microsoft.com/office/powerpoint/2010/main" val="13866912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D9F8A0A-D314-9A1B-C7EF-F6B9D6BE3BC5}"/>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70</a:t>
            </a:fld>
            <a:endParaRPr lang="en-GR"/>
          </a:p>
        </p:txBody>
      </p:sp>
      <p:sp>
        <p:nvSpPr>
          <p:cNvPr id="8" name="Title 7">
            <a:extLst>
              <a:ext uri="{FF2B5EF4-FFF2-40B4-BE49-F238E27FC236}">
                <a16:creationId xmlns:a16="http://schemas.microsoft.com/office/drawing/2014/main" id="{92F6B5D3-BF72-9B33-2F83-A0133CA27BD0}"/>
              </a:ext>
            </a:extLst>
          </p:cNvPr>
          <p:cNvSpPr>
            <a:spLocks noGrp="1"/>
          </p:cNvSpPr>
          <p:nvPr>
            <p:ph type="ctrTitle"/>
          </p:nvPr>
        </p:nvSpPr>
        <p:spPr>
          <a:xfrm>
            <a:off x="335360" y="2592681"/>
            <a:ext cx="1059080" cy="928652"/>
          </a:xfrm>
          <a:prstGeom prst="rect">
            <a:avLst/>
          </a:prstGeom>
        </p:spPr>
        <p:txBody>
          <a:bodyPr/>
          <a:lstStyle/>
          <a:p>
            <a:r>
              <a:rPr lang="en-GR"/>
              <a:t>00</a:t>
            </a:r>
          </a:p>
        </p:txBody>
      </p:sp>
      <p:sp>
        <p:nvSpPr>
          <p:cNvPr id="10" name="Text Placeholder 9">
            <a:extLst>
              <a:ext uri="{FF2B5EF4-FFF2-40B4-BE49-F238E27FC236}">
                <a16:creationId xmlns:a16="http://schemas.microsoft.com/office/drawing/2014/main" id="{A759604A-4103-F159-294F-B9EC5C1CD609}"/>
              </a:ext>
            </a:extLst>
          </p:cNvPr>
          <p:cNvSpPr>
            <a:spLocks noGrp="1"/>
          </p:cNvSpPr>
          <p:nvPr>
            <p:ph type="body" sz="quarter" idx="16"/>
          </p:nvPr>
        </p:nvSpPr>
        <p:spPr>
          <a:xfrm>
            <a:off x="1703514" y="2592682"/>
            <a:ext cx="4896543" cy="928652"/>
          </a:xfrm>
        </p:spPr>
        <p:txBody>
          <a:bodyPr/>
          <a:lstStyle/>
          <a:p>
            <a:r>
              <a:rPr lang="en-GR"/>
              <a:t>Divider</a:t>
            </a:r>
          </a:p>
        </p:txBody>
      </p:sp>
      <p:sp>
        <p:nvSpPr>
          <p:cNvPr id="9" name="Text Placeholder 8">
            <a:extLst>
              <a:ext uri="{FF2B5EF4-FFF2-40B4-BE49-F238E27FC236}">
                <a16:creationId xmlns:a16="http://schemas.microsoft.com/office/drawing/2014/main" id="{3479FE06-17F6-3BF1-E909-6D866C86B059}"/>
              </a:ext>
            </a:extLst>
          </p:cNvPr>
          <p:cNvSpPr>
            <a:spLocks noGrp="1"/>
          </p:cNvSpPr>
          <p:nvPr>
            <p:ph type="body" sz="quarter" idx="14"/>
          </p:nvPr>
        </p:nvSpPr>
        <p:spPr/>
        <p:txBody>
          <a:bodyPr/>
          <a:lstStyle/>
          <a:p>
            <a:r>
              <a:rPr lang="en-GR"/>
              <a:t>Placeholder text</a:t>
            </a:r>
          </a:p>
          <a:p>
            <a:endParaRPr lang="en-GR"/>
          </a:p>
        </p:txBody>
      </p:sp>
    </p:spTree>
    <p:extLst>
      <p:ext uri="{BB962C8B-B14F-4D97-AF65-F5344CB8AC3E}">
        <p14:creationId xmlns:p14="http://schemas.microsoft.com/office/powerpoint/2010/main" val="27614640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6C6C57D-9C62-3AD6-8E04-E6080596313E}"/>
              </a:ext>
            </a:extLst>
          </p:cNvPr>
          <p:cNvSpPr>
            <a:spLocks noGrp="1"/>
          </p:cNvSpPr>
          <p:nvPr>
            <p:ph type="body" sz="quarter" idx="16"/>
          </p:nvPr>
        </p:nvSpPr>
        <p:spPr>
          <a:xfrm>
            <a:off x="1703514" y="2592682"/>
            <a:ext cx="4896543" cy="928652"/>
          </a:xfrm>
        </p:spPr>
        <p:txBody>
          <a:bodyPr/>
          <a:lstStyle/>
          <a:p>
            <a:r>
              <a:rPr lang="en-GR"/>
              <a:t>Divider</a:t>
            </a:r>
          </a:p>
        </p:txBody>
      </p:sp>
      <p:sp>
        <p:nvSpPr>
          <p:cNvPr id="3" name="Text Placeholder 2">
            <a:extLst>
              <a:ext uri="{FF2B5EF4-FFF2-40B4-BE49-F238E27FC236}">
                <a16:creationId xmlns:a16="http://schemas.microsoft.com/office/drawing/2014/main" id="{D9D8504F-4DF6-DED1-387F-1694EE4A3577}"/>
              </a:ext>
            </a:extLst>
          </p:cNvPr>
          <p:cNvSpPr>
            <a:spLocks noGrp="1"/>
          </p:cNvSpPr>
          <p:nvPr>
            <p:ph type="body" sz="quarter" idx="14"/>
          </p:nvPr>
        </p:nvSpPr>
        <p:spPr>
          <a:xfrm>
            <a:off x="1703512" y="3429000"/>
            <a:ext cx="4896544" cy="2925000"/>
          </a:xfrm>
        </p:spPr>
        <p:txBody>
          <a:bodyPr/>
          <a:lstStyle/>
          <a:p>
            <a:r>
              <a:rPr lang="en-GR"/>
              <a:t>Placeholder text</a:t>
            </a:r>
          </a:p>
          <a:p>
            <a:endParaRPr lang="en-GR"/>
          </a:p>
          <a:p>
            <a:endParaRPr lang="en-GR"/>
          </a:p>
        </p:txBody>
      </p:sp>
      <p:sp>
        <p:nvSpPr>
          <p:cNvPr id="5" name="Title 4">
            <a:extLst>
              <a:ext uri="{FF2B5EF4-FFF2-40B4-BE49-F238E27FC236}">
                <a16:creationId xmlns:a16="http://schemas.microsoft.com/office/drawing/2014/main" id="{F51AC1E2-81E6-29C0-68D6-79AB7CB690F2}"/>
              </a:ext>
            </a:extLst>
          </p:cNvPr>
          <p:cNvSpPr>
            <a:spLocks noGrp="1"/>
          </p:cNvSpPr>
          <p:nvPr>
            <p:ph type="ctrTitle"/>
          </p:nvPr>
        </p:nvSpPr>
        <p:spPr>
          <a:xfrm>
            <a:off x="335360" y="2592681"/>
            <a:ext cx="1059080" cy="928652"/>
          </a:xfrm>
        </p:spPr>
        <p:txBody>
          <a:bodyPr/>
          <a:lstStyle/>
          <a:p>
            <a:r>
              <a:rPr lang="en-GR"/>
              <a:t>00</a:t>
            </a:r>
          </a:p>
        </p:txBody>
      </p:sp>
      <p:sp>
        <p:nvSpPr>
          <p:cNvPr id="4" name="Slide Number Placeholder 3">
            <a:extLst>
              <a:ext uri="{FF2B5EF4-FFF2-40B4-BE49-F238E27FC236}">
                <a16:creationId xmlns:a16="http://schemas.microsoft.com/office/drawing/2014/main" id="{7B9EE26D-AA6C-0F3D-CADE-F94CA52C89D4}"/>
              </a:ext>
            </a:extLst>
          </p:cNvPr>
          <p:cNvSpPr>
            <a:spLocks noGrp="1"/>
          </p:cNvSpPr>
          <p:nvPr>
            <p:ph type="sldNum" sz="quarter" idx="4"/>
          </p:nvPr>
        </p:nvSpPr>
        <p:spPr>
          <a:xfrm>
            <a:off x="11179867" y="6542940"/>
            <a:ext cx="684000" cy="136800"/>
          </a:xfrm>
        </p:spPr>
        <p:txBody>
          <a:bodyPr/>
          <a:lstStyle/>
          <a:p>
            <a:fld id="{233F7D93-8529-0F4E-AF24-E7C8656CB0BF}" type="slidenum">
              <a:rPr lang="en-GR" smtClean="0"/>
              <a:pPr/>
              <a:t>71</a:t>
            </a:fld>
            <a:endParaRPr lang="en-GR"/>
          </a:p>
        </p:txBody>
      </p:sp>
    </p:spTree>
    <p:extLst>
      <p:ext uri="{BB962C8B-B14F-4D97-AF65-F5344CB8AC3E}">
        <p14:creationId xmlns:p14="http://schemas.microsoft.com/office/powerpoint/2010/main" val="255729372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76507A-CEE9-C05C-05FA-B1C7E337566B}"/>
              </a:ext>
            </a:extLst>
          </p:cNvPr>
          <p:cNvSpPr>
            <a:spLocks noGrp="1"/>
          </p:cNvSpPr>
          <p:nvPr>
            <p:ph type="body" sz="quarter" idx="16"/>
          </p:nvPr>
        </p:nvSpPr>
        <p:spPr/>
        <p:txBody>
          <a:bodyPr/>
          <a:lstStyle/>
          <a:p>
            <a:r>
              <a:rPr lang="en-GR"/>
              <a:t>Divider</a:t>
            </a:r>
          </a:p>
        </p:txBody>
      </p:sp>
      <p:sp>
        <p:nvSpPr>
          <p:cNvPr id="3" name="Text Placeholder 2">
            <a:extLst>
              <a:ext uri="{FF2B5EF4-FFF2-40B4-BE49-F238E27FC236}">
                <a16:creationId xmlns:a16="http://schemas.microsoft.com/office/drawing/2014/main" id="{CC0BE26B-815D-BFDF-2324-9E67BEF4E735}"/>
              </a:ext>
            </a:extLst>
          </p:cNvPr>
          <p:cNvSpPr>
            <a:spLocks noGrp="1"/>
          </p:cNvSpPr>
          <p:nvPr>
            <p:ph type="body" sz="quarter" idx="14"/>
          </p:nvPr>
        </p:nvSpPr>
        <p:spPr/>
        <p:txBody>
          <a:bodyPr/>
          <a:lstStyle/>
          <a:p>
            <a:r>
              <a:rPr lang="en-GR"/>
              <a:t>Placeholder text</a:t>
            </a:r>
          </a:p>
          <a:p>
            <a:endParaRPr lang="en-GR"/>
          </a:p>
        </p:txBody>
      </p:sp>
      <p:sp>
        <p:nvSpPr>
          <p:cNvPr id="4" name="Slide Number Placeholder 3">
            <a:extLst>
              <a:ext uri="{FF2B5EF4-FFF2-40B4-BE49-F238E27FC236}">
                <a16:creationId xmlns:a16="http://schemas.microsoft.com/office/drawing/2014/main" id="{BF6398D9-D481-85CD-6A1F-C156A7FC41C0}"/>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72</a:t>
            </a:fld>
            <a:endParaRPr lang="en-GR"/>
          </a:p>
        </p:txBody>
      </p:sp>
      <p:sp>
        <p:nvSpPr>
          <p:cNvPr id="5" name="Title 4">
            <a:extLst>
              <a:ext uri="{FF2B5EF4-FFF2-40B4-BE49-F238E27FC236}">
                <a16:creationId xmlns:a16="http://schemas.microsoft.com/office/drawing/2014/main" id="{3CC375E1-406D-F823-C97C-B139FFC61349}"/>
              </a:ext>
            </a:extLst>
          </p:cNvPr>
          <p:cNvSpPr>
            <a:spLocks noGrp="1"/>
          </p:cNvSpPr>
          <p:nvPr>
            <p:ph type="ctrTitle"/>
          </p:nvPr>
        </p:nvSpPr>
        <p:spPr/>
        <p:txBody>
          <a:bodyPr/>
          <a:lstStyle/>
          <a:p>
            <a:r>
              <a:rPr lang="en-GR"/>
              <a:t>00</a:t>
            </a:r>
          </a:p>
        </p:txBody>
      </p:sp>
    </p:spTree>
    <p:extLst>
      <p:ext uri="{BB962C8B-B14F-4D97-AF65-F5344CB8AC3E}">
        <p14:creationId xmlns:p14="http://schemas.microsoft.com/office/powerpoint/2010/main" val="20210740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EEEDB94-4B7E-D9DC-97E3-D97B0A19D83B}"/>
              </a:ext>
            </a:extLst>
          </p:cNvPr>
          <p:cNvSpPr>
            <a:spLocks noGrp="1"/>
          </p:cNvSpPr>
          <p:nvPr>
            <p:ph type="body" sz="quarter" idx="16"/>
          </p:nvPr>
        </p:nvSpPr>
        <p:spPr/>
        <p:txBody>
          <a:bodyPr/>
          <a:lstStyle/>
          <a:p>
            <a:r>
              <a:rPr lang="en-GR"/>
              <a:t>Divider</a:t>
            </a:r>
          </a:p>
        </p:txBody>
      </p:sp>
      <p:sp>
        <p:nvSpPr>
          <p:cNvPr id="3" name="Text Placeholder 2">
            <a:extLst>
              <a:ext uri="{FF2B5EF4-FFF2-40B4-BE49-F238E27FC236}">
                <a16:creationId xmlns:a16="http://schemas.microsoft.com/office/drawing/2014/main" id="{6F2A71B8-899F-7CBB-BC4E-1BB0B3BD87A9}"/>
              </a:ext>
            </a:extLst>
          </p:cNvPr>
          <p:cNvSpPr>
            <a:spLocks noGrp="1"/>
          </p:cNvSpPr>
          <p:nvPr>
            <p:ph type="body" sz="quarter" idx="14"/>
          </p:nvPr>
        </p:nvSpPr>
        <p:spPr/>
        <p:txBody>
          <a:bodyPr/>
          <a:lstStyle/>
          <a:p>
            <a:r>
              <a:rPr lang="en-GR"/>
              <a:t>Placeholder text</a:t>
            </a:r>
          </a:p>
          <a:p>
            <a:endParaRPr lang="en-GR"/>
          </a:p>
          <a:p>
            <a:endParaRPr lang="en-GR"/>
          </a:p>
        </p:txBody>
      </p:sp>
      <p:sp>
        <p:nvSpPr>
          <p:cNvPr id="4" name="Slide Number Placeholder 3">
            <a:extLst>
              <a:ext uri="{FF2B5EF4-FFF2-40B4-BE49-F238E27FC236}">
                <a16:creationId xmlns:a16="http://schemas.microsoft.com/office/drawing/2014/main" id="{829A8C67-6DBD-CC27-D88B-7792FAEF57CE}"/>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73</a:t>
            </a:fld>
            <a:endParaRPr lang="en-GR"/>
          </a:p>
        </p:txBody>
      </p:sp>
      <p:sp>
        <p:nvSpPr>
          <p:cNvPr id="5" name="Title 4">
            <a:extLst>
              <a:ext uri="{FF2B5EF4-FFF2-40B4-BE49-F238E27FC236}">
                <a16:creationId xmlns:a16="http://schemas.microsoft.com/office/drawing/2014/main" id="{976E4311-9ECE-DE4D-5C27-5CAA70842680}"/>
              </a:ext>
            </a:extLst>
          </p:cNvPr>
          <p:cNvSpPr>
            <a:spLocks noGrp="1"/>
          </p:cNvSpPr>
          <p:nvPr>
            <p:ph type="ctrTitle"/>
          </p:nvPr>
        </p:nvSpPr>
        <p:spPr/>
        <p:txBody>
          <a:bodyPr/>
          <a:lstStyle/>
          <a:p>
            <a:r>
              <a:rPr lang="en-GR"/>
              <a:t>00</a:t>
            </a:r>
          </a:p>
        </p:txBody>
      </p:sp>
    </p:spTree>
    <p:extLst>
      <p:ext uri="{BB962C8B-B14F-4D97-AF65-F5344CB8AC3E}">
        <p14:creationId xmlns:p14="http://schemas.microsoft.com/office/powerpoint/2010/main" val="241855338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55BE6F3-A5F5-4A35-F75D-56B81BEAB911}"/>
              </a:ext>
            </a:extLst>
          </p:cNvPr>
          <p:cNvSpPr>
            <a:spLocks noGrp="1"/>
          </p:cNvSpPr>
          <p:nvPr>
            <p:ph type="body" sz="quarter" idx="16"/>
          </p:nvPr>
        </p:nvSpPr>
        <p:spPr/>
        <p:txBody>
          <a:bodyPr/>
          <a:lstStyle/>
          <a:p>
            <a:r>
              <a:rPr lang="en-GR"/>
              <a:t>Divider</a:t>
            </a:r>
          </a:p>
        </p:txBody>
      </p:sp>
      <p:sp>
        <p:nvSpPr>
          <p:cNvPr id="3" name="Text Placeholder 2">
            <a:extLst>
              <a:ext uri="{FF2B5EF4-FFF2-40B4-BE49-F238E27FC236}">
                <a16:creationId xmlns:a16="http://schemas.microsoft.com/office/drawing/2014/main" id="{49926198-AE2E-C8C4-A2B9-B1858F23864D}"/>
              </a:ext>
            </a:extLst>
          </p:cNvPr>
          <p:cNvSpPr>
            <a:spLocks noGrp="1"/>
          </p:cNvSpPr>
          <p:nvPr>
            <p:ph type="body" sz="quarter" idx="14"/>
          </p:nvPr>
        </p:nvSpPr>
        <p:spPr/>
        <p:txBody>
          <a:bodyPr/>
          <a:lstStyle/>
          <a:p>
            <a:r>
              <a:rPr lang="en-GR"/>
              <a:t>Placeholder text</a:t>
            </a:r>
          </a:p>
          <a:p>
            <a:endParaRPr lang="en-GR"/>
          </a:p>
          <a:p>
            <a:endParaRPr lang="en-GR"/>
          </a:p>
        </p:txBody>
      </p:sp>
      <p:sp>
        <p:nvSpPr>
          <p:cNvPr id="4" name="Slide Number Placeholder 3">
            <a:extLst>
              <a:ext uri="{FF2B5EF4-FFF2-40B4-BE49-F238E27FC236}">
                <a16:creationId xmlns:a16="http://schemas.microsoft.com/office/drawing/2014/main" id="{312C5FF6-49AD-B707-B7B2-4DD46F2FBFEB}"/>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74</a:t>
            </a:fld>
            <a:endParaRPr lang="en-GR"/>
          </a:p>
        </p:txBody>
      </p:sp>
      <p:sp>
        <p:nvSpPr>
          <p:cNvPr id="5" name="Title 4">
            <a:extLst>
              <a:ext uri="{FF2B5EF4-FFF2-40B4-BE49-F238E27FC236}">
                <a16:creationId xmlns:a16="http://schemas.microsoft.com/office/drawing/2014/main" id="{BFA8B587-B4F6-9DF1-19E0-71A0B72F5C73}"/>
              </a:ext>
            </a:extLst>
          </p:cNvPr>
          <p:cNvSpPr>
            <a:spLocks noGrp="1"/>
          </p:cNvSpPr>
          <p:nvPr>
            <p:ph type="ctrTitle"/>
          </p:nvPr>
        </p:nvSpPr>
        <p:spPr/>
        <p:txBody>
          <a:bodyPr/>
          <a:lstStyle/>
          <a:p>
            <a:r>
              <a:rPr lang="en-GR"/>
              <a:t>00</a:t>
            </a:r>
          </a:p>
        </p:txBody>
      </p:sp>
    </p:spTree>
    <p:extLst>
      <p:ext uri="{BB962C8B-B14F-4D97-AF65-F5344CB8AC3E}">
        <p14:creationId xmlns:p14="http://schemas.microsoft.com/office/powerpoint/2010/main" val="2981415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7FC892D-C855-7AE8-08F0-FA6A3FEBA287}"/>
              </a:ext>
            </a:extLst>
          </p:cNvPr>
          <p:cNvSpPr>
            <a:spLocks noGrp="1"/>
          </p:cNvSpPr>
          <p:nvPr>
            <p:ph type="body" sz="quarter" idx="16"/>
          </p:nvPr>
        </p:nvSpPr>
        <p:spPr/>
        <p:txBody>
          <a:bodyPr/>
          <a:lstStyle/>
          <a:p>
            <a:r>
              <a:rPr lang="en-GR"/>
              <a:t>Divider</a:t>
            </a:r>
          </a:p>
        </p:txBody>
      </p:sp>
      <p:sp>
        <p:nvSpPr>
          <p:cNvPr id="3" name="Text Placeholder 2">
            <a:extLst>
              <a:ext uri="{FF2B5EF4-FFF2-40B4-BE49-F238E27FC236}">
                <a16:creationId xmlns:a16="http://schemas.microsoft.com/office/drawing/2014/main" id="{CA17C07F-FF39-C634-24D0-939718D3F5D3}"/>
              </a:ext>
            </a:extLst>
          </p:cNvPr>
          <p:cNvSpPr>
            <a:spLocks noGrp="1"/>
          </p:cNvSpPr>
          <p:nvPr>
            <p:ph type="body" sz="quarter" idx="14"/>
          </p:nvPr>
        </p:nvSpPr>
        <p:spPr/>
        <p:txBody>
          <a:bodyPr/>
          <a:lstStyle/>
          <a:p>
            <a:r>
              <a:rPr lang="en-GR"/>
              <a:t>Placeholder text</a:t>
            </a:r>
          </a:p>
          <a:p>
            <a:endParaRPr lang="en-GR"/>
          </a:p>
          <a:p>
            <a:endParaRPr lang="en-GR"/>
          </a:p>
        </p:txBody>
      </p:sp>
      <p:sp>
        <p:nvSpPr>
          <p:cNvPr id="4" name="Slide Number Placeholder 3">
            <a:extLst>
              <a:ext uri="{FF2B5EF4-FFF2-40B4-BE49-F238E27FC236}">
                <a16:creationId xmlns:a16="http://schemas.microsoft.com/office/drawing/2014/main" id="{E740529F-5A9B-FFD1-AAF0-329E9F85114E}"/>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75</a:t>
            </a:fld>
            <a:endParaRPr lang="en-GR"/>
          </a:p>
        </p:txBody>
      </p:sp>
      <p:sp>
        <p:nvSpPr>
          <p:cNvPr id="5" name="Title 4">
            <a:extLst>
              <a:ext uri="{FF2B5EF4-FFF2-40B4-BE49-F238E27FC236}">
                <a16:creationId xmlns:a16="http://schemas.microsoft.com/office/drawing/2014/main" id="{F62344ED-41E5-4577-D68F-D1E5B10B50FD}"/>
              </a:ext>
            </a:extLst>
          </p:cNvPr>
          <p:cNvSpPr>
            <a:spLocks noGrp="1"/>
          </p:cNvSpPr>
          <p:nvPr>
            <p:ph type="ctrTitle"/>
          </p:nvPr>
        </p:nvSpPr>
        <p:spPr>
          <a:prstGeom prst="rect">
            <a:avLst/>
          </a:prstGeom>
        </p:spPr>
        <p:txBody>
          <a:bodyPr/>
          <a:lstStyle/>
          <a:p>
            <a:r>
              <a:rPr lang="en-GR"/>
              <a:t>00</a:t>
            </a:r>
          </a:p>
        </p:txBody>
      </p:sp>
    </p:spTree>
    <p:extLst>
      <p:ext uri="{BB962C8B-B14F-4D97-AF65-F5344CB8AC3E}">
        <p14:creationId xmlns:p14="http://schemas.microsoft.com/office/powerpoint/2010/main" val="275220633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C20305-1769-DA79-F6F7-0F5B24C94EEB}"/>
              </a:ext>
            </a:extLst>
          </p:cNvPr>
          <p:cNvSpPr>
            <a:spLocks noGrp="1"/>
          </p:cNvSpPr>
          <p:nvPr>
            <p:ph type="body" sz="quarter" idx="16"/>
          </p:nvPr>
        </p:nvSpPr>
        <p:spPr/>
        <p:txBody>
          <a:bodyPr/>
          <a:lstStyle/>
          <a:p>
            <a:r>
              <a:rPr lang="en-GR"/>
              <a:t>Divider</a:t>
            </a:r>
          </a:p>
        </p:txBody>
      </p:sp>
      <p:sp>
        <p:nvSpPr>
          <p:cNvPr id="3" name="Text Placeholder 2">
            <a:extLst>
              <a:ext uri="{FF2B5EF4-FFF2-40B4-BE49-F238E27FC236}">
                <a16:creationId xmlns:a16="http://schemas.microsoft.com/office/drawing/2014/main" id="{FA6963D4-344A-5412-124B-7CEAD46306FD}"/>
              </a:ext>
            </a:extLst>
          </p:cNvPr>
          <p:cNvSpPr>
            <a:spLocks noGrp="1"/>
          </p:cNvSpPr>
          <p:nvPr>
            <p:ph type="body" sz="quarter" idx="14"/>
          </p:nvPr>
        </p:nvSpPr>
        <p:spPr/>
        <p:txBody>
          <a:bodyPr/>
          <a:lstStyle/>
          <a:p>
            <a:r>
              <a:rPr lang="en-GR"/>
              <a:t>Placeholder text</a:t>
            </a:r>
          </a:p>
          <a:p>
            <a:endParaRPr lang="en-GR"/>
          </a:p>
          <a:p>
            <a:endParaRPr lang="en-GR"/>
          </a:p>
        </p:txBody>
      </p:sp>
      <p:sp>
        <p:nvSpPr>
          <p:cNvPr id="4" name="Slide Number Placeholder 3">
            <a:extLst>
              <a:ext uri="{FF2B5EF4-FFF2-40B4-BE49-F238E27FC236}">
                <a16:creationId xmlns:a16="http://schemas.microsoft.com/office/drawing/2014/main" id="{C5038632-E09A-F88A-3C0F-96124D1720FC}"/>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76</a:t>
            </a:fld>
            <a:endParaRPr lang="en-GR"/>
          </a:p>
        </p:txBody>
      </p:sp>
      <p:sp>
        <p:nvSpPr>
          <p:cNvPr id="5" name="Title 4">
            <a:extLst>
              <a:ext uri="{FF2B5EF4-FFF2-40B4-BE49-F238E27FC236}">
                <a16:creationId xmlns:a16="http://schemas.microsoft.com/office/drawing/2014/main" id="{CC12EE92-F35E-0E1A-6B70-E15D5A18F609}"/>
              </a:ext>
            </a:extLst>
          </p:cNvPr>
          <p:cNvSpPr>
            <a:spLocks noGrp="1"/>
          </p:cNvSpPr>
          <p:nvPr>
            <p:ph type="ctrTitle"/>
          </p:nvPr>
        </p:nvSpPr>
        <p:spPr>
          <a:prstGeom prst="rect">
            <a:avLst/>
          </a:prstGeom>
        </p:spPr>
        <p:txBody>
          <a:bodyPr/>
          <a:lstStyle/>
          <a:p>
            <a:r>
              <a:rPr lang="en-GR"/>
              <a:t>00</a:t>
            </a:r>
          </a:p>
        </p:txBody>
      </p:sp>
    </p:spTree>
    <p:extLst>
      <p:ext uri="{BB962C8B-B14F-4D97-AF65-F5344CB8AC3E}">
        <p14:creationId xmlns:p14="http://schemas.microsoft.com/office/powerpoint/2010/main" val="133731434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35599-14DC-14B2-688A-A864DBBB737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E167983-6F55-99C0-5979-44AB78E06D50}"/>
              </a:ext>
            </a:extLst>
          </p:cNvPr>
          <p:cNvSpPr>
            <a:spLocks noGrp="1"/>
          </p:cNvSpPr>
          <p:nvPr>
            <p:ph type="body" sz="quarter" idx="16"/>
          </p:nvPr>
        </p:nvSpPr>
        <p:spPr/>
        <p:txBody>
          <a:bodyPr/>
          <a:lstStyle/>
          <a:p>
            <a:r>
              <a:rPr lang="en-GR"/>
              <a:t>Divider</a:t>
            </a:r>
          </a:p>
        </p:txBody>
      </p:sp>
      <p:sp>
        <p:nvSpPr>
          <p:cNvPr id="3" name="Text Placeholder 2">
            <a:extLst>
              <a:ext uri="{FF2B5EF4-FFF2-40B4-BE49-F238E27FC236}">
                <a16:creationId xmlns:a16="http://schemas.microsoft.com/office/drawing/2014/main" id="{53942A33-80AF-124C-4DE7-289AC04CB66C}"/>
              </a:ext>
            </a:extLst>
          </p:cNvPr>
          <p:cNvSpPr>
            <a:spLocks noGrp="1"/>
          </p:cNvSpPr>
          <p:nvPr>
            <p:ph type="body" sz="quarter" idx="14"/>
          </p:nvPr>
        </p:nvSpPr>
        <p:spPr/>
        <p:txBody>
          <a:bodyPr/>
          <a:lstStyle/>
          <a:p>
            <a:r>
              <a:rPr lang="en-GR"/>
              <a:t>Placeholder text</a:t>
            </a:r>
          </a:p>
          <a:p>
            <a:endParaRPr lang="en-GR"/>
          </a:p>
          <a:p>
            <a:endParaRPr lang="en-GR"/>
          </a:p>
        </p:txBody>
      </p:sp>
      <p:sp>
        <p:nvSpPr>
          <p:cNvPr id="4" name="Slide Number Placeholder 3">
            <a:extLst>
              <a:ext uri="{FF2B5EF4-FFF2-40B4-BE49-F238E27FC236}">
                <a16:creationId xmlns:a16="http://schemas.microsoft.com/office/drawing/2014/main" id="{CA2D629F-25CC-9BCA-E5C3-7BB9BBBCE2B2}"/>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77</a:t>
            </a:fld>
            <a:endParaRPr lang="en-GR"/>
          </a:p>
        </p:txBody>
      </p:sp>
      <p:sp>
        <p:nvSpPr>
          <p:cNvPr id="5" name="Title 4">
            <a:extLst>
              <a:ext uri="{FF2B5EF4-FFF2-40B4-BE49-F238E27FC236}">
                <a16:creationId xmlns:a16="http://schemas.microsoft.com/office/drawing/2014/main" id="{84BE238F-872F-A9C3-C96E-C5FBC55E4E6C}"/>
              </a:ext>
            </a:extLst>
          </p:cNvPr>
          <p:cNvSpPr>
            <a:spLocks noGrp="1"/>
          </p:cNvSpPr>
          <p:nvPr>
            <p:ph type="ctrTitle"/>
          </p:nvPr>
        </p:nvSpPr>
        <p:spPr>
          <a:prstGeom prst="rect">
            <a:avLst/>
          </a:prstGeom>
        </p:spPr>
        <p:txBody>
          <a:bodyPr/>
          <a:lstStyle/>
          <a:p>
            <a:r>
              <a:rPr lang="en-GR"/>
              <a:t>00</a:t>
            </a:r>
          </a:p>
        </p:txBody>
      </p:sp>
    </p:spTree>
    <p:extLst>
      <p:ext uri="{BB962C8B-B14F-4D97-AF65-F5344CB8AC3E}">
        <p14:creationId xmlns:p14="http://schemas.microsoft.com/office/powerpoint/2010/main" val="398125114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D7D60-3691-A4AC-9F55-C137E7EA0CD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B0FA0A1-32DB-5E96-7CBE-65F4D72F1B36}"/>
              </a:ext>
            </a:extLst>
          </p:cNvPr>
          <p:cNvSpPr>
            <a:spLocks noGrp="1"/>
          </p:cNvSpPr>
          <p:nvPr>
            <p:ph type="body" sz="quarter" idx="16"/>
          </p:nvPr>
        </p:nvSpPr>
        <p:spPr/>
        <p:txBody>
          <a:bodyPr/>
          <a:lstStyle/>
          <a:p>
            <a:r>
              <a:rPr lang="en-GR"/>
              <a:t>Divider</a:t>
            </a:r>
          </a:p>
        </p:txBody>
      </p:sp>
      <p:sp>
        <p:nvSpPr>
          <p:cNvPr id="3" name="Text Placeholder 2">
            <a:extLst>
              <a:ext uri="{FF2B5EF4-FFF2-40B4-BE49-F238E27FC236}">
                <a16:creationId xmlns:a16="http://schemas.microsoft.com/office/drawing/2014/main" id="{CEBCB44A-8FB3-99BD-EC29-CD686D47B6E0}"/>
              </a:ext>
            </a:extLst>
          </p:cNvPr>
          <p:cNvSpPr>
            <a:spLocks noGrp="1"/>
          </p:cNvSpPr>
          <p:nvPr>
            <p:ph type="body" sz="quarter" idx="14"/>
          </p:nvPr>
        </p:nvSpPr>
        <p:spPr/>
        <p:txBody>
          <a:bodyPr/>
          <a:lstStyle/>
          <a:p>
            <a:r>
              <a:rPr lang="en-GR"/>
              <a:t>Placeholder text</a:t>
            </a:r>
          </a:p>
          <a:p>
            <a:endParaRPr lang="en-GR"/>
          </a:p>
          <a:p>
            <a:endParaRPr lang="en-GR"/>
          </a:p>
        </p:txBody>
      </p:sp>
      <p:sp>
        <p:nvSpPr>
          <p:cNvPr id="4" name="Slide Number Placeholder 3">
            <a:extLst>
              <a:ext uri="{FF2B5EF4-FFF2-40B4-BE49-F238E27FC236}">
                <a16:creationId xmlns:a16="http://schemas.microsoft.com/office/drawing/2014/main" id="{60196251-602C-79C1-6AAF-018C87570187}"/>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78</a:t>
            </a:fld>
            <a:endParaRPr lang="en-GR"/>
          </a:p>
        </p:txBody>
      </p:sp>
      <p:sp>
        <p:nvSpPr>
          <p:cNvPr id="5" name="Title 4">
            <a:extLst>
              <a:ext uri="{FF2B5EF4-FFF2-40B4-BE49-F238E27FC236}">
                <a16:creationId xmlns:a16="http://schemas.microsoft.com/office/drawing/2014/main" id="{EF7F7678-B96D-BB84-C152-E81E832AA503}"/>
              </a:ext>
            </a:extLst>
          </p:cNvPr>
          <p:cNvSpPr>
            <a:spLocks noGrp="1"/>
          </p:cNvSpPr>
          <p:nvPr>
            <p:ph type="ctrTitle"/>
          </p:nvPr>
        </p:nvSpPr>
        <p:spPr>
          <a:prstGeom prst="rect">
            <a:avLst/>
          </a:prstGeom>
        </p:spPr>
        <p:txBody>
          <a:bodyPr/>
          <a:lstStyle/>
          <a:p>
            <a:r>
              <a:rPr lang="en-GR"/>
              <a:t>00</a:t>
            </a:r>
          </a:p>
        </p:txBody>
      </p:sp>
    </p:spTree>
    <p:extLst>
      <p:ext uri="{BB962C8B-B14F-4D97-AF65-F5344CB8AC3E}">
        <p14:creationId xmlns:p14="http://schemas.microsoft.com/office/powerpoint/2010/main" val="97333926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91058-B951-C469-E2B4-68DB884FB58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2D46641-DEF3-253A-2F96-482933B2C683}"/>
              </a:ext>
            </a:extLst>
          </p:cNvPr>
          <p:cNvSpPr>
            <a:spLocks noGrp="1"/>
          </p:cNvSpPr>
          <p:nvPr>
            <p:ph type="body" sz="quarter" idx="16"/>
          </p:nvPr>
        </p:nvSpPr>
        <p:spPr/>
        <p:txBody>
          <a:bodyPr/>
          <a:lstStyle/>
          <a:p>
            <a:r>
              <a:rPr lang="en-GR"/>
              <a:t>Divider</a:t>
            </a:r>
          </a:p>
        </p:txBody>
      </p:sp>
      <p:sp>
        <p:nvSpPr>
          <p:cNvPr id="3" name="Text Placeholder 2">
            <a:extLst>
              <a:ext uri="{FF2B5EF4-FFF2-40B4-BE49-F238E27FC236}">
                <a16:creationId xmlns:a16="http://schemas.microsoft.com/office/drawing/2014/main" id="{563F4EAB-2340-2977-8101-5ACAA0F4667D}"/>
              </a:ext>
            </a:extLst>
          </p:cNvPr>
          <p:cNvSpPr>
            <a:spLocks noGrp="1"/>
          </p:cNvSpPr>
          <p:nvPr>
            <p:ph type="body" sz="quarter" idx="14"/>
          </p:nvPr>
        </p:nvSpPr>
        <p:spPr/>
        <p:txBody>
          <a:bodyPr/>
          <a:lstStyle/>
          <a:p>
            <a:r>
              <a:rPr lang="en-GR"/>
              <a:t>Placeholder text</a:t>
            </a:r>
          </a:p>
          <a:p>
            <a:endParaRPr lang="en-GR"/>
          </a:p>
          <a:p>
            <a:endParaRPr lang="en-GR"/>
          </a:p>
        </p:txBody>
      </p:sp>
      <p:sp>
        <p:nvSpPr>
          <p:cNvPr id="4" name="Slide Number Placeholder 3">
            <a:extLst>
              <a:ext uri="{FF2B5EF4-FFF2-40B4-BE49-F238E27FC236}">
                <a16:creationId xmlns:a16="http://schemas.microsoft.com/office/drawing/2014/main" id="{CD32CCE6-09CA-CC8A-9475-4DC5A6F987B7}"/>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79</a:t>
            </a:fld>
            <a:endParaRPr lang="en-GR"/>
          </a:p>
        </p:txBody>
      </p:sp>
      <p:sp>
        <p:nvSpPr>
          <p:cNvPr id="5" name="Title 4">
            <a:extLst>
              <a:ext uri="{FF2B5EF4-FFF2-40B4-BE49-F238E27FC236}">
                <a16:creationId xmlns:a16="http://schemas.microsoft.com/office/drawing/2014/main" id="{A46B881A-4B92-4B72-D03B-DB7384E474CE}"/>
              </a:ext>
            </a:extLst>
          </p:cNvPr>
          <p:cNvSpPr>
            <a:spLocks noGrp="1"/>
          </p:cNvSpPr>
          <p:nvPr>
            <p:ph type="ctrTitle"/>
          </p:nvPr>
        </p:nvSpPr>
        <p:spPr>
          <a:prstGeom prst="rect">
            <a:avLst/>
          </a:prstGeom>
        </p:spPr>
        <p:txBody>
          <a:bodyPr/>
          <a:lstStyle/>
          <a:p>
            <a:r>
              <a:rPr lang="en-GR"/>
              <a:t>00</a:t>
            </a:r>
          </a:p>
        </p:txBody>
      </p:sp>
    </p:spTree>
    <p:extLst>
      <p:ext uri="{BB962C8B-B14F-4D97-AF65-F5344CB8AC3E}">
        <p14:creationId xmlns:p14="http://schemas.microsoft.com/office/powerpoint/2010/main" val="133600994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2BA132A-4AC2-658D-6DFC-7C705A806669}"/>
              </a:ext>
            </a:extLst>
          </p:cNvPr>
          <p:cNvSpPr>
            <a:spLocks noGrp="1"/>
          </p:cNvSpPr>
          <p:nvPr>
            <p:ph type="ctrTitle"/>
          </p:nvPr>
        </p:nvSpPr>
        <p:spPr/>
        <p:txBody>
          <a:bodyPr/>
          <a:lstStyle/>
          <a:p>
            <a:r>
              <a:rPr lang="en-GR"/>
              <a:t>00</a:t>
            </a:r>
          </a:p>
        </p:txBody>
      </p:sp>
      <p:sp>
        <p:nvSpPr>
          <p:cNvPr id="9" name="Text Placeholder 8">
            <a:extLst>
              <a:ext uri="{FF2B5EF4-FFF2-40B4-BE49-F238E27FC236}">
                <a16:creationId xmlns:a16="http://schemas.microsoft.com/office/drawing/2014/main" id="{C66D6DC8-96C8-D887-A0E4-4F3443BDB63C}"/>
              </a:ext>
            </a:extLst>
          </p:cNvPr>
          <p:cNvSpPr>
            <a:spLocks noGrp="1"/>
          </p:cNvSpPr>
          <p:nvPr>
            <p:ph type="body" sz="quarter" idx="14"/>
          </p:nvPr>
        </p:nvSpPr>
        <p:spPr/>
        <p:txBody>
          <a:bodyPr/>
          <a:lstStyle/>
          <a:p>
            <a:r>
              <a:rPr lang="en-GR"/>
              <a:t>Placeholder text</a:t>
            </a:r>
          </a:p>
        </p:txBody>
      </p:sp>
      <p:sp>
        <p:nvSpPr>
          <p:cNvPr id="10" name="Text Placeholder 9">
            <a:extLst>
              <a:ext uri="{FF2B5EF4-FFF2-40B4-BE49-F238E27FC236}">
                <a16:creationId xmlns:a16="http://schemas.microsoft.com/office/drawing/2014/main" id="{6B5133B3-1E11-55D9-5120-98EBA0272593}"/>
              </a:ext>
            </a:extLst>
          </p:cNvPr>
          <p:cNvSpPr>
            <a:spLocks noGrp="1"/>
          </p:cNvSpPr>
          <p:nvPr>
            <p:ph type="body" sz="quarter" idx="16"/>
          </p:nvPr>
        </p:nvSpPr>
        <p:spPr/>
        <p:txBody>
          <a:bodyPr/>
          <a:lstStyle/>
          <a:p>
            <a:r>
              <a:rPr lang="en-GR"/>
              <a:t>Divider</a:t>
            </a:r>
          </a:p>
        </p:txBody>
      </p:sp>
      <p:sp>
        <p:nvSpPr>
          <p:cNvPr id="4" name="Slide Number Placeholder 3">
            <a:extLst>
              <a:ext uri="{FF2B5EF4-FFF2-40B4-BE49-F238E27FC236}">
                <a16:creationId xmlns:a16="http://schemas.microsoft.com/office/drawing/2014/main" id="{8E1F8D06-15F7-431E-4289-7FD2B6E7BFEE}"/>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80</a:t>
            </a:fld>
            <a:endParaRPr lang="en-GR"/>
          </a:p>
        </p:txBody>
      </p:sp>
      <p:grpSp>
        <p:nvGrpSpPr>
          <p:cNvPr id="13" name="Group 12">
            <a:extLst>
              <a:ext uri="{FF2B5EF4-FFF2-40B4-BE49-F238E27FC236}">
                <a16:creationId xmlns:a16="http://schemas.microsoft.com/office/drawing/2014/main" id="{1B0BEA2D-A729-7C3F-A517-CD1925924AFD}"/>
              </a:ext>
            </a:extLst>
          </p:cNvPr>
          <p:cNvGrpSpPr/>
          <p:nvPr/>
        </p:nvGrpSpPr>
        <p:grpSpPr>
          <a:xfrm>
            <a:off x="1703511" y="953299"/>
            <a:ext cx="2930954" cy="1639382"/>
            <a:chOff x="2723823" y="3484307"/>
            <a:chExt cx="2930954" cy="1639382"/>
          </a:xfrm>
        </p:grpSpPr>
        <p:sp>
          <p:nvSpPr>
            <p:cNvPr id="14" name="Rounded Rectangle 13">
              <a:extLst>
                <a:ext uri="{FF2B5EF4-FFF2-40B4-BE49-F238E27FC236}">
                  <a16:creationId xmlns:a16="http://schemas.microsoft.com/office/drawing/2014/main" id="{2F0FA9AF-3D87-EDBE-B4D3-97026A3BFCB5}"/>
                </a:ext>
              </a:extLst>
            </p:cNvPr>
            <p:cNvSpPr/>
            <p:nvPr/>
          </p:nvSpPr>
          <p:spPr>
            <a:xfrm>
              <a:off x="2723823" y="3484307"/>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Title</a:t>
              </a:r>
              <a:endParaRPr lang="en-US" sz="8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τίτλος στα </a:t>
              </a:r>
              <a:r>
                <a:rPr lang="en-US" sz="800">
                  <a:solidFill>
                    <a:schemeClr val="bg1">
                      <a:lumMod val="95000"/>
                    </a:schemeClr>
                  </a:solidFill>
                  <a:latin typeface="Aptos" panose="020B0004020202020204" pitchFamily="34" charset="0"/>
                </a:rPr>
                <a:t>Dividers</a:t>
              </a:r>
              <a:r>
                <a:rPr lang="el-GR" sz="800">
                  <a:solidFill>
                    <a:schemeClr val="bg1">
                      <a:lumMod val="95000"/>
                    </a:schemeClr>
                  </a:solidFill>
                  <a:latin typeface="Aptos" panose="020B0004020202020204" pitchFamily="34" charset="0"/>
                </a:rPr>
                <a:t> είναι πάντα </a:t>
              </a:r>
              <a:r>
                <a:rPr lang="en-US" sz="800">
                  <a:solidFill>
                    <a:schemeClr val="bg1">
                      <a:lumMod val="95000"/>
                    </a:schemeClr>
                  </a:solidFill>
                  <a:latin typeface="Aptos" panose="020B0004020202020204" pitchFamily="34" charset="0"/>
                </a:rPr>
                <a:t>Aptos Regular 60pt, line space: multiple 0,9, p</a:t>
              </a:r>
              <a:r>
                <a:rPr lang="en-US" sz="800">
                  <a:latin typeface="Aptos" panose="020B0004020202020204" pitchFamily="34" charset="0"/>
                </a:rPr>
                <a:t>aragraph space before: </a:t>
              </a:r>
              <a:r>
                <a:rPr lang="el-GR" sz="800">
                  <a:latin typeface="Aptos" panose="020B0004020202020204" pitchFamily="34" charset="0"/>
                </a:rPr>
                <a:t>10</a:t>
              </a:r>
              <a:r>
                <a:rPr lang="en-US" sz="800" err="1">
                  <a:latin typeface="Aptos" panose="020B0004020202020204" pitchFamily="34" charset="0"/>
                </a:rPr>
                <a:t>pt</a:t>
              </a:r>
              <a:r>
                <a:rPr lang="en-US" sz="800">
                  <a:solidFill>
                    <a:schemeClr val="bg1">
                      <a:lumMod val="95000"/>
                    </a:schemeClr>
                  </a:solidFill>
                  <a:latin typeface="Aptos" panose="020B0004020202020204" pitchFamily="34" charset="0"/>
                </a:rPr>
                <a:t> </a:t>
              </a:r>
              <a:r>
                <a:rPr lang="el-GR" sz="800">
                  <a:solidFill>
                    <a:schemeClr val="bg1">
                      <a:lumMod val="95000"/>
                    </a:schemeClr>
                  </a:solidFill>
                  <a:latin typeface="Aptos" panose="020B0004020202020204" pitchFamily="34" charset="0"/>
                </a:rPr>
                <a:t>και χρώμα</a:t>
              </a:r>
              <a:r>
                <a:rPr lang="en-US" sz="800">
                  <a:solidFill>
                    <a:schemeClr val="bg1">
                      <a:lumMod val="95000"/>
                    </a:schemeClr>
                  </a:solidFill>
                  <a:latin typeface="Aptos" panose="020B0004020202020204" pitchFamily="34" charset="0"/>
                </a:rPr>
                <a:t> </a:t>
              </a:r>
              <a:r>
                <a:rPr lang="el-GR" sz="800">
                  <a:solidFill>
                    <a:schemeClr val="bg1">
                      <a:lumMod val="95000"/>
                    </a:schemeClr>
                  </a:solidFill>
                  <a:latin typeface="Aptos" panose="020B0004020202020204" pitchFamily="34" charset="0"/>
                </a:rPr>
                <a:t>Τ</a:t>
              </a:r>
              <a:r>
                <a:rPr lang="en-US" sz="800" err="1">
                  <a:solidFill>
                    <a:schemeClr val="bg1">
                      <a:lumMod val="95000"/>
                    </a:schemeClr>
                  </a:solidFill>
                  <a:latin typeface="Aptos" panose="020B0004020202020204" pitchFamily="34" charset="0"/>
                </a:rPr>
                <a:t>eal</a:t>
              </a:r>
              <a:r>
                <a:rPr lang="en-US" sz="800">
                  <a:solidFill>
                    <a:schemeClr val="bg1">
                      <a:lumMod val="95000"/>
                    </a:schemeClr>
                  </a:solidFill>
                  <a:latin typeface="Aptos" panose="020B0004020202020204" pitchFamily="34" charset="0"/>
                </a:rPr>
                <a:t> </a:t>
              </a:r>
              <a:r>
                <a:rPr lang="el-GR" sz="800">
                  <a:solidFill>
                    <a:schemeClr val="bg1">
                      <a:lumMod val="95000"/>
                    </a:schemeClr>
                  </a:solidFill>
                  <a:latin typeface="Aptos" panose="020B0004020202020204" pitchFamily="34" charset="0"/>
                </a:rPr>
                <a:t>στην </a:t>
              </a:r>
              <a:r>
                <a:rPr lang="el-GR" sz="800" err="1">
                  <a:solidFill>
                    <a:schemeClr val="bg1">
                      <a:lumMod val="95000"/>
                    </a:schemeClr>
                  </a:solidFill>
                  <a:latin typeface="Aptos" panose="020B0004020202020204" pitchFamily="34" charset="0"/>
                </a:rPr>
                <a:t>αρ</a:t>
              </a:r>
              <a:r>
                <a:rPr lang="en-US" sz="800" err="1">
                  <a:solidFill>
                    <a:schemeClr val="bg1">
                      <a:lumMod val="95000"/>
                    </a:schemeClr>
                  </a:solidFill>
                  <a:latin typeface="Aptos" panose="020B0004020202020204" pitchFamily="34" charset="0"/>
                </a:rPr>
                <a:t>ί</a:t>
              </a:r>
              <a:r>
                <a:rPr lang="el-GR" sz="800" err="1">
                  <a:solidFill>
                    <a:schemeClr val="bg1">
                      <a:lumMod val="95000"/>
                    </a:schemeClr>
                  </a:solidFill>
                  <a:latin typeface="Aptos" panose="020B0004020202020204" pitchFamily="34" charset="0"/>
                </a:rPr>
                <a:t>θμηση</a:t>
              </a:r>
              <a:r>
                <a:rPr lang="el-GR" sz="800">
                  <a:solidFill>
                    <a:schemeClr val="bg1">
                      <a:lumMod val="95000"/>
                    </a:schemeClr>
                  </a:solidFill>
                  <a:latin typeface="Aptos" panose="020B0004020202020204" pitchFamily="34" charset="0"/>
                </a:rPr>
                <a:t> και</a:t>
              </a:r>
              <a:r>
                <a:rPr lang="en-US" sz="800">
                  <a:solidFill>
                    <a:schemeClr val="bg1">
                      <a:lumMod val="95000"/>
                    </a:schemeClr>
                  </a:solidFill>
                  <a:latin typeface="Aptos" panose="020B0004020202020204" pitchFamily="34" charset="0"/>
                </a:rPr>
                <a:t> Dark Teal </a:t>
              </a:r>
              <a:r>
                <a:rPr lang="el-GR" sz="800">
                  <a:solidFill>
                    <a:schemeClr val="bg1">
                      <a:lumMod val="95000"/>
                    </a:schemeClr>
                  </a:solidFill>
                  <a:latin typeface="Aptos" panose="020B0004020202020204" pitchFamily="34" charset="0"/>
                </a:rPr>
                <a:t>στον τίτλο.</a:t>
              </a:r>
            </a:p>
            <a:p>
              <a:pPr>
                <a:lnSpc>
                  <a:spcPct val="110000"/>
                </a:lnSpc>
                <a:spcBef>
                  <a:spcPts val="900"/>
                </a:spcBef>
              </a:pPr>
              <a:r>
                <a:rPr lang="en-GB" sz="800">
                  <a:solidFill>
                    <a:schemeClr val="bg1">
                      <a:lumMod val="95000"/>
                    </a:schemeClr>
                  </a:solidFill>
                  <a:latin typeface="Aptos" panose="020B0004020202020204" pitchFamily="34" charset="0"/>
                </a:rPr>
                <a:t>The title in the Dividers is always Aptos Regular 60pt, line space: multiple 0.9, paragraph space before: 10pt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Teal for numeric and Dark Teal for the title.</a:t>
              </a:r>
              <a:r>
                <a:rPr lang="el-GR" sz="800">
                  <a:solidFill>
                    <a:schemeClr val="bg1">
                      <a:lumMod val="95000"/>
                    </a:schemeClr>
                  </a:solidFill>
                  <a:latin typeface="Aptos" panose="020B0004020202020204" pitchFamily="34" charset="0"/>
                </a:rPr>
                <a:t> </a:t>
              </a:r>
              <a:endParaRPr lang="en-GR" sz="800">
                <a:solidFill>
                  <a:schemeClr val="bg1">
                    <a:lumMod val="95000"/>
                  </a:schemeClr>
                </a:solidFill>
                <a:latin typeface="Aptos" panose="020B0004020202020204" pitchFamily="34" charset="0"/>
              </a:endParaRPr>
            </a:p>
          </p:txBody>
        </p:sp>
        <p:sp>
          <p:nvSpPr>
            <p:cNvPr id="15" name="Triangle 14">
              <a:extLst>
                <a:ext uri="{FF2B5EF4-FFF2-40B4-BE49-F238E27FC236}">
                  <a16:creationId xmlns:a16="http://schemas.microsoft.com/office/drawing/2014/main" id="{C9D7AC33-369B-BD0F-7C8F-2B76EFFB8550}"/>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16" name="Group 15">
            <a:extLst>
              <a:ext uri="{FF2B5EF4-FFF2-40B4-BE49-F238E27FC236}">
                <a16:creationId xmlns:a16="http://schemas.microsoft.com/office/drawing/2014/main" id="{415FE9CE-0282-AD75-C631-7327A00B0E9F}"/>
              </a:ext>
            </a:extLst>
          </p:cNvPr>
          <p:cNvGrpSpPr/>
          <p:nvPr/>
        </p:nvGrpSpPr>
        <p:grpSpPr>
          <a:xfrm>
            <a:off x="2612831" y="3784072"/>
            <a:ext cx="2930954" cy="1645014"/>
            <a:chOff x="1906569" y="3571257"/>
            <a:chExt cx="2930954" cy="1645014"/>
          </a:xfrm>
        </p:grpSpPr>
        <p:sp>
          <p:nvSpPr>
            <p:cNvPr id="17" name="Rounded Rectangle 16">
              <a:extLst>
                <a:ext uri="{FF2B5EF4-FFF2-40B4-BE49-F238E27FC236}">
                  <a16:creationId xmlns:a16="http://schemas.microsoft.com/office/drawing/2014/main" id="{313DB307-86C3-770F-D711-677B39143BF5}"/>
                </a:ext>
              </a:extLst>
            </p:cNvPr>
            <p:cNvSpPr/>
            <p:nvPr/>
          </p:nvSpPr>
          <p:spPr>
            <a:xfrm>
              <a:off x="1906569" y="3660319"/>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Subtitle Text</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a:t>
              </a:r>
              <a:r>
                <a:rPr lang="el-GR" sz="800" err="1">
                  <a:solidFill>
                    <a:schemeClr val="bg1">
                      <a:lumMod val="95000"/>
                    </a:schemeClr>
                  </a:solidFill>
                  <a:latin typeface="Aptos" panose="020B0004020202020204" pitchFamily="34" charset="0"/>
                </a:rPr>
                <a:t>υπ</a:t>
              </a:r>
              <a:r>
                <a:rPr lang="en-US" sz="800" err="1">
                  <a:solidFill>
                    <a:schemeClr val="bg1">
                      <a:lumMod val="95000"/>
                    </a:schemeClr>
                  </a:solidFill>
                  <a:latin typeface="Aptos" panose="020B0004020202020204" pitchFamily="34" charset="0"/>
                </a:rPr>
                <a:t>ό</a:t>
              </a:r>
              <a:r>
                <a:rPr lang="el-GR" sz="800" err="1">
                  <a:solidFill>
                    <a:schemeClr val="bg1">
                      <a:lumMod val="95000"/>
                    </a:schemeClr>
                  </a:solidFill>
                  <a:latin typeface="Aptos" panose="020B0004020202020204" pitchFamily="34" charset="0"/>
                </a:rPr>
                <a:t>τιτλος</a:t>
              </a:r>
              <a:r>
                <a:rPr lang="el-GR" sz="800">
                  <a:solidFill>
                    <a:schemeClr val="bg1">
                      <a:lumMod val="95000"/>
                    </a:schemeClr>
                  </a:solidFill>
                  <a:latin typeface="Aptos" panose="020B0004020202020204" pitchFamily="34" charset="0"/>
                </a:rPr>
                <a:t> στα </a:t>
              </a:r>
              <a:r>
                <a:rPr lang="en-US" sz="800">
                  <a:solidFill>
                    <a:schemeClr val="bg1">
                      <a:lumMod val="95000"/>
                    </a:schemeClr>
                  </a:solidFill>
                  <a:latin typeface="Aptos" panose="020B0004020202020204" pitchFamily="34" charset="0"/>
                </a:rPr>
                <a:t>Dividers</a:t>
              </a:r>
              <a:r>
                <a:rPr lang="el-GR" sz="800">
                  <a:solidFill>
                    <a:schemeClr val="bg1">
                      <a:lumMod val="95000"/>
                    </a:schemeClr>
                  </a:solidFill>
                  <a:latin typeface="Aptos" panose="020B0004020202020204" pitchFamily="34" charset="0"/>
                </a:rPr>
                <a:t> είναι πάντα </a:t>
              </a:r>
              <a:r>
                <a:rPr lang="en-US" sz="800">
                  <a:solidFill>
                    <a:schemeClr val="bg1">
                      <a:lumMod val="95000"/>
                    </a:schemeClr>
                  </a:solidFill>
                  <a:latin typeface="Aptos" panose="020B0004020202020204" pitchFamily="34" charset="0"/>
                </a:rPr>
                <a:t>Aptos Regular </a:t>
              </a:r>
              <a:r>
                <a:rPr lang="el-GR" sz="800">
                  <a:solidFill>
                    <a:schemeClr val="bg1">
                      <a:lumMod val="95000"/>
                    </a:schemeClr>
                  </a:solidFill>
                  <a:latin typeface="Aptos" panose="020B0004020202020204" pitchFamily="34" charset="0"/>
                </a:rPr>
                <a:t>16</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line space: multiple 0,9</a:t>
              </a:r>
              <a:r>
                <a:rPr lang="el-GR" sz="800">
                  <a:solidFill>
                    <a:schemeClr val="bg1">
                      <a:lumMod val="95000"/>
                    </a:schemeClr>
                  </a:solidFill>
                  <a:latin typeface="Aptos" panose="020B0004020202020204" pitchFamily="34" charset="0"/>
                </a:rPr>
                <a:t>, </a:t>
              </a:r>
              <a:r>
                <a:rPr lang="en-US" sz="800">
                  <a:solidFill>
                    <a:schemeClr val="bg1">
                      <a:lumMod val="95000"/>
                    </a:schemeClr>
                  </a:solidFill>
                  <a:latin typeface="Aptos" panose="020B0004020202020204" pitchFamily="34" charset="0"/>
                </a:rPr>
                <a:t>p</a:t>
              </a:r>
              <a:r>
                <a:rPr lang="en-US" sz="800">
                  <a:latin typeface="Aptos" panose="020B0004020202020204" pitchFamily="34" charset="0"/>
                </a:rPr>
                <a:t>aragraph Space Before: </a:t>
              </a:r>
              <a:r>
                <a:rPr lang="el-GR" sz="800">
                  <a:latin typeface="Aptos" panose="020B0004020202020204" pitchFamily="34" charset="0"/>
                </a:rPr>
                <a:t>10</a:t>
              </a:r>
              <a:r>
                <a:rPr lang="en-US" sz="800" err="1">
                  <a:latin typeface="Aptos" panose="020B0004020202020204" pitchFamily="34" charset="0"/>
                </a:rPr>
                <a:t>pt</a:t>
              </a:r>
              <a:r>
                <a:rPr lang="en-US" sz="800">
                  <a:solidFill>
                    <a:schemeClr val="bg1">
                      <a:lumMod val="95000"/>
                    </a:schemeClr>
                  </a:solidFill>
                  <a:latin typeface="Aptos" panose="020B0004020202020204" pitchFamily="34" charset="0"/>
                </a:rPr>
                <a:t> </a:t>
              </a:r>
              <a:r>
                <a:rPr lang="el-GR" sz="800">
                  <a:solidFill>
                    <a:schemeClr val="bg1">
                      <a:lumMod val="95000"/>
                    </a:schemeClr>
                  </a:solidFill>
                  <a:latin typeface="Aptos" panose="020B0004020202020204" pitchFamily="34" charset="0"/>
                </a:rPr>
                <a:t>και χρώμα</a:t>
              </a:r>
              <a:r>
                <a:rPr lang="en-US" sz="800">
                  <a:solidFill>
                    <a:schemeClr val="bg1">
                      <a:lumMod val="95000"/>
                    </a:schemeClr>
                  </a:solidFill>
                  <a:latin typeface="Aptos" panose="020B0004020202020204" pitchFamily="34" charset="0"/>
                </a:rPr>
                <a:t> Teal</a:t>
              </a:r>
              <a:r>
                <a:rPr lang="el-GR" sz="800">
                  <a:solidFill>
                    <a:schemeClr val="bg1">
                      <a:lumMod val="95000"/>
                    </a:schemeClr>
                  </a:solidFill>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The subtitle in the Dividers is always Aptos Regular 16pt, line space: multiple 0.9, paragraph space before: 10pt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Teal.</a:t>
              </a:r>
              <a:endParaRPr lang="en-GR" sz="800">
                <a:solidFill>
                  <a:schemeClr val="bg1">
                    <a:lumMod val="95000"/>
                  </a:schemeClr>
                </a:solidFill>
                <a:latin typeface="Aptos" panose="020B0004020202020204" pitchFamily="34" charset="0"/>
              </a:endParaRPr>
            </a:p>
          </p:txBody>
        </p:sp>
        <p:sp>
          <p:nvSpPr>
            <p:cNvPr id="18" name="Triangle 17">
              <a:extLst>
                <a:ext uri="{FF2B5EF4-FFF2-40B4-BE49-F238E27FC236}">
                  <a16:creationId xmlns:a16="http://schemas.microsoft.com/office/drawing/2014/main" id="{4063B9B4-0A77-E83D-8C44-1B04E7349C4D}"/>
                </a:ext>
              </a:extLst>
            </p:cNvPr>
            <p:cNvSpPr/>
            <p:nvPr/>
          </p:nvSpPr>
          <p:spPr>
            <a:xfrm>
              <a:off x="2230041" y="3571257"/>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196462011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2E98CF7-581A-43C7-CA20-7C47F15C3E8B}"/>
              </a:ext>
            </a:extLst>
          </p:cNvPr>
          <p:cNvSpPr>
            <a:spLocks noGrp="1"/>
          </p:cNvSpPr>
          <p:nvPr>
            <p:ph type="ctrTitle"/>
          </p:nvPr>
        </p:nvSpPr>
        <p:spPr>
          <a:xfrm>
            <a:off x="335360" y="2592681"/>
            <a:ext cx="1059080" cy="928652"/>
          </a:xfrm>
          <a:prstGeom prst="rect">
            <a:avLst/>
          </a:prstGeom>
        </p:spPr>
        <p:txBody>
          <a:bodyPr/>
          <a:lstStyle/>
          <a:p>
            <a:r>
              <a:rPr lang="en-GR"/>
              <a:t>00</a:t>
            </a:r>
          </a:p>
        </p:txBody>
      </p:sp>
      <p:sp>
        <p:nvSpPr>
          <p:cNvPr id="10" name="Text Placeholder 9">
            <a:extLst>
              <a:ext uri="{FF2B5EF4-FFF2-40B4-BE49-F238E27FC236}">
                <a16:creationId xmlns:a16="http://schemas.microsoft.com/office/drawing/2014/main" id="{716AD05D-4473-733B-9DBD-BBFD50A8A778}"/>
              </a:ext>
            </a:extLst>
          </p:cNvPr>
          <p:cNvSpPr>
            <a:spLocks noGrp="1"/>
          </p:cNvSpPr>
          <p:nvPr>
            <p:ph type="body" sz="quarter" idx="16"/>
          </p:nvPr>
        </p:nvSpPr>
        <p:spPr>
          <a:xfrm>
            <a:off x="1703514" y="2592682"/>
            <a:ext cx="4896543" cy="928652"/>
          </a:xfrm>
        </p:spPr>
        <p:txBody>
          <a:bodyPr/>
          <a:lstStyle/>
          <a:p>
            <a:r>
              <a:rPr lang="en-GR"/>
              <a:t>Divider</a:t>
            </a:r>
          </a:p>
        </p:txBody>
      </p:sp>
      <p:sp>
        <p:nvSpPr>
          <p:cNvPr id="9" name="Text Placeholder 8">
            <a:extLst>
              <a:ext uri="{FF2B5EF4-FFF2-40B4-BE49-F238E27FC236}">
                <a16:creationId xmlns:a16="http://schemas.microsoft.com/office/drawing/2014/main" id="{D201AB28-62D8-C276-F203-DC333E26C2CA}"/>
              </a:ext>
            </a:extLst>
          </p:cNvPr>
          <p:cNvSpPr>
            <a:spLocks noGrp="1"/>
          </p:cNvSpPr>
          <p:nvPr>
            <p:ph type="body" sz="quarter" idx="14"/>
          </p:nvPr>
        </p:nvSpPr>
        <p:spPr/>
        <p:txBody>
          <a:bodyPr/>
          <a:lstStyle/>
          <a:p>
            <a:r>
              <a:rPr lang="en-GR"/>
              <a:t>Placeholder text</a:t>
            </a:r>
          </a:p>
          <a:p>
            <a:endParaRPr lang="en-GR"/>
          </a:p>
        </p:txBody>
      </p:sp>
      <p:sp>
        <p:nvSpPr>
          <p:cNvPr id="4" name="Slide Number Placeholder 3">
            <a:extLst>
              <a:ext uri="{FF2B5EF4-FFF2-40B4-BE49-F238E27FC236}">
                <a16:creationId xmlns:a16="http://schemas.microsoft.com/office/drawing/2014/main" id="{21A0F384-96F6-3925-5FEC-0385F52D30FC}"/>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81</a:t>
            </a:fld>
            <a:endParaRPr lang="en-GR"/>
          </a:p>
        </p:txBody>
      </p:sp>
    </p:spTree>
    <p:extLst>
      <p:ext uri="{BB962C8B-B14F-4D97-AF65-F5344CB8AC3E}">
        <p14:creationId xmlns:p14="http://schemas.microsoft.com/office/powerpoint/2010/main" val="69388450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9C7DCFC-DA2E-2C77-1C8C-A7824B028C8F}"/>
              </a:ext>
            </a:extLst>
          </p:cNvPr>
          <p:cNvSpPr>
            <a:spLocks noGrp="1"/>
          </p:cNvSpPr>
          <p:nvPr>
            <p:ph type="ctrTitle"/>
          </p:nvPr>
        </p:nvSpPr>
        <p:spPr>
          <a:xfrm>
            <a:off x="335360" y="2592681"/>
            <a:ext cx="1059080" cy="928652"/>
          </a:xfrm>
          <a:prstGeom prst="rect">
            <a:avLst/>
          </a:prstGeom>
        </p:spPr>
        <p:txBody>
          <a:bodyPr/>
          <a:lstStyle/>
          <a:p>
            <a:r>
              <a:rPr lang="en-GR"/>
              <a:t>00</a:t>
            </a:r>
          </a:p>
        </p:txBody>
      </p:sp>
      <p:sp>
        <p:nvSpPr>
          <p:cNvPr id="13" name="Text Placeholder 12">
            <a:extLst>
              <a:ext uri="{FF2B5EF4-FFF2-40B4-BE49-F238E27FC236}">
                <a16:creationId xmlns:a16="http://schemas.microsoft.com/office/drawing/2014/main" id="{70892098-E218-CB24-BF9C-4BEFBE1870CD}"/>
              </a:ext>
            </a:extLst>
          </p:cNvPr>
          <p:cNvSpPr>
            <a:spLocks noGrp="1"/>
          </p:cNvSpPr>
          <p:nvPr>
            <p:ph type="body" sz="quarter" idx="16"/>
          </p:nvPr>
        </p:nvSpPr>
        <p:spPr>
          <a:xfrm>
            <a:off x="1703514" y="2592682"/>
            <a:ext cx="4896543" cy="928652"/>
          </a:xfrm>
        </p:spPr>
        <p:txBody>
          <a:bodyPr/>
          <a:lstStyle/>
          <a:p>
            <a:r>
              <a:rPr lang="en-GR"/>
              <a:t>Divider</a:t>
            </a:r>
          </a:p>
        </p:txBody>
      </p:sp>
      <p:sp>
        <p:nvSpPr>
          <p:cNvPr id="12" name="Text Placeholder 11">
            <a:extLst>
              <a:ext uri="{FF2B5EF4-FFF2-40B4-BE49-F238E27FC236}">
                <a16:creationId xmlns:a16="http://schemas.microsoft.com/office/drawing/2014/main" id="{6A69163A-05C6-BECC-5075-08692E4D919A}"/>
              </a:ext>
            </a:extLst>
          </p:cNvPr>
          <p:cNvSpPr>
            <a:spLocks noGrp="1"/>
          </p:cNvSpPr>
          <p:nvPr>
            <p:ph type="body" sz="quarter" idx="14"/>
          </p:nvPr>
        </p:nvSpPr>
        <p:spPr/>
        <p:txBody>
          <a:bodyPr/>
          <a:lstStyle/>
          <a:p>
            <a:r>
              <a:rPr lang="en-GR"/>
              <a:t>Placeholder text</a:t>
            </a:r>
          </a:p>
          <a:p>
            <a:endParaRPr lang="en-GR"/>
          </a:p>
        </p:txBody>
      </p:sp>
      <p:sp>
        <p:nvSpPr>
          <p:cNvPr id="4" name="Slide Number Placeholder 3">
            <a:extLst>
              <a:ext uri="{FF2B5EF4-FFF2-40B4-BE49-F238E27FC236}">
                <a16:creationId xmlns:a16="http://schemas.microsoft.com/office/drawing/2014/main" id="{4BC07E7C-BAD1-9638-7847-5EF8AD22EE23}"/>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82</a:t>
            </a:fld>
            <a:endParaRPr lang="en-GR"/>
          </a:p>
        </p:txBody>
      </p:sp>
    </p:spTree>
    <p:extLst>
      <p:ext uri="{BB962C8B-B14F-4D97-AF65-F5344CB8AC3E}">
        <p14:creationId xmlns:p14="http://schemas.microsoft.com/office/powerpoint/2010/main" val="142800335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C6F8E5E3-64A0-1F39-C06A-21B6D230C0BE}"/>
              </a:ext>
            </a:extLst>
          </p:cNvPr>
          <p:cNvSpPr>
            <a:spLocks noGrp="1"/>
          </p:cNvSpPr>
          <p:nvPr>
            <p:ph type="ctrTitle"/>
          </p:nvPr>
        </p:nvSpPr>
        <p:spPr>
          <a:xfrm>
            <a:off x="335360" y="2592681"/>
            <a:ext cx="1059080" cy="928652"/>
          </a:xfrm>
          <a:prstGeom prst="rect">
            <a:avLst/>
          </a:prstGeom>
        </p:spPr>
        <p:txBody>
          <a:bodyPr/>
          <a:lstStyle/>
          <a:p>
            <a:r>
              <a:rPr lang="en-GR"/>
              <a:t>00</a:t>
            </a:r>
          </a:p>
        </p:txBody>
      </p:sp>
      <p:sp>
        <p:nvSpPr>
          <p:cNvPr id="13" name="Text Placeholder 12">
            <a:extLst>
              <a:ext uri="{FF2B5EF4-FFF2-40B4-BE49-F238E27FC236}">
                <a16:creationId xmlns:a16="http://schemas.microsoft.com/office/drawing/2014/main" id="{20707C52-38BB-9BE4-0C41-A2515EA04FA4}"/>
              </a:ext>
            </a:extLst>
          </p:cNvPr>
          <p:cNvSpPr>
            <a:spLocks noGrp="1"/>
          </p:cNvSpPr>
          <p:nvPr>
            <p:ph type="body" sz="quarter" idx="16"/>
          </p:nvPr>
        </p:nvSpPr>
        <p:spPr>
          <a:xfrm>
            <a:off x="1703514" y="2592682"/>
            <a:ext cx="4896543" cy="928652"/>
          </a:xfrm>
        </p:spPr>
        <p:txBody>
          <a:bodyPr/>
          <a:lstStyle/>
          <a:p>
            <a:r>
              <a:rPr lang="en-GR"/>
              <a:t>Divider</a:t>
            </a:r>
          </a:p>
        </p:txBody>
      </p:sp>
      <p:sp>
        <p:nvSpPr>
          <p:cNvPr id="12" name="Text Placeholder 11">
            <a:extLst>
              <a:ext uri="{FF2B5EF4-FFF2-40B4-BE49-F238E27FC236}">
                <a16:creationId xmlns:a16="http://schemas.microsoft.com/office/drawing/2014/main" id="{842857BE-CFCD-D788-5AAD-241B3345BC13}"/>
              </a:ext>
            </a:extLst>
          </p:cNvPr>
          <p:cNvSpPr>
            <a:spLocks noGrp="1"/>
          </p:cNvSpPr>
          <p:nvPr>
            <p:ph type="body" sz="quarter" idx="14"/>
          </p:nvPr>
        </p:nvSpPr>
        <p:spPr/>
        <p:txBody>
          <a:bodyPr/>
          <a:lstStyle/>
          <a:p>
            <a:r>
              <a:rPr lang="en-GR"/>
              <a:t>Placeholder text</a:t>
            </a:r>
          </a:p>
          <a:p>
            <a:endParaRPr lang="en-GR"/>
          </a:p>
        </p:txBody>
      </p:sp>
      <p:sp>
        <p:nvSpPr>
          <p:cNvPr id="4" name="Slide Number Placeholder 3">
            <a:extLst>
              <a:ext uri="{FF2B5EF4-FFF2-40B4-BE49-F238E27FC236}">
                <a16:creationId xmlns:a16="http://schemas.microsoft.com/office/drawing/2014/main" id="{90F48FF7-89DF-ADD2-CB6A-126BD2442AE1}"/>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83</a:t>
            </a:fld>
            <a:endParaRPr lang="en-GR"/>
          </a:p>
        </p:txBody>
      </p:sp>
    </p:spTree>
    <p:extLst>
      <p:ext uri="{BB962C8B-B14F-4D97-AF65-F5344CB8AC3E}">
        <p14:creationId xmlns:p14="http://schemas.microsoft.com/office/powerpoint/2010/main" val="36983789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C9396E3B-FAD5-62A0-31F3-38DD61B048EF}"/>
              </a:ext>
            </a:extLst>
          </p:cNvPr>
          <p:cNvSpPr>
            <a:spLocks noGrp="1"/>
          </p:cNvSpPr>
          <p:nvPr>
            <p:ph type="ctrTitle"/>
          </p:nvPr>
        </p:nvSpPr>
        <p:spPr>
          <a:xfrm>
            <a:off x="335360" y="2592681"/>
            <a:ext cx="1059080" cy="928652"/>
          </a:xfrm>
          <a:prstGeom prst="rect">
            <a:avLst/>
          </a:prstGeom>
        </p:spPr>
        <p:txBody>
          <a:bodyPr/>
          <a:lstStyle/>
          <a:p>
            <a:r>
              <a:rPr lang="en-GR"/>
              <a:t>00</a:t>
            </a:r>
          </a:p>
        </p:txBody>
      </p:sp>
      <p:sp>
        <p:nvSpPr>
          <p:cNvPr id="13" name="Text Placeholder 12">
            <a:extLst>
              <a:ext uri="{FF2B5EF4-FFF2-40B4-BE49-F238E27FC236}">
                <a16:creationId xmlns:a16="http://schemas.microsoft.com/office/drawing/2014/main" id="{4F8C49F5-080A-133E-B255-9AD5F8447867}"/>
              </a:ext>
            </a:extLst>
          </p:cNvPr>
          <p:cNvSpPr>
            <a:spLocks noGrp="1"/>
          </p:cNvSpPr>
          <p:nvPr>
            <p:ph type="body" sz="quarter" idx="16"/>
          </p:nvPr>
        </p:nvSpPr>
        <p:spPr>
          <a:xfrm>
            <a:off x="1703514" y="2592682"/>
            <a:ext cx="4896543" cy="928652"/>
          </a:xfrm>
        </p:spPr>
        <p:txBody>
          <a:bodyPr/>
          <a:lstStyle/>
          <a:p>
            <a:r>
              <a:rPr lang="en-GR"/>
              <a:t>Divider</a:t>
            </a:r>
          </a:p>
        </p:txBody>
      </p:sp>
      <p:sp>
        <p:nvSpPr>
          <p:cNvPr id="12" name="Text Placeholder 11">
            <a:extLst>
              <a:ext uri="{FF2B5EF4-FFF2-40B4-BE49-F238E27FC236}">
                <a16:creationId xmlns:a16="http://schemas.microsoft.com/office/drawing/2014/main" id="{9CDE2E1F-A7F7-4DC0-20FF-BC1AAC067B24}"/>
              </a:ext>
            </a:extLst>
          </p:cNvPr>
          <p:cNvSpPr>
            <a:spLocks noGrp="1"/>
          </p:cNvSpPr>
          <p:nvPr>
            <p:ph type="body" sz="quarter" idx="14"/>
          </p:nvPr>
        </p:nvSpPr>
        <p:spPr/>
        <p:txBody>
          <a:bodyPr/>
          <a:lstStyle/>
          <a:p>
            <a:r>
              <a:rPr lang="en-GR"/>
              <a:t>Placeholder text</a:t>
            </a:r>
          </a:p>
          <a:p>
            <a:endParaRPr lang="en-GR"/>
          </a:p>
        </p:txBody>
      </p:sp>
      <p:sp>
        <p:nvSpPr>
          <p:cNvPr id="4" name="Slide Number Placeholder 3">
            <a:extLst>
              <a:ext uri="{FF2B5EF4-FFF2-40B4-BE49-F238E27FC236}">
                <a16:creationId xmlns:a16="http://schemas.microsoft.com/office/drawing/2014/main" id="{3838DAA2-2FCD-D647-940D-7CC2882A3E97}"/>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84</a:t>
            </a:fld>
            <a:endParaRPr lang="en-GR"/>
          </a:p>
        </p:txBody>
      </p:sp>
    </p:spTree>
    <p:extLst>
      <p:ext uri="{BB962C8B-B14F-4D97-AF65-F5344CB8AC3E}">
        <p14:creationId xmlns:p14="http://schemas.microsoft.com/office/powerpoint/2010/main" val="280596243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446F024B-0D55-F1AC-C27D-7DF0460423E1}"/>
              </a:ext>
            </a:extLst>
          </p:cNvPr>
          <p:cNvSpPr>
            <a:spLocks noGrp="1"/>
          </p:cNvSpPr>
          <p:nvPr>
            <p:ph type="ctrTitle"/>
          </p:nvPr>
        </p:nvSpPr>
        <p:spPr>
          <a:xfrm>
            <a:off x="335360" y="2592681"/>
            <a:ext cx="1059080" cy="928652"/>
          </a:xfrm>
        </p:spPr>
        <p:txBody>
          <a:bodyPr/>
          <a:lstStyle/>
          <a:p>
            <a:r>
              <a:rPr lang="en-GR"/>
              <a:t>00</a:t>
            </a:r>
          </a:p>
        </p:txBody>
      </p:sp>
      <p:sp>
        <p:nvSpPr>
          <p:cNvPr id="12" name="Text Placeholder 11">
            <a:extLst>
              <a:ext uri="{FF2B5EF4-FFF2-40B4-BE49-F238E27FC236}">
                <a16:creationId xmlns:a16="http://schemas.microsoft.com/office/drawing/2014/main" id="{4C3B6478-47FB-81C5-F751-AB5EBF39D6FA}"/>
              </a:ext>
            </a:extLst>
          </p:cNvPr>
          <p:cNvSpPr>
            <a:spLocks noGrp="1"/>
          </p:cNvSpPr>
          <p:nvPr>
            <p:ph type="body" sz="quarter" idx="14"/>
          </p:nvPr>
        </p:nvSpPr>
        <p:spPr>
          <a:xfrm>
            <a:off x="1703512" y="3429000"/>
            <a:ext cx="4896544" cy="2925000"/>
          </a:xfrm>
        </p:spPr>
        <p:txBody>
          <a:bodyPr/>
          <a:lstStyle/>
          <a:p>
            <a:r>
              <a:rPr lang="en-GR"/>
              <a:t>Placeholder text</a:t>
            </a:r>
          </a:p>
        </p:txBody>
      </p:sp>
      <p:sp>
        <p:nvSpPr>
          <p:cNvPr id="13" name="Text Placeholder 12">
            <a:extLst>
              <a:ext uri="{FF2B5EF4-FFF2-40B4-BE49-F238E27FC236}">
                <a16:creationId xmlns:a16="http://schemas.microsoft.com/office/drawing/2014/main" id="{F91E9B61-9E8D-E434-837F-B436CF02B56D}"/>
              </a:ext>
            </a:extLst>
          </p:cNvPr>
          <p:cNvSpPr>
            <a:spLocks noGrp="1"/>
          </p:cNvSpPr>
          <p:nvPr>
            <p:ph type="body" sz="quarter" idx="16"/>
          </p:nvPr>
        </p:nvSpPr>
        <p:spPr>
          <a:xfrm>
            <a:off x="1703514" y="2592683"/>
            <a:ext cx="4896543" cy="836319"/>
          </a:xfrm>
        </p:spPr>
        <p:txBody>
          <a:bodyPr>
            <a:noAutofit/>
          </a:bodyPr>
          <a:lstStyle/>
          <a:p>
            <a:r>
              <a:rPr lang="en-GR"/>
              <a:t>Divider</a:t>
            </a:r>
          </a:p>
        </p:txBody>
      </p:sp>
      <p:sp>
        <p:nvSpPr>
          <p:cNvPr id="4" name="Slide Number Placeholder 3">
            <a:extLst>
              <a:ext uri="{FF2B5EF4-FFF2-40B4-BE49-F238E27FC236}">
                <a16:creationId xmlns:a16="http://schemas.microsoft.com/office/drawing/2014/main" id="{6F92C845-E527-55C4-2432-FFD85F413D67}"/>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85</a:t>
            </a:fld>
            <a:endParaRPr lang="en-GR"/>
          </a:p>
        </p:txBody>
      </p:sp>
      <p:grpSp>
        <p:nvGrpSpPr>
          <p:cNvPr id="8" name="Group 7">
            <a:extLst>
              <a:ext uri="{FF2B5EF4-FFF2-40B4-BE49-F238E27FC236}">
                <a16:creationId xmlns:a16="http://schemas.microsoft.com/office/drawing/2014/main" id="{BC837EB0-1469-D94C-8A08-D397CEC113A5}"/>
              </a:ext>
            </a:extLst>
          </p:cNvPr>
          <p:cNvGrpSpPr/>
          <p:nvPr/>
        </p:nvGrpSpPr>
        <p:grpSpPr>
          <a:xfrm>
            <a:off x="1703511" y="953299"/>
            <a:ext cx="2930954" cy="1639382"/>
            <a:chOff x="2723823" y="3484307"/>
            <a:chExt cx="2930954" cy="1639382"/>
          </a:xfrm>
        </p:grpSpPr>
        <p:sp>
          <p:nvSpPr>
            <p:cNvPr id="9" name="Rounded Rectangle 8">
              <a:extLst>
                <a:ext uri="{FF2B5EF4-FFF2-40B4-BE49-F238E27FC236}">
                  <a16:creationId xmlns:a16="http://schemas.microsoft.com/office/drawing/2014/main" id="{C4276419-BE36-864C-4FE2-D9D855676352}"/>
                </a:ext>
              </a:extLst>
            </p:cNvPr>
            <p:cNvSpPr/>
            <p:nvPr/>
          </p:nvSpPr>
          <p:spPr>
            <a:xfrm>
              <a:off x="2723823" y="3484307"/>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Title</a:t>
              </a:r>
              <a:endParaRPr lang="en-US" sz="8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τίτλος στα </a:t>
              </a:r>
              <a:r>
                <a:rPr lang="en-US" sz="800">
                  <a:solidFill>
                    <a:schemeClr val="bg1">
                      <a:lumMod val="95000"/>
                    </a:schemeClr>
                  </a:solidFill>
                  <a:latin typeface="Aptos" panose="020B0004020202020204" pitchFamily="34" charset="0"/>
                </a:rPr>
                <a:t>Dividers</a:t>
              </a:r>
              <a:r>
                <a:rPr lang="el-GR" sz="800">
                  <a:solidFill>
                    <a:schemeClr val="bg1">
                      <a:lumMod val="95000"/>
                    </a:schemeClr>
                  </a:solidFill>
                  <a:latin typeface="Aptos" panose="020B0004020202020204" pitchFamily="34" charset="0"/>
                </a:rPr>
                <a:t> είναι πάντα </a:t>
              </a:r>
              <a:r>
                <a:rPr lang="en-US" sz="800">
                  <a:solidFill>
                    <a:schemeClr val="bg1">
                      <a:lumMod val="95000"/>
                    </a:schemeClr>
                  </a:solidFill>
                  <a:latin typeface="Aptos" panose="020B0004020202020204" pitchFamily="34" charset="0"/>
                </a:rPr>
                <a:t>Aptos Regular 60pt, line space: multiple 0,9, p</a:t>
              </a:r>
              <a:r>
                <a:rPr lang="en-US" sz="800">
                  <a:latin typeface="Aptos" panose="020B0004020202020204" pitchFamily="34" charset="0"/>
                </a:rPr>
                <a:t>aragraph space before: </a:t>
              </a:r>
              <a:r>
                <a:rPr lang="el-GR" sz="800">
                  <a:latin typeface="Aptos" panose="020B0004020202020204" pitchFamily="34" charset="0"/>
                </a:rPr>
                <a:t>10</a:t>
              </a:r>
              <a:r>
                <a:rPr lang="en-US" sz="800" err="1">
                  <a:latin typeface="Aptos" panose="020B0004020202020204" pitchFamily="34" charset="0"/>
                </a:rPr>
                <a:t>pt</a:t>
              </a:r>
              <a:r>
                <a:rPr lang="en-US" sz="800">
                  <a:solidFill>
                    <a:schemeClr val="bg1">
                      <a:lumMod val="95000"/>
                    </a:schemeClr>
                  </a:solidFill>
                  <a:latin typeface="Aptos" panose="020B0004020202020204" pitchFamily="34" charset="0"/>
                </a:rPr>
                <a:t> </a:t>
              </a:r>
              <a:r>
                <a:rPr lang="el-GR" sz="800">
                  <a:solidFill>
                    <a:schemeClr val="bg1">
                      <a:lumMod val="95000"/>
                    </a:schemeClr>
                  </a:solidFill>
                  <a:latin typeface="Aptos" panose="020B0004020202020204" pitchFamily="34" charset="0"/>
                </a:rPr>
                <a:t>και χρώμα</a:t>
              </a:r>
              <a:r>
                <a:rPr lang="en-US" sz="800">
                  <a:solidFill>
                    <a:schemeClr val="bg1">
                      <a:lumMod val="95000"/>
                    </a:schemeClr>
                  </a:solidFill>
                  <a:latin typeface="Aptos" panose="020B0004020202020204" pitchFamily="34" charset="0"/>
                </a:rPr>
                <a:t> White</a:t>
              </a:r>
              <a:r>
                <a:rPr lang="el-GR" sz="800">
                  <a:solidFill>
                    <a:schemeClr val="bg1">
                      <a:lumMod val="95000"/>
                    </a:schemeClr>
                  </a:solidFill>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The title in the Dividers is always Aptos Regular 60pt, line space: multiple 0.9, </a:t>
              </a:r>
              <a:r>
                <a:rPr lang="en-US" sz="800">
                  <a:solidFill>
                    <a:schemeClr val="bg1">
                      <a:lumMod val="95000"/>
                    </a:schemeClr>
                  </a:solidFill>
                  <a:latin typeface="Aptos" panose="020B0004020202020204" pitchFamily="34" charset="0"/>
                </a:rPr>
                <a:t>p</a:t>
              </a:r>
              <a:r>
                <a:rPr lang="en-US" sz="800">
                  <a:latin typeface="Aptos" panose="020B0004020202020204" pitchFamily="34" charset="0"/>
                </a:rPr>
                <a:t>aragraph space before</a:t>
              </a:r>
              <a:r>
                <a:rPr lang="en-GB" sz="800">
                  <a:solidFill>
                    <a:schemeClr val="bg1">
                      <a:lumMod val="95000"/>
                    </a:schemeClr>
                  </a:solidFill>
                  <a:latin typeface="Aptos" panose="020B0004020202020204" pitchFamily="34" charset="0"/>
                </a:rPr>
                <a:t>: 10pt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White.</a:t>
              </a:r>
              <a:endParaRPr lang="en-GR" sz="800">
                <a:solidFill>
                  <a:schemeClr val="bg1">
                    <a:lumMod val="95000"/>
                  </a:schemeClr>
                </a:solidFill>
                <a:latin typeface="Aptos" panose="020B0004020202020204" pitchFamily="34" charset="0"/>
              </a:endParaRPr>
            </a:p>
          </p:txBody>
        </p:sp>
        <p:sp>
          <p:nvSpPr>
            <p:cNvPr id="10" name="Triangle 9">
              <a:extLst>
                <a:ext uri="{FF2B5EF4-FFF2-40B4-BE49-F238E27FC236}">
                  <a16:creationId xmlns:a16="http://schemas.microsoft.com/office/drawing/2014/main" id="{7ABE5856-47F7-CFA2-EB83-41E04934F118}"/>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14" name="Group 13">
            <a:extLst>
              <a:ext uri="{FF2B5EF4-FFF2-40B4-BE49-F238E27FC236}">
                <a16:creationId xmlns:a16="http://schemas.microsoft.com/office/drawing/2014/main" id="{E0C7E909-EF11-4A61-D022-46248662DC90}"/>
              </a:ext>
            </a:extLst>
          </p:cNvPr>
          <p:cNvGrpSpPr/>
          <p:nvPr/>
        </p:nvGrpSpPr>
        <p:grpSpPr>
          <a:xfrm>
            <a:off x="2612831" y="3784072"/>
            <a:ext cx="2930954" cy="1645014"/>
            <a:chOff x="1906569" y="3571257"/>
            <a:chExt cx="2930954" cy="1645014"/>
          </a:xfrm>
        </p:grpSpPr>
        <p:sp>
          <p:nvSpPr>
            <p:cNvPr id="15" name="Rounded Rectangle 14">
              <a:extLst>
                <a:ext uri="{FF2B5EF4-FFF2-40B4-BE49-F238E27FC236}">
                  <a16:creationId xmlns:a16="http://schemas.microsoft.com/office/drawing/2014/main" id="{A6A333CD-9170-6C62-C62C-58CF6919E43A}"/>
                </a:ext>
              </a:extLst>
            </p:cNvPr>
            <p:cNvSpPr/>
            <p:nvPr/>
          </p:nvSpPr>
          <p:spPr>
            <a:xfrm>
              <a:off x="1906569" y="3660319"/>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Subtitle Text</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a:t>
              </a:r>
              <a:r>
                <a:rPr lang="el-GR" sz="800" err="1">
                  <a:solidFill>
                    <a:schemeClr val="bg1">
                      <a:lumMod val="95000"/>
                    </a:schemeClr>
                  </a:solidFill>
                  <a:latin typeface="Aptos" panose="020B0004020202020204" pitchFamily="34" charset="0"/>
                </a:rPr>
                <a:t>υπ</a:t>
              </a:r>
              <a:r>
                <a:rPr lang="en-US" sz="800" err="1">
                  <a:solidFill>
                    <a:schemeClr val="bg1">
                      <a:lumMod val="95000"/>
                    </a:schemeClr>
                  </a:solidFill>
                  <a:latin typeface="Aptos" panose="020B0004020202020204" pitchFamily="34" charset="0"/>
                </a:rPr>
                <a:t>ό</a:t>
              </a:r>
              <a:r>
                <a:rPr lang="el-GR" sz="800" err="1">
                  <a:solidFill>
                    <a:schemeClr val="bg1">
                      <a:lumMod val="95000"/>
                    </a:schemeClr>
                  </a:solidFill>
                  <a:latin typeface="Aptos" panose="020B0004020202020204" pitchFamily="34" charset="0"/>
                </a:rPr>
                <a:t>τιτλος</a:t>
              </a:r>
              <a:r>
                <a:rPr lang="el-GR" sz="800">
                  <a:solidFill>
                    <a:schemeClr val="bg1">
                      <a:lumMod val="95000"/>
                    </a:schemeClr>
                  </a:solidFill>
                  <a:latin typeface="Aptos" panose="020B0004020202020204" pitchFamily="34" charset="0"/>
                </a:rPr>
                <a:t> στα </a:t>
              </a:r>
              <a:r>
                <a:rPr lang="en-US" sz="800">
                  <a:solidFill>
                    <a:schemeClr val="bg1">
                      <a:lumMod val="95000"/>
                    </a:schemeClr>
                  </a:solidFill>
                  <a:latin typeface="Aptos" panose="020B0004020202020204" pitchFamily="34" charset="0"/>
                </a:rPr>
                <a:t>Dividers</a:t>
              </a:r>
              <a:r>
                <a:rPr lang="el-GR" sz="800">
                  <a:solidFill>
                    <a:schemeClr val="bg1">
                      <a:lumMod val="95000"/>
                    </a:schemeClr>
                  </a:solidFill>
                  <a:latin typeface="Aptos" panose="020B0004020202020204" pitchFamily="34" charset="0"/>
                </a:rPr>
                <a:t> είναι πάντα </a:t>
              </a:r>
              <a:r>
                <a:rPr lang="en-US" sz="800">
                  <a:solidFill>
                    <a:schemeClr val="bg1">
                      <a:lumMod val="95000"/>
                    </a:schemeClr>
                  </a:solidFill>
                  <a:latin typeface="Aptos" panose="020B0004020202020204" pitchFamily="34" charset="0"/>
                </a:rPr>
                <a:t>Aptos Regular </a:t>
              </a:r>
              <a:r>
                <a:rPr lang="el-GR" sz="800">
                  <a:solidFill>
                    <a:schemeClr val="bg1">
                      <a:lumMod val="95000"/>
                    </a:schemeClr>
                  </a:solidFill>
                  <a:latin typeface="Aptos" panose="020B0004020202020204" pitchFamily="34" charset="0"/>
                </a:rPr>
                <a:t>16</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line space: multiple 0,9</a:t>
              </a:r>
              <a:r>
                <a:rPr lang="el-GR" sz="800">
                  <a:solidFill>
                    <a:schemeClr val="bg1">
                      <a:lumMod val="95000"/>
                    </a:schemeClr>
                  </a:solidFill>
                  <a:latin typeface="Aptos" panose="020B0004020202020204" pitchFamily="34" charset="0"/>
                </a:rPr>
                <a:t>, </a:t>
              </a:r>
              <a:r>
                <a:rPr lang="en-US" sz="800">
                  <a:solidFill>
                    <a:schemeClr val="bg1">
                      <a:lumMod val="95000"/>
                    </a:schemeClr>
                  </a:solidFill>
                  <a:latin typeface="Aptos" panose="020B0004020202020204" pitchFamily="34" charset="0"/>
                </a:rPr>
                <a:t>p</a:t>
              </a:r>
              <a:r>
                <a:rPr lang="en-US" sz="800">
                  <a:latin typeface="Aptos" panose="020B0004020202020204" pitchFamily="34" charset="0"/>
                </a:rPr>
                <a:t>aragraph space before: </a:t>
              </a:r>
              <a:r>
                <a:rPr lang="el-GR" sz="800">
                  <a:latin typeface="Aptos" panose="020B0004020202020204" pitchFamily="34" charset="0"/>
                </a:rPr>
                <a:t>10</a:t>
              </a:r>
              <a:r>
                <a:rPr lang="en-US" sz="800" err="1">
                  <a:latin typeface="Aptos" panose="020B0004020202020204" pitchFamily="34" charset="0"/>
                </a:rPr>
                <a:t>pt</a:t>
              </a:r>
              <a:r>
                <a:rPr lang="en-US" sz="800">
                  <a:solidFill>
                    <a:schemeClr val="bg1">
                      <a:lumMod val="95000"/>
                    </a:schemeClr>
                  </a:solidFill>
                  <a:latin typeface="Aptos" panose="020B0004020202020204" pitchFamily="34" charset="0"/>
                </a:rPr>
                <a:t> </a:t>
              </a:r>
              <a:r>
                <a:rPr lang="el-GR" sz="800">
                  <a:solidFill>
                    <a:schemeClr val="bg1">
                      <a:lumMod val="95000"/>
                    </a:schemeClr>
                  </a:solidFill>
                  <a:latin typeface="Aptos" panose="020B0004020202020204" pitchFamily="34" charset="0"/>
                </a:rPr>
                <a:t>και χρώμα</a:t>
              </a:r>
              <a:r>
                <a:rPr lang="en-US" sz="800">
                  <a:solidFill>
                    <a:schemeClr val="bg1">
                      <a:lumMod val="95000"/>
                    </a:schemeClr>
                  </a:solidFill>
                  <a:latin typeface="Aptos" panose="020B0004020202020204" pitchFamily="34" charset="0"/>
                </a:rPr>
                <a:t> White</a:t>
              </a:r>
              <a:r>
                <a:rPr lang="el-GR" sz="800">
                  <a:solidFill>
                    <a:schemeClr val="bg1">
                      <a:lumMod val="95000"/>
                    </a:schemeClr>
                  </a:solidFill>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The subtitle in the Dividers is always Aptos Regular 16pt, line space: multiple 0.9, </a:t>
              </a:r>
              <a:r>
                <a:rPr lang="en-US" sz="800">
                  <a:solidFill>
                    <a:schemeClr val="bg1">
                      <a:lumMod val="95000"/>
                    </a:schemeClr>
                  </a:solidFill>
                  <a:latin typeface="Aptos" panose="020B0004020202020204" pitchFamily="34" charset="0"/>
                </a:rPr>
                <a:t>p</a:t>
              </a:r>
              <a:r>
                <a:rPr lang="en-US" sz="800">
                  <a:latin typeface="Aptos" panose="020B0004020202020204" pitchFamily="34" charset="0"/>
                </a:rPr>
                <a:t>aragraph space before</a:t>
              </a:r>
              <a:r>
                <a:rPr lang="en-GB" sz="800">
                  <a:solidFill>
                    <a:schemeClr val="bg1">
                      <a:lumMod val="95000"/>
                    </a:schemeClr>
                  </a:solidFill>
                  <a:latin typeface="Aptos" panose="020B0004020202020204" pitchFamily="34" charset="0"/>
                </a:rPr>
                <a:t>: 10pt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White.</a:t>
              </a:r>
              <a:endParaRPr lang="en-GR" sz="800">
                <a:solidFill>
                  <a:schemeClr val="bg1">
                    <a:lumMod val="95000"/>
                  </a:schemeClr>
                </a:solidFill>
                <a:latin typeface="Aptos" panose="020B0004020202020204" pitchFamily="34" charset="0"/>
              </a:endParaRPr>
            </a:p>
          </p:txBody>
        </p:sp>
        <p:sp>
          <p:nvSpPr>
            <p:cNvPr id="16" name="Triangle 15">
              <a:extLst>
                <a:ext uri="{FF2B5EF4-FFF2-40B4-BE49-F238E27FC236}">
                  <a16:creationId xmlns:a16="http://schemas.microsoft.com/office/drawing/2014/main" id="{B27D5D5E-E52D-B688-15E9-24C24816CBCB}"/>
                </a:ext>
              </a:extLst>
            </p:cNvPr>
            <p:cNvSpPr/>
            <p:nvPr/>
          </p:nvSpPr>
          <p:spPr>
            <a:xfrm>
              <a:off x="2230041" y="3571257"/>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16395286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EDBC8860-1442-D69E-6E45-9BB7C01A4E0D}"/>
              </a:ext>
            </a:extLst>
          </p:cNvPr>
          <p:cNvSpPr>
            <a:spLocks noGrp="1"/>
          </p:cNvSpPr>
          <p:nvPr>
            <p:ph type="body" sz="quarter" idx="16"/>
          </p:nvPr>
        </p:nvSpPr>
        <p:spPr>
          <a:xfrm>
            <a:off x="1703514" y="2592682"/>
            <a:ext cx="4896543" cy="928652"/>
          </a:xfrm>
        </p:spPr>
        <p:txBody>
          <a:bodyPr/>
          <a:lstStyle/>
          <a:p>
            <a:r>
              <a:rPr lang="en-GR"/>
              <a:t>Divider</a:t>
            </a:r>
          </a:p>
        </p:txBody>
      </p:sp>
      <p:sp>
        <p:nvSpPr>
          <p:cNvPr id="12" name="Text Placeholder 11">
            <a:extLst>
              <a:ext uri="{FF2B5EF4-FFF2-40B4-BE49-F238E27FC236}">
                <a16:creationId xmlns:a16="http://schemas.microsoft.com/office/drawing/2014/main" id="{00A2AF4B-86B4-AEA2-F7DE-0E6CC7F27A6F}"/>
              </a:ext>
            </a:extLst>
          </p:cNvPr>
          <p:cNvSpPr>
            <a:spLocks noGrp="1"/>
          </p:cNvSpPr>
          <p:nvPr>
            <p:ph type="body" sz="quarter" idx="14"/>
          </p:nvPr>
        </p:nvSpPr>
        <p:spPr>
          <a:xfrm>
            <a:off x="1703512" y="3429000"/>
            <a:ext cx="4896544" cy="2925000"/>
          </a:xfrm>
        </p:spPr>
        <p:txBody>
          <a:bodyPr/>
          <a:lstStyle/>
          <a:p>
            <a:r>
              <a:rPr lang="en-GR"/>
              <a:t>Placeholder text</a:t>
            </a:r>
          </a:p>
          <a:p>
            <a:endParaRPr lang="en-GR"/>
          </a:p>
        </p:txBody>
      </p:sp>
      <p:sp>
        <p:nvSpPr>
          <p:cNvPr id="4" name="Slide Number Placeholder 3">
            <a:extLst>
              <a:ext uri="{FF2B5EF4-FFF2-40B4-BE49-F238E27FC236}">
                <a16:creationId xmlns:a16="http://schemas.microsoft.com/office/drawing/2014/main" id="{F1D840C7-6B58-C0F9-986C-0680F1655EC8}"/>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86</a:t>
            </a:fld>
            <a:endParaRPr lang="en-GR"/>
          </a:p>
        </p:txBody>
      </p:sp>
      <p:sp>
        <p:nvSpPr>
          <p:cNvPr id="11" name="Title 10">
            <a:extLst>
              <a:ext uri="{FF2B5EF4-FFF2-40B4-BE49-F238E27FC236}">
                <a16:creationId xmlns:a16="http://schemas.microsoft.com/office/drawing/2014/main" id="{61363FBF-5EFF-D7FB-603A-DC7C413C5787}"/>
              </a:ext>
            </a:extLst>
          </p:cNvPr>
          <p:cNvSpPr>
            <a:spLocks noGrp="1"/>
          </p:cNvSpPr>
          <p:nvPr>
            <p:ph type="ctrTitle"/>
          </p:nvPr>
        </p:nvSpPr>
        <p:spPr>
          <a:xfrm>
            <a:off x="335360" y="2592681"/>
            <a:ext cx="1059080" cy="928652"/>
          </a:xfrm>
        </p:spPr>
        <p:txBody>
          <a:bodyPr/>
          <a:lstStyle/>
          <a:p>
            <a:r>
              <a:rPr lang="en-GR"/>
              <a:t>00</a:t>
            </a:r>
          </a:p>
        </p:txBody>
      </p:sp>
    </p:spTree>
    <p:extLst>
      <p:ext uri="{BB962C8B-B14F-4D97-AF65-F5344CB8AC3E}">
        <p14:creationId xmlns:p14="http://schemas.microsoft.com/office/powerpoint/2010/main" val="38346043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4721B50A-B199-F50F-457D-D25D32498390}"/>
              </a:ext>
            </a:extLst>
          </p:cNvPr>
          <p:cNvSpPr>
            <a:spLocks noGrp="1"/>
          </p:cNvSpPr>
          <p:nvPr>
            <p:ph type="ctrTitle"/>
          </p:nvPr>
        </p:nvSpPr>
        <p:spPr>
          <a:xfrm>
            <a:off x="335360" y="2592681"/>
            <a:ext cx="1059080" cy="928652"/>
          </a:xfrm>
          <a:prstGeom prst="rect">
            <a:avLst/>
          </a:prstGeom>
        </p:spPr>
        <p:txBody>
          <a:bodyPr/>
          <a:lstStyle/>
          <a:p>
            <a:r>
              <a:rPr lang="en-GR"/>
              <a:t>00</a:t>
            </a:r>
          </a:p>
        </p:txBody>
      </p:sp>
      <p:sp>
        <p:nvSpPr>
          <p:cNvPr id="13" name="Text Placeholder 12">
            <a:extLst>
              <a:ext uri="{FF2B5EF4-FFF2-40B4-BE49-F238E27FC236}">
                <a16:creationId xmlns:a16="http://schemas.microsoft.com/office/drawing/2014/main" id="{637F71BC-6B0D-B60F-7AA1-7AC33383CA42}"/>
              </a:ext>
            </a:extLst>
          </p:cNvPr>
          <p:cNvSpPr>
            <a:spLocks noGrp="1"/>
          </p:cNvSpPr>
          <p:nvPr>
            <p:ph type="body" sz="quarter" idx="16"/>
          </p:nvPr>
        </p:nvSpPr>
        <p:spPr>
          <a:xfrm>
            <a:off x="1703514" y="2592682"/>
            <a:ext cx="4896543" cy="928652"/>
          </a:xfrm>
        </p:spPr>
        <p:txBody>
          <a:bodyPr/>
          <a:lstStyle/>
          <a:p>
            <a:r>
              <a:rPr lang="en-GR"/>
              <a:t>Divider</a:t>
            </a:r>
          </a:p>
        </p:txBody>
      </p:sp>
      <p:sp>
        <p:nvSpPr>
          <p:cNvPr id="12" name="Text Placeholder 11">
            <a:extLst>
              <a:ext uri="{FF2B5EF4-FFF2-40B4-BE49-F238E27FC236}">
                <a16:creationId xmlns:a16="http://schemas.microsoft.com/office/drawing/2014/main" id="{E9F3C4D3-5A9A-4EB2-9B52-B18792E377D7}"/>
              </a:ext>
            </a:extLst>
          </p:cNvPr>
          <p:cNvSpPr>
            <a:spLocks noGrp="1"/>
          </p:cNvSpPr>
          <p:nvPr>
            <p:ph type="body" sz="quarter" idx="14"/>
          </p:nvPr>
        </p:nvSpPr>
        <p:spPr/>
        <p:txBody>
          <a:bodyPr/>
          <a:lstStyle/>
          <a:p>
            <a:r>
              <a:rPr lang="en-GR"/>
              <a:t>Placeholder text</a:t>
            </a:r>
          </a:p>
          <a:p>
            <a:endParaRPr lang="en-GR"/>
          </a:p>
        </p:txBody>
      </p:sp>
      <p:sp>
        <p:nvSpPr>
          <p:cNvPr id="4" name="Slide Number Placeholder 3">
            <a:extLst>
              <a:ext uri="{FF2B5EF4-FFF2-40B4-BE49-F238E27FC236}">
                <a16:creationId xmlns:a16="http://schemas.microsoft.com/office/drawing/2014/main" id="{DE61F35B-1EF6-C919-9CDD-AA4C5660AC37}"/>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87</a:t>
            </a:fld>
            <a:endParaRPr lang="en-GR"/>
          </a:p>
        </p:txBody>
      </p:sp>
    </p:spTree>
    <p:extLst>
      <p:ext uri="{BB962C8B-B14F-4D97-AF65-F5344CB8AC3E}">
        <p14:creationId xmlns:p14="http://schemas.microsoft.com/office/powerpoint/2010/main" val="191162998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98F8157-EFD2-AA23-A8A6-D97AAD565EA6}"/>
              </a:ext>
            </a:extLst>
          </p:cNvPr>
          <p:cNvSpPr>
            <a:spLocks noGrp="1"/>
          </p:cNvSpPr>
          <p:nvPr>
            <p:ph type="ctrTitle"/>
          </p:nvPr>
        </p:nvSpPr>
        <p:spPr>
          <a:xfrm>
            <a:off x="335360" y="2592681"/>
            <a:ext cx="1059080" cy="928652"/>
          </a:xfrm>
          <a:prstGeom prst="rect">
            <a:avLst/>
          </a:prstGeom>
        </p:spPr>
        <p:txBody>
          <a:bodyPr/>
          <a:lstStyle/>
          <a:p>
            <a:r>
              <a:rPr lang="en-GR"/>
              <a:t>00</a:t>
            </a:r>
          </a:p>
        </p:txBody>
      </p:sp>
      <p:sp>
        <p:nvSpPr>
          <p:cNvPr id="13" name="Text Placeholder 12">
            <a:extLst>
              <a:ext uri="{FF2B5EF4-FFF2-40B4-BE49-F238E27FC236}">
                <a16:creationId xmlns:a16="http://schemas.microsoft.com/office/drawing/2014/main" id="{4DB30726-01BA-F460-439E-A60CAF87A763}"/>
              </a:ext>
            </a:extLst>
          </p:cNvPr>
          <p:cNvSpPr>
            <a:spLocks noGrp="1"/>
          </p:cNvSpPr>
          <p:nvPr>
            <p:ph type="body" sz="quarter" idx="16"/>
          </p:nvPr>
        </p:nvSpPr>
        <p:spPr>
          <a:xfrm>
            <a:off x="1703514" y="2592682"/>
            <a:ext cx="4896543" cy="928652"/>
          </a:xfrm>
        </p:spPr>
        <p:txBody>
          <a:bodyPr/>
          <a:lstStyle/>
          <a:p>
            <a:r>
              <a:rPr lang="en-GR"/>
              <a:t>Divider</a:t>
            </a:r>
          </a:p>
        </p:txBody>
      </p:sp>
      <p:sp>
        <p:nvSpPr>
          <p:cNvPr id="12" name="Text Placeholder 11">
            <a:extLst>
              <a:ext uri="{FF2B5EF4-FFF2-40B4-BE49-F238E27FC236}">
                <a16:creationId xmlns:a16="http://schemas.microsoft.com/office/drawing/2014/main" id="{E880AE50-207A-0989-D6CF-722BF7C75AEE}"/>
              </a:ext>
            </a:extLst>
          </p:cNvPr>
          <p:cNvSpPr>
            <a:spLocks noGrp="1"/>
          </p:cNvSpPr>
          <p:nvPr>
            <p:ph type="body" sz="quarter" idx="14"/>
          </p:nvPr>
        </p:nvSpPr>
        <p:spPr/>
        <p:txBody>
          <a:bodyPr/>
          <a:lstStyle/>
          <a:p>
            <a:r>
              <a:rPr lang="en-GR"/>
              <a:t>Placeholder text</a:t>
            </a:r>
          </a:p>
          <a:p>
            <a:endParaRPr lang="en-GR"/>
          </a:p>
        </p:txBody>
      </p:sp>
      <p:sp>
        <p:nvSpPr>
          <p:cNvPr id="4" name="Slide Number Placeholder 3">
            <a:extLst>
              <a:ext uri="{FF2B5EF4-FFF2-40B4-BE49-F238E27FC236}">
                <a16:creationId xmlns:a16="http://schemas.microsoft.com/office/drawing/2014/main" id="{BCA63371-E401-3DA3-4B0A-D8180493510E}"/>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88</a:t>
            </a:fld>
            <a:endParaRPr lang="en-GR"/>
          </a:p>
        </p:txBody>
      </p:sp>
    </p:spTree>
    <p:extLst>
      <p:ext uri="{BB962C8B-B14F-4D97-AF65-F5344CB8AC3E}">
        <p14:creationId xmlns:p14="http://schemas.microsoft.com/office/powerpoint/2010/main" val="385980055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0815D13-74EB-BDDB-8CD3-CFFE2FE9446B}"/>
              </a:ext>
            </a:extLst>
          </p:cNvPr>
          <p:cNvSpPr>
            <a:spLocks noGrp="1"/>
          </p:cNvSpPr>
          <p:nvPr>
            <p:ph type="ctrTitle"/>
          </p:nvPr>
        </p:nvSpPr>
        <p:spPr>
          <a:xfrm>
            <a:off x="335360" y="2592681"/>
            <a:ext cx="1059080" cy="928652"/>
          </a:xfrm>
          <a:prstGeom prst="rect">
            <a:avLst/>
          </a:prstGeom>
        </p:spPr>
        <p:txBody>
          <a:bodyPr/>
          <a:lstStyle/>
          <a:p>
            <a:r>
              <a:rPr lang="en-GR"/>
              <a:t>00</a:t>
            </a:r>
          </a:p>
        </p:txBody>
      </p:sp>
      <p:sp>
        <p:nvSpPr>
          <p:cNvPr id="13" name="Text Placeholder 12">
            <a:extLst>
              <a:ext uri="{FF2B5EF4-FFF2-40B4-BE49-F238E27FC236}">
                <a16:creationId xmlns:a16="http://schemas.microsoft.com/office/drawing/2014/main" id="{C3A94E21-1AF7-52DD-1268-2837A5A0E2A1}"/>
              </a:ext>
            </a:extLst>
          </p:cNvPr>
          <p:cNvSpPr>
            <a:spLocks noGrp="1"/>
          </p:cNvSpPr>
          <p:nvPr>
            <p:ph type="body" sz="quarter" idx="16"/>
          </p:nvPr>
        </p:nvSpPr>
        <p:spPr>
          <a:xfrm>
            <a:off x="1703514" y="2592682"/>
            <a:ext cx="4896543" cy="928652"/>
          </a:xfrm>
        </p:spPr>
        <p:txBody>
          <a:bodyPr/>
          <a:lstStyle/>
          <a:p>
            <a:r>
              <a:rPr lang="en-GR"/>
              <a:t>Divider</a:t>
            </a:r>
          </a:p>
        </p:txBody>
      </p:sp>
      <p:sp>
        <p:nvSpPr>
          <p:cNvPr id="12" name="Text Placeholder 11">
            <a:extLst>
              <a:ext uri="{FF2B5EF4-FFF2-40B4-BE49-F238E27FC236}">
                <a16:creationId xmlns:a16="http://schemas.microsoft.com/office/drawing/2014/main" id="{146CC907-CE4F-6850-DE31-90362746CFEE}"/>
              </a:ext>
            </a:extLst>
          </p:cNvPr>
          <p:cNvSpPr>
            <a:spLocks noGrp="1"/>
          </p:cNvSpPr>
          <p:nvPr>
            <p:ph type="body" sz="quarter" idx="14"/>
          </p:nvPr>
        </p:nvSpPr>
        <p:spPr/>
        <p:txBody>
          <a:bodyPr/>
          <a:lstStyle/>
          <a:p>
            <a:r>
              <a:rPr lang="en-GR"/>
              <a:t>Placeholder text</a:t>
            </a:r>
          </a:p>
          <a:p>
            <a:endParaRPr lang="en-GR"/>
          </a:p>
        </p:txBody>
      </p:sp>
      <p:sp>
        <p:nvSpPr>
          <p:cNvPr id="4" name="Slide Number Placeholder 3">
            <a:extLst>
              <a:ext uri="{FF2B5EF4-FFF2-40B4-BE49-F238E27FC236}">
                <a16:creationId xmlns:a16="http://schemas.microsoft.com/office/drawing/2014/main" id="{E5E0D8DC-1917-E021-08C0-B75C5638E6B6}"/>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89</a:t>
            </a:fld>
            <a:endParaRPr lang="en-GR"/>
          </a:p>
        </p:txBody>
      </p:sp>
    </p:spTree>
    <p:extLst>
      <p:ext uri="{BB962C8B-B14F-4D97-AF65-F5344CB8AC3E}">
        <p14:creationId xmlns:p14="http://schemas.microsoft.com/office/powerpoint/2010/main" val="363845577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34DA5E-3791-1CDA-B677-5AE1D986AC0F}"/>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90</a:t>
            </a:fld>
            <a:endParaRPr lang="en-GR"/>
          </a:p>
        </p:txBody>
      </p:sp>
      <p:sp>
        <p:nvSpPr>
          <p:cNvPr id="5" name="Title 4">
            <a:extLst>
              <a:ext uri="{FF2B5EF4-FFF2-40B4-BE49-F238E27FC236}">
                <a16:creationId xmlns:a16="http://schemas.microsoft.com/office/drawing/2014/main" id="{ABA4E779-2F3A-0A0D-6639-E43F1D9591F3}"/>
              </a:ext>
            </a:extLst>
          </p:cNvPr>
          <p:cNvSpPr>
            <a:spLocks noGrp="1"/>
          </p:cNvSpPr>
          <p:nvPr>
            <p:ph type="ctrTitle"/>
          </p:nvPr>
        </p:nvSpPr>
        <p:spPr>
          <a:xfrm>
            <a:off x="335360" y="2592681"/>
            <a:ext cx="1059080" cy="929743"/>
          </a:xfrm>
          <a:prstGeom prst="rect">
            <a:avLst/>
          </a:prstGeom>
        </p:spPr>
        <p:txBody>
          <a:bodyPr lIns="0" bIns="46800" anchor="t" anchorCtr="0">
            <a:spAutoFit/>
          </a:bodyPr>
          <a:lstStyle/>
          <a:p>
            <a:r>
              <a:rPr lang="en-GR"/>
              <a:t>05</a:t>
            </a:r>
          </a:p>
        </p:txBody>
      </p:sp>
      <p:sp>
        <p:nvSpPr>
          <p:cNvPr id="6" name="Text Placeholder 5">
            <a:extLst>
              <a:ext uri="{FF2B5EF4-FFF2-40B4-BE49-F238E27FC236}">
                <a16:creationId xmlns:a16="http://schemas.microsoft.com/office/drawing/2014/main" id="{8DB379DA-8684-7F6B-F8F7-D216B048AFBD}"/>
              </a:ext>
            </a:extLst>
          </p:cNvPr>
          <p:cNvSpPr>
            <a:spLocks noGrp="1"/>
          </p:cNvSpPr>
          <p:nvPr>
            <p:ph type="body" sz="quarter" idx="16"/>
          </p:nvPr>
        </p:nvSpPr>
        <p:spPr>
          <a:xfrm>
            <a:off x="1703514" y="2592682"/>
            <a:ext cx="4896543" cy="928652"/>
          </a:xfrm>
        </p:spPr>
        <p:txBody>
          <a:bodyPr/>
          <a:lstStyle/>
          <a:p>
            <a:r>
              <a:rPr lang="en-GR"/>
              <a:t>Page Layouts</a:t>
            </a:r>
          </a:p>
        </p:txBody>
      </p:sp>
    </p:spTree>
    <p:extLst>
      <p:ext uri="{BB962C8B-B14F-4D97-AF65-F5344CB8AC3E}">
        <p14:creationId xmlns:p14="http://schemas.microsoft.com/office/powerpoint/2010/main" val="35542599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DD799-AFEF-2B0F-8E30-EA52338D5060}"/>
            </a:ext>
          </a:extLst>
        </p:cNvPr>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2F313A18-8CDB-E950-7FE1-F81CEF566DA0}"/>
              </a:ext>
            </a:extLst>
          </p:cNvPr>
          <p:cNvSpPr>
            <a:spLocks noGrp="1"/>
          </p:cNvSpPr>
          <p:nvPr>
            <p:ph type="pic" sz="quarter" idx="21"/>
          </p:nvPr>
        </p:nvSpPr>
        <p:spPr/>
        <p:txBody>
          <a:bodyPr/>
          <a:lstStyle/>
          <a:p>
            <a:endParaRPr lang="en-GR"/>
          </a:p>
        </p:txBody>
      </p:sp>
      <p:sp>
        <p:nvSpPr>
          <p:cNvPr id="8" name="Title 7">
            <a:extLst>
              <a:ext uri="{FF2B5EF4-FFF2-40B4-BE49-F238E27FC236}">
                <a16:creationId xmlns:a16="http://schemas.microsoft.com/office/drawing/2014/main" id="{650BFA40-A708-8C67-8AD0-536D15610A0B}"/>
              </a:ext>
            </a:extLst>
          </p:cNvPr>
          <p:cNvSpPr>
            <a:spLocks noGrp="1"/>
          </p:cNvSpPr>
          <p:nvPr>
            <p:ph type="ctrTitle"/>
          </p:nvPr>
        </p:nvSpPr>
        <p:spPr>
          <a:xfrm>
            <a:off x="332316" y="409284"/>
            <a:ext cx="5037767" cy="139397"/>
          </a:xfrm>
        </p:spPr>
        <p:txBody>
          <a:bodyPr/>
          <a:lstStyle/>
          <a:p>
            <a:r>
              <a:rPr lang="en-GR"/>
              <a:t>Page Layouts</a:t>
            </a:r>
          </a:p>
        </p:txBody>
      </p:sp>
      <p:sp>
        <p:nvSpPr>
          <p:cNvPr id="9" name="Text Placeholder 8">
            <a:extLst>
              <a:ext uri="{FF2B5EF4-FFF2-40B4-BE49-F238E27FC236}">
                <a16:creationId xmlns:a16="http://schemas.microsoft.com/office/drawing/2014/main" id="{D4B08E64-16E3-3F9D-DE98-228E3077AC21}"/>
              </a:ext>
            </a:extLst>
          </p:cNvPr>
          <p:cNvSpPr>
            <a:spLocks noGrp="1"/>
          </p:cNvSpPr>
          <p:nvPr>
            <p:ph type="body" sz="quarter" idx="14"/>
          </p:nvPr>
        </p:nvSpPr>
        <p:spPr>
          <a:xfrm>
            <a:off x="332316" y="1268822"/>
            <a:ext cx="5036400"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l-GR"/>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0" name="Text Placeholder 9">
            <a:extLst>
              <a:ext uri="{FF2B5EF4-FFF2-40B4-BE49-F238E27FC236}">
                <a16:creationId xmlns:a16="http://schemas.microsoft.com/office/drawing/2014/main" id="{B56E92E6-E501-1728-FE7B-488FECD4CD65}"/>
              </a:ext>
            </a:extLst>
          </p:cNvPr>
          <p:cNvSpPr>
            <a:spLocks noGrp="1"/>
          </p:cNvSpPr>
          <p:nvPr>
            <p:ph type="body" sz="quarter" idx="16"/>
          </p:nvPr>
        </p:nvSpPr>
        <p:spPr>
          <a:xfrm>
            <a:off x="332316" y="741494"/>
            <a:ext cx="5036400" cy="334515"/>
          </a:xfrm>
        </p:spPr>
        <p:txBody>
          <a:bodyPr/>
          <a:lstStyle/>
          <a:p>
            <a:r>
              <a:rPr lang="en-GR"/>
              <a:t>Title Aptos 18-24pt lines spacing 0,9</a:t>
            </a:r>
          </a:p>
        </p:txBody>
      </p:sp>
      <p:sp>
        <p:nvSpPr>
          <p:cNvPr id="4" name="Slide Number Placeholder 3">
            <a:extLst>
              <a:ext uri="{FF2B5EF4-FFF2-40B4-BE49-F238E27FC236}">
                <a16:creationId xmlns:a16="http://schemas.microsoft.com/office/drawing/2014/main" id="{5D47FB72-ACC3-8D24-B8DE-7F68B2DF2A45}"/>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91</a:t>
            </a:fld>
            <a:endParaRPr lang="en-GR"/>
          </a:p>
        </p:txBody>
      </p:sp>
      <p:sp>
        <p:nvSpPr>
          <p:cNvPr id="66" name="Freeform 65">
            <a:extLst>
              <a:ext uri="{FF2B5EF4-FFF2-40B4-BE49-F238E27FC236}">
                <a16:creationId xmlns:a16="http://schemas.microsoft.com/office/drawing/2014/main" id="{27EE538A-267A-B733-2522-ACA7CEC9A33F}"/>
              </a:ext>
            </a:extLst>
          </p:cNvPr>
          <p:cNvSpPr/>
          <p:nvPr/>
        </p:nvSpPr>
        <p:spPr>
          <a:xfrm>
            <a:off x="5429019" y="-8"/>
            <a:ext cx="6762980" cy="6857998"/>
          </a:xfrm>
          <a:custGeom>
            <a:avLst/>
            <a:gdLst>
              <a:gd name="connsiteX0" fmla="*/ 4001986 w 6762980"/>
              <a:gd name="connsiteY0" fmla="*/ 5143499 h 6857998"/>
              <a:gd name="connsiteX1" fmla="*/ 4001986 w 6762980"/>
              <a:gd name="connsiteY1" fmla="*/ 5147670 h 6857998"/>
              <a:gd name="connsiteX2" fmla="*/ 4060287 w 6762980"/>
              <a:gd name="connsiteY2" fmla="*/ 5147670 h 6857998"/>
              <a:gd name="connsiteX3" fmla="*/ 4060287 w 6762980"/>
              <a:gd name="connsiteY3" fmla="*/ 5998663 h 6857998"/>
              <a:gd name="connsiteX4" fmla="*/ 5405385 w 6762980"/>
              <a:gd name="connsiteY4" fmla="*/ 5998663 h 6857998"/>
              <a:gd name="connsiteX5" fmla="*/ 5405385 w 6762980"/>
              <a:gd name="connsiteY5" fmla="*/ 6061237 h 6857998"/>
              <a:gd name="connsiteX6" fmla="*/ 4110257 w 6762980"/>
              <a:gd name="connsiteY6" fmla="*/ 6857998 h 6857998"/>
              <a:gd name="connsiteX7" fmla="*/ 4110257 w 6762980"/>
              <a:gd name="connsiteY7" fmla="*/ 6853827 h 6857998"/>
              <a:gd name="connsiteX8" fmla="*/ 4051956 w 6762980"/>
              <a:gd name="connsiteY8" fmla="*/ 6853827 h 6857998"/>
              <a:gd name="connsiteX9" fmla="*/ 4051956 w 6762980"/>
              <a:gd name="connsiteY9" fmla="*/ 6002834 h 6857998"/>
              <a:gd name="connsiteX10" fmla="*/ 2706858 w 6762980"/>
              <a:gd name="connsiteY10" fmla="*/ 6002834 h 6857998"/>
              <a:gd name="connsiteX11" fmla="*/ 2706858 w 6762980"/>
              <a:gd name="connsiteY11" fmla="*/ 5940260 h 6857998"/>
              <a:gd name="connsiteX12" fmla="*/ 4001986 w 6762980"/>
              <a:gd name="connsiteY12" fmla="*/ 5143499 h 6857998"/>
              <a:gd name="connsiteX13" fmla="*/ 4051956 w 6762980"/>
              <a:gd name="connsiteY13" fmla="*/ 3428997 h 6857998"/>
              <a:gd name="connsiteX14" fmla="*/ 4110257 w 6762980"/>
              <a:gd name="connsiteY14" fmla="*/ 3428997 h 6857998"/>
              <a:gd name="connsiteX15" fmla="*/ 5405385 w 6762980"/>
              <a:gd name="connsiteY15" fmla="*/ 4225761 h 6857998"/>
              <a:gd name="connsiteX16" fmla="*/ 5405385 w 6762980"/>
              <a:gd name="connsiteY16" fmla="*/ 4288332 h 6857998"/>
              <a:gd name="connsiteX17" fmla="*/ 4060287 w 6762980"/>
              <a:gd name="connsiteY17" fmla="*/ 4288332 h 6857998"/>
              <a:gd name="connsiteX18" fmla="*/ 4060287 w 6762980"/>
              <a:gd name="connsiteY18" fmla="*/ 5143496 h 6857998"/>
              <a:gd name="connsiteX19" fmla="*/ 4001986 w 6762980"/>
              <a:gd name="connsiteY19" fmla="*/ 5143496 h 6857998"/>
              <a:gd name="connsiteX20" fmla="*/ 2706858 w 6762980"/>
              <a:gd name="connsiteY20" fmla="*/ 4346735 h 6857998"/>
              <a:gd name="connsiteX21" fmla="*/ 2706858 w 6762980"/>
              <a:gd name="connsiteY21" fmla="*/ 4284161 h 6857998"/>
              <a:gd name="connsiteX22" fmla="*/ 4051956 w 6762980"/>
              <a:gd name="connsiteY22" fmla="*/ 4284161 h 6857998"/>
              <a:gd name="connsiteX23" fmla="*/ 5409551 w 6762980"/>
              <a:gd name="connsiteY23" fmla="*/ 2569662 h 6857998"/>
              <a:gd name="connsiteX24" fmla="*/ 6762980 w 6762980"/>
              <a:gd name="connsiteY24" fmla="*/ 2569662 h 6857998"/>
              <a:gd name="connsiteX25" fmla="*/ 6762980 w 6762980"/>
              <a:gd name="connsiteY25" fmla="*/ 3428997 h 6857998"/>
              <a:gd name="connsiteX26" fmla="*/ 6762980 w 6762980"/>
              <a:gd name="connsiteY26" fmla="*/ 4288332 h 6857998"/>
              <a:gd name="connsiteX27" fmla="*/ 5409551 w 6762980"/>
              <a:gd name="connsiteY27" fmla="*/ 4288332 h 6857998"/>
              <a:gd name="connsiteX28" fmla="*/ 5409551 w 6762980"/>
              <a:gd name="connsiteY28" fmla="*/ 4225761 h 6857998"/>
              <a:gd name="connsiteX29" fmla="*/ 6704680 w 6762980"/>
              <a:gd name="connsiteY29" fmla="*/ 3428997 h 6857998"/>
              <a:gd name="connsiteX30" fmla="*/ 5409551 w 6762980"/>
              <a:gd name="connsiteY30" fmla="*/ 2632237 h 6857998"/>
              <a:gd name="connsiteX31" fmla="*/ 1295128 w 6762980"/>
              <a:gd name="connsiteY31" fmla="*/ 1714499 h 6857998"/>
              <a:gd name="connsiteX32" fmla="*/ 1353429 w 6762980"/>
              <a:gd name="connsiteY32" fmla="*/ 1714499 h 6857998"/>
              <a:gd name="connsiteX33" fmla="*/ 1353429 w 6762980"/>
              <a:gd name="connsiteY33" fmla="*/ 2569662 h 6857998"/>
              <a:gd name="connsiteX34" fmla="*/ 2702693 w 6762980"/>
              <a:gd name="connsiteY34" fmla="*/ 2569662 h 6857998"/>
              <a:gd name="connsiteX35" fmla="*/ 2702693 w 6762980"/>
              <a:gd name="connsiteY35" fmla="*/ 2632237 h 6857998"/>
              <a:gd name="connsiteX36" fmla="*/ 1407564 w 6762980"/>
              <a:gd name="connsiteY36" fmla="*/ 3428997 h 6857998"/>
              <a:gd name="connsiteX37" fmla="*/ 1349264 w 6762980"/>
              <a:gd name="connsiteY37" fmla="*/ 3428997 h 6857998"/>
              <a:gd name="connsiteX38" fmla="*/ 1349264 w 6762980"/>
              <a:gd name="connsiteY38" fmla="*/ 2573834 h 6857998"/>
              <a:gd name="connsiteX39" fmla="*/ 0 w 6762980"/>
              <a:gd name="connsiteY39" fmla="*/ 2573834 h 6857998"/>
              <a:gd name="connsiteX40" fmla="*/ 0 w 6762980"/>
              <a:gd name="connsiteY40" fmla="*/ 2511262 h 6857998"/>
              <a:gd name="connsiteX41" fmla="*/ 1295128 w 6762980"/>
              <a:gd name="connsiteY41" fmla="*/ 1714499 h 6857998"/>
              <a:gd name="connsiteX42" fmla="*/ 4001986 w 6762980"/>
              <a:gd name="connsiteY42" fmla="*/ 0 h 6857998"/>
              <a:gd name="connsiteX43" fmla="*/ 4060287 w 6762980"/>
              <a:gd name="connsiteY43" fmla="*/ 0 h 6857998"/>
              <a:gd name="connsiteX44" fmla="*/ 4060287 w 6762980"/>
              <a:gd name="connsiteY44" fmla="*/ 859335 h 6857998"/>
              <a:gd name="connsiteX45" fmla="*/ 2706858 w 6762980"/>
              <a:gd name="connsiteY45" fmla="*/ 859335 h 6857998"/>
              <a:gd name="connsiteX46" fmla="*/ 2706858 w 6762980"/>
              <a:gd name="connsiteY46" fmla="*/ 796763 h 6857998"/>
              <a:gd name="connsiteX47" fmla="*/ 4001986 w 6762980"/>
              <a:gd name="connsiteY47"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762980" h="6857998">
                <a:moveTo>
                  <a:pt x="4001986" y="5143499"/>
                </a:moveTo>
                <a:lnTo>
                  <a:pt x="4001986" y="5147670"/>
                </a:lnTo>
                <a:lnTo>
                  <a:pt x="4060287" y="5147670"/>
                </a:lnTo>
                <a:lnTo>
                  <a:pt x="4060287" y="5998663"/>
                </a:lnTo>
                <a:lnTo>
                  <a:pt x="5405385" y="5998663"/>
                </a:lnTo>
                <a:lnTo>
                  <a:pt x="5405385" y="6061237"/>
                </a:lnTo>
                <a:cubicBezTo>
                  <a:pt x="4689109" y="6061237"/>
                  <a:pt x="4110257" y="6419987"/>
                  <a:pt x="4110257" y="6857998"/>
                </a:cubicBezTo>
                <a:lnTo>
                  <a:pt x="4110257" y="6853827"/>
                </a:lnTo>
                <a:lnTo>
                  <a:pt x="4051956" y="6853827"/>
                </a:lnTo>
                <a:lnTo>
                  <a:pt x="4051956" y="6002834"/>
                </a:lnTo>
                <a:lnTo>
                  <a:pt x="2706858" y="6002834"/>
                </a:lnTo>
                <a:lnTo>
                  <a:pt x="2706858" y="5940260"/>
                </a:lnTo>
                <a:cubicBezTo>
                  <a:pt x="3423134" y="5940260"/>
                  <a:pt x="4001986" y="5581510"/>
                  <a:pt x="4001986" y="5143499"/>
                </a:cubicBezTo>
                <a:close/>
                <a:moveTo>
                  <a:pt x="4051956" y="3428997"/>
                </a:moveTo>
                <a:lnTo>
                  <a:pt x="4110257" y="3428997"/>
                </a:lnTo>
                <a:cubicBezTo>
                  <a:pt x="4110257" y="3867008"/>
                  <a:pt x="4689109" y="4225761"/>
                  <a:pt x="5405385" y="4225761"/>
                </a:cubicBezTo>
                <a:lnTo>
                  <a:pt x="5405385" y="4288332"/>
                </a:lnTo>
                <a:lnTo>
                  <a:pt x="4060287" y="4288332"/>
                </a:lnTo>
                <a:lnTo>
                  <a:pt x="4060287" y="5143496"/>
                </a:lnTo>
                <a:lnTo>
                  <a:pt x="4001986" y="5143496"/>
                </a:lnTo>
                <a:cubicBezTo>
                  <a:pt x="4001986" y="4705485"/>
                  <a:pt x="3423134" y="4346735"/>
                  <a:pt x="2706858" y="4346735"/>
                </a:cubicBezTo>
                <a:lnTo>
                  <a:pt x="2706858" y="4284161"/>
                </a:lnTo>
                <a:lnTo>
                  <a:pt x="4051956" y="4284161"/>
                </a:lnTo>
                <a:close/>
                <a:moveTo>
                  <a:pt x="5409551" y="2569662"/>
                </a:moveTo>
                <a:lnTo>
                  <a:pt x="6762980" y="2569662"/>
                </a:lnTo>
                <a:lnTo>
                  <a:pt x="6762980" y="3428997"/>
                </a:lnTo>
                <a:lnTo>
                  <a:pt x="6762980" y="4288332"/>
                </a:lnTo>
                <a:lnTo>
                  <a:pt x="5409551" y="4288332"/>
                </a:lnTo>
                <a:lnTo>
                  <a:pt x="5409551" y="4225761"/>
                </a:lnTo>
                <a:cubicBezTo>
                  <a:pt x="6125827" y="4225761"/>
                  <a:pt x="6704680" y="3867008"/>
                  <a:pt x="6704680" y="3428997"/>
                </a:cubicBezTo>
                <a:cubicBezTo>
                  <a:pt x="6704680" y="2990986"/>
                  <a:pt x="6125827" y="2632237"/>
                  <a:pt x="5409551" y="2632237"/>
                </a:cubicBezTo>
                <a:close/>
                <a:moveTo>
                  <a:pt x="1295128" y="1714499"/>
                </a:moveTo>
                <a:lnTo>
                  <a:pt x="1353429" y="1714499"/>
                </a:lnTo>
                <a:lnTo>
                  <a:pt x="1353429" y="2569662"/>
                </a:lnTo>
                <a:lnTo>
                  <a:pt x="2702693" y="2569662"/>
                </a:lnTo>
                <a:lnTo>
                  <a:pt x="2702693" y="2632237"/>
                </a:lnTo>
                <a:cubicBezTo>
                  <a:pt x="1986417" y="2632237"/>
                  <a:pt x="1407564" y="2990986"/>
                  <a:pt x="1407564" y="3428997"/>
                </a:cubicBezTo>
                <a:lnTo>
                  <a:pt x="1349264" y="3428997"/>
                </a:lnTo>
                <a:lnTo>
                  <a:pt x="1349264" y="2573834"/>
                </a:lnTo>
                <a:lnTo>
                  <a:pt x="0" y="2573834"/>
                </a:lnTo>
                <a:lnTo>
                  <a:pt x="0" y="2511262"/>
                </a:lnTo>
                <a:cubicBezTo>
                  <a:pt x="716276" y="2511262"/>
                  <a:pt x="1295128" y="2152509"/>
                  <a:pt x="1295128" y="1714499"/>
                </a:cubicBezTo>
                <a:close/>
                <a:moveTo>
                  <a:pt x="4001986" y="0"/>
                </a:moveTo>
                <a:lnTo>
                  <a:pt x="4060287" y="0"/>
                </a:lnTo>
                <a:lnTo>
                  <a:pt x="4060287" y="859335"/>
                </a:lnTo>
                <a:lnTo>
                  <a:pt x="2706858" y="859335"/>
                </a:lnTo>
                <a:lnTo>
                  <a:pt x="2706858" y="796763"/>
                </a:lnTo>
                <a:cubicBezTo>
                  <a:pt x="3423134" y="796763"/>
                  <a:pt x="4001986" y="438011"/>
                  <a:pt x="4001986" y="0"/>
                </a:cubicBezTo>
                <a:close/>
              </a:path>
            </a:pathLst>
          </a:custGeom>
          <a:solidFill>
            <a:srgbClr val="047A85"/>
          </a:solidFill>
          <a:ln w="16168" cap="flat">
            <a:noFill/>
            <a:prstDash val="solid"/>
            <a:miter/>
          </a:ln>
        </p:spPr>
        <p:txBody>
          <a:bodyPr wrap="square" rtlCol="0" anchor="ctr">
            <a:noAutofit/>
          </a:bodyPr>
          <a:lstStyle/>
          <a:p>
            <a:endParaRPr lang="en-GR"/>
          </a:p>
        </p:txBody>
      </p:sp>
      <p:grpSp>
        <p:nvGrpSpPr>
          <p:cNvPr id="5" name="Group 4">
            <a:extLst>
              <a:ext uri="{FF2B5EF4-FFF2-40B4-BE49-F238E27FC236}">
                <a16:creationId xmlns:a16="http://schemas.microsoft.com/office/drawing/2014/main" id="{758CBBC7-FF1F-4962-4010-3541DB1A75AD}"/>
              </a:ext>
            </a:extLst>
          </p:cNvPr>
          <p:cNvGrpSpPr/>
          <p:nvPr/>
        </p:nvGrpSpPr>
        <p:grpSpPr>
          <a:xfrm>
            <a:off x="1216958" y="359377"/>
            <a:ext cx="3030369" cy="1555952"/>
            <a:chOff x="7334152" y="981892"/>
            <a:chExt cx="3030369" cy="1555952"/>
          </a:xfrm>
        </p:grpSpPr>
        <p:sp>
          <p:nvSpPr>
            <p:cNvPr id="6" name="Rounded Rectangle 5">
              <a:extLst>
                <a:ext uri="{FF2B5EF4-FFF2-40B4-BE49-F238E27FC236}">
                  <a16:creationId xmlns:a16="http://schemas.microsoft.com/office/drawing/2014/main" id="{F1D20D6F-3FB7-F9CA-3FEB-DF2B06029873}"/>
                </a:ext>
              </a:extLst>
            </p:cNvPr>
            <p:cNvSpPr/>
            <p:nvPr/>
          </p:nvSpPr>
          <p:spPr>
            <a:xfrm>
              <a:off x="7433567" y="981892"/>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Hyper Title</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a:t>
              </a:r>
              <a:r>
                <a:rPr lang="el-GR" sz="800" err="1">
                  <a:solidFill>
                    <a:schemeClr val="bg1">
                      <a:lumMod val="95000"/>
                    </a:schemeClr>
                  </a:solidFill>
                  <a:latin typeface="Aptos" panose="020B0004020202020204" pitchFamily="34" charset="0"/>
                </a:rPr>
                <a:t>υπέρτιτλος</a:t>
              </a:r>
              <a:r>
                <a:rPr lang="el-GR" sz="800">
                  <a:solidFill>
                    <a:schemeClr val="bg1">
                      <a:lumMod val="95000"/>
                    </a:schemeClr>
                  </a:solidFill>
                  <a:latin typeface="Aptos" panose="020B0004020202020204" pitchFamily="34" charset="0"/>
                </a:rPr>
                <a:t> στα </a:t>
              </a:r>
              <a:r>
                <a:rPr lang="en-US" sz="800">
                  <a:solidFill>
                    <a:schemeClr val="bg1">
                      <a:lumMod val="95000"/>
                    </a:schemeClr>
                  </a:solidFill>
                  <a:latin typeface="Aptos" panose="020B0004020202020204" pitchFamily="34" charset="0"/>
                </a:rPr>
                <a:t>Sample Pages  </a:t>
              </a:r>
              <a:r>
                <a:rPr lang="el-GR" sz="800">
                  <a:solidFill>
                    <a:schemeClr val="bg1">
                      <a:lumMod val="95000"/>
                    </a:schemeClr>
                  </a:solidFill>
                  <a:latin typeface="Aptos" panose="020B0004020202020204" pitchFamily="34" charset="0"/>
                </a:rPr>
                <a:t>και σε όλο το έγγραφο είναι πάντα </a:t>
              </a:r>
              <a:r>
                <a:rPr lang="en-US" sz="800">
                  <a:solidFill>
                    <a:schemeClr val="bg1">
                      <a:lumMod val="95000"/>
                    </a:schemeClr>
                  </a:solidFill>
                  <a:latin typeface="Aptos" panose="020B0004020202020204" pitchFamily="34" charset="0"/>
                </a:rPr>
                <a:t>Aptos Regular 10pt, line space: multiple 0,9 </a:t>
              </a:r>
              <a:r>
                <a:rPr lang="el-GR" sz="800">
                  <a:solidFill>
                    <a:schemeClr val="bg1">
                      <a:lumMod val="95000"/>
                    </a:schemeClr>
                  </a:solidFill>
                  <a:latin typeface="Aptos" panose="020B0004020202020204" pitchFamily="34" charset="0"/>
                </a:rPr>
                <a:t>και χρώμα</a:t>
              </a:r>
              <a:r>
                <a:rPr lang="en-US" sz="800">
                  <a:solidFill>
                    <a:schemeClr val="bg1">
                      <a:lumMod val="95000"/>
                    </a:schemeClr>
                  </a:solidFill>
                  <a:latin typeface="Aptos" panose="020B0004020202020204" pitchFamily="34" charset="0"/>
                </a:rPr>
                <a:t> Dark Teal</a:t>
              </a:r>
              <a:r>
                <a:rPr lang="el-GR" sz="800">
                  <a:solidFill>
                    <a:schemeClr val="bg1">
                      <a:lumMod val="95000"/>
                    </a:schemeClr>
                  </a:solidFill>
                  <a:latin typeface="Aptos" panose="020B0004020202020204" pitchFamily="34" charset="0"/>
                </a:rPr>
                <a:t>.</a:t>
              </a:r>
              <a:endParaRPr lang="en-US" sz="800">
                <a:solidFill>
                  <a:schemeClr val="bg1">
                    <a:lumMod val="95000"/>
                  </a:schemeClr>
                </a:solidFill>
                <a:latin typeface="Aptos" panose="020B0004020202020204" pitchFamily="34" charset="0"/>
              </a:endParaRPr>
            </a:p>
            <a:p>
              <a:pPr>
                <a:lnSpc>
                  <a:spcPct val="110000"/>
                </a:lnSpc>
                <a:spcBef>
                  <a:spcPts val="900"/>
                </a:spcBef>
              </a:pPr>
              <a:r>
                <a:rPr lang="en-GB" sz="800">
                  <a:solidFill>
                    <a:schemeClr val="bg1">
                      <a:lumMod val="95000"/>
                    </a:schemeClr>
                  </a:solidFill>
                  <a:latin typeface="Aptos" panose="020B0004020202020204" pitchFamily="34" charset="0"/>
                </a:rPr>
                <a:t>The </a:t>
              </a:r>
              <a:r>
                <a:rPr lang="en-US" sz="800">
                  <a:solidFill>
                    <a:schemeClr val="bg1">
                      <a:lumMod val="95000"/>
                    </a:schemeClr>
                  </a:solidFill>
                  <a:latin typeface="Aptos" panose="020B0004020202020204" pitchFamily="34" charset="0"/>
                </a:rPr>
                <a:t>hyper title</a:t>
              </a:r>
              <a:r>
                <a:rPr lang="en-GB" sz="800">
                  <a:solidFill>
                    <a:schemeClr val="bg1">
                      <a:lumMod val="95000"/>
                    </a:schemeClr>
                  </a:solidFill>
                  <a:latin typeface="Aptos" panose="020B0004020202020204" pitchFamily="34" charset="0"/>
                </a:rPr>
                <a:t> in the Sample Pages and throughout the document is always Aptos Regular 10pt, line space: multiple 0.9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Dark Teal.</a:t>
              </a:r>
              <a:endParaRPr lang="en-GR" sz="800">
                <a:solidFill>
                  <a:schemeClr val="bg1">
                    <a:lumMod val="95000"/>
                  </a:schemeClr>
                </a:solidFill>
                <a:latin typeface="Aptos" panose="020B0004020202020204" pitchFamily="34" charset="0"/>
              </a:endParaRPr>
            </a:p>
          </p:txBody>
        </p:sp>
        <p:sp>
          <p:nvSpPr>
            <p:cNvPr id="7" name="Triangle 6">
              <a:extLst>
                <a:ext uri="{FF2B5EF4-FFF2-40B4-BE49-F238E27FC236}">
                  <a16:creationId xmlns:a16="http://schemas.microsoft.com/office/drawing/2014/main" id="{396B4572-5372-F029-6ABF-1C1B360F2DF0}"/>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321431053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0CFDEDD2-7D72-0B7B-960A-09666148C097}"/>
              </a:ext>
            </a:extLst>
          </p:cNvPr>
          <p:cNvSpPr>
            <a:spLocks noGrp="1"/>
          </p:cNvSpPr>
          <p:nvPr>
            <p:ph type="pic" sz="quarter" idx="21"/>
          </p:nvPr>
        </p:nvSpPr>
        <p:spPr/>
        <p:txBody>
          <a:bodyPr/>
          <a:lstStyle/>
          <a:p>
            <a:endParaRPr lang="en-GR"/>
          </a:p>
        </p:txBody>
      </p:sp>
      <p:sp>
        <p:nvSpPr>
          <p:cNvPr id="11" name="Title 10">
            <a:extLst>
              <a:ext uri="{FF2B5EF4-FFF2-40B4-BE49-F238E27FC236}">
                <a16:creationId xmlns:a16="http://schemas.microsoft.com/office/drawing/2014/main" id="{BF37BAD7-3CB8-DA84-BF2F-99D09C0951DA}"/>
              </a:ext>
            </a:extLst>
          </p:cNvPr>
          <p:cNvSpPr>
            <a:spLocks noGrp="1"/>
          </p:cNvSpPr>
          <p:nvPr>
            <p:ph type="ctrTitle"/>
          </p:nvPr>
        </p:nvSpPr>
        <p:spPr>
          <a:xfrm>
            <a:off x="332316" y="409284"/>
            <a:ext cx="5037767" cy="139397"/>
          </a:xfrm>
        </p:spPr>
        <p:txBody>
          <a:bodyPr/>
          <a:lstStyle/>
          <a:p>
            <a:r>
              <a:rPr lang="en-GR"/>
              <a:t>Page Layouts</a:t>
            </a:r>
          </a:p>
        </p:txBody>
      </p:sp>
      <p:sp>
        <p:nvSpPr>
          <p:cNvPr id="16" name="Text Placeholder 15">
            <a:extLst>
              <a:ext uri="{FF2B5EF4-FFF2-40B4-BE49-F238E27FC236}">
                <a16:creationId xmlns:a16="http://schemas.microsoft.com/office/drawing/2014/main" id="{1405EB91-F03F-2C8C-D9B0-152E3B766C2B}"/>
              </a:ext>
            </a:extLst>
          </p:cNvPr>
          <p:cNvSpPr>
            <a:spLocks noGrp="1"/>
          </p:cNvSpPr>
          <p:nvPr>
            <p:ph type="body" sz="quarter" idx="14"/>
          </p:nvPr>
        </p:nvSpPr>
        <p:spPr>
          <a:xfrm>
            <a:off x="332316" y="1268822"/>
            <a:ext cx="5036400"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7" name="Text Placeholder 16">
            <a:extLst>
              <a:ext uri="{FF2B5EF4-FFF2-40B4-BE49-F238E27FC236}">
                <a16:creationId xmlns:a16="http://schemas.microsoft.com/office/drawing/2014/main" id="{85A602C4-07BC-4ECB-931A-213AEB699BE8}"/>
              </a:ext>
            </a:extLst>
          </p:cNvPr>
          <p:cNvSpPr>
            <a:spLocks noGrp="1"/>
          </p:cNvSpPr>
          <p:nvPr>
            <p:ph type="body" sz="quarter" idx="16"/>
          </p:nvPr>
        </p:nvSpPr>
        <p:spPr>
          <a:xfrm>
            <a:off x="332316" y="741494"/>
            <a:ext cx="5036400" cy="334515"/>
          </a:xfrm>
        </p:spPr>
        <p:txBody>
          <a:bodyPr/>
          <a:lstStyle/>
          <a:p>
            <a:r>
              <a:rPr lang="en-GR"/>
              <a:t>Title Aptos 18-24pt lines spacing 0,9</a:t>
            </a:r>
          </a:p>
        </p:txBody>
      </p:sp>
      <p:sp>
        <p:nvSpPr>
          <p:cNvPr id="7" name="Slide Number Placeholder 6">
            <a:extLst>
              <a:ext uri="{FF2B5EF4-FFF2-40B4-BE49-F238E27FC236}">
                <a16:creationId xmlns:a16="http://schemas.microsoft.com/office/drawing/2014/main" id="{23624CD9-EB2E-A33F-D711-9102DA29D4F2}"/>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92</a:t>
            </a:fld>
            <a:endParaRPr lang="en-GR"/>
          </a:p>
        </p:txBody>
      </p:sp>
      <p:grpSp>
        <p:nvGrpSpPr>
          <p:cNvPr id="2" name="Group 1">
            <a:extLst>
              <a:ext uri="{FF2B5EF4-FFF2-40B4-BE49-F238E27FC236}">
                <a16:creationId xmlns:a16="http://schemas.microsoft.com/office/drawing/2014/main" id="{25630553-6661-D537-C7EA-C9D228038020}"/>
              </a:ext>
            </a:extLst>
          </p:cNvPr>
          <p:cNvGrpSpPr/>
          <p:nvPr/>
        </p:nvGrpSpPr>
        <p:grpSpPr>
          <a:xfrm>
            <a:off x="7353975" y="891181"/>
            <a:ext cx="3806621" cy="5075636"/>
            <a:chOff x="2119150" y="80051"/>
            <a:chExt cx="310537" cy="414061"/>
          </a:xfrm>
          <a:solidFill>
            <a:srgbClr val="AA0028"/>
          </a:solidFill>
        </p:grpSpPr>
        <p:sp>
          <p:nvSpPr>
            <p:cNvPr id="3" name="Freeform 2">
              <a:extLst>
                <a:ext uri="{FF2B5EF4-FFF2-40B4-BE49-F238E27FC236}">
                  <a16:creationId xmlns:a16="http://schemas.microsoft.com/office/drawing/2014/main" id="{E8010636-1D30-0CD3-F313-0C43D090C3EC}"/>
                </a:ext>
              </a:extLst>
            </p:cNvPr>
            <p:cNvSpPr/>
            <p:nvPr/>
          </p:nvSpPr>
          <p:spPr>
            <a:xfrm>
              <a:off x="2119150" y="287082"/>
              <a:ext cx="310537" cy="207030"/>
            </a:xfrm>
            <a:custGeom>
              <a:avLst/>
              <a:gdLst>
                <a:gd name="connsiteX0" fmla="*/ 0 w 310537"/>
                <a:gd name="connsiteY0" fmla="*/ 207031 h 207030"/>
                <a:gd name="connsiteX1" fmla="*/ 310537 w 310537"/>
                <a:gd name="connsiteY1" fmla="*/ 207031 h 207030"/>
                <a:gd name="connsiteX2" fmla="*/ 310537 w 310537"/>
                <a:gd name="connsiteY2" fmla="*/ 0 h 207030"/>
                <a:gd name="connsiteX3" fmla="*/ 298854 w 310537"/>
                <a:gd name="connsiteY3" fmla="*/ 0 h 207030"/>
                <a:gd name="connsiteX4" fmla="*/ 0 w 310537"/>
                <a:gd name="connsiteY4" fmla="*/ 194713 h 207030"/>
                <a:gd name="connsiteX5" fmla="*/ 0 w 310537"/>
                <a:gd name="connsiteY5" fmla="*/ 207031 h 20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537" h="207030">
                  <a:moveTo>
                    <a:pt x="0" y="207031"/>
                  </a:moveTo>
                  <a:lnTo>
                    <a:pt x="310537" y="207031"/>
                  </a:lnTo>
                  <a:lnTo>
                    <a:pt x="310537" y="0"/>
                  </a:lnTo>
                  <a:lnTo>
                    <a:pt x="298854" y="0"/>
                  </a:lnTo>
                  <a:cubicBezTo>
                    <a:pt x="298854" y="107501"/>
                    <a:pt x="165040" y="194713"/>
                    <a:pt x="0" y="194713"/>
                  </a:cubicBezTo>
                  <a:lnTo>
                    <a:pt x="0" y="207031"/>
                  </a:lnTo>
                  <a:close/>
                </a:path>
              </a:pathLst>
            </a:custGeom>
            <a:grpFill/>
            <a:ln w="690" cap="flat">
              <a:noFill/>
              <a:prstDash val="solid"/>
              <a:miter/>
            </a:ln>
          </p:spPr>
          <p:txBody>
            <a:bodyPr rtlCol="0" anchor="ctr"/>
            <a:lstStyle/>
            <a:p>
              <a:endParaRPr lang="en-GR"/>
            </a:p>
          </p:txBody>
        </p:sp>
        <p:sp>
          <p:nvSpPr>
            <p:cNvPr id="4" name="Freeform 3">
              <a:extLst>
                <a:ext uri="{FF2B5EF4-FFF2-40B4-BE49-F238E27FC236}">
                  <a16:creationId xmlns:a16="http://schemas.microsoft.com/office/drawing/2014/main" id="{5DF1C626-A3F2-3832-4C24-E639FCF761D9}"/>
                </a:ext>
              </a:extLst>
            </p:cNvPr>
            <p:cNvSpPr/>
            <p:nvPr/>
          </p:nvSpPr>
          <p:spPr>
            <a:xfrm>
              <a:off x="2119150" y="80051"/>
              <a:ext cx="310537" cy="207030"/>
            </a:xfrm>
            <a:custGeom>
              <a:avLst/>
              <a:gdLst>
                <a:gd name="connsiteX0" fmla="*/ 0 w 310537"/>
                <a:gd name="connsiteY0" fmla="*/ 0 h 207030"/>
                <a:gd name="connsiteX1" fmla="*/ 310537 w 310537"/>
                <a:gd name="connsiteY1" fmla="*/ 0 h 207030"/>
                <a:gd name="connsiteX2" fmla="*/ 310537 w 310537"/>
                <a:gd name="connsiteY2" fmla="*/ 207031 h 207030"/>
                <a:gd name="connsiteX3" fmla="*/ 298854 w 310537"/>
                <a:gd name="connsiteY3" fmla="*/ 207031 h 207030"/>
                <a:gd name="connsiteX4" fmla="*/ 0 w 310537"/>
                <a:gd name="connsiteY4" fmla="*/ 12318 h 207030"/>
                <a:gd name="connsiteX5" fmla="*/ 0 w 310537"/>
                <a:gd name="connsiteY5" fmla="*/ 0 h 20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537" h="207030">
                  <a:moveTo>
                    <a:pt x="0" y="0"/>
                  </a:moveTo>
                  <a:lnTo>
                    <a:pt x="310537" y="0"/>
                  </a:lnTo>
                  <a:lnTo>
                    <a:pt x="310537" y="207031"/>
                  </a:lnTo>
                  <a:lnTo>
                    <a:pt x="298854" y="207031"/>
                  </a:lnTo>
                  <a:cubicBezTo>
                    <a:pt x="298854" y="99530"/>
                    <a:pt x="165040" y="12318"/>
                    <a:pt x="0" y="12318"/>
                  </a:cubicBezTo>
                  <a:lnTo>
                    <a:pt x="0" y="0"/>
                  </a:lnTo>
                  <a:close/>
                </a:path>
              </a:pathLst>
            </a:custGeom>
            <a:grpFill/>
            <a:ln w="690" cap="flat">
              <a:noFill/>
              <a:prstDash val="solid"/>
              <a:miter/>
            </a:ln>
          </p:spPr>
          <p:txBody>
            <a:bodyPr rtlCol="0" anchor="ctr"/>
            <a:lstStyle/>
            <a:p>
              <a:endParaRPr lang="en-GR"/>
            </a:p>
          </p:txBody>
        </p:sp>
      </p:grpSp>
      <p:grpSp>
        <p:nvGrpSpPr>
          <p:cNvPr id="19" name="Group 18">
            <a:extLst>
              <a:ext uri="{FF2B5EF4-FFF2-40B4-BE49-F238E27FC236}">
                <a16:creationId xmlns:a16="http://schemas.microsoft.com/office/drawing/2014/main" id="{C11BE55E-5B86-FC3F-6D0D-D091B3895659}"/>
              </a:ext>
            </a:extLst>
          </p:cNvPr>
          <p:cNvGrpSpPr/>
          <p:nvPr/>
        </p:nvGrpSpPr>
        <p:grpSpPr>
          <a:xfrm>
            <a:off x="5591931" y="789921"/>
            <a:ext cx="3030369" cy="1555952"/>
            <a:chOff x="7334152" y="981892"/>
            <a:chExt cx="3030369" cy="1555952"/>
          </a:xfrm>
        </p:grpSpPr>
        <p:sp>
          <p:nvSpPr>
            <p:cNvPr id="20" name="Rounded Rectangle 19">
              <a:extLst>
                <a:ext uri="{FF2B5EF4-FFF2-40B4-BE49-F238E27FC236}">
                  <a16:creationId xmlns:a16="http://schemas.microsoft.com/office/drawing/2014/main" id="{0646680D-C8D1-1507-4739-9BB1EB02A462}"/>
                </a:ext>
              </a:extLst>
            </p:cNvPr>
            <p:cNvSpPr/>
            <p:nvPr/>
          </p:nvSpPr>
          <p:spPr>
            <a:xfrm>
              <a:off x="7433567" y="981892"/>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Title</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τίτλος στα </a:t>
              </a:r>
              <a:r>
                <a:rPr lang="en-US" sz="800">
                  <a:solidFill>
                    <a:schemeClr val="bg1">
                      <a:lumMod val="95000"/>
                    </a:schemeClr>
                  </a:solidFill>
                  <a:latin typeface="Aptos" panose="020B0004020202020204" pitchFamily="34" charset="0"/>
                </a:rPr>
                <a:t>Sample Pages </a:t>
              </a:r>
              <a:r>
                <a:rPr lang="el-GR" sz="800">
                  <a:solidFill>
                    <a:schemeClr val="bg1">
                      <a:lumMod val="95000"/>
                    </a:schemeClr>
                  </a:solidFill>
                  <a:latin typeface="Aptos" panose="020B0004020202020204" pitchFamily="34" charset="0"/>
                </a:rPr>
                <a:t>είναι πάντα </a:t>
              </a:r>
              <a:r>
                <a:rPr lang="en-US" sz="800">
                  <a:solidFill>
                    <a:schemeClr val="bg1">
                      <a:lumMod val="95000"/>
                    </a:schemeClr>
                  </a:solidFill>
                  <a:latin typeface="Aptos" panose="020B0004020202020204" pitchFamily="34" charset="0"/>
                </a:rPr>
                <a:t>Aptos Regular </a:t>
              </a:r>
              <a:r>
                <a:rPr lang="el-GR" sz="800">
                  <a:solidFill>
                    <a:schemeClr val="bg1">
                      <a:lumMod val="95000"/>
                    </a:schemeClr>
                  </a:solidFill>
                  <a:latin typeface="Aptos" panose="020B0004020202020204" pitchFamily="34" charset="0"/>
                </a:rPr>
                <a:t>από 18</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a:t>
              </a:r>
              <a:r>
                <a:rPr lang="en-US" sz="800" err="1">
                  <a:solidFill>
                    <a:schemeClr val="bg1">
                      <a:lumMod val="95000"/>
                    </a:schemeClr>
                  </a:solidFill>
                  <a:latin typeface="Aptos" panose="020B0004020202020204" pitchFamily="34" charset="0"/>
                </a:rPr>
                <a:t>έ</a:t>
              </a:r>
              <a:r>
                <a:rPr lang="el-GR" sz="800">
                  <a:solidFill>
                    <a:schemeClr val="bg1">
                      <a:lumMod val="95000"/>
                    </a:schemeClr>
                  </a:solidFill>
                  <a:latin typeface="Aptos" panose="020B0004020202020204" pitchFamily="34" charset="0"/>
                </a:rPr>
                <a:t>ως </a:t>
              </a:r>
              <a:r>
                <a:rPr lang="en-US" sz="800">
                  <a:solidFill>
                    <a:schemeClr val="bg1">
                      <a:lumMod val="95000"/>
                    </a:schemeClr>
                  </a:solidFill>
                  <a:latin typeface="Aptos" panose="020B0004020202020204" pitchFamily="34" charset="0"/>
                </a:rPr>
                <a:t>24pt, line space: multiple 0,9 </a:t>
              </a:r>
              <a:r>
                <a:rPr lang="el-GR" sz="800">
                  <a:solidFill>
                    <a:schemeClr val="bg1">
                      <a:lumMod val="95000"/>
                    </a:schemeClr>
                  </a:solidFill>
                  <a:latin typeface="Aptos" panose="020B0004020202020204" pitchFamily="34" charset="0"/>
                </a:rPr>
                <a:t>και χρώμα</a:t>
              </a:r>
              <a:r>
                <a:rPr lang="en-US" sz="800">
                  <a:solidFill>
                    <a:schemeClr val="bg1">
                      <a:lumMod val="95000"/>
                    </a:schemeClr>
                  </a:solidFill>
                  <a:latin typeface="Aptos" panose="020B0004020202020204" pitchFamily="34" charset="0"/>
                </a:rPr>
                <a:t> Dark Teal</a:t>
              </a:r>
              <a:r>
                <a:rPr lang="el-GR" sz="800">
                  <a:solidFill>
                    <a:schemeClr val="bg1">
                      <a:lumMod val="95000"/>
                    </a:schemeClr>
                  </a:solidFill>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The title in the Sample Pages is always Aptos Regular, ranging from 18pt to 24pt, line space: multiple 0.9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Dark Teal.</a:t>
              </a:r>
              <a:endParaRPr lang="en-GR" sz="800">
                <a:solidFill>
                  <a:schemeClr val="bg1">
                    <a:lumMod val="95000"/>
                  </a:schemeClr>
                </a:solidFill>
                <a:latin typeface="Aptos" panose="020B0004020202020204" pitchFamily="34" charset="0"/>
              </a:endParaRPr>
            </a:p>
          </p:txBody>
        </p:sp>
        <p:sp>
          <p:nvSpPr>
            <p:cNvPr id="21" name="Triangle 20">
              <a:extLst>
                <a:ext uri="{FF2B5EF4-FFF2-40B4-BE49-F238E27FC236}">
                  <a16:creationId xmlns:a16="http://schemas.microsoft.com/office/drawing/2014/main" id="{98592B0D-D4D1-17A5-91B2-A0EF08907860}"/>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23" name="Group 22">
            <a:extLst>
              <a:ext uri="{FF2B5EF4-FFF2-40B4-BE49-F238E27FC236}">
                <a16:creationId xmlns:a16="http://schemas.microsoft.com/office/drawing/2014/main" id="{59D255CC-0F48-D2F1-636E-E196FBB5603A}"/>
              </a:ext>
            </a:extLst>
          </p:cNvPr>
          <p:cNvGrpSpPr/>
          <p:nvPr/>
        </p:nvGrpSpPr>
        <p:grpSpPr>
          <a:xfrm>
            <a:off x="5588816" y="2911825"/>
            <a:ext cx="3030369" cy="1555952"/>
            <a:chOff x="7334152" y="981892"/>
            <a:chExt cx="3030369" cy="1555952"/>
          </a:xfrm>
        </p:grpSpPr>
        <p:sp>
          <p:nvSpPr>
            <p:cNvPr id="24" name="Rounded Rectangle 23">
              <a:extLst>
                <a:ext uri="{FF2B5EF4-FFF2-40B4-BE49-F238E27FC236}">
                  <a16:creationId xmlns:a16="http://schemas.microsoft.com/office/drawing/2014/main" id="{B5C58408-5B4C-F231-6EDD-779FB11BE3B6}"/>
                </a:ext>
              </a:extLst>
            </p:cNvPr>
            <p:cNvSpPr/>
            <p:nvPr/>
          </p:nvSpPr>
          <p:spPr>
            <a:xfrm>
              <a:off x="7433567" y="981892"/>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Main Text</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Το </a:t>
              </a:r>
              <a:r>
                <a:rPr lang="el-GR" sz="800" err="1">
                  <a:solidFill>
                    <a:schemeClr val="bg1">
                      <a:lumMod val="95000"/>
                    </a:schemeClr>
                  </a:solidFill>
                  <a:latin typeface="Aptos" panose="020B0004020202020204" pitchFamily="34" charset="0"/>
                </a:rPr>
                <a:t>κε</a:t>
              </a:r>
              <a:r>
                <a:rPr lang="en-US" sz="800" err="1">
                  <a:solidFill>
                    <a:schemeClr val="bg1">
                      <a:lumMod val="95000"/>
                    </a:schemeClr>
                  </a:solidFill>
                  <a:latin typeface="Aptos" panose="020B0004020202020204" pitchFamily="34" charset="0"/>
                </a:rPr>
                <a:t>ί</a:t>
              </a:r>
              <a:r>
                <a:rPr lang="el-GR" sz="800" err="1">
                  <a:solidFill>
                    <a:schemeClr val="bg1">
                      <a:lumMod val="95000"/>
                    </a:schemeClr>
                  </a:solidFill>
                  <a:latin typeface="Aptos" panose="020B0004020202020204" pitchFamily="34" charset="0"/>
                </a:rPr>
                <a:t>μενο</a:t>
              </a:r>
              <a:r>
                <a:rPr lang="el-GR" sz="800">
                  <a:solidFill>
                    <a:schemeClr val="bg1">
                      <a:lumMod val="95000"/>
                    </a:schemeClr>
                  </a:solidFill>
                  <a:latin typeface="Aptos" panose="020B0004020202020204" pitchFamily="34" charset="0"/>
                </a:rPr>
                <a:t> στα </a:t>
              </a:r>
              <a:r>
                <a:rPr lang="en-US" sz="800">
                  <a:solidFill>
                    <a:schemeClr val="bg1">
                      <a:lumMod val="95000"/>
                    </a:schemeClr>
                  </a:solidFill>
                  <a:latin typeface="Aptos" panose="020B0004020202020204" pitchFamily="34" charset="0"/>
                </a:rPr>
                <a:t>Sample Pages </a:t>
              </a:r>
              <a:r>
                <a:rPr lang="el-GR" sz="800">
                  <a:solidFill>
                    <a:schemeClr val="bg1">
                      <a:lumMod val="95000"/>
                    </a:schemeClr>
                  </a:solidFill>
                  <a:latin typeface="Aptos" panose="020B0004020202020204" pitchFamily="34" charset="0"/>
                </a:rPr>
                <a:t>είναι πάντα </a:t>
              </a:r>
              <a:r>
                <a:rPr lang="en-US" sz="800">
                  <a:solidFill>
                    <a:schemeClr val="bg1">
                      <a:lumMod val="95000"/>
                    </a:schemeClr>
                  </a:solidFill>
                  <a:latin typeface="Aptos" panose="020B0004020202020204" pitchFamily="34" charset="0"/>
                </a:rPr>
                <a:t>Aptos Regular </a:t>
              </a:r>
              <a:r>
                <a:rPr lang="el-GR" sz="800">
                  <a:solidFill>
                    <a:schemeClr val="bg1">
                      <a:lumMod val="95000"/>
                    </a:schemeClr>
                  </a:solidFill>
                  <a:latin typeface="Aptos" panose="020B0004020202020204" pitchFamily="34" charset="0"/>
                </a:rPr>
                <a:t>11</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line space: multiple </a:t>
              </a:r>
              <a:r>
                <a:rPr lang="el-GR" sz="800">
                  <a:solidFill>
                    <a:schemeClr val="bg1">
                      <a:lumMod val="95000"/>
                    </a:schemeClr>
                  </a:solidFill>
                  <a:latin typeface="Aptos" panose="020B0004020202020204" pitchFamily="34" charset="0"/>
                </a:rPr>
                <a:t>1</a:t>
              </a:r>
              <a:r>
                <a:rPr lang="en-US" sz="800">
                  <a:solidFill>
                    <a:schemeClr val="bg1">
                      <a:lumMod val="95000"/>
                    </a:schemeClr>
                  </a:solidFill>
                  <a:latin typeface="Aptos" panose="020B0004020202020204" pitchFamily="34" charset="0"/>
                </a:rPr>
                <a:t>,</a:t>
              </a:r>
              <a:r>
                <a:rPr lang="el-GR" sz="800">
                  <a:solidFill>
                    <a:schemeClr val="bg1">
                      <a:lumMod val="95000"/>
                    </a:schemeClr>
                  </a:solidFill>
                  <a:latin typeface="Aptos" panose="020B0004020202020204" pitchFamily="34" charset="0"/>
                </a:rPr>
                <a:t>1, </a:t>
              </a:r>
              <a:r>
                <a:rPr lang="en-US" sz="800">
                  <a:solidFill>
                    <a:schemeClr val="bg1">
                      <a:lumMod val="95000"/>
                    </a:schemeClr>
                  </a:solidFill>
                  <a:latin typeface="Aptos" panose="020B0004020202020204" pitchFamily="34" charset="0"/>
                </a:rPr>
                <a:t>p</a:t>
              </a:r>
              <a:r>
                <a:rPr lang="en-US" sz="800">
                  <a:latin typeface="Aptos" panose="020B0004020202020204" pitchFamily="34" charset="0"/>
                </a:rPr>
                <a:t>aragraph space before</a:t>
              </a:r>
              <a:r>
                <a:rPr lang="el-GR" sz="800">
                  <a:solidFill>
                    <a:schemeClr val="bg1"/>
                  </a:solidFill>
                  <a:latin typeface="Aptos" panose="020B0004020202020204" pitchFamily="34" charset="0"/>
                </a:rPr>
                <a:t>: </a:t>
              </a:r>
              <a:r>
                <a:rPr lang="en-GB" sz="800">
                  <a:solidFill>
                    <a:schemeClr val="bg1"/>
                  </a:solidFill>
                  <a:latin typeface="Aptos" panose="020B0004020202020204" pitchFamily="34" charset="0"/>
                </a:rPr>
                <a:t>9pt</a:t>
              </a:r>
              <a:r>
                <a:rPr lang="el-GR" sz="800">
                  <a:solidFill>
                    <a:schemeClr val="bg1">
                      <a:lumMod val="95000"/>
                    </a:schemeClr>
                  </a:solidFill>
                  <a:latin typeface="Aptos" panose="020B0004020202020204" pitchFamily="34" charset="0"/>
                </a:rPr>
                <a:t> </a:t>
              </a:r>
              <a:r>
                <a:rPr lang="en-US" sz="800">
                  <a:solidFill>
                    <a:schemeClr val="bg1">
                      <a:lumMod val="95000"/>
                    </a:schemeClr>
                  </a:solidFill>
                  <a:latin typeface="Aptos" panose="020B0004020202020204" pitchFamily="34" charset="0"/>
                </a:rPr>
                <a:t>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Black</a:t>
              </a:r>
              <a:r>
                <a:rPr lang="el-GR" sz="800">
                  <a:solidFill>
                    <a:schemeClr val="bg1">
                      <a:lumMod val="95000"/>
                    </a:schemeClr>
                  </a:solidFill>
                  <a:latin typeface="Aptos" panose="020B0004020202020204" pitchFamily="34" charset="0"/>
                </a:rPr>
                <a:t>. Για επιλογή </a:t>
              </a:r>
              <a:r>
                <a:rPr lang="en-US" sz="800">
                  <a:solidFill>
                    <a:schemeClr val="bg1">
                      <a:lumMod val="95000"/>
                    </a:schemeClr>
                  </a:solidFill>
                  <a:latin typeface="Aptos" panose="020B0004020202020204" pitchFamily="34" charset="0"/>
                </a:rPr>
                <a:t>bullet point, </a:t>
              </a:r>
              <a:r>
                <a:rPr lang="el-GR" sz="800">
                  <a:solidFill>
                    <a:schemeClr val="bg1">
                      <a:lumMod val="95000"/>
                    </a:schemeClr>
                  </a:solidFill>
                  <a:latin typeface="Aptos" panose="020B0004020202020204" pitchFamily="34" charset="0"/>
                </a:rPr>
                <a:t>βλέπε </a:t>
              </a:r>
              <a:r>
                <a:rPr lang="en-US" sz="800">
                  <a:solidFill>
                    <a:schemeClr val="bg1">
                      <a:lumMod val="95000"/>
                    </a:schemeClr>
                  </a:solidFill>
                  <a:latin typeface="Aptos" panose="020B0004020202020204" pitchFamily="34" charset="0"/>
                </a:rPr>
                <a:t>slide 14.</a:t>
              </a:r>
              <a:endParaRPr lang="el-GR" sz="800">
                <a:solidFill>
                  <a:schemeClr val="bg1">
                    <a:lumMod val="95000"/>
                  </a:schemeClr>
                </a:solidFill>
                <a:latin typeface="Aptos" panose="020B0004020202020204" pitchFamily="34" charset="0"/>
              </a:endParaRPr>
            </a:p>
            <a:p>
              <a:pPr>
                <a:lnSpc>
                  <a:spcPct val="110000"/>
                </a:lnSpc>
                <a:spcBef>
                  <a:spcPts val="900"/>
                </a:spcBef>
              </a:pPr>
              <a:r>
                <a:rPr lang="en-GB" sz="800">
                  <a:solidFill>
                    <a:schemeClr val="bg1">
                      <a:lumMod val="95000"/>
                    </a:schemeClr>
                  </a:solidFill>
                  <a:latin typeface="Aptos" panose="020B0004020202020204" pitchFamily="34" charset="0"/>
                </a:rPr>
                <a:t>The text in the Sample Pages is always Aptos Regular 11pt, line space: multiple 1.1, </a:t>
              </a:r>
              <a:r>
                <a:rPr lang="en-US" sz="800">
                  <a:solidFill>
                    <a:schemeClr val="bg1">
                      <a:lumMod val="95000"/>
                    </a:schemeClr>
                  </a:solidFill>
                  <a:latin typeface="Aptos" panose="020B0004020202020204" pitchFamily="34" charset="0"/>
                </a:rPr>
                <a:t>p</a:t>
              </a:r>
              <a:r>
                <a:rPr lang="en-US" sz="800">
                  <a:latin typeface="Aptos" panose="020B0004020202020204" pitchFamily="34" charset="0"/>
                </a:rPr>
                <a:t>aragraph space before</a:t>
              </a:r>
              <a:r>
                <a:rPr lang="en-GB" sz="800">
                  <a:solidFill>
                    <a:schemeClr val="bg1">
                      <a:lumMod val="95000"/>
                    </a:schemeClr>
                  </a:solidFill>
                  <a:latin typeface="Aptos" panose="020B0004020202020204" pitchFamily="34" charset="0"/>
                </a:rPr>
                <a:t>: 9pt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Black. For bullet point selection, see slide 14.</a:t>
              </a:r>
              <a:endParaRPr lang="en-GR" sz="800">
                <a:solidFill>
                  <a:schemeClr val="bg1">
                    <a:lumMod val="95000"/>
                  </a:schemeClr>
                </a:solidFill>
                <a:latin typeface="Aptos" panose="020B0004020202020204" pitchFamily="34" charset="0"/>
              </a:endParaRPr>
            </a:p>
          </p:txBody>
        </p:sp>
        <p:sp>
          <p:nvSpPr>
            <p:cNvPr id="25" name="Triangle 24">
              <a:extLst>
                <a:ext uri="{FF2B5EF4-FFF2-40B4-BE49-F238E27FC236}">
                  <a16:creationId xmlns:a16="http://schemas.microsoft.com/office/drawing/2014/main" id="{4D8013E6-8141-91C8-BDC9-B3FCA147BA54}"/>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402303350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FD9E667B-5D44-A885-98EF-DD064ED81EEE}"/>
              </a:ext>
            </a:extLst>
          </p:cNvPr>
          <p:cNvSpPr>
            <a:spLocks noGrp="1"/>
          </p:cNvSpPr>
          <p:nvPr>
            <p:ph type="pic" sz="quarter" idx="21"/>
          </p:nvPr>
        </p:nvSpPr>
        <p:spPr/>
        <p:txBody>
          <a:bodyPr/>
          <a:lstStyle/>
          <a:p>
            <a:endParaRPr lang="en-GR"/>
          </a:p>
        </p:txBody>
      </p:sp>
      <p:sp>
        <p:nvSpPr>
          <p:cNvPr id="10" name="Title 9">
            <a:extLst>
              <a:ext uri="{FF2B5EF4-FFF2-40B4-BE49-F238E27FC236}">
                <a16:creationId xmlns:a16="http://schemas.microsoft.com/office/drawing/2014/main" id="{5874ADFE-7D28-1CC7-3CBC-65749EA89BFC}"/>
              </a:ext>
            </a:extLst>
          </p:cNvPr>
          <p:cNvSpPr>
            <a:spLocks noGrp="1"/>
          </p:cNvSpPr>
          <p:nvPr>
            <p:ph type="ctrTitle"/>
          </p:nvPr>
        </p:nvSpPr>
        <p:spPr>
          <a:xfrm>
            <a:off x="332316" y="409284"/>
            <a:ext cx="5037767" cy="139397"/>
          </a:xfrm>
        </p:spPr>
        <p:txBody>
          <a:bodyPr anchor="b"/>
          <a:lstStyle/>
          <a:p>
            <a:r>
              <a:rPr lang="en-GR"/>
              <a:t>Page Layouts</a:t>
            </a:r>
          </a:p>
        </p:txBody>
      </p:sp>
      <p:sp>
        <p:nvSpPr>
          <p:cNvPr id="13" name="Text Placeholder 12">
            <a:extLst>
              <a:ext uri="{FF2B5EF4-FFF2-40B4-BE49-F238E27FC236}">
                <a16:creationId xmlns:a16="http://schemas.microsoft.com/office/drawing/2014/main" id="{A2A3C901-1F03-B146-827D-40C66D806587}"/>
              </a:ext>
            </a:extLst>
          </p:cNvPr>
          <p:cNvSpPr>
            <a:spLocks noGrp="1"/>
          </p:cNvSpPr>
          <p:nvPr>
            <p:ph type="body" sz="quarter" idx="14"/>
          </p:nvPr>
        </p:nvSpPr>
        <p:spPr>
          <a:xfrm>
            <a:off x="332316" y="1268822"/>
            <a:ext cx="5036400"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4" name="Text Placeholder 13">
            <a:extLst>
              <a:ext uri="{FF2B5EF4-FFF2-40B4-BE49-F238E27FC236}">
                <a16:creationId xmlns:a16="http://schemas.microsoft.com/office/drawing/2014/main" id="{FFC9A36A-50F0-6C7B-E18F-293C570EEE41}"/>
              </a:ext>
            </a:extLst>
          </p:cNvPr>
          <p:cNvSpPr>
            <a:spLocks noGrp="1"/>
          </p:cNvSpPr>
          <p:nvPr>
            <p:ph type="body" sz="quarter" idx="16"/>
          </p:nvPr>
        </p:nvSpPr>
        <p:spPr>
          <a:xfrm>
            <a:off x="332316" y="741494"/>
            <a:ext cx="5036400" cy="334515"/>
          </a:xfrm>
        </p:spPr>
        <p:txBody>
          <a:bodyPr/>
          <a:lstStyle/>
          <a:p>
            <a:r>
              <a:rPr lang="en-GR"/>
              <a:t>Title Aptos 18-24pt lines spacing 0,9</a:t>
            </a:r>
          </a:p>
        </p:txBody>
      </p:sp>
      <p:sp>
        <p:nvSpPr>
          <p:cNvPr id="4" name="Slide Number Placeholder 3">
            <a:extLst>
              <a:ext uri="{FF2B5EF4-FFF2-40B4-BE49-F238E27FC236}">
                <a16:creationId xmlns:a16="http://schemas.microsoft.com/office/drawing/2014/main" id="{491CF5DE-5A96-7423-A10E-B74207F0A689}"/>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93</a:t>
            </a:fld>
            <a:endParaRPr lang="en-GR"/>
          </a:p>
        </p:txBody>
      </p:sp>
      <p:sp>
        <p:nvSpPr>
          <p:cNvPr id="32" name="Freeform 31">
            <a:extLst>
              <a:ext uri="{FF2B5EF4-FFF2-40B4-BE49-F238E27FC236}">
                <a16:creationId xmlns:a16="http://schemas.microsoft.com/office/drawing/2014/main" id="{7462F3B5-E926-79A3-E869-2B030CD07874}"/>
              </a:ext>
            </a:extLst>
          </p:cNvPr>
          <p:cNvSpPr/>
          <p:nvPr/>
        </p:nvSpPr>
        <p:spPr>
          <a:xfrm>
            <a:off x="6737932" y="1266060"/>
            <a:ext cx="5454071" cy="4320434"/>
          </a:xfrm>
          <a:custGeom>
            <a:avLst/>
            <a:gdLst>
              <a:gd name="connsiteX0" fmla="*/ 0 w 5454071"/>
              <a:gd name="connsiteY0" fmla="*/ 0 h 4320434"/>
              <a:gd name="connsiteX1" fmla="*/ 5454071 w 5454071"/>
              <a:gd name="connsiteY1" fmla="*/ 0 h 4320434"/>
              <a:gd name="connsiteX2" fmla="*/ 5454071 w 5454071"/>
              <a:gd name="connsiteY2" fmla="*/ 724930 h 4320434"/>
              <a:gd name="connsiteX3" fmla="*/ 5452321 w 5454071"/>
              <a:gd name="connsiteY3" fmla="*/ 723677 h 4320434"/>
              <a:gd name="connsiteX4" fmla="*/ 3244468 w 5454071"/>
              <a:gd name="connsiteY4" fmla="*/ 128580 h 4320434"/>
              <a:gd name="connsiteX5" fmla="*/ 122094 w 5454071"/>
              <a:gd name="connsiteY5" fmla="*/ 2160223 h 4320434"/>
              <a:gd name="connsiteX6" fmla="*/ 3244468 w 5454071"/>
              <a:gd name="connsiteY6" fmla="*/ 4191867 h 4320434"/>
              <a:gd name="connsiteX7" fmla="*/ 5452321 w 5454071"/>
              <a:gd name="connsiteY7" fmla="*/ 3596770 h 4320434"/>
              <a:gd name="connsiteX8" fmla="*/ 5454071 w 5454071"/>
              <a:gd name="connsiteY8" fmla="*/ 3595517 h 4320434"/>
              <a:gd name="connsiteX9" fmla="*/ 5454071 w 5454071"/>
              <a:gd name="connsiteY9" fmla="*/ 4320434 h 4320434"/>
              <a:gd name="connsiteX10" fmla="*/ 0 w 5454071"/>
              <a:gd name="connsiteY10" fmla="*/ 4320434 h 432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54071" h="4320434">
                <a:moveTo>
                  <a:pt x="0" y="0"/>
                </a:moveTo>
                <a:lnTo>
                  <a:pt x="5454071" y="0"/>
                </a:lnTo>
                <a:lnTo>
                  <a:pt x="5454071" y="724930"/>
                </a:lnTo>
                <a:lnTo>
                  <a:pt x="5452321" y="723677"/>
                </a:lnTo>
                <a:cubicBezTo>
                  <a:pt x="4887246" y="356008"/>
                  <a:pt x="4106631" y="128580"/>
                  <a:pt x="3244468" y="128580"/>
                </a:cubicBezTo>
                <a:cubicBezTo>
                  <a:pt x="1520143" y="128580"/>
                  <a:pt x="122094" y="1038291"/>
                  <a:pt x="122094" y="2160223"/>
                </a:cubicBezTo>
                <a:cubicBezTo>
                  <a:pt x="122094" y="3282156"/>
                  <a:pt x="1520143" y="4191867"/>
                  <a:pt x="3244468" y="4191867"/>
                </a:cubicBezTo>
                <a:cubicBezTo>
                  <a:pt x="4106631" y="4191867"/>
                  <a:pt x="4887246" y="3964439"/>
                  <a:pt x="5452321" y="3596770"/>
                </a:cubicBezTo>
                <a:lnTo>
                  <a:pt x="5454071" y="3595517"/>
                </a:lnTo>
                <a:lnTo>
                  <a:pt x="5454071" y="4320434"/>
                </a:lnTo>
                <a:lnTo>
                  <a:pt x="0" y="4320434"/>
                </a:lnTo>
                <a:close/>
              </a:path>
            </a:pathLst>
          </a:custGeom>
          <a:solidFill>
            <a:srgbClr val="D9A757"/>
          </a:solidFill>
          <a:ln w="690" cap="flat">
            <a:noFill/>
            <a:prstDash val="solid"/>
            <a:miter/>
          </a:ln>
        </p:spPr>
        <p:txBody>
          <a:bodyPr wrap="square" rtlCol="0" anchor="ctr">
            <a:noAutofit/>
          </a:bodyPr>
          <a:lstStyle/>
          <a:p>
            <a:pPr>
              <a:defRPr/>
            </a:pPr>
            <a:endParaRPr lang="en-GR">
              <a:solidFill>
                <a:prstClr val="black"/>
              </a:solidFill>
              <a:latin typeface="Calibri" panose="020F0502020204030204"/>
            </a:endParaRPr>
          </a:p>
        </p:txBody>
      </p:sp>
    </p:spTree>
    <p:extLst>
      <p:ext uri="{BB962C8B-B14F-4D97-AF65-F5344CB8AC3E}">
        <p14:creationId xmlns:p14="http://schemas.microsoft.com/office/powerpoint/2010/main" val="74200704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0AC7681-F5D7-4A70-7738-3D1AA0D2017B}"/>
              </a:ext>
            </a:extLst>
          </p:cNvPr>
          <p:cNvSpPr>
            <a:spLocks noGrp="1"/>
          </p:cNvSpPr>
          <p:nvPr>
            <p:ph type="pic" sz="quarter" idx="21"/>
          </p:nvPr>
        </p:nvSpPr>
        <p:spPr/>
        <p:txBody>
          <a:bodyPr/>
          <a:lstStyle/>
          <a:p>
            <a:endParaRPr lang="en-GR"/>
          </a:p>
        </p:txBody>
      </p:sp>
      <p:sp>
        <p:nvSpPr>
          <p:cNvPr id="10" name="Title 9">
            <a:extLst>
              <a:ext uri="{FF2B5EF4-FFF2-40B4-BE49-F238E27FC236}">
                <a16:creationId xmlns:a16="http://schemas.microsoft.com/office/drawing/2014/main" id="{929ED57E-DCA6-8633-4A06-80DA3454640B}"/>
              </a:ext>
            </a:extLst>
          </p:cNvPr>
          <p:cNvSpPr>
            <a:spLocks noGrp="1"/>
          </p:cNvSpPr>
          <p:nvPr>
            <p:ph type="ctrTitle"/>
          </p:nvPr>
        </p:nvSpPr>
        <p:spPr>
          <a:xfrm>
            <a:off x="332316" y="409284"/>
            <a:ext cx="5037767" cy="139397"/>
          </a:xfrm>
        </p:spPr>
        <p:txBody>
          <a:bodyPr/>
          <a:lstStyle/>
          <a:p>
            <a:r>
              <a:rPr lang="en-GR"/>
              <a:t>Page Layouts</a:t>
            </a:r>
          </a:p>
        </p:txBody>
      </p:sp>
      <p:sp>
        <p:nvSpPr>
          <p:cNvPr id="13" name="Text Placeholder 12">
            <a:extLst>
              <a:ext uri="{FF2B5EF4-FFF2-40B4-BE49-F238E27FC236}">
                <a16:creationId xmlns:a16="http://schemas.microsoft.com/office/drawing/2014/main" id="{FA24431F-237E-83C2-C335-04F018FDAB0E}"/>
              </a:ext>
            </a:extLst>
          </p:cNvPr>
          <p:cNvSpPr>
            <a:spLocks noGrp="1"/>
          </p:cNvSpPr>
          <p:nvPr>
            <p:ph type="body" sz="quarter" idx="14"/>
          </p:nvPr>
        </p:nvSpPr>
        <p:spPr>
          <a:xfrm>
            <a:off x="332316" y="1268822"/>
            <a:ext cx="5036400"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4" name="Text Placeholder 13">
            <a:extLst>
              <a:ext uri="{FF2B5EF4-FFF2-40B4-BE49-F238E27FC236}">
                <a16:creationId xmlns:a16="http://schemas.microsoft.com/office/drawing/2014/main" id="{8A8666B8-F853-01F1-50A9-62DF5CBA0517}"/>
              </a:ext>
            </a:extLst>
          </p:cNvPr>
          <p:cNvSpPr>
            <a:spLocks noGrp="1"/>
          </p:cNvSpPr>
          <p:nvPr>
            <p:ph type="body" sz="quarter" idx="16"/>
          </p:nvPr>
        </p:nvSpPr>
        <p:spPr>
          <a:xfrm>
            <a:off x="332316" y="741494"/>
            <a:ext cx="5036400" cy="334515"/>
          </a:xfrm>
        </p:spPr>
        <p:txBody>
          <a:bodyPr/>
          <a:lstStyle/>
          <a:p>
            <a:r>
              <a:rPr lang="en-GR"/>
              <a:t>Title Aptos 18-24pt lines spacing 0,9</a:t>
            </a:r>
          </a:p>
        </p:txBody>
      </p:sp>
      <p:sp>
        <p:nvSpPr>
          <p:cNvPr id="4" name="Slide Number Placeholder 3">
            <a:extLst>
              <a:ext uri="{FF2B5EF4-FFF2-40B4-BE49-F238E27FC236}">
                <a16:creationId xmlns:a16="http://schemas.microsoft.com/office/drawing/2014/main" id="{5C9332B0-62CC-06E3-3239-8A907CC45723}"/>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94</a:t>
            </a:fld>
            <a:endParaRPr lang="en-GR"/>
          </a:p>
        </p:txBody>
      </p:sp>
      <p:sp>
        <p:nvSpPr>
          <p:cNvPr id="38" name="Freeform 37">
            <a:extLst>
              <a:ext uri="{FF2B5EF4-FFF2-40B4-BE49-F238E27FC236}">
                <a16:creationId xmlns:a16="http://schemas.microsoft.com/office/drawing/2014/main" id="{9B5A77D4-B504-9AF5-0A5A-9F387846C7C2}"/>
              </a:ext>
            </a:extLst>
          </p:cNvPr>
          <p:cNvSpPr/>
          <p:nvPr/>
        </p:nvSpPr>
        <p:spPr>
          <a:xfrm>
            <a:off x="5431228" y="-7"/>
            <a:ext cx="6762980" cy="6857998"/>
          </a:xfrm>
          <a:custGeom>
            <a:avLst/>
            <a:gdLst>
              <a:gd name="connsiteX0" fmla="*/ 4001986 w 6762980"/>
              <a:gd name="connsiteY0" fmla="*/ 5143499 h 6857998"/>
              <a:gd name="connsiteX1" fmla="*/ 4001986 w 6762980"/>
              <a:gd name="connsiteY1" fmla="*/ 5147670 h 6857998"/>
              <a:gd name="connsiteX2" fmla="*/ 4060287 w 6762980"/>
              <a:gd name="connsiteY2" fmla="*/ 5147670 h 6857998"/>
              <a:gd name="connsiteX3" fmla="*/ 4060287 w 6762980"/>
              <a:gd name="connsiteY3" fmla="*/ 5998663 h 6857998"/>
              <a:gd name="connsiteX4" fmla="*/ 5405385 w 6762980"/>
              <a:gd name="connsiteY4" fmla="*/ 5998663 h 6857998"/>
              <a:gd name="connsiteX5" fmla="*/ 5405385 w 6762980"/>
              <a:gd name="connsiteY5" fmla="*/ 6061237 h 6857998"/>
              <a:gd name="connsiteX6" fmla="*/ 4110257 w 6762980"/>
              <a:gd name="connsiteY6" fmla="*/ 6857998 h 6857998"/>
              <a:gd name="connsiteX7" fmla="*/ 4110257 w 6762980"/>
              <a:gd name="connsiteY7" fmla="*/ 6853827 h 6857998"/>
              <a:gd name="connsiteX8" fmla="*/ 4051956 w 6762980"/>
              <a:gd name="connsiteY8" fmla="*/ 6853827 h 6857998"/>
              <a:gd name="connsiteX9" fmla="*/ 4051956 w 6762980"/>
              <a:gd name="connsiteY9" fmla="*/ 6002834 h 6857998"/>
              <a:gd name="connsiteX10" fmla="*/ 2706858 w 6762980"/>
              <a:gd name="connsiteY10" fmla="*/ 6002834 h 6857998"/>
              <a:gd name="connsiteX11" fmla="*/ 2706858 w 6762980"/>
              <a:gd name="connsiteY11" fmla="*/ 5940260 h 6857998"/>
              <a:gd name="connsiteX12" fmla="*/ 4001986 w 6762980"/>
              <a:gd name="connsiteY12" fmla="*/ 5143499 h 6857998"/>
              <a:gd name="connsiteX13" fmla="*/ 4051956 w 6762980"/>
              <a:gd name="connsiteY13" fmla="*/ 3428997 h 6857998"/>
              <a:gd name="connsiteX14" fmla="*/ 4110257 w 6762980"/>
              <a:gd name="connsiteY14" fmla="*/ 3428997 h 6857998"/>
              <a:gd name="connsiteX15" fmla="*/ 5405385 w 6762980"/>
              <a:gd name="connsiteY15" fmla="*/ 4225761 h 6857998"/>
              <a:gd name="connsiteX16" fmla="*/ 5405385 w 6762980"/>
              <a:gd name="connsiteY16" fmla="*/ 4288332 h 6857998"/>
              <a:gd name="connsiteX17" fmla="*/ 4060287 w 6762980"/>
              <a:gd name="connsiteY17" fmla="*/ 4288332 h 6857998"/>
              <a:gd name="connsiteX18" fmla="*/ 4060287 w 6762980"/>
              <a:gd name="connsiteY18" fmla="*/ 5143496 h 6857998"/>
              <a:gd name="connsiteX19" fmla="*/ 4001986 w 6762980"/>
              <a:gd name="connsiteY19" fmla="*/ 5143496 h 6857998"/>
              <a:gd name="connsiteX20" fmla="*/ 2706858 w 6762980"/>
              <a:gd name="connsiteY20" fmla="*/ 4346735 h 6857998"/>
              <a:gd name="connsiteX21" fmla="*/ 2706858 w 6762980"/>
              <a:gd name="connsiteY21" fmla="*/ 4284161 h 6857998"/>
              <a:gd name="connsiteX22" fmla="*/ 4051956 w 6762980"/>
              <a:gd name="connsiteY22" fmla="*/ 4284161 h 6857998"/>
              <a:gd name="connsiteX23" fmla="*/ 5409551 w 6762980"/>
              <a:gd name="connsiteY23" fmla="*/ 2569662 h 6857998"/>
              <a:gd name="connsiteX24" fmla="*/ 6762980 w 6762980"/>
              <a:gd name="connsiteY24" fmla="*/ 2569662 h 6857998"/>
              <a:gd name="connsiteX25" fmla="*/ 6762980 w 6762980"/>
              <a:gd name="connsiteY25" fmla="*/ 3428997 h 6857998"/>
              <a:gd name="connsiteX26" fmla="*/ 6762980 w 6762980"/>
              <a:gd name="connsiteY26" fmla="*/ 4288332 h 6857998"/>
              <a:gd name="connsiteX27" fmla="*/ 5409551 w 6762980"/>
              <a:gd name="connsiteY27" fmla="*/ 4288332 h 6857998"/>
              <a:gd name="connsiteX28" fmla="*/ 5409551 w 6762980"/>
              <a:gd name="connsiteY28" fmla="*/ 4225761 h 6857998"/>
              <a:gd name="connsiteX29" fmla="*/ 6704680 w 6762980"/>
              <a:gd name="connsiteY29" fmla="*/ 3428997 h 6857998"/>
              <a:gd name="connsiteX30" fmla="*/ 5409551 w 6762980"/>
              <a:gd name="connsiteY30" fmla="*/ 2632237 h 6857998"/>
              <a:gd name="connsiteX31" fmla="*/ 1295128 w 6762980"/>
              <a:gd name="connsiteY31" fmla="*/ 1714499 h 6857998"/>
              <a:gd name="connsiteX32" fmla="*/ 1353429 w 6762980"/>
              <a:gd name="connsiteY32" fmla="*/ 1714499 h 6857998"/>
              <a:gd name="connsiteX33" fmla="*/ 1353429 w 6762980"/>
              <a:gd name="connsiteY33" fmla="*/ 2569662 h 6857998"/>
              <a:gd name="connsiteX34" fmla="*/ 2702693 w 6762980"/>
              <a:gd name="connsiteY34" fmla="*/ 2569662 h 6857998"/>
              <a:gd name="connsiteX35" fmla="*/ 2702693 w 6762980"/>
              <a:gd name="connsiteY35" fmla="*/ 2632237 h 6857998"/>
              <a:gd name="connsiteX36" fmla="*/ 1407564 w 6762980"/>
              <a:gd name="connsiteY36" fmla="*/ 3428997 h 6857998"/>
              <a:gd name="connsiteX37" fmla="*/ 1349264 w 6762980"/>
              <a:gd name="connsiteY37" fmla="*/ 3428997 h 6857998"/>
              <a:gd name="connsiteX38" fmla="*/ 1349264 w 6762980"/>
              <a:gd name="connsiteY38" fmla="*/ 2573833 h 6857998"/>
              <a:gd name="connsiteX39" fmla="*/ 0 w 6762980"/>
              <a:gd name="connsiteY39" fmla="*/ 2573833 h 6857998"/>
              <a:gd name="connsiteX40" fmla="*/ 0 w 6762980"/>
              <a:gd name="connsiteY40" fmla="*/ 2511262 h 6857998"/>
              <a:gd name="connsiteX41" fmla="*/ 1295128 w 6762980"/>
              <a:gd name="connsiteY41" fmla="*/ 1714499 h 6857998"/>
              <a:gd name="connsiteX42" fmla="*/ 4001986 w 6762980"/>
              <a:gd name="connsiteY42" fmla="*/ 0 h 6857998"/>
              <a:gd name="connsiteX43" fmla="*/ 4060287 w 6762980"/>
              <a:gd name="connsiteY43" fmla="*/ 0 h 6857998"/>
              <a:gd name="connsiteX44" fmla="*/ 4060287 w 6762980"/>
              <a:gd name="connsiteY44" fmla="*/ 859335 h 6857998"/>
              <a:gd name="connsiteX45" fmla="*/ 2706858 w 6762980"/>
              <a:gd name="connsiteY45" fmla="*/ 859335 h 6857998"/>
              <a:gd name="connsiteX46" fmla="*/ 2706858 w 6762980"/>
              <a:gd name="connsiteY46" fmla="*/ 796763 h 6857998"/>
              <a:gd name="connsiteX47" fmla="*/ 4001986 w 6762980"/>
              <a:gd name="connsiteY47"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762980" h="6857998">
                <a:moveTo>
                  <a:pt x="4001986" y="5143499"/>
                </a:moveTo>
                <a:lnTo>
                  <a:pt x="4001986" y="5147670"/>
                </a:lnTo>
                <a:lnTo>
                  <a:pt x="4060287" y="5147670"/>
                </a:lnTo>
                <a:lnTo>
                  <a:pt x="4060287" y="5998663"/>
                </a:lnTo>
                <a:lnTo>
                  <a:pt x="5405385" y="5998663"/>
                </a:lnTo>
                <a:lnTo>
                  <a:pt x="5405385" y="6061237"/>
                </a:lnTo>
                <a:cubicBezTo>
                  <a:pt x="4689109" y="6061237"/>
                  <a:pt x="4110257" y="6419987"/>
                  <a:pt x="4110257" y="6857998"/>
                </a:cubicBezTo>
                <a:lnTo>
                  <a:pt x="4110257" y="6853827"/>
                </a:lnTo>
                <a:lnTo>
                  <a:pt x="4051956" y="6853827"/>
                </a:lnTo>
                <a:lnTo>
                  <a:pt x="4051956" y="6002834"/>
                </a:lnTo>
                <a:lnTo>
                  <a:pt x="2706858" y="6002834"/>
                </a:lnTo>
                <a:lnTo>
                  <a:pt x="2706858" y="5940260"/>
                </a:lnTo>
                <a:cubicBezTo>
                  <a:pt x="3423134" y="5940260"/>
                  <a:pt x="4001986" y="5581510"/>
                  <a:pt x="4001986" y="5143499"/>
                </a:cubicBezTo>
                <a:close/>
                <a:moveTo>
                  <a:pt x="4051956" y="3428997"/>
                </a:moveTo>
                <a:lnTo>
                  <a:pt x="4110257" y="3428997"/>
                </a:lnTo>
                <a:cubicBezTo>
                  <a:pt x="4110257" y="3867008"/>
                  <a:pt x="4689109" y="4225761"/>
                  <a:pt x="5405385" y="4225761"/>
                </a:cubicBezTo>
                <a:lnTo>
                  <a:pt x="5405385" y="4288332"/>
                </a:lnTo>
                <a:lnTo>
                  <a:pt x="4060287" y="4288332"/>
                </a:lnTo>
                <a:lnTo>
                  <a:pt x="4060287" y="5143496"/>
                </a:lnTo>
                <a:lnTo>
                  <a:pt x="4001986" y="5143496"/>
                </a:lnTo>
                <a:cubicBezTo>
                  <a:pt x="4001986" y="4705485"/>
                  <a:pt x="3423134" y="4346735"/>
                  <a:pt x="2706858" y="4346735"/>
                </a:cubicBezTo>
                <a:lnTo>
                  <a:pt x="2706858" y="4284161"/>
                </a:lnTo>
                <a:lnTo>
                  <a:pt x="4051956" y="4284161"/>
                </a:lnTo>
                <a:close/>
                <a:moveTo>
                  <a:pt x="5409551" y="2569662"/>
                </a:moveTo>
                <a:lnTo>
                  <a:pt x="6762980" y="2569662"/>
                </a:lnTo>
                <a:lnTo>
                  <a:pt x="6762980" y="3428997"/>
                </a:lnTo>
                <a:lnTo>
                  <a:pt x="6762980" y="4288332"/>
                </a:lnTo>
                <a:lnTo>
                  <a:pt x="5409551" y="4288332"/>
                </a:lnTo>
                <a:lnTo>
                  <a:pt x="5409551" y="4225761"/>
                </a:lnTo>
                <a:cubicBezTo>
                  <a:pt x="6125827" y="4225761"/>
                  <a:pt x="6704680" y="3867008"/>
                  <a:pt x="6704680" y="3428997"/>
                </a:cubicBezTo>
                <a:cubicBezTo>
                  <a:pt x="6704680" y="2990986"/>
                  <a:pt x="6125827" y="2632237"/>
                  <a:pt x="5409551" y="2632237"/>
                </a:cubicBezTo>
                <a:close/>
                <a:moveTo>
                  <a:pt x="1295128" y="1714499"/>
                </a:moveTo>
                <a:lnTo>
                  <a:pt x="1353429" y="1714499"/>
                </a:lnTo>
                <a:lnTo>
                  <a:pt x="1353429" y="2569662"/>
                </a:lnTo>
                <a:lnTo>
                  <a:pt x="2702693" y="2569662"/>
                </a:lnTo>
                <a:lnTo>
                  <a:pt x="2702693" y="2632237"/>
                </a:lnTo>
                <a:cubicBezTo>
                  <a:pt x="1986417" y="2632237"/>
                  <a:pt x="1407564" y="2990986"/>
                  <a:pt x="1407564" y="3428997"/>
                </a:cubicBezTo>
                <a:lnTo>
                  <a:pt x="1349264" y="3428997"/>
                </a:lnTo>
                <a:lnTo>
                  <a:pt x="1349264" y="2573833"/>
                </a:lnTo>
                <a:lnTo>
                  <a:pt x="0" y="2573833"/>
                </a:lnTo>
                <a:lnTo>
                  <a:pt x="0" y="2511262"/>
                </a:lnTo>
                <a:cubicBezTo>
                  <a:pt x="716276" y="2511262"/>
                  <a:pt x="1295128" y="2152509"/>
                  <a:pt x="1295128" y="1714499"/>
                </a:cubicBezTo>
                <a:close/>
                <a:moveTo>
                  <a:pt x="4001986" y="0"/>
                </a:moveTo>
                <a:lnTo>
                  <a:pt x="4060287" y="0"/>
                </a:lnTo>
                <a:lnTo>
                  <a:pt x="4060287" y="859335"/>
                </a:lnTo>
                <a:lnTo>
                  <a:pt x="2706858" y="859335"/>
                </a:lnTo>
                <a:lnTo>
                  <a:pt x="2706858" y="796763"/>
                </a:lnTo>
                <a:cubicBezTo>
                  <a:pt x="3423134" y="796763"/>
                  <a:pt x="4001986" y="438011"/>
                  <a:pt x="4001986" y="0"/>
                </a:cubicBezTo>
                <a:close/>
              </a:path>
            </a:pathLst>
          </a:custGeom>
          <a:solidFill>
            <a:schemeClr val="accent3"/>
          </a:solidFill>
          <a:ln w="16168" cap="flat">
            <a:noFill/>
            <a:prstDash val="solid"/>
            <a:miter/>
          </a:ln>
        </p:spPr>
        <p:txBody>
          <a:bodyPr wrap="square" rtlCol="0" anchor="ctr">
            <a:noAutofit/>
          </a:bodyPr>
          <a:lstStyle/>
          <a:p>
            <a:endParaRPr lang="en-GR"/>
          </a:p>
        </p:txBody>
      </p:sp>
    </p:spTree>
    <p:extLst>
      <p:ext uri="{BB962C8B-B14F-4D97-AF65-F5344CB8AC3E}">
        <p14:creationId xmlns:p14="http://schemas.microsoft.com/office/powerpoint/2010/main" val="109521298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F1CDF2EE-E8B5-1609-9B68-2518D8C19941}"/>
              </a:ext>
            </a:extLst>
          </p:cNvPr>
          <p:cNvSpPr>
            <a:spLocks noGrp="1"/>
          </p:cNvSpPr>
          <p:nvPr>
            <p:ph type="pic" sz="quarter" idx="21"/>
          </p:nvPr>
        </p:nvSpPr>
        <p:spPr/>
        <p:txBody>
          <a:bodyPr/>
          <a:lstStyle/>
          <a:p>
            <a:endParaRPr lang="en-GR"/>
          </a:p>
        </p:txBody>
      </p:sp>
      <p:sp>
        <p:nvSpPr>
          <p:cNvPr id="10" name="Title 9">
            <a:extLst>
              <a:ext uri="{FF2B5EF4-FFF2-40B4-BE49-F238E27FC236}">
                <a16:creationId xmlns:a16="http://schemas.microsoft.com/office/drawing/2014/main" id="{4975A257-0149-7898-BAB7-DEE6F0D7C61F}"/>
              </a:ext>
            </a:extLst>
          </p:cNvPr>
          <p:cNvSpPr>
            <a:spLocks noGrp="1"/>
          </p:cNvSpPr>
          <p:nvPr>
            <p:ph type="ctrTitle"/>
          </p:nvPr>
        </p:nvSpPr>
        <p:spPr>
          <a:xfrm>
            <a:off x="332316" y="409284"/>
            <a:ext cx="5037767" cy="139397"/>
          </a:xfrm>
        </p:spPr>
        <p:txBody>
          <a:bodyPr/>
          <a:lstStyle/>
          <a:p>
            <a:r>
              <a:rPr lang="en-GR"/>
              <a:t>Page Layouts</a:t>
            </a:r>
          </a:p>
        </p:txBody>
      </p:sp>
      <p:sp>
        <p:nvSpPr>
          <p:cNvPr id="14" name="Text Placeholder 13">
            <a:extLst>
              <a:ext uri="{FF2B5EF4-FFF2-40B4-BE49-F238E27FC236}">
                <a16:creationId xmlns:a16="http://schemas.microsoft.com/office/drawing/2014/main" id="{99988A49-B587-ED5D-F1F1-04493230197E}"/>
              </a:ext>
            </a:extLst>
          </p:cNvPr>
          <p:cNvSpPr>
            <a:spLocks noGrp="1"/>
          </p:cNvSpPr>
          <p:nvPr>
            <p:ph type="body" sz="quarter" idx="14"/>
          </p:nvPr>
        </p:nvSpPr>
        <p:spPr>
          <a:xfrm>
            <a:off x="332316" y="1268822"/>
            <a:ext cx="5036400"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5" name="Text Placeholder 14">
            <a:extLst>
              <a:ext uri="{FF2B5EF4-FFF2-40B4-BE49-F238E27FC236}">
                <a16:creationId xmlns:a16="http://schemas.microsoft.com/office/drawing/2014/main" id="{442548C4-D84E-F1D9-1E64-36095FE0D4AB}"/>
              </a:ext>
            </a:extLst>
          </p:cNvPr>
          <p:cNvSpPr>
            <a:spLocks noGrp="1"/>
          </p:cNvSpPr>
          <p:nvPr>
            <p:ph type="body" sz="quarter" idx="16"/>
          </p:nvPr>
        </p:nvSpPr>
        <p:spPr>
          <a:xfrm>
            <a:off x="332316" y="741494"/>
            <a:ext cx="5036400" cy="334515"/>
          </a:xfrm>
        </p:spPr>
        <p:txBody>
          <a:bodyPr/>
          <a:lstStyle/>
          <a:p>
            <a:r>
              <a:rPr lang="en-GR"/>
              <a:t>Title Aptos 18-24pt lines spacing 0,9</a:t>
            </a:r>
          </a:p>
        </p:txBody>
      </p:sp>
      <p:sp>
        <p:nvSpPr>
          <p:cNvPr id="4" name="Slide Number Placeholder 3">
            <a:extLst>
              <a:ext uri="{FF2B5EF4-FFF2-40B4-BE49-F238E27FC236}">
                <a16:creationId xmlns:a16="http://schemas.microsoft.com/office/drawing/2014/main" id="{27E3EC89-30E1-6EBD-6A9B-A79DBA8B6527}"/>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95</a:t>
            </a:fld>
            <a:endParaRPr lang="en-GR"/>
          </a:p>
        </p:txBody>
      </p:sp>
      <p:pic>
        <p:nvPicPr>
          <p:cNvPr id="8" name="Graphic 7">
            <a:extLst>
              <a:ext uri="{FF2B5EF4-FFF2-40B4-BE49-F238E27FC236}">
                <a16:creationId xmlns:a16="http://schemas.microsoft.com/office/drawing/2014/main" id="{49A5F394-489F-1FCD-13E2-A668A6647738}"/>
              </a:ext>
            </a:extLst>
          </p:cNvPr>
          <p:cNvPicPr>
            <a:picLocks noChangeAspect="1"/>
          </p:cNvPicPr>
          <p:nvPr/>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r="8975"/>
          <a:stretch/>
        </p:blipFill>
        <p:spPr>
          <a:xfrm>
            <a:off x="5720231" y="1158942"/>
            <a:ext cx="6471770" cy="4512082"/>
          </a:xfrm>
          <a:prstGeom prst="rect">
            <a:avLst/>
          </a:prstGeom>
        </p:spPr>
      </p:pic>
    </p:spTree>
    <p:extLst>
      <p:ext uri="{BB962C8B-B14F-4D97-AF65-F5344CB8AC3E}">
        <p14:creationId xmlns:p14="http://schemas.microsoft.com/office/powerpoint/2010/main" val="56046297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9C54B2A-FD1B-6D89-945C-6D71B7CDCEC1}"/>
              </a:ext>
            </a:extLst>
          </p:cNvPr>
          <p:cNvSpPr>
            <a:spLocks noGrp="1"/>
          </p:cNvSpPr>
          <p:nvPr>
            <p:ph type="pic" sz="quarter" idx="21"/>
          </p:nvPr>
        </p:nvSpPr>
        <p:spPr/>
        <p:txBody>
          <a:bodyPr/>
          <a:lstStyle/>
          <a:p>
            <a:endParaRPr lang="en-GR"/>
          </a:p>
        </p:txBody>
      </p:sp>
      <p:sp>
        <p:nvSpPr>
          <p:cNvPr id="10" name="Title 9">
            <a:extLst>
              <a:ext uri="{FF2B5EF4-FFF2-40B4-BE49-F238E27FC236}">
                <a16:creationId xmlns:a16="http://schemas.microsoft.com/office/drawing/2014/main" id="{A8333177-4AC2-C790-A2B4-58A3A5F723BD}"/>
              </a:ext>
            </a:extLst>
          </p:cNvPr>
          <p:cNvSpPr>
            <a:spLocks noGrp="1"/>
          </p:cNvSpPr>
          <p:nvPr>
            <p:ph type="ctrTitle"/>
          </p:nvPr>
        </p:nvSpPr>
        <p:spPr>
          <a:xfrm>
            <a:off x="332316" y="409284"/>
            <a:ext cx="5037767" cy="139397"/>
          </a:xfrm>
        </p:spPr>
        <p:txBody>
          <a:bodyPr/>
          <a:lstStyle/>
          <a:p>
            <a:r>
              <a:rPr lang="en-GR"/>
              <a:t>Page Layouts</a:t>
            </a:r>
          </a:p>
        </p:txBody>
      </p:sp>
      <p:sp>
        <p:nvSpPr>
          <p:cNvPr id="13" name="Text Placeholder 12">
            <a:extLst>
              <a:ext uri="{FF2B5EF4-FFF2-40B4-BE49-F238E27FC236}">
                <a16:creationId xmlns:a16="http://schemas.microsoft.com/office/drawing/2014/main" id="{1522803B-3875-5A38-7D62-572D33FE2579}"/>
              </a:ext>
            </a:extLst>
          </p:cNvPr>
          <p:cNvSpPr>
            <a:spLocks noGrp="1"/>
          </p:cNvSpPr>
          <p:nvPr>
            <p:ph type="body" sz="quarter" idx="14"/>
          </p:nvPr>
        </p:nvSpPr>
        <p:spPr>
          <a:xfrm>
            <a:off x="332316" y="1268822"/>
            <a:ext cx="5036400"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4" name="Text Placeholder 13">
            <a:extLst>
              <a:ext uri="{FF2B5EF4-FFF2-40B4-BE49-F238E27FC236}">
                <a16:creationId xmlns:a16="http://schemas.microsoft.com/office/drawing/2014/main" id="{3746C00F-27C9-48EC-7B3C-5ED4C1E522B5}"/>
              </a:ext>
            </a:extLst>
          </p:cNvPr>
          <p:cNvSpPr>
            <a:spLocks noGrp="1"/>
          </p:cNvSpPr>
          <p:nvPr>
            <p:ph type="body" sz="quarter" idx="16"/>
          </p:nvPr>
        </p:nvSpPr>
        <p:spPr>
          <a:xfrm>
            <a:off x="332316" y="741494"/>
            <a:ext cx="5036400" cy="334515"/>
          </a:xfrm>
        </p:spPr>
        <p:txBody>
          <a:bodyPr/>
          <a:lstStyle/>
          <a:p>
            <a:r>
              <a:rPr lang="en-GR"/>
              <a:t>Title Aptos 18-24pt lines spacing 0,9</a:t>
            </a:r>
          </a:p>
        </p:txBody>
      </p:sp>
      <p:sp>
        <p:nvSpPr>
          <p:cNvPr id="4" name="Slide Number Placeholder 3">
            <a:extLst>
              <a:ext uri="{FF2B5EF4-FFF2-40B4-BE49-F238E27FC236}">
                <a16:creationId xmlns:a16="http://schemas.microsoft.com/office/drawing/2014/main" id="{A013D10A-6D4D-C801-2DE0-F71965FE3562}"/>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96</a:t>
            </a:fld>
            <a:endParaRPr lang="en-GR"/>
          </a:p>
        </p:txBody>
      </p:sp>
      <p:sp>
        <p:nvSpPr>
          <p:cNvPr id="32" name="Freeform 31">
            <a:extLst>
              <a:ext uri="{FF2B5EF4-FFF2-40B4-BE49-F238E27FC236}">
                <a16:creationId xmlns:a16="http://schemas.microsoft.com/office/drawing/2014/main" id="{7767B6B0-1763-F3DF-48C4-D1FE4FB294E5}"/>
              </a:ext>
            </a:extLst>
          </p:cNvPr>
          <p:cNvSpPr/>
          <p:nvPr/>
        </p:nvSpPr>
        <p:spPr>
          <a:xfrm>
            <a:off x="6737932" y="1266060"/>
            <a:ext cx="5454071" cy="4320434"/>
          </a:xfrm>
          <a:custGeom>
            <a:avLst/>
            <a:gdLst>
              <a:gd name="connsiteX0" fmla="*/ 0 w 5454071"/>
              <a:gd name="connsiteY0" fmla="*/ 0 h 4320434"/>
              <a:gd name="connsiteX1" fmla="*/ 5454071 w 5454071"/>
              <a:gd name="connsiteY1" fmla="*/ 0 h 4320434"/>
              <a:gd name="connsiteX2" fmla="*/ 5454071 w 5454071"/>
              <a:gd name="connsiteY2" fmla="*/ 724930 h 4320434"/>
              <a:gd name="connsiteX3" fmla="*/ 5452321 w 5454071"/>
              <a:gd name="connsiteY3" fmla="*/ 723677 h 4320434"/>
              <a:gd name="connsiteX4" fmla="*/ 3244468 w 5454071"/>
              <a:gd name="connsiteY4" fmla="*/ 128580 h 4320434"/>
              <a:gd name="connsiteX5" fmla="*/ 122094 w 5454071"/>
              <a:gd name="connsiteY5" fmla="*/ 2160223 h 4320434"/>
              <a:gd name="connsiteX6" fmla="*/ 3244468 w 5454071"/>
              <a:gd name="connsiteY6" fmla="*/ 4191867 h 4320434"/>
              <a:gd name="connsiteX7" fmla="*/ 5452321 w 5454071"/>
              <a:gd name="connsiteY7" fmla="*/ 3596770 h 4320434"/>
              <a:gd name="connsiteX8" fmla="*/ 5454071 w 5454071"/>
              <a:gd name="connsiteY8" fmla="*/ 3595517 h 4320434"/>
              <a:gd name="connsiteX9" fmla="*/ 5454071 w 5454071"/>
              <a:gd name="connsiteY9" fmla="*/ 4320434 h 4320434"/>
              <a:gd name="connsiteX10" fmla="*/ 0 w 5454071"/>
              <a:gd name="connsiteY10" fmla="*/ 4320434 h 432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54071" h="4320434">
                <a:moveTo>
                  <a:pt x="0" y="0"/>
                </a:moveTo>
                <a:lnTo>
                  <a:pt x="5454071" y="0"/>
                </a:lnTo>
                <a:lnTo>
                  <a:pt x="5454071" y="724930"/>
                </a:lnTo>
                <a:lnTo>
                  <a:pt x="5452321" y="723677"/>
                </a:lnTo>
                <a:cubicBezTo>
                  <a:pt x="4887246" y="356008"/>
                  <a:pt x="4106631" y="128580"/>
                  <a:pt x="3244468" y="128580"/>
                </a:cubicBezTo>
                <a:cubicBezTo>
                  <a:pt x="1520143" y="128580"/>
                  <a:pt x="122094" y="1038291"/>
                  <a:pt x="122094" y="2160223"/>
                </a:cubicBezTo>
                <a:cubicBezTo>
                  <a:pt x="122094" y="3282156"/>
                  <a:pt x="1520143" y="4191867"/>
                  <a:pt x="3244468" y="4191867"/>
                </a:cubicBezTo>
                <a:cubicBezTo>
                  <a:pt x="4106631" y="4191867"/>
                  <a:pt x="4887246" y="3964439"/>
                  <a:pt x="5452321" y="3596770"/>
                </a:cubicBezTo>
                <a:lnTo>
                  <a:pt x="5454071" y="3595517"/>
                </a:lnTo>
                <a:lnTo>
                  <a:pt x="5454071" y="4320434"/>
                </a:lnTo>
                <a:lnTo>
                  <a:pt x="0" y="4320434"/>
                </a:lnTo>
                <a:close/>
              </a:path>
            </a:pathLst>
          </a:custGeom>
          <a:solidFill>
            <a:schemeClr val="accent3"/>
          </a:solidFill>
          <a:ln w="690" cap="flat">
            <a:noFill/>
            <a:prstDash val="solid"/>
            <a:miter/>
          </a:ln>
        </p:spPr>
        <p:txBody>
          <a:bodyPr wrap="square" rtlCol="0" anchor="ctr">
            <a:noAutofit/>
          </a:bodyPr>
          <a:lstStyle/>
          <a:p>
            <a:pPr>
              <a:defRPr/>
            </a:pPr>
            <a:endParaRPr lang="en-GR">
              <a:solidFill>
                <a:prstClr val="black"/>
              </a:solidFill>
              <a:latin typeface="Calibri" panose="020F0502020204030204"/>
            </a:endParaRPr>
          </a:p>
        </p:txBody>
      </p:sp>
    </p:spTree>
    <p:extLst>
      <p:ext uri="{BB962C8B-B14F-4D97-AF65-F5344CB8AC3E}">
        <p14:creationId xmlns:p14="http://schemas.microsoft.com/office/powerpoint/2010/main" val="417188118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DD8C46EA-9724-A600-C235-257F35F5BEDE}"/>
              </a:ext>
            </a:extLst>
          </p:cNvPr>
          <p:cNvSpPr>
            <a:spLocks noGrp="1"/>
          </p:cNvSpPr>
          <p:nvPr>
            <p:ph type="pic" sz="quarter" idx="21"/>
          </p:nvPr>
        </p:nvSpPr>
        <p:spPr/>
        <p:txBody>
          <a:bodyPr/>
          <a:lstStyle/>
          <a:p>
            <a:endParaRPr lang="en-GR"/>
          </a:p>
        </p:txBody>
      </p:sp>
      <p:sp>
        <p:nvSpPr>
          <p:cNvPr id="51" name="Slide Number Placeholder 3">
            <a:extLst>
              <a:ext uri="{FF2B5EF4-FFF2-40B4-BE49-F238E27FC236}">
                <a16:creationId xmlns:a16="http://schemas.microsoft.com/office/drawing/2014/main" id="{2D11D6B2-1795-7566-4DE5-89C4DA6A400C}"/>
              </a:ext>
            </a:extLst>
          </p:cNvPr>
          <p:cNvSpPr>
            <a:spLocks noGrp="1"/>
          </p:cNvSpPr>
          <p:nvPr>
            <p:ph type="sldNum" sz="quarter" idx="24"/>
          </p:nvPr>
        </p:nvSpPr>
        <p:spPr>
          <a:xfrm>
            <a:off x="11179867" y="6542942"/>
            <a:ext cx="684000" cy="138499"/>
          </a:xfrm>
        </p:spPr>
        <p:txBody>
          <a:bodyPr/>
          <a:lstStyle/>
          <a:p>
            <a:fld id="{233F7D93-8529-0F4E-AF24-E7C8656CB0BF}" type="slidenum">
              <a:rPr lang="en-GR" smtClean="0"/>
              <a:pPr/>
              <a:t>97</a:t>
            </a:fld>
            <a:endParaRPr lang="en-GR"/>
          </a:p>
        </p:txBody>
      </p:sp>
      <p:sp>
        <p:nvSpPr>
          <p:cNvPr id="9" name="Text Placeholder 8">
            <a:extLst>
              <a:ext uri="{FF2B5EF4-FFF2-40B4-BE49-F238E27FC236}">
                <a16:creationId xmlns:a16="http://schemas.microsoft.com/office/drawing/2014/main" id="{58B08A9D-905D-F577-4919-485A4CB7B0B4}"/>
              </a:ext>
            </a:extLst>
          </p:cNvPr>
          <p:cNvSpPr>
            <a:spLocks noGrp="1"/>
          </p:cNvSpPr>
          <p:nvPr>
            <p:ph type="body" sz="quarter" idx="14"/>
          </p:nvPr>
        </p:nvSpPr>
        <p:spPr>
          <a:xfrm>
            <a:off x="6783942" y="1268824"/>
            <a:ext cx="5079927" cy="5040497"/>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0" name="Text Placeholder 9">
            <a:extLst>
              <a:ext uri="{FF2B5EF4-FFF2-40B4-BE49-F238E27FC236}">
                <a16:creationId xmlns:a16="http://schemas.microsoft.com/office/drawing/2014/main" id="{7353AAAE-C862-40D8-37FF-0538968CF42F}"/>
              </a:ext>
            </a:extLst>
          </p:cNvPr>
          <p:cNvSpPr>
            <a:spLocks noGrp="1"/>
          </p:cNvSpPr>
          <p:nvPr>
            <p:ph type="body" sz="quarter" idx="25"/>
          </p:nvPr>
        </p:nvSpPr>
        <p:spPr>
          <a:xfrm>
            <a:off x="6783940" y="741495"/>
            <a:ext cx="5079926" cy="334515"/>
          </a:xfrm>
        </p:spPr>
        <p:txBody>
          <a:bodyPr/>
          <a:lstStyle/>
          <a:p>
            <a:r>
              <a:rPr lang="en-GR"/>
              <a:t>Title Aptos 18-24pt lines spacing 0,9</a:t>
            </a:r>
          </a:p>
        </p:txBody>
      </p:sp>
      <p:sp>
        <p:nvSpPr>
          <p:cNvPr id="56" name="Freeform 55">
            <a:extLst>
              <a:ext uri="{FF2B5EF4-FFF2-40B4-BE49-F238E27FC236}">
                <a16:creationId xmlns:a16="http://schemas.microsoft.com/office/drawing/2014/main" id="{24E7BC8A-C2F4-1BD4-84E8-0C20A41228F7}"/>
              </a:ext>
            </a:extLst>
          </p:cNvPr>
          <p:cNvSpPr/>
          <p:nvPr/>
        </p:nvSpPr>
        <p:spPr>
          <a:xfrm flipH="1">
            <a:off x="529" y="2"/>
            <a:ext cx="6762980" cy="6857998"/>
          </a:xfrm>
          <a:custGeom>
            <a:avLst/>
            <a:gdLst>
              <a:gd name="connsiteX0" fmla="*/ 4001986 w 6762980"/>
              <a:gd name="connsiteY0" fmla="*/ 5143499 h 6857998"/>
              <a:gd name="connsiteX1" fmla="*/ 2706858 w 6762980"/>
              <a:gd name="connsiteY1" fmla="*/ 5940260 h 6857998"/>
              <a:gd name="connsiteX2" fmla="*/ 2706858 w 6762980"/>
              <a:gd name="connsiteY2" fmla="*/ 6002834 h 6857998"/>
              <a:gd name="connsiteX3" fmla="*/ 4051956 w 6762980"/>
              <a:gd name="connsiteY3" fmla="*/ 6002834 h 6857998"/>
              <a:gd name="connsiteX4" fmla="*/ 4051956 w 6762980"/>
              <a:gd name="connsiteY4" fmla="*/ 6853827 h 6857998"/>
              <a:gd name="connsiteX5" fmla="*/ 4110256 w 6762980"/>
              <a:gd name="connsiteY5" fmla="*/ 6853827 h 6857998"/>
              <a:gd name="connsiteX6" fmla="*/ 4110256 w 6762980"/>
              <a:gd name="connsiteY6" fmla="*/ 6857998 h 6857998"/>
              <a:gd name="connsiteX7" fmla="*/ 5405385 w 6762980"/>
              <a:gd name="connsiteY7" fmla="*/ 6061237 h 6857998"/>
              <a:gd name="connsiteX8" fmla="*/ 5405385 w 6762980"/>
              <a:gd name="connsiteY8" fmla="*/ 5998663 h 6857998"/>
              <a:gd name="connsiteX9" fmla="*/ 4060287 w 6762980"/>
              <a:gd name="connsiteY9" fmla="*/ 5998663 h 6857998"/>
              <a:gd name="connsiteX10" fmla="*/ 4060287 w 6762980"/>
              <a:gd name="connsiteY10" fmla="*/ 5147670 h 6857998"/>
              <a:gd name="connsiteX11" fmla="*/ 4001986 w 6762980"/>
              <a:gd name="connsiteY11" fmla="*/ 5147670 h 6857998"/>
              <a:gd name="connsiteX12" fmla="*/ 4110256 w 6762980"/>
              <a:gd name="connsiteY12" fmla="*/ 3428997 h 6857998"/>
              <a:gd name="connsiteX13" fmla="*/ 4051956 w 6762980"/>
              <a:gd name="connsiteY13" fmla="*/ 3428997 h 6857998"/>
              <a:gd name="connsiteX14" fmla="*/ 4051956 w 6762980"/>
              <a:gd name="connsiteY14" fmla="*/ 4284161 h 6857998"/>
              <a:gd name="connsiteX15" fmla="*/ 2706858 w 6762980"/>
              <a:gd name="connsiteY15" fmla="*/ 4284161 h 6857998"/>
              <a:gd name="connsiteX16" fmla="*/ 2706858 w 6762980"/>
              <a:gd name="connsiteY16" fmla="*/ 4346735 h 6857998"/>
              <a:gd name="connsiteX17" fmla="*/ 4001986 w 6762980"/>
              <a:gd name="connsiteY17" fmla="*/ 5143496 h 6857998"/>
              <a:gd name="connsiteX18" fmla="*/ 4060287 w 6762980"/>
              <a:gd name="connsiteY18" fmla="*/ 5143496 h 6857998"/>
              <a:gd name="connsiteX19" fmla="*/ 4060287 w 6762980"/>
              <a:gd name="connsiteY19" fmla="*/ 4288332 h 6857998"/>
              <a:gd name="connsiteX20" fmla="*/ 5405385 w 6762980"/>
              <a:gd name="connsiteY20" fmla="*/ 4288332 h 6857998"/>
              <a:gd name="connsiteX21" fmla="*/ 5405385 w 6762980"/>
              <a:gd name="connsiteY21" fmla="*/ 4225761 h 6857998"/>
              <a:gd name="connsiteX22" fmla="*/ 4110256 w 6762980"/>
              <a:gd name="connsiteY22" fmla="*/ 3428997 h 6857998"/>
              <a:gd name="connsiteX23" fmla="*/ 6762980 w 6762980"/>
              <a:gd name="connsiteY23" fmla="*/ 2569662 h 6857998"/>
              <a:gd name="connsiteX24" fmla="*/ 5409551 w 6762980"/>
              <a:gd name="connsiteY24" fmla="*/ 2569662 h 6857998"/>
              <a:gd name="connsiteX25" fmla="*/ 5409551 w 6762980"/>
              <a:gd name="connsiteY25" fmla="*/ 2632237 h 6857998"/>
              <a:gd name="connsiteX26" fmla="*/ 6704679 w 6762980"/>
              <a:gd name="connsiteY26" fmla="*/ 3428997 h 6857998"/>
              <a:gd name="connsiteX27" fmla="*/ 6704679 w 6762980"/>
              <a:gd name="connsiteY27" fmla="*/ 3428997 h 6857998"/>
              <a:gd name="connsiteX28" fmla="*/ 5409551 w 6762980"/>
              <a:gd name="connsiteY28" fmla="*/ 4225761 h 6857998"/>
              <a:gd name="connsiteX29" fmla="*/ 5409551 w 6762980"/>
              <a:gd name="connsiteY29" fmla="*/ 4288332 h 6857998"/>
              <a:gd name="connsiteX30" fmla="*/ 6762980 w 6762980"/>
              <a:gd name="connsiteY30" fmla="*/ 4288332 h 6857998"/>
              <a:gd name="connsiteX31" fmla="*/ 6762980 w 6762980"/>
              <a:gd name="connsiteY31" fmla="*/ 3428997 h 6857998"/>
              <a:gd name="connsiteX32" fmla="*/ 6762980 w 6762980"/>
              <a:gd name="connsiteY32" fmla="*/ 3428997 h 6857998"/>
              <a:gd name="connsiteX33" fmla="*/ 1353429 w 6762980"/>
              <a:gd name="connsiteY33" fmla="*/ 1714499 h 6857998"/>
              <a:gd name="connsiteX34" fmla="*/ 1295128 w 6762980"/>
              <a:gd name="connsiteY34" fmla="*/ 1714499 h 6857998"/>
              <a:gd name="connsiteX35" fmla="*/ 0 w 6762980"/>
              <a:gd name="connsiteY35" fmla="*/ 2511262 h 6857998"/>
              <a:gd name="connsiteX36" fmla="*/ 0 w 6762980"/>
              <a:gd name="connsiteY36" fmla="*/ 2573834 h 6857998"/>
              <a:gd name="connsiteX37" fmla="*/ 1349264 w 6762980"/>
              <a:gd name="connsiteY37" fmla="*/ 2573834 h 6857998"/>
              <a:gd name="connsiteX38" fmla="*/ 1349264 w 6762980"/>
              <a:gd name="connsiteY38" fmla="*/ 3428997 h 6857998"/>
              <a:gd name="connsiteX39" fmla="*/ 1407564 w 6762980"/>
              <a:gd name="connsiteY39" fmla="*/ 3428997 h 6857998"/>
              <a:gd name="connsiteX40" fmla="*/ 2702693 w 6762980"/>
              <a:gd name="connsiteY40" fmla="*/ 2632237 h 6857998"/>
              <a:gd name="connsiteX41" fmla="*/ 2702693 w 6762980"/>
              <a:gd name="connsiteY41" fmla="*/ 2569662 h 6857998"/>
              <a:gd name="connsiteX42" fmla="*/ 1353429 w 6762980"/>
              <a:gd name="connsiteY42" fmla="*/ 2569662 h 6857998"/>
              <a:gd name="connsiteX43" fmla="*/ 4060287 w 6762980"/>
              <a:gd name="connsiteY43" fmla="*/ 0 h 6857998"/>
              <a:gd name="connsiteX44" fmla="*/ 4001986 w 6762980"/>
              <a:gd name="connsiteY44" fmla="*/ 0 h 6857998"/>
              <a:gd name="connsiteX45" fmla="*/ 2706858 w 6762980"/>
              <a:gd name="connsiteY45" fmla="*/ 796763 h 6857998"/>
              <a:gd name="connsiteX46" fmla="*/ 2706858 w 6762980"/>
              <a:gd name="connsiteY46" fmla="*/ 859335 h 6857998"/>
              <a:gd name="connsiteX47" fmla="*/ 4060287 w 6762980"/>
              <a:gd name="connsiteY47" fmla="*/ 859335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762980" h="6857998">
                <a:moveTo>
                  <a:pt x="4001986" y="5143499"/>
                </a:moveTo>
                <a:cubicBezTo>
                  <a:pt x="4001986" y="5581510"/>
                  <a:pt x="3423133" y="5940260"/>
                  <a:pt x="2706858" y="5940260"/>
                </a:cubicBezTo>
                <a:lnTo>
                  <a:pt x="2706858" y="6002834"/>
                </a:lnTo>
                <a:lnTo>
                  <a:pt x="4051956" y="6002834"/>
                </a:lnTo>
                <a:lnTo>
                  <a:pt x="4051956" y="6853827"/>
                </a:lnTo>
                <a:lnTo>
                  <a:pt x="4110256" y="6853827"/>
                </a:lnTo>
                <a:lnTo>
                  <a:pt x="4110256" y="6857998"/>
                </a:lnTo>
                <a:cubicBezTo>
                  <a:pt x="4110256" y="6419987"/>
                  <a:pt x="4689109" y="6061237"/>
                  <a:pt x="5405385" y="6061237"/>
                </a:cubicBezTo>
                <a:lnTo>
                  <a:pt x="5405385" y="5998663"/>
                </a:lnTo>
                <a:lnTo>
                  <a:pt x="4060287" y="5998663"/>
                </a:lnTo>
                <a:lnTo>
                  <a:pt x="4060287" y="5147670"/>
                </a:lnTo>
                <a:lnTo>
                  <a:pt x="4001986" y="5147670"/>
                </a:lnTo>
                <a:close/>
                <a:moveTo>
                  <a:pt x="4110256" y="3428997"/>
                </a:moveTo>
                <a:lnTo>
                  <a:pt x="4051956" y="3428997"/>
                </a:lnTo>
                <a:lnTo>
                  <a:pt x="4051956" y="4284161"/>
                </a:lnTo>
                <a:lnTo>
                  <a:pt x="2706858" y="4284161"/>
                </a:lnTo>
                <a:lnTo>
                  <a:pt x="2706858" y="4346735"/>
                </a:lnTo>
                <a:cubicBezTo>
                  <a:pt x="3423133" y="4346735"/>
                  <a:pt x="4001986" y="4705485"/>
                  <a:pt x="4001986" y="5143496"/>
                </a:cubicBezTo>
                <a:lnTo>
                  <a:pt x="4060287" y="5143496"/>
                </a:lnTo>
                <a:lnTo>
                  <a:pt x="4060287" y="4288332"/>
                </a:lnTo>
                <a:lnTo>
                  <a:pt x="5405385" y="4288332"/>
                </a:lnTo>
                <a:lnTo>
                  <a:pt x="5405385" y="4225761"/>
                </a:lnTo>
                <a:cubicBezTo>
                  <a:pt x="4689109" y="4225761"/>
                  <a:pt x="4110256" y="3867008"/>
                  <a:pt x="4110256" y="3428997"/>
                </a:cubicBezTo>
                <a:close/>
                <a:moveTo>
                  <a:pt x="6762980" y="2569662"/>
                </a:moveTo>
                <a:lnTo>
                  <a:pt x="5409551" y="2569662"/>
                </a:lnTo>
                <a:lnTo>
                  <a:pt x="5409551" y="2632237"/>
                </a:lnTo>
                <a:cubicBezTo>
                  <a:pt x="6125826" y="2632237"/>
                  <a:pt x="6704679" y="2990986"/>
                  <a:pt x="6704679" y="3428997"/>
                </a:cubicBezTo>
                <a:lnTo>
                  <a:pt x="6704679" y="3428997"/>
                </a:lnTo>
                <a:cubicBezTo>
                  <a:pt x="6704679" y="3867008"/>
                  <a:pt x="6125827" y="4225761"/>
                  <a:pt x="5409551" y="4225761"/>
                </a:cubicBezTo>
                <a:lnTo>
                  <a:pt x="5409551" y="4288332"/>
                </a:lnTo>
                <a:lnTo>
                  <a:pt x="6762980" y="4288332"/>
                </a:lnTo>
                <a:lnTo>
                  <a:pt x="6762980" y="3428997"/>
                </a:lnTo>
                <a:lnTo>
                  <a:pt x="6762980" y="3428997"/>
                </a:lnTo>
                <a:close/>
                <a:moveTo>
                  <a:pt x="1353429" y="1714499"/>
                </a:moveTo>
                <a:lnTo>
                  <a:pt x="1295128" y="1714499"/>
                </a:lnTo>
                <a:cubicBezTo>
                  <a:pt x="1295128" y="2152509"/>
                  <a:pt x="716276" y="2511262"/>
                  <a:pt x="0" y="2511262"/>
                </a:cubicBezTo>
                <a:lnTo>
                  <a:pt x="0" y="2573834"/>
                </a:lnTo>
                <a:lnTo>
                  <a:pt x="1349264" y="2573834"/>
                </a:lnTo>
                <a:lnTo>
                  <a:pt x="1349264" y="3428997"/>
                </a:lnTo>
                <a:lnTo>
                  <a:pt x="1407564" y="3428997"/>
                </a:lnTo>
                <a:cubicBezTo>
                  <a:pt x="1407564" y="2990986"/>
                  <a:pt x="1986417" y="2632237"/>
                  <a:pt x="2702693" y="2632237"/>
                </a:cubicBezTo>
                <a:lnTo>
                  <a:pt x="2702693" y="2569662"/>
                </a:lnTo>
                <a:lnTo>
                  <a:pt x="1353429" y="2569662"/>
                </a:lnTo>
                <a:close/>
                <a:moveTo>
                  <a:pt x="4060287" y="0"/>
                </a:moveTo>
                <a:lnTo>
                  <a:pt x="4001986" y="0"/>
                </a:lnTo>
                <a:cubicBezTo>
                  <a:pt x="4001986" y="438011"/>
                  <a:pt x="3423133" y="796763"/>
                  <a:pt x="2706858" y="796763"/>
                </a:cubicBezTo>
                <a:lnTo>
                  <a:pt x="2706858" y="859335"/>
                </a:lnTo>
                <a:lnTo>
                  <a:pt x="4060287" y="859335"/>
                </a:lnTo>
                <a:close/>
              </a:path>
            </a:pathLst>
          </a:custGeom>
          <a:solidFill>
            <a:srgbClr val="047A85"/>
          </a:solidFill>
          <a:ln w="16168" cap="flat">
            <a:noFill/>
            <a:prstDash val="solid"/>
            <a:miter/>
          </a:ln>
        </p:spPr>
        <p:txBody>
          <a:bodyPr wrap="square" rtlCol="0" anchor="ctr">
            <a:noAutofit/>
          </a:bodyPr>
          <a:lstStyle/>
          <a:p>
            <a:endParaRPr lang="en-GR"/>
          </a:p>
        </p:txBody>
      </p:sp>
      <p:pic>
        <p:nvPicPr>
          <p:cNvPr id="4" name="Graphic 3">
            <a:extLst>
              <a:ext uri="{FF2B5EF4-FFF2-40B4-BE49-F238E27FC236}">
                <a16:creationId xmlns:a16="http://schemas.microsoft.com/office/drawing/2014/main" id="{9CE4ABF3-B324-D7DD-3267-4B6F447D7AD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2030" y="6465600"/>
            <a:ext cx="1007999" cy="210763"/>
          </a:xfrm>
          <a:prstGeom prst="rect">
            <a:avLst/>
          </a:prstGeom>
        </p:spPr>
      </p:pic>
    </p:spTree>
    <p:extLst>
      <p:ext uri="{BB962C8B-B14F-4D97-AF65-F5344CB8AC3E}">
        <p14:creationId xmlns:p14="http://schemas.microsoft.com/office/powerpoint/2010/main" val="389653942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8DFAD6C6-BB1C-8CC5-45E2-7ED7C977D0F8}"/>
              </a:ext>
            </a:extLst>
          </p:cNvPr>
          <p:cNvSpPr>
            <a:spLocks noGrp="1"/>
          </p:cNvSpPr>
          <p:nvPr>
            <p:ph type="pic" sz="quarter" idx="21"/>
          </p:nvPr>
        </p:nvSpPr>
        <p:spPr/>
        <p:txBody>
          <a:bodyPr/>
          <a:lstStyle/>
          <a:p>
            <a:endParaRPr lang="en-GR"/>
          </a:p>
        </p:txBody>
      </p:sp>
      <p:sp>
        <p:nvSpPr>
          <p:cNvPr id="4" name="Slide Number Placeholder 3">
            <a:extLst>
              <a:ext uri="{FF2B5EF4-FFF2-40B4-BE49-F238E27FC236}">
                <a16:creationId xmlns:a16="http://schemas.microsoft.com/office/drawing/2014/main" id="{B28E0574-1BFF-AD03-A900-01B578B4195B}"/>
              </a:ext>
            </a:extLst>
          </p:cNvPr>
          <p:cNvSpPr>
            <a:spLocks noGrp="1"/>
          </p:cNvSpPr>
          <p:nvPr>
            <p:ph type="sldNum" sz="quarter" idx="24"/>
          </p:nvPr>
        </p:nvSpPr>
        <p:spPr>
          <a:xfrm>
            <a:off x="11179867" y="6542942"/>
            <a:ext cx="684000" cy="138499"/>
          </a:xfrm>
        </p:spPr>
        <p:txBody>
          <a:bodyPr/>
          <a:lstStyle/>
          <a:p>
            <a:fld id="{233F7D93-8529-0F4E-AF24-E7C8656CB0BF}" type="slidenum">
              <a:rPr lang="en-GR" smtClean="0"/>
              <a:pPr/>
              <a:t>98</a:t>
            </a:fld>
            <a:endParaRPr lang="en-GR"/>
          </a:p>
        </p:txBody>
      </p:sp>
      <p:sp>
        <p:nvSpPr>
          <p:cNvPr id="17" name="Text Placeholder 16">
            <a:extLst>
              <a:ext uri="{FF2B5EF4-FFF2-40B4-BE49-F238E27FC236}">
                <a16:creationId xmlns:a16="http://schemas.microsoft.com/office/drawing/2014/main" id="{AEAF7A58-1A1E-DDD2-4A83-6C051971E689}"/>
              </a:ext>
            </a:extLst>
          </p:cNvPr>
          <p:cNvSpPr>
            <a:spLocks noGrp="1"/>
          </p:cNvSpPr>
          <p:nvPr>
            <p:ph type="body" sz="quarter" idx="14"/>
          </p:nvPr>
        </p:nvSpPr>
        <p:spPr>
          <a:xfrm>
            <a:off x="6783942" y="1268824"/>
            <a:ext cx="5079927" cy="5040497"/>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21" name="Text Placeholder 20">
            <a:extLst>
              <a:ext uri="{FF2B5EF4-FFF2-40B4-BE49-F238E27FC236}">
                <a16:creationId xmlns:a16="http://schemas.microsoft.com/office/drawing/2014/main" id="{D1A23BF3-F23F-E862-0B32-82A2A81E9BAA}"/>
              </a:ext>
            </a:extLst>
          </p:cNvPr>
          <p:cNvSpPr>
            <a:spLocks noGrp="1"/>
          </p:cNvSpPr>
          <p:nvPr>
            <p:ph type="body" sz="quarter" idx="25"/>
          </p:nvPr>
        </p:nvSpPr>
        <p:spPr>
          <a:xfrm>
            <a:off x="6783940" y="741495"/>
            <a:ext cx="5079926" cy="334515"/>
          </a:xfrm>
        </p:spPr>
        <p:txBody>
          <a:bodyPr/>
          <a:lstStyle/>
          <a:p>
            <a:r>
              <a:rPr lang="en-GR"/>
              <a:t>Title Aptos 18-24pt lines spacing 0,9</a:t>
            </a:r>
          </a:p>
        </p:txBody>
      </p:sp>
      <p:grpSp>
        <p:nvGrpSpPr>
          <p:cNvPr id="5" name="Group 4">
            <a:extLst>
              <a:ext uri="{FF2B5EF4-FFF2-40B4-BE49-F238E27FC236}">
                <a16:creationId xmlns:a16="http://schemas.microsoft.com/office/drawing/2014/main" id="{4CDA236A-718C-ECED-8811-F98531DA62E8}"/>
              </a:ext>
            </a:extLst>
          </p:cNvPr>
          <p:cNvGrpSpPr/>
          <p:nvPr/>
        </p:nvGrpSpPr>
        <p:grpSpPr>
          <a:xfrm flipH="1">
            <a:off x="1257975" y="891181"/>
            <a:ext cx="3806621" cy="5075636"/>
            <a:chOff x="2119150" y="80051"/>
            <a:chExt cx="310537" cy="414061"/>
          </a:xfrm>
          <a:solidFill>
            <a:srgbClr val="AA0028"/>
          </a:solidFill>
        </p:grpSpPr>
        <p:sp>
          <p:nvSpPr>
            <p:cNvPr id="9" name="Freeform 8">
              <a:extLst>
                <a:ext uri="{FF2B5EF4-FFF2-40B4-BE49-F238E27FC236}">
                  <a16:creationId xmlns:a16="http://schemas.microsoft.com/office/drawing/2014/main" id="{61F55285-4A8B-DE94-761C-1562B9AAEA23}"/>
                </a:ext>
              </a:extLst>
            </p:cNvPr>
            <p:cNvSpPr/>
            <p:nvPr/>
          </p:nvSpPr>
          <p:spPr>
            <a:xfrm>
              <a:off x="2119150" y="287082"/>
              <a:ext cx="310537" cy="207030"/>
            </a:xfrm>
            <a:custGeom>
              <a:avLst/>
              <a:gdLst>
                <a:gd name="connsiteX0" fmla="*/ 0 w 310537"/>
                <a:gd name="connsiteY0" fmla="*/ 207031 h 207030"/>
                <a:gd name="connsiteX1" fmla="*/ 310537 w 310537"/>
                <a:gd name="connsiteY1" fmla="*/ 207031 h 207030"/>
                <a:gd name="connsiteX2" fmla="*/ 310537 w 310537"/>
                <a:gd name="connsiteY2" fmla="*/ 0 h 207030"/>
                <a:gd name="connsiteX3" fmla="*/ 298854 w 310537"/>
                <a:gd name="connsiteY3" fmla="*/ 0 h 207030"/>
                <a:gd name="connsiteX4" fmla="*/ 0 w 310537"/>
                <a:gd name="connsiteY4" fmla="*/ 194713 h 207030"/>
                <a:gd name="connsiteX5" fmla="*/ 0 w 310537"/>
                <a:gd name="connsiteY5" fmla="*/ 207031 h 20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537" h="207030">
                  <a:moveTo>
                    <a:pt x="0" y="207031"/>
                  </a:moveTo>
                  <a:lnTo>
                    <a:pt x="310537" y="207031"/>
                  </a:lnTo>
                  <a:lnTo>
                    <a:pt x="310537" y="0"/>
                  </a:lnTo>
                  <a:lnTo>
                    <a:pt x="298854" y="0"/>
                  </a:lnTo>
                  <a:cubicBezTo>
                    <a:pt x="298854" y="107501"/>
                    <a:pt x="165040" y="194713"/>
                    <a:pt x="0" y="194713"/>
                  </a:cubicBezTo>
                  <a:lnTo>
                    <a:pt x="0" y="207031"/>
                  </a:lnTo>
                  <a:close/>
                </a:path>
              </a:pathLst>
            </a:custGeom>
            <a:grpFill/>
            <a:ln w="690" cap="flat">
              <a:noFill/>
              <a:prstDash val="solid"/>
              <a:miter/>
            </a:ln>
          </p:spPr>
          <p:txBody>
            <a:bodyPr rtlCol="0" anchor="ctr"/>
            <a:lstStyle/>
            <a:p>
              <a:endParaRPr lang="en-GR"/>
            </a:p>
          </p:txBody>
        </p:sp>
        <p:sp>
          <p:nvSpPr>
            <p:cNvPr id="10" name="Freeform 9">
              <a:extLst>
                <a:ext uri="{FF2B5EF4-FFF2-40B4-BE49-F238E27FC236}">
                  <a16:creationId xmlns:a16="http://schemas.microsoft.com/office/drawing/2014/main" id="{F62EA229-F89F-63C5-E4D3-EFF27F5D6496}"/>
                </a:ext>
              </a:extLst>
            </p:cNvPr>
            <p:cNvSpPr/>
            <p:nvPr/>
          </p:nvSpPr>
          <p:spPr>
            <a:xfrm>
              <a:off x="2119150" y="80051"/>
              <a:ext cx="310537" cy="207030"/>
            </a:xfrm>
            <a:custGeom>
              <a:avLst/>
              <a:gdLst>
                <a:gd name="connsiteX0" fmla="*/ 0 w 310537"/>
                <a:gd name="connsiteY0" fmla="*/ 0 h 207030"/>
                <a:gd name="connsiteX1" fmla="*/ 310537 w 310537"/>
                <a:gd name="connsiteY1" fmla="*/ 0 h 207030"/>
                <a:gd name="connsiteX2" fmla="*/ 310537 w 310537"/>
                <a:gd name="connsiteY2" fmla="*/ 207031 h 207030"/>
                <a:gd name="connsiteX3" fmla="*/ 298854 w 310537"/>
                <a:gd name="connsiteY3" fmla="*/ 207031 h 207030"/>
                <a:gd name="connsiteX4" fmla="*/ 0 w 310537"/>
                <a:gd name="connsiteY4" fmla="*/ 12318 h 207030"/>
                <a:gd name="connsiteX5" fmla="*/ 0 w 310537"/>
                <a:gd name="connsiteY5" fmla="*/ 0 h 20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537" h="207030">
                  <a:moveTo>
                    <a:pt x="0" y="0"/>
                  </a:moveTo>
                  <a:lnTo>
                    <a:pt x="310537" y="0"/>
                  </a:lnTo>
                  <a:lnTo>
                    <a:pt x="310537" y="207031"/>
                  </a:lnTo>
                  <a:lnTo>
                    <a:pt x="298854" y="207031"/>
                  </a:lnTo>
                  <a:cubicBezTo>
                    <a:pt x="298854" y="99530"/>
                    <a:pt x="165040" y="12318"/>
                    <a:pt x="0" y="12318"/>
                  </a:cubicBezTo>
                  <a:lnTo>
                    <a:pt x="0" y="0"/>
                  </a:lnTo>
                  <a:close/>
                </a:path>
              </a:pathLst>
            </a:custGeom>
            <a:grpFill/>
            <a:ln w="690" cap="flat">
              <a:noFill/>
              <a:prstDash val="solid"/>
              <a:miter/>
            </a:ln>
          </p:spPr>
          <p:txBody>
            <a:bodyPr rtlCol="0" anchor="ctr"/>
            <a:lstStyle/>
            <a:p>
              <a:endParaRPr lang="en-GR"/>
            </a:p>
          </p:txBody>
        </p:sp>
      </p:grpSp>
      <p:pic>
        <p:nvPicPr>
          <p:cNvPr id="3" name="Graphic 2">
            <a:extLst>
              <a:ext uri="{FF2B5EF4-FFF2-40B4-BE49-F238E27FC236}">
                <a16:creationId xmlns:a16="http://schemas.microsoft.com/office/drawing/2014/main" id="{9F33E4F8-7C5E-B102-DE3F-B1041383998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2030" y="6465600"/>
            <a:ext cx="1007999" cy="210763"/>
          </a:xfrm>
          <a:prstGeom prst="rect">
            <a:avLst/>
          </a:prstGeom>
        </p:spPr>
      </p:pic>
    </p:spTree>
    <p:extLst>
      <p:ext uri="{BB962C8B-B14F-4D97-AF65-F5344CB8AC3E}">
        <p14:creationId xmlns:p14="http://schemas.microsoft.com/office/powerpoint/2010/main" val="56913375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E868FA3-8C1A-BE9F-C8F7-C36F872BA09C}"/>
              </a:ext>
            </a:extLst>
          </p:cNvPr>
          <p:cNvSpPr>
            <a:spLocks noGrp="1"/>
          </p:cNvSpPr>
          <p:nvPr>
            <p:ph type="pic" sz="quarter" idx="21"/>
          </p:nvPr>
        </p:nvSpPr>
        <p:spPr/>
        <p:txBody>
          <a:bodyPr/>
          <a:lstStyle/>
          <a:p>
            <a:endParaRPr lang="en-GR"/>
          </a:p>
        </p:txBody>
      </p:sp>
      <p:sp>
        <p:nvSpPr>
          <p:cNvPr id="4" name="Slide Number Placeholder 3">
            <a:extLst>
              <a:ext uri="{FF2B5EF4-FFF2-40B4-BE49-F238E27FC236}">
                <a16:creationId xmlns:a16="http://schemas.microsoft.com/office/drawing/2014/main" id="{10B04622-B3E6-F28B-4198-D4915B79D3A8}"/>
              </a:ext>
            </a:extLst>
          </p:cNvPr>
          <p:cNvSpPr>
            <a:spLocks noGrp="1"/>
          </p:cNvSpPr>
          <p:nvPr>
            <p:ph type="sldNum" sz="quarter" idx="24"/>
          </p:nvPr>
        </p:nvSpPr>
        <p:spPr>
          <a:xfrm>
            <a:off x="11179867" y="6542942"/>
            <a:ext cx="684000" cy="138499"/>
          </a:xfrm>
        </p:spPr>
        <p:txBody>
          <a:bodyPr/>
          <a:lstStyle/>
          <a:p>
            <a:fld id="{233F7D93-8529-0F4E-AF24-E7C8656CB0BF}" type="slidenum">
              <a:rPr lang="en-GR" smtClean="0"/>
              <a:pPr/>
              <a:t>99</a:t>
            </a:fld>
            <a:endParaRPr lang="en-GR"/>
          </a:p>
        </p:txBody>
      </p:sp>
      <p:sp>
        <p:nvSpPr>
          <p:cNvPr id="14" name="Text Placeholder 13">
            <a:extLst>
              <a:ext uri="{FF2B5EF4-FFF2-40B4-BE49-F238E27FC236}">
                <a16:creationId xmlns:a16="http://schemas.microsoft.com/office/drawing/2014/main" id="{9B16DAE4-77CD-7FAB-145F-822707E881E0}"/>
              </a:ext>
            </a:extLst>
          </p:cNvPr>
          <p:cNvSpPr>
            <a:spLocks noGrp="1"/>
          </p:cNvSpPr>
          <p:nvPr>
            <p:ph type="body" sz="quarter" idx="14"/>
          </p:nvPr>
        </p:nvSpPr>
        <p:spPr>
          <a:xfrm>
            <a:off x="6783942" y="1268824"/>
            <a:ext cx="5079927" cy="5040497"/>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5" name="Text Placeholder 14">
            <a:extLst>
              <a:ext uri="{FF2B5EF4-FFF2-40B4-BE49-F238E27FC236}">
                <a16:creationId xmlns:a16="http://schemas.microsoft.com/office/drawing/2014/main" id="{D9364AA0-2968-8B58-9A79-BDF2E98ED4E0}"/>
              </a:ext>
            </a:extLst>
          </p:cNvPr>
          <p:cNvSpPr>
            <a:spLocks noGrp="1"/>
          </p:cNvSpPr>
          <p:nvPr>
            <p:ph type="body" sz="quarter" idx="25"/>
          </p:nvPr>
        </p:nvSpPr>
        <p:spPr>
          <a:xfrm>
            <a:off x="6783940" y="741495"/>
            <a:ext cx="5079926" cy="334515"/>
          </a:xfrm>
        </p:spPr>
        <p:txBody>
          <a:bodyPr/>
          <a:lstStyle/>
          <a:p>
            <a:r>
              <a:rPr lang="en-GR"/>
              <a:t>Title Aptos 18-24pt lines spacing 0,9</a:t>
            </a:r>
          </a:p>
        </p:txBody>
      </p:sp>
      <p:sp>
        <p:nvSpPr>
          <p:cNvPr id="28" name="Freeform 27">
            <a:extLst>
              <a:ext uri="{FF2B5EF4-FFF2-40B4-BE49-F238E27FC236}">
                <a16:creationId xmlns:a16="http://schemas.microsoft.com/office/drawing/2014/main" id="{B7752D6E-5E40-F071-1148-1C8D2E5D4D3D}"/>
              </a:ext>
            </a:extLst>
          </p:cNvPr>
          <p:cNvSpPr/>
          <p:nvPr/>
        </p:nvSpPr>
        <p:spPr>
          <a:xfrm>
            <a:off x="0" y="1266060"/>
            <a:ext cx="5384118" cy="4320434"/>
          </a:xfrm>
          <a:custGeom>
            <a:avLst/>
            <a:gdLst>
              <a:gd name="connsiteX0" fmla="*/ 0 w 5384118"/>
              <a:gd name="connsiteY0" fmla="*/ 0 h 4320434"/>
              <a:gd name="connsiteX1" fmla="*/ 5384118 w 5384118"/>
              <a:gd name="connsiteY1" fmla="*/ 0 h 4320434"/>
              <a:gd name="connsiteX2" fmla="*/ 5384118 w 5384118"/>
              <a:gd name="connsiteY2" fmla="*/ 4320434 h 4320434"/>
              <a:gd name="connsiteX3" fmla="*/ 0 w 5384118"/>
              <a:gd name="connsiteY3" fmla="*/ 4320434 h 4320434"/>
              <a:gd name="connsiteX4" fmla="*/ 0 w 5384118"/>
              <a:gd name="connsiteY4" fmla="*/ 3637078 h 4320434"/>
              <a:gd name="connsiteX5" fmla="*/ 153578 w 5384118"/>
              <a:gd name="connsiteY5" fmla="*/ 3727902 h 4320434"/>
              <a:gd name="connsiteX6" fmla="*/ 2139650 w 5384118"/>
              <a:gd name="connsiteY6" fmla="*/ 4191867 h 4320434"/>
              <a:gd name="connsiteX7" fmla="*/ 5262112 w 5384118"/>
              <a:gd name="connsiteY7" fmla="*/ 2160223 h 4320434"/>
              <a:gd name="connsiteX8" fmla="*/ 2139650 w 5384118"/>
              <a:gd name="connsiteY8" fmla="*/ 128580 h 4320434"/>
              <a:gd name="connsiteX9" fmla="*/ 153578 w 5384118"/>
              <a:gd name="connsiteY9" fmla="*/ 592545 h 4320434"/>
              <a:gd name="connsiteX10" fmla="*/ 0 w 5384118"/>
              <a:gd name="connsiteY10" fmla="*/ 683369 h 432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84118" h="4320434">
                <a:moveTo>
                  <a:pt x="0" y="0"/>
                </a:moveTo>
                <a:lnTo>
                  <a:pt x="5384118" y="0"/>
                </a:lnTo>
                <a:lnTo>
                  <a:pt x="5384118" y="4320434"/>
                </a:lnTo>
                <a:lnTo>
                  <a:pt x="0" y="4320434"/>
                </a:lnTo>
                <a:lnTo>
                  <a:pt x="0" y="3637078"/>
                </a:lnTo>
                <a:lnTo>
                  <a:pt x="153578" y="3727902"/>
                </a:lnTo>
                <a:cubicBezTo>
                  <a:pt x="693317" y="4017743"/>
                  <a:pt x="1385258" y="4191867"/>
                  <a:pt x="2139650" y="4191867"/>
                </a:cubicBezTo>
                <a:cubicBezTo>
                  <a:pt x="3863975" y="4191867"/>
                  <a:pt x="5262112" y="3282156"/>
                  <a:pt x="5262112" y="2160223"/>
                </a:cubicBezTo>
                <a:cubicBezTo>
                  <a:pt x="5262112" y="1038291"/>
                  <a:pt x="3863975" y="128580"/>
                  <a:pt x="2139650" y="128580"/>
                </a:cubicBezTo>
                <a:cubicBezTo>
                  <a:pt x="1385258" y="128580"/>
                  <a:pt x="693317" y="302704"/>
                  <a:pt x="153578" y="592545"/>
                </a:cubicBezTo>
                <a:lnTo>
                  <a:pt x="0" y="683369"/>
                </a:lnTo>
                <a:close/>
              </a:path>
            </a:pathLst>
          </a:custGeom>
          <a:solidFill>
            <a:srgbClr val="D9A757"/>
          </a:solidFill>
          <a:ln w="690" cap="flat">
            <a:noFill/>
            <a:prstDash val="solid"/>
            <a:miter/>
          </a:ln>
        </p:spPr>
        <p:txBody>
          <a:bodyPr wrap="square" rtlCol="0" anchor="ctr">
            <a:noAutofit/>
          </a:bodyPr>
          <a:lstStyle/>
          <a:p>
            <a:pPr>
              <a:defRPr/>
            </a:pPr>
            <a:endParaRPr lang="en-GR">
              <a:solidFill>
                <a:prstClr val="black"/>
              </a:solidFill>
              <a:latin typeface="Calibri" panose="020F0502020204030204"/>
            </a:endParaRPr>
          </a:p>
        </p:txBody>
      </p:sp>
      <p:pic>
        <p:nvPicPr>
          <p:cNvPr id="3" name="Graphic 2">
            <a:extLst>
              <a:ext uri="{FF2B5EF4-FFF2-40B4-BE49-F238E27FC236}">
                <a16:creationId xmlns:a16="http://schemas.microsoft.com/office/drawing/2014/main" id="{C562DB99-CC32-60A9-9F6A-5A2600E44FD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2030" y="6465600"/>
            <a:ext cx="1007999" cy="210763"/>
          </a:xfrm>
          <a:prstGeom prst="rect">
            <a:avLst/>
          </a:prstGeom>
        </p:spPr>
      </p:pic>
    </p:spTree>
    <p:extLst>
      <p:ext uri="{BB962C8B-B14F-4D97-AF65-F5344CB8AC3E}">
        <p14:creationId xmlns:p14="http://schemas.microsoft.com/office/powerpoint/2010/main" val="1843109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C4F45-5F08-DB72-BC27-C267448BE727}"/>
            </a:ext>
          </a:extLst>
        </p:cNvPr>
        <p:cNvGrpSpPr/>
        <p:nvPr/>
      </p:nvGrpSpPr>
      <p:grpSpPr>
        <a:xfrm>
          <a:off x="0" y="0"/>
          <a:ext cx="0" cy="0"/>
          <a:chOff x="0" y="0"/>
          <a:chExt cx="0" cy="0"/>
        </a:xfrm>
      </p:grpSpPr>
      <p:sp>
        <p:nvSpPr>
          <p:cNvPr id="8" name="Picture Placeholder 7">
            <a:extLst>
              <a:ext uri="{FF2B5EF4-FFF2-40B4-BE49-F238E27FC236}">
                <a16:creationId xmlns:a16="http://schemas.microsoft.com/office/drawing/2014/main" id="{E960735E-6F9B-F837-6797-271B893BE8D9}"/>
              </a:ext>
            </a:extLst>
          </p:cNvPr>
          <p:cNvSpPr>
            <a:spLocks noGrp="1"/>
          </p:cNvSpPr>
          <p:nvPr>
            <p:ph type="pic" sz="quarter" idx="21"/>
          </p:nvPr>
        </p:nvSpPr>
        <p:spPr/>
        <p:txBody>
          <a:bodyPr/>
          <a:lstStyle/>
          <a:p>
            <a:endParaRPr lang="en-GR"/>
          </a:p>
        </p:txBody>
      </p:sp>
      <p:sp>
        <p:nvSpPr>
          <p:cNvPr id="4" name="Slide Number Placeholder 3">
            <a:extLst>
              <a:ext uri="{FF2B5EF4-FFF2-40B4-BE49-F238E27FC236}">
                <a16:creationId xmlns:a16="http://schemas.microsoft.com/office/drawing/2014/main" id="{22ABF1C2-F2D6-495E-0419-D97E77F9B0C1}"/>
              </a:ext>
            </a:extLst>
          </p:cNvPr>
          <p:cNvSpPr>
            <a:spLocks noGrp="1"/>
          </p:cNvSpPr>
          <p:nvPr>
            <p:ph type="sldNum" sz="quarter" idx="24"/>
          </p:nvPr>
        </p:nvSpPr>
        <p:spPr>
          <a:xfrm>
            <a:off x="11179867" y="6542942"/>
            <a:ext cx="684000" cy="138499"/>
          </a:xfrm>
        </p:spPr>
        <p:txBody>
          <a:bodyPr/>
          <a:lstStyle/>
          <a:p>
            <a:fld id="{233F7D93-8529-0F4E-AF24-E7C8656CB0BF}" type="slidenum">
              <a:rPr lang="en-GR" smtClean="0"/>
              <a:pPr/>
              <a:t>100</a:t>
            </a:fld>
            <a:endParaRPr lang="en-GR"/>
          </a:p>
        </p:txBody>
      </p:sp>
      <p:sp>
        <p:nvSpPr>
          <p:cNvPr id="14" name="Text Placeholder 13">
            <a:extLst>
              <a:ext uri="{FF2B5EF4-FFF2-40B4-BE49-F238E27FC236}">
                <a16:creationId xmlns:a16="http://schemas.microsoft.com/office/drawing/2014/main" id="{D8DB3EBD-D5CB-CBE3-C680-AFCEC0D73F08}"/>
              </a:ext>
            </a:extLst>
          </p:cNvPr>
          <p:cNvSpPr>
            <a:spLocks noGrp="1"/>
          </p:cNvSpPr>
          <p:nvPr>
            <p:ph type="body" sz="quarter" idx="14"/>
          </p:nvPr>
        </p:nvSpPr>
        <p:spPr>
          <a:xfrm>
            <a:off x="6783942" y="1268824"/>
            <a:ext cx="5079927" cy="5040497"/>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5" name="Text Placeholder 14">
            <a:extLst>
              <a:ext uri="{FF2B5EF4-FFF2-40B4-BE49-F238E27FC236}">
                <a16:creationId xmlns:a16="http://schemas.microsoft.com/office/drawing/2014/main" id="{89B083A3-3EDC-8A1D-AC78-7AE9C2D44099}"/>
              </a:ext>
            </a:extLst>
          </p:cNvPr>
          <p:cNvSpPr>
            <a:spLocks noGrp="1"/>
          </p:cNvSpPr>
          <p:nvPr>
            <p:ph type="body" sz="quarter" idx="25"/>
          </p:nvPr>
        </p:nvSpPr>
        <p:spPr>
          <a:xfrm>
            <a:off x="6783940" y="741495"/>
            <a:ext cx="5079926" cy="334515"/>
          </a:xfrm>
        </p:spPr>
        <p:txBody>
          <a:bodyPr/>
          <a:lstStyle/>
          <a:p>
            <a:r>
              <a:rPr lang="en-GR"/>
              <a:t>Title Aptos 18-24pt lines spacing 0,9</a:t>
            </a:r>
          </a:p>
        </p:txBody>
      </p:sp>
      <p:sp>
        <p:nvSpPr>
          <p:cNvPr id="5" name="Freeform 4">
            <a:extLst>
              <a:ext uri="{FF2B5EF4-FFF2-40B4-BE49-F238E27FC236}">
                <a16:creationId xmlns:a16="http://schemas.microsoft.com/office/drawing/2014/main" id="{29DCA4F5-94D4-6345-075E-6FAFFE4DE0CF}"/>
              </a:ext>
            </a:extLst>
          </p:cNvPr>
          <p:cNvSpPr/>
          <p:nvPr/>
        </p:nvSpPr>
        <p:spPr>
          <a:xfrm flipH="1">
            <a:off x="1846" y="-7"/>
            <a:ext cx="6762980" cy="6857998"/>
          </a:xfrm>
          <a:custGeom>
            <a:avLst/>
            <a:gdLst>
              <a:gd name="connsiteX0" fmla="*/ 4001987 w 6762980"/>
              <a:gd name="connsiteY0" fmla="*/ 5143499 h 6857998"/>
              <a:gd name="connsiteX1" fmla="*/ 2706858 w 6762980"/>
              <a:gd name="connsiteY1" fmla="*/ 5940260 h 6857998"/>
              <a:gd name="connsiteX2" fmla="*/ 2706858 w 6762980"/>
              <a:gd name="connsiteY2" fmla="*/ 6002834 h 6857998"/>
              <a:gd name="connsiteX3" fmla="*/ 4051956 w 6762980"/>
              <a:gd name="connsiteY3" fmla="*/ 6002834 h 6857998"/>
              <a:gd name="connsiteX4" fmla="*/ 4051956 w 6762980"/>
              <a:gd name="connsiteY4" fmla="*/ 6853827 h 6857998"/>
              <a:gd name="connsiteX5" fmla="*/ 4110256 w 6762980"/>
              <a:gd name="connsiteY5" fmla="*/ 6853827 h 6857998"/>
              <a:gd name="connsiteX6" fmla="*/ 4110256 w 6762980"/>
              <a:gd name="connsiteY6" fmla="*/ 6857998 h 6857998"/>
              <a:gd name="connsiteX7" fmla="*/ 5405385 w 6762980"/>
              <a:gd name="connsiteY7" fmla="*/ 6061237 h 6857998"/>
              <a:gd name="connsiteX8" fmla="*/ 5405385 w 6762980"/>
              <a:gd name="connsiteY8" fmla="*/ 5998663 h 6857998"/>
              <a:gd name="connsiteX9" fmla="*/ 4060286 w 6762980"/>
              <a:gd name="connsiteY9" fmla="*/ 5998663 h 6857998"/>
              <a:gd name="connsiteX10" fmla="*/ 4060286 w 6762980"/>
              <a:gd name="connsiteY10" fmla="*/ 5147670 h 6857998"/>
              <a:gd name="connsiteX11" fmla="*/ 4001987 w 6762980"/>
              <a:gd name="connsiteY11" fmla="*/ 5147670 h 6857998"/>
              <a:gd name="connsiteX12" fmla="*/ 4110256 w 6762980"/>
              <a:gd name="connsiteY12" fmla="*/ 3428997 h 6857998"/>
              <a:gd name="connsiteX13" fmla="*/ 4051956 w 6762980"/>
              <a:gd name="connsiteY13" fmla="*/ 3428997 h 6857998"/>
              <a:gd name="connsiteX14" fmla="*/ 4051956 w 6762980"/>
              <a:gd name="connsiteY14" fmla="*/ 4284161 h 6857998"/>
              <a:gd name="connsiteX15" fmla="*/ 2706858 w 6762980"/>
              <a:gd name="connsiteY15" fmla="*/ 4284161 h 6857998"/>
              <a:gd name="connsiteX16" fmla="*/ 2706858 w 6762980"/>
              <a:gd name="connsiteY16" fmla="*/ 4346735 h 6857998"/>
              <a:gd name="connsiteX17" fmla="*/ 4001987 w 6762980"/>
              <a:gd name="connsiteY17" fmla="*/ 5143496 h 6857998"/>
              <a:gd name="connsiteX18" fmla="*/ 4060286 w 6762980"/>
              <a:gd name="connsiteY18" fmla="*/ 5143496 h 6857998"/>
              <a:gd name="connsiteX19" fmla="*/ 4060286 w 6762980"/>
              <a:gd name="connsiteY19" fmla="*/ 4288332 h 6857998"/>
              <a:gd name="connsiteX20" fmla="*/ 5405385 w 6762980"/>
              <a:gd name="connsiteY20" fmla="*/ 4288332 h 6857998"/>
              <a:gd name="connsiteX21" fmla="*/ 5405385 w 6762980"/>
              <a:gd name="connsiteY21" fmla="*/ 4225761 h 6857998"/>
              <a:gd name="connsiteX22" fmla="*/ 4110256 w 6762980"/>
              <a:gd name="connsiteY22" fmla="*/ 3428997 h 6857998"/>
              <a:gd name="connsiteX23" fmla="*/ 6762980 w 6762980"/>
              <a:gd name="connsiteY23" fmla="*/ 2569662 h 6857998"/>
              <a:gd name="connsiteX24" fmla="*/ 5409551 w 6762980"/>
              <a:gd name="connsiteY24" fmla="*/ 2569662 h 6857998"/>
              <a:gd name="connsiteX25" fmla="*/ 5409551 w 6762980"/>
              <a:gd name="connsiteY25" fmla="*/ 2632237 h 6857998"/>
              <a:gd name="connsiteX26" fmla="*/ 6704679 w 6762980"/>
              <a:gd name="connsiteY26" fmla="*/ 3428997 h 6857998"/>
              <a:gd name="connsiteX27" fmla="*/ 6704679 w 6762980"/>
              <a:gd name="connsiteY27" fmla="*/ 3428997 h 6857998"/>
              <a:gd name="connsiteX28" fmla="*/ 5409551 w 6762980"/>
              <a:gd name="connsiteY28" fmla="*/ 4225761 h 6857998"/>
              <a:gd name="connsiteX29" fmla="*/ 5409551 w 6762980"/>
              <a:gd name="connsiteY29" fmla="*/ 4288332 h 6857998"/>
              <a:gd name="connsiteX30" fmla="*/ 6762980 w 6762980"/>
              <a:gd name="connsiteY30" fmla="*/ 4288332 h 6857998"/>
              <a:gd name="connsiteX31" fmla="*/ 6762980 w 6762980"/>
              <a:gd name="connsiteY31" fmla="*/ 3428997 h 6857998"/>
              <a:gd name="connsiteX32" fmla="*/ 6762980 w 6762980"/>
              <a:gd name="connsiteY32" fmla="*/ 3428997 h 6857998"/>
              <a:gd name="connsiteX33" fmla="*/ 1353429 w 6762980"/>
              <a:gd name="connsiteY33" fmla="*/ 1714499 h 6857998"/>
              <a:gd name="connsiteX34" fmla="*/ 1295128 w 6762980"/>
              <a:gd name="connsiteY34" fmla="*/ 1714499 h 6857998"/>
              <a:gd name="connsiteX35" fmla="*/ 0 w 6762980"/>
              <a:gd name="connsiteY35" fmla="*/ 2511262 h 6857998"/>
              <a:gd name="connsiteX36" fmla="*/ 0 w 6762980"/>
              <a:gd name="connsiteY36" fmla="*/ 2573833 h 6857998"/>
              <a:gd name="connsiteX37" fmla="*/ 1349264 w 6762980"/>
              <a:gd name="connsiteY37" fmla="*/ 2573833 h 6857998"/>
              <a:gd name="connsiteX38" fmla="*/ 1349264 w 6762980"/>
              <a:gd name="connsiteY38" fmla="*/ 3428997 h 6857998"/>
              <a:gd name="connsiteX39" fmla="*/ 1407564 w 6762980"/>
              <a:gd name="connsiteY39" fmla="*/ 3428997 h 6857998"/>
              <a:gd name="connsiteX40" fmla="*/ 2702693 w 6762980"/>
              <a:gd name="connsiteY40" fmla="*/ 2632237 h 6857998"/>
              <a:gd name="connsiteX41" fmla="*/ 2702693 w 6762980"/>
              <a:gd name="connsiteY41" fmla="*/ 2569662 h 6857998"/>
              <a:gd name="connsiteX42" fmla="*/ 1353429 w 6762980"/>
              <a:gd name="connsiteY42" fmla="*/ 2569662 h 6857998"/>
              <a:gd name="connsiteX43" fmla="*/ 4060286 w 6762980"/>
              <a:gd name="connsiteY43" fmla="*/ 0 h 6857998"/>
              <a:gd name="connsiteX44" fmla="*/ 4001987 w 6762980"/>
              <a:gd name="connsiteY44" fmla="*/ 0 h 6857998"/>
              <a:gd name="connsiteX45" fmla="*/ 2706858 w 6762980"/>
              <a:gd name="connsiteY45" fmla="*/ 796763 h 6857998"/>
              <a:gd name="connsiteX46" fmla="*/ 2706858 w 6762980"/>
              <a:gd name="connsiteY46" fmla="*/ 859335 h 6857998"/>
              <a:gd name="connsiteX47" fmla="*/ 4060286 w 6762980"/>
              <a:gd name="connsiteY47" fmla="*/ 859335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762980" h="6857998">
                <a:moveTo>
                  <a:pt x="4001987" y="5143499"/>
                </a:moveTo>
                <a:cubicBezTo>
                  <a:pt x="4001987" y="5581510"/>
                  <a:pt x="3423134" y="5940260"/>
                  <a:pt x="2706858" y="5940260"/>
                </a:cubicBezTo>
                <a:lnTo>
                  <a:pt x="2706858" y="6002834"/>
                </a:lnTo>
                <a:lnTo>
                  <a:pt x="4051956" y="6002834"/>
                </a:lnTo>
                <a:lnTo>
                  <a:pt x="4051956" y="6853827"/>
                </a:lnTo>
                <a:lnTo>
                  <a:pt x="4110256" y="6853827"/>
                </a:lnTo>
                <a:lnTo>
                  <a:pt x="4110256" y="6857998"/>
                </a:lnTo>
                <a:cubicBezTo>
                  <a:pt x="4110256" y="6419987"/>
                  <a:pt x="4689109" y="6061237"/>
                  <a:pt x="5405385" y="6061237"/>
                </a:cubicBezTo>
                <a:lnTo>
                  <a:pt x="5405385" y="5998663"/>
                </a:lnTo>
                <a:lnTo>
                  <a:pt x="4060286" y="5998663"/>
                </a:lnTo>
                <a:lnTo>
                  <a:pt x="4060286" y="5147670"/>
                </a:lnTo>
                <a:lnTo>
                  <a:pt x="4001987" y="5147670"/>
                </a:lnTo>
                <a:close/>
                <a:moveTo>
                  <a:pt x="4110256" y="3428997"/>
                </a:moveTo>
                <a:lnTo>
                  <a:pt x="4051956" y="3428997"/>
                </a:lnTo>
                <a:lnTo>
                  <a:pt x="4051956" y="4284161"/>
                </a:lnTo>
                <a:lnTo>
                  <a:pt x="2706858" y="4284161"/>
                </a:lnTo>
                <a:lnTo>
                  <a:pt x="2706858" y="4346735"/>
                </a:lnTo>
                <a:cubicBezTo>
                  <a:pt x="3423134" y="4346735"/>
                  <a:pt x="4001987" y="4705485"/>
                  <a:pt x="4001987" y="5143496"/>
                </a:cubicBezTo>
                <a:lnTo>
                  <a:pt x="4060286" y="5143496"/>
                </a:lnTo>
                <a:lnTo>
                  <a:pt x="4060286" y="4288332"/>
                </a:lnTo>
                <a:lnTo>
                  <a:pt x="5405385" y="4288332"/>
                </a:lnTo>
                <a:lnTo>
                  <a:pt x="5405385" y="4225761"/>
                </a:lnTo>
                <a:cubicBezTo>
                  <a:pt x="4689109" y="4225761"/>
                  <a:pt x="4110256" y="3867008"/>
                  <a:pt x="4110256" y="3428997"/>
                </a:cubicBezTo>
                <a:close/>
                <a:moveTo>
                  <a:pt x="6762980" y="2569662"/>
                </a:moveTo>
                <a:lnTo>
                  <a:pt x="5409551" y="2569662"/>
                </a:lnTo>
                <a:lnTo>
                  <a:pt x="5409551" y="2632237"/>
                </a:lnTo>
                <a:cubicBezTo>
                  <a:pt x="6125826" y="2632237"/>
                  <a:pt x="6704679" y="2990986"/>
                  <a:pt x="6704679" y="3428997"/>
                </a:cubicBezTo>
                <a:lnTo>
                  <a:pt x="6704679" y="3428997"/>
                </a:lnTo>
                <a:cubicBezTo>
                  <a:pt x="6704679" y="3867008"/>
                  <a:pt x="6125827" y="4225761"/>
                  <a:pt x="5409551" y="4225761"/>
                </a:cubicBezTo>
                <a:lnTo>
                  <a:pt x="5409551" y="4288332"/>
                </a:lnTo>
                <a:lnTo>
                  <a:pt x="6762980" y="4288332"/>
                </a:lnTo>
                <a:lnTo>
                  <a:pt x="6762980" y="3428997"/>
                </a:lnTo>
                <a:lnTo>
                  <a:pt x="6762980" y="3428997"/>
                </a:lnTo>
                <a:close/>
                <a:moveTo>
                  <a:pt x="1353429" y="1714499"/>
                </a:moveTo>
                <a:lnTo>
                  <a:pt x="1295128" y="1714499"/>
                </a:lnTo>
                <a:cubicBezTo>
                  <a:pt x="1295128" y="2152509"/>
                  <a:pt x="716276" y="2511262"/>
                  <a:pt x="0" y="2511262"/>
                </a:cubicBezTo>
                <a:lnTo>
                  <a:pt x="0" y="2573833"/>
                </a:lnTo>
                <a:lnTo>
                  <a:pt x="1349264" y="2573833"/>
                </a:lnTo>
                <a:lnTo>
                  <a:pt x="1349264" y="3428997"/>
                </a:lnTo>
                <a:lnTo>
                  <a:pt x="1407564" y="3428997"/>
                </a:lnTo>
                <a:cubicBezTo>
                  <a:pt x="1407564" y="2990986"/>
                  <a:pt x="1986417" y="2632237"/>
                  <a:pt x="2702693" y="2632237"/>
                </a:cubicBezTo>
                <a:lnTo>
                  <a:pt x="2702693" y="2569662"/>
                </a:lnTo>
                <a:lnTo>
                  <a:pt x="1353429" y="2569662"/>
                </a:lnTo>
                <a:close/>
                <a:moveTo>
                  <a:pt x="4060286" y="0"/>
                </a:moveTo>
                <a:lnTo>
                  <a:pt x="4001987" y="0"/>
                </a:lnTo>
                <a:cubicBezTo>
                  <a:pt x="4001987" y="438011"/>
                  <a:pt x="3423134" y="796763"/>
                  <a:pt x="2706858" y="796763"/>
                </a:cubicBezTo>
                <a:lnTo>
                  <a:pt x="2706858" y="859335"/>
                </a:lnTo>
                <a:lnTo>
                  <a:pt x="4060286" y="859335"/>
                </a:lnTo>
                <a:close/>
              </a:path>
            </a:pathLst>
          </a:custGeom>
          <a:solidFill>
            <a:schemeClr val="accent3"/>
          </a:solidFill>
          <a:ln w="16168" cap="flat">
            <a:noFill/>
            <a:prstDash val="solid"/>
            <a:miter/>
          </a:ln>
        </p:spPr>
        <p:txBody>
          <a:bodyPr wrap="square" rtlCol="0" anchor="ctr">
            <a:noAutofit/>
          </a:bodyPr>
          <a:lstStyle/>
          <a:p>
            <a:endParaRPr lang="en-GR"/>
          </a:p>
        </p:txBody>
      </p:sp>
      <p:pic>
        <p:nvPicPr>
          <p:cNvPr id="3" name="Graphic 2">
            <a:extLst>
              <a:ext uri="{FF2B5EF4-FFF2-40B4-BE49-F238E27FC236}">
                <a16:creationId xmlns:a16="http://schemas.microsoft.com/office/drawing/2014/main" id="{0F4C3E4E-05BE-6B1D-9E7E-14E43FDA912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2030" y="6465600"/>
            <a:ext cx="1007999" cy="210763"/>
          </a:xfrm>
          <a:prstGeom prst="rect">
            <a:avLst/>
          </a:prstGeom>
        </p:spPr>
      </p:pic>
    </p:spTree>
    <p:extLst>
      <p:ext uri="{BB962C8B-B14F-4D97-AF65-F5344CB8AC3E}">
        <p14:creationId xmlns:p14="http://schemas.microsoft.com/office/powerpoint/2010/main" val="68007170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45BFB9C-E37F-0407-69E2-82DCCB827302}"/>
              </a:ext>
            </a:extLst>
          </p:cNvPr>
          <p:cNvSpPr>
            <a:spLocks noGrp="1"/>
          </p:cNvSpPr>
          <p:nvPr>
            <p:ph type="pic" sz="quarter" idx="21"/>
          </p:nvPr>
        </p:nvSpPr>
        <p:spPr/>
        <p:txBody>
          <a:bodyPr/>
          <a:lstStyle/>
          <a:p>
            <a:endParaRPr lang="en-GR"/>
          </a:p>
        </p:txBody>
      </p:sp>
      <p:sp>
        <p:nvSpPr>
          <p:cNvPr id="4" name="Slide Number Placeholder 3">
            <a:extLst>
              <a:ext uri="{FF2B5EF4-FFF2-40B4-BE49-F238E27FC236}">
                <a16:creationId xmlns:a16="http://schemas.microsoft.com/office/drawing/2014/main" id="{362278D9-11B3-6AB2-05D3-3EFD464513B9}"/>
              </a:ext>
            </a:extLst>
          </p:cNvPr>
          <p:cNvSpPr>
            <a:spLocks noGrp="1"/>
          </p:cNvSpPr>
          <p:nvPr>
            <p:ph type="sldNum" sz="quarter" idx="24"/>
          </p:nvPr>
        </p:nvSpPr>
        <p:spPr>
          <a:xfrm>
            <a:off x="11179867" y="6542942"/>
            <a:ext cx="684000" cy="138499"/>
          </a:xfrm>
        </p:spPr>
        <p:txBody>
          <a:bodyPr/>
          <a:lstStyle/>
          <a:p>
            <a:fld id="{233F7D93-8529-0F4E-AF24-E7C8656CB0BF}" type="slidenum">
              <a:rPr lang="en-GR" smtClean="0"/>
              <a:pPr/>
              <a:t>101</a:t>
            </a:fld>
            <a:endParaRPr lang="en-GR"/>
          </a:p>
        </p:txBody>
      </p:sp>
      <p:sp>
        <p:nvSpPr>
          <p:cNvPr id="15" name="Text Placeholder 14">
            <a:extLst>
              <a:ext uri="{FF2B5EF4-FFF2-40B4-BE49-F238E27FC236}">
                <a16:creationId xmlns:a16="http://schemas.microsoft.com/office/drawing/2014/main" id="{F7F9E644-4485-85D3-4E21-15D7AF730E68}"/>
              </a:ext>
            </a:extLst>
          </p:cNvPr>
          <p:cNvSpPr>
            <a:spLocks noGrp="1"/>
          </p:cNvSpPr>
          <p:nvPr>
            <p:ph type="body" sz="quarter" idx="14"/>
          </p:nvPr>
        </p:nvSpPr>
        <p:spPr>
          <a:xfrm>
            <a:off x="6783942" y="1268824"/>
            <a:ext cx="5079927" cy="5040497"/>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6" name="Text Placeholder 15">
            <a:extLst>
              <a:ext uri="{FF2B5EF4-FFF2-40B4-BE49-F238E27FC236}">
                <a16:creationId xmlns:a16="http://schemas.microsoft.com/office/drawing/2014/main" id="{AA22A2CA-A40C-6455-DE2A-717CE342DB05}"/>
              </a:ext>
            </a:extLst>
          </p:cNvPr>
          <p:cNvSpPr>
            <a:spLocks noGrp="1"/>
          </p:cNvSpPr>
          <p:nvPr>
            <p:ph type="body" sz="quarter" idx="25"/>
          </p:nvPr>
        </p:nvSpPr>
        <p:spPr>
          <a:xfrm>
            <a:off x="6783940" y="741495"/>
            <a:ext cx="5079926" cy="334515"/>
          </a:xfrm>
        </p:spPr>
        <p:txBody>
          <a:bodyPr/>
          <a:lstStyle/>
          <a:p>
            <a:r>
              <a:rPr lang="en-GR"/>
              <a:t>Title Aptos 18-24pt lines spacing 0,9</a:t>
            </a:r>
          </a:p>
        </p:txBody>
      </p:sp>
      <p:pic>
        <p:nvPicPr>
          <p:cNvPr id="5" name="Graphic 4">
            <a:extLst>
              <a:ext uri="{FF2B5EF4-FFF2-40B4-BE49-F238E27FC236}">
                <a16:creationId xmlns:a16="http://schemas.microsoft.com/office/drawing/2014/main" id="{6CA86FA0-E79E-3549-679A-969A149BF73E}"/>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7440"/>
          <a:stretch/>
        </p:blipFill>
        <p:spPr>
          <a:xfrm>
            <a:off x="0" y="1158942"/>
            <a:ext cx="6581027" cy="4512082"/>
          </a:xfrm>
          <a:prstGeom prst="rect">
            <a:avLst/>
          </a:prstGeom>
        </p:spPr>
      </p:pic>
      <p:pic>
        <p:nvPicPr>
          <p:cNvPr id="3" name="Graphic 2">
            <a:extLst>
              <a:ext uri="{FF2B5EF4-FFF2-40B4-BE49-F238E27FC236}">
                <a16:creationId xmlns:a16="http://schemas.microsoft.com/office/drawing/2014/main" id="{1C5F7220-2ECF-A25E-CD95-6DC2659809E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42030" y="6465600"/>
            <a:ext cx="1007999" cy="210763"/>
          </a:xfrm>
          <a:prstGeom prst="rect">
            <a:avLst/>
          </a:prstGeom>
        </p:spPr>
      </p:pic>
    </p:spTree>
    <p:extLst>
      <p:ext uri="{BB962C8B-B14F-4D97-AF65-F5344CB8AC3E}">
        <p14:creationId xmlns:p14="http://schemas.microsoft.com/office/powerpoint/2010/main" val="98654076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30EEDE3-56E0-5E39-45AE-9E9EF5D79187}"/>
              </a:ext>
            </a:extLst>
          </p:cNvPr>
          <p:cNvSpPr>
            <a:spLocks noGrp="1"/>
          </p:cNvSpPr>
          <p:nvPr>
            <p:ph type="pic" sz="quarter" idx="21"/>
          </p:nvPr>
        </p:nvSpPr>
        <p:spPr/>
        <p:txBody>
          <a:bodyPr/>
          <a:lstStyle/>
          <a:p>
            <a:endParaRPr lang="en-GR"/>
          </a:p>
        </p:txBody>
      </p:sp>
      <p:sp>
        <p:nvSpPr>
          <p:cNvPr id="4" name="Slide Number Placeholder 3">
            <a:extLst>
              <a:ext uri="{FF2B5EF4-FFF2-40B4-BE49-F238E27FC236}">
                <a16:creationId xmlns:a16="http://schemas.microsoft.com/office/drawing/2014/main" id="{E8C0EDDF-3E94-A2E9-47B6-720405EEFF6E}"/>
              </a:ext>
            </a:extLst>
          </p:cNvPr>
          <p:cNvSpPr>
            <a:spLocks noGrp="1"/>
          </p:cNvSpPr>
          <p:nvPr>
            <p:ph type="sldNum" sz="quarter" idx="24"/>
          </p:nvPr>
        </p:nvSpPr>
        <p:spPr>
          <a:xfrm>
            <a:off x="11179867" y="6542942"/>
            <a:ext cx="684000" cy="138499"/>
          </a:xfrm>
        </p:spPr>
        <p:txBody>
          <a:bodyPr/>
          <a:lstStyle/>
          <a:p>
            <a:fld id="{233F7D93-8529-0F4E-AF24-E7C8656CB0BF}" type="slidenum">
              <a:rPr lang="en-GR" smtClean="0"/>
              <a:pPr/>
              <a:t>102</a:t>
            </a:fld>
            <a:endParaRPr lang="en-GR"/>
          </a:p>
        </p:txBody>
      </p:sp>
      <p:sp>
        <p:nvSpPr>
          <p:cNvPr id="14" name="Text Placeholder 13">
            <a:extLst>
              <a:ext uri="{FF2B5EF4-FFF2-40B4-BE49-F238E27FC236}">
                <a16:creationId xmlns:a16="http://schemas.microsoft.com/office/drawing/2014/main" id="{9A0817FA-D43C-3C2C-9F44-3D0A5FA3D145}"/>
              </a:ext>
            </a:extLst>
          </p:cNvPr>
          <p:cNvSpPr>
            <a:spLocks noGrp="1"/>
          </p:cNvSpPr>
          <p:nvPr>
            <p:ph type="body" sz="quarter" idx="14"/>
          </p:nvPr>
        </p:nvSpPr>
        <p:spPr>
          <a:xfrm>
            <a:off x="6783942" y="1268824"/>
            <a:ext cx="5079927" cy="5040497"/>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5" name="Text Placeholder 14">
            <a:extLst>
              <a:ext uri="{FF2B5EF4-FFF2-40B4-BE49-F238E27FC236}">
                <a16:creationId xmlns:a16="http://schemas.microsoft.com/office/drawing/2014/main" id="{F1A8044B-7959-2347-F56D-8F16A6AEBEC9}"/>
              </a:ext>
            </a:extLst>
          </p:cNvPr>
          <p:cNvSpPr>
            <a:spLocks noGrp="1"/>
          </p:cNvSpPr>
          <p:nvPr>
            <p:ph type="body" sz="quarter" idx="25"/>
          </p:nvPr>
        </p:nvSpPr>
        <p:spPr>
          <a:xfrm>
            <a:off x="6783940" y="741495"/>
            <a:ext cx="5079926" cy="334515"/>
          </a:xfrm>
        </p:spPr>
        <p:txBody>
          <a:bodyPr/>
          <a:lstStyle/>
          <a:p>
            <a:r>
              <a:rPr lang="en-GR"/>
              <a:t>Title Aptos 18-24pt lines spacing 0,9</a:t>
            </a:r>
          </a:p>
        </p:txBody>
      </p:sp>
      <p:sp>
        <p:nvSpPr>
          <p:cNvPr id="28" name="Freeform 27">
            <a:extLst>
              <a:ext uri="{FF2B5EF4-FFF2-40B4-BE49-F238E27FC236}">
                <a16:creationId xmlns:a16="http://schemas.microsoft.com/office/drawing/2014/main" id="{0BE3529B-C292-4E79-C36D-94A9A975146A}"/>
              </a:ext>
            </a:extLst>
          </p:cNvPr>
          <p:cNvSpPr/>
          <p:nvPr/>
        </p:nvSpPr>
        <p:spPr>
          <a:xfrm>
            <a:off x="0" y="1268783"/>
            <a:ext cx="5527956" cy="4320434"/>
          </a:xfrm>
          <a:custGeom>
            <a:avLst/>
            <a:gdLst>
              <a:gd name="connsiteX0" fmla="*/ 0 w 5527956"/>
              <a:gd name="connsiteY0" fmla="*/ 0 h 4320434"/>
              <a:gd name="connsiteX1" fmla="*/ 5527956 w 5527956"/>
              <a:gd name="connsiteY1" fmla="*/ 0 h 4320434"/>
              <a:gd name="connsiteX2" fmla="*/ 5527956 w 5527956"/>
              <a:gd name="connsiteY2" fmla="*/ 4320434 h 4320434"/>
              <a:gd name="connsiteX3" fmla="*/ 0 w 5527956"/>
              <a:gd name="connsiteY3" fmla="*/ 4320434 h 4320434"/>
              <a:gd name="connsiteX4" fmla="*/ 0 w 5527956"/>
              <a:gd name="connsiteY4" fmla="*/ 3542590 h 4320434"/>
              <a:gd name="connsiteX5" fmla="*/ 75679 w 5527956"/>
              <a:gd name="connsiteY5" fmla="*/ 3596770 h 4320434"/>
              <a:gd name="connsiteX6" fmla="*/ 2283488 w 5527956"/>
              <a:gd name="connsiteY6" fmla="*/ 4191867 h 4320434"/>
              <a:gd name="connsiteX7" fmla="*/ 5405950 w 5527956"/>
              <a:gd name="connsiteY7" fmla="*/ 2160223 h 4320434"/>
              <a:gd name="connsiteX8" fmla="*/ 2283488 w 5527956"/>
              <a:gd name="connsiteY8" fmla="*/ 128580 h 4320434"/>
              <a:gd name="connsiteX9" fmla="*/ 75679 w 5527956"/>
              <a:gd name="connsiteY9" fmla="*/ 723677 h 4320434"/>
              <a:gd name="connsiteX10" fmla="*/ 0 w 5527956"/>
              <a:gd name="connsiteY10" fmla="*/ 777857 h 432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7956" h="4320434">
                <a:moveTo>
                  <a:pt x="0" y="0"/>
                </a:moveTo>
                <a:lnTo>
                  <a:pt x="5527956" y="0"/>
                </a:lnTo>
                <a:lnTo>
                  <a:pt x="5527956" y="4320434"/>
                </a:lnTo>
                <a:lnTo>
                  <a:pt x="0" y="4320434"/>
                </a:lnTo>
                <a:lnTo>
                  <a:pt x="0" y="3542590"/>
                </a:lnTo>
                <a:lnTo>
                  <a:pt x="75679" y="3596770"/>
                </a:lnTo>
                <a:cubicBezTo>
                  <a:pt x="640732" y="3964439"/>
                  <a:pt x="1421326" y="4191867"/>
                  <a:pt x="2283488" y="4191867"/>
                </a:cubicBezTo>
                <a:cubicBezTo>
                  <a:pt x="4007813" y="4191867"/>
                  <a:pt x="5405950" y="3282156"/>
                  <a:pt x="5405950" y="2160223"/>
                </a:cubicBezTo>
                <a:cubicBezTo>
                  <a:pt x="5405950" y="1038291"/>
                  <a:pt x="4007813" y="128580"/>
                  <a:pt x="2283488" y="128580"/>
                </a:cubicBezTo>
                <a:cubicBezTo>
                  <a:pt x="1421326" y="128580"/>
                  <a:pt x="640732" y="356008"/>
                  <a:pt x="75679" y="723677"/>
                </a:cubicBezTo>
                <a:lnTo>
                  <a:pt x="0" y="777857"/>
                </a:lnTo>
                <a:close/>
              </a:path>
            </a:pathLst>
          </a:custGeom>
          <a:solidFill>
            <a:schemeClr val="accent3"/>
          </a:solidFill>
          <a:ln w="690" cap="flat">
            <a:noFill/>
            <a:prstDash val="solid"/>
            <a:miter/>
          </a:ln>
        </p:spPr>
        <p:txBody>
          <a:bodyPr wrap="square" rtlCol="0" anchor="ctr">
            <a:noAutofit/>
          </a:bodyPr>
          <a:lstStyle/>
          <a:p>
            <a:pPr>
              <a:defRPr/>
            </a:pPr>
            <a:endParaRPr lang="en-GR">
              <a:solidFill>
                <a:prstClr val="black"/>
              </a:solidFill>
              <a:latin typeface="Calibri" panose="020F0502020204030204"/>
            </a:endParaRPr>
          </a:p>
        </p:txBody>
      </p:sp>
      <p:pic>
        <p:nvPicPr>
          <p:cNvPr id="3" name="Graphic 2">
            <a:extLst>
              <a:ext uri="{FF2B5EF4-FFF2-40B4-BE49-F238E27FC236}">
                <a16:creationId xmlns:a16="http://schemas.microsoft.com/office/drawing/2014/main" id="{DC9880A6-E76E-E0F7-E8CB-5B1A398594A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2030" y="6465600"/>
            <a:ext cx="1007999" cy="210763"/>
          </a:xfrm>
          <a:prstGeom prst="rect">
            <a:avLst/>
          </a:prstGeom>
        </p:spPr>
      </p:pic>
    </p:spTree>
    <p:extLst>
      <p:ext uri="{BB962C8B-B14F-4D97-AF65-F5344CB8AC3E}">
        <p14:creationId xmlns:p14="http://schemas.microsoft.com/office/powerpoint/2010/main" val="88960894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061699B-D3C7-A6D0-4990-4E6E741BBD26}"/>
              </a:ext>
            </a:extLst>
          </p:cNvPr>
          <p:cNvSpPr>
            <a:spLocks noGrp="1"/>
          </p:cNvSpPr>
          <p:nvPr>
            <p:ph type="pic" sz="quarter" idx="21"/>
          </p:nvPr>
        </p:nvSpPr>
        <p:spPr/>
        <p:txBody>
          <a:bodyPr/>
          <a:lstStyle/>
          <a:p>
            <a:endParaRPr lang="en-GR"/>
          </a:p>
        </p:txBody>
      </p:sp>
      <p:sp>
        <p:nvSpPr>
          <p:cNvPr id="5" name="Slide Number Placeholder 4">
            <a:extLst>
              <a:ext uri="{FF2B5EF4-FFF2-40B4-BE49-F238E27FC236}">
                <a16:creationId xmlns:a16="http://schemas.microsoft.com/office/drawing/2014/main" id="{ECC8B52C-8D32-C3D3-C749-D21CE69B03E0}"/>
              </a:ext>
            </a:extLst>
          </p:cNvPr>
          <p:cNvSpPr>
            <a:spLocks noGrp="1"/>
          </p:cNvSpPr>
          <p:nvPr>
            <p:ph type="sldNum" sz="quarter" idx="24"/>
          </p:nvPr>
        </p:nvSpPr>
        <p:spPr>
          <a:xfrm>
            <a:off x="11179867" y="6542942"/>
            <a:ext cx="684000" cy="138499"/>
          </a:xfrm>
        </p:spPr>
        <p:txBody>
          <a:bodyPr/>
          <a:lstStyle/>
          <a:p>
            <a:fld id="{233F7D93-8529-0F4E-AF24-E7C8656CB0BF}" type="slidenum">
              <a:rPr lang="en-GR" smtClean="0"/>
              <a:pPr/>
              <a:t>103</a:t>
            </a:fld>
            <a:endParaRPr lang="en-GR"/>
          </a:p>
        </p:txBody>
      </p:sp>
      <p:sp>
        <p:nvSpPr>
          <p:cNvPr id="14" name="Text Placeholder 13">
            <a:extLst>
              <a:ext uri="{FF2B5EF4-FFF2-40B4-BE49-F238E27FC236}">
                <a16:creationId xmlns:a16="http://schemas.microsoft.com/office/drawing/2014/main" id="{6434372B-926B-8B64-DFAE-BA3B06E48433}"/>
              </a:ext>
            </a:extLst>
          </p:cNvPr>
          <p:cNvSpPr>
            <a:spLocks noGrp="1"/>
          </p:cNvSpPr>
          <p:nvPr>
            <p:ph type="body" sz="quarter" idx="14"/>
          </p:nvPr>
        </p:nvSpPr>
        <p:spPr>
          <a:xfrm>
            <a:off x="332317" y="1268824"/>
            <a:ext cx="6451625"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 </a:t>
            </a:r>
            <a:r>
              <a:rPr lang="en-US"/>
              <a:t>sector</a:t>
            </a:r>
            <a:r>
              <a:rPr lang="en-GB"/>
              <a: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3" name="Title 12">
            <a:extLst>
              <a:ext uri="{FF2B5EF4-FFF2-40B4-BE49-F238E27FC236}">
                <a16:creationId xmlns:a16="http://schemas.microsoft.com/office/drawing/2014/main" id="{9E5C1AC2-3A73-9563-B9D8-CF52EFAFDB7A}"/>
              </a:ext>
            </a:extLst>
          </p:cNvPr>
          <p:cNvSpPr>
            <a:spLocks noGrp="1"/>
          </p:cNvSpPr>
          <p:nvPr>
            <p:ph type="ctrTitle"/>
          </p:nvPr>
        </p:nvSpPr>
        <p:spPr>
          <a:xfrm>
            <a:off x="332316" y="409286"/>
            <a:ext cx="5037767" cy="139397"/>
          </a:xfrm>
        </p:spPr>
        <p:txBody>
          <a:bodyPr/>
          <a:lstStyle/>
          <a:p>
            <a:r>
              <a:rPr lang="en-GR"/>
              <a:t>Page Layouts</a:t>
            </a:r>
          </a:p>
        </p:txBody>
      </p:sp>
      <p:sp>
        <p:nvSpPr>
          <p:cNvPr id="15" name="Text Placeholder 14">
            <a:extLst>
              <a:ext uri="{FF2B5EF4-FFF2-40B4-BE49-F238E27FC236}">
                <a16:creationId xmlns:a16="http://schemas.microsoft.com/office/drawing/2014/main" id="{36F41A4B-A005-2361-A6B4-6173F4F9DFD8}"/>
              </a:ext>
            </a:extLst>
          </p:cNvPr>
          <p:cNvSpPr>
            <a:spLocks noGrp="1"/>
          </p:cNvSpPr>
          <p:nvPr>
            <p:ph type="body" sz="quarter" idx="16"/>
          </p:nvPr>
        </p:nvSpPr>
        <p:spPr>
          <a:xfrm>
            <a:off x="332317" y="741495"/>
            <a:ext cx="5036400" cy="334515"/>
          </a:xfrm>
        </p:spPr>
        <p:txBody>
          <a:bodyPr/>
          <a:lstStyle/>
          <a:p>
            <a:r>
              <a:rPr lang="en-GR"/>
              <a:t>Title Aptos 18-24pt lines spacing 0,9</a:t>
            </a:r>
          </a:p>
        </p:txBody>
      </p:sp>
      <p:sp>
        <p:nvSpPr>
          <p:cNvPr id="9" name="Freeform 8">
            <a:extLst>
              <a:ext uri="{FF2B5EF4-FFF2-40B4-BE49-F238E27FC236}">
                <a16:creationId xmlns:a16="http://schemas.microsoft.com/office/drawing/2014/main" id="{752A2D19-BFFA-7060-8A83-CBFDDA61D89A}"/>
              </a:ext>
            </a:extLst>
          </p:cNvPr>
          <p:cNvSpPr/>
          <p:nvPr/>
        </p:nvSpPr>
        <p:spPr>
          <a:xfrm>
            <a:off x="7143977" y="9"/>
            <a:ext cx="3857511" cy="6858000"/>
          </a:xfrm>
          <a:custGeom>
            <a:avLst/>
            <a:gdLst>
              <a:gd name="connsiteX0" fmla="*/ 2571678 w 3857511"/>
              <a:gd name="connsiteY0" fmla="*/ 6000753 h 6858000"/>
              <a:gd name="connsiteX1" fmla="*/ 3857511 w 3857511"/>
              <a:gd name="connsiteY1" fmla="*/ 6000753 h 6858000"/>
              <a:gd name="connsiteX2" fmla="*/ 3857511 w 3857511"/>
              <a:gd name="connsiteY2" fmla="*/ 6051758 h 6858000"/>
              <a:gd name="connsiteX3" fmla="*/ 2620025 w 3857511"/>
              <a:gd name="connsiteY3" fmla="*/ 6858000 h 6858000"/>
              <a:gd name="connsiteX4" fmla="*/ 2571678 w 3857511"/>
              <a:gd name="connsiteY4" fmla="*/ 6858000 h 6858000"/>
              <a:gd name="connsiteX5" fmla="*/ 2523331 w 3857511"/>
              <a:gd name="connsiteY5" fmla="*/ 5143506 h 6858000"/>
              <a:gd name="connsiteX6" fmla="*/ 2571678 w 3857511"/>
              <a:gd name="connsiteY6" fmla="*/ 5143506 h 6858000"/>
              <a:gd name="connsiteX7" fmla="*/ 2571678 w 3857511"/>
              <a:gd name="connsiteY7" fmla="*/ 6000753 h 6858000"/>
              <a:gd name="connsiteX8" fmla="*/ 1285845 w 3857511"/>
              <a:gd name="connsiteY8" fmla="*/ 6000753 h 6858000"/>
              <a:gd name="connsiteX9" fmla="*/ 1285845 w 3857511"/>
              <a:gd name="connsiteY9" fmla="*/ 5949748 h 6858000"/>
              <a:gd name="connsiteX10" fmla="*/ 2523331 w 3857511"/>
              <a:gd name="connsiteY10" fmla="*/ 5143506 h 6858000"/>
              <a:gd name="connsiteX11" fmla="*/ 0 w 3857511"/>
              <a:gd name="connsiteY11" fmla="*/ 3429000 h 6858000"/>
              <a:gd name="connsiteX12" fmla="*/ 48346 w 3857511"/>
              <a:gd name="connsiteY12" fmla="*/ 3429000 h 6858000"/>
              <a:gd name="connsiteX13" fmla="*/ 1285833 w 3857511"/>
              <a:gd name="connsiteY13" fmla="*/ 4235242 h 6858000"/>
              <a:gd name="connsiteX14" fmla="*/ 1285833 w 3857511"/>
              <a:gd name="connsiteY14" fmla="*/ 4286247 h 6858000"/>
              <a:gd name="connsiteX15" fmla="*/ 0 w 3857511"/>
              <a:gd name="connsiteY15" fmla="*/ 4286247 h 6858000"/>
              <a:gd name="connsiteX16" fmla="*/ 1285845 w 3857511"/>
              <a:gd name="connsiteY16" fmla="*/ 2571752 h 6858000"/>
              <a:gd name="connsiteX17" fmla="*/ 2571678 w 3857511"/>
              <a:gd name="connsiteY17" fmla="*/ 2571752 h 6858000"/>
              <a:gd name="connsiteX18" fmla="*/ 2571678 w 3857511"/>
              <a:gd name="connsiteY18" fmla="*/ 3428999 h 6858000"/>
              <a:gd name="connsiteX19" fmla="*/ 2523331 w 3857511"/>
              <a:gd name="connsiteY19" fmla="*/ 3428999 h 6858000"/>
              <a:gd name="connsiteX20" fmla="*/ 1285845 w 3857511"/>
              <a:gd name="connsiteY20" fmla="*/ 2622757 h 6858000"/>
              <a:gd name="connsiteX21" fmla="*/ 2523331 w 3857511"/>
              <a:gd name="connsiteY21" fmla="*/ 0 h 6858000"/>
              <a:gd name="connsiteX22" fmla="*/ 2571678 w 3857511"/>
              <a:gd name="connsiteY22" fmla="*/ 0 h 6858000"/>
              <a:gd name="connsiteX23" fmla="*/ 2571678 w 3857511"/>
              <a:gd name="connsiteY23" fmla="*/ 857246 h 6858000"/>
              <a:gd name="connsiteX24" fmla="*/ 3857511 w 3857511"/>
              <a:gd name="connsiteY24" fmla="*/ 857246 h 6858000"/>
              <a:gd name="connsiteX25" fmla="*/ 3857511 w 3857511"/>
              <a:gd name="connsiteY25" fmla="*/ 908251 h 6858000"/>
              <a:gd name="connsiteX26" fmla="*/ 2626415 w 3857511"/>
              <a:gd name="connsiteY26" fmla="*/ 1632077 h 6858000"/>
              <a:gd name="connsiteX27" fmla="*/ 2620025 w 3857511"/>
              <a:gd name="connsiteY27" fmla="*/ 1714493 h 6858000"/>
              <a:gd name="connsiteX28" fmla="*/ 2626415 w 3857511"/>
              <a:gd name="connsiteY28" fmla="*/ 1796909 h 6858000"/>
              <a:gd name="connsiteX29" fmla="*/ 3857511 w 3857511"/>
              <a:gd name="connsiteY29" fmla="*/ 2520735 h 6858000"/>
              <a:gd name="connsiteX30" fmla="*/ 3857511 w 3857511"/>
              <a:gd name="connsiteY30" fmla="*/ 2571740 h 6858000"/>
              <a:gd name="connsiteX31" fmla="*/ 2571678 w 3857511"/>
              <a:gd name="connsiteY31" fmla="*/ 2571740 h 6858000"/>
              <a:gd name="connsiteX32" fmla="*/ 2571678 w 3857511"/>
              <a:gd name="connsiteY32" fmla="*/ 1714493 h 6858000"/>
              <a:gd name="connsiteX33" fmla="*/ 2571678 w 3857511"/>
              <a:gd name="connsiteY33" fmla="*/ 1714493 h 6858000"/>
              <a:gd name="connsiteX34" fmla="*/ 2571678 w 3857511"/>
              <a:gd name="connsiteY34" fmla="*/ 857247 h 6858000"/>
              <a:gd name="connsiteX35" fmla="*/ 1285845 w 3857511"/>
              <a:gd name="connsiteY35" fmla="*/ 857247 h 6858000"/>
              <a:gd name="connsiteX36" fmla="*/ 1285845 w 3857511"/>
              <a:gd name="connsiteY36" fmla="*/ 806242 h 6858000"/>
              <a:gd name="connsiteX37" fmla="*/ 2523331 w 3857511"/>
              <a:gd name="connsiteY3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57511" h="6858000">
                <a:moveTo>
                  <a:pt x="2571678" y="6000753"/>
                </a:moveTo>
                <a:lnTo>
                  <a:pt x="3857511" y="6000753"/>
                </a:lnTo>
                <a:lnTo>
                  <a:pt x="3857511" y="6051758"/>
                </a:lnTo>
                <a:cubicBezTo>
                  <a:pt x="3174136" y="6051758"/>
                  <a:pt x="2620025" y="6412831"/>
                  <a:pt x="2620025" y="6858000"/>
                </a:cubicBezTo>
                <a:lnTo>
                  <a:pt x="2571678" y="6858000"/>
                </a:lnTo>
                <a:close/>
                <a:moveTo>
                  <a:pt x="2523331" y="5143506"/>
                </a:moveTo>
                <a:lnTo>
                  <a:pt x="2571678" y="5143506"/>
                </a:lnTo>
                <a:lnTo>
                  <a:pt x="2571678" y="6000753"/>
                </a:lnTo>
                <a:lnTo>
                  <a:pt x="1285845" y="6000753"/>
                </a:lnTo>
                <a:lnTo>
                  <a:pt x="1285845" y="5949748"/>
                </a:lnTo>
                <a:cubicBezTo>
                  <a:pt x="1969220" y="5949748"/>
                  <a:pt x="2523331" y="5588676"/>
                  <a:pt x="2523331" y="5143506"/>
                </a:cubicBezTo>
                <a:close/>
                <a:moveTo>
                  <a:pt x="0" y="3429000"/>
                </a:moveTo>
                <a:lnTo>
                  <a:pt x="48346" y="3429000"/>
                </a:lnTo>
                <a:cubicBezTo>
                  <a:pt x="48346" y="3874170"/>
                  <a:pt x="602458" y="4235242"/>
                  <a:pt x="1285833" y="4235242"/>
                </a:cubicBezTo>
                <a:lnTo>
                  <a:pt x="1285833" y="4286247"/>
                </a:lnTo>
                <a:lnTo>
                  <a:pt x="0" y="4286247"/>
                </a:lnTo>
                <a:close/>
                <a:moveTo>
                  <a:pt x="1285845" y="2571752"/>
                </a:moveTo>
                <a:lnTo>
                  <a:pt x="2571678" y="2571752"/>
                </a:lnTo>
                <a:lnTo>
                  <a:pt x="2571678" y="3428999"/>
                </a:lnTo>
                <a:lnTo>
                  <a:pt x="2523331" y="3428999"/>
                </a:lnTo>
                <a:cubicBezTo>
                  <a:pt x="2523331" y="2983830"/>
                  <a:pt x="1969220" y="2622757"/>
                  <a:pt x="1285845" y="2622757"/>
                </a:cubicBezTo>
                <a:close/>
                <a:moveTo>
                  <a:pt x="2523331" y="0"/>
                </a:moveTo>
                <a:lnTo>
                  <a:pt x="2571678" y="0"/>
                </a:lnTo>
                <a:lnTo>
                  <a:pt x="2571678" y="857246"/>
                </a:lnTo>
                <a:lnTo>
                  <a:pt x="3857511" y="857246"/>
                </a:lnTo>
                <a:lnTo>
                  <a:pt x="3857511" y="908251"/>
                </a:lnTo>
                <a:cubicBezTo>
                  <a:pt x="3216847" y="908251"/>
                  <a:pt x="2689794" y="1225600"/>
                  <a:pt x="2626415" y="1632077"/>
                </a:cubicBezTo>
                <a:lnTo>
                  <a:pt x="2620025" y="1714493"/>
                </a:lnTo>
                <a:lnTo>
                  <a:pt x="2626415" y="1796909"/>
                </a:lnTo>
                <a:cubicBezTo>
                  <a:pt x="2689794" y="2203387"/>
                  <a:pt x="3216847" y="2520735"/>
                  <a:pt x="3857511" y="2520735"/>
                </a:cubicBezTo>
                <a:lnTo>
                  <a:pt x="3857511" y="2571740"/>
                </a:lnTo>
                <a:lnTo>
                  <a:pt x="2571678" y="2571740"/>
                </a:lnTo>
                <a:lnTo>
                  <a:pt x="2571678" y="1714493"/>
                </a:lnTo>
                <a:lnTo>
                  <a:pt x="2571678" y="1714493"/>
                </a:lnTo>
                <a:lnTo>
                  <a:pt x="2571678" y="857247"/>
                </a:lnTo>
                <a:lnTo>
                  <a:pt x="1285845" y="857247"/>
                </a:lnTo>
                <a:lnTo>
                  <a:pt x="1285845" y="806242"/>
                </a:lnTo>
                <a:cubicBezTo>
                  <a:pt x="1969220" y="806242"/>
                  <a:pt x="2523331" y="445169"/>
                  <a:pt x="2523331" y="0"/>
                </a:cubicBezTo>
                <a:close/>
              </a:path>
            </a:pathLst>
          </a:custGeom>
          <a:solidFill>
            <a:schemeClr val="tx2"/>
          </a:solidFill>
          <a:ln w="690" cap="flat">
            <a:noFill/>
            <a:prstDash val="solid"/>
            <a:miter/>
          </a:ln>
        </p:spPr>
        <p:txBody>
          <a:bodyPr wrap="square" rtlCol="0" anchor="ctr">
            <a:noAutofit/>
          </a:bodyPr>
          <a:lstStyle/>
          <a:p>
            <a:endParaRPr lang="en-GR"/>
          </a:p>
        </p:txBody>
      </p:sp>
    </p:spTree>
    <p:extLst>
      <p:ext uri="{BB962C8B-B14F-4D97-AF65-F5344CB8AC3E}">
        <p14:creationId xmlns:p14="http://schemas.microsoft.com/office/powerpoint/2010/main" val="118224410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213E3-12A1-9C53-A227-987E9451926D}"/>
            </a:ext>
          </a:extLst>
        </p:cNvPr>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9AD0E0E4-C911-FAE2-1CF3-A9F110EC2C35}"/>
              </a:ext>
            </a:extLst>
          </p:cNvPr>
          <p:cNvSpPr>
            <a:spLocks noGrp="1"/>
          </p:cNvSpPr>
          <p:nvPr>
            <p:ph type="pic" sz="quarter" idx="21"/>
          </p:nvPr>
        </p:nvSpPr>
        <p:spPr/>
        <p:txBody>
          <a:bodyPr/>
          <a:lstStyle/>
          <a:p>
            <a:endParaRPr lang="en-GR"/>
          </a:p>
        </p:txBody>
      </p:sp>
      <p:sp>
        <p:nvSpPr>
          <p:cNvPr id="5" name="Slide Number Placeholder 4">
            <a:extLst>
              <a:ext uri="{FF2B5EF4-FFF2-40B4-BE49-F238E27FC236}">
                <a16:creationId xmlns:a16="http://schemas.microsoft.com/office/drawing/2014/main" id="{A5680271-8CED-0488-29D5-053E50924461}"/>
              </a:ext>
            </a:extLst>
          </p:cNvPr>
          <p:cNvSpPr>
            <a:spLocks noGrp="1"/>
          </p:cNvSpPr>
          <p:nvPr>
            <p:ph type="sldNum" sz="quarter" idx="24"/>
          </p:nvPr>
        </p:nvSpPr>
        <p:spPr>
          <a:xfrm>
            <a:off x="11179867" y="6542942"/>
            <a:ext cx="684000" cy="138499"/>
          </a:xfrm>
        </p:spPr>
        <p:txBody>
          <a:bodyPr/>
          <a:lstStyle/>
          <a:p>
            <a:fld id="{233F7D93-8529-0F4E-AF24-E7C8656CB0BF}" type="slidenum">
              <a:rPr lang="en-GR" smtClean="0"/>
              <a:pPr/>
              <a:t>104</a:t>
            </a:fld>
            <a:endParaRPr lang="en-GR"/>
          </a:p>
        </p:txBody>
      </p:sp>
      <p:sp>
        <p:nvSpPr>
          <p:cNvPr id="14" name="Text Placeholder 13">
            <a:extLst>
              <a:ext uri="{FF2B5EF4-FFF2-40B4-BE49-F238E27FC236}">
                <a16:creationId xmlns:a16="http://schemas.microsoft.com/office/drawing/2014/main" id="{A4A1B1C7-0954-48A8-7EA5-8C31D20B9383}"/>
              </a:ext>
            </a:extLst>
          </p:cNvPr>
          <p:cNvSpPr>
            <a:spLocks noGrp="1"/>
          </p:cNvSpPr>
          <p:nvPr>
            <p:ph type="body" sz="quarter" idx="14"/>
          </p:nvPr>
        </p:nvSpPr>
        <p:spPr>
          <a:xfrm>
            <a:off x="332317" y="1268824"/>
            <a:ext cx="6451625"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 </a:t>
            </a:r>
            <a:r>
              <a:rPr lang="en-US"/>
              <a:t>sector</a:t>
            </a:r>
            <a:r>
              <a:rPr lang="en-GB"/>
              <a: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3" name="Title 12">
            <a:extLst>
              <a:ext uri="{FF2B5EF4-FFF2-40B4-BE49-F238E27FC236}">
                <a16:creationId xmlns:a16="http://schemas.microsoft.com/office/drawing/2014/main" id="{8F7B01FC-1460-4376-7F38-7D7D15FCF8DF}"/>
              </a:ext>
            </a:extLst>
          </p:cNvPr>
          <p:cNvSpPr>
            <a:spLocks noGrp="1"/>
          </p:cNvSpPr>
          <p:nvPr>
            <p:ph type="ctrTitle"/>
          </p:nvPr>
        </p:nvSpPr>
        <p:spPr>
          <a:xfrm>
            <a:off x="332316" y="409286"/>
            <a:ext cx="5037767" cy="139397"/>
          </a:xfrm>
        </p:spPr>
        <p:txBody>
          <a:bodyPr/>
          <a:lstStyle/>
          <a:p>
            <a:r>
              <a:rPr lang="en-GR"/>
              <a:t>Page Layouts</a:t>
            </a:r>
          </a:p>
        </p:txBody>
      </p:sp>
      <p:sp>
        <p:nvSpPr>
          <p:cNvPr id="15" name="Text Placeholder 14">
            <a:extLst>
              <a:ext uri="{FF2B5EF4-FFF2-40B4-BE49-F238E27FC236}">
                <a16:creationId xmlns:a16="http://schemas.microsoft.com/office/drawing/2014/main" id="{8315781F-2960-E2A0-0027-825D4DF64C13}"/>
              </a:ext>
            </a:extLst>
          </p:cNvPr>
          <p:cNvSpPr>
            <a:spLocks noGrp="1"/>
          </p:cNvSpPr>
          <p:nvPr>
            <p:ph type="body" sz="quarter" idx="16"/>
          </p:nvPr>
        </p:nvSpPr>
        <p:spPr>
          <a:xfrm>
            <a:off x="332317" y="741495"/>
            <a:ext cx="5036400" cy="334515"/>
          </a:xfrm>
        </p:spPr>
        <p:txBody>
          <a:bodyPr/>
          <a:lstStyle/>
          <a:p>
            <a:r>
              <a:rPr lang="en-GR"/>
              <a:t>Title Aptos 18-24pt lines spacing 0,9</a:t>
            </a:r>
          </a:p>
        </p:txBody>
      </p:sp>
      <p:grpSp>
        <p:nvGrpSpPr>
          <p:cNvPr id="2" name="Group 1">
            <a:extLst>
              <a:ext uri="{FF2B5EF4-FFF2-40B4-BE49-F238E27FC236}">
                <a16:creationId xmlns:a16="http://schemas.microsoft.com/office/drawing/2014/main" id="{CFE38B75-00FD-A20F-6DF6-FA04BF46F43A}"/>
              </a:ext>
            </a:extLst>
          </p:cNvPr>
          <p:cNvGrpSpPr/>
          <p:nvPr/>
        </p:nvGrpSpPr>
        <p:grpSpPr>
          <a:xfrm>
            <a:off x="7167162" y="891181"/>
            <a:ext cx="3806621" cy="5075636"/>
            <a:chOff x="2119150" y="80051"/>
            <a:chExt cx="310537" cy="414061"/>
          </a:xfrm>
          <a:solidFill>
            <a:srgbClr val="AA0028"/>
          </a:solidFill>
        </p:grpSpPr>
        <p:sp>
          <p:nvSpPr>
            <p:cNvPr id="6" name="Freeform 5">
              <a:extLst>
                <a:ext uri="{FF2B5EF4-FFF2-40B4-BE49-F238E27FC236}">
                  <a16:creationId xmlns:a16="http://schemas.microsoft.com/office/drawing/2014/main" id="{C0B5CA6D-86D1-27B7-F76E-920D8BD6B5B9}"/>
                </a:ext>
              </a:extLst>
            </p:cNvPr>
            <p:cNvSpPr/>
            <p:nvPr/>
          </p:nvSpPr>
          <p:spPr>
            <a:xfrm>
              <a:off x="2119150" y="287082"/>
              <a:ext cx="310537" cy="207030"/>
            </a:xfrm>
            <a:custGeom>
              <a:avLst/>
              <a:gdLst>
                <a:gd name="connsiteX0" fmla="*/ 0 w 310537"/>
                <a:gd name="connsiteY0" fmla="*/ 207031 h 207030"/>
                <a:gd name="connsiteX1" fmla="*/ 310537 w 310537"/>
                <a:gd name="connsiteY1" fmla="*/ 207031 h 207030"/>
                <a:gd name="connsiteX2" fmla="*/ 310537 w 310537"/>
                <a:gd name="connsiteY2" fmla="*/ 0 h 207030"/>
                <a:gd name="connsiteX3" fmla="*/ 298854 w 310537"/>
                <a:gd name="connsiteY3" fmla="*/ 0 h 207030"/>
                <a:gd name="connsiteX4" fmla="*/ 0 w 310537"/>
                <a:gd name="connsiteY4" fmla="*/ 194713 h 207030"/>
                <a:gd name="connsiteX5" fmla="*/ 0 w 310537"/>
                <a:gd name="connsiteY5" fmla="*/ 207031 h 20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537" h="207030">
                  <a:moveTo>
                    <a:pt x="0" y="207031"/>
                  </a:moveTo>
                  <a:lnTo>
                    <a:pt x="310537" y="207031"/>
                  </a:lnTo>
                  <a:lnTo>
                    <a:pt x="310537" y="0"/>
                  </a:lnTo>
                  <a:lnTo>
                    <a:pt x="298854" y="0"/>
                  </a:lnTo>
                  <a:cubicBezTo>
                    <a:pt x="298854" y="107501"/>
                    <a:pt x="165040" y="194713"/>
                    <a:pt x="0" y="194713"/>
                  </a:cubicBezTo>
                  <a:lnTo>
                    <a:pt x="0" y="207031"/>
                  </a:lnTo>
                  <a:close/>
                </a:path>
              </a:pathLst>
            </a:custGeom>
            <a:grpFill/>
            <a:ln w="690" cap="flat">
              <a:noFill/>
              <a:prstDash val="solid"/>
              <a:miter/>
            </a:ln>
          </p:spPr>
          <p:txBody>
            <a:bodyPr rtlCol="0" anchor="ctr"/>
            <a:lstStyle/>
            <a:p>
              <a:endParaRPr lang="en-GR"/>
            </a:p>
          </p:txBody>
        </p:sp>
        <p:sp>
          <p:nvSpPr>
            <p:cNvPr id="7" name="Freeform 6">
              <a:extLst>
                <a:ext uri="{FF2B5EF4-FFF2-40B4-BE49-F238E27FC236}">
                  <a16:creationId xmlns:a16="http://schemas.microsoft.com/office/drawing/2014/main" id="{2DB18A3D-4F3D-E88D-02E7-8EBB72BEEEE5}"/>
                </a:ext>
              </a:extLst>
            </p:cNvPr>
            <p:cNvSpPr/>
            <p:nvPr/>
          </p:nvSpPr>
          <p:spPr>
            <a:xfrm>
              <a:off x="2119150" y="80051"/>
              <a:ext cx="310537" cy="207030"/>
            </a:xfrm>
            <a:custGeom>
              <a:avLst/>
              <a:gdLst>
                <a:gd name="connsiteX0" fmla="*/ 0 w 310537"/>
                <a:gd name="connsiteY0" fmla="*/ 0 h 207030"/>
                <a:gd name="connsiteX1" fmla="*/ 310537 w 310537"/>
                <a:gd name="connsiteY1" fmla="*/ 0 h 207030"/>
                <a:gd name="connsiteX2" fmla="*/ 310537 w 310537"/>
                <a:gd name="connsiteY2" fmla="*/ 207031 h 207030"/>
                <a:gd name="connsiteX3" fmla="*/ 298854 w 310537"/>
                <a:gd name="connsiteY3" fmla="*/ 207031 h 207030"/>
                <a:gd name="connsiteX4" fmla="*/ 0 w 310537"/>
                <a:gd name="connsiteY4" fmla="*/ 12318 h 207030"/>
                <a:gd name="connsiteX5" fmla="*/ 0 w 310537"/>
                <a:gd name="connsiteY5" fmla="*/ 0 h 20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537" h="207030">
                  <a:moveTo>
                    <a:pt x="0" y="0"/>
                  </a:moveTo>
                  <a:lnTo>
                    <a:pt x="310537" y="0"/>
                  </a:lnTo>
                  <a:lnTo>
                    <a:pt x="310537" y="207031"/>
                  </a:lnTo>
                  <a:lnTo>
                    <a:pt x="298854" y="207031"/>
                  </a:lnTo>
                  <a:cubicBezTo>
                    <a:pt x="298854" y="99530"/>
                    <a:pt x="165040" y="12318"/>
                    <a:pt x="0" y="12318"/>
                  </a:cubicBezTo>
                  <a:lnTo>
                    <a:pt x="0" y="0"/>
                  </a:lnTo>
                  <a:close/>
                </a:path>
              </a:pathLst>
            </a:custGeom>
            <a:grpFill/>
            <a:ln w="690" cap="flat">
              <a:noFill/>
              <a:prstDash val="solid"/>
              <a:miter/>
            </a:ln>
          </p:spPr>
          <p:txBody>
            <a:bodyPr rtlCol="0" anchor="ctr"/>
            <a:lstStyle/>
            <a:p>
              <a:endParaRPr lang="en-GR"/>
            </a:p>
          </p:txBody>
        </p:sp>
      </p:grpSp>
      <p:grpSp>
        <p:nvGrpSpPr>
          <p:cNvPr id="8" name="Group 7">
            <a:extLst>
              <a:ext uri="{FF2B5EF4-FFF2-40B4-BE49-F238E27FC236}">
                <a16:creationId xmlns:a16="http://schemas.microsoft.com/office/drawing/2014/main" id="{BF0B9814-F002-E648-558E-7EE1E15B9761}"/>
              </a:ext>
            </a:extLst>
          </p:cNvPr>
          <p:cNvGrpSpPr/>
          <p:nvPr/>
        </p:nvGrpSpPr>
        <p:grpSpPr>
          <a:xfrm>
            <a:off x="1216958" y="359377"/>
            <a:ext cx="3030369" cy="1555952"/>
            <a:chOff x="7334152" y="981892"/>
            <a:chExt cx="3030369" cy="1555952"/>
          </a:xfrm>
        </p:grpSpPr>
        <p:sp>
          <p:nvSpPr>
            <p:cNvPr id="9" name="Rounded Rectangle 8">
              <a:extLst>
                <a:ext uri="{FF2B5EF4-FFF2-40B4-BE49-F238E27FC236}">
                  <a16:creationId xmlns:a16="http://schemas.microsoft.com/office/drawing/2014/main" id="{7578D30C-8AE5-A76D-50CB-1BD4FA26CA89}"/>
                </a:ext>
              </a:extLst>
            </p:cNvPr>
            <p:cNvSpPr/>
            <p:nvPr/>
          </p:nvSpPr>
          <p:spPr>
            <a:xfrm>
              <a:off x="7433567" y="981892"/>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Hyper Title</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a:t>
              </a:r>
              <a:r>
                <a:rPr lang="el-GR" sz="800" err="1">
                  <a:solidFill>
                    <a:schemeClr val="bg1">
                      <a:lumMod val="95000"/>
                    </a:schemeClr>
                  </a:solidFill>
                  <a:latin typeface="Aptos" panose="020B0004020202020204" pitchFamily="34" charset="0"/>
                </a:rPr>
                <a:t>υπέρτιτλος</a:t>
              </a:r>
              <a:r>
                <a:rPr lang="el-GR" sz="800">
                  <a:solidFill>
                    <a:schemeClr val="bg1">
                      <a:lumMod val="95000"/>
                    </a:schemeClr>
                  </a:solidFill>
                  <a:latin typeface="Aptos" panose="020B0004020202020204" pitchFamily="34" charset="0"/>
                </a:rPr>
                <a:t> στα </a:t>
              </a:r>
              <a:r>
                <a:rPr lang="en-US" sz="800">
                  <a:solidFill>
                    <a:schemeClr val="bg1">
                      <a:lumMod val="95000"/>
                    </a:schemeClr>
                  </a:solidFill>
                  <a:latin typeface="Aptos" panose="020B0004020202020204" pitchFamily="34" charset="0"/>
                </a:rPr>
                <a:t>Sample Pages  </a:t>
              </a:r>
              <a:r>
                <a:rPr lang="el-GR" sz="800">
                  <a:solidFill>
                    <a:schemeClr val="bg1">
                      <a:lumMod val="95000"/>
                    </a:schemeClr>
                  </a:solidFill>
                  <a:latin typeface="Aptos" panose="020B0004020202020204" pitchFamily="34" charset="0"/>
                </a:rPr>
                <a:t>και σε όλο το έγγραφο είναι πάντα </a:t>
              </a:r>
              <a:r>
                <a:rPr lang="en-US" sz="800">
                  <a:solidFill>
                    <a:schemeClr val="bg1">
                      <a:lumMod val="95000"/>
                    </a:schemeClr>
                  </a:solidFill>
                  <a:latin typeface="Aptos" panose="020B0004020202020204" pitchFamily="34" charset="0"/>
                </a:rPr>
                <a:t>Aptos Regular 10pt, line space: multiple 0,9 </a:t>
              </a:r>
              <a:r>
                <a:rPr lang="el-GR" sz="800">
                  <a:solidFill>
                    <a:schemeClr val="bg1">
                      <a:lumMod val="95000"/>
                    </a:schemeClr>
                  </a:solidFill>
                  <a:latin typeface="Aptos" panose="020B0004020202020204" pitchFamily="34" charset="0"/>
                </a:rPr>
                <a:t>και χρώμα</a:t>
              </a:r>
              <a:r>
                <a:rPr lang="en-US" sz="800">
                  <a:solidFill>
                    <a:schemeClr val="bg1">
                      <a:lumMod val="95000"/>
                    </a:schemeClr>
                  </a:solidFill>
                  <a:latin typeface="Aptos" panose="020B0004020202020204" pitchFamily="34" charset="0"/>
                </a:rPr>
                <a:t> Dark Teal</a:t>
              </a:r>
              <a:r>
                <a:rPr lang="el-GR" sz="800">
                  <a:solidFill>
                    <a:schemeClr val="bg1">
                      <a:lumMod val="95000"/>
                    </a:schemeClr>
                  </a:solidFill>
                  <a:latin typeface="Aptos" panose="020B0004020202020204" pitchFamily="34" charset="0"/>
                </a:rPr>
                <a:t>.</a:t>
              </a:r>
              <a:endParaRPr lang="en-US" sz="800">
                <a:solidFill>
                  <a:schemeClr val="bg1">
                    <a:lumMod val="95000"/>
                  </a:schemeClr>
                </a:solidFill>
                <a:latin typeface="Aptos" panose="020B0004020202020204" pitchFamily="34" charset="0"/>
              </a:endParaRPr>
            </a:p>
            <a:p>
              <a:pPr>
                <a:lnSpc>
                  <a:spcPct val="110000"/>
                </a:lnSpc>
                <a:spcBef>
                  <a:spcPts val="900"/>
                </a:spcBef>
              </a:pPr>
              <a:r>
                <a:rPr lang="en-GB" sz="800">
                  <a:solidFill>
                    <a:schemeClr val="bg1">
                      <a:lumMod val="95000"/>
                    </a:schemeClr>
                  </a:solidFill>
                  <a:latin typeface="Aptos" panose="020B0004020202020204" pitchFamily="34" charset="0"/>
                </a:rPr>
                <a:t>The </a:t>
              </a:r>
              <a:r>
                <a:rPr lang="en-US" sz="800">
                  <a:solidFill>
                    <a:schemeClr val="bg1">
                      <a:lumMod val="95000"/>
                    </a:schemeClr>
                  </a:solidFill>
                  <a:latin typeface="Aptos" panose="020B0004020202020204" pitchFamily="34" charset="0"/>
                </a:rPr>
                <a:t>hyper title</a:t>
              </a:r>
              <a:r>
                <a:rPr lang="en-GB" sz="800">
                  <a:solidFill>
                    <a:schemeClr val="bg1">
                      <a:lumMod val="95000"/>
                    </a:schemeClr>
                  </a:solidFill>
                  <a:latin typeface="Aptos" panose="020B0004020202020204" pitchFamily="34" charset="0"/>
                </a:rPr>
                <a:t> in the Sample Pages and throughout the document is always Aptos Regular 10pt, line space: multiple 0.9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Dark Teal.</a:t>
              </a:r>
              <a:endParaRPr lang="en-GR" sz="800">
                <a:solidFill>
                  <a:schemeClr val="bg1">
                    <a:lumMod val="95000"/>
                  </a:schemeClr>
                </a:solidFill>
                <a:latin typeface="Aptos" panose="020B0004020202020204" pitchFamily="34" charset="0"/>
              </a:endParaRPr>
            </a:p>
          </p:txBody>
        </p:sp>
        <p:sp>
          <p:nvSpPr>
            <p:cNvPr id="10" name="Triangle 9">
              <a:extLst>
                <a:ext uri="{FF2B5EF4-FFF2-40B4-BE49-F238E27FC236}">
                  <a16:creationId xmlns:a16="http://schemas.microsoft.com/office/drawing/2014/main" id="{3F24445D-6E89-4458-7B85-AE066F3A7D9C}"/>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121746451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DD38B-0394-EB5F-F02F-282DCB348C7A}"/>
            </a:ext>
          </a:extLst>
        </p:cNvPr>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22FC1C05-9D7C-96BF-7973-70801DDF7D03}"/>
              </a:ext>
            </a:extLst>
          </p:cNvPr>
          <p:cNvSpPr>
            <a:spLocks noGrp="1"/>
          </p:cNvSpPr>
          <p:nvPr>
            <p:ph type="pic" sz="quarter" idx="21"/>
          </p:nvPr>
        </p:nvSpPr>
        <p:spPr/>
        <p:txBody>
          <a:bodyPr/>
          <a:lstStyle/>
          <a:p>
            <a:endParaRPr lang="en-GR"/>
          </a:p>
        </p:txBody>
      </p:sp>
      <p:sp>
        <p:nvSpPr>
          <p:cNvPr id="5" name="Slide Number Placeholder 4">
            <a:extLst>
              <a:ext uri="{FF2B5EF4-FFF2-40B4-BE49-F238E27FC236}">
                <a16:creationId xmlns:a16="http://schemas.microsoft.com/office/drawing/2014/main" id="{701DABD4-29B1-35C3-4D75-EF6115B25E09}"/>
              </a:ext>
            </a:extLst>
          </p:cNvPr>
          <p:cNvSpPr>
            <a:spLocks noGrp="1"/>
          </p:cNvSpPr>
          <p:nvPr>
            <p:ph type="sldNum" sz="quarter" idx="24"/>
          </p:nvPr>
        </p:nvSpPr>
        <p:spPr>
          <a:xfrm>
            <a:off x="11179867" y="6542942"/>
            <a:ext cx="684000" cy="138499"/>
          </a:xfrm>
        </p:spPr>
        <p:txBody>
          <a:bodyPr/>
          <a:lstStyle/>
          <a:p>
            <a:fld id="{233F7D93-8529-0F4E-AF24-E7C8656CB0BF}" type="slidenum">
              <a:rPr lang="en-GR" smtClean="0"/>
              <a:pPr/>
              <a:t>105</a:t>
            </a:fld>
            <a:endParaRPr lang="en-GR"/>
          </a:p>
        </p:txBody>
      </p:sp>
      <p:sp>
        <p:nvSpPr>
          <p:cNvPr id="14" name="Text Placeholder 13">
            <a:extLst>
              <a:ext uri="{FF2B5EF4-FFF2-40B4-BE49-F238E27FC236}">
                <a16:creationId xmlns:a16="http://schemas.microsoft.com/office/drawing/2014/main" id="{28F41661-C7FC-804F-FE4C-10FC2BA3DB2C}"/>
              </a:ext>
            </a:extLst>
          </p:cNvPr>
          <p:cNvSpPr>
            <a:spLocks noGrp="1"/>
          </p:cNvSpPr>
          <p:nvPr>
            <p:ph type="body" sz="quarter" idx="14"/>
          </p:nvPr>
        </p:nvSpPr>
        <p:spPr>
          <a:xfrm>
            <a:off x="332317" y="1268824"/>
            <a:ext cx="6451625"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 </a:t>
            </a:r>
            <a:r>
              <a:rPr lang="en-US"/>
              <a:t>sector</a:t>
            </a:r>
            <a:r>
              <a:rPr lang="en-GB"/>
              <a: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3" name="Title 12">
            <a:extLst>
              <a:ext uri="{FF2B5EF4-FFF2-40B4-BE49-F238E27FC236}">
                <a16:creationId xmlns:a16="http://schemas.microsoft.com/office/drawing/2014/main" id="{F7EA8305-E1A6-961C-2469-86900A064A3F}"/>
              </a:ext>
            </a:extLst>
          </p:cNvPr>
          <p:cNvSpPr>
            <a:spLocks noGrp="1"/>
          </p:cNvSpPr>
          <p:nvPr>
            <p:ph type="ctrTitle"/>
          </p:nvPr>
        </p:nvSpPr>
        <p:spPr>
          <a:xfrm>
            <a:off x="332316" y="409286"/>
            <a:ext cx="5037767" cy="139397"/>
          </a:xfrm>
        </p:spPr>
        <p:txBody>
          <a:bodyPr/>
          <a:lstStyle/>
          <a:p>
            <a:r>
              <a:rPr lang="en-GR"/>
              <a:t>Page Layouts</a:t>
            </a:r>
          </a:p>
        </p:txBody>
      </p:sp>
      <p:sp>
        <p:nvSpPr>
          <p:cNvPr id="15" name="Text Placeholder 14">
            <a:extLst>
              <a:ext uri="{FF2B5EF4-FFF2-40B4-BE49-F238E27FC236}">
                <a16:creationId xmlns:a16="http://schemas.microsoft.com/office/drawing/2014/main" id="{FAFB8DBF-6CD9-095D-30BC-C235913FA47F}"/>
              </a:ext>
            </a:extLst>
          </p:cNvPr>
          <p:cNvSpPr>
            <a:spLocks noGrp="1"/>
          </p:cNvSpPr>
          <p:nvPr>
            <p:ph type="body" sz="quarter" idx="16"/>
          </p:nvPr>
        </p:nvSpPr>
        <p:spPr>
          <a:xfrm>
            <a:off x="332317" y="741495"/>
            <a:ext cx="5036400" cy="334515"/>
          </a:xfrm>
        </p:spPr>
        <p:txBody>
          <a:bodyPr/>
          <a:lstStyle/>
          <a:p>
            <a:r>
              <a:rPr lang="en-GR"/>
              <a:t>Title Aptos 18-24pt lines spacing 0,9</a:t>
            </a:r>
          </a:p>
        </p:txBody>
      </p:sp>
      <p:sp>
        <p:nvSpPr>
          <p:cNvPr id="32" name="Freeform 31">
            <a:extLst>
              <a:ext uri="{FF2B5EF4-FFF2-40B4-BE49-F238E27FC236}">
                <a16:creationId xmlns:a16="http://schemas.microsoft.com/office/drawing/2014/main" id="{518E2AE9-DB10-1AEC-480E-658F1EFE52BF}"/>
              </a:ext>
            </a:extLst>
          </p:cNvPr>
          <p:cNvSpPr/>
          <p:nvPr/>
        </p:nvSpPr>
        <p:spPr>
          <a:xfrm>
            <a:off x="7149216" y="1266060"/>
            <a:ext cx="5050948" cy="4320434"/>
          </a:xfrm>
          <a:custGeom>
            <a:avLst/>
            <a:gdLst>
              <a:gd name="connsiteX0" fmla="*/ 0 w 5050948"/>
              <a:gd name="connsiteY0" fmla="*/ 0 h 4320434"/>
              <a:gd name="connsiteX1" fmla="*/ 5050948 w 5050948"/>
              <a:gd name="connsiteY1" fmla="*/ 0 h 4320434"/>
              <a:gd name="connsiteX2" fmla="*/ 5050948 w 5050948"/>
              <a:gd name="connsiteY2" fmla="*/ 505144 h 4320434"/>
              <a:gd name="connsiteX3" fmla="*/ 4990195 w 5050948"/>
              <a:gd name="connsiteY3" fmla="*/ 475583 h 4320434"/>
              <a:gd name="connsiteX4" fmla="*/ 3244468 w 5050948"/>
              <a:gd name="connsiteY4" fmla="*/ 128580 h 4320434"/>
              <a:gd name="connsiteX5" fmla="*/ 122094 w 5050948"/>
              <a:gd name="connsiteY5" fmla="*/ 2160223 h 4320434"/>
              <a:gd name="connsiteX6" fmla="*/ 3244468 w 5050948"/>
              <a:gd name="connsiteY6" fmla="*/ 4191867 h 4320434"/>
              <a:gd name="connsiteX7" fmla="*/ 4990195 w 5050948"/>
              <a:gd name="connsiteY7" fmla="*/ 3844865 h 4320434"/>
              <a:gd name="connsiteX8" fmla="*/ 5050948 w 5050948"/>
              <a:gd name="connsiteY8" fmla="*/ 3815304 h 4320434"/>
              <a:gd name="connsiteX9" fmla="*/ 5050948 w 5050948"/>
              <a:gd name="connsiteY9" fmla="*/ 4320434 h 4320434"/>
              <a:gd name="connsiteX10" fmla="*/ 0 w 5050948"/>
              <a:gd name="connsiteY10" fmla="*/ 4320434 h 432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50948" h="4320434">
                <a:moveTo>
                  <a:pt x="0" y="0"/>
                </a:moveTo>
                <a:lnTo>
                  <a:pt x="5050948" y="0"/>
                </a:lnTo>
                <a:lnTo>
                  <a:pt x="5050948" y="505144"/>
                </a:lnTo>
                <a:lnTo>
                  <a:pt x="4990195" y="475583"/>
                </a:lnTo>
                <a:cubicBezTo>
                  <a:pt x="4491842" y="256508"/>
                  <a:pt x="3891090" y="128580"/>
                  <a:pt x="3244468" y="128580"/>
                </a:cubicBezTo>
                <a:cubicBezTo>
                  <a:pt x="1520143" y="128580"/>
                  <a:pt x="122094" y="1038291"/>
                  <a:pt x="122094" y="2160223"/>
                </a:cubicBezTo>
                <a:cubicBezTo>
                  <a:pt x="122094" y="3282156"/>
                  <a:pt x="1520143" y="4191867"/>
                  <a:pt x="3244468" y="4191867"/>
                </a:cubicBezTo>
                <a:cubicBezTo>
                  <a:pt x="3891090" y="4191867"/>
                  <a:pt x="4491842" y="4063939"/>
                  <a:pt x="4990195" y="3844865"/>
                </a:cubicBezTo>
                <a:lnTo>
                  <a:pt x="5050948" y="3815304"/>
                </a:lnTo>
                <a:lnTo>
                  <a:pt x="5050948" y="4320434"/>
                </a:lnTo>
                <a:lnTo>
                  <a:pt x="0" y="4320434"/>
                </a:lnTo>
                <a:close/>
              </a:path>
            </a:pathLst>
          </a:custGeom>
          <a:solidFill>
            <a:srgbClr val="D9A757"/>
          </a:solidFill>
          <a:ln w="690" cap="flat">
            <a:noFill/>
            <a:prstDash val="solid"/>
            <a:miter/>
          </a:ln>
        </p:spPr>
        <p:txBody>
          <a:bodyPr wrap="square" rtlCol="0" anchor="ctr">
            <a:noAutofit/>
          </a:bodyPr>
          <a:lstStyle/>
          <a:p>
            <a:pPr>
              <a:defRPr/>
            </a:pPr>
            <a:endParaRPr lang="en-GR">
              <a:solidFill>
                <a:prstClr val="black"/>
              </a:solidFill>
              <a:latin typeface="Calibri" panose="020F0502020204030204"/>
            </a:endParaRPr>
          </a:p>
        </p:txBody>
      </p:sp>
      <p:grpSp>
        <p:nvGrpSpPr>
          <p:cNvPr id="2" name="Group 1">
            <a:extLst>
              <a:ext uri="{FF2B5EF4-FFF2-40B4-BE49-F238E27FC236}">
                <a16:creationId xmlns:a16="http://schemas.microsoft.com/office/drawing/2014/main" id="{9E34F917-BBD8-E8F7-CDE5-D375DFBF548F}"/>
              </a:ext>
            </a:extLst>
          </p:cNvPr>
          <p:cNvGrpSpPr/>
          <p:nvPr/>
        </p:nvGrpSpPr>
        <p:grpSpPr>
          <a:xfrm>
            <a:off x="5591931" y="789921"/>
            <a:ext cx="3030369" cy="1555952"/>
            <a:chOff x="7334152" y="981892"/>
            <a:chExt cx="3030369" cy="1555952"/>
          </a:xfrm>
        </p:grpSpPr>
        <p:sp>
          <p:nvSpPr>
            <p:cNvPr id="6" name="Rounded Rectangle 5">
              <a:extLst>
                <a:ext uri="{FF2B5EF4-FFF2-40B4-BE49-F238E27FC236}">
                  <a16:creationId xmlns:a16="http://schemas.microsoft.com/office/drawing/2014/main" id="{CEA568D3-CA7D-721A-2ECB-A1FD7106BDA9}"/>
                </a:ext>
              </a:extLst>
            </p:cNvPr>
            <p:cNvSpPr/>
            <p:nvPr/>
          </p:nvSpPr>
          <p:spPr>
            <a:xfrm>
              <a:off x="7433567" y="981892"/>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Title</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τίτλος στα </a:t>
              </a:r>
              <a:r>
                <a:rPr lang="en-US" sz="800">
                  <a:solidFill>
                    <a:schemeClr val="bg1">
                      <a:lumMod val="95000"/>
                    </a:schemeClr>
                  </a:solidFill>
                  <a:latin typeface="Aptos" panose="020B0004020202020204" pitchFamily="34" charset="0"/>
                </a:rPr>
                <a:t>Sample Pages </a:t>
              </a:r>
              <a:r>
                <a:rPr lang="el-GR" sz="800">
                  <a:solidFill>
                    <a:schemeClr val="bg1">
                      <a:lumMod val="95000"/>
                    </a:schemeClr>
                  </a:solidFill>
                  <a:latin typeface="Aptos" panose="020B0004020202020204" pitchFamily="34" charset="0"/>
                </a:rPr>
                <a:t>είναι πάντα </a:t>
              </a:r>
              <a:r>
                <a:rPr lang="en-US" sz="800">
                  <a:solidFill>
                    <a:schemeClr val="bg1">
                      <a:lumMod val="95000"/>
                    </a:schemeClr>
                  </a:solidFill>
                  <a:latin typeface="Aptos" panose="020B0004020202020204" pitchFamily="34" charset="0"/>
                </a:rPr>
                <a:t>Aptos Regular </a:t>
              </a:r>
              <a:r>
                <a:rPr lang="el-GR" sz="800">
                  <a:solidFill>
                    <a:schemeClr val="bg1">
                      <a:lumMod val="95000"/>
                    </a:schemeClr>
                  </a:solidFill>
                  <a:latin typeface="Aptos" panose="020B0004020202020204" pitchFamily="34" charset="0"/>
                </a:rPr>
                <a:t>από 18</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a:t>
              </a:r>
              <a:r>
                <a:rPr lang="en-US" sz="800" err="1">
                  <a:solidFill>
                    <a:schemeClr val="bg1">
                      <a:lumMod val="95000"/>
                    </a:schemeClr>
                  </a:solidFill>
                  <a:latin typeface="Aptos" panose="020B0004020202020204" pitchFamily="34" charset="0"/>
                </a:rPr>
                <a:t>έ</a:t>
              </a:r>
              <a:r>
                <a:rPr lang="el-GR" sz="800">
                  <a:solidFill>
                    <a:schemeClr val="bg1">
                      <a:lumMod val="95000"/>
                    </a:schemeClr>
                  </a:solidFill>
                  <a:latin typeface="Aptos" panose="020B0004020202020204" pitchFamily="34" charset="0"/>
                </a:rPr>
                <a:t>ως </a:t>
              </a:r>
              <a:r>
                <a:rPr lang="en-US" sz="800">
                  <a:solidFill>
                    <a:schemeClr val="bg1">
                      <a:lumMod val="95000"/>
                    </a:schemeClr>
                  </a:solidFill>
                  <a:latin typeface="Aptos" panose="020B0004020202020204" pitchFamily="34" charset="0"/>
                </a:rPr>
                <a:t>24pt, line space: multiple 0,9 </a:t>
              </a:r>
              <a:r>
                <a:rPr lang="el-GR" sz="800">
                  <a:solidFill>
                    <a:schemeClr val="bg1">
                      <a:lumMod val="95000"/>
                    </a:schemeClr>
                  </a:solidFill>
                  <a:latin typeface="Aptos" panose="020B0004020202020204" pitchFamily="34" charset="0"/>
                </a:rPr>
                <a:t>και χρώμα</a:t>
              </a:r>
              <a:r>
                <a:rPr lang="en-US" sz="800">
                  <a:solidFill>
                    <a:schemeClr val="bg1">
                      <a:lumMod val="95000"/>
                    </a:schemeClr>
                  </a:solidFill>
                  <a:latin typeface="Aptos" panose="020B0004020202020204" pitchFamily="34" charset="0"/>
                </a:rPr>
                <a:t> Dark Teal</a:t>
              </a:r>
              <a:r>
                <a:rPr lang="el-GR" sz="800">
                  <a:solidFill>
                    <a:schemeClr val="bg1">
                      <a:lumMod val="95000"/>
                    </a:schemeClr>
                  </a:solidFill>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The title in the Sample Pages is always Aptos Regular, ranging from 18pt to 24pt, line space: multiple 0.9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Dark Teal.</a:t>
              </a:r>
              <a:endParaRPr lang="en-GR" sz="800">
                <a:solidFill>
                  <a:schemeClr val="bg1">
                    <a:lumMod val="95000"/>
                  </a:schemeClr>
                </a:solidFill>
                <a:latin typeface="Aptos" panose="020B0004020202020204" pitchFamily="34" charset="0"/>
              </a:endParaRPr>
            </a:p>
          </p:txBody>
        </p:sp>
        <p:sp>
          <p:nvSpPr>
            <p:cNvPr id="7" name="Triangle 6">
              <a:extLst>
                <a:ext uri="{FF2B5EF4-FFF2-40B4-BE49-F238E27FC236}">
                  <a16:creationId xmlns:a16="http://schemas.microsoft.com/office/drawing/2014/main" id="{04E3F1D6-30F9-CE20-5133-152215E3B6B4}"/>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3" name="Group 2">
            <a:extLst>
              <a:ext uri="{FF2B5EF4-FFF2-40B4-BE49-F238E27FC236}">
                <a16:creationId xmlns:a16="http://schemas.microsoft.com/office/drawing/2014/main" id="{969F7B39-E4C7-21B6-2A08-78637FABF33E}"/>
              </a:ext>
            </a:extLst>
          </p:cNvPr>
          <p:cNvGrpSpPr/>
          <p:nvPr/>
        </p:nvGrpSpPr>
        <p:grpSpPr>
          <a:xfrm>
            <a:off x="5211445" y="3613979"/>
            <a:ext cx="3030369" cy="1555952"/>
            <a:chOff x="7334152" y="981892"/>
            <a:chExt cx="3030369" cy="1555952"/>
          </a:xfrm>
        </p:grpSpPr>
        <p:sp>
          <p:nvSpPr>
            <p:cNvPr id="4" name="Rounded Rectangle 3">
              <a:extLst>
                <a:ext uri="{FF2B5EF4-FFF2-40B4-BE49-F238E27FC236}">
                  <a16:creationId xmlns:a16="http://schemas.microsoft.com/office/drawing/2014/main" id="{FE86E98D-B38A-8A2C-8899-94033BE39BBD}"/>
                </a:ext>
              </a:extLst>
            </p:cNvPr>
            <p:cNvSpPr/>
            <p:nvPr/>
          </p:nvSpPr>
          <p:spPr>
            <a:xfrm>
              <a:off x="7433567" y="981892"/>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Main Text</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Το </a:t>
              </a:r>
              <a:r>
                <a:rPr lang="el-GR" sz="800" err="1">
                  <a:solidFill>
                    <a:schemeClr val="bg1">
                      <a:lumMod val="95000"/>
                    </a:schemeClr>
                  </a:solidFill>
                  <a:latin typeface="Aptos" panose="020B0004020202020204" pitchFamily="34" charset="0"/>
                </a:rPr>
                <a:t>κε</a:t>
              </a:r>
              <a:r>
                <a:rPr lang="en-US" sz="800" err="1">
                  <a:solidFill>
                    <a:schemeClr val="bg1">
                      <a:lumMod val="95000"/>
                    </a:schemeClr>
                  </a:solidFill>
                  <a:latin typeface="Aptos" panose="020B0004020202020204" pitchFamily="34" charset="0"/>
                </a:rPr>
                <a:t>ί</a:t>
              </a:r>
              <a:r>
                <a:rPr lang="el-GR" sz="800" err="1">
                  <a:solidFill>
                    <a:schemeClr val="bg1">
                      <a:lumMod val="95000"/>
                    </a:schemeClr>
                  </a:solidFill>
                  <a:latin typeface="Aptos" panose="020B0004020202020204" pitchFamily="34" charset="0"/>
                </a:rPr>
                <a:t>μενο</a:t>
              </a:r>
              <a:r>
                <a:rPr lang="el-GR" sz="800">
                  <a:solidFill>
                    <a:schemeClr val="bg1">
                      <a:lumMod val="95000"/>
                    </a:schemeClr>
                  </a:solidFill>
                  <a:latin typeface="Aptos" panose="020B0004020202020204" pitchFamily="34" charset="0"/>
                </a:rPr>
                <a:t> στα </a:t>
              </a:r>
              <a:r>
                <a:rPr lang="en-US" sz="800">
                  <a:solidFill>
                    <a:schemeClr val="bg1">
                      <a:lumMod val="95000"/>
                    </a:schemeClr>
                  </a:solidFill>
                  <a:latin typeface="Aptos" panose="020B0004020202020204" pitchFamily="34" charset="0"/>
                </a:rPr>
                <a:t>Sample Pages </a:t>
              </a:r>
              <a:r>
                <a:rPr lang="el-GR" sz="800">
                  <a:solidFill>
                    <a:schemeClr val="bg1">
                      <a:lumMod val="95000"/>
                    </a:schemeClr>
                  </a:solidFill>
                  <a:latin typeface="Aptos" panose="020B0004020202020204" pitchFamily="34" charset="0"/>
                </a:rPr>
                <a:t>είναι πάντα </a:t>
              </a:r>
              <a:r>
                <a:rPr lang="en-US" sz="800">
                  <a:solidFill>
                    <a:schemeClr val="bg1">
                      <a:lumMod val="95000"/>
                    </a:schemeClr>
                  </a:solidFill>
                  <a:latin typeface="Aptos" panose="020B0004020202020204" pitchFamily="34" charset="0"/>
                </a:rPr>
                <a:t>Aptos Regular </a:t>
              </a:r>
              <a:r>
                <a:rPr lang="el-GR" sz="800">
                  <a:solidFill>
                    <a:schemeClr val="bg1">
                      <a:lumMod val="95000"/>
                    </a:schemeClr>
                  </a:solidFill>
                  <a:latin typeface="Aptos" panose="020B0004020202020204" pitchFamily="34" charset="0"/>
                </a:rPr>
                <a:t>11</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line space: multiple </a:t>
              </a:r>
              <a:r>
                <a:rPr lang="el-GR" sz="800">
                  <a:solidFill>
                    <a:schemeClr val="bg1">
                      <a:lumMod val="95000"/>
                    </a:schemeClr>
                  </a:solidFill>
                  <a:latin typeface="Aptos" panose="020B0004020202020204" pitchFamily="34" charset="0"/>
                </a:rPr>
                <a:t>1</a:t>
              </a:r>
              <a:r>
                <a:rPr lang="en-US" sz="800">
                  <a:solidFill>
                    <a:schemeClr val="bg1">
                      <a:lumMod val="95000"/>
                    </a:schemeClr>
                  </a:solidFill>
                  <a:latin typeface="Aptos" panose="020B0004020202020204" pitchFamily="34" charset="0"/>
                </a:rPr>
                <a:t>,</a:t>
              </a:r>
              <a:r>
                <a:rPr lang="el-GR" sz="800">
                  <a:solidFill>
                    <a:schemeClr val="bg1">
                      <a:lumMod val="95000"/>
                    </a:schemeClr>
                  </a:solidFill>
                  <a:latin typeface="Aptos" panose="020B0004020202020204" pitchFamily="34" charset="0"/>
                </a:rPr>
                <a:t>1, </a:t>
              </a:r>
              <a:r>
                <a:rPr lang="en-US" sz="800">
                  <a:solidFill>
                    <a:schemeClr val="bg1">
                      <a:lumMod val="95000"/>
                    </a:schemeClr>
                  </a:solidFill>
                  <a:latin typeface="Aptos" panose="020B0004020202020204" pitchFamily="34" charset="0"/>
                </a:rPr>
                <a:t>p</a:t>
              </a:r>
              <a:r>
                <a:rPr lang="en-US" sz="800">
                  <a:latin typeface="Aptos" panose="020B0004020202020204" pitchFamily="34" charset="0"/>
                </a:rPr>
                <a:t>aragraph space before</a:t>
              </a:r>
              <a:r>
                <a:rPr lang="el-GR" sz="800">
                  <a:solidFill>
                    <a:schemeClr val="bg1"/>
                  </a:solidFill>
                  <a:latin typeface="Aptos" panose="020B0004020202020204" pitchFamily="34" charset="0"/>
                </a:rPr>
                <a:t>: </a:t>
              </a:r>
              <a:r>
                <a:rPr lang="en-GB" sz="800">
                  <a:solidFill>
                    <a:schemeClr val="bg1"/>
                  </a:solidFill>
                  <a:latin typeface="Aptos" panose="020B0004020202020204" pitchFamily="34" charset="0"/>
                </a:rPr>
                <a:t>9pt</a:t>
              </a:r>
              <a:r>
                <a:rPr lang="el-GR" sz="800">
                  <a:solidFill>
                    <a:schemeClr val="bg1">
                      <a:lumMod val="95000"/>
                    </a:schemeClr>
                  </a:solidFill>
                  <a:latin typeface="Aptos" panose="020B0004020202020204" pitchFamily="34" charset="0"/>
                </a:rPr>
                <a:t> </a:t>
              </a:r>
              <a:r>
                <a:rPr lang="en-US" sz="800">
                  <a:solidFill>
                    <a:schemeClr val="bg1">
                      <a:lumMod val="95000"/>
                    </a:schemeClr>
                  </a:solidFill>
                  <a:latin typeface="Aptos" panose="020B0004020202020204" pitchFamily="34" charset="0"/>
                </a:rPr>
                <a:t>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Black</a:t>
              </a:r>
              <a:r>
                <a:rPr lang="el-GR" sz="800">
                  <a:solidFill>
                    <a:schemeClr val="bg1">
                      <a:lumMod val="95000"/>
                    </a:schemeClr>
                  </a:solidFill>
                  <a:latin typeface="Aptos" panose="020B0004020202020204" pitchFamily="34" charset="0"/>
                </a:rPr>
                <a:t>. Για επιλογή </a:t>
              </a:r>
              <a:r>
                <a:rPr lang="en-US" sz="800">
                  <a:solidFill>
                    <a:schemeClr val="bg1">
                      <a:lumMod val="95000"/>
                    </a:schemeClr>
                  </a:solidFill>
                  <a:latin typeface="Aptos" panose="020B0004020202020204" pitchFamily="34" charset="0"/>
                </a:rPr>
                <a:t>bullet point, </a:t>
              </a:r>
              <a:r>
                <a:rPr lang="el-GR" sz="800">
                  <a:solidFill>
                    <a:schemeClr val="bg1">
                      <a:lumMod val="95000"/>
                    </a:schemeClr>
                  </a:solidFill>
                  <a:latin typeface="Aptos" panose="020B0004020202020204" pitchFamily="34" charset="0"/>
                </a:rPr>
                <a:t>βλέπε </a:t>
              </a:r>
              <a:r>
                <a:rPr lang="en-US" sz="800">
                  <a:solidFill>
                    <a:schemeClr val="bg1">
                      <a:lumMod val="95000"/>
                    </a:schemeClr>
                  </a:solidFill>
                  <a:latin typeface="Aptos" panose="020B0004020202020204" pitchFamily="34" charset="0"/>
                </a:rPr>
                <a:t>slide 14.</a:t>
              </a:r>
              <a:endParaRPr lang="el-GR" sz="800">
                <a:solidFill>
                  <a:schemeClr val="bg1">
                    <a:lumMod val="95000"/>
                  </a:schemeClr>
                </a:solidFill>
                <a:latin typeface="Aptos" panose="020B0004020202020204" pitchFamily="34" charset="0"/>
              </a:endParaRPr>
            </a:p>
            <a:p>
              <a:pPr>
                <a:lnSpc>
                  <a:spcPct val="110000"/>
                </a:lnSpc>
                <a:spcBef>
                  <a:spcPts val="900"/>
                </a:spcBef>
              </a:pPr>
              <a:r>
                <a:rPr lang="en-GB" sz="800">
                  <a:solidFill>
                    <a:schemeClr val="bg1">
                      <a:lumMod val="95000"/>
                    </a:schemeClr>
                  </a:solidFill>
                  <a:latin typeface="Aptos" panose="020B0004020202020204" pitchFamily="34" charset="0"/>
                </a:rPr>
                <a:t>The text in the Sample Pages is always Aptos Regular 11pt, line space: multiple 1.1, </a:t>
              </a:r>
              <a:r>
                <a:rPr lang="en-US" sz="800">
                  <a:solidFill>
                    <a:schemeClr val="bg1">
                      <a:lumMod val="95000"/>
                    </a:schemeClr>
                  </a:solidFill>
                  <a:latin typeface="Aptos" panose="020B0004020202020204" pitchFamily="34" charset="0"/>
                </a:rPr>
                <a:t>p</a:t>
              </a:r>
              <a:r>
                <a:rPr lang="en-US" sz="800">
                  <a:latin typeface="Aptos" panose="020B0004020202020204" pitchFamily="34" charset="0"/>
                </a:rPr>
                <a:t>aragraph space before</a:t>
              </a:r>
              <a:r>
                <a:rPr lang="en-GB" sz="800">
                  <a:solidFill>
                    <a:schemeClr val="bg1">
                      <a:lumMod val="95000"/>
                    </a:schemeClr>
                  </a:solidFill>
                  <a:latin typeface="Aptos" panose="020B0004020202020204" pitchFamily="34" charset="0"/>
                </a:rPr>
                <a:t>: 9pt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Black. For bullet point selection, see slide 14.</a:t>
              </a:r>
              <a:endParaRPr lang="en-GR" sz="800">
                <a:solidFill>
                  <a:schemeClr val="bg1">
                    <a:lumMod val="95000"/>
                  </a:schemeClr>
                </a:solidFill>
                <a:latin typeface="Aptos" panose="020B0004020202020204" pitchFamily="34" charset="0"/>
              </a:endParaRPr>
            </a:p>
          </p:txBody>
        </p:sp>
        <p:sp>
          <p:nvSpPr>
            <p:cNvPr id="11" name="Triangle 10">
              <a:extLst>
                <a:ext uri="{FF2B5EF4-FFF2-40B4-BE49-F238E27FC236}">
                  <a16:creationId xmlns:a16="http://schemas.microsoft.com/office/drawing/2014/main" id="{E464BDF3-80D5-75C3-A303-39A4C1BED765}"/>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279688628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F5777-2B35-A32D-98DD-16DD11AED789}"/>
            </a:ext>
          </a:extLst>
        </p:cNvPr>
        <p:cNvGrpSpPr/>
        <p:nvPr/>
      </p:nvGrpSpPr>
      <p:grpSpPr>
        <a:xfrm>
          <a:off x="0" y="0"/>
          <a:ext cx="0" cy="0"/>
          <a:chOff x="0" y="0"/>
          <a:chExt cx="0" cy="0"/>
        </a:xfrm>
      </p:grpSpPr>
      <p:sp>
        <p:nvSpPr>
          <p:cNvPr id="8" name="Picture Placeholder 7">
            <a:extLst>
              <a:ext uri="{FF2B5EF4-FFF2-40B4-BE49-F238E27FC236}">
                <a16:creationId xmlns:a16="http://schemas.microsoft.com/office/drawing/2014/main" id="{C70E9561-E030-024F-3FF2-6F7129539CF8}"/>
              </a:ext>
            </a:extLst>
          </p:cNvPr>
          <p:cNvSpPr>
            <a:spLocks noGrp="1"/>
          </p:cNvSpPr>
          <p:nvPr>
            <p:ph type="pic" sz="quarter" idx="21"/>
          </p:nvPr>
        </p:nvSpPr>
        <p:spPr/>
        <p:txBody>
          <a:bodyPr/>
          <a:lstStyle/>
          <a:p>
            <a:endParaRPr lang="en-GR"/>
          </a:p>
        </p:txBody>
      </p:sp>
      <p:sp>
        <p:nvSpPr>
          <p:cNvPr id="5" name="Slide Number Placeholder 4">
            <a:extLst>
              <a:ext uri="{FF2B5EF4-FFF2-40B4-BE49-F238E27FC236}">
                <a16:creationId xmlns:a16="http://schemas.microsoft.com/office/drawing/2014/main" id="{60C3A2B9-A429-A5DC-DFD0-D8BBC5E1A002}"/>
              </a:ext>
            </a:extLst>
          </p:cNvPr>
          <p:cNvSpPr>
            <a:spLocks noGrp="1"/>
          </p:cNvSpPr>
          <p:nvPr>
            <p:ph type="sldNum" sz="quarter" idx="24"/>
          </p:nvPr>
        </p:nvSpPr>
        <p:spPr>
          <a:xfrm>
            <a:off x="11179867" y="6542942"/>
            <a:ext cx="684000" cy="138499"/>
          </a:xfrm>
        </p:spPr>
        <p:txBody>
          <a:bodyPr/>
          <a:lstStyle/>
          <a:p>
            <a:fld id="{233F7D93-8529-0F4E-AF24-E7C8656CB0BF}" type="slidenum">
              <a:rPr lang="en-GR" smtClean="0"/>
              <a:pPr/>
              <a:t>106</a:t>
            </a:fld>
            <a:endParaRPr lang="en-GR"/>
          </a:p>
        </p:txBody>
      </p:sp>
      <p:sp>
        <p:nvSpPr>
          <p:cNvPr id="14" name="Text Placeholder 13">
            <a:extLst>
              <a:ext uri="{FF2B5EF4-FFF2-40B4-BE49-F238E27FC236}">
                <a16:creationId xmlns:a16="http://schemas.microsoft.com/office/drawing/2014/main" id="{2369FC9C-A8E0-DC7A-093E-CAED834D5191}"/>
              </a:ext>
            </a:extLst>
          </p:cNvPr>
          <p:cNvSpPr>
            <a:spLocks noGrp="1"/>
          </p:cNvSpPr>
          <p:nvPr>
            <p:ph type="body" sz="quarter" idx="14"/>
          </p:nvPr>
        </p:nvSpPr>
        <p:spPr>
          <a:xfrm>
            <a:off x="332317" y="1268824"/>
            <a:ext cx="6451625"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 </a:t>
            </a:r>
            <a:r>
              <a:rPr lang="en-US"/>
              <a:t>sector</a:t>
            </a:r>
            <a:r>
              <a:rPr lang="en-GB"/>
              <a: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3" name="Title 12">
            <a:extLst>
              <a:ext uri="{FF2B5EF4-FFF2-40B4-BE49-F238E27FC236}">
                <a16:creationId xmlns:a16="http://schemas.microsoft.com/office/drawing/2014/main" id="{BCC5532F-27AF-B379-6934-9B813C292302}"/>
              </a:ext>
            </a:extLst>
          </p:cNvPr>
          <p:cNvSpPr>
            <a:spLocks noGrp="1"/>
          </p:cNvSpPr>
          <p:nvPr>
            <p:ph type="ctrTitle"/>
          </p:nvPr>
        </p:nvSpPr>
        <p:spPr>
          <a:xfrm>
            <a:off x="332316" y="409286"/>
            <a:ext cx="5037767" cy="139397"/>
          </a:xfrm>
        </p:spPr>
        <p:txBody>
          <a:bodyPr/>
          <a:lstStyle/>
          <a:p>
            <a:r>
              <a:rPr lang="en-GR"/>
              <a:t>Page Layouts</a:t>
            </a:r>
          </a:p>
        </p:txBody>
      </p:sp>
      <p:sp>
        <p:nvSpPr>
          <p:cNvPr id="15" name="Text Placeholder 14">
            <a:extLst>
              <a:ext uri="{FF2B5EF4-FFF2-40B4-BE49-F238E27FC236}">
                <a16:creationId xmlns:a16="http://schemas.microsoft.com/office/drawing/2014/main" id="{E14B3FD4-37E8-4772-8D48-6DD53F393F18}"/>
              </a:ext>
            </a:extLst>
          </p:cNvPr>
          <p:cNvSpPr>
            <a:spLocks noGrp="1"/>
          </p:cNvSpPr>
          <p:nvPr>
            <p:ph type="body" sz="quarter" idx="16"/>
          </p:nvPr>
        </p:nvSpPr>
        <p:spPr>
          <a:xfrm>
            <a:off x="332317" y="741495"/>
            <a:ext cx="5036400" cy="334515"/>
          </a:xfrm>
        </p:spPr>
        <p:txBody>
          <a:bodyPr/>
          <a:lstStyle/>
          <a:p>
            <a:r>
              <a:rPr lang="en-GR"/>
              <a:t>Title Aptos 18-24pt lines spacing 0,9</a:t>
            </a:r>
          </a:p>
        </p:txBody>
      </p:sp>
      <p:sp>
        <p:nvSpPr>
          <p:cNvPr id="7" name="Freeform 6">
            <a:extLst>
              <a:ext uri="{FF2B5EF4-FFF2-40B4-BE49-F238E27FC236}">
                <a16:creationId xmlns:a16="http://schemas.microsoft.com/office/drawing/2014/main" id="{C7CF5374-1781-ED35-1A71-AD12AC5E77F2}"/>
              </a:ext>
            </a:extLst>
          </p:cNvPr>
          <p:cNvSpPr/>
          <p:nvPr/>
        </p:nvSpPr>
        <p:spPr>
          <a:xfrm>
            <a:off x="7141936" y="-7"/>
            <a:ext cx="5050065" cy="6857998"/>
          </a:xfrm>
          <a:custGeom>
            <a:avLst/>
            <a:gdLst>
              <a:gd name="connsiteX0" fmla="*/ 4001986 w 5050065"/>
              <a:gd name="connsiteY0" fmla="*/ 5143499 h 6857998"/>
              <a:gd name="connsiteX1" fmla="*/ 4001986 w 5050065"/>
              <a:gd name="connsiteY1" fmla="*/ 5147670 h 6857998"/>
              <a:gd name="connsiteX2" fmla="*/ 4060287 w 5050065"/>
              <a:gd name="connsiteY2" fmla="*/ 5147670 h 6857998"/>
              <a:gd name="connsiteX3" fmla="*/ 4060287 w 5050065"/>
              <a:gd name="connsiteY3" fmla="*/ 5998663 h 6857998"/>
              <a:gd name="connsiteX4" fmla="*/ 5050065 w 5050065"/>
              <a:gd name="connsiteY4" fmla="*/ 5998663 h 6857998"/>
              <a:gd name="connsiteX5" fmla="*/ 5050065 w 5050065"/>
              <a:gd name="connsiteY5" fmla="*/ 6092439 h 6857998"/>
              <a:gd name="connsiteX6" fmla="*/ 5019883 w 5050065"/>
              <a:gd name="connsiteY6" fmla="*/ 6097232 h 6857998"/>
              <a:gd name="connsiteX7" fmla="*/ 4110257 w 5050065"/>
              <a:gd name="connsiteY7" fmla="*/ 6857998 h 6857998"/>
              <a:gd name="connsiteX8" fmla="*/ 4110257 w 5050065"/>
              <a:gd name="connsiteY8" fmla="*/ 6853827 h 6857998"/>
              <a:gd name="connsiteX9" fmla="*/ 4051956 w 5050065"/>
              <a:gd name="connsiteY9" fmla="*/ 6853827 h 6857998"/>
              <a:gd name="connsiteX10" fmla="*/ 4051956 w 5050065"/>
              <a:gd name="connsiteY10" fmla="*/ 6002834 h 6857998"/>
              <a:gd name="connsiteX11" fmla="*/ 2706858 w 5050065"/>
              <a:gd name="connsiteY11" fmla="*/ 6002834 h 6857998"/>
              <a:gd name="connsiteX12" fmla="*/ 2706858 w 5050065"/>
              <a:gd name="connsiteY12" fmla="*/ 5940260 h 6857998"/>
              <a:gd name="connsiteX13" fmla="*/ 4001986 w 5050065"/>
              <a:gd name="connsiteY13" fmla="*/ 5143499 h 6857998"/>
              <a:gd name="connsiteX14" fmla="*/ 4051956 w 5050065"/>
              <a:gd name="connsiteY14" fmla="*/ 3428997 h 6857998"/>
              <a:gd name="connsiteX15" fmla="*/ 4110257 w 5050065"/>
              <a:gd name="connsiteY15" fmla="*/ 3428997 h 6857998"/>
              <a:gd name="connsiteX16" fmla="*/ 5019883 w 5050065"/>
              <a:gd name="connsiteY16" fmla="*/ 4189766 h 6857998"/>
              <a:gd name="connsiteX17" fmla="*/ 5050065 w 5050065"/>
              <a:gd name="connsiteY17" fmla="*/ 4194559 h 6857998"/>
              <a:gd name="connsiteX18" fmla="*/ 5050065 w 5050065"/>
              <a:gd name="connsiteY18" fmla="*/ 4288332 h 6857998"/>
              <a:gd name="connsiteX19" fmla="*/ 4060287 w 5050065"/>
              <a:gd name="connsiteY19" fmla="*/ 4288332 h 6857998"/>
              <a:gd name="connsiteX20" fmla="*/ 4060287 w 5050065"/>
              <a:gd name="connsiteY20" fmla="*/ 5143496 h 6857998"/>
              <a:gd name="connsiteX21" fmla="*/ 4001986 w 5050065"/>
              <a:gd name="connsiteY21" fmla="*/ 5143496 h 6857998"/>
              <a:gd name="connsiteX22" fmla="*/ 2706858 w 5050065"/>
              <a:gd name="connsiteY22" fmla="*/ 4346735 h 6857998"/>
              <a:gd name="connsiteX23" fmla="*/ 2706858 w 5050065"/>
              <a:gd name="connsiteY23" fmla="*/ 4284161 h 6857998"/>
              <a:gd name="connsiteX24" fmla="*/ 4051956 w 5050065"/>
              <a:gd name="connsiteY24" fmla="*/ 4284161 h 6857998"/>
              <a:gd name="connsiteX25" fmla="*/ 1295128 w 5050065"/>
              <a:gd name="connsiteY25" fmla="*/ 1714499 h 6857998"/>
              <a:gd name="connsiteX26" fmla="*/ 1353429 w 5050065"/>
              <a:gd name="connsiteY26" fmla="*/ 1714499 h 6857998"/>
              <a:gd name="connsiteX27" fmla="*/ 1353429 w 5050065"/>
              <a:gd name="connsiteY27" fmla="*/ 2569662 h 6857998"/>
              <a:gd name="connsiteX28" fmla="*/ 2702693 w 5050065"/>
              <a:gd name="connsiteY28" fmla="*/ 2569662 h 6857998"/>
              <a:gd name="connsiteX29" fmla="*/ 2702693 w 5050065"/>
              <a:gd name="connsiteY29" fmla="*/ 2632237 h 6857998"/>
              <a:gd name="connsiteX30" fmla="*/ 1407564 w 5050065"/>
              <a:gd name="connsiteY30" fmla="*/ 3428997 h 6857998"/>
              <a:gd name="connsiteX31" fmla="*/ 1349264 w 5050065"/>
              <a:gd name="connsiteY31" fmla="*/ 3428997 h 6857998"/>
              <a:gd name="connsiteX32" fmla="*/ 1349264 w 5050065"/>
              <a:gd name="connsiteY32" fmla="*/ 2573833 h 6857998"/>
              <a:gd name="connsiteX33" fmla="*/ 0 w 5050065"/>
              <a:gd name="connsiteY33" fmla="*/ 2573833 h 6857998"/>
              <a:gd name="connsiteX34" fmla="*/ 0 w 5050065"/>
              <a:gd name="connsiteY34" fmla="*/ 2511262 h 6857998"/>
              <a:gd name="connsiteX35" fmla="*/ 1295128 w 5050065"/>
              <a:gd name="connsiteY35" fmla="*/ 1714499 h 6857998"/>
              <a:gd name="connsiteX36" fmla="*/ 4001986 w 5050065"/>
              <a:gd name="connsiteY36" fmla="*/ 0 h 6857998"/>
              <a:gd name="connsiteX37" fmla="*/ 4060287 w 5050065"/>
              <a:gd name="connsiteY37" fmla="*/ 0 h 6857998"/>
              <a:gd name="connsiteX38" fmla="*/ 4060287 w 5050065"/>
              <a:gd name="connsiteY38" fmla="*/ 859335 h 6857998"/>
              <a:gd name="connsiteX39" fmla="*/ 2706858 w 5050065"/>
              <a:gd name="connsiteY39" fmla="*/ 859335 h 6857998"/>
              <a:gd name="connsiteX40" fmla="*/ 2706858 w 5050065"/>
              <a:gd name="connsiteY40" fmla="*/ 796763 h 6857998"/>
              <a:gd name="connsiteX41" fmla="*/ 4001986 w 5050065"/>
              <a:gd name="connsiteY41"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050065" h="6857998">
                <a:moveTo>
                  <a:pt x="4001986" y="5143499"/>
                </a:moveTo>
                <a:lnTo>
                  <a:pt x="4001986" y="5147670"/>
                </a:lnTo>
                <a:lnTo>
                  <a:pt x="4060287" y="5147670"/>
                </a:lnTo>
                <a:lnTo>
                  <a:pt x="4060287" y="5998663"/>
                </a:lnTo>
                <a:lnTo>
                  <a:pt x="5050065" y="5998663"/>
                </a:lnTo>
                <a:lnTo>
                  <a:pt x="5050065" y="6092439"/>
                </a:lnTo>
                <a:lnTo>
                  <a:pt x="5019883" y="6097232"/>
                </a:lnTo>
                <a:cubicBezTo>
                  <a:pt x="4492390" y="6198555"/>
                  <a:pt x="4110257" y="6502114"/>
                  <a:pt x="4110257" y="6857998"/>
                </a:cubicBezTo>
                <a:lnTo>
                  <a:pt x="4110257" y="6853827"/>
                </a:lnTo>
                <a:lnTo>
                  <a:pt x="4051956" y="6853827"/>
                </a:lnTo>
                <a:lnTo>
                  <a:pt x="4051956" y="6002834"/>
                </a:lnTo>
                <a:lnTo>
                  <a:pt x="2706858" y="6002834"/>
                </a:lnTo>
                <a:lnTo>
                  <a:pt x="2706858" y="5940260"/>
                </a:lnTo>
                <a:cubicBezTo>
                  <a:pt x="3423134" y="5940260"/>
                  <a:pt x="4001986" y="5581510"/>
                  <a:pt x="4001986" y="5143499"/>
                </a:cubicBezTo>
                <a:close/>
                <a:moveTo>
                  <a:pt x="4051956" y="3428997"/>
                </a:moveTo>
                <a:lnTo>
                  <a:pt x="4110257" y="3428997"/>
                </a:lnTo>
                <a:cubicBezTo>
                  <a:pt x="4110257" y="3784881"/>
                  <a:pt x="4492390" y="4088442"/>
                  <a:pt x="5019883" y="4189766"/>
                </a:cubicBezTo>
                <a:lnTo>
                  <a:pt x="5050065" y="4194559"/>
                </a:lnTo>
                <a:lnTo>
                  <a:pt x="5050065" y="4288332"/>
                </a:lnTo>
                <a:lnTo>
                  <a:pt x="4060287" y="4288332"/>
                </a:lnTo>
                <a:lnTo>
                  <a:pt x="4060287" y="5143496"/>
                </a:lnTo>
                <a:lnTo>
                  <a:pt x="4001986" y="5143496"/>
                </a:lnTo>
                <a:cubicBezTo>
                  <a:pt x="4001986" y="4705485"/>
                  <a:pt x="3423134" y="4346735"/>
                  <a:pt x="2706858" y="4346735"/>
                </a:cubicBezTo>
                <a:lnTo>
                  <a:pt x="2706858" y="4284161"/>
                </a:lnTo>
                <a:lnTo>
                  <a:pt x="4051956" y="4284161"/>
                </a:lnTo>
                <a:close/>
                <a:moveTo>
                  <a:pt x="1295128" y="1714499"/>
                </a:moveTo>
                <a:lnTo>
                  <a:pt x="1353429" y="1714499"/>
                </a:lnTo>
                <a:lnTo>
                  <a:pt x="1353429" y="2569662"/>
                </a:lnTo>
                <a:lnTo>
                  <a:pt x="2702693" y="2569662"/>
                </a:lnTo>
                <a:lnTo>
                  <a:pt x="2702693" y="2632237"/>
                </a:lnTo>
                <a:cubicBezTo>
                  <a:pt x="1986417" y="2632237"/>
                  <a:pt x="1407564" y="2990986"/>
                  <a:pt x="1407564" y="3428997"/>
                </a:cubicBezTo>
                <a:lnTo>
                  <a:pt x="1349264" y="3428997"/>
                </a:lnTo>
                <a:lnTo>
                  <a:pt x="1349264" y="2573833"/>
                </a:lnTo>
                <a:lnTo>
                  <a:pt x="0" y="2573833"/>
                </a:lnTo>
                <a:lnTo>
                  <a:pt x="0" y="2511262"/>
                </a:lnTo>
                <a:cubicBezTo>
                  <a:pt x="716276" y="2511262"/>
                  <a:pt x="1295128" y="2152509"/>
                  <a:pt x="1295128" y="1714499"/>
                </a:cubicBezTo>
                <a:close/>
                <a:moveTo>
                  <a:pt x="4001986" y="0"/>
                </a:moveTo>
                <a:lnTo>
                  <a:pt x="4060287" y="0"/>
                </a:lnTo>
                <a:lnTo>
                  <a:pt x="4060287" y="859335"/>
                </a:lnTo>
                <a:lnTo>
                  <a:pt x="2706858" y="859335"/>
                </a:lnTo>
                <a:lnTo>
                  <a:pt x="2706858" y="796763"/>
                </a:lnTo>
                <a:cubicBezTo>
                  <a:pt x="3423134" y="796763"/>
                  <a:pt x="4001986" y="438011"/>
                  <a:pt x="4001986" y="0"/>
                </a:cubicBezTo>
                <a:close/>
              </a:path>
            </a:pathLst>
          </a:custGeom>
          <a:solidFill>
            <a:schemeClr val="accent3"/>
          </a:solidFill>
          <a:ln w="16168" cap="flat">
            <a:noFill/>
            <a:prstDash val="solid"/>
            <a:miter/>
          </a:ln>
        </p:spPr>
        <p:txBody>
          <a:bodyPr wrap="square" rtlCol="0" anchor="ctr">
            <a:noAutofit/>
          </a:bodyPr>
          <a:lstStyle/>
          <a:p>
            <a:endParaRPr lang="en-GR"/>
          </a:p>
        </p:txBody>
      </p:sp>
    </p:spTree>
    <p:extLst>
      <p:ext uri="{BB962C8B-B14F-4D97-AF65-F5344CB8AC3E}">
        <p14:creationId xmlns:p14="http://schemas.microsoft.com/office/powerpoint/2010/main" val="208872870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F882F-3784-288A-0BD7-1482A04486B3}"/>
            </a:ext>
          </a:extLst>
        </p:cNvPr>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266BE4D-8600-AD84-D09B-1AEA1CB0E5C4}"/>
              </a:ext>
            </a:extLst>
          </p:cNvPr>
          <p:cNvSpPr>
            <a:spLocks noGrp="1"/>
          </p:cNvSpPr>
          <p:nvPr>
            <p:ph type="pic" sz="quarter" idx="21"/>
          </p:nvPr>
        </p:nvSpPr>
        <p:spPr/>
        <p:txBody>
          <a:bodyPr/>
          <a:lstStyle/>
          <a:p>
            <a:endParaRPr lang="en-GR"/>
          </a:p>
        </p:txBody>
      </p:sp>
      <p:sp>
        <p:nvSpPr>
          <p:cNvPr id="5" name="Slide Number Placeholder 4">
            <a:extLst>
              <a:ext uri="{FF2B5EF4-FFF2-40B4-BE49-F238E27FC236}">
                <a16:creationId xmlns:a16="http://schemas.microsoft.com/office/drawing/2014/main" id="{C7316148-FAF5-5B29-360D-D1F98784175D}"/>
              </a:ext>
            </a:extLst>
          </p:cNvPr>
          <p:cNvSpPr>
            <a:spLocks noGrp="1"/>
          </p:cNvSpPr>
          <p:nvPr>
            <p:ph type="sldNum" sz="quarter" idx="24"/>
          </p:nvPr>
        </p:nvSpPr>
        <p:spPr>
          <a:xfrm>
            <a:off x="11179867" y="6542942"/>
            <a:ext cx="684000" cy="138499"/>
          </a:xfrm>
        </p:spPr>
        <p:txBody>
          <a:bodyPr/>
          <a:lstStyle/>
          <a:p>
            <a:fld id="{233F7D93-8529-0F4E-AF24-E7C8656CB0BF}" type="slidenum">
              <a:rPr lang="en-GR" smtClean="0"/>
              <a:pPr/>
              <a:t>107</a:t>
            </a:fld>
            <a:endParaRPr lang="en-GR"/>
          </a:p>
        </p:txBody>
      </p:sp>
      <p:sp>
        <p:nvSpPr>
          <p:cNvPr id="14" name="Text Placeholder 13">
            <a:extLst>
              <a:ext uri="{FF2B5EF4-FFF2-40B4-BE49-F238E27FC236}">
                <a16:creationId xmlns:a16="http://schemas.microsoft.com/office/drawing/2014/main" id="{3863AAB7-AC43-B022-E345-F3B59648BEDE}"/>
              </a:ext>
            </a:extLst>
          </p:cNvPr>
          <p:cNvSpPr>
            <a:spLocks noGrp="1"/>
          </p:cNvSpPr>
          <p:nvPr>
            <p:ph type="body" sz="quarter" idx="14"/>
          </p:nvPr>
        </p:nvSpPr>
        <p:spPr>
          <a:xfrm>
            <a:off x="332317" y="1268824"/>
            <a:ext cx="6451625"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 </a:t>
            </a:r>
            <a:r>
              <a:rPr lang="en-US"/>
              <a:t>sector</a:t>
            </a:r>
            <a:r>
              <a:rPr lang="en-GB"/>
              <a: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3" name="Title 12">
            <a:extLst>
              <a:ext uri="{FF2B5EF4-FFF2-40B4-BE49-F238E27FC236}">
                <a16:creationId xmlns:a16="http://schemas.microsoft.com/office/drawing/2014/main" id="{08CBF750-2ADD-8EA1-1E3E-F5544255710C}"/>
              </a:ext>
            </a:extLst>
          </p:cNvPr>
          <p:cNvSpPr>
            <a:spLocks noGrp="1"/>
          </p:cNvSpPr>
          <p:nvPr>
            <p:ph type="ctrTitle"/>
          </p:nvPr>
        </p:nvSpPr>
        <p:spPr>
          <a:xfrm>
            <a:off x="332316" y="409286"/>
            <a:ext cx="5037767" cy="139397"/>
          </a:xfrm>
        </p:spPr>
        <p:txBody>
          <a:bodyPr/>
          <a:lstStyle/>
          <a:p>
            <a:r>
              <a:rPr lang="en-GR"/>
              <a:t>Page Layouts</a:t>
            </a:r>
          </a:p>
        </p:txBody>
      </p:sp>
      <p:sp>
        <p:nvSpPr>
          <p:cNvPr id="15" name="Text Placeholder 14">
            <a:extLst>
              <a:ext uri="{FF2B5EF4-FFF2-40B4-BE49-F238E27FC236}">
                <a16:creationId xmlns:a16="http://schemas.microsoft.com/office/drawing/2014/main" id="{BF64CA2A-870B-5848-ADB2-175F95B6B055}"/>
              </a:ext>
            </a:extLst>
          </p:cNvPr>
          <p:cNvSpPr>
            <a:spLocks noGrp="1"/>
          </p:cNvSpPr>
          <p:nvPr>
            <p:ph type="body" sz="quarter" idx="16"/>
          </p:nvPr>
        </p:nvSpPr>
        <p:spPr>
          <a:xfrm>
            <a:off x="332317" y="741495"/>
            <a:ext cx="5036400" cy="334515"/>
          </a:xfrm>
        </p:spPr>
        <p:txBody>
          <a:bodyPr/>
          <a:lstStyle/>
          <a:p>
            <a:r>
              <a:rPr lang="en-GR"/>
              <a:t>Title Aptos 18-24pt lines spacing 0,9</a:t>
            </a:r>
          </a:p>
        </p:txBody>
      </p:sp>
      <p:pic>
        <p:nvPicPr>
          <p:cNvPr id="7" name="Graphic 6">
            <a:extLst>
              <a:ext uri="{FF2B5EF4-FFF2-40B4-BE49-F238E27FC236}">
                <a16:creationId xmlns:a16="http://schemas.microsoft.com/office/drawing/2014/main" id="{CDC4590C-9E11-B19B-C080-4A195D9023FA}"/>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29165"/>
          <a:stretch/>
        </p:blipFill>
        <p:spPr>
          <a:xfrm>
            <a:off x="7155740" y="1158942"/>
            <a:ext cx="5036260" cy="4512082"/>
          </a:xfrm>
          <a:custGeom>
            <a:avLst/>
            <a:gdLst>
              <a:gd name="connsiteX0" fmla="*/ 0 w 5036260"/>
              <a:gd name="connsiteY0" fmla="*/ 0 h 4512082"/>
              <a:gd name="connsiteX1" fmla="*/ 5036260 w 5036260"/>
              <a:gd name="connsiteY1" fmla="*/ 0 h 4512082"/>
              <a:gd name="connsiteX2" fmla="*/ 5036260 w 5036260"/>
              <a:gd name="connsiteY2" fmla="*/ 4512082 h 4512082"/>
              <a:gd name="connsiteX3" fmla="*/ 0 w 5036260"/>
              <a:gd name="connsiteY3" fmla="*/ 4512082 h 4512082"/>
            </a:gdLst>
            <a:ahLst/>
            <a:cxnLst>
              <a:cxn ang="0">
                <a:pos x="connsiteX0" y="connsiteY0"/>
              </a:cxn>
              <a:cxn ang="0">
                <a:pos x="connsiteX1" y="connsiteY1"/>
              </a:cxn>
              <a:cxn ang="0">
                <a:pos x="connsiteX2" y="connsiteY2"/>
              </a:cxn>
              <a:cxn ang="0">
                <a:pos x="connsiteX3" y="connsiteY3"/>
              </a:cxn>
            </a:cxnLst>
            <a:rect l="l" t="t" r="r" b="b"/>
            <a:pathLst>
              <a:path w="5036260" h="4512082">
                <a:moveTo>
                  <a:pt x="0" y="0"/>
                </a:moveTo>
                <a:lnTo>
                  <a:pt x="5036260" y="0"/>
                </a:lnTo>
                <a:lnTo>
                  <a:pt x="5036260" y="4512082"/>
                </a:lnTo>
                <a:lnTo>
                  <a:pt x="0" y="4512082"/>
                </a:lnTo>
                <a:close/>
              </a:path>
            </a:pathLst>
          </a:custGeom>
        </p:spPr>
      </p:pic>
    </p:spTree>
    <p:extLst>
      <p:ext uri="{BB962C8B-B14F-4D97-AF65-F5344CB8AC3E}">
        <p14:creationId xmlns:p14="http://schemas.microsoft.com/office/powerpoint/2010/main" val="201857639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E91E1-7141-2C52-B5BD-FE1EF7326DF5}"/>
            </a:ext>
          </a:extLst>
        </p:cNvPr>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BC3A76D-23BC-031D-ADBB-506A70177D4A}"/>
              </a:ext>
            </a:extLst>
          </p:cNvPr>
          <p:cNvSpPr>
            <a:spLocks noGrp="1"/>
          </p:cNvSpPr>
          <p:nvPr>
            <p:ph type="pic" sz="quarter" idx="21"/>
          </p:nvPr>
        </p:nvSpPr>
        <p:spPr/>
        <p:txBody>
          <a:bodyPr/>
          <a:lstStyle/>
          <a:p>
            <a:endParaRPr lang="en-GR"/>
          </a:p>
        </p:txBody>
      </p:sp>
      <p:sp>
        <p:nvSpPr>
          <p:cNvPr id="5" name="Slide Number Placeholder 4">
            <a:extLst>
              <a:ext uri="{FF2B5EF4-FFF2-40B4-BE49-F238E27FC236}">
                <a16:creationId xmlns:a16="http://schemas.microsoft.com/office/drawing/2014/main" id="{CE9A3E24-CACF-7161-10CE-2450751F1D44}"/>
              </a:ext>
            </a:extLst>
          </p:cNvPr>
          <p:cNvSpPr>
            <a:spLocks noGrp="1"/>
          </p:cNvSpPr>
          <p:nvPr>
            <p:ph type="sldNum" sz="quarter" idx="24"/>
          </p:nvPr>
        </p:nvSpPr>
        <p:spPr>
          <a:xfrm>
            <a:off x="11179867" y="6542942"/>
            <a:ext cx="684000" cy="138499"/>
          </a:xfrm>
        </p:spPr>
        <p:txBody>
          <a:bodyPr/>
          <a:lstStyle/>
          <a:p>
            <a:fld id="{233F7D93-8529-0F4E-AF24-E7C8656CB0BF}" type="slidenum">
              <a:rPr lang="en-GR" smtClean="0"/>
              <a:pPr/>
              <a:t>108</a:t>
            </a:fld>
            <a:endParaRPr lang="en-GR"/>
          </a:p>
        </p:txBody>
      </p:sp>
      <p:sp>
        <p:nvSpPr>
          <p:cNvPr id="14" name="Text Placeholder 13">
            <a:extLst>
              <a:ext uri="{FF2B5EF4-FFF2-40B4-BE49-F238E27FC236}">
                <a16:creationId xmlns:a16="http://schemas.microsoft.com/office/drawing/2014/main" id="{487972D5-8544-42DC-25AA-45588EF7646F}"/>
              </a:ext>
            </a:extLst>
          </p:cNvPr>
          <p:cNvSpPr>
            <a:spLocks noGrp="1"/>
          </p:cNvSpPr>
          <p:nvPr>
            <p:ph type="body" sz="quarter" idx="14"/>
          </p:nvPr>
        </p:nvSpPr>
        <p:spPr>
          <a:xfrm>
            <a:off x="332317" y="1268824"/>
            <a:ext cx="6451625"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 </a:t>
            </a:r>
            <a:r>
              <a:rPr lang="en-US"/>
              <a:t>sector</a:t>
            </a:r>
            <a:r>
              <a:rPr lang="en-GB"/>
              <a: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3" name="Title 12">
            <a:extLst>
              <a:ext uri="{FF2B5EF4-FFF2-40B4-BE49-F238E27FC236}">
                <a16:creationId xmlns:a16="http://schemas.microsoft.com/office/drawing/2014/main" id="{1073AB6A-DE97-3109-51D6-65E46F9E85DF}"/>
              </a:ext>
            </a:extLst>
          </p:cNvPr>
          <p:cNvSpPr>
            <a:spLocks noGrp="1"/>
          </p:cNvSpPr>
          <p:nvPr>
            <p:ph type="ctrTitle"/>
          </p:nvPr>
        </p:nvSpPr>
        <p:spPr>
          <a:xfrm>
            <a:off x="332316" y="409286"/>
            <a:ext cx="5037767" cy="139397"/>
          </a:xfrm>
        </p:spPr>
        <p:txBody>
          <a:bodyPr/>
          <a:lstStyle/>
          <a:p>
            <a:r>
              <a:rPr lang="en-GR"/>
              <a:t>Page Layouts</a:t>
            </a:r>
          </a:p>
        </p:txBody>
      </p:sp>
      <p:sp>
        <p:nvSpPr>
          <p:cNvPr id="15" name="Text Placeholder 14">
            <a:extLst>
              <a:ext uri="{FF2B5EF4-FFF2-40B4-BE49-F238E27FC236}">
                <a16:creationId xmlns:a16="http://schemas.microsoft.com/office/drawing/2014/main" id="{244ED21F-D2B7-9860-99FC-EFBB977995B7}"/>
              </a:ext>
            </a:extLst>
          </p:cNvPr>
          <p:cNvSpPr>
            <a:spLocks noGrp="1"/>
          </p:cNvSpPr>
          <p:nvPr>
            <p:ph type="body" sz="quarter" idx="16"/>
          </p:nvPr>
        </p:nvSpPr>
        <p:spPr>
          <a:xfrm>
            <a:off x="332317" y="741495"/>
            <a:ext cx="5036400" cy="334515"/>
          </a:xfrm>
        </p:spPr>
        <p:txBody>
          <a:bodyPr/>
          <a:lstStyle/>
          <a:p>
            <a:r>
              <a:rPr lang="en-GR"/>
              <a:t>Title Aptos 18-24pt lines spacing 0,9</a:t>
            </a:r>
          </a:p>
        </p:txBody>
      </p:sp>
      <p:sp>
        <p:nvSpPr>
          <p:cNvPr id="8" name="Freeform 7">
            <a:extLst>
              <a:ext uri="{FF2B5EF4-FFF2-40B4-BE49-F238E27FC236}">
                <a16:creationId xmlns:a16="http://schemas.microsoft.com/office/drawing/2014/main" id="{85D87221-EE89-7389-6778-1C5F602C48DD}"/>
              </a:ext>
            </a:extLst>
          </p:cNvPr>
          <p:cNvSpPr/>
          <p:nvPr/>
        </p:nvSpPr>
        <p:spPr>
          <a:xfrm>
            <a:off x="7190216" y="1266060"/>
            <a:ext cx="5001787" cy="4320434"/>
          </a:xfrm>
          <a:custGeom>
            <a:avLst/>
            <a:gdLst>
              <a:gd name="connsiteX0" fmla="*/ 0 w 5001787"/>
              <a:gd name="connsiteY0" fmla="*/ 0 h 4320434"/>
              <a:gd name="connsiteX1" fmla="*/ 5001787 w 5001787"/>
              <a:gd name="connsiteY1" fmla="*/ 0 h 4320434"/>
              <a:gd name="connsiteX2" fmla="*/ 5001787 w 5001787"/>
              <a:gd name="connsiteY2" fmla="*/ 481223 h 4320434"/>
              <a:gd name="connsiteX3" fmla="*/ 4990195 w 5001787"/>
              <a:gd name="connsiteY3" fmla="*/ 475583 h 4320434"/>
              <a:gd name="connsiteX4" fmla="*/ 3244468 w 5001787"/>
              <a:gd name="connsiteY4" fmla="*/ 128580 h 4320434"/>
              <a:gd name="connsiteX5" fmla="*/ 122094 w 5001787"/>
              <a:gd name="connsiteY5" fmla="*/ 2160223 h 4320434"/>
              <a:gd name="connsiteX6" fmla="*/ 3244468 w 5001787"/>
              <a:gd name="connsiteY6" fmla="*/ 4191867 h 4320434"/>
              <a:gd name="connsiteX7" fmla="*/ 4990195 w 5001787"/>
              <a:gd name="connsiteY7" fmla="*/ 3844864 h 4320434"/>
              <a:gd name="connsiteX8" fmla="*/ 5001787 w 5001787"/>
              <a:gd name="connsiteY8" fmla="*/ 3839224 h 4320434"/>
              <a:gd name="connsiteX9" fmla="*/ 5001787 w 5001787"/>
              <a:gd name="connsiteY9" fmla="*/ 4320434 h 4320434"/>
              <a:gd name="connsiteX10" fmla="*/ 0 w 5001787"/>
              <a:gd name="connsiteY10" fmla="*/ 4320434 h 432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01787" h="4320434">
                <a:moveTo>
                  <a:pt x="0" y="0"/>
                </a:moveTo>
                <a:lnTo>
                  <a:pt x="5001787" y="0"/>
                </a:lnTo>
                <a:lnTo>
                  <a:pt x="5001787" y="481223"/>
                </a:lnTo>
                <a:lnTo>
                  <a:pt x="4990195" y="475583"/>
                </a:lnTo>
                <a:cubicBezTo>
                  <a:pt x="4491842" y="256508"/>
                  <a:pt x="3891090" y="128580"/>
                  <a:pt x="3244468" y="128580"/>
                </a:cubicBezTo>
                <a:cubicBezTo>
                  <a:pt x="1520143" y="128580"/>
                  <a:pt x="122094" y="1038291"/>
                  <a:pt x="122094" y="2160223"/>
                </a:cubicBezTo>
                <a:cubicBezTo>
                  <a:pt x="122094" y="3282156"/>
                  <a:pt x="1520143" y="4191867"/>
                  <a:pt x="3244468" y="4191867"/>
                </a:cubicBezTo>
                <a:cubicBezTo>
                  <a:pt x="3891090" y="4191867"/>
                  <a:pt x="4491842" y="4063939"/>
                  <a:pt x="4990195" y="3844864"/>
                </a:cubicBezTo>
                <a:lnTo>
                  <a:pt x="5001787" y="3839224"/>
                </a:lnTo>
                <a:lnTo>
                  <a:pt x="5001787" y="4320434"/>
                </a:lnTo>
                <a:lnTo>
                  <a:pt x="0" y="4320434"/>
                </a:lnTo>
                <a:close/>
              </a:path>
            </a:pathLst>
          </a:custGeom>
          <a:solidFill>
            <a:schemeClr val="accent3"/>
          </a:solidFill>
          <a:ln w="690" cap="flat">
            <a:noFill/>
            <a:prstDash val="solid"/>
            <a:miter/>
          </a:ln>
        </p:spPr>
        <p:txBody>
          <a:bodyPr wrap="square" rtlCol="0" anchor="ctr">
            <a:noAutofit/>
          </a:bodyPr>
          <a:lstStyle/>
          <a:p>
            <a:pPr>
              <a:defRPr/>
            </a:pPr>
            <a:endParaRPr lang="en-GR">
              <a:solidFill>
                <a:prstClr val="black"/>
              </a:solidFill>
              <a:latin typeface="Calibri" panose="020F0502020204030204"/>
            </a:endParaRPr>
          </a:p>
        </p:txBody>
      </p:sp>
    </p:spTree>
    <p:extLst>
      <p:ext uri="{BB962C8B-B14F-4D97-AF65-F5344CB8AC3E}">
        <p14:creationId xmlns:p14="http://schemas.microsoft.com/office/powerpoint/2010/main" val="406040603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80DE0DF-23ED-C447-97DE-19BAA6D2F6E8}"/>
              </a:ext>
            </a:extLst>
          </p:cNvPr>
          <p:cNvSpPr>
            <a:spLocks noGrp="1"/>
          </p:cNvSpPr>
          <p:nvPr>
            <p:ph type="pic" sz="quarter" idx="21"/>
          </p:nvPr>
        </p:nvSpPr>
        <p:spPr/>
        <p:txBody>
          <a:bodyPr/>
          <a:lstStyle/>
          <a:p>
            <a:endParaRPr lang="en-GR"/>
          </a:p>
        </p:txBody>
      </p:sp>
      <p:sp>
        <p:nvSpPr>
          <p:cNvPr id="5" name="Slide Number Placeholder 4">
            <a:extLst>
              <a:ext uri="{FF2B5EF4-FFF2-40B4-BE49-F238E27FC236}">
                <a16:creationId xmlns:a16="http://schemas.microsoft.com/office/drawing/2014/main" id="{4012886A-1092-D40A-BED7-9AFC148D8484}"/>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109</a:t>
            </a:fld>
            <a:endParaRPr lang="en-GR"/>
          </a:p>
        </p:txBody>
      </p:sp>
      <p:sp>
        <p:nvSpPr>
          <p:cNvPr id="14" name="Text Placeholder 13">
            <a:extLst>
              <a:ext uri="{FF2B5EF4-FFF2-40B4-BE49-F238E27FC236}">
                <a16:creationId xmlns:a16="http://schemas.microsoft.com/office/drawing/2014/main" id="{8254653F-37F0-2CD5-4C2D-91CAB4DD28B7}"/>
              </a:ext>
            </a:extLst>
          </p:cNvPr>
          <p:cNvSpPr>
            <a:spLocks noGrp="1"/>
          </p:cNvSpPr>
          <p:nvPr>
            <p:ph type="body" sz="quarter" idx="14"/>
          </p:nvPr>
        </p:nvSpPr>
        <p:spPr>
          <a:xfrm>
            <a:off x="5384802" y="1268824"/>
            <a:ext cx="6479067"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 </a:t>
            </a:r>
            <a:r>
              <a:rPr lang="en-US"/>
              <a:t>sector</a:t>
            </a:r>
            <a:r>
              <a:rPr lang="en-GB"/>
              <a: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5" name="Text Placeholder 14">
            <a:extLst>
              <a:ext uri="{FF2B5EF4-FFF2-40B4-BE49-F238E27FC236}">
                <a16:creationId xmlns:a16="http://schemas.microsoft.com/office/drawing/2014/main" id="{415A08CF-A5D6-69AA-1BEF-00DF30FF39E3}"/>
              </a:ext>
            </a:extLst>
          </p:cNvPr>
          <p:cNvSpPr>
            <a:spLocks noGrp="1"/>
          </p:cNvSpPr>
          <p:nvPr>
            <p:ph type="body" sz="quarter" idx="25"/>
          </p:nvPr>
        </p:nvSpPr>
        <p:spPr/>
        <p:txBody>
          <a:bodyPr/>
          <a:lstStyle/>
          <a:p>
            <a:r>
              <a:rPr lang="en-GR"/>
              <a:t>Title Aptos 18-24pt lines spacing 0,9</a:t>
            </a:r>
          </a:p>
        </p:txBody>
      </p:sp>
      <p:sp>
        <p:nvSpPr>
          <p:cNvPr id="9" name="Freeform 8">
            <a:extLst>
              <a:ext uri="{FF2B5EF4-FFF2-40B4-BE49-F238E27FC236}">
                <a16:creationId xmlns:a16="http://schemas.microsoft.com/office/drawing/2014/main" id="{26CC70FF-36A4-C38B-4178-E6820239F50A}"/>
              </a:ext>
            </a:extLst>
          </p:cNvPr>
          <p:cNvSpPr/>
          <p:nvPr/>
        </p:nvSpPr>
        <p:spPr>
          <a:xfrm flipH="1">
            <a:off x="1206382" y="9"/>
            <a:ext cx="3857511" cy="6858000"/>
          </a:xfrm>
          <a:custGeom>
            <a:avLst/>
            <a:gdLst>
              <a:gd name="connsiteX0" fmla="*/ 2571678 w 3857511"/>
              <a:gd name="connsiteY0" fmla="*/ 6000753 h 6858000"/>
              <a:gd name="connsiteX1" fmla="*/ 3857511 w 3857511"/>
              <a:gd name="connsiteY1" fmla="*/ 6000753 h 6858000"/>
              <a:gd name="connsiteX2" fmla="*/ 3857511 w 3857511"/>
              <a:gd name="connsiteY2" fmla="*/ 6051758 h 6858000"/>
              <a:gd name="connsiteX3" fmla="*/ 2620025 w 3857511"/>
              <a:gd name="connsiteY3" fmla="*/ 6858000 h 6858000"/>
              <a:gd name="connsiteX4" fmla="*/ 2571678 w 3857511"/>
              <a:gd name="connsiteY4" fmla="*/ 6858000 h 6858000"/>
              <a:gd name="connsiteX5" fmla="*/ 2523331 w 3857511"/>
              <a:gd name="connsiteY5" fmla="*/ 5143506 h 6858000"/>
              <a:gd name="connsiteX6" fmla="*/ 2571678 w 3857511"/>
              <a:gd name="connsiteY6" fmla="*/ 5143506 h 6858000"/>
              <a:gd name="connsiteX7" fmla="*/ 2571678 w 3857511"/>
              <a:gd name="connsiteY7" fmla="*/ 6000753 h 6858000"/>
              <a:gd name="connsiteX8" fmla="*/ 1285845 w 3857511"/>
              <a:gd name="connsiteY8" fmla="*/ 6000753 h 6858000"/>
              <a:gd name="connsiteX9" fmla="*/ 1285845 w 3857511"/>
              <a:gd name="connsiteY9" fmla="*/ 5949748 h 6858000"/>
              <a:gd name="connsiteX10" fmla="*/ 2523331 w 3857511"/>
              <a:gd name="connsiteY10" fmla="*/ 5143506 h 6858000"/>
              <a:gd name="connsiteX11" fmla="*/ 0 w 3857511"/>
              <a:gd name="connsiteY11" fmla="*/ 3429000 h 6858000"/>
              <a:gd name="connsiteX12" fmla="*/ 48346 w 3857511"/>
              <a:gd name="connsiteY12" fmla="*/ 3429000 h 6858000"/>
              <a:gd name="connsiteX13" fmla="*/ 1285833 w 3857511"/>
              <a:gd name="connsiteY13" fmla="*/ 4235242 h 6858000"/>
              <a:gd name="connsiteX14" fmla="*/ 1285833 w 3857511"/>
              <a:gd name="connsiteY14" fmla="*/ 4286247 h 6858000"/>
              <a:gd name="connsiteX15" fmla="*/ 0 w 3857511"/>
              <a:gd name="connsiteY15" fmla="*/ 4286247 h 6858000"/>
              <a:gd name="connsiteX16" fmla="*/ 1285845 w 3857511"/>
              <a:gd name="connsiteY16" fmla="*/ 2571752 h 6858000"/>
              <a:gd name="connsiteX17" fmla="*/ 2571678 w 3857511"/>
              <a:gd name="connsiteY17" fmla="*/ 2571752 h 6858000"/>
              <a:gd name="connsiteX18" fmla="*/ 2571678 w 3857511"/>
              <a:gd name="connsiteY18" fmla="*/ 3428999 h 6858000"/>
              <a:gd name="connsiteX19" fmla="*/ 2523331 w 3857511"/>
              <a:gd name="connsiteY19" fmla="*/ 3428999 h 6858000"/>
              <a:gd name="connsiteX20" fmla="*/ 1285845 w 3857511"/>
              <a:gd name="connsiteY20" fmla="*/ 2622757 h 6858000"/>
              <a:gd name="connsiteX21" fmla="*/ 2523331 w 3857511"/>
              <a:gd name="connsiteY21" fmla="*/ 0 h 6858000"/>
              <a:gd name="connsiteX22" fmla="*/ 2571678 w 3857511"/>
              <a:gd name="connsiteY22" fmla="*/ 0 h 6858000"/>
              <a:gd name="connsiteX23" fmla="*/ 2571678 w 3857511"/>
              <a:gd name="connsiteY23" fmla="*/ 857246 h 6858000"/>
              <a:gd name="connsiteX24" fmla="*/ 3857511 w 3857511"/>
              <a:gd name="connsiteY24" fmla="*/ 857246 h 6858000"/>
              <a:gd name="connsiteX25" fmla="*/ 3857511 w 3857511"/>
              <a:gd name="connsiteY25" fmla="*/ 908251 h 6858000"/>
              <a:gd name="connsiteX26" fmla="*/ 2626415 w 3857511"/>
              <a:gd name="connsiteY26" fmla="*/ 1632077 h 6858000"/>
              <a:gd name="connsiteX27" fmla="*/ 2620025 w 3857511"/>
              <a:gd name="connsiteY27" fmla="*/ 1714493 h 6858000"/>
              <a:gd name="connsiteX28" fmla="*/ 2626415 w 3857511"/>
              <a:gd name="connsiteY28" fmla="*/ 1796909 h 6858000"/>
              <a:gd name="connsiteX29" fmla="*/ 3857511 w 3857511"/>
              <a:gd name="connsiteY29" fmla="*/ 2520735 h 6858000"/>
              <a:gd name="connsiteX30" fmla="*/ 3857511 w 3857511"/>
              <a:gd name="connsiteY30" fmla="*/ 2571740 h 6858000"/>
              <a:gd name="connsiteX31" fmla="*/ 2571678 w 3857511"/>
              <a:gd name="connsiteY31" fmla="*/ 2571740 h 6858000"/>
              <a:gd name="connsiteX32" fmla="*/ 2571678 w 3857511"/>
              <a:gd name="connsiteY32" fmla="*/ 1714493 h 6858000"/>
              <a:gd name="connsiteX33" fmla="*/ 2571678 w 3857511"/>
              <a:gd name="connsiteY33" fmla="*/ 1714493 h 6858000"/>
              <a:gd name="connsiteX34" fmla="*/ 2571678 w 3857511"/>
              <a:gd name="connsiteY34" fmla="*/ 857247 h 6858000"/>
              <a:gd name="connsiteX35" fmla="*/ 1285845 w 3857511"/>
              <a:gd name="connsiteY35" fmla="*/ 857247 h 6858000"/>
              <a:gd name="connsiteX36" fmla="*/ 1285845 w 3857511"/>
              <a:gd name="connsiteY36" fmla="*/ 806242 h 6858000"/>
              <a:gd name="connsiteX37" fmla="*/ 2523331 w 3857511"/>
              <a:gd name="connsiteY3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57511" h="6858000">
                <a:moveTo>
                  <a:pt x="2571678" y="6000753"/>
                </a:moveTo>
                <a:lnTo>
                  <a:pt x="3857511" y="6000753"/>
                </a:lnTo>
                <a:lnTo>
                  <a:pt x="3857511" y="6051758"/>
                </a:lnTo>
                <a:cubicBezTo>
                  <a:pt x="3174136" y="6051758"/>
                  <a:pt x="2620025" y="6412831"/>
                  <a:pt x="2620025" y="6858000"/>
                </a:cubicBezTo>
                <a:lnTo>
                  <a:pt x="2571678" y="6858000"/>
                </a:lnTo>
                <a:close/>
                <a:moveTo>
                  <a:pt x="2523331" y="5143506"/>
                </a:moveTo>
                <a:lnTo>
                  <a:pt x="2571678" y="5143506"/>
                </a:lnTo>
                <a:lnTo>
                  <a:pt x="2571678" y="6000753"/>
                </a:lnTo>
                <a:lnTo>
                  <a:pt x="1285845" y="6000753"/>
                </a:lnTo>
                <a:lnTo>
                  <a:pt x="1285845" y="5949748"/>
                </a:lnTo>
                <a:cubicBezTo>
                  <a:pt x="1969220" y="5949748"/>
                  <a:pt x="2523331" y="5588676"/>
                  <a:pt x="2523331" y="5143506"/>
                </a:cubicBezTo>
                <a:close/>
                <a:moveTo>
                  <a:pt x="0" y="3429000"/>
                </a:moveTo>
                <a:lnTo>
                  <a:pt x="48346" y="3429000"/>
                </a:lnTo>
                <a:cubicBezTo>
                  <a:pt x="48346" y="3874170"/>
                  <a:pt x="602458" y="4235242"/>
                  <a:pt x="1285833" y="4235242"/>
                </a:cubicBezTo>
                <a:lnTo>
                  <a:pt x="1285833" y="4286247"/>
                </a:lnTo>
                <a:lnTo>
                  <a:pt x="0" y="4286247"/>
                </a:lnTo>
                <a:close/>
                <a:moveTo>
                  <a:pt x="1285845" y="2571752"/>
                </a:moveTo>
                <a:lnTo>
                  <a:pt x="2571678" y="2571752"/>
                </a:lnTo>
                <a:lnTo>
                  <a:pt x="2571678" y="3428999"/>
                </a:lnTo>
                <a:lnTo>
                  <a:pt x="2523331" y="3428999"/>
                </a:lnTo>
                <a:cubicBezTo>
                  <a:pt x="2523331" y="2983830"/>
                  <a:pt x="1969220" y="2622757"/>
                  <a:pt x="1285845" y="2622757"/>
                </a:cubicBezTo>
                <a:close/>
                <a:moveTo>
                  <a:pt x="2523331" y="0"/>
                </a:moveTo>
                <a:lnTo>
                  <a:pt x="2571678" y="0"/>
                </a:lnTo>
                <a:lnTo>
                  <a:pt x="2571678" y="857246"/>
                </a:lnTo>
                <a:lnTo>
                  <a:pt x="3857511" y="857246"/>
                </a:lnTo>
                <a:lnTo>
                  <a:pt x="3857511" y="908251"/>
                </a:lnTo>
                <a:cubicBezTo>
                  <a:pt x="3216847" y="908251"/>
                  <a:pt x="2689794" y="1225600"/>
                  <a:pt x="2626415" y="1632077"/>
                </a:cubicBezTo>
                <a:lnTo>
                  <a:pt x="2620025" y="1714493"/>
                </a:lnTo>
                <a:lnTo>
                  <a:pt x="2626415" y="1796909"/>
                </a:lnTo>
                <a:cubicBezTo>
                  <a:pt x="2689794" y="2203387"/>
                  <a:pt x="3216847" y="2520735"/>
                  <a:pt x="3857511" y="2520735"/>
                </a:cubicBezTo>
                <a:lnTo>
                  <a:pt x="3857511" y="2571740"/>
                </a:lnTo>
                <a:lnTo>
                  <a:pt x="2571678" y="2571740"/>
                </a:lnTo>
                <a:lnTo>
                  <a:pt x="2571678" y="1714493"/>
                </a:lnTo>
                <a:lnTo>
                  <a:pt x="2571678" y="1714493"/>
                </a:lnTo>
                <a:lnTo>
                  <a:pt x="2571678" y="857247"/>
                </a:lnTo>
                <a:lnTo>
                  <a:pt x="1285845" y="857247"/>
                </a:lnTo>
                <a:lnTo>
                  <a:pt x="1285845" y="806242"/>
                </a:lnTo>
                <a:cubicBezTo>
                  <a:pt x="1969220" y="806242"/>
                  <a:pt x="2523331" y="445169"/>
                  <a:pt x="2523331" y="0"/>
                </a:cubicBezTo>
                <a:close/>
              </a:path>
            </a:pathLst>
          </a:custGeom>
          <a:solidFill>
            <a:schemeClr val="tx2"/>
          </a:solidFill>
          <a:ln w="690" cap="flat">
            <a:noFill/>
            <a:prstDash val="solid"/>
            <a:miter/>
          </a:ln>
        </p:spPr>
        <p:txBody>
          <a:bodyPr wrap="square" rtlCol="0" anchor="ctr">
            <a:noAutofit/>
          </a:bodyPr>
          <a:lstStyle/>
          <a:p>
            <a:endParaRPr lang="en-GR"/>
          </a:p>
        </p:txBody>
      </p:sp>
    </p:spTree>
    <p:extLst>
      <p:ext uri="{BB962C8B-B14F-4D97-AF65-F5344CB8AC3E}">
        <p14:creationId xmlns:p14="http://schemas.microsoft.com/office/powerpoint/2010/main" val="41315175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8191D-BD8C-A357-9092-A086370475E9}"/>
            </a:ext>
          </a:extLst>
        </p:cNvPr>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58775AF3-A72D-A4FD-DA4E-87EF5022E20F}"/>
              </a:ext>
            </a:extLst>
          </p:cNvPr>
          <p:cNvSpPr>
            <a:spLocks noGrp="1"/>
          </p:cNvSpPr>
          <p:nvPr>
            <p:ph type="pic" sz="quarter" idx="21"/>
          </p:nvPr>
        </p:nvSpPr>
        <p:spPr/>
        <p:txBody>
          <a:bodyPr/>
          <a:lstStyle/>
          <a:p>
            <a:endParaRPr lang="en-GR"/>
          </a:p>
        </p:txBody>
      </p:sp>
      <p:sp>
        <p:nvSpPr>
          <p:cNvPr id="5" name="Slide Number Placeholder 4">
            <a:extLst>
              <a:ext uri="{FF2B5EF4-FFF2-40B4-BE49-F238E27FC236}">
                <a16:creationId xmlns:a16="http://schemas.microsoft.com/office/drawing/2014/main" id="{6660B67D-F115-F98D-D79A-F08928AEAA91}"/>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110</a:t>
            </a:fld>
            <a:endParaRPr lang="en-GR"/>
          </a:p>
        </p:txBody>
      </p:sp>
      <p:sp>
        <p:nvSpPr>
          <p:cNvPr id="14" name="Text Placeholder 13">
            <a:extLst>
              <a:ext uri="{FF2B5EF4-FFF2-40B4-BE49-F238E27FC236}">
                <a16:creationId xmlns:a16="http://schemas.microsoft.com/office/drawing/2014/main" id="{AF7A187A-1359-8822-40B2-EF4BA0453642}"/>
              </a:ext>
            </a:extLst>
          </p:cNvPr>
          <p:cNvSpPr>
            <a:spLocks noGrp="1"/>
          </p:cNvSpPr>
          <p:nvPr>
            <p:ph type="body" sz="quarter" idx="14"/>
          </p:nvPr>
        </p:nvSpPr>
        <p:spPr>
          <a:xfrm>
            <a:off x="5384802" y="1268824"/>
            <a:ext cx="6479067"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 </a:t>
            </a:r>
            <a:r>
              <a:rPr lang="en-US"/>
              <a:t>sector</a:t>
            </a:r>
            <a:r>
              <a:rPr lang="en-GB"/>
              <a: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5" name="Text Placeholder 14">
            <a:extLst>
              <a:ext uri="{FF2B5EF4-FFF2-40B4-BE49-F238E27FC236}">
                <a16:creationId xmlns:a16="http://schemas.microsoft.com/office/drawing/2014/main" id="{5A3FC5CD-B766-6793-F2BE-24B774609B18}"/>
              </a:ext>
            </a:extLst>
          </p:cNvPr>
          <p:cNvSpPr>
            <a:spLocks noGrp="1"/>
          </p:cNvSpPr>
          <p:nvPr>
            <p:ph type="body" sz="quarter" idx="25"/>
          </p:nvPr>
        </p:nvSpPr>
        <p:spPr/>
        <p:txBody>
          <a:bodyPr/>
          <a:lstStyle/>
          <a:p>
            <a:r>
              <a:rPr lang="en-GR"/>
              <a:t>Title Aptos 18-24pt lines spacing 0,9</a:t>
            </a:r>
          </a:p>
        </p:txBody>
      </p:sp>
      <p:grpSp>
        <p:nvGrpSpPr>
          <p:cNvPr id="2" name="Group 1">
            <a:extLst>
              <a:ext uri="{FF2B5EF4-FFF2-40B4-BE49-F238E27FC236}">
                <a16:creationId xmlns:a16="http://schemas.microsoft.com/office/drawing/2014/main" id="{AED457DE-D2BE-0562-82B2-C00905E944AD}"/>
              </a:ext>
            </a:extLst>
          </p:cNvPr>
          <p:cNvGrpSpPr/>
          <p:nvPr/>
        </p:nvGrpSpPr>
        <p:grpSpPr>
          <a:xfrm flipH="1">
            <a:off x="1051495" y="891181"/>
            <a:ext cx="3806621" cy="5075636"/>
            <a:chOff x="2119150" y="80051"/>
            <a:chExt cx="310537" cy="414061"/>
          </a:xfrm>
          <a:solidFill>
            <a:srgbClr val="AA0028"/>
          </a:solidFill>
        </p:grpSpPr>
        <p:sp>
          <p:nvSpPr>
            <p:cNvPr id="6" name="Freeform 5">
              <a:extLst>
                <a:ext uri="{FF2B5EF4-FFF2-40B4-BE49-F238E27FC236}">
                  <a16:creationId xmlns:a16="http://schemas.microsoft.com/office/drawing/2014/main" id="{8987423D-6A23-78E4-8041-A107144527FF}"/>
                </a:ext>
              </a:extLst>
            </p:cNvPr>
            <p:cNvSpPr/>
            <p:nvPr/>
          </p:nvSpPr>
          <p:spPr>
            <a:xfrm>
              <a:off x="2119150" y="287082"/>
              <a:ext cx="310537" cy="207030"/>
            </a:xfrm>
            <a:custGeom>
              <a:avLst/>
              <a:gdLst>
                <a:gd name="connsiteX0" fmla="*/ 0 w 310537"/>
                <a:gd name="connsiteY0" fmla="*/ 207031 h 207030"/>
                <a:gd name="connsiteX1" fmla="*/ 310537 w 310537"/>
                <a:gd name="connsiteY1" fmla="*/ 207031 h 207030"/>
                <a:gd name="connsiteX2" fmla="*/ 310537 w 310537"/>
                <a:gd name="connsiteY2" fmla="*/ 0 h 207030"/>
                <a:gd name="connsiteX3" fmla="*/ 298854 w 310537"/>
                <a:gd name="connsiteY3" fmla="*/ 0 h 207030"/>
                <a:gd name="connsiteX4" fmla="*/ 0 w 310537"/>
                <a:gd name="connsiteY4" fmla="*/ 194713 h 207030"/>
                <a:gd name="connsiteX5" fmla="*/ 0 w 310537"/>
                <a:gd name="connsiteY5" fmla="*/ 207031 h 20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537" h="207030">
                  <a:moveTo>
                    <a:pt x="0" y="207031"/>
                  </a:moveTo>
                  <a:lnTo>
                    <a:pt x="310537" y="207031"/>
                  </a:lnTo>
                  <a:lnTo>
                    <a:pt x="310537" y="0"/>
                  </a:lnTo>
                  <a:lnTo>
                    <a:pt x="298854" y="0"/>
                  </a:lnTo>
                  <a:cubicBezTo>
                    <a:pt x="298854" y="107501"/>
                    <a:pt x="165040" y="194713"/>
                    <a:pt x="0" y="194713"/>
                  </a:cubicBezTo>
                  <a:lnTo>
                    <a:pt x="0" y="207031"/>
                  </a:lnTo>
                  <a:close/>
                </a:path>
              </a:pathLst>
            </a:custGeom>
            <a:grpFill/>
            <a:ln w="690" cap="flat">
              <a:noFill/>
              <a:prstDash val="solid"/>
              <a:miter/>
            </a:ln>
          </p:spPr>
          <p:txBody>
            <a:bodyPr rtlCol="0" anchor="ctr"/>
            <a:lstStyle/>
            <a:p>
              <a:endParaRPr lang="en-GR"/>
            </a:p>
          </p:txBody>
        </p:sp>
        <p:sp>
          <p:nvSpPr>
            <p:cNvPr id="7" name="Freeform 6">
              <a:extLst>
                <a:ext uri="{FF2B5EF4-FFF2-40B4-BE49-F238E27FC236}">
                  <a16:creationId xmlns:a16="http://schemas.microsoft.com/office/drawing/2014/main" id="{ABAD7A5C-A233-3672-510F-6EBC018A25A6}"/>
                </a:ext>
              </a:extLst>
            </p:cNvPr>
            <p:cNvSpPr/>
            <p:nvPr/>
          </p:nvSpPr>
          <p:spPr>
            <a:xfrm>
              <a:off x="2119150" y="80051"/>
              <a:ext cx="310537" cy="207030"/>
            </a:xfrm>
            <a:custGeom>
              <a:avLst/>
              <a:gdLst>
                <a:gd name="connsiteX0" fmla="*/ 0 w 310537"/>
                <a:gd name="connsiteY0" fmla="*/ 0 h 207030"/>
                <a:gd name="connsiteX1" fmla="*/ 310537 w 310537"/>
                <a:gd name="connsiteY1" fmla="*/ 0 h 207030"/>
                <a:gd name="connsiteX2" fmla="*/ 310537 w 310537"/>
                <a:gd name="connsiteY2" fmla="*/ 207031 h 207030"/>
                <a:gd name="connsiteX3" fmla="*/ 298854 w 310537"/>
                <a:gd name="connsiteY3" fmla="*/ 207031 h 207030"/>
                <a:gd name="connsiteX4" fmla="*/ 0 w 310537"/>
                <a:gd name="connsiteY4" fmla="*/ 12318 h 207030"/>
                <a:gd name="connsiteX5" fmla="*/ 0 w 310537"/>
                <a:gd name="connsiteY5" fmla="*/ 0 h 20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537" h="207030">
                  <a:moveTo>
                    <a:pt x="0" y="0"/>
                  </a:moveTo>
                  <a:lnTo>
                    <a:pt x="310537" y="0"/>
                  </a:lnTo>
                  <a:lnTo>
                    <a:pt x="310537" y="207031"/>
                  </a:lnTo>
                  <a:lnTo>
                    <a:pt x="298854" y="207031"/>
                  </a:lnTo>
                  <a:cubicBezTo>
                    <a:pt x="298854" y="99530"/>
                    <a:pt x="165040" y="12318"/>
                    <a:pt x="0" y="12318"/>
                  </a:cubicBezTo>
                  <a:lnTo>
                    <a:pt x="0" y="0"/>
                  </a:lnTo>
                  <a:close/>
                </a:path>
              </a:pathLst>
            </a:custGeom>
            <a:grpFill/>
            <a:ln w="690" cap="flat">
              <a:noFill/>
              <a:prstDash val="solid"/>
              <a:miter/>
            </a:ln>
          </p:spPr>
          <p:txBody>
            <a:bodyPr rtlCol="0" anchor="ctr"/>
            <a:lstStyle/>
            <a:p>
              <a:endParaRPr lang="en-GR"/>
            </a:p>
          </p:txBody>
        </p:sp>
      </p:grpSp>
    </p:spTree>
    <p:extLst>
      <p:ext uri="{BB962C8B-B14F-4D97-AF65-F5344CB8AC3E}">
        <p14:creationId xmlns:p14="http://schemas.microsoft.com/office/powerpoint/2010/main" val="322191286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26527-6B43-627F-F266-7C1F296B5B47}"/>
            </a:ext>
          </a:extLst>
        </p:cNvPr>
        <p:cNvGrpSpPr/>
        <p:nvPr/>
      </p:nvGrpSpPr>
      <p:grpSpPr>
        <a:xfrm>
          <a:off x="0" y="0"/>
          <a:ext cx="0" cy="0"/>
          <a:chOff x="0" y="0"/>
          <a:chExt cx="0" cy="0"/>
        </a:xfrm>
      </p:grpSpPr>
      <p:sp>
        <p:nvSpPr>
          <p:cNvPr id="9" name="Picture Placeholder 8">
            <a:extLst>
              <a:ext uri="{FF2B5EF4-FFF2-40B4-BE49-F238E27FC236}">
                <a16:creationId xmlns:a16="http://schemas.microsoft.com/office/drawing/2014/main" id="{0254592C-BCF5-22D6-9A30-88E0799B1977}"/>
              </a:ext>
            </a:extLst>
          </p:cNvPr>
          <p:cNvSpPr>
            <a:spLocks noGrp="1"/>
          </p:cNvSpPr>
          <p:nvPr>
            <p:ph type="pic" sz="quarter" idx="21"/>
          </p:nvPr>
        </p:nvSpPr>
        <p:spPr/>
        <p:txBody>
          <a:bodyPr/>
          <a:lstStyle/>
          <a:p>
            <a:endParaRPr lang="en-GR"/>
          </a:p>
        </p:txBody>
      </p:sp>
      <p:sp>
        <p:nvSpPr>
          <p:cNvPr id="5" name="Slide Number Placeholder 4">
            <a:extLst>
              <a:ext uri="{FF2B5EF4-FFF2-40B4-BE49-F238E27FC236}">
                <a16:creationId xmlns:a16="http://schemas.microsoft.com/office/drawing/2014/main" id="{7FC400C0-BE00-6A30-4019-E4861BDC4343}"/>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111</a:t>
            </a:fld>
            <a:endParaRPr lang="en-GR"/>
          </a:p>
        </p:txBody>
      </p:sp>
      <p:sp>
        <p:nvSpPr>
          <p:cNvPr id="14" name="Text Placeholder 13">
            <a:extLst>
              <a:ext uri="{FF2B5EF4-FFF2-40B4-BE49-F238E27FC236}">
                <a16:creationId xmlns:a16="http://schemas.microsoft.com/office/drawing/2014/main" id="{D43A20EE-2EC3-CB17-570C-02E2DD9EBF2D}"/>
              </a:ext>
            </a:extLst>
          </p:cNvPr>
          <p:cNvSpPr>
            <a:spLocks noGrp="1"/>
          </p:cNvSpPr>
          <p:nvPr>
            <p:ph type="body" sz="quarter" idx="14"/>
          </p:nvPr>
        </p:nvSpPr>
        <p:spPr>
          <a:xfrm>
            <a:off x="5384802" y="1268824"/>
            <a:ext cx="6479067"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 </a:t>
            </a:r>
            <a:r>
              <a:rPr lang="en-US"/>
              <a:t>sector</a:t>
            </a:r>
            <a:r>
              <a:rPr lang="en-GB"/>
              <a: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5" name="Text Placeholder 14">
            <a:extLst>
              <a:ext uri="{FF2B5EF4-FFF2-40B4-BE49-F238E27FC236}">
                <a16:creationId xmlns:a16="http://schemas.microsoft.com/office/drawing/2014/main" id="{194197F5-D471-44A0-4C73-CA04E53A87CB}"/>
              </a:ext>
            </a:extLst>
          </p:cNvPr>
          <p:cNvSpPr>
            <a:spLocks noGrp="1"/>
          </p:cNvSpPr>
          <p:nvPr>
            <p:ph type="body" sz="quarter" idx="25"/>
          </p:nvPr>
        </p:nvSpPr>
        <p:spPr/>
        <p:txBody>
          <a:bodyPr/>
          <a:lstStyle/>
          <a:p>
            <a:r>
              <a:rPr lang="en-GR"/>
              <a:t>Title Aptos 18-24pt lines spacing 0,9</a:t>
            </a:r>
          </a:p>
        </p:txBody>
      </p:sp>
      <p:sp>
        <p:nvSpPr>
          <p:cNvPr id="2" name="Freeform 1">
            <a:extLst>
              <a:ext uri="{FF2B5EF4-FFF2-40B4-BE49-F238E27FC236}">
                <a16:creationId xmlns:a16="http://schemas.microsoft.com/office/drawing/2014/main" id="{DEE78B74-03C3-36D1-A5F4-F363CE9FF95C}"/>
              </a:ext>
            </a:extLst>
          </p:cNvPr>
          <p:cNvSpPr/>
          <p:nvPr/>
        </p:nvSpPr>
        <p:spPr>
          <a:xfrm flipH="1">
            <a:off x="3363" y="1266060"/>
            <a:ext cx="5043832" cy="4320434"/>
          </a:xfrm>
          <a:custGeom>
            <a:avLst/>
            <a:gdLst>
              <a:gd name="connsiteX0" fmla="*/ 0 w 5050948"/>
              <a:gd name="connsiteY0" fmla="*/ 0 h 4320434"/>
              <a:gd name="connsiteX1" fmla="*/ 5050948 w 5050948"/>
              <a:gd name="connsiteY1" fmla="*/ 0 h 4320434"/>
              <a:gd name="connsiteX2" fmla="*/ 5050948 w 5050948"/>
              <a:gd name="connsiteY2" fmla="*/ 505144 h 4320434"/>
              <a:gd name="connsiteX3" fmla="*/ 4990195 w 5050948"/>
              <a:gd name="connsiteY3" fmla="*/ 475583 h 4320434"/>
              <a:gd name="connsiteX4" fmla="*/ 3244468 w 5050948"/>
              <a:gd name="connsiteY4" fmla="*/ 128580 h 4320434"/>
              <a:gd name="connsiteX5" fmla="*/ 122094 w 5050948"/>
              <a:gd name="connsiteY5" fmla="*/ 2160223 h 4320434"/>
              <a:gd name="connsiteX6" fmla="*/ 3244468 w 5050948"/>
              <a:gd name="connsiteY6" fmla="*/ 4191867 h 4320434"/>
              <a:gd name="connsiteX7" fmla="*/ 4990195 w 5050948"/>
              <a:gd name="connsiteY7" fmla="*/ 3844865 h 4320434"/>
              <a:gd name="connsiteX8" fmla="*/ 5050948 w 5050948"/>
              <a:gd name="connsiteY8" fmla="*/ 3815304 h 4320434"/>
              <a:gd name="connsiteX9" fmla="*/ 5050948 w 5050948"/>
              <a:gd name="connsiteY9" fmla="*/ 4320434 h 4320434"/>
              <a:gd name="connsiteX10" fmla="*/ 0 w 5050948"/>
              <a:gd name="connsiteY10" fmla="*/ 4320434 h 432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50948" h="4320434">
                <a:moveTo>
                  <a:pt x="0" y="0"/>
                </a:moveTo>
                <a:lnTo>
                  <a:pt x="5050948" y="0"/>
                </a:lnTo>
                <a:lnTo>
                  <a:pt x="5050948" y="505144"/>
                </a:lnTo>
                <a:lnTo>
                  <a:pt x="4990195" y="475583"/>
                </a:lnTo>
                <a:cubicBezTo>
                  <a:pt x="4491842" y="256508"/>
                  <a:pt x="3891090" y="128580"/>
                  <a:pt x="3244468" y="128580"/>
                </a:cubicBezTo>
                <a:cubicBezTo>
                  <a:pt x="1520143" y="128580"/>
                  <a:pt x="122094" y="1038291"/>
                  <a:pt x="122094" y="2160223"/>
                </a:cubicBezTo>
                <a:cubicBezTo>
                  <a:pt x="122094" y="3282156"/>
                  <a:pt x="1520143" y="4191867"/>
                  <a:pt x="3244468" y="4191867"/>
                </a:cubicBezTo>
                <a:cubicBezTo>
                  <a:pt x="3891090" y="4191867"/>
                  <a:pt x="4491842" y="4063939"/>
                  <a:pt x="4990195" y="3844865"/>
                </a:cubicBezTo>
                <a:lnTo>
                  <a:pt x="5050948" y="3815304"/>
                </a:lnTo>
                <a:lnTo>
                  <a:pt x="5050948" y="4320434"/>
                </a:lnTo>
                <a:lnTo>
                  <a:pt x="0" y="4320434"/>
                </a:lnTo>
                <a:close/>
              </a:path>
            </a:pathLst>
          </a:custGeom>
          <a:solidFill>
            <a:srgbClr val="D9A757"/>
          </a:solidFill>
          <a:ln w="690" cap="flat">
            <a:noFill/>
            <a:prstDash val="solid"/>
            <a:miter/>
          </a:ln>
        </p:spPr>
        <p:txBody>
          <a:bodyPr wrap="square" rtlCol="0" anchor="ctr">
            <a:noAutofit/>
          </a:bodyPr>
          <a:lstStyle/>
          <a:p>
            <a:pPr>
              <a:defRPr/>
            </a:pPr>
            <a:endParaRPr lang="en-GR">
              <a:solidFill>
                <a:prstClr val="black"/>
              </a:solidFill>
              <a:latin typeface="Calibri" panose="020F0502020204030204"/>
            </a:endParaRPr>
          </a:p>
        </p:txBody>
      </p:sp>
    </p:spTree>
    <p:extLst>
      <p:ext uri="{BB962C8B-B14F-4D97-AF65-F5344CB8AC3E}">
        <p14:creationId xmlns:p14="http://schemas.microsoft.com/office/powerpoint/2010/main" val="155604553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51EDE-9CD7-4D0B-E170-7F74ABCD6D2D}"/>
            </a:ext>
          </a:extLst>
        </p:cNvPr>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224303A-BB27-C9BB-9899-507E146FD2D2}"/>
              </a:ext>
            </a:extLst>
          </p:cNvPr>
          <p:cNvSpPr>
            <a:spLocks noGrp="1"/>
          </p:cNvSpPr>
          <p:nvPr>
            <p:ph type="pic" sz="quarter" idx="21"/>
          </p:nvPr>
        </p:nvSpPr>
        <p:spPr/>
        <p:txBody>
          <a:bodyPr/>
          <a:lstStyle/>
          <a:p>
            <a:endParaRPr lang="en-GR"/>
          </a:p>
        </p:txBody>
      </p:sp>
      <p:sp>
        <p:nvSpPr>
          <p:cNvPr id="5" name="Slide Number Placeholder 4">
            <a:extLst>
              <a:ext uri="{FF2B5EF4-FFF2-40B4-BE49-F238E27FC236}">
                <a16:creationId xmlns:a16="http://schemas.microsoft.com/office/drawing/2014/main" id="{3BBE41D2-548F-7B66-202F-A849A50D42E0}"/>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112</a:t>
            </a:fld>
            <a:endParaRPr lang="en-GR"/>
          </a:p>
        </p:txBody>
      </p:sp>
      <p:sp>
        <p:nvSpPr>
          <p:cNvPr id="14" name="Text Placeholder 13">
            <a:extLst>
              <a:ext uri="{FF2B5EF4-FFF2-40B4-BE49-F238E27FC236}">
                <a16:creationId xmlns:a16="http://schemas.microsoft.com/office/drawing/2014/main" id="{06FEC9E2-66A8-5EB6-8EF7-F87F460BFED1}"/>
              </a:ext>
            </a:extLst>
          </p:cNvPr>
          <p:cNvSpPr>
            <a:spLocks noGrp="1"/>
          </p:cNvSpPr>
          <p:nvPr>
            <p:ph type="body" sz="quarter" idx="14"/>
          </p:nvPr>
        </p:nvSpPr>
        <p:spPr>
          <a:xfrm>
            <a:off x="5384802" y="1268824"/>
            <a:ext cx="6479067"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 </a:t>
            </a:r>
            <a:r>
              <a:rPr lang="en-US"/>
              <a:t>sector</a:t>
            </a:r>
            <a:r>
              <a:rPr lang="en-GB"/>
              <a: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5" name="Text Placeholder 14">
            <a:extLst>
              <a:ext uri="{FF2B5EF4-FFF2-40B4-BE49-F238E27FC236}">
                <a16:creationId xmlns:a16="http://schemas.microsoft.com/office/drawing/2014/main" id="{196B3B94-D4E9-2F8B-DB75-2D974569DDFA}"/>
              </a:ext>
            </a:extLst>
          </p:cNvPr>
          <p:cNvSpPr>
            <a:spLocks noGrp="1"/>
          </p:cNvSpPr>
          <p:nvPr>
            <p:ph type="body" sz="quarter" idx="25"/>
          </p:nvPr>
        </p:nvSpPr>
        <p:spPr/>
        <p:txBody>
          <a:bodyPr/>
          <a:lstStyle/>
          <a:p>
            <a:r>
              <a:rPr lang="en-GR"/>
              <a:t>Title Aptos 18-24pt lines spacing 0,9</a:t>
            </a:r>
          </a:p>
        </p:txBody>
      </p:sp>
      <p:pic>
        <p:nvPicPr>
          <p:cNvPr id="2" name="Graphic 1">
            <a:extLst>
              <a:ext uri="{FF2B5EF4-FFF2-40B4-BE49-F238E27FC236}">
                <a16:creationId xmlns:a16="http://schemas.microsoft.com/office/drawing/2014/main" id="{9398917C-C454-6E10-9DC5-8B9836C5EAC6}"/>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29165"/>
          <a:stretch/>
        </p:blipFill>
        <p:spPr>
          <a:xfrm flipH="1">
            <a:off x="0" y="1158942"/>
            <a:ext cx="5036260" cy="4512082"/>
          </a:xfrm>
          <a:custGeom>
            <a:avLst/>
            <a:gdLst>
              <a:gd name="connsiteX0" fmla="*/ 0 w 5036260"/>
              <a:gd name="connsiteY0" fmla="*/ 0 h 4512082"/>
              <a:gd name="connsiteX1" fmla="*/ 5036260 w 5036260"/>
              <a:gd name="connsiteY1" fmla="*/ 0 h 4512082"/>
              <a:gd name="connsiteX2" fmla="*/ 5036260 w 5036260"/>
              <a:gd name="connsiteY2" fmla="*/ 4512082 h 4512082"/>
              <a:gd name="connsiteX3" fmla="*/ 0 w 5036260"/>
              <a:gd name="connsiteY3" fmla="*/ 4512082 h 4512082"/>
            </a:gdLst>
            <a:ahLst/>
            <a:cxnLst>
              <a:cxn ang="0">
                <a:pos x="connsiteX0" y="connsiteY0"/>
              </a:cxn>
              <a:cxn ang="0">
                <a:pos x="connsiteX1" y="connsiteY1"/>
              </a:cxn>
              <a:cxn ang="0">
                <a:pos x="connsiteX2" y="connsiteY2"/>
              </a:cxn>
              <a:cxn ang="0">
                <a:pos x="connsiteX3" y="connsiteY3"/>
              </a:cxn>
            </a:cxnLst>
            <a:rect l="l" t="t" r="r" b="b"/>
            <a:pathLst>
              <a:path w="5036260" h="4512082">
                <a:moveTo>
                  <a:pt x="0" y="0"/>
                </a:moveTo>
                <a:lnTo>
                  <a:pt x="5036260" y="0"/>
                </a:lnTo>
                <a:lnTo>
                  <a:pt x="5036260" y="4512082"/>
                </a:lnTo>
                <a:lnTo>
                  <a:pt x="0" y="4512082"/>
                </a:lnTo>
                <a:close/>
              </a:path>
            </a:pathLst>
          </a:custGeom>
        </p:spPr>
      </p:pic>
    </p:spTree>
    <p:extLst>
      <p:ext uri="{BB962C8B-B14F-4D97-AF65-F5344CB8AC3E}">
        <p14:creationId xmlns:p14="http://schemas.microsoft.com/office/powerpoint/2010/main" val="366686197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BD91E-86C9-F920-E43F-207AFECBF09D}"/>
            </a:ext>
          </a:extLst>
        </p:cNvPr>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3A86007-DAE7-FB8F-FF90-9DA47917BD46}"/>
              </a:ext>
            </a:extLst>
          </p:cNvPr>
          <p:cNvSpPr>
            <a:spLocks noGrp="1"/>
          </p:cNvSpPr>
          <p:nvPr>
            <p:ph type="pic" sz="quarter" idx="21"/>
          </p:nvPr>
        </p:nvSpPr>
        <p:spPr/>
        <p:txBody>
          <a:bodyPr/>
          <a:lstStyle/>
          <a:p>
            <a:endParaRPr lang="en-GR"/>
          </a:p>
        </p:txBody>
      </p:sp>
      <p:sp>
        <p:nvSpPr>
          <p:cNvPr id="5" name="Slide Number Placeholder 4">
            <a:extLst>
              <a:ext uri="{FF2B5EF4-FFF2-40B4-BE49-F238E27FC236}">
                <a16:creationId xmlns:a16="http://schemas.microsoft.com/office/drawing/2014/main" id="{A079D92D-F012-BD1E-2768-B395022E6663}"/>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113</a:t>
            </a:fld>
            <a:endParaRPr lang="en-GR"/>
          </a:p>
        </p:txBody>
      </p:sp>
      <p:sp>
        <p:nvSpPr>
          <p:cNvPr id="14" name="Text Placeholder 13">
            <a:extLst>
              <a:ext uri="{FF2B5EF4-FFF2-40B4-BE49-F238E27FC236}">
                <a16:creationId xmlns:a16="http://schemas.microsoft.com/office/drawing/2014/main" id="{F1DAD4A9-A485-CA01-9495-71505D1CF50E}"/>
              </a:ext>
            </a:extLst>
          </p:cNvPr>
          <p:cNvSpPr>
            <a:spLocks noGrp="1"/>
          </p:cNvSpPr>
          <p:nvPr>
            <p:ph type="body" sz="quarter" idx="14"/>
          </p:nvPr>
        </p:nvSpPr>
        <p:spPr>
          <a:xfrm>
            <a:off x="5384802" y="1268824"/>
            <a:ext cx="6479067"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 </a:t>
            </a:r>
            <a:r>
              <a:rPr lang="en-US"/>
              <a:t>sector</a:t>
            </a:r>
            <a:r>
              <a:rPr lang="en-GB"/>
              <a: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5" name="Text Placeholder 14">
            <a:extLst>
              <a:ext uri="{FF2B5EF4-FFF2-40B4-BE49-F238E27FC236}">
                <a16:creationId xmlns:a16="http://schemas.microsoft.com/office/drawing/2014/main" id="{19FA6E2D-CD75-FCBF-E5CA-41A0301005E2}"/>
              </a:ext>
            </a:extLst>
          </p:cNvPr>
          <p:cNvSpPr>
            <a:spLocks noGrp="1"/>
          </p:cNvSpPr>
          <p:nvPr>
            <p:ph type="body" sz="quarter" idx="25"/>
          </p:nvPr>
        </p:nvSpPr>
        <p:spPr/>
        <p:txBody>
          <a:bodyPr/>
          <a:lstStyle/>
          <a:p>
            <a:r>
              <a:rPr lang="en-GR"/>
              <a:t>Title Aptos 18-24pt lines spacing 0,9</a:t>
            </a:r>
          </a:p>
        </p:txBody>
      </p:sp>
      <p:sp>
        <p:nvSpPr>
          <p:cNvPr id="2" name="Freeform 1">
            <a:extLst>
              <a:ext uri="{FF2B5EF4-FFF2-40B4-BE49-F238E27FC236}">
                <a16:creationId xmlns:a16="http://schemas.microsoft.com/office/drawing/2014/main" id="{F13BB61F-9B82-3E2E-DE9F-28CBD143ADD7}"/>
              </a:ext>
            </a:extLst>
          </p:cNvPr>
          <p:cNvSpPr/>
          <p:nvPr/>
        </p:nvSpPr>
        <p:spPr>
          <a:xfrm flipH="1">
            <a:off x="-1" y="1244865"/>
            <a:ext cx="5026324" cy="4341629"/>
          </a:xfrm>
          <a:custGeom>
            <a:avLst/>
            <a:gdLst>
              <a:gd name="connsiteX0" fmla="*/ 0 w 5001787"/>
              <a:gd name="connsiteY0" fmla="*/ 0 h 4320434"/>
              <a:gd name="connsiteX1" fmla="*/ 5001787 w 5001787"/>
              <a:gd name="connsiteY1" fmla="*/ 0 h 4320434"/>
              <a:gd name="connsiteX2" fmla="*/ 5001787 w 5001787"/>
              <a:gd name="connsiteY2" fmla="*/ 481223 h 4320434"/>
              <a:gd name="connsiteX3" fmla="*/ 4990195 w 5001787"/>
              <a:gd name="connsiteY3" fmla="*/ 475583 h 4320434"/>
              <a:gd name="connsiteX4" fmla="*/ 3244468 w 5001787"/>
              <a:gd name="connsiteY4" fmla="*/ 128580 h 4320434"/>
              <a:gd name="connsiteX5" fmla="*/ 122094 w 5001787"/>
              <a:gd name="connsiteY5" fmla="*/ 2160223 h 4320434"/>
              <a:gd name="connsiteX6" fmla="*/ 3244468 w 5001787"/>
              <a:gd name="connsiteY6" fmla="*/ 4191867 h 4320434"/>
              <a:gd name="connsiteX7" fmla="*/ 4990195 w 5001787"/>
              <a:gd name="connsiteY7" fmla="*/ 3844864 h 4320434"/>
              <a:gd name="connsiteX8" fmla="*/ 5001787 w 5001787"/>
              <a:gd name="connsiteY8" fmla="*/ 3839224 h 4320434"/>
              <a:gd name="connsiteX9" fmla="*/ 5001787 w 5001787"/>
              <a:gd name="connsiteY9" fmla="*/ 4320434 h 4320434"/>
              <a:gd name="connsiteX10" fmla="*/ 0 w 5001787"/>
              <a:gd name="connsiteY10" fmla="*/ 4320434 h 432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01787" h="4320434">
                <a:moveTo>
                  <a:pt x="0" y="0"/>
                </a:moveTo>
                <a:lnTo>
                  <a:pt x="5001787" y="0"/>
                </a:lnTo>
                <a:lnTo>
                  <a:pt x="5001787" y="481223"/>
                </a:lnTo>
                <a:lnTo>
                  <a:pt x="4990195" y="475583"/>
                </a:lnTo>
                <a:cubicBezTo>
                  <a:pt x="4491842" y="256508"/>
                  <a:pt x="3891090" y="128580"/>
                  <a:pt x="3244468" y="128580"/>
                </a:cubicBezTo>
                <a:cubicBezTo>
                  <a:pt x="1520143" y="128580"/>
                  <a:pt x="122094" y="1038291"/>
                  <a:pt x="122094" y="2160223"/>
                </a:cubicBezTo>
                <a:cubicBezTo>
                  <a:pt x="122094" y="3282156"/>
                  <a:pt x="1520143" y="4191867"/>
                  <a:pt x="3244468" y="4191867"/>
                </a:cubicBezTo>
                <a:cubicBezTo>
                  <a:pt x="3891090" y="4191867"/>
                  <a:pt x="4491842" y="4063939"/>
                  <a:pt x="4990195" y="3844864"/>
                </a:cubicBezTo>
                <a:lnTo>
                  <a:pt x="5001787" y="3839224"/>
                </a:lnTo>
                <a:lnTo>
                  <a:pt x="5001787" y="4320434"/>
                </a:lnTo>
                <a:lnTo>
                  <a:pt x="0" y="4320434"/>
                </a:lnTo>
                <a:close/>
              </a:path>
            </a:pathLst>
          </a:custGeom>
          <a:solidFill>
            <a:schemeClr val="accent3"/>
          </a:solidFill>
          <a:ln w="690" cap="flat">
            <a:noFill/>
            <a:prstDash val="solid"/>
            <a:miter/>
          </a:ln>
        </p:spPr>
        <p:txBody>
          <a:bodyPr wrap="square" rtlCol="0" anchor="ctr">
            <a:noAutofit/>
          </a:bodyPr>
          <a:lstStyle/>
          <a:p>
            <a:pPr>
              <a:defRPr/>
            </a:pPr>
            <a:endParaRPr lang="en-GR">
              <a:solidFill>
                <a:prstClr val="black"/>
              </a:solidFill>
              <a:latin typeface="Calibri" panose="020F0502020204030204"/>
            </a:endParaRPr>
          </a:p>
        </p:txBody>
      </p:sp>
    </p:spTree>
    <p:extLst>
      <p:ext uri="{BB962C8B-B14F-4D97-AF65-F5344CB8AC3E}">
        <p14:creationId xmlns:p14="http://schemas.microsoft.com/office/powerpoint/2010/main" val="263313985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F57D745-3572-3EBD-C9B2-03DB02E9FD6A}"/>
              </a:ext>
            </a:extLst>
          </p:cNvPr>
          <p:cNvSpPr>
            <a:spLocks noGrp="1"/>
          </p:cNvSpPr>
          <p:nvPr>
            <p:ph type="pic" sz="quarter" idx="21"/>
          </p:nvPr>
        </p:nvSpPr>
        <p:spPr/>
        <p:txBody>
          <a:bodyPr/>
          <a:lstStyle/>
          <a:p>
            <a:endParaRPr lang="en-GR"/>
          </a:p>
        </p:txBody>
      </p:sp>
      <p:sp>
        <p:nvSpPr>
          <p:cNvPr id="4" name="Slide Number Placeholder 3">
            <a:extLst>
              <a:ext uri="{FF2B5EF4-FFF2-40B4-BE49-F238E27FC236}">
                <a16:creationId xmlns:a16="http://schemas.microsoft.com/office/drawing/2014/main" id="{7C1CC35F-E41A-8F7E-F7ED-3B4D709D7C2F}"/>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114</a:t>
            </a:fld>
            <a:endParaRPr lang="en-GR"/>
          </a:p>
        </p:txBody>
      </p:sp>
      <p:sp>
        <p:nvSpPr>
          <p:cNvPr id="13" name="Text Placeholder 12">
            <a:extLst>
              <a:ext uri="{FF2B5EF4-FFF2-40B4-BE49-F238E27FC236}">
                <a16:creationId xmlns:a16="http://schemas.microsoft.com/office/drawing/2014/main" id="{E688EF6E-F940-E0C9-7D27-84A8DD2A612E}"/>
              </a:ext>
            </a:extLst>
          </p:cNvPr>
          <p:cNvSpPr>
            <a:spLocks noGrp="1"/>
          </p:cNvSpPr>
          <p:nvPr>
            <p:ph type="body" sz="quarter" idx="25"/>
          </p:nvPr>
        </p:nvSpPr>
        <p:spPr>
          <a:xfrm>
            <a:off x="332316" y="1268822"/>
            <a:ext cx="2694467" cy="5040497"/>
          </a:xfrm>
        </p:spPr>
        <p:txBody>
          <a:bodyPr>
            <a:normAutofit fontScale="92500" lnSpcReduction="20000"/>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a:t>
            </a:r>
            <a:r>
              <a:rPr lang="en-GB" err="1"/>
              <a:t>etan</a:t>
            </a:r>
            <a:r>
              <a:rPr lang="en-GB"/>
              <a:t> </a:t>
            </a:r>
            <a:r>
              <a:rPr lang="en-GB" err="1"/>
              <a:t>esmer</a:t>
            </a:r>
            <a:r>
              <a:rPr lang="en-GB"/>
              <a: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enim.</a:t>
            </a:r>
            <a:endParaRPr lang="en-GR"/>
          </a:p>
        </p:txBody>
      </p:sp>
      <p:sp>
        <p:nvSpPr>
          <p:cNvPr id="9" name="Title 8">
            <a:extLst>
              <a:ext uri="{FF2B5EF4-FFF2-40B4-BE49-F238E27FC236}">
                <a16:creationId xmlns:a16="http://schemas.microsoft.com/office/drawing/2014/main" id="{D593777B-C91C-302F-C582-2CFB7A00FB35}"/>
              </a:ext>
            </a:extLst>
          </p:cNvPr>
          <p:cNvSpPr>
            <a:spLocks noGrp="1"/>
          </p:cNvSpPr>
          <p:nvPr>
            <p:ph type="ctrTitle"/>
          </p:nvPr>
        </p:nvSpPr>
        <p:spPr>
          <a:xfrm>
            <a:off x="332317" y="409284"/>
            <a:ext cx="2695198" cy="139397"/>
          </a:xfrm>
        </p:spPr>
        <p:txBody>
          <a:bodyPr/>
          <a:lstStyle/>
          <a:p>
            <a:r>
              <a:rPr lang="en-GR"/>
              <a:t>Page Layouts</a:t>
            </a:r>
          </a:p>
        </p:txBody>
      </p:sp>
      <p:sp>
        <p:nvSpPr>
          <p:cNvPr id="14" name="Text Placeholder 13">
            <a:extLst>
              <a:ext uri="{FF2B5EF4-FFF2-40B4-BE49-F238E27FC236}">
                <a16:creationId xmlns:a16="http://schemas.microsoft.com/office/drawing/2014/main" id="{A9CF053E-E49F-D3B5-2AEE-6FF51C4E0047}"/>
              </a:ext>
            </a:extLst>
          </p:cNvPr>
          <p:cNvSpPr>
            <a:spLocks noGrp="1"/>
          </p:cNvSpPr>
          <p:nvPr>
            <p:ph type="body" sz="quarter" idx="16"/>
          </p:nvPr>
        </p:nvSpPr>
        <p:spPr>
          <a:xfrm>
            <a:off x="332316" y="741494"/>
            <a:ext cx="2694467" cy="500202"/>
          </a:xfrm>
        </p:spPr>
        <p:txBody>
          <a:bodyPr/>
          <a:lstStyle/>
          <a:p>
            <a:r>
              <a:rPr lang="en-GR" sz="1800"/>
              <a:t>Title Aptos 18-24pt lines spacing 0,9</a:t>
            </a:r>
          </a:p>
        </p:txBody>
      </p:sp>
    </p:spTree>
    <p:extLst>
      <p:ext uri="{BB962C8B-B14F-4D97-AF65-F5344CB8AC3E}">
        <p14:creationId xmlns:p14="http://schemas.microsoft.com/office/powerpoint/2010/main" val="207048941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A732784-E4CA-BACA-4800-4E83B96DDFCE}"/>
              </a:ext>
            </a:extLst>
          </p:cNvPr>
          <p:cNvSpPr>
            <a:spLocks noGrp="1"/>
          </p:cNvSpPr>
          <p:nvPr>
            <p:ph type="sldNum" sz="quarter" idx="19"/>
          </p:nvPr>
        </p:nvSpPr>
        <p:spPr>
          <a:xfrm>
            <a:off x="11179867" y="6542940"/>
            <a:ext cx="684000" cy="138499"/>
          </a:xfrm>
        </p:spPr>
        <p:txBody>
          <a:bodyPr/>
          <a:lstStyle/>
          <a:p>
            <a:fld id="{233F7D93-8529-0F4E-AF24-E7C8656CB0BF}" type="slidenum">
              <a:rPr lang="en-GR" smtClean="0"/>
              <a:pPr/>
              <a:t>115</a:t>
            </a:fld>
            <a:endParaRPr lang="en-GR"/>
          </a:p>
        </p:txBody>
      </p:sp>
      <p:sp>
        <p:nvSpPr>
          <p:cNvPr id="12" name="Text Placeholder 11">
            <a:extLst>
              <a:ext uri="{FF2B5EF4-FFF2-40B4-BE49-F238E27FC236}">
                <a16:creationId xmlns:a16="http://schemas.microsoft.com/office/drawing/2014/main" id="{1A9711BE-18B7-A8AC-106E-549AF5EFA8D2}"/>
              </a:ext>
            </a:extLst>
          </p:cNvPr>
          <p:cNvSpPr>
            <a:spLocks noGrp="1"/>
          </p:cNvSpPr>
          <p:nvPr>
            <p:ph type="body" sz="quarter" idx="14"/>
          </p:nvPr>
        </p:nvSpPr>
        <p:spPr>
          <a:xfrm>
            <a:off x="332316" y="1268824"/>
            <a:ext cx="11531551"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3" name="Text Placeholder 12">
            <a:extLst>
              <a:ext uri="{FF2B5EF4-FFF2-40B4-BE49-F238E27FC236}">
                <a16:creationId xmlns:a16="http://schemas.microsoft.com/office/drawing/2014/main" id="{C87FEA9A-42A7-C82E-84F6-7F62A614A83B}"/>
              </a:ext>
            </a:extLst>
          </p:cNvPr>
          <p:cNvSpPr>
            <a:spLocks noGrp="1"/>
          </p:cNvSpPr>
          <p:nvPr>
            <p:ph type="body" sz="quarter" idx="25"/>
          </p:nvPr>
        </p:nvSpPr>
        <p:spPr/>
        <p:txBody>
          <a:bodyPr/>
          <a:lstStyle/>
          <a:p>
            <a:r>
              <a:rPr lang="en-GR"/>
              <a:t>Title Aptos 18-24pt lines spacing 0,9</a:t>
            </a:r>
          </a:p>
        </p:txBody>
      </p:sp>
    </p:spTree>
    <p:extLst>
      <p:ext uri="{BB962C8B-B14F-4D97-AF65-F5344CB8AC3E}">
        <p14:creationId xmlns:p14="http://schemas.microsoft.com/office/powerpoint/2010/main" val="163627486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795CEE-9897-E2C6-7E6D-3CA47D444956}"/>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116</a:t>
            </a:fld>
            <a:endParaRPr lang="en-GR"/>
          </a:p>
        </p:txBody>
      </p:sp>
      <p:sp>
        <p:nvSpPr>
          <p:cNvPr id="5" name="Title 4">
            <a:extLst>
              <a:ext uri="{FF2B5EF4-FFF2-40B4-BE49-F238E27FC236}">
                <a16:creationId xmlns:a16="http://schemas.microsoft.com/office/drawing/2014/main" id="{E8F39865-E2F2-F9E2-0F0A-34456B0970BA}"/>
              </a:ext>
            </a:extLst>
          </p:cNvPr>
          <p:cNvSpPr>
            <a:spLocks noGrp="1"/>
          </p:cNvSpPr>
          <p:nvPr>
            <p:ph type="ctrTitle"/>
          </p:nvPr>
        </p:nvSpPr>
        <p:spPr>
          <a:xfrm>
            <a:off x="335360" y="2592681"/>
            <a:ext cx="1059080" cy="928652"/>
          </a:xfrm>
          <a:prstGeom prst="rect">
            <a:avLst/>
          </a:prstGeom>
        </p:spPr>
        <p:txBody>
          <a:bodyPr/>
          <a:lstStyle/>
          <a:p>
            <a:r>
              <a:rPr lang="en-GR"/>
              <a:t>06 </a:t>
            </a:r>
          </a:p>
        </p:txBody>
      </p:sp>
      <p:sp>
        <p:nvSpPr>
          <p:cNvPr id="6" name="Text Placeholder 5">
            <a:extLst>
              <a:ext uri="{FF2B5EF4-FFF2-40B4-BE49-F238E27FC236}">
                <a16:creationId xmlns:a16="http://schemas.microsoft.com/office/drawing/2014/main" id="{18F3DD89-D1BD-E68A-9976-E52051932550}"/>
              </a:ext>
            </a:extLst>
          </p:cNvPr>
          <p:cNvSpPr>
            <a:spLocks noGrp="1"/>
          </p:cNvSpPr>
          <p:nvPr>
            <p:ph type="body" sz="quarter" idx="16"/>
          </p:nvPr>
        </p:nvSpPr>
        <p:spPr>
          <a:xfrm>
            <a:off x="1703514" y="2592682"/>
            <a:ext cx="4896543" cy="1759649"/>
          </a:xfrm>
        </p:spPr>
        <p:txBody>
          <a:bodyPr/>
          <a:lstStyle/>
          <a:p>
            <a:r>
              <a:rPr lang="en-GR"/>
              <a:t>Page layout examples</a:t>
            </a:r>
          </a:p>
        </p:txBody>
      </p:sp>
    </p:spTree>
    <p:extLst>
      <p:ext uri="{BB962C8B-B14F-4D97-AF65-F5344CB8AC3E}">
        <p14:creationId xmlns:p14="http://schemas.microsoft.com/office/powerpoint/2010/main" val="7710741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group of people walking down a street&#10;&#10;Description automatically generated">
            <a:extLst>
              <a:ext uri="{FF2B5EF4-FFF2-40B4-BE49-F238E27FC236}">
                <a16:creationId xmlns:a16="http://schemas.microsoft.com/office/drawing/2014/main" id="{9D0451A3-5581-A378-093E-21C2450223B9}"/>
              </a:ext>
            </a:extLst>
          </p:cNvPr>
          <p:cNvPicPr>
            <a:picLocks noGrp="1" noChangeAspect="1"/>
          </p:cNvPicPr>
          <p:nvPr>
            <p:ph type="pic" sz="quarter" idx="21"/>
          </p:nvPr>
        </p:nvPicPr>
        <p:blipFill rotWithShape="1">
          <a:blip r:embed="rId3" cstate="screen">
            <a:extLst>
              <a:ext uri="{28A0092B-C50C-407E-A947-70E740481C1C}">
                <a14:useLocalDpi xmlns:a14="http://schemas.microsoft.com/office/drawing/2010/main"/>
              </a:ext>
            </a:extLst>
          </a:blip>
          <a:srcRect/>
          <a:stretch/>
        </p:blipFill>
        <p:spPr>
          <a:xfrm>
            <a:off x="6096000" y="-339"/>
            <a:ext cx="6096000" cy="6858000"/>
          </a:xfrm>
        </p:spPr>
      </p:pic>
      <p:sp>
        <p:nvSpPr>
          <p:cNvPr id="10" name="Title 9">
            <a:extLst>
              <a:ext uri="{FF2B5EF4-FFF2-40B4-BE49-F238E27FC236}">
                <a16:creationId xmlns:a16="http://schemas.microsoft.com/office/drawing/2014/main" id="{A2DDDDC2-BEE7-BA01-3BAB-24FE59500C7E}"/>
              </a:ext>
            </a:extLst>
          </p:cNvPr>
          <p:cNvSpPr>
            <a:spLocks noGrp="1"/>
          </p:cNvSpPr>
          <p:nvPr>
            <p:ph type="ctrTitle"/>
          </p:nvPr>
        </p:nvSpPr>
        <p:spPr>
          <a:xfrm>
            <a:off x="332316" y="409284"/>
            <a:ext cx="5037767" cy="139397"/>
          </a:xfrm>
        </p:spPr>
        <p:txBody>
          <a:bodyPr/>
          <a:lstStyle/>
          <a:p>
            <a:r>
              <a:rPr lang="en-GR"/>
              <a:t>Page Layout Examples</a:t>
            </a:r>
          </a:p>
        </p:txBody>
      </p:sp>
      <p:sp>
        <p:nvSpPr>
          <p:cNvPr id="14" name="Text Placeholder 13">
            <a:extLst>
              <a:ext uri="{FF2B5EF4-FFF2-40B4-BE49-F238E27FC236}">
                <a16:creationId xmlns:a16="http://schemas.microsoft.com/office/drawing/2014/main" id="{C8D7F507-E70A-14FE-B809-9627783390CE}"/>
              </a:ext>
            </a:extLst>
          </p:cNvPr>
          <p:cNvSpPr>
            <a:spLocks noGrp="1"/>
          </p:cNvSpPr>
          <p:nvPr>
            <p:ph type="body" sz="quarter" idx="14"/>
          </p:nvPr>
        </p:nvSpPr>
        <p:spPr>
          <a:xfrm>
            <a:off x="332316" y="1267200"/>
            <a:ext cx="5036400"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5" name="Text Placeholder 14">
            <a:extLst>
              <a:ext uri="{FF2B5EF4-FFF2-40B4-BE49-F238E27FC236}">
                <a16:creationId xmlns:a16="http://schemas.microsoft.com/office/drawing/2014/main" id="{73639BB5-694F-EB66-83E9-FAFF20DC4067}"/>
              </a:ext>
            </a:extLst>
          </p:cNvPr>
          <p:cNvSpPr>
            <a:spLocks noGrp="1"/>
          </p:cNvSpPr>
          <p:nvPr>
            <p:ph type="body" sz="quarter" idx="16"/>
          </p:nvPr>
        </p:nvSpPr>
        <p:spPr>
          <a:xfrm>
            <a:off x="332316" y="741494"/>
            <a:ext cx="5036400" cy="334515"/>
          </a:xfrm>
        </p:spPr>
        <p:txBody>
          <a:bodyPr/>
          <a:lstStyle/>
          <a:p>
            <a:r>
              <a:rPr lang="en-GR"/>
              <a:t>Title Aptos 18-24pt lines spacing 0,9</a:t>
            </a:r>
          </a:p>
        </p:txBody>
      </p:sp>
      <p:sp>
        <p:nvSpPr>
          <p:cNvPr id="4" name="Slide Number Placeholder 3">
            <a:extLst>
              <a:ext uri="{FF2B5EF4-FFF2-40B4-BE49-F238E27FC236}">
                <a16:creationId xmlns:a16="http://schemas.microsoft.com/office/drawing/2014/main" id="{587A91F6-E6FF-CF0C-F6EC-36E90DBCEA48}"/>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117</a:t>
            </a:fld>
            <a:endParaRPr lang="en-GR"/>
          </a:p>
        </p:txBody>
      </p:sp>
      <p:sp>
        <p:nvSpPr>
          <p:cNvPr id="66" name="Freeform 65">
            <a:extLst>
              <a:ext uri="{FF2B5EF4-FFF2-40B4-BE49-F238E27FC236}">
                <a16:creationId xmlns:a16="http://schemas.microsoft.com/office/drawing/2014/main" id="{6A66FC75-5999-444A-1470-43E421E27187}"/>
              </a:ext>
            </a:extLst>
          </p:cNvPr>
          <p:cNvSpPr/>
          <p:nvPr/>
        </p:nvSpPr>
        <p:spPr>
          <a:xfrm>
            <a:off x="5429019" y="-8"/>
            <a:ext cx="6762980" cy="6857998"/>
          </a:xfrm>
          <a:custGeom>
            <a:avLst/>
            <a:gdLst>
              <a:gd name="connsiteX0" fmla="*/ 4001986 w 6762980"/>
              <a:gd name="connsiteY0" fmla="*/ 5143499 h 6857998"/>
              <a:gd name="connsiteX1" fmla="*/ 4001986 w 6762980"/>
              <a:gd name="connsiteY1" fmla="*/ 5147670 h 6857998"/>
              <a:gd name="connsiteX2" fmla="*/ 4060287 w 6762980"/>
              <a:gd name="connsiteY2" fmla="*/ 5147670 h 6857998"/>
              <a:gd name="connsiteX3" fmla="*/ 4060287 w 6762980"/>
              <a:gd name="connsiteY3" fmla="*/ 5998663 h 6857998"/>
              <a:gd name="connsiteX4" fmla="*/ 5405385 w 6762980"/>
              <a:gd name="connsiteY4" fmla="*/ 5998663 h 6857998"/>
              <a:gd name="connsiteX5" fmla="*/ 5405385 w 6762980"/>
              <a:gd name="connsiteY5" fmla="*/ 6061237 h 6857998"/>
              <a:gd name="connsiteX6" fmla="*/ 4110257 w 6762980"/>
              <a:gd name="connsiteY6" fmla="*/ 6857998 h 6857998"/>
              <a:gd name="connsiteX7" fmla="*/ 4110257 w 6762980"/>
              <a:gd name="connsiteY7" fmla="*/ 6853827 h 6857998"/>
              <a:gd name="connsiteX8" fmla="*/ 4051956 w 6762980"/>
              <a:gd name="connsiteY8" fmla="*/ 6853827 h 6857998"/>
              <a:gd name="connsiteX9" fmla="*/ 4051956 w 6762980"/>
              <a:gd name="connsiteY9" fmla="*/ 6002834 h 6857998"/>
              <a:gd name="connsiteX10" fmla="*/ 2706858 w 6762980"/>
              <a:gd name="connsiteY10" fmla="*/ 6002834 h 6857998"/>
              <a:gd name="connsiteX11" fmla="*/ 2706858 w 6762980"/>
              <a:gd name="connsiteY11" fmla="*/ 5940260 h 6857998"/>
              <a:gd name="connsiteX12" fmla="*/ 4001986 w 6762980"/>
              <a:gd name="connsiteY12" fmla="*/ 5143499 h 6857998"/>
              <a:gd name="connsiteX13" fmla="*/ 4051956 w 6762980"/>
              <a:gd name="connsiteY13" fmla="*/ 3428997 h 6857998"/>
              <a:gd name="connsiteX14" fmla="*/ 4110257 w 6762980"/>
              <a:gd name="connsiteY14" fmla="*/ 3428997 h 6857998"/>
              <a:gd name="connsiteX15" fmla="*/ 5405385 w 6762980"/>
              <a:gd name="connsiteY15" fmla="*/ 4225761 h 6857998"/>
              <a:gd name="connsiteX16" fmla="*/ 5405385 w 6762980"/>
              <a:gd name="connsiteY16" fmla="*/ 4288332 h 6857998"/>
              <a:gd name="connsiteX17" fmla="*/ 4060287 w 6762980"/>
              <a:gd name="connsiteY17" fmla="*/ 4288332 h 6857998"/>
              <a:gd name="connsiteX18" fmla="*/ 4060287 w 6762980"/>
              <a:gd name="connsiteY18" fmla="*/ 5143496 h 6857998"/>
              <a:gd name="connsiteX19" fmla="*/ 4001986 w 6762980"/>
              <a:gd name="connsiteY19" fmla="*/ 5143496 h 6857998"/>
              <a:gd name="connsiteX20" fmla="*/ 2706858 w 6762980"/>
              <a:gd name="connsiteY20" fmla="*/ 4346735 h 6857998"/>
              <a:gd name="connsiteX21" fmla="*/ 2706858 w 6762980"/>
              <a:gd name="connsiteY21" fmla="*/ 4284161 h 6857998"/>
              <a:gd name="connsiteX22" fmla="*/ 4051956 w 6762980"/>
              <a:gd name="connsiteY22" fmla="*/ 4284161 h 6857998"/>
              <a:gd name="connsiteX23" fmla="*/ 5409551 w 6762980"/>
              <a:gd name="connsiteY23" fmla="*/ 2569662 h 6857998"/>
              <a:gd name="connsiteX24" fmla="*/ 6762980 w 6762980"/>
              <a:gd name="connsiteY24" fmla="*/ 2569662 h 6857998"/>
              <a:gd name="connsiteX25" fmla="*/ 6762980 w 6762980"/>
              <a:gd name="connsiteY25" fmla="*/ 3428997 h 6857998"/>
              <a:gd name="connsiteX26" fmla="*/ 6762980 w 6762980"/>
              <a:gd name="connsiteY26" fmla="*/ 4288332 h 6857998"/>
              <a:gd name="connsiteX27" fmla="*/ 5409551 w 6762980"/>
              <a:gd name="connsiteY27" fmla="*/ 4288332 h 6857998"/>
              <a:gd name="connsiteX28" fmla="*/ 5409551 w 6762980"/>
              <a:gd name="connsiteY28" fmla="*/ 4225761 h 6857998"/>
              <a:gd name="connsiteX29" fmla="*/ 6704680 w 6762980"/>
              <a:gd name="connsiteY29" fmla="*/ 3428997 h 6857998"/>
              <a:gd name="connsiteX30" fmla="*/ 5409551 w 6762980"/>
              <a:gd name="connsiteY30" fmla="*/ 2632237 h 6857998"/>
              <a:gd name="connsiteX31" fmla="*/ 1295128 w 6762980"/>
              <a:gd name="connsiteY31" fmla="*/ 1714499 h 6857998"/>
              <a:gd name="connsiteX32" fmla="*/ 1353429 w 6762980"/>
              <a:gd name="connsiteY32" fmla="*/ 1714499 h 6857998"/>
              <a:gd name="connsiteX33" fmla="*/ 1353429 w 6762980"/>
              <a:gd name="connsiteY33" fmla="*/ 2569662 h 6857998"/>
              <a:gd name="connsiteX34" fmla="*/ 2702693 w 6762980"/>
              <a:gd name="connsiteY34" fmla="*/ 2569662 h 6857998"/>
              <a:gd name="connsiteX35" fmla="*/ 2702693 w 6762980"/>
              <a:gd name="connsiteY35" fmla="*/ 2632237 h 6857998"/>
              <a:gd name="connsiteX36" fmla="*/ 1407564 w 6762980"/>
              <a:gd name="connsiteY36" fmla="*/ 3428997 h 6857998"/>
              <a:gd name="connsiteX37" fmla="*/ 1349264 w 6762980"/>
              <a:gd name="connsiteY37" fmla="*/ 3428997 h 6857998"/>
              <a:gd name="connsiteX38" fmla="*/ 1349264 w 6762980"/>
              <a:gd name="connsiteY38" fmla="*/ 2573834 h 6857998"/>
              <a:gd name="connsiteX39" fmla="*/ 0 w 6762980"/>
              <a:gd name="connsiteY39" fmla="*/ 2573834 h 6857998"/>
              <a:gd name="connsiteX40" fmla="*/ 0 w 6762980"/>
              <a:gd name="connsiteY40" fmla="*/ 2511262 h 6857998"/>
              <a:gd name="connsiteX41" fmla="*/ 1295128 w 6762980"/>
              <a:gd name="connsiteY41" fmla="*/ 1714499 h 6857998"/>
              <a:gd name="connsiteX42" fmla="*/ 4001986 w 6762980"/>
              <a:gd name="connsiteY42" fmla="*/ 0 h 6857998"/>
              <a:gd name="connsiteX43" fmla="*/ 4060287 w 6762980"/>
              <a:gd name="connsiteY43" fmla="*/ 0 h 6857998"/>
              <a:gd name="connsiteX44" fmla="*/ 4060287 w 6762980"/>
              <a:gd name="connsiteY44" fmla="*/ 859335 h 6857998"/>
              <a:gd name="connsiteX45" fmla="*/ 2706858 w 6762980"/>
              <a:gd name="connsiteY45" fmla="*/ 859335 h 6857998"/>
              <a:gd name="connsiteX46" fmla="*/ 2706858 w 6762980"/>
              <a:gd name="connsiteY46" fmla="*/ 796763 h 6857998"/>
              <a:gd name="connsiteX47" fmla="*/ 4001986 w 6762980"/>
              <a:gd name="connsiteY47"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762980" h="6857998">
                <a:moveTo>
                  <a:pt x="4001986" y="5143499"/>
                </a:moveTo>
                <a:lnTo>
                  <a:pt x="4001986" y="5147670"/>
                </a:lnTo>
                <a:lnTo>
                  <a:pt x="4060287" y="5147670"/>
                </a:lnTo>
                <a:lnTo>
                  <a:pt x="4060287" y="5998663"/>
                </a:lnTo>
                <a:lnTo>
                  <a:pt x="5405385" y="5998663"/>
                </a:lnTo>
                <a:lnTo>
                  <a:pt x="5405385" y="6061237"/>
                </a:lnTo>
                <a:cubicBezTo>
                  <a:pt x="4689109" y="6061237"/>
                  <a:pt x="4110257" y="6419987"/>
                  <a:pt x="4110257" y="6857998"/>
                </a:cubicBezTo>
                <a:lnTo>
                  <a:pt x="4110257" y="6853827"/>
                </a:lnTo>
                <a:lnTo>
                  <a:pt x="4051956" y="6853827"/>
                </a:lnTo>
                <a:lnTo>
                  <a:pt x="4051956" y="6002834"/>
                </a:lnTo>
                <a:lnTo>
                  <a:pt x="2706858" y="6002834"/>
                </a:lnTo>
                <a:lnTo>
                  <a:pt x="2706858" y="5940260"/>
                </a:lnTo>
                <a:cubicBezTo>
                  <a:pt x="3423134" y="5940260"/>
                  <a:pt x="4001986" y="5581510"/>
                  <a:pt x="4001986" y="5143499"/>
                </a:cubicBezTo>
                <a:close/>
                <a:moveTo>
                  <a:pt x="4051956" y="3428997"/>
                </a:moveTo>
                <a:lnTo>
                  <a:pt x="4110257" y="3428997"/>
                </a:lnTo>
                <a:cubicBezTo>
                  <a:pt x="4110257" y="3867008"/>
                  <a:pt x="4689109" y="4225761"/>
                  <a:pt x="5405385" y="4225761"/>
                </a:cubicBezTo>
                <a:lnTo>
                  <a:pt x="5405385" y="4288332"/>
                </a:lnTo>
                <a:lnTo>
                  <a:pt x="4060287" y="4288332"/>
                </a:lnTo>
                <a:lnTo>
                  <a:pt x="4060287" y="5143496"/>
                </a:lnTo>
                <a:lnTo>
                  <a:pt x="4001986" y="5143496"/>
                </a:lnTo>
                <a:cubicBezTo>
                  <a:pt x="4001986" y="4705485"/>
                  <a:pt x="3423134" y="4346735"/>
                  <a:pt x="2706858" y="4346735"/>
                </a:cubicBezTo>
                <a:lnTo>
                  <a:pt x="2706858" y="4284161"/>
                </a:lnTo>
                <a:lnTo>
                  <a:pt x="4051956" y="4284161"/>
                </a:lnTo>
                <a:close/>
                <a:moveTo>
                  <a:pt x="5409551" y="2569662"/>
                </a:moveTo>
                <a:lnTo>
                  <a:pt x="6762980" y="2569662"/>
                </a:lnTo>
                <a:lnTo>
                  <a:pt x="6762980" y="3428997"/>
                </a:lnTo>
                <a:lnTo>
                  <a:pt x="6762980" y="4288332"/>
                </a:lnTo>
                <a:lnTo>
                  <a:pt x="5409551" y="4288332"/>
                </a:lnTo>
                <a:lnTo>
                  <a:pt x="5409551" y="4225761"/>
                </a:lnTo>
                <a:cubicBezTo>
                  <a:pt x="6125827" y="4225761"/>
                  <a:pt x="6704680" y="3867008"/>
                  <a:pt x="6704680" y="3428997"/>
                </a:cubicBezTo>
                <a:cubicBezTo>
                  <a:pt x="6704680" y="2990986"/>
                  <a:pt x="6125827" y="2632237"/>
                  <a:pt x="5409551" y="2632237"/>
                </a:cubicBezTo>
                <a:close/>
                <a:moveTo>
                  <a:pt x="1295128" y="1714499"/>
                </a:moveTo>
                <a:lnTo>
                  <a:pt x="1353429" y="1714499"/>
                </a:lnTo>
                <a:lnTo>
                  <a:pt x="1353429" y="2569662"/>
                </a:lnTo>
                <a:lnTo>
                  <a:pt x="2702693" y="2569662"/>
                </a:lnTo>
                <a:lnTo>
                  <a:pt x="2702693" y="2632237"/>
                </a:lnTo>
                <a:cubicBezTo>
                  <a:pt x="1986417" y="2632237"/>
                  <a:pt x="1407564" y="2990986"/>
                  <a:pt x="1407564" y="3428997"/>
                </a:cubicBezTo>
                <a:lnTo>
                  <a:pt x="1349264" y="3428997"/>
                </a:lnTo>
                <a:lnTo>
                  <a:pt x="1349264" y="2573834"/>
                </a:lnTo>
                <a:lnTo>
                  <a:pt x="0" y="2573834"/>
                </a:lnTo>
                <a:lnTo>
                  <a:pt x="0" y="2511262"/>
                </a:lnTo>
                <a:cubicBezTo>
                  <a:pt x="716276" y="2511262"/>
                  <a:pt x="1295128" y="2152509"/>
                  <a:pt x="1295128" y="1714499"/>
                </a:cubicBezTo>
                <a:close/>
                <a:moveTo>
                  <a:pt x="4001986" y="0"/>
                </a:moveTo>
                <a:lnTo>
                  <a:pt x="4060287" y="0"/>
                </a:lnTo>
                <a:lnTo>
                  <a:pt x="4060287" y="859335"/>
                </a:lnTo>
                <a:lnTo>
                  <a:pt x="2706858" y="859335"/>
                </a:lnTo>
                <a:lnTo>
                  <a:pt x="2706858" y="796763"/>
                </a:lnTo>
                <a:cubicBezTo>
                  <a:pt x="3423134" y="796763"/>
                  <a:pt x="4001986" y="438011"/>
                  <a:pt x="4001986" y="0"/>
                </a:cubicBezTo>
                <a:close/>
              </a:path>
            </a:pathLst>
          </a:custGeom>
          <a:solidFill>
            <a:srgbClr val="047A85"/>
          </a:solidFill>
          <a:ln w="16168" cap="flat">
            <a:noFill/>
            <a:prstDash val="solid"/>
            <a:miter/>
          </a:ln>
        </p:spPr>
        <p:txBody>
          <a:bodyPr wrap="square" rtlCol="0" anchor="ctr">
            <a:noAutofit/>
          </a:bodyPr>
          <a:lstStyle/>
          <a:p>
            <a:endParaRPr lang="en-GR"/>
          </a:p>
        </p:txBody>
      </p:sp>
      <p:grpSp>
        <p:nvGrpSpPr>
          <p:cNvPr id="13" name="Group 12">
            <a:extLst>
              <a:ext uri="{FF2B5EF4-FFF2-40B4-BE49-F238E27FC236}">
                <a16:creationId xmlns:a16="http://schemas.microsoft.com/office/drawing/2014/main" id="{200F7F9B-0407-B57B-338B-56C68EDB7980}"/>
              </a:ext>
            </a:extLst>
          </p:cNvPr>
          <p:cNvGrpSpPr/>
          <p:nvPr/>
        </p:nvGrpSpPr>
        <p:grpSpPr>
          <a:xfrm>
            <a:off x="1775646" y="232055"/>
            <a:ext cx="3030369" cy="1555952"/>
            <a:chOff x="7334152" y="981892"/>
            <a:chExt cx="3030369" cy="1555952"/>
          </a:xfrm>
        </p:grpSpPr>
        <p:sp>
          <p:nvSpPr>
            <p:cNvPr id="16" name="Rounded Rectangle 15">
              <a:extLst>
                <a:ext uri="{FF2B5EF4-FFF2-40B4-BE49-F238E27FC236}">
                  <a16:creationId xmlns:a16="http://schemas.microsoft.com/office/drawing/2014/main" id="{3210EE4B-93FC-F60A-EEFA-DC9A972F7BB1}"/>
                </a:ext>
              </a:extLst>
            </p:cNvPr>
            <p:cNvSpPr/>
            <p:nvPr/>
          </p:nvSpPr>
          <p:spPr>
            <a:xfrm>
              <a:off x="7433567" y="981892"/>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Hyper Title</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a:t>
              </a:r>
              <a:r>
                <a:rPr lang="el-GR" sz="800" err="1">
                  <a:solidFill>
                    <a:schemeClr val="bg1">
                      <a:lumMod val="95000"/>
                    </a:schemeClr>
                  </a:solidFill>
                  <a:latin typeface="Aptos" panose="020B0004020202020204" pitchFamily="34" charset="0"/>
                </a:rPr>
                <a:t>υπέρτιτλος</a:t>
              </a:r>
              <a:r>
                <a:rPr lang="el-GR" sz="800">
                  <a:solidFill>
                    <a:schemeClr val="bg1">
                      <a:lumMod val="95000"/>
                    </a:schemeClr>
                  </a:solidFill>
                  <a:latin typeface="Aptos" panose="020B0004020202020204" pitchFamily="34" charset="0"/>
                </a:rPr>
                <a:t> στα </a:t>
              </a:r>
              <a:r>
                <a:rPr lang="en-US" sz="800">
                  <a:solidFill>
                    <a:schemeClr val="bg1">
                      <a:lumMod val="95000"/>
                    </a:schemeClr>
                  </a:solidFill>
                  <a:latin typeface="Aptos" panose="020B0004020202020204" pitchFamily="34" charset="0"/>
                </a:rPr>
                <a:t>Sample Pages  </a:t>
              </a:r>
              <a:r>
                <a:rPr lang="el-GR" sz="800">
                  <a:solidFill>
                    <a:schemeClr val="bg1">
                      <a:lumMod val="95000"/>
                    </a:schemeClr>
                  </a:solidFill>
                  <a:latin typeface="Aptos" panose="020B0004020202020204" pitchFamily="34" charset="0"/>
                </a:rPr>
                <a:t>και σε όλο το έγγραφο είναι πάντα </a:t>
              </a:r>
              <a:r>
                <a:rPr lang="en-US" sz="800">
                  <a:solidFill>
                    <a:schemeClr val="bg1">
                      <a:lumMod val="95000"/>
                    </a:schemeClr>
                  </a:solidFill>
                  <a:latin typeface="Aptos" panose="020B0004020202020204" pitchFamily="34" charset="0"/>
                </a:rPr>
                <a:t>Aptos Regular 10pt, line space: multiple 0,9 </a:t>
              </a:r>
              <a:r>
                <a:rPr lang="el-GR" sz="800">
                  <a:solidFill>
                    <a:schemeClr val="bg1">
                      <a:lumMod val="95000"/>
                    </a:schemeClr>
                  </a:solidFill>
                  <a:latin typeface="Aptos" panose="020B0004020202020204" pitchFamily="34" charset="0"/>
                </a:rPr>
                <a:t>και χρώμα</a:t>
              </a:r>
              <a:r>
                <a:rPr lang="en-US" sz="800">
                  <a:solidFill>
                    <a:schemeClr val="bg1">
                      <a:lumMod val="95000"/>
                    </a:schemeClr>
                  </a:solidFill>
                  <a:latin typeface="Aptos" panose="020B0004020202020204" pitchFamily="34" charset="0"/>
                </a:rPr>
                <a:t> Dark Teal</a:t>
              </a:r>
              <a:r>
                <a:rPr lang="el-GR" sz="800">
                  <a:solidFill>
                    <a:schemeClr val="bg1">
                      <a:lumMod val="95000"/>
                    </a:schemeClr>
                  </a:solidFill>
                  <a:latin typeface="Aptos" panose="020B0004020202020204" pitchFamily="34" charset="0"/>
                </a:rPr>
                <a:t>.</a:t>
              </a:r>
              <a:endParaRPr lang="en-US" sz="800">
                <a:solidFill>
                  <a:schemeClr val="bg1">
                    <a:lumMod val="95000"/>
                  </a:schemeClr>
                </a:solidFill>
                <a:latin typeface="Aptos" panose="020B0004020202020204" pitchFamily="34" charset="0"/>
              </a:endParaRPr>
            </a:p>
            <a:p>
              <a:pPr>
                <a:lnSpc>
                  <a:spcPct val="110000"/>
                </a:lnSpc>
                <a:spcBef>
                  <a:spcPts val="900"/>
                </a:spcBef>
              </a:pPr>
              <a:r>
                <a:rPr lang="en-GB" sz="800">
                  <a:solidFill>
                    <a:schemeClr val="bg1">
                      <a:lumMod val="95000"/>
                    </a:schemeClr>
                  </a:solidFill>
                  <a:latin typeface="Aptos" panose="020B0004020202020204" pitchFamily="34" charset="0"/>
                </a:rPr>
                <a:t>The </a:t>
              </a:r>
              <a:r>
                <a:rPr lang="en-US" sz="800">
                  <a:solidFill>
                    <a:schemeClr val="bg1">
                      <a:lumMod val="95000"/>
                    </a:schemeClr>
                  </a:solidFill>
                  <a:latin typeface="Aptos" panose="020B0004020202020204" pitchFamily="34" charset="0"/>
                </a:rPr>
                <a:t>hyper title</a:t>
              </a:r>
              <a:r>
                <a:rPr lang="en-GB" sz="800">
                  <a:solidFill>
                    <a:schemeClr val="bg1">
                      <a:lumMod val="95000"/>
                    </a:schemeClr>
                  </a:solidFill>
                  <a:latin typeface="Aptos" panose="020B0004020202020204" pitchFamily="34" charset="0"/>
                </a:rPr>
                <a:t> in the Sample Pages and throughout the document is always Aptos Regular 10pt, line space: multiple 0.9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Dark Teal.</a:t>
              </a:r>
              <a:endParaRPr lang="en-GR" sz="800">
                <a:solidFill>
                  <a:schemeClr val="bg1">
                    <a:lumMod val="95000"/>
                  </a:schemeClr>
                </a:solidFill>
                <a:latin typeface="Aptos" panose="020B0004020202020204" pitchFamily="34" charset="0"/>
              </a:endParaRPr>
            </a:p>
          </p:txBody>
        </p:sp>
        <p:sp>
          <p:nvSpPr>
            <p:cNvPr id="17" name="Triangle 16">
              <a:extLst>
                <a:ext uri="{FF2B5EF4-FFF2-40B4-BE49-F238E27FC236}">
                  <a16:creationId xmlns:a16="http://schemas.microsoft.com/office/drawing/2014/main" id="{61395D2D-FC3E-1750-708D-CE2D4A7221DF}"/>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202870098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FE2F5-DA4E-0EA2-AB8F-33CADDCBDEE9}"/>
            </a:ext>
          </a:extLst>
        </p:cNvPr>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F7BAFE91-DB6B-80E7-ED05-1250A7C75963}"/>
              </a:ext>
            </a:extLst>
          </p:cNvPr>
          <p:cNvPicPr>
            <a:picLocks noGrp="1" noChangeAspect="1"/>
          </p:cNvPicPr>
          <p:nvPr>
            <p:ph type="pic" sz="quarter" idx="21"/>
          </p:nvPr>
        </p:nvPicPr>
        <p:blipFill>
          <a:blip r:embed="rId3" cstate="screen">
            <a:extLst>
              <a:ext uri="{28A0092B-C50C-407E-A947-70E740481C1C}">
                <a14:useLocalDpi xmlns:a14="http://schemas.microsoft.com/office/drawing/2010/main"/>
              </a:ext>
            </a:extLst>
          </a:blip>
          <a:srcRect l="20370" r="20370"/>
          <a:stretch/>
        </p:blipFill>
        <p:spPr>
          <a:xfrm>
            <a:off x="6096000" y="-339"/>
            <a:ext cx="6096000" cy="6858000"/>
          </a:xfrm>
        </p:spPr>
      </p:pic>
      <p:sp>
        <p:nvSpPr>
          <p:cNvPr id="10" name="Title 9">
            <a:extLst>
              <a:ext uri="{FF2B5EF4-FFF2-40B4-BE49-F238E27FC236}">
                <a16:creationId xmlns:a16="http://schemas.microsoft.com/office/drawing/2014/main" id="{8B5D3949-A1B0-583C-B847-C4ED85B771A8}"/>
              </a:ext>
            </a:extLst>
          </p:cNvPr>
          <p:cNvSpPr>
            <a:spLocks noGrp="1"/>
          </p:cNvSpPr>
          <p:nvPr>
            <p:ph type="ctrTitle"/>
          </p:nvPr>
        </p:nvSpPr>
        <p:spPr>
          <a:xfrm>
            <a:off x="332316" y="409284"/>
            <a:ext cx="5037767" cy="139397"/>
          </a:xfrm>
        </p:spPr>
        <p:txBody>
          <a:bodyPr/>
          <a:lstStyle/>
          <a:p>
            <a:r>
              <a:rPr lang="en-GR"/>
              <a:t>Page Layout Examples</a:t>
            </a:r>
          </a:p>
        </p:txBody>
      </p:sp>
      <p:sp>
        <p:nvSpPr>
          <p:cNvPr id="14" name="Text Placeholder 13">
            <a:extLst>
              <a:ext uri="{FF2B5EF4-FFF2-40B4-BE49-F238E27FC236}">
                <a16:creationId xmlns:a16="http://schemas.microsoft.com/office/drawing/2014/main" id="{65BB86A3-F8C7-CFBE-21D1-B4D7B0FFF61C}"/>
              </a:ext>
            </a:extLst>
          </p:cNvPr>
          <p:cNvSpPr>
            <a:spLocks noGrp="1"/>
          </p:cNvSpPr>
          <p:nvPr>
            <p:ph type="body" sz="quarter" idx="14"/>
          </p:nvPr>
        </p:nvSpPr>
        <p:spPr>
          <a:xfrm>
            <a:off x="332316" y="1268822"/>
            <a:ext cx="5036400"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p>
          <a:p>
            <a:endParaRPr lang="en-GR"/>
          </a:p>
        </p:txBody>
      </p:sp>
      <p:sp>
        <p:nvSpPr>
          <p:cNvPr id="15" name="Text Placeholder 14">
            <a:extLst>
              <a:ext uri="{FF2B5EF4-FFF2-40B4-BE49-F238E27FC236}">
                <a16:creationId xmlns:a16="http://schemas.microsoft.com/office/drawing/2014/main" id="{1D27B8BA-A7C4-EE67-89A6-F4165271C45A}"/>
              </a:ext>
            </a:extLst>
          </p:cNvPr>
          <p:cNvSpPr>
            <a:spLocks noGrp="1"/>
          </p:cNvSpPr>
          <p:nvPr>
            <p:ph type="body" sz="quarter" idx="16"/>
          </p:nvPr>
        </p:nvSpPr>
        <p:spPr>
          <a:xfrm>
            <a:off x="332316" y="741494"/>
            <a:ext cx="5036400" cy="334515"/>
          </a:xfrm>
        </p:spPr>
        <p:txBody>
          <a:bodyPr/>
          <a:lstStyle/>
          <a:p>
            <a:r>
              <a:rPr lang="en-GR"/>
              <a:t>Title Aptos 18-24pt lines spacing 0,9</a:t>
            </a:r>
          </a:p>
        </p:txBody>
      </p:sp>
      <p:sp>
        <p:nvSpPr>
          <p:cNvPr id="4" name="Slide Number Placeholder 3">
            <a:extLst>
              <a:ext uri="{FF2B5EF4-FFF2-40B4-BE49-F238E27FC236}">
                <a16:creationId xmlns:a16="http://schemas.microsoft.com/office/drawing/2014/main" id="{6086C703-6808-C877-D6E2-B57998CEE78E}"/>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118</a:t>
            </a:fld>
            <a:endParaRPr lang="en-GR"/>
          </a:p>
        </p:txBody>
      </p:sp>
      <p:sp>
        <p:nvSpPr>
          <p:cNvPr id="66" name="Freeform 65">
            <a:extLst>
              <a:ext uri="{FF2B5EF4-FFF2-40B4-BE49-F238E27FC236}">
                <a16:creationId xmlns:a16="http://schemas.microsoft.com/office/drawing/2014/main" id="{47715446-D688-5FD6-23CB-5003710D021C}"/>
              </a:ext>
            </a:extLst>
          </p:cNvPr>
          <p:cNvSpPr/>
          <p:nvPr/>
        </p:nvSpPr>
        <p:spPr>
          <a:xfrm>
            <a:off x="5429019" y="-8"/>
            <a:ext cx="6762980" cy="6857998"/>
          </a:xfrm>
          <a:custGeom>
            <a:avLst/>
            <a:gdLst>
              <a:gd name="connsiteX0" fmla="*/ 4001986 w 6762980"/>
              <a:gd name="connsiteY0" fmla="*/ 5143499 h 6857998"/>
              <a:gd name="connsiteX1" fmla="*/ 4001986 w 6762980"/>
              <a:gd name="connsiteY1" fmla="*/ 5147670 h 6857998"/>
              <a:gd name="connsiteX2" fmla="*/ 4060287 w 6762980"/>
              <a:gd name="connsiteY2" fmla="*/ 5147670 h 6857998"/>
              <a:gd name="connsiteX3" fmla="*/ 4060287 w 6762980"/>
              <a:gd name="connsiteY3" fmla="*/ 5998663 h 6857998"/>
              <a:gd name="connsiteX4" fmla="*/ 5405385 w 6762980"/>
              <a:gd name="connsiteY4" fmla="*/ 5998663 h 6857998"/>
              <a:gd name="connsiteX5" fmla="*/ 5405385 w 6762980"/>
              <a:gd name="connsiteY5" fmla="*/ 6061237 h 6857998"/>
              <a:gd name="connsiteX6" fmla="*/ 4110257 w 6762980"/>
              <a:gd name="connsiteY6" fmla="*/ 6857998 h 6857998"/>
              <a:gd name="connsiteX7" fmla="*/ 4110257 w 6762980"/>
              <a:gd name="connsiteY7" fmla="*/ 6853827 h 6857998"/>
              <a:gd name="connsiteX8" fmla="*/ 4051956 w 6762980"/>
              <a:gd name="connsiteY8" fmla="*/ 6853827 h 6857998"/>
              <a:gd name="connsiteX9" fmla="*/ 4051956 w 6762980"/>
              <a:gd name="connsiteY9" fmla="*/ 6002834 h 6857998"/>
              <a:gd name="connsiteX10" fmla="*/ 2706858 w 6762980"/>
              <a:gd name="connsiteY10" fmla="*/ 6002834 h 6857998"/>
              <a:gd name="connsiteX11" fmla="*/ 2706858 w 6762980"/>
              <a:gd name="connsiteY11" fmla="*/ 5940260 h 6857998"/>
              <a:gd name="connsiteX12" fmla="*/ 4001986 w 6762980"/>
              <a:gd name="connsiteY12" fmla="*/ 5143499 h 6857998"/>
              <a:gd name="connsiteX13" fmla="*/ 4051956 w 6762980"/>
              <a:gd name="connsiteY13" fmla="*/ 3428997 h 6857998"/>
              <a:gd name="connsiteX14" fmla="*/ 4110257 w 6762980"/>
              <a:gd name="connsiteY14" fmla="*/ 3428997 h 6857998"/>
              <a:gd name="connsiteX15" fmla="*/ 5405385 w 6762980"/>
              <a:gd name="connsiteY15" fmla="*/ 4225761 h 6857998"/>
              <a:gd name="connsiteX16" fmla="*/ 5405385 w 6762980"/>
              <a:gd name="connsiteY16" fmla="*/ 4288332 h 6857998"/>
              <a:gd name="connsiteX17" fmla="*/ 4060287 w 6762980"/>
              <a:gd name="connsiteY17" fmla="*/ 4288332 h 6857998"/>
              <a:gd name="connsiteX18" fmla="*/ 4060287 w 6762980"/>
              <a:gd name="connsiteY18" fmla="*/ 5143496 h 6857998"/>
              <a:gd name="connsiteX19" fmla="*/ 4001986 w 6762980"/>
              <a:gd name="connsiteY19" fmla="*/ 5143496 h 6857998"/>
              <a:gd name="connsiteX20" fmla="*/ 2706858 w 6762980"/>
              <a:gd name="connsiteY20" fmla="*/ 4346735 h 6857998"/>
              <a:gd name="connsiteX21" fmla="*/ 2706858 w 6762980"/>
              <a:gd name="connsiteY21" fmla="*/ 4284161 h 6857998"/>
              <a:gd name="connsiteX22" fmla="*/ 4051956 w 6762980"/>
              <a:gd name="connsiteY22" fmla="*/ 4284161 h 6857998"/>
              <a:gd name="connsiteX23" fmla="*/ 5409551 w 6762980"/>
              <a:gd name="connsiteY23" fmla="*/ 2569662 h 6857998"/>
              <a:gd name="connsiteX24" fmla="*/ 6762980 w 6762980"/>
              <a:gd name="connsiteY24" fmla="*/ 2569662 h 6857998"/>
              <a:gd name="connsiteX25" fmla="*/ 6762980 w 6762980"/>
              <a:gd name="connsiteY25" fmla="*/ 3428997 h 6857998"/>
              <a:gd name="connsiteX26" fmla="*/ 6762980 w 6762980"/>
              <a:gd name="connsiteY26" fmla="*/ 4288332 h 6857998"/>
              <a:gd name="connsiteX27" fmla="*/ 5409551 w 6762980"/>
              <a:gd name="connsiteY27" fmla="*/ 4288332 h 6857998"/>
              <a:gd name="connsiteX28" fmla="*/ 5409551 w 6762980"/>
              <a:gd name="connsiteY28" fmla="*/ 4225761 h 6857998"/>
              <a:gd name="connsiteX29" fmla="*/ 6704680 w 6762980"/>
              <a:gd name="connsiteY29" fmla="*/ 3428997 h 6857998"/>
              <a:gd name="connsiteX30" fmla="*/ 5409551 w 6762980"/>
              <a:gd name="connsiteY30" fmla="*/ 2632237 h 6857998"/>
              <a:gd name="connsiteX31" fmla="*/ 1295128 w 6762980"/>
              <a:gd name="connsiteY31" fmla="*/ 1714499 h 6857998"/>
              <a:gd name="connsiteX32" fmla="*/ 1353429 w 6762980"/>
              <a:gd name="connsiteY32" fmla="*/ 1714499 h 6857998"/>
              <a:gd name="connsiteX33" fmla="*/ 1353429 w 6762980"/>
              <a:gd name="connsiteY33" fmla="*/ 2569662 h 6857998"/>
              <a:gd name="connsiteX34" fmla="*/ 2702693 w 6762980"/>
              <a:gd name="connsiteY34" fmla="*/ 2569662 h 6857998"/>
              <a:gd name="connsiteX35" fmla="*/ 2702693 w 6762980"/>
              <a:gd name="connsiteY35" fmla="*/ 2632237 h 6857998"/>
              <a:gd name="connsiteX36" fmla="*/ 1407564 w 6762980"/>
              <a:gd name="connsiteY36" fmla="*/ 3428997 h 6857998"/>
              <a:gd name="connsiteX37" fmla="*/ 1349264 w 6762980"/>
              <a:gd name="connsiteY37" fmla="*/ 3428997 h 6857998"/>
              <a:gd name="connsiteX38" fmla="*/ 1349264 w 6762980"/>
              <a:gd name="connsiteY38" fmla="*/ 2573834 h 6857998"/>
              <a:gd name="connsiteX39" fmla="*/ 0 w 6762980"/>
              <a:gd name="connsiteY39" fmla="*/ 2573834 h 6857998"/>
              <a:gd name="connsiteX40" fmla="*/ 0 w 6762980"/>
              <a:gd name="connsiteY40" fmla="*/ 2511262 h 6857998"/>
              <a:gd name="connsiteX41" fmla="*/ 1295128 w 6762980"/>
              <a:gd name="connsiteY41" fmla="*/ 1714499 h 6857998"/>
              <a:gd name="connsiteX42" fmla="*/ 4001986 w 6762980"/>
              <a:gd name="connsiteY42" fmla="*/ 0 h 6857998"/>
              <a:gd name="connsiteX43" fmla="*/ 4060287 w 6762980"/>
              <a:gd name="connsiteY43" fmla="*/ 0 h 6857998"/>
              <a:gd name="connsiteX44" fmla="*/ 4060287 w 6762980"/>
              <a:gd name="connsiteY44" fmla="*/ 859335 h 6857998"/>
              <a:gd name="connsiteX45" fmla="*/ 2706858 w 6762980"/>
              <a:gd name="connsiteY45" fmla="*/ 859335 h 6857998"/>
              <a:gd name="connsiteX46" fmla="*/ 2706858 w 6762980"/>
              <a:gd name="connsiteY46" fmla="*/ 796763 h 6857998"/>
              <a:gd name="connsiteX47" fmla="*/ 4001986 w 6762980"/>
              <a:gd name="connsiteY47"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762980" h="6857998">
                <a:moveTo>
                  <a:pt x="4001986" y="5143499"/>
                </a:moveTo>
                <a:lnTo>
                  <a:pt x="4001986" y="5147670"/>
                </a:lnTo>
                <a:lnTo>
                  <a:pt x="4060287" y="5147670"/>
                </a:lnTo>
                <a:lnTo>
                  <a:pt x="4060287" y="5998663"/>
                </a:lnTo>
                <a:lnTo>
                  <a:pt x="5405385" y="5998663"/>
                </a:lnTo>
                <a:lnTo>
                  <a:pt x="5405385" y="6061237"/>
                </a:lnTo>
                <a:cubicBezTo>
                  <a:pt x="4689109" y="6061237"/>
                  <a:pt x="4110257" y="6419987"/>
                  <a:pt x="4110257" y="6857998"/>
                </a:cubicBezTo>
                <a:lnTo>
                  <a:pt x="4110257" y="6853827"/>
                </a:lnTo>
                <a:lnTo>
                  <a:pt x="4051956" y="6853827"/>
                </a:lnTo>
                <a:lnTo>
                  <a:pt x="4051956" y="6002834"/>
                </a:lnTo>
                <a:lnTo>
                  <a:pt x="2706858" y="6002834"/>
                </a:lnTo>
                <a:lnTo>
                  <a:pt x="2706858" y="5940260"/>
                </a:lnTo>
                <a:cubicBezTo>
                  <a:pt x="3423134" y="5940260"/>
                  <a:pt x="4001986" y="5581510"/>
                  <a:pt x="4001986" y="5143499"/>
                </a:cubicBezTo>
                <a:close/>
                <a:moveTo>
                  <a:pt x="4051956" y="3428997"/>
                </a:moveTo>
                <a:lnTo>
                  <a:pt x="4110257" y="3428997"/>
                </a:lnTo>
                <a:cubicBezTo>
                  <a:pt x="4110257" y="3867008"/>
                  <a:pt x="4689109" y="4225761"/>
                  <a:pt x="5405385" y="4225761"/>
                </a:cubicBezTo>
                <a:lnTo>
                  <a:pt x="5405385" y="4288332"/>
                </a:lnTo>
                <a:lnTo>
                  <a:pt x="4060287" y="4288332"/>
                </a:lnTo>
                <a:lnTo>
                  <a:pt x="4060287" y="5143496"/>
                </a:lnTo>
                <a:lnTo>
                  <a:pt x="4001986" y="5143496"/>
                </a:lnTo>
                <a:cubicBezTo>
                  <a:pt x="4001986" y="4705485"/>
                  <a:pt x="3423134" y="4346735"/>
                  <a:pt x="2706858" y="4346735"/>
                </a:cubicBezTo>
                <a:lnTo>
                  <a:pt x="2706858" y="4284161"/>
                </a:lnTo>
                <a:lnTo>
                  <a:pt x="4051956" y="4284161"/>
                </a:lnTo>
                <a:close/>
                <a:moveTo>
                  <a:pt x="5409551" y="2569662"/>
                </a:moveTo>
                <a:lnTo>
                  <a:pt x="6762980" y="2569662"/>
                </a:lnTo>
                <a:lnTo>
                  <a:pt x="6762980" y="3428997"/>
                </a:lnTo>
                <a:lnTo>
                  <a:pt x="6762980" y="4288332"/>
                </a:lnTo>
                <a:lnTo>
                  <a:pt x="5409551" y="4288332"/>
                </a:lnTo>
                <a:lnTo>
                  <a:pt x="5409551" y="4225761"/>
                </a:lnTo>
                <a:cubicBezTo>
                  <a:pt x="6125827" y="4225761"/>
                  <a:pt x="6704680" y="3867008"/>
                  <a:pt x="6704680" y="3428997"/>
                </a:cubicBezTo>
                <a:cubicBezTo>
                  <a:pt x="6704680" y="2990986"/>
                  <a:pt x="6125827" y="2632237"/>
                  <a:pt x="5409551" y="2632237"/>
                </a:cubicBezTo>
                <a:close/>
                <a:moveTo>
                  <a:pt x="1295128" y="1714499"/>
                </a:moveTo>
                <a:lnTo>
                  <a:pt x="1353429" y="1714499"/>
                </a:lnTo>
                <a:lnTo>
                  <a:pt x="1353429" y="2569662"/>
                </a:lnTo>
                <a:lnTo>
                  <a:pt x="2702693" y="2569662"/>
                </a:lnTo>
                <a:lnTo>
                  <a:pt x="2702693" y="2632237"/>
                </a:lnTo>
                <a:cubicBezTo>
                  <a:pt x="1986417" y="2632237"/>
                  <a:pt x="1407564" y="2990986"/>
                  <a:pt x="1407564" y="3428997"/>
                </a:cubicBezTo>
                <a:lnTo>
                  <a:pt x="1349264" y="3428997"/>
                </a:lnTo>
                <a:lnTo>
                  <a:pt x="1349264" y="2573834"/>
                </a:lnTo>
                <a:lnTo>
                  <a:pt x="0" y="2573834"/>
                </a:lnTo>
                <a:lnTo>
                  <a:pt x="0" y="2511262"/>
                </a:lnTo>
                <a:cubicBezTo>
                  <a:pt x="716276" y="2511262"/>
                  <a:pt x="1295128" y="2152509"/>
                  <a:pt x="1295128" y="1714499"/>
                </a:cubicBezTo>
                <a:close/>
                <a:moveTo>
                  <a:pt x="4001986" y="0"/>
                </a:moveTo>
                <a:lnTo>
                  <a:pt x="4060287" y="0"/>
                </a:lnTo>
                <a:lnTo>
                  <a:pt x="4060287" y="859335"/>
                </a:lnTo>
                <a:lnTo>
                  <a:pt x="2706858" y="859335"/>
                </a:lnTo>
                <a:lnTo>
                  <a:pt x="2706858" y="796763"/>
                </a:lnTo>
                <a:cubicBezTo>
                  <a:pt x="3423134" y="796763"/>
                  <a:pt x="4001986" y="438011"/>
                  <a:pt x="4001986" y="0"/>
                </a:cubicBezTo>
                <a:close/>
              </a:path>
            </a:pathLst>
          </a:custGeom>
          <a:solidFill>
            <a:srgbClr val="047A85"/>
          </a:solidFill>
          <a:ln w="16168" cap="flat">
            <a:noFill/>
            <a:prstDash val="solid"/>
            <a:miter/>
          </a:ln>
        </p:spPr>
        <p:txBody>
          <a:bodyPr wrap="square" rtlCol="0" anchor="ctr">
            <a:noAutofit/>
          </a:bodyPr>
          <a:lstStyle/>
          <a:p>
            <a:endParaRPr lang="en-GR"/>
          </a:p>
        </p:txBody>
      </p:sp>
      <p:grpSp>
        <p:nvGrpSpPr>
          <p:cNvPr id="5" name="Group 4">
            <a:extLst>
              <a:ext uri="{FF2B5EF4-FFF2-40B4-BE49-F238E27FC236}">
                <a16:creationId xmlns:a16="http://schemas.microsoft.com/office/drawing/2014/main" id="{D9D6FF67-6564-12D9-C5A8-81F0837E0E8C}"/>
              </a:ext>
            </a:extLst>
          </p:cNvPr>
          <p:cNvGrpSpPr/>
          <p:nvPr/>
        </p:nvGrpSpPr>
        <p:grpSpPr>
          <a:xfrm>
            <a:off x="5237124" y="578723"/>
            <a:ext cx="3030369" cy="1555952"/>
            <a:chOff x="7334152" y="981892"/>
            <a:chExt cx="3030369" cy="1555952"/>
          </a:xfrm>
        </p:grpSpPr>
        <p:sp>
          <p:nvSpPr>
            <p:cNvPr id="6" name="Rounded Rectangle 5">
              <a:extLst>
                <a:ext uri="{FF2B5EF4-FFF2-40B4-BE49-F238E27FC236}">
                  <a16:creationId xmlns:a16="http://schemas.microsoft.com/office/drawing/2014/main" id="{A591C328-E01A-8D52-BCFA-E67C39170EFE}"/>
                </a:ext>
              </a:extLst>
            </p:cNvPr>
            <p:cNvSpPr/>
            <p:nvPr/>
          </p:nvSpPr>
          <p:spPr>
            <a:xfrm>
              <a:off x="7433567" y="981892"/>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Title</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τίτλος στα </a:t>
              </a:r>
              <a:r>
                <a:rPr lang="en-US" sz="800">
                  <a:solidFill>
                    <a:schemeClr val="bg1">
                      <a:lumMod val="95000"/>
                    </a:schemeClr>
                  </a:solidFill>
                  <a:latin typeface="Aptos" panose="020B0004020202020204" pitchFamily="34" charset="0"/>
                </a:rPr>
                <a:t>Sample Pages </a:t>
              </a:r>
              <a:r>
                <a:rPr lang="el-GR" sz="800">
                  <a:solidFill>
                    <a:schemeClr val="bg1">
                      <a:lumMod val="95000"/>
                    </a:schemeClr>
                  </a:solidFill>
                  <a:latin typeface="Aptos" panose="020B0004020202020204" pitchFamily="34" charset="0"/>
                </a:rPr>
                <a:t>είναι πάντα </a:t>
              </a:r>
              <a:r>
                <a:rPr lang="en-US" sz="800">
                  <a:solidFill>
                    <a:schemeClr val="bg1">
                      <a:lumMod val="95000"/>
                    </a:schemeClr>
                  </a:solidFill>
                  <a:latin typeface="Aptos" panose="020B0004020202020204" pitchFamily="34" charset="0"/>
                </a:rPr>
                <a:t>Aptos Regular </a:t>
              </a:r>
              <a:r>
                <a:rPr lang="el-GR" sz="800">
                  <a:solidFill>
                    <a:schemeClr val="bg1">
                      <a:lumMod val="95000"/>
                    </a:schemeClr>
                  </a:solidFill>
                  <a:latin typeface="Aptos" panose="020B0004020202020204" pitchFamily="34" charset="0"/>
                </a:rPr>
                <a:t>από 18</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a:t>
              </a:r>
              <a:r>
                <a:rPr lang="en-US" sz="800" err="1">
                  <a:solidFill>
                    <a:schemeClr val="bg1">
                      <a:lumMod val="95000"/>
                    </a:schemeClr>
                  </a:solidFill>
                  <a:latin typeface="Aptos" panose="020B0004020202020204" pitchFamily="34" charset="0"/>
                </a:rPr>
                <a:t>έ</a:t>
              </a:r>
              <a:r>
                <a:rPr lang="el-GR" sz="800">
                  <a:solidFill>
                    <a:schemeClr val="bg1">
                      <a:lumMod val="95000"/>
                    </a:schemeClr>
                  </a:solidFill>
                  <a:latin typeface="Aptos" panose="020B0004020202020204" pitchFamily="34" charset="0"/>
                </a:rPr>
                <a:t>ως </a:t>
              </a:r>
              <a:r>
                <a:rPr lang="en-US" sz="800">
                  <a:solidFill>
                    <a:schemeClr val="bg1">
                      <a:lumMod val="95000"/>
                    </a:schemeClr>
                  </a:solidFill>
                  <a:latin typeface="Aptos" panose="020B0004020202020204" pitchFamily="34" charset="0"/>
                </a:rPr>
                <a:t>24pt, line space: multiple 0,9 </a:t>
              </a:r>
              <a:r>
                <a:rPr lang="el-GR" sz="800">
                  <a:solidFill>
                    <a:schemeClr val="bg1">
                      <a:lumMod val="95000"/>
                    </a:schemeClr>
                  </a:solidFill>
                  <a:latin typeface="Aptos" panose="020B0004020202020204" pitchFamily="34" charset="0"/>
                </a:rPr>
                <a:t>και χρώμα</a:t>
              </a:r>
              <a:r>
                <a:rPr lang="en-US" sz="800">
                  <a:solidFill>
                    <a:schemeClr val="bg1">
                      <a:lumMod val="95000"/>
                    </a:schemeClr>
                  </a:solidFill>
                  <a:latin typeface="Aptos" panose="020B0004020202020204" pitchFamily="34" charset="0"/>
                </a:rPr>
                <a:t> Dark Teal</a:t>
              </a:r>
              <a:r>
                <a:rPr lang="el-GR" sz="800">
                  <a:solidFill>
                    <a:schemeClr val="bg1">
                      <a:lumMod val="95000"/>
                    </a:schemeClr>
                  </a:solidFill>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The title in the Sample Pages is always Aptos Regular, ranging from 18pt to 24pt, line space: multiple 0.9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Dark Teal.</a:t>
              </a:r>
              <a:endParaRPr lang="en-GR" sz="800">
                <a:solidFill>
                  <a:schemeClr val="bg1">
                    <a:lumMod val="95000"/>
                  </a:schemeClr>
                </a:solidFill>
                <a:latin typeface="Aptos" panose="020B0004020202020204" pitchFamily="34" charset="0"/>
              </a:endParaRPr>
            </a:p>
          </p:txBody>
        </p:sp>
        <p:sp>
          <p:nvSpPr>
            <p:cNvPr id="7" name="Triangle 6">
              <a:extLst>
                <a:ext uri="{FF2B5EF4-FFF2-40B4-BE49-F238E27FC236}">
                  <a16:creationId xmlns:a16="http://schemas.microsoft.com/office/drawing/2014/main" id="{7A3138BE-8897-7BE3-5553-9CDFC60C62E2}"/>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2" name="Group 1">
            <a:extLst>
              <a:ext uri="{FF2B5EF4-FFF2-40B4-BE49-F238E27FC236}">
                <a16:creationId xmlns:a16="http://schemas.microsoft.com/office/drawing/2014/main" id="{BDF2E58F-05D5-F69C-DC3E-196AD381DFD1}"/>
              </a:ext>
            </a:extLst>
          </p:cNvPr>
          <p:cNvGrpSpPr/>
          <p:nvPr/>
        </p:nvGrpSpPr>
        <p:grpSpPr>
          <a:xfrm>
            <a:off x="5237124" y="4269357"/>
            <a:ext cx="3030369" cy="1555952"/>
            <a:chOff x="7334152" y="981892"/>
            <a:chExt cx="3030369" cy="1555952"/>
          </a:xfrm>
        </p:grpSpPr>
        <p:sp>
          <p:nvSpPr>
            <p:cNvPr id="3" name="Rounded Rectangle 2">
              <a:extLst>
                <a:ext uri="{FF2B5EF4-FFF2-40B4-BE49-F238E27FC236}">
                  <a16:creationId xmlns:a16="http://schemas.microsoft.com/office/drawing/2014/main" id="{EEA1DD29-6F0A-E204-3ED3-BCE3B29FC005}"/>
                </a:ext>
              </a:extLst>
            </p:cNvPr>
            <p:cNvSpPr/>
            <p:nvPr/>
          </p:nvSpPr>
          <p:spPr>
            <a:xfrm>
              <a:off x="7433567" y="981892"/>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Main Text</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Το </a:t>
              </a:r>
              <a:r>
                <a:rPr lang="el-GR" sz="800" err="1">
                  <a:solidFill>
                    <a:schemeClr val="bg1">
                      <a:lumMod val="95000"/>
                    </a:schemeClr>
                  </a:solidFill>
                  <a:latin typeface="Aptos" panose="020B0004020202020204" pitchFamily="34" charset="0"/>
                </a:rPr>
                <a:t>κε</a:t>
              </a:r>
              <a:r>
                <a:rPr lang="en-US" sz="800" err="1">
                  <a:solidFill>
                    <a:schemeClr val="bg1">
                      <a:lumMod val="95000"/>
                    </a:schemeClr>
                  </a:solidFill>
                  <a:latin typeface="Aptos" panose="020B0004020202020204" pitchFamily="34" charset="0"/>
                </a:rPr>
                <a:t>ί</a:t>
              </a:r>
              <a:r>
                <a:rPr lang="el-GR" sz="800" err="1">
                  <a:solidFill>
                    <a:schemeClr val="bg1">
                      <a:lumMod val="95000"/>
                    </a:schemeClr>
                  </a:solidFill>
                  <a:latin typeface="Aptos" panose="020B0004020202020204" pitchFamily="34" charset="0"/>
                </a:rPr>
                <a:t>μενο</a:t>
              </a:r>
              <a:r>
                <a:rPr lang="el-GR" sz="800">
                  <a:solidFill>
                    <a:schemeClr val="bg1">
                      <a:lumMod val="95000"/>
                    </a:schemeClr>
                  </a:solidFill>
                  <a:latin typeface="Aptos" panose="020B0004020202020204" pitchFamily="34" charset="0"/>
                </a:rPr>
                <a:t> στα </a:t>
              </a:r>
              <a:r>
                <a:rPr lang="en-US" sz="800">
                  <a:solidFill>
                    <a:schemeClr val="bg1">
                      <a:lumMod val="95000"/>
                    </a:schemeClr>
                  </a:solidFill>
                  <a:latin typeface="Aptos" panose="020B0004020202020204" pitchFamily="34" charset="0"/>
                </a:rPr>
                <a:t>Sample Pages </a:t>
              </a:r>
              <a:r>
                <a:rPr lang="el-GR" sz="800">
                  <a:solidFill>
                    <a:schemeClr val="bg1">
                      <a:lumMod val="95000"/>
                    </a:schemeClr>
                  </a:solidFill>
                  <a:latin typeface="Aptos" panose="020B0004020202020204" pitchFamily="34" charset="0"/>
                </a:rPr>
                <a:t>είναι πάντα </a:t>
              </a:r>
              <a:r>
                <a:rPr lang="en-US" sz="800">
                  <a:solidFill>
                    <a:schemeClr val="bg1">
                      <a:lumMod val="95000"/>
                    </a:schemeClr>
                  </a:solidFill>
                  <a:latin typeface="Aptos" panose="020B0004020202020204" pitchFamily="34" charset="0"/>
                </a:rPr>
                <a:t>Aptos Regular </a:t>
              </a:r>
              <a:r>
                <a:rPr lang="el-GR" sz="800">
                  <a:solidFill>
                    <a:schemeClr val="bg1">
                      <a:lumMod val="95000"/>
                    </a:schemeClr>
                  </a:solidFill>
                  <a:latin typeface="Aptos" panose="020B0004020202020204" pitchFamily="34" charset="0"/>
                </a:rPr>
                <a:t>11</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line space: multiple </a:t>
              </a:r>
              <a:r>
                <a:rPr lang="el-GR" sz="800">
                  <a:solidFill>
                    <a:schemeClr val="bg1">
                      <a:lumMod val="95000"/>
                    </a:schemeClr>
                  </a:solidFill>
                  <a:latin typeface="Aptos" panose="020B0004020202020204" pitchFamily="34" charset="0"/>
                </a:rPr>
                <a:t>1</a:t>
              </a:r>
              <a:r>
                <a:rPr lang="en-US" sz="800">
                  <a:solidFill>
                    <a:schemeClr val="bg1">
                      <a:lumMod val="95000"/>
                    </a:schemeClr>
                  </a:solidFill>
                  <a:latin typeface="Aptos" panose="020B0004020202020204" pitchFamily="34" charset="0"/>
                </a:rPr>
                <a:t>,</a:t>
              </a:r>
              <a:r>
                <a:rPr lang="el-GR" sz="800">
                  <a:solidFill>
                    <a:schemeClr val="bg1">
                      <a:lumMod val="95000"/>
                    </a:schemeClr>
                  </a:solidFill>
                  <a:latin typeface="Aptos" panose="020B0004020202020204" pitchFamily="34" charset="0"/>
                </a:rPr>
                <a:t>1, </a:t>
              </a:r>
              <a:r>
                <a:rPr lang="en-US" sz="800">
                  <a:solidFill>
                    <a:schemeClr val="bg1">
                      <a:lumMod val="95000"/>
                    </a:schemeClr>
                  </a:solidFill>
                  <a:latin typeface="Aptos" panose="020B0004020202020204" pitchFamily="34" charset="0"/>
                </a:rPr>
                <a:t>p</a:t>
              </a:r>
              <a:r>
                <a:rPr lang="en-US" sz="800">
                  <a:latin typeface="Aptos" panose="020B0004020202020204" pitchFamily="34" charset="0"/>
                </a:rPr>
                <a:t>aragraph space before</a:t>
              </a:r>
              <a:r>
                <a:rPr lang="el-GR" sz="800">
                  <a:solidFill>
                    <a:schemeClr val="bg1"/>
                  </a:solidFill>
                  <a:latin typeface="Aptos" panose="020B0004020202020204" pitchFamily="34" charset="0"/>
                </a:rPr>
                <a:t>: </a:t>
              </a:r>
              <a:r>
                <a:rPr lang="en-GB" sz="800">
                  <a:solidFill>
                    <a:schemeClr val="bg1"/>
                  </a:solidFill>
                  <a:latin typeface="Aptos" panose="020B0004020202020204" pitchFamily="34" charset="0"/>
                </a:rPr>
                <a:t>9pt</a:t>
              </a:r>
              <a:r>
                <a:rPr lang="el-GR" sz="800">
                  <a:solidFill>
                    <a:schemeClr val="bg1">
                      <a:lumMod val="95000"/>
                    </a:schemeClr>
                  </a:solidFill>
                  <a:latin typeface="Aptos" panose="020B0004020202020204" pitchFamily="34" charset="0"/>
                </a:rPr>
                <a:t> </a:t>
              </a:r>
              <a:r>
                <a:rPr lang="en-US" sz="800">
                  <a:solidFill>
                    <a:schemeClr val="bg1">
                      <a:lumMod val="95000"/>
                    </a:schemeClr>
                  </a:solidFill>
                  <a:latin typeface="Aptos" panose="020B0004020202020204" pitchFamily="34" charset="0"/>
                </a:rPr>
                <a:t>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Black</a:t>
              </a:r>
              <a:r>
                <a:rPr lang="el-GR" sz="800">
                  <a:solidFill>
                    <a:schemeClr val="bg1">
                      <a:lumMod val="95000"/>
                    </a:schemeClr>
                  </a:solidFill>
                  <a:latin typeface="Aptos" panose="020B0004020202020204" pitchFamily="34" charset="0"/>
                </a:rPr>
                <a:t>. Για επιλογή </a:t>
              </a:r>
              <a:r>
                <a:rPr lang="en-US" sz="800">
                  <a:solidFill>
                    <a:schemeClr val="bg1">
                      <a:lumMod val="95000"/>
                    </a:schemeClr>
                  </a:solidFill>
                  <a:latin typeface="Aptos" panose="020B0004020202020204" pitchFamily="34" charset="0"/>
                </a:rPr>
                <a:t>bullet point, </a:t>
              </a:r>
              <a:r>
                <a:rPr lang="el-GR" sz="800">
                  <a:solidFill>
                    <a:schemeClr val="bg1">
                      <a:lumMod val="95000"/>
                    </a:schemeClr>
                  </a:solidFill>
                  <a:latin typeface="Aptos" panose="020B0004020202020204" pitchFamily="34" charset="0"/>
                </a:rPr>
                <a:t>βλέπε </a:t>
              </a:r>
              <a:r>
                <a:rPr lang="en-US" sz="800">
                  <a:solidFill>
                    <a:schemeClr val="bg1">
                      <a:lumMod val="95000"/>
                    </a:schemeClr>
                  </a:solidFill>
                  <a:latin typeface="Aptos" panose="020B0004020202020204" pitchFamily="34" charset="0"/>
                </a:rPr>
                <a:t>slide 14.</a:t>
              </a:r>
              <a:endParaRPr lang="el-GR" sz="800">
                <a:solidFill>
                  <a:schemeClr val="bg1">
                    <a:lumMod val="95000"/>
                  </a:schemeClr>
                </a:solidFill>
                <a:latin typeface="Aptos" panose="020B0004020202020204" pitchFamily="34" charset="0"/>
              </a:endParaRPr>
            </a:p>
            <a:p>
              <a:pPr>
                <a:lnSpc>
                  <a:spcPct val="110000"/>
                </a:lnSpc>
                <a:spcBef>
                  <a:spcPts val="900"/>
                </a:spcBef>
              </a:pPr>
              <a:r>
                <a:rPr lang="en-GB" sz="800">
                  <a:solidFill>
                    <a:schemeClr val="bg1">
                      <a:lumMod val="95000"/>
                    </a:schemeClr>
                  </a:solidFill>
                  <a:latin typeface="Aptos" panose="020B0004020202020204" pitchFamily="34" charset="0"/>
                </a:rPr>
                <a:t>The text in the Sample Pages is always Aptos Regular 11pt, line space: multiple 1.1, </a:t>
              </a:r>
              <a:r>
                <a:rPr lang="en-US" sz="800">
                  <a:solidFill>
                    <a:schemeClr val="bg1">
                      <a:lumMod val="95000"/>
                    </a:schemeClr>
                  </a:solidFill>
                  <a:latin typeface="Aptos" panose="020B0004020202020204" pitchFamily="34" charset="0"/>
                </a:rPr>
                <a:t>p</a:t>
              </a:r>
              <a:r>
                <a:rPr lang="en-US" sz="800">
                  <a:latin typeface="Aptos" panose="020B0004020202020204" pitchFamily="34" charset="0"/>
                </a:rPr>
                <a:t>aragraph space before</a:t>
              </a:r>
              <a:r>
                <a:rPr lang="en-GB" sz="800">
                  <a:solidFill>
                    <a:schemeClr val="bg1">
                      <a:lumMod val="95000"/>
                    </a:schemeClr>
                  </a:solidFill>
                  <a:latin typeface="Aptos" panose="020B0004020202020204" pitchFamily="34" charset="0"/>
                </a:rPr>
                <a:t>: 9pt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Black. For bullet point selection, see slide 14.</a:t>
              </a:r>
              <a:endParaRPr lang="en-GR" sz="800">
                <a:solidFill>
                  <a:schemeClr val="bg1">
                    <a:lumMod val="95000"/>
                  </a:schemeClr>
                </a:solidFill>
                <a:latin typeface="Aptos" panose="020B0004020202020204" pitchFamily="34" charset="0"/>
              </a:endParaRPr>
            </a:p>
          </p:txBody>
        </p:sp>
        <p:sp>
          <p:nvSpPr>
            <p:cNvPr id="13" name="Triangle 12">
              <a:extLst>
                <a:ext uri="{FF2B5EF4-FFF2-40B4-BE49-F238E27FC236}">
                  <a16:creationId xmlns:a16="http://schemas.microsoft.com/office/drawing/2014/main" id="{B900C57D-1484-C7B6-63BA-8A364E1E399C}"/>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351663619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380BE-3D40-5432-58AB-C05905A1E6B5}"/>
            </a:ext>
          </a:extLst>
        </p:cNvPr>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F47171F4-6E84-B3A4-39F4-E25817B9ABDC}"/>
              </a:ext>
            </a:extLst>
          </p:cNvPr>
          <p:cNvPicPr>
            <a:picLocks noGrp="1" noChangeAspect="1"/>
          </p:cNvPicPr>
          <p:nvPr>
            <p:ph type="pic" sz="quarter" idx="21"/>
          </p:nvPr>
        </p:nvPicPr>
        <p:blipFill rotWithShape="1">
          <a:blip r:embed="rId3" cstate="screen">
            <a:extLst>
              <a:ext uri="{28A0092B-C50C-407E-A947-70E740481C1C}">
                <a14:useLocalDpi xmlns:a14="http://schemas.microsoft.com/office/drawing/2010/main"/>
              </a:ext>
            </a:extLst>
          </a:blip>
          <a:srcRect l="25811" r="17039"/>
          <a:stretch/>
        </p:blipFill>
        <p:spPr>
          <a:xfrm>
            <a:off x="6096000" y="-339"/>
            <a:ext cx="6096000" cy="6858000"/>
          </a:xfrm>
        </p:spPr>
      </p:pic>
      <p:sp>
        <p:nvSpPr>
          <p:cNvPr id="10" name="Title 9">
            <a:extLst>
              <a:ext uri="{FF2B5EF4-FFF2-40B4-BE49-F238E27FC236}">
                <a16:creationId xmlns:a16="http://schemas.microsoft.com/office/drawing/2014/main" id="{3AAF7D8B-86AB-9D5C-B130-F9F5F72C3898}"/>
              </a:ext>
            </a:extLst>
          </p:cNvPr>
          <p:cNvSpPr>
            <a:spLocks noGrp="1"/>
          </p:cNvSpPr>
          <p:nvPr>
            <p:ph type="ctrTitle"/>
          </p:nvPr>
        </p:nvSpPr>
        <p:spPr>
          <a:xfrm>
            <a:off x="332316" y="409284"/>
            <a:ext cx="5037767" cy="139397"/>
          </a:xfrm>
        </p:spPr>
        <p:txBody>
          <a:bodyPr/>
          <a:lstStyle/>
          <a:p>
            <a:r>
              <a:rPr lang="en-GR"/>
              <a:t>Page Layout Examples</a:t>
            </a:r>
          </a:p>
        </p:txBody>
      </p:sp>
      <p:sp>
        <p:nvSpPr>
          <p:cNvPr id="14" name="Text Placeholder 13">
            <a:extLst>
              <a:ext uri="{FF2B5EF4-FFF2-40B4-BE49-F238E27FC236}">
                <a16:creationId xmlns:a16="http://schemas.microsoft.com/office/drawing/2014/main" id="{39454649-B6BC-3BF4-0AE4-96DF5548DCE4}"/>
              </a:ext>
            </a:extLst>
          </p:cNvPr>
          <p:cNvSpPr>
            <a:spLocks noGrp="1"/>
          </p:cNvSpPr>
          <p:nvPr>
            <p:ph type="body" sz="quarter" idx="14"/>
          </p:nvPr>
        </p:nvSpPr>
        <p:spPr>
          <a:xfrm>
            <a:off x="332316" y="1268822"/>
            <a:ext cx="5036400"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endParaRPr lang="en-GB"/>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p>
          <a:p>
            <a:endParaRPr lang="en-GR"/>
          </a:p>
        </p:txBody>
      </p:sp>
      <p:sp>
        <p:nvSpPr>
          <p:cNvPr id="15" name="Text Placeholder 14">
            <a:extLst>
              <a:ext uri="{FF2B5EF4-FFF2-40B4-BE49-F238E27FC236}">
                <a16:creationId xmlns:a16="http://schemas.microsoft.com/office/drawing/2014/main" id="{C594D070-1F1A-77E9-D0C5-B0D8E6CCF153}"/>
              </a:ext>
            </a:extLst>
          </p:cNvPr>
          <p:cNvSpPr>
            <a:spLocks noGrp="1"/>
          </p:cNvSpPr>
          <p:nvPr>
            <p:ph type="body" sz="quarter" idx="16"/>
          </p:nvPr>
        </p:nvSpPr>
        <p:spPr>
          <a:xfrm>
            <a:off x="332316" y="741494"/>
            <a:ext cx="5036400" cy="334515"/>
          </a:xfrm>
        </p:spPr>
        <p:txBody>
          <a:bodyPr/>
          <a:lstStyle/>
          <a:p>
            <a:r>
              <a:rPr lang="en-GR"/>
              <a:t>Title Aptos 18-24pt lines spacing 0,9</a:t>
            </a:r>
          </a:p>
        </p:txBody>
      </p:sp>
      <p:sp>
        <p:nvSpPr>
          <p:cNvPr id="4" name="Slide Number Placeholder 3">
            <a:extLst>
              <a:ext uri="{FF2B5EF4-FFF2-40B4-BE49-F238E27FC236}">
                <a16:creationId xmlns:a16="http://schemas.microsoft.com/office/drawing/2014/main" id="{13D63F29-97C3-591A-C6BF-9C9E9187DEDF}"/>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119</a:t>
            </a:fld>
            <a:endParaRPr lang="en-GR"/>
          </a:p>
        </p:txBody>
      </p:sp>
      <p:sp>
        <p:nvSpPr>
          <p:cNvPr id="66" name="Freeform 65">
            <a:extLst>
              <a:ext uri="{FF2B5EF4-FFF2-40B4-BE49-F238E27FC236}">
                <a16:creationId xmlns:a16="http://schemas.microsoft.com/office/drawing/2014/main" id="{3EABC23A-47F2-F08A-0328-F0E2FEAF4EBA}"/>
              </a:ext>
            </a:extLst>
          </p:cNvPr>
          <p:cNvSpPr/>
          <p:nvPr/>
        </p:nvSpPr>
        <p:spPr>
          <a:xfrm>
            <a:off x="5429019" y="-8"/>
            <a:ext cx="6762980" cy="6857998"/>
          </a:xfrm>
          <a:custGeom>
            <a:avLst/>
            <a:gdLst>
              <a:gd name="connsiteX0" fmla="*/ 4001986 w 6762980"/>
              <a:gd name="connsiteY0" fmla="*/ 5143499 h 6857998"/>
              <a:gd name="connsiteX1" fmla="*/ 4001986 w 6762980"/>
              <a:gd name="connsiteY1" fmla="*/ 5147670 h 6857998"/>
              <a:gd name="connsiteX2" fmla="*/ 4060287 w 6762980"/>
              <a:gd name="connsiteY2" fmla="*/ 5147670 h 6857998"/>
              <a:gd name="connsiteX3" fmla="*/ 4060287 w 6762980"/>
              <a:gd name="connsiteY3" fmla="*/ 5998663 h 6857998"/>
              <a:gd name="connsiteX4" fmla="*/ 5405385 w 6762980"/>
              <a:gd name="connsiteY4" fmla="*/ 5998663 h 6857998"/>
              <a:gd name="connsiteX5" fmla="*/ 5405385 w 6762980"/>
              <a:gd name="connsiteY5" fmla="*/ 6061237 h 6857998"/>
              <a:gd name="connsiteX6" fmla="*/ 4110257 w 6762980"/>
              <a:gd name="connsiteY6" fmla="*/ 6857998 h 6857998"/>
              <a:gd name="connsiteX7" fmla="*/ 4110257 w 6762980"/>
              <a:gd name="connsiteY7" fmla="*/ 6853827 h 6857998"/>
              <a:gd name="connsiteX8" fmla="*/ 4051956 w 6762980"/>
              <a:gd name="connsiteY8" fmla="*/ 6853827 h 6857998"/>
              <a:gd name="connsiteX9" fmla="*/ 4051956 w 6762980"/>
              <a:gd name="connsiteY9" fmla="*/ 6002834 h 6857998"/>
              <a:gd name="connsiteX10" fmla="*/ 2706858 w 6762980"/>
              <a:gd name="connsiteY10" fmla="*/ 6002834 h 6857998"/>
              <a:gd name="connsiteX11" fmla="*/ 2706858 w 6762980"/>
              <a:gd name="connsiteY11" fmla="*/ 5940260 h 6857998"/>
              <a:gd name="connsiteX12" fmla="*/ 4001986 w 6762980"/>
              <a:gd name="connsiteY12" fmla="*/ 5143499 h 6857998"/>
              <a:gd name="connsiteX13" fmla="*/ 4051956 w 6762980"/>
              <a:gd name="connsiteY13" fmla="*/ 3428997 h 6857998"/>
              <a:gd name="connsiteX14" fmla="*/ 4110257 w 6762980"/>
              <a:gd name="connsiteY14" fmla="*/ 3428997 h 6857998"/>
              <a:gd name="connsiteX15" fmla="*/ 5405385 w 6762980"/>
              <a:gd name="connsiteY15" fmla="*/ 4225761 h 6857998"/>
              <a:gd name="connsiteX16" fmla="*/ 5405385 w 6762980"/>
              <a:gd name="connsiteY16" fmla="*/ 4288332 h 6857998"/>
              <a:gd name="connsiteX17" fmla="*/ 4060287 w 6762980"/>
              <a:gd name="connsiteY17" fmla="*/ 4288332 h 6857998"/>
              <a:gd name="connsiteX18" fmla="*/ 4060287 w 6762980"/>
              <a:gd name="connsiteY18" fmla="*/ 5143496 h 6857998"/>
              <a:gd name="connsiteX19" fmla="*/ 4001986 w 6762980"/>
              <a:gd name="connsiteY19" fmla="*/ 5143496 h 6857998"/>
              <a:gd name="connsiteX20" fmla="*/ 2706858 w 6762980"/>
              <a:gd name="connsiteY20" fmla="*/ 4346735 h 6857998"/>
              <a:gd name="connsiteX21" fmla="*/ 2706858 w 6762980"/>
              <a:gd name="connsiteY21" fmla="*/ 4284161 h 6857998"/>
              <a:gd name="connsiteX22" fmla="*/ 4051956 w 6762980"/>
              <a:gd name="connsiteY22" fmla="*/ 4284161 h 6857998"/>
              <a:gd name="connsiteX23" fmla="*/ 5409551 w 6762980"/>
              <a:gd name="connsiteY23" fmla="*/ 2569662 h 6857998"/>
              <a:gd name="connsiteX24" fmla="*/ 6762980 w 6762980"/>
              <a:gd name="connsiteY24" fmla="*/ 2569662 h 6857998"/>
              <a:gd name="connsiteX25" fmla="*/ 6762980 w 6762980"/>
              <a:gd name="connsiteY25" fmla="*/ 3428997 h 6857998"/>
              <a:gd name="connsiteX26" fmla="*/ 6762980 w 6762980"/>
              <a:gd name="connsiteY26" fmla="*/ 4288332 h 6857998"/>
              <a:gd name="connsiteX27" fmla="*/ 5409551 w 6762980"/>
              <a:gd name="connsiteY27" fmla="*/ 4288332 h 6857998"/>
              <a:gd name="connsiteX28" fmla="*/ 5409551 w 6762980"/>
              <a:gd name="connsiteY28" fmla="*/ 4225761 h 6857998"/>
              <a:gd name="connsiteX29" fmla="*/ 6704680 w 6762980"/>
              <a:gd name="connsiteY29" fmla="*/ 3428997 h 6857998"/>
              <a:gd name="connsiteX30" fmla="*/ 5409551 w 6762980"/>
              <a:gd name="connsiteY30" fmla="*/ 2632237 h 6857998"/>
              <a:gd name="connsiteX31" fmla="*/ 1295128 w 6762980"/>
              <a:gd name="connsiteY31" fmla="*/ 1714499 h 6857998"/>
              <a:gd name="connsiteX32" fmla="*/ 1353429 w 6762980"/>
              <a:gd name="connsiteY32" fmla="*/ 1714499 h 6857998"/>
              <a:gd name="connsiteX33" fmla="*/ 1353429 w 6762980"/>
              <a:gd name="connsiteY33" fmla="*/ 2569662 h 6857998"/>
              <a:gd name="connsiteX34" fmla="*/ 2702693 w 6762980"/>
              <a:gd name="connsiteY34" fmla="*/ 2569662 h 6857998"/>
              <a:gd name="connsiteX35" fmla="*/ 2702693 w 6762980"/>
              <a:gd name="connsiteY35" fmla="*/ 2632237 h 6857998"/>
              <a:gd name="connsiteX36" fmla="*/ 1407564 w 6762980"/>
              <a:gd name="connsiteY36" fmla="*/ 3428997 h 6857998"/>
              <a:gd name="connsiteX37" fmla="*/ 1349264 w 6762980"/>
              <a:gd name="connsiteY37" fmla="*/ 3428997 h 6857998"/>
              <a:gd name="connsiteX38" fmla="*/ 1349264 w 6762980"/>
              <a:gd name="connsiteY38" fmla="*/ 2573834 h 6857998"/>
              <a:gd name="connsiteX39" fmla="*/ 0 w 6762980"/>
              <a:gd name="connsiteY39" fmla="*/ 2573834 h 6857998"/>
              <a:gd name="connsiteX40" fmla="*/ 0 w 6762980"/>
              <a:gd name="connsiteY40" fmla="*/ 2511262 h 6857998"/>
              <a:gd name="connsiteX41" fmla="*/ 1295128 w 6762980"/>
              <a:gd name="connsiteY41" fmla="*/ 1714499 h 6857998"/>
              <a:gd name="connsiteX42" fmla="*/ 4001986 w 6762980"/>
              <a:gd name="connsiteY42" fmla="*/ 0 h 6857998"/>
              <a:gd name="connsiteX43" fmla="*/ 4060287 w 6762980"/>
              <a:gd name="connsiteY43" fmla="*/ 0 h 6857998"/>
              <a:gd name="connsiteX44" fmla="*/ 4060287 w 6762980"/>
              <a:gd name="connsiteY44" fmla="*/ 859335 h 6857998"/>
              <a:gd name="connsiteX45" fmla="*/ 2706858 w 6762980"/>
              <a:gd name="connsiteY45" fmla="*/ 859335 h 6857998"/>
              <a:gd name="connsiteX46" fmla="*/ 2706858 w 6762980"/>
              <a:gd name="connsiteY46" fmla="*/ 796763 h 6857998"/>
              <a:gd name="connsiteX47" fmla="*/ 4001986 w 6762980"/>
              <a:gd name="connsiteY47"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762980" h="6857998">
                <a:moveTo>
                  <a:pt x="4001986" y="5143499"/>
                </a:moveTo>
                <a:lnTo>
                  <a:pt x="4001986" y="5147670"/>
                </a:lnTo>
                <a:lnTo>
                  <a:pt x="4060287" y="5147670"/>
                </a:lnTo>
                <a:lnTo>
                  <a:pt x="4060287" y="5998663"/>
                </a:lnTo>
                <a:lnTo>
                  <a:pt x="5405385" y="5998663"/>
                </a:lnTo>
                <a:lnTo>
                  <a:pt x="5405385" y="6061237"/>
                </a:lnTo>
                <a:cubicBezTo>
                  <a:pt x="4689109" y="6061237"/>
                  <a:pt x="4110257" y="6419987"/>
                  <a:pt x="4110257" y="6857998"/>
                </a:cubicBezTo>
                <a:lnTo>
                  <a:pt x="4110257" y="6853827"/>
                </a:lnTo>
                <a:lnTo>
                  <a:pt x="4051956" y="6853827"/>
                </a:lnTo>
                <a:lnTo>
                  <a:pt x="4051956" y="6002834"/>
                </a:lnTo>
                <a:lnTo>
                  <a:pt x="2706858" y="6002834"/>
                </a:lnTo>
                <a:lnTo>
                  <a:pt x="2706858" y="5940260"/>
                </a:lnTo>
                <a:cubicBezTo>
                  <a:pt x="3423134" y="5940260"/>
                  <a:pt x="4001986" y="5581510"/>
                  <a:pt x="4001986" y="5143499"/>
                </a:cubicBezTo>
                <a:close/>
                <a:moveTo>
                  <a:pt x="4051956" y="3428997"/>
                </a:moveTo>
                <a:lnTo>
                  <a:pt x="4110257" y="3428997"/>
                </a:lnTo>
                <a:cubicBezTo>
                  <a:pt x="4110257" y="3867008"/>
                  <a:pt x="4689109" y="4225761"/>
                  <a:pt x="5405385" y="4225761"/>
                </a:cubicBezTo>
                <a:lnTo>
                  <a:pt x="5405385" y="4288332"/>
                </a:lnTo>
                <a:lnTo>
                  <a:pt x="4060287" y="4288332"/>
                </a:lnTo>
                <a:lnTo>
                  <a:pt x="4060287" y="5143496"/>
                </a:lnTo>
                <a:lnTo>
                  <a:pt x="4001986" y="5143496"/>
                </a:lnTo>
                <a:cubicBezTo>
                  <a:pt x="4001986" y="4705485"/>
                  <a:pt x="3423134" y="4346735"/>
                  <a:pt x="2706858" y="4346735"/>
                </a:cubicBezTo>
                <a:lnTo>
                  <a:pt x="2706858" y="4284161"/>
                </a:lnTo>
                <a:lnTo>
                  <a:pt x="4051956" y="4284161"/>
                </a:lnTo>
                <a:close/>
                <a:moveTo>
                  <a:pt x="5409551" y="2569662"/>
                </a:moveTo>
                <a:lnTo>
                  <a:pt x="6762980" y="2569662"/>
                </a:lnTo>
                <a:lnTo>
                  <a:pt x="6762980" y="3428997"/>
                </a:lnTo>
                <a:lnTo>
                  <a:pt x="6762980" y="4288332"/>
                </a:lnTo>
                <a:lnTo>
                  <a:pt x="5409551" y="4288332"/>
                </a:lnTo>
                <a:lnTo>
                  <a:pt x="5409551" y="4225761"/>
                </a:lnTo>
                <a:cubicBezTo>
                  <a:pt x="6125827" y="4225761"/>
                  <a:pt x="6704680" y="3867008"/>
                  <a:pt x="6704680" y="3428997"/>
                </a:cubicBezTo>
                <a:cubicBezTo>
                  <a:pt x="6704680" y="2990986"/>
                  <a:pt x="6125827" y="2632237"/>
                  <a:pt x="5409551" y="2632237"/>
                </a:cubicBezTo>
                <a:close/>
                <a:moveTo>
                  <a:pt x="1295128" y="1714499"/>
                </a:moveTo>
                <a:lnTo>
                  <a:pt x="1353429" y="1714499"/>
                </a:lnTo>
                <a:lnTo>
                  <a:pt x="1353429" y="2569662"/>
                </a:lnTo>
                <a:lnTo>
                  <a:pt x="2702693" y="2569662"/>
                </a:lnTo>
                <a:lnTo>
                  <a:pt x="2702693" y="2632237"/>
                </a:lnTo>
                <a:cubicBezTo>
                  <a:pt x="1986417" y="2632237"/>
                  <a:pt x="1407564" y="2990986"/>
                  <a:pt x="1407564" y="3428997"/>
                </a:cubicBezTo>
                <a:lnTo>
                  <a:pt x="1349264" y="3428997"/>
                </a:lnTo>
                <a:lnTo>
                  <a:pt x="1349264" y="2573834"/>
                </a:lnTo>
                <a:lnTo>
                  <a:pt x="0" y="2573834"/>
                </a:lnTo>
                <a:lnTo>
                  <a:pt x="0" y="2511262"/>
                </a:lnTo>
                <a:cubicBezTo>
                  <a:pt x="716276" y="2511262"/>
                  <a:pt x="1295128" y="2152509"/>
                  <a:pt x="1295128" y="1714499"/>
                </a:cubicBezTo>
                <a:close/>
                <a:moveTo>
                  <a:pt x="4001986" y="0"/>
                </a:moveTo>
                <a:lnTo>
                  <a:pt x="4060287" y="0"/>
                </a:lnTo>
                <a:lnTo>
                  <a:pt x="4060287" y="859335"/>
                </a:lnTo>
                <a:lnTo>
                  <a:pt x="2706858" y="859335"/>
                </a:lnTo>
                <a:lnTo>
                  <a:pt x="2706858" y="796763"/>
                </a:lnTo>
                <a:cubicBezTo>
                  <a:pt x="3423134" y="796763"/>
                  <a:pt x="4001986" y="438011"/>
                  <a:pt x="4001986" y="0"/>
                </a:cubicBezTo>
                <a:close/>
              </a:path>
            </a:pathLst>
          </a:custGeom>
          <a:solidFill>
            <a:srgbClr val="047A85"/>
          </a:solidFill>
          <a:ln w="16168" cap="flat">
            <a:noFill/>
            <a:prstDash val="solid"/>
            <a:miter/>
          </a:ln>
        </p:spPr>
        <p:txBody>
          <a:bodyPr wrap="square" rtlCol="0" anchor="ctr">
            <a:noAutofit/>
          </a:bodyPr>
          <a:lstStyle/>
          <a:p>
            <a:endParaRPr lang="en-GR"/>
          </a:p>
        </p:txBody>
      </p:sp>
    </p:spTree>
    <p:extLst>
      <p:ext uri="{BB962C8B-B14F-4D97-AF65-F5344CB8AC3E}">
        <p14:creationId xmlns:p14="http://schemas.microsoft.com/office/powerpoint/2010/main" val="388308187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EC9ACA42-8FD2-12B4-5ED2-58CEF1AF8593}"/>
              </a:ext>
            </a:extLst>
          </p:cNvPr>
          <p:cNvSpPr>
            <a:spLocks noGrp="1"/>
          </p:cNvSpPr>
          <p:nvPr>
            <p:ph type="pic" sz="quarter" idx="21"/>
          </p:nvPr>
        </p:nvSpPr>
        <p:spPr/>
        <p:txBody>
          <a:bodyPr/>
          <a:lstStyle/>
          <a:p>
            <a:endParaRPr lang="en-GR"/>
          </a:p>
        </p:txBody>
      </p:sp>
      <p:sp>
        <p:nvSpPr>
          <p:cNvPr id="5" name="Slide Number Placeholder 4">
            <a:extLst>
              <a:ext uri="{FF2B5EF4-FFF2-40B4-BE49-F238E27FC236}">
                <a16:creationId xmlns:a16="http://schemas.microsoft.com/office/drawing/2014/main" id="{10543DB9-B5F5-198F-FB6A-23D7B857320D}"/>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120</a:t>
            </a:fld>
            <a:endParaRPr lang="en-GR"/>
          </a:p>
        </p:txBody>
      </p:sp>
      <p:sp>
        <p:nvSpPr>
          <p:cNvPr id="14" name="Text Placeholder 13">
            <a:extLst>
              <a:ext uri="{FF2B5EF4-FFF2-40B4-BE49-F238E27FC236}">
                <a16:creationId xmlns:a16="http://schemas.microsoft.com/office/drawing/2014/main" id="{80D306D7-8071-B3A0-7612-55E22EC6E85D}"/>
              </a:ext>
            </a:extLst>
          </p:cNvPr>
          <p:cNvSpPr>
            <a:spLocks noGrp="1"/>
          </p:cNvSpPr>
          <p:nvPr>
            <p:ph type="body" sz="quarter" idx="14"/>
          </p:nvPr>
        </p:nvSpPr>
        <p:spPr>
          <a:xfrm>
            <a:off x="332316" y="1268822"/>
            <a:ext cx="7567084"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9" name="Title 8">
            <a:extLst>
              <a:ext uri="{FF2B5EF4-FFF2-40B4-BE49-F238E27FC236}">
                <a16:creationId xmlns:a16="http://schemas.microsoft.com/office/drawing/2014/main" id="{4CDA904A-9FD8-F180-1386-60550381BF37}"/>
              </a:ext>
            </a:extLst>
          </p:cNvPr>
          <p:cNvSpPr>
            <a:spLocks noGrp="1"/>
          </p:cNvSpPr>
          <p:nvPr>
            <p:ph type="ctrTitle"/>
          </p:nvPr>
        </p:nvSpPr>
        <p:spPr>
          <a:xfrm>
            <a:off x="332316" y="409284"/>
            <a:ext cx="7569137" cy="139397"/>
          </a:xfrm>
        </p:spPr>
        <p:txBody>
          <a:bodyPr/>
          <a:lstStyle/>
          <a:p>
            <a:r>
              <a:rPr lang="en-GR"/>
              <a:t>Page Layout Examples</a:t>
            </a:r>
          </a:p>
        </p:txBody>
      </p:sp>
      <p:sp>
        <p:nvSpPr>
          <p:cNvPr id="2" name="Text Placeholder 14">
            <a:extLst>
              <a:ext uri="{FF2B5EF4-FFF2-40B4-BE49-F238E27FC236}">
                <a16:creationId xmlns:a16="http://schemas.microsoft.com/office/drawing/2014/main" id="{472EB773-17DA-9C4F-92BC-395ADB4ADA5A}"/>
              </a:ext>
            </a:extLst>
          </p:cNvPr>
          <p:cNvSpPr>
            <a:spLocks noGrp="1"/>
          </p:cNvSpPr>
          <p:nvPr>
            <p:ph type="body" sz="quarter" idx="16"/>
          </p:nvPr>
        </p:nvSpPr>
        <p:spPr>
          <a:xfrm>
            <a:off x="332315" y="741494"/>
            <a:ext cx="7567083" cy="334515"/>
          </a:xfrm>
        </p:spPr>
        <p:txBody>
          <a:bodyPr/>
          <a:lstStyle/>
          <a:p>
            <a:r>
              <a:rPr lang="en-GR"/>
              <a:t>Title Aptos 18-24pt lines spacing 0,9</a:t>
            </a:r>
          </a:p>
        </p:txBody>
      </p:sp>
      <p:pic>
        <p:nvPicPr>
          <p:cNvPr id="6" name="Picture 5">
            <a:extLst>
              <a:ext uri="{FF2B5EF4-FFF2-40B4-BE49-F238E27FC236}">
                <a16:creationId xmlns:a16="http://schemas.microsoft.com/office/drawing/2014/main" id="{4FB6C1A5-9FDD-1AA9-12DB-F2581B39425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8265463" y="0"/>
            <a:ext cx="3926539" cy="6858000"/>
          </a:xfrm>
          <a:prstGeom prst="rect">
            <a:avLst/>
          </a:prstGeom>
          <a:blipFill>
            <a:blip r:embed="rId3" cstate="screen">
              <a:extLst>
                <a:ext uri="{28A0092B-C50C-407E-A947-70E740481C1C}">
                  <a14:useLocalDpi xmlns:a14="http://schemas.microsoft.com/office/drawing/2010/main"/>
                </a:ext>
              </a:extLst>
            </a:blip>
            <a:stretch>
              <a:fillRect/>
            </a:stretch>
          </a:blipFill>
        </p:spPr>
      </p:pic>
      <p:sp>
        <p:nvSpPr>
          <p:cNvPr id="34" name="Freeform 33">
            <a:extLst>
              <a:ext uri="{FF2B5EF4-FFF2-40B4-BE49-F238E27FC236}">
                <a16:creationId xmlns:a16="http://schemas.microsoft.com/office/drawing/2014/main" id="{22DB0770-EDCA-BAFA-C67C-03122D31A902}"/>
              </a:ext>
            </a:extLst>
          </p:cNvPr>
          <p:cNvSpPr/>
          <p:nvPr/>
        </p:nvSpPr>
        <p:spPr>
          <a:xfrm>
            <a:off x="8628208" y="2"/>
            <a:ext cx="3563796" cy="4751881"/>
          </a:xfrm>
          <a:custGeom>
            <a:avLst/>
            <a:gdLst>
              <a:gd name="connsiteX0" fmla="*/ 0 w 3563796"/>
              <a:gd name="connsiteY0" fmla="*/ 3563915 h 4751881"/>
              <a:gd name="connsiteX1" fmla="*/ 1781898 w 3563796"/>
              <a:gd name="connsiteY1" fmla="*/ 3563915 h 4751881"/>
              <a:gd name="connsiteX2" fmla="*/ 1781898 w 3563796"/>
              <a:gd name="connsiteY2" fmla="*/ 4751881 h 4751881"/>
              <a:gd name="connsiteX3" fmla="*/ 1714900 w 3563796"/>
              <a:gd name="connsiteY3" fmla="*/ 4751881 h 4751881"/>
              <a:gd name="connsiteX4" fmla="*/ 0 w 3563796"/>
              <a:gd name="connsiteY4" fmla="*/ 3634597 h 4751881"/>
              <a:gd name="connsiteX5" fmla="*/ 1714900 w 3563796"/>
              <a:gd name="connsiteY5" fmla="*/ 0 h 4751881"/>
              <a:gd name="connsiteX6" fmla="*/ 1781898 w 3563796"/>
              <a:gd name="connsiteY6" fmla="*/ 0 h 4751881"/>
              <a:gd name="connsiteX7" fmla="*/ 1781898 w 3563796"/>
              <a:gd name="connsiteY7" fmla="*/ 1187966 h 4751881"/>
              <a:gd name="connsiteX8" fmla="*/ 3563796 w 3563796"/>
              <a:gd name="connsiteY8" fmla="*/ 1187966 h 4751881"/>
              <a:gd name="connsiteX9" fmla="*/ 3563796 w 3563796"/>
              <a:gd name="connsiteY9" fmla="*/ 1258649 h 4751881"/>
              <a:gd name="connsiteX10" fmla="*/ 1848896 w 3563796"/>
              <a:gd name="connsiteY10" fmla="*/ 2375932 h 4751881"/>
              <a:gd name="connsiteX11" fmla="*/ 3563796 w 3563796"/>
              <a:gd name="connsiteY11" fmla="*/ 3493216 h 4751881"/>
              <a:gd name="connsiteX12" fmla="*/ 3563796 w 3563796"/>
              <a:gd name="connsiteY12" fmla="*/ 3563898 h 4751881"/>
              <a:gd name="connsiteX13" fmla="*/ 1781898 w 3563796"/>
              <a:gd name="connsiteY13" fmla="*/ 3563898 h 4751881"/>
              <a:gd name="connsiteX14" fmla="*/ 1781898 w 3563796"/>
              <a:gd name="connsiteY14" fmla="*/ 2375932 h 4751881"/>
              <a:gd name="connsiteX15" fmla="*/ 1781898 w 3563796"/>
              <a:gd name="connsiteY15" fmla="*/ 1187966 h 4751881"/>
              <a:gd name="connsiteX16" fmla="*/ 0 w 3563796"/>
              <a:gd name="connsiteY16" fmla="*/ 1187966 h 4751881"/>
              <a:gd name="connsiteX17" fmla="*/ 0 w 3563796"/>
              <a:gd name="connsiteY17" fmla="*/ 1117284 h 4751881"/>
              <a:gd name="connsiteX18" fmla="*/ 1714900 w 3563796"/>
              <a:gd name="connsiteY18" fmla="*/ 0 h 4751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63796" h="4751881">
                <a:moveTo>
                  <a:pt x="0" y="3563915"/>
                </a:moveTo>
                <a:lnTo>
                  <a:pt x="1781898" y="3563915"/>
                </a:lnTo>
                <a:lnTo>
                  <a:pt x="1781898" y="4751881"/>
                </a:lnTo>
                <a:lnTo>
                  <a:pt x="1714900" y="4751881"/>
                </a:lnTo>
                <a:cubicBezTo>
                  <a:pt x="1714900" y="4134969"/>
                  <a:pt x="947016" y="3634597"/>
                  <a:pt x="0" y="3634597"/>
                </a:cubicBezTo>
                <a:close/>
                <a:moveTo>
                  <a:pt x="1714900" y="0"/>
                </a:moveTo>
                <a:lnTo>
                  <a:pt x="1781898" y="0"/>
                </a:lnTo>
                <a:lnTo>
                  <a:pt x="1781898" y="1187966"/>
                </a:lnTo>
                <a:lnTo>
                  <a:pt x="3563796" y="1187966"/>
                </a:lnTo>
                <a:lnTo>
                  <a:pt x="3563796" y="1258649"/>
                </a:lnTo>
                <a:cubicBezTo>
                  <a:pt x="2616780" y="1258649"/>
                  <a:pt x="1848896" y="1759020"/>
                  <a:pt x="1848896" y="2375932"/>
                </a:cubicBezTo>
                <a:cubicBezTo>
                  <a:pt x="1848896" y="2992845"/>
                  <a:pt x="2616780" y="3493216"/>
                  <a:pt x="3563796" y="3493216"/>
                </a:cubicBezTo>
                <a:lnTo>
                  <a:pt x="3563796" y="3563898"/>
                </a:lnTo>
                <a:lnTo>
                  <a:pt x="1781898" y="3563898"/>
                </a:lnTo>
                <a:lnTo>
                  <a:pt x="1781898" y="2375932"/>
                </a:lnTo>
                <a:lnTo>
                  <a:pt x="1781898" y="1187966"/>
                </a:lnTo>
                <a:lnTo>
                  <a:pt x="0" y="1187966"/>
                </a:lnTo>
                <a:lnTo>
                  <a:pt x="0" y="1117284"/>
                </a:lnTo>
                <a:cubicBezTo>
                  <a:pt x="947016" y="1117284"/>
                  <a:pt x="1714900" y="616913"/>
                  <a:pt x="1714900" y="0"/>
                </a:cubicBezTo>
                <a:close/>
              </a:path>
            </a:pathLst>
          </a:custGeom>
          <a:solidFill>
            <a:schemeClr val="tx2"/>
          </a:solidFill>
          <a:ln w="690" cap="flat">
            <a:noFill/>
            <a:prstDash val="solid"/>
            <a:miter/>
          </a:ln>
        </p:spPr>
        <p:txBody>
          <a:bodyPr wrap="square" rtlCol="0" anchor="ctr">
            <a:noAutofit/>
          </a:bodyPr>
          <a:lstStyle/>
          <a:p>
            <a:endParaRPr lang="en-GR">
              <a:solidFill>
                <a:schemeClr val="tx2"/>
              </a:solidFill>
            </a:endParaRPr>
          </a:p>
        </p:txBody>
      </p:sp>
    </p:spTree>
    <p:extLst>
      <p:ext uri="{BB962C8B-B14F-4D97-AF65-F5344CB8AC3E}">
        <p14:creationId xmlns:p14="http://schemas.microsoft.com/office/powerpoint/2010/main" val="71855979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9B6DF-5122-2CDA-53A9-EF1584C7140A}"/>
            </a:ext>
          </a:extLst>
        </p:cNvPr>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12C2623-C82E-6335-2145-F27767C029D6}"/>
              </a:ext>
            </a:extLst>
          </p:cNvPr>
          <p:cNvPicPr>
            <a:picLocks noGrp="1" noChangeAspect="1"/>
          </p:cNvPicPr>
          <p:nvPr>
            <p:ph type="pic" sz="quarter" idx="21"/>
          </p:nvPr>
        </p:nvPicPr>
        <p:blipFill>
          <a:blip r:embed="rId2" cstate="screen">
            <a:extLst>
              <a:ext uri="{28A0092B-C50C-407E-A947-70E740481C1C}">
                <a14:useLocalDpi xmlns:a14="http://schemas.microsoft.com/office/drawing/2010/main"/>
              </a:ext>
            </a:extLst>
          </a:blip>
          <a:srcRect l="30987" r="30987"/>
          <a:stretch/>
        </p:blipFill>
        <p:spPr>
          <a:xfrm>
            <a:off x="8278802" y="0"/>
            <a:ext cx="3913198" cy="6858000"/>
          </a:xfrm>
        </p:spPr>
      </p:pic>
      <p:sp>
        <p:nvSpPr>
          <p:cNvPr id="5" name="Slide Number Placeholder 4">
            <a:extLst>
              <a:ext uri="{FF2B5EF4-FFF2-40B4-BE49-F238E27FC236}">
                <a16:creationId xmlns:a16="http://schemas.microsoft.com/office/drawing/2014/main" id="{046FDA01-D238-BD48-E4F0-AB6F1563171B}"/>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121</a:t>
            </a:fld>
            <a:endParaRPr lang="en-GR"/>
          </a:p>
        </p:txBody>
      </p:sp>
      <p:sp>
        <p:nvSpPr>
          <p:cNvPr id="14" name="Text Placeholder 13">
            <a:extLst>
              <a:ext uri="{FF2B5EF4-FFF2-40B4-BE49-F238E27FC236}">
                <a16:creationId xmlns:a16="http://schemas.microsoft.com/office/drawing/2014/main" id="{18A84A27-0D65-4B1D-D605-2A104DFA44C6}"/>
              </a:ext>
            </a:extLst>
          </p:cNvPr>
          <p:cNvSpPr>
            <a:spLocks noGrp="1"/>
          </p:cNvSpPr>
          <p:nvPr>
            <p:ph type="body" sz="quarter" idx="14"/>
          </p:nvPr>
        </p:nvSpPr>
        <p:spPr>
          <a:xfrm>
            <a:off x="332316" y="1268822"/>
            <a:ext cx="7567084"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p>
          <a:p>
            <a:endParaRPr lang="en-GR"/>
          </a:p>
        </p:txBody>
      </p:sp>
      <p:sp>
        <p:nvSpPr>
          <p:cNvPr id="9" name="Title 8">
            <a:extLst>
              <a:ext uri="{FF2B5EF4-FFF2-40B4-BE49-F238E27FC236}">
                <a16:creationId xmlns:a16="http://schemas.microsoft.com/office/drawing/2014/main" id="{EC0D2658-E178-C644-9016-0816BA3C8595}"/>
              </a:ext>
            </a:extLst>
          </p:cNvPr>
          <p:cNvSpPr>
            <a:spLocks noGrp="1"/>
          </p:cNvSpPr>
          <p:nvPr>
            <p:ph type="ctrTitle"/>
          </p:nvPr>
        </p:nvSpPr>
        <p:spPr>
          <a:xfrm>
            <a:off x="332316" y="409284"/>
            <a:ext cx="7569137" cy="139397"/>
          </a:xfrm>
        </p:spPr>
        <p:txBody>
          <a:bodyPr/>
          <a:lstStyle/>
          <a:p>
            <a:r>
              <a:rPr lang="en-GR"/>
              <a:t>Page Layout Examples</a:t>
            </a:r>
          </a:p>
        </p:txBody>
      </p:sp>
      <p:sp>
        <p:nvSpPr>
          <p:cNvPr id="2" name="Text Placeholder 14">
            <a:extLst>
              <a:ext uri="{FF2B5EF4-FFF2-40B4-BE49-F238E27FC236}">
                <a16:creationId xmlns:a16="http://schemas.microsoft.com/office/drawing/2014/main" id="{E85F82C3-ED4B-B1D5-0BE7-F649C8945095}"/>
              </a:ext>
            </a:extLst>
          </p:cNvPr>
          <p:cNvSpPr>
            <a:spLocks noGrp="1"/>
          </p:cNvSpPr>
          <p:nvPr>
            <p:ph type="body" sz="quarter" idx="16"/>
          </p:nvPr>
        </p:nvSpPr>
        <p:spPr>
          <a:xfrm>
            <a:off x="332315" y="741494"/>
            <a:ext cx="7567083" cy="334515"/>
          </a:xfrm>
        </p:spPr>
        <p:txBody>
          <a:bodyPr/>
          <a:lstStyle/>
          <a:p>
            <a:r>
              <a:rPr lang="en-GR"/>
              <a:t>Title Aptos 18-24pt lines spacing 0,9</a:t>
            </a:r>
          </a:p>
        </p:txBody>
      </p:sp>
      <p:sp>
        <p:nvSpPr>
          <p:cNvPr id="34" name="Freeform 33">
            <a:extLst>
              <a:ext uri="{FF2B5EF4-FFF2-40B4-BE49-F238E27FC236}">
                <a16:creationId xmlns:a16="http://schemas.microsoft.com/office/drawing/2014/main" id="{4ABADB49-99D7-5AE4-E7A3-08EEF38C7B2E}"/>
              </a:ext>
            </a:extLst>
          </p:cNvPr>
          <p:cNvSpPr/>
          <p:nvPr/>
        </p:nvSpPr>
        <p:spPr>
          <a:xfrm>
            <a:off x="8628208" y="2"/>
            <a:ext cx="3563796" cy="4751881"/>
          </a:xfrm>
          <a:custGeom>
            <a:avLst/>
            <a:gdLst>
              <a:gd name="connsiteX0" fmla="*/ 0 w 3563796"/>
              <a:gd name="connsiteY0" fmla="*/ 3563915 h 4751881"/>
              <a:gd name="connsiteX1" fmla="*/ 1781898 w 3563796"/>
              <a:gd name="connsiteY1" fmla="*/ 3563915 h 4751881"/>
              <a:gd name="connsiteX2" fmla="*/ 1781898 w 3563796"/>
              <a:gd name="connsiteY2" fmla="*/ 4751881 h 4751881"/>
              <a:gd name="connsiteX3" fmla="*/ 1714900 w 3563796"/>
              <a:gd name="connsiteY3" fmla="*/ 4751881 h 4751881"/>
              <a:gd name="connsiteX4" fmla="*/ 0 w 3563796"/>
              <a:gd name="connsiteY4" fmla="*/ 3634597 h 4751881"/>
              <a:gd name="connsiteX5" fmla="*/ 1714900 w 3563796"/>
              <a:gd name="connsiteY5" fmla="*/ 0 h 4751881"/>
              <a:gd name="connsiteX6" fmla="*/ 1781898 w 3563796"/>
              <a:gd name="connsiteY6" fmla="*/ 0 h 4751881"/>
              <a:gd name="connsiteX7" fmla="*/ 1781898 w 3563796"/>
              <a:gd name="connsiteY7" fmla="*/ 1187966 h 4751881"/>
              <a:gd name="connsiteX8" fmla="*/ 3563796 w 3563796"/>
              <a:gd name="connsiteY8" fmla="*/ 1187966 h 4751881"/>
              <a:gd name="connsiteX9" fmla="*/ 3563796 w 3563796"/>
              <a:gd name="connsiteY9" fmla="*/ 1258649 h 4751881"/>
              <a:gd name="connsiteX10" fmla="*/ 1848896 w 3563796"/>
              <a:gd name="connsiteY10" fmla="*/ 2375932 h 4751881"/>
              <a:gd name="connsiteX11" fmla="*/ 3563796 w 3563796"/>
              <a:gd name="connsiteY11" fmla="*/ 3493216 h 4751881"/>
              <a:gd name="connsiteX12" fmla="*/ 3563796 w 3563796"/>
              <a:gd name="connsiteY12" fmla="*/ 3563898 h 4751881"/>
              <a:gd name="connsiteX13" fmla="*/ 1781898 w 3563796"/>
              <a:gd name="connsiteY13" fmla="*/ 3563898 h 4751881"/>
              <a:gd name="connsiteX14" fmla="*/ 1781898 w 3563796"/>
              <a:gd name="connsiteY14" fmla="*/ 2375932 h 4751881"/>
              <a:gd name="connsiteX15" fmla="*/ 1781898 w 3563796"/>
              <a:gd name="connsiteY15" fmla="*/ 1187966 h 4751881"/>
              <a:gd name="connsiteX16" fmla="*/ 0 w 3563796"/>
              <a:gd name="connsiteY16" fmla="*/ 1187966 h 4751881"/>
              <a:gd name="connsiteX17" fmla="*/ 0 w 3563796"/>
              <a:gd name="connsiteY17" fmla="*/ 1117284 h 4751881"/>
              <a:gd name="connsiteX18" fmla="*/ 1714900 w 3563796"/>
              <a:gd name="connsiteY18" fmla="*/ 0 h 4751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63796" h="4751881">
                <a:moveTo>
                  <a:pt x="0" y="3563915"/>
                </a:moveTo>
                <a:lnTo>
                  <a:pt x="1781898" y="3563915"/>
                </a:lnTo>
                <a:lnTo>
                  <a:pt x="1781898" y="4751881"/>
                </a:lnTo>
                <a:lnTo>
                  <a:pt x="1714900" y="4751881"/>
                </a:lnTo>
                <a:cubicBezTo>
                  <a:pt x="1714900" y="4134969"/>
                  <a:pt x="947016" y="3634597"/>
                  <a:pt x="0" y="3634597"/>
                </a:cubicBezTo>
                <a:close/>
                <a:moveTo>
                  <a:pt x="1714900" y="0"/>
                </a:moveTo>
                <a:lnTo>
                  <a:pt x="1781898" y="0"/>
                </a:lnTo>
                <a:lnTo>
                  <a:pt x="1781898" y="1187966"/>
                </a:lnTo>
                <a:lnTo>
                  <a:pt x="3563796" y="1187966"/>
                </a:lnTo>
                <a:lnTo>
                  <a:pt x="3563796" y="1258649"/>
                </a:lnTo>
                <a:cubicBezTo>
                  <a:pt x="2616780" y="1258649"/>
                  <a:pt x="1848896" y="1759020"/>
                  <a:pt x="1848896" y="2375932"/>
                </a:cubicBezTo>
                <a:cubicBezTo>
                  <a:pt x="1848896" y="2992845"/>
                  <a:pt x="2616780" y="3493216"/>
                  <a:pt x="3563796" y="3493216"/>
                </a:cubicBezTo>
                <a:lnTo>
                  <a:pt x="3563796" y="3563898"/>
                </a:lnTo>
                <a:lnTo>
                  <a:pt x="1781898" y="3563898"/>
                </a:lnTo>
                <a:lnTo>
                  <a:pt x="1781898" y="2375932"/>
                </a:lnTo>
                <a:lnTo>
                  <a:pt x="1781898" y="1187966"/>
                </a:lnTo>
                <a:lnTo>
                  <a:pt x="0" y="1187966"/>
                </a:lnTo>
                <a:lnTo>
                  <a:pt x="0" y="1117284"/>
                </a:lnTo>
                <a:cubicBezTo>
                  <a:pt x="947016" y="1117284"/>
                  <a:pt x="1714900" y="616913"/>
                  <a:pt x="1714900" y="0"/>
                </a:cubicBezTo>
                <a:close/>
              </a:path>
            </a:pathLst>
          </a:custGeom>
          <a:solidFill>
            <a:schemeClr val="tx2"/>
          </a:solidFill>
          <a:ln w="690" cap="flat">
            <a:noFill/>
            <a:prstDash val="solid"/>
            <a:miter/>
          </a:ln>
        </p:spPr>
        <p:txBody>
          <a:bodyPr wrap="square" rtlCol="0" anchor="ctr">
            <a:noAutofit/>
          </a:bodyPr>
          <a:lstStyle/>
          <a:p>
            <a:endParaRPr lang="en-GR">
              <a:solidFill>
                <a:schemeClr val="tx2"/>
              </a:solidFill>
            </a:endParaRPr>
          </a:p>
        </p:txBody>
      </p:sp>
    </p:spTree>
    <p:extLst>
      <p:ext uri="{BB962C8B-B14F-4D97-AF65-F5344CB8AC3E}">
        <p14:creationId xmlns:p14="http://schemas.microsoft.com/office/powerpoint/2010/main" val="346997760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E07000B0-7226-01DF-B3DC-4FCACA500794}"/>
              </a:ext>
            </a:extLst>
          </p:cNvPr>
          <p:cNvSpPr>
            <a:spLocks noGrp="1"/>
          </p:cNvSpPr>
          <p:nvPr>
            <p:ph type="pic" sz="quarter" idx="21"/>
          </p:nvPr>
        </p:nvSpPr>
        <p:spPr/>
        <p:txBody>
          <a:bodyPr/>
          <a:lstStyle/>
          <a:p>
            <a:endParaRPr lang="en-GR"/>
          </a:p>
        </p:txBody>
      </p:sp>
      <p:sp>
        <p:nvSpPr>
          <p:cNvPr id="5" name="Slide Number Placeholder 4">
            <a:extLst>
              <a:ext uri="{FF2B5EF4-FFF2-40B4-BE49-F238E27FC236}">
                <a16:creationId xmlns:a16="http://schemas.microsoft.com/office/drawing/2014/main" id="{ECC8B52C-8D32-C3D3-C749-D21CE69B03E0}"/>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122</a:t>
            </a:fld>
            <a:endParaRPr lang="en-GR"/>
          </a:p>
        </p:txBody>
      </p:sp>
      <p:sp>
        <p:nvSpPr>
          <p:cNvPr id="15" name="Text Placeholder 14">
            <a:extLst>
              <a:ext uri="{FF2B5EF4-FFF2-40B4-BE49-F238E27FC236}">
                <a16:creationId xmlns:a16="http://schemas.microsoft.com/office/drawing/2014/main" id="{C0E10565-7B54-83D9-55B3-CB359EDB92AE}"/>
              </a:ext>
            </a:extLst>
          </p:cNvPr>
          <p:cNvSpPr>
            <a:spLocks noGrp="1"/>
          </p:cNvSpPr>
          <p:nvPr>
            <p:ph type="body" sz="quarter" idx="14"/>
          </p:nvPr>
        </p:nvSpPr>
        <p:spPr>
          <a:xfrm>
            <a:off x="332316" y="1268822"/>
            <a:ext cx="6451624"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4" name="Title 13">
            <a:extLst>
              <a:ext uri="{FF2B5EF4-FFF2-40B4-BE49-F238E27FC236}">
                <a16:creationId xmlns:a16="http://schemas.microsoft.com/office/drawing/2014/main" id="{37B01E88-2C14-32A8-F257-97E3F4A27EA3}"/>
              </a:ext>
            </a:extLst>
          </p:cNvPr>
          <p:cNvSpPr>
            <a:spLocks noGrp="1"/>
          </p:cNvSpPr>
          <p:nvPr>
            <p:ph type="ctrTitle"/>
          </p:nvPr>
        </p:nvSpPr>
        <p:spPr>
          <a:xfrm>
            <a:off x="332316" y="409284"/>
            <a:ext cx="5037767" cy="139397"/>
          </a:xfrm>
        </p:spPr>
        <p:txBody>
          <a:bodyPr/>
          <a:lstStyle/>
          <a:p>
            <a:r>
              <a:rPr lang="en-GR"/>
              <a:t>Page Layout Examples</a:t>
            </a:r>
          </a:p>
        </p:txBody>
      </p:sp>
      <p:sp>
        <p:nvSpPr>
          <p:cNvPr id="2" name="Text Placeholder 14">
            <a:extLst>
              <a:ext uri="{FF2B5EF4-FFF2-40B4-BE49-F238E27FC236}">
                <a16:creationId xmlns:a16="http://schemas.microsoft.com/office/drawing/2014/main" id="{66935A8D-7629-2229-BB96-041AFC54E26B}"/>
              </a:ext>
            </a:extLst>
          </p:cNvPr>
          <p:cNvSpPr>
            <a:spLocks noGrp="1"/>
          </p:cNvSpPr>
          <p:nvPr>
            <p:ph type="body" sz="quarter" idx="16"/>
          </p:nvPr>
        </p:nvSpPr>
        <p:spPr>
          <a:xfrm>
            <a:off x="332316" y="741494"/>
            <a:ext cx="5036400" cy="334515"/>
          </a:xfrm>
        </p:spPr>
        <p:txBody>
          <a:bodyPr/>
          <a:lstStyle/>
          <a:p>
            <a:r>
              <a:rPr lang="en-GR"/>
              <a:t>Title Aptos 18-24pt lines spacing 0,9</a:t>
            </a:r>
          </a:p>
        </p:txBody>
      </p:sp>
      <p:pic>
        <p:nvPicPr>
          <p:cNvPr id="10" name="Picture 9">
            <a:extLst>
              <a:ext uri="{FF2B5EF4-FFF2-40B4-BE49-F238E27FC236}">
                <a16:creationId xmlns:a16="http://schemas.microsoft.com/office/drawing/2014/main" id="{9CCB9209-13F9-79A2-E2CD-EAA52C3DC61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7537938" y="539999"/>
            <a:ext cx="4321745" cy="5768726"/>
          </a:xfrm>
          <a:prstGeom prst="rect">
            <a:avLst/>
          </a:prstGeom>
        </p:spPr>
      </p:pic>
      <p:sp>
        <p:nvSpPr>
          <p:cNvPr id="9" name="Freeform 8">
            <a:extLst>
              <a:ext uri="{FF2B5EF4-FFF2-40B4-BE49-F238E27FC236}">
                <a16:creationId xmlns:a16="http://schemas.microsoft.com/office/drawing/2014/main" id="{752A2D19-BFFA-7060-8A83-CBFDDA61D89A}"/>
              </a:ext>
            </a:extLst>
          </p:cNvPr>
          <p:cNvSpPr/>
          <p:nvPr/>
        </p:nvSpPr>
        <p:spPr>
          <a:xfrm>
            <a:off x="7143977" y="9"/>
            <a:ext cx="3857511" cy="6858000"/>
          </a:xfrm>
          <a:custGeom>
            <a:avLst/>
            <a:gdLst>
              <a:gd name="connsiteX0" fmla="*/ 2571678 w 3857511"/>
              <a:gd name="connsiteY0" fmla="*/ 6000753 h 6858000"/>
              <a:gd name="connsiteX1" fmla="*/ 3857511 w 3857511"/>
              <a:gd name="connsiteY1" fmla="*/ 6000753 h 6858000"/>
              <a:gd name="connsiteX2" fmla="*/ 3857511 w 3857511"/>
              <a:gd name="connsiteY2" fmla="*/ 6051758 h 6858000"/>
              <a:gd name="connsiteX3" fmla="*/ 2620025 w 3857511"/>
              <a:gd name="connsiteY3" fmla="*/ 6858000 h 6858000"/>
              <a:gd name="connsiteX4" fmla="*/ 2571678 w 3857511"/>
              <a:gd name="connsiteY4" fmla="*/ 6858000 h 6858000"/>
              <a:gd name="connsiteX5" fmla="*/ 2523331 w 3857511"/>
              <a:gd name="connsiteY5" fmla="*/ 5143506 h 6858000"/>
              <a:gd name="connsiteX6" fmla="*/ 2571678 w 3857511"/>
              <a:gd name="connsiteY6" fmla="*/ 5143506 h 6858000"/>
              <a:gd name="connsiteX7" fmla="*/ 2571678 w 3857511"/>
              <a:gd name="connsiteY7" fmla="*/ 6000753 h 6858000"/>
              <a:gd name="connsiteX8" fmla="*/ 1285845 w 3857511"/>
              <a:gd name="connsiteY8" fmla="*/ 6000753 h 6858000"/>
              <a:gd name="connsiteX9" fmla="*/ 1285845 w 3857511"/>
              <a:gd name="connsiteY9" fmla="*/ 5949748 h 6858000"/>
              <a:gd name="connsiteX10" fmla="*/ 2523331 w 3857511"/>
              <a:gd name="connsiteY10" fmla="*/ 5143506 h 6858000"/>
              <a:gd name="connsiteX11" fmla="*/ 0 w 3857511"/>
              <a:gd name="connsiteY11" fmla="*/ 3429000 h 6858000"/>
              <a:gd name="connsiteX12" fmla="*/ 48346 w 3857511"/>
              <a:gd name="connsiteY12" fmla="*/ 3429000 h 6858000"/>
              <a:gd name="connsiteX13" fmla="*/ 1285833 w 3857511"/>
              <a:gd name="connsiteY13" fmla="*/ 4235242 h 6858000"/>
              <a:gd name="connsiteX14" fmla="*/ 1285833 w 3857511"/>
              <a:gd name="connsiteY14" fmla="*/ 4286247 h 6858000"/>
              <a:gd name="connsiteX15" fmla="*/ 0 w 3857511"/>
              <a:gd name="connsiteY15" fmla="*/ 4286247 h 6858000"/>
              <a:gd name="connsiteX16" fmla="*/ 1285845 w 3857511"/>
              <a:gd name="connsiteY16" fmla="*/ 2571752 h 6858000"/>
              <a:gd name="connsiteX17" fmla="*/ 2571678 w 3857511"/>
              <a:gd name="connsiteY17" fmla="*/ 2571752 h 6858000"/>
              <a:gd name="connsiteX18" fmla="*/ 2571678 w 3857511"/>
              <a:gd name="connsiteY18" fmla="*/ 3428999 h 6858000"/>
              <a:gd name="connsiteX19" fmla="*/ 2523331 w 3857511"/>
              <a:gd name="connsiteY19" fmla="*/ 3428999 h 6858000"/>
              <a:gd name="connsiteX20" fmla="*/ 1285845 w 3857511"/>
              <a:gd name="connsiteY20" fmla="*/ 2622757 h 6858000"/>
              <a:gd name="connsiteX21" fmla="*/ 2523331 w 3857511"/>
              <a:gd name="connsiteY21" fmla="*/ 0 h 6858000"/>
              <a:gd name="connsiteX22" fmla="*/ 2571678 w 3857511"/>
              <a:gd name="connsiteY22" fmla="*/ 0 h 6858000"/>
              <a:gd name="connsiteX23" fmla="*/ 2571678 w 3857511"/>
              <a:gd name="connsiteY23" fmla="*/ 857246 h 6858000"/>
              <a:gd name="connsiteX24" fmla="*/ 3857511 w 3857511"/>
              <a:gd name="connsiteY24" fmla="*/ 857246 h 6858000"/>
              <a:gd name="connsiteX25" fmla="*/ 3857511 w 3857511"/>
              <a:gd name="connsiteY25" fmla="*/ 908251 h 6858000"/>
              <a:gd name="connsiteX26" fmla="*/ 2626415 w 3857511"/>
              <a:gd name="connsiteY26" fmla="*/ 1632077 h 6858000"/>
              <a:gd name="connsiteX27" fmla="*/ 2620025 w 3857511"/>
              <a:gd name="connsiteY27" fmla="*/ 1714493 h 6858000"/>
              <a:gd name="connsiteX28" fmla="*/ 2626415 w 3857511"/>
              <a:gd name="connsiteY28" fmla="*/ 1796909 h 6858000"/>
              <a:gd name="connsiteX29" fmla="*/ 3857511 w 3857511"/>
              <a:gd name="connsiteY29" fmla="*/ 2520735 h 6858000"/>
              <a:gd name="connsiteX30" fmla="*/ 3857511 w 3857511"/>
              <a:gd name="connsiteY30" fmla="*/ 2571740 h 6858000"/>
              <a:gd name="connsiteX31" fmla="*/ 2571678 w 3857511"/>
              <a:gd name="connsiteY31" fmla="*/ 2571740 h 6858000"/>
              <a:gd name="connsiteX32" fmla="*/ 2571678 w 3857511"/>
              <a:gd name="connsiteY32" fmla="*/ 1714493 h 6858000"/>
              <a:gd name="connsiteX33" fmla="*/ 2571678 w 3857511"/>
              <a:gd name="connsiteY33" fmla="*/ 1714493 h 6858000"/>
              <a:gd name="connsiteX34" fmla="*/ 2571678 w 3857511"/>
              <a:gd name="connsiteY34" fmla="*/ 857247 h 6858000"/>
              <a:gd name="connsiteX35" fmla="*/ 1285845 w 3857511"/>
              <a:gd name="connsiteY35" fmla="*/ 857247 h 6858000"/>
              <a:gd name="connsiteX36" fmla="*/ 1285845 w 3857511"/>
              <a:gd name="connsiteY36" fmla="*/ 806242 h 6858000"/>
              <a:gd name="connsiteX37" fmla="*/ 2523331 w 3857511"/>
              <a:gd name="connsiteY3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57511" h="6858000">
                <a:moveTo>
                  <a:pt x="2571678" y="6000753"/>
                </a:moveTo>
                <a:lnTo>
                  <a:pt x="3857511" y="6000753"/>
                </a:lnTo>
                <a:lnTo>
                  <a:pt x="3857511" y="6051758"/>
                </a:lnTo>
                <a:cubicBezTo>
                  <a:pt x="3174136" y="6051758"/>
                  <a:pt x="2620025" y="6412831"/>
                  <a:pt x="2620025" y="6858000"/>
                </a:cubicBezTo>
                <a:lnTo>
                  <a:pt x="2571678" y="6858000"/>
                </a:lnTo>
                <a:close/>
                <a:moveTo>
                  <a:pt x="2523331" y="5143506"/>
                </a:moveTo>
                <a:lnTo>
                  <a:pt x="2571678" y="5143506"/>
                </a:lnTo>
                <a:lnTo>
                  <a:pt x="2571678" y="6000753"/>
                </a:lnTo>
                <a:lnTo>
                  <a:pt x="1285845" y="6000753"/>
                </a:lnTo>
                <a:lnTo>
                  <a:pt x="1285845" y="5949748"/>
                </a:lnTo>
                <a:cubicBezTo>
                  <a:pt x="1969220" y="5949748"/>
                  <a:pt x="2523331" y="5588676"/>
                  <a:pt x="2523331" y="5143506"/>
                </a:cubicBezTo>
                <a:close/>
                <a:moveTo>
                  <a:pt x="0" y="3429000"/>
                </a:moveTo>
                <a:lnTo>
                  <a:pt x="48346" y="3429000"/>
                </a:lnTo>
                <a:cubicBezTo>
                  <a:pt x="48346" y="3874170"/>
                  <a:pt x="602458" y="4235242"/>
                  <a:pt x="1285833" y="4235242"/>
                </a:cubicBezTo>
                <a:lnTo>
                  <a:pt x="1285833" y="4286247"/>
                </a:lnTo>
                <a:lnTo>
                  <a:pt x="0" y="4286247"/>
                </a:lnTo>
                <a:close/>
                <a:moveTo>
                  <a:pt x="1285845" y="2571752"/>
                </a:moveTo>
                <a:lnTo>
                  <a:pt x="2571678" y="2571752"/>
                </a:lnTo>
                <a:lnTo>
                  <a:pt x="2571678" y="3428999"/>
                </a:lnTo>
                <a:lnTo>
                  <a:pt x="2523331" y="3428999"/>
                </a:lnTo>
                <a:cubicBezTo>
                  <a:pt x="2523331" y="2983830"/>
                  <a:pt x="1969220" y="2622757"/>
                  <a:pt x="1285845" y="2622757"/>
                </a:cubicBezTo>
                <a:close/>
                <a:moveTo>
                  <a:pt x="2523331" y="0"/>
                </a:moveTo>
                <a:lnTo>
                  <a:pt x="2571678" y="0"/>
                </a:lnTo>
                <a:lnTo>
                  <a:pt x="2571678" y="857246"/>
                </a:lnTo>
                <a:lnTo>
                  <a:pt x="3857511" y="857246"/>
                </a:lnTo>
                <a:lnTo>
                  <a:pt x="3857511" y="908251"/>
                </a:lnTo>
                <a:cubicBezTo>
                  <a:pt x="3216847" y="908251"/>
                  <a:pt x="2689794" y="1225600"/>
                  <a:pt x="2626415" y="1632077"/>
                </a:cubicBezTo>
                <a:lnTo>
                  <a:pt x="2620025" y="1714493"/>
                </a:lnTo>
                <a:lnTo>
                  <a:pt x="2626415" y="1796909"/>
                </a:lnTo>
                <a:cubicBezTo>
                  <a:pt x="2689794" y="2203387"/>
                  <a:pt x="3216847" y="2520735"/>
                  <a:pt x="3857511" y="2520735"/>
                </a:cubicBezTo>
                <a:lnTo>
                  <a:pt x="3857511" y="2571740"/>
                </a:lnTo>
                <a:lnTo>
                  <a:pt x="2571678" y="2571740"/>
                </a:lnTo>
                <a:lnTo>
                  <a:pt x="2571678" y="1714493"/>
                </a:lnTo>
                <a:lnTo>
                  <a:pt x="2571678" y="1714493"/>
                </a:lnTo>
                <a:lnTo>
                  <a:pt x="2571678" y="857247"/>
                </a:lnTo>
                <a:lnTo>
                  <a:pt x="1285845" y="857247"/>
                </a:lnTo>
                <a:lnTo>
                  <a:pt x="1285845" y="806242"/>
                </a:lnTo>
                <a:cubicBezTo>
                  <a:pt x="1969220" y="806242"/>
                  <a:pt x="2523331" y="445169"/>
                  <a:pt x="2523331" y="0"/>
                </a:cubicBezTo>
                <a:close/>
              </a:path>
            </a:pathLst>
          </a:custGeom>
          <a:solidFill>
            <a:schemeClr val="tx2"/>
          </a:solidFill>
          <a:ln w="690" cap="flat">
            <a:noFill/>
            <a:prstDash val="solid"/>
            <a:miter/>
          </a:ln>
        </p:spPr>
        <p:txBody>
          <a:bodyPr wrap="square" rtlCol="0" anchor="ctr">
            <a:noAutofit/>
          </a:bodyPr>
          <a:lstStyle/>
          <a:p>
            <a:endParaRPr lang="en-GR"/>
          </a:p>
        </p:txBody>
      </p:sp>
    </p:spTree>
    <p:extLst>
      <p:ext uri="{BB962C8B-B14F-4D97-AF65-F5344CB8AC3E}">
        <p14:creationId xmlns:p14="http://schemas.microsoft.com/office/powerpoint/2010/main" val="273606615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09C2F-C201-101E-1E58-5804AB5957C8}"/>
            </a:ext>
          </a:extLst>
        </p:cNvPr>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971A1F1C-803A-3F29-547F-457848398D68}"/>
              </a:ext>
            </a:extLst>
          </p:cNvPr>
          <p:cNvPicPr>
            <a:picLocks noGrp="1" noChangeAspect="1"/>
          </p:cNvPicPr>
          <p:nvPr>
            <p:ph type="pic" sz="quarter" idx="21"/>
          </p:nvPr>
        </p:nvPicPr>
        <p:blipFill>
          <a:blip r:embed="rId2" cstate="screen">
            <a:extLst>
              <a:ext uri="{28A0092B-C50C-407E-A947-70E740481C1C}">
                <a14:useLocalDpi xmlns:a14="http://schemas.microsoft.com/office/drawing/2010/main"/>
              </a:ext>
            </a:extLst>
          </a:blip>
          <a:srcRect t="5819" b="5819"/>
          <a:stretch/>
        </p:blipFill>
        <p:spPr>
          <a:xfrm>
            <a:off x="7537940" y="539999"/>
            <a:ext cx="4321745" cy="5769320"/>
          </a:xfrm>
        </p:spPr>
      </p:pic>
      <p:sp>
        <p:nvSpPr>
          <p:cNvPr id="5" name="Slide Number Placeholder 4">
            <a:extLst>
              <a:ext uri="{FF2B5EF4-FFF2-40B4-BE49-F238E27FC236}">
                <a16:creationId xmlns:a16="http://schemas.microsoft.com/office/drawing/2014/main" id="{3BED40B2-4C0B-BCC3-7721-CCA2F81276EC}"/>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123</a:t>
            </a:fld>
            <a:endParaRPr lang="en-GR"/>
          </a:p>
        </p:txBody>
      </p:sp>
      <p:sp>
        <p:nvSpPr>
          <p:cNvPr id="15" name="Text Placeholder 14">
            <a:extLst>
              <a:ext uri="{FF2B5EF4-FFF2-40B4-BE49-F238E27FC236}">
                <a16:creationId xmlns:a16="http://schemas.microsoft.com/office/drawing/2014/main" id="{2283391F-3645-4F44-A58C-D5C06727914A}"/>
              </a:ext>
            </a:extLst>
          </p:cNvPr>
          <p:cNvSpPr>
            <a:spLocks noGrp="1"/>
          </p:cNvSpPr>
          <p:nvPr>
            <p:ph type="body" sz="quarter" idx="14"/>
          </p:nvPr>
        </p:nvSpPr>
        <p:spPr>
          <a:xfrm>
            <a:off x="332316" y="1268822"/>
            <a:ext cx="6451624"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4" name="Title 13">
            <a:extLst>
              <a:ext uri="{FF2B5EF4-FFF2-40B4-BE49-F238E27FC236}">
                <a16:creationId xmlns:a16="http://schemas.microsoft.com/office/drawing/2014/main" id="{ACC9FE13-CD46-1C59-24D1-AE51D9BADB50}"/>
              </a:ext>
            </a:extLst>
          </p:cNvPr>
          <p:cNvSpPr>
            <a:spLocks noGrp="1"/>
          </p:cNvSpPr>
          <p:nvPr>
            <p:ph type="ctrTitle"/>
          </p:nvPr>
        </p:nvSpPr>
        <p:spPr>
          <a:xfrm>
            <a:off x="332316" y="409284"/>
            <a:ext cx="5037767" cy="139397"/>
          </a:xfrm>
        </p:spPr>
        <p:txBody>
          <a:bodyPr/>
          <a:lstStyle/>
          <a:p>
            <a:r>
              <a:rPr lang="en-GR"/>
              <a:t>Page Layout Examples</a:t>
            </a:r>
          </a:p>
        </p:txBody>
      </p:sp>
      <p:sp>
        <p:nvSpPr>
          <p:cNvPr id="2" name="Text Placeholder 14">
            <a:extLst>
              <a:ext uri="{FF2B5EF4-FFF2-40B4-BE49-F238E27FC236}">
                <a16:creationId xmlns:a16="http://schemas.microsoft.com/office/drawing/2014/main" id="{2AF971B3-BAF0-D07A-444F-360E044015C6}"/>
              </a:ext>
            </a:extLst>
          </p:cNvPr>
          <p:cNvSpPr>
            <a:spLocks noGrp="1"/>
          </p:cNvSpPr>
          <p:nvPr>
            <p:ph type="body" sz="quarter" idx="16"/>
          </p:nvPr>
        </p:nvSpPr>
        <p:spPr>
          <a:xfrm>
            <a:off x="332316" y="741494"/>
            <a:ext cx="5036400" cy="334515"/>
          </a:xfrm>
        </p:spPr>
        <p:txBody>
          <a:bodyPr/>
          <a:lstStyle/>
          <a:p>
            <a:r>
              <a:rPr lang="en-GR"/>
              <a:t>Title Aptos 18-24pt lines spacing 0,9</a:t>
            </a:r>
          </a:p>
        </p:txBody>
      </p:sp>
      <p:sp>
        <p:nvSpPr>
          <p:cNvPr id="9" name="Freeform 8">
            <a:extLst>
              <a:ext uri="{FF2B5EF4-FFF2-40B4-BE49-F238E27FC236}">
                <a16:creationId xmlns:a16="http://schemas.microsoft.com/office/drawing/2014/main" id="{1A2F7F8C-1A7F-E6EA-FF21-C13B10450D4B}"/>
              </a:ext>
            </a:extLst>
          </p:cNvPr>
          <p:cNvSpPr/>
          <p:nvPr/>
        </p:nvSpPr>
        <p:spPr>
          <a:xfrm>
            <a:off x="7143977" y="9"/>
            <a:ext cx="3857511" cy="6858000"/>
          </a:xfrm>
          <a:custGeom>
            <a:avLst/>
            <a:gdLst>
              <a:gd name="connsiteX0" fmla="*/ 2571678 w 3857511"/>
              <a:gd name="connsiteY0" fmla="*/ 6000753 h 6858000"/>
              <a:gd name="connsiteX1" fmla="*/ 3857511 w 3857511"/>
              <a:gd name="connsiteY1" fmla="*/ 6000753 h 6858000"/>
              <a:gd name="connsiteX2" fmla="*/ 3857511 w 3857511"/>
              <a:gd name="connsiteY2" fmla="*/ 6051758 h 6858000"/>
              <a:gd name="connsiteX3" fmla="*/ 2620025 w 3857511"/>
              <a:gd name="connsiteY3" fmla="*/ 6858000 h 6858000"/>
              <a:gd name="connsiteX4" fmla="*/ 2571678 w 3857511"/>
              <a:gd name="connsiteY4" fmla="*/ 6858000 h 6858000"/>
              <a:gd name="connsiteX5" fmla="*/ 2523331 w 3857511"/>
              <a:gd name="connsiteY5" fmla="*/ 5143506 h 6858000"/>
              <a:gd name="connsiteX6" fmla="*/ 2571678 w 3857511"/>
              <a:gd name="connsiteY6" fmla="*/ 5143506 h 6858000"/>
              <a:gd name="connsiteX7" fmla="*/ 2571678 w 3857511"/>
              <a:gd name="connsiteY7" fmla="*/ 6000753 h 6858000"/>
              <a:gd name="connsiteX8" fmla="*/ 1285845 w 3857511"/>
              <a:gd name="connsiteY8" fmla="*/ 6000753 h 6858000"/>
              <a:gd name="connsiteX9" fmla="*/ 1285845 w 3857511"/>
              <a:gd name="connsiteY9" fmla="*/ 5949748 h 6858000"/>
              <a:gd name="connsiteX10" fmla="*/ 2523331 w 3857511"/>
              <a:gd name="connsiteY10" fmla="*/ 5143506 h 6858000"/>
              <a:gd name="connsiteX11" fmla="*/ 0 w 3857511"/>
              <a:gd name="connsiteY11" fmla="*/ 3429000 h 6858000"/>
              <a:gd name="connsiteX12" fmla="*/ 48346 w 3857511"/>
              <a:gd name="connsiteY12" fmla="*/ 3429000 h 6858000"/>
              <a:gd name="connsiteX13" fmla="*/ 1285833 w 3857511"/>
              <a:gd name="connsiteY13" fmla="*/ 4235242 h 6858000"/>
              <a:gd name="connsiteX14" fmla="*/ 1285833 w 3857511"/>
              <a:gd name="connsiteY14" fmla="*/ 4286247 h 6858000"/>
              <a:gd name="connsiteX15" fmla="*/ 0 w 3857511"/>
              <a:gd name="connsiteY15" fmla="*/ 4286247 h 6858000"/>
              <a:gd name="connsiteX16" fmla="*/ 1285845 w 3857511"/>
              <a:gd name="connsiteY16" fmla="*/ 2571752 h 6858000"/>
              <a:gd name="connsiteX17" fmla="*/ 2571678 w 3857511"/>
              <a:gd name="connsiteY17" fmla="*/ 2571752 h 6858000"/>
              <a:gd name="connsiteX18" fmla="*/ 2571678 w 3857511"/>
              <a:gd name="connsiteY18" fmla="*/ 3428999 h 6858000"/>
              <a:gd name="connsiteX19" fmla="*/ 2523331 w 3857511"/>
              <a:gd name="connsiteY19" fmla="*/ 3428999 h 6858000"/>
              <a:gd name="connsiteX20" fmla="*/ 1285845 w 3857511"/>
              <a:gd name="connsiteY20" fmla="*/ 2622757 h 6858000"/>
              <a:gd name="connsiteX21" fmla="*/ 2523331 w 3857511"/>
              <a:gd name="connsiteY21" fmla="*/ 0 h 6858000"/>
              <a:gd name="connsiteX22" fmla="*/ 2571678 w 3857511"/>
              <a:gd name="connsiteY22" fmla="*/ 0 h 6858000"/>
              <a:gd name="connsiteX23" fmla="*/ 2571678 w 3857511"/>
              <a:gd name="connsiteY23" fmla="*/ 857246 h 6858000"/>
              <a:gd name="connsiteX24" fmla="*/ 3857511 w 3857511"/>
              <a:gd name="connsiteY24" fmla="*/ 857246 h 6858000"/>
              <a:gd name="connsiteX25" fmla="*/ 3857511 w 3857511"/>
              <a:gd name="connsiteY25" fmla="*/ 908251 h 6858000"/>
              <a:gd name="connsiteX26" fmla="*/ 2626415 w 3857511"/>
              <a:gd name="connsiteY26" fmla="*/ 1632077 h 6858000"/>
              <a:gd name="connsiteX27" fmla="*/ 2620025 w 3857511"/>
              <a:gd name="connsiteY27" fmla="*/ 1714493 h 6858000"/>
              <a:gd name="connsiteX28" fmla="*/ 2626415 w 3857511"/>
              <a:gd name="connsiteY28" fmla="*/ 1796909 h 6858000"/>
              <a:gd name="connsiteX29" fmla="*/ 3857511 w 3857511"/>
              <a:gd name="connsiteY29" fmla="*/ 2520735 h 6858000"/>
              <a:gd name="connsiteX30" fmla="*/ 3857511 w 3857511"/>
              <a:gd name="connsiteY30" fmla="*/ 2571740 h 6858000"/>
              <a:gd name="connsiteX31" fmla="*/ 2571678 w 3857511"/>
              <a:gd name="connsiteY31" fmla="*/ 2571740 h 6858000"/>
              <a:gd name="connsiteX32" fmla="*/ 2571678 w 3857511"/>
              <a:gd name="connsiteY32" fmla="*/ 1714493 h 6858000"/>
              <a:gd name="connsiteX33" fmla="*/ 2571678 w 3857511"/>
              <a:gd name="connsiteY33" fmla="*/ 1714493 h 6858000"/>
              <a:gd name="connsiteX34" fmla="*/ 2571678 w 3857511"/>
              <a:gd name="connsiteY34" fmla="*/ 857247 h 6858000"/>
              <a:gd name="connsiteX35" fmla="*/ 1285845 w 3857511"/>
              <a:gd name="connsiteY35" fmla="*/ 857247 h 6858000"/>
              <a:gd name="connsiteX36" fmla="*/ 1285845 w 3857511"/>
              <a:gd name="connsiteY36" fmla="*/ 806242 h 6858000"/>
              <a:gd name="connsiteX37" fmla="*/ 2523331 w 3857511"/>
              <a:gd name="connsiteY3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57511" h="6858000">
                <a:moveTo>
                  <a:pt x="2571678" y="6000753"/>
                </a:moveTo>
                <a:lnTo>
                  <a:pt x="3857511" y="6000753"/>
                </a:lnTo>
                <a:lnTo>
                  <a:pt x="3857511" y="6051758"/>
                </a:lnTo>
                <a:cubicBezTo>
                  <a:pt x="3174136" y="6051758"/>
                  <a:pt x="2620025" y="6412831"/>
                  <a:pt x="2620025" y="6858000"/>
                </a:cubicBezTo>
                <a:lnTo>
                  <a:pt x="2571678" y="6858000"/>
                </a:lnTo>
                <a:close/>
                <a:moveTo>
                  <a:pt x="2523331" y="5143506"/>
                </a:moveTo>
                <a:lnTo>
                  <a:pt x="2571678" y="5143506"/>
                </a:lnTo>
                <a:lnTo>
                  <a:pt x="2571678" y="6000753"/>
                </a:lnTo>
                <a:lnTo>
                  <a:pt x="1285845" y="6000753"/>
                </a:lnTo>
                <a:lnTo>
                  <a:pt x="1285845" y="5949748"/>
                </a:lnTo>
                <a:cubicBezTo>
                  <a:pt x="1969220" y="5949748"/>
                  <a:pt x="2523331" y="5588676"/>
                  <a:pt x="2523331" y="5143506"/>
                </a:cubicBezTo>
                <a:close/>
                <a:moveTo>
                  <a:pt x="0" y="3429000"/>
                </a:moveTo>
                <a:lnTo>
                  <a:pt x="48346" y="3429000"/>
                </a:lnTo>
                <a:cubicBezTo>
                  <a:pt x="48346" y="3874170"/>
                  <a:pt x="602458" y="4235242"/>
                  <a:pt x="1285833" y="4235242"/>
                </a:cubicBezTo>
                <a:lnTo>
                  <a:pt x="1285833" y="4286247"/>
                </a:lnTo>
                <a:lnTo>
                  <a:pt x="0" y="4286247"/>
                </a:lnTo>
                <a:close/>
                <a:moveTo>
                  <a:pt x="1285845" y="2571752"/>
                </a:moveTo>
                <a:lnTo>
                  <a:pt x="2571678" y="2571752"/>
                </a:lnTo>
                <a:lnTo>
                  <a:pt x="2571678" y="3428999"/>
                </a:lnTo>
                <a:lnTo>
                  <a:pt x="2523331" y="3428999"/>
                </a:lnTo>
                <a:cubicBezTo>
                  <a:pt x="2523331" y="2983830"/>
                  <a:pt x="1969220" y="2622757"/>
                  <a:pt x="1285845" y="2622757"/>
                </a:cubicBezTo>
                <a:close/>
                <a:moveTo>
                  <a:pt x="2523331" y="0"/>
                </a:moveTo>
                <a:lnTo>
                  <a:pt x="2571678" y="0"/>
                </a:lnTo>
                <a:lnTo>
                  <a:pt x="2571678" y="857246"/>
                </a:lnTo>
                <a:lnTo>
                  <a:pt x="3857511" y="857246"/>
                </a:lnTo>
                <a:lnTo>
                  <a:pt x="3857511" y="908251"/>
                </a:lnTo>
                <a:cubicBezTo>
                  <a:pt x="3216847" y="908251"/>
                  <a:pt x="2689794" y="1225600"/>
                  <a:pt x="2626415" y="1632077"/>
                </a:cubicBezTo>
                <a:lnTo>
                  <a:pt x="2620025" y="1714493"/>
                </a:lnTo>
                <a:lnTo>
                  <a:pt x="2626415" y="1796909"/>
                </a:lnTo>
                <a:cubicBezTo>
                  <a:pt x="2689794" y="2203387"/>
                  <a:pt x="3216847" y="2520735"/>
                  <a:pt x="3857511" y="2520735"/>
                </a:cubicBezTo>
                <a:lnTo>
                  <a:pt x="3857511" y="2571740"/>
                </a:lnTo>
                <a:lnTo>
                  <a:pt x="2571678" y="2571740"/>
                </a:lnTo>
                <a:lnTo>
                  <a:pt x="2571678" y="1714493"/>
                </a:lnTo>
                <a:lnTo>
                  <a:pt x="2571678" y="1714493"/>
                </a:lnTo>
                <a:lnTo>
                  <a:pt x="2571678" y="857247"/>
                </a:lnTo>
                <a:lnTo>
                  <a:pt x="1285845" y="857247"/>
                </a:lnTo>
                <a:lnTo>
                  <a:pt x="1285845" y="806242"/>
                </a:lnTo>
                <a:cubicBezTo>
                  <a:pt x="1969220" y="806242"/>
                  <a:pt x="2523331" y="445169"/>
                  <a:pt x="2523331" y="0"/>
                </a:cubicBezTo>
                <a:close/>
              </a:path>
            </a:pathLst>
          </a:custGeom>
          <a:solidFill>
            <a:schemeClr val="tx2"/>
          </a:solidFill>
          <a:ln w="690" cap="flat">
            <a:noFill/>
            <a:prstDash val="solid"/>
            <a:miter/>
          </a:ln>
        </p:spPr>
        <p:txBody>
          <a:bodyPr wrap="square" rtlCol="0" anchor="ctr">
            <a:noAutofit/>
          </a:bodyPr>
          <a:lstStyle/>
          <a:p>
            <a:endParaRPr lang="en-GR"/>
          </a:p>
        </p:txBody>
      </p:sp>
    </p:spTree>
    <p:extLst>
      <p:ext uri="{BB962C8B-B14F-4D97-AF65-F5344CB8AC3E}">
        <p14:creationId xmlns:p14="http://schemas.microsoft.com/office/powerpoint/2010/main" val="232989613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C02CF-A1DC-0957-833D-9C18664E0E74}"/>
            </a:ext>
          </a:extLst>
        </p:cNvPr>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85607411-B975-00F7-B62C-925B39EBB751}"/>
              </a:ext>
            </a:extLst>
          </p:cNvPr>
          <p:cNvPicPr>
            <a:picLocks noGrp="1" noChangeAspect="1"/>
          </p:cNvPicPr>
          <p:nvPr>
            <p:ph type="pic" sz="quarter" idx="21"/>
          </p:nvPr>
        </p:nvPicPr>
        <p:blipFill rotWithShape="1">
          <a:blip r:embed="rId3" cstate="screen">
            <a:extLst>
              <a:ext uri="{28A0092B-C50C-407E-A947-70E740481C1C}">
                <a14:useLocalDpi xmlns:a14="http://schemas.microsoft.com/office/drawing/2010/main"/>
              </a:ext>
            </a:extLst>
          </a:blip>
          <a:srcRect l="38816" r="15814"/>
          <a:stretch/>
        </p:blipFill>
        <p:spPr>
          <a:xfrm>
            <a:off x="6096000" y="-339"/>
            <a:ext cx="6096000" cy="6858000"/>
          </a:xfrm>
        </p:spPr>
      </p:pic>
      <p:sp>
        <p:nvSpPr>
          <p:cNvPr id="10" name="Title 9">
            <a:extLst>
              <a:ext uri="{FF2B5EF4-FFF2-40B4-BE49-F238E27FC236}">
                <a16:creationId xmlns:a16="http://schemas.microsoft.com/office/drawing/2014/main" id="{26AC65CC-77FC-5224-9D66-08A784F89F67}"/>
              </a:ext>
            </a:extLst>
          </p:cNvPr>
          <p:cNvSpPr>
            <a:spLocks noGrp="1"/>
          </p:cNvSpPr>
          <p:nvPr>
            <p:ph type="ctrTitle"/>
          </p:nvPr>
        </p:nvSpPr>
        <p:spPr>
          <a:xfrm>
            <a:off x="332316" y="409284"/>
            <a:ext cx="5037767" cy="139397"/>
          </a:xfrm>
        </p:spPr>
        <p:txBody>
          <a:bodyPr/>
          <a:lstStyle/>
          <a:p>
            <a:r>
              <a:rPr lang="en-GR"/>
              <a:t>Page Layout Examples</a:t>
            </a:r>
          </a:p>
        </p:txBody>
      </p:sp>
      <p:sp>
        <p:nvSpPr>
          <p:cNvPr id="14" name="Text Placeholder 13">
            <a:extLst>
              <a:ext uri="{FF2B5EF4-FFF2-40B4-BE49-F238E27FC236}">
                <a16:creationId xmlns:a16="http://schemas.microsoft.com/office/drawing/2014/main" id="{2F42349F-A39D-0C25-81C7-65323B1B5CB1}"/>
              </a:ext>
            </a:extLst>
          </p:cNvPr>
          <p:cNvSpPr>
            <a:spLocks noGrp="1"/>
          </p:cNvSpPr>
          <p:nvPr>
            <p:ph type="body" sz="quarter" idx="14"/>
          </p:nvPr>
        </p:nvSpPr>
        <p:spPr>
          <a:xfrm>
            <a:off x="332316" y="1268822"/>
            <a:ext cx="5036400"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p>
          <a:p>
            <a:endParaRPr lang="en-GR"/>
          </a:p>
        </p:txBody>
      </p:sp>
      <p:sp>
        <p:nvSpPr>
          <p:cNvPr id="15" name="Text Placeholder 14">
            <a:extLst>
              <a:ext uri="{FF2B5EF4-FFF2-40B4-BE49-F238E27FC236}">
                <a16:creationId xmlns:a16="http://schemas.microsoft.com/office/drawing/2014/main" id="{5B49343A-01C0-4BBA-5EF4-3295AFE965DF}"/>
              </a:ext>
            </a:extLst>
          </p:cNvPr>
          <p:cNvSpPr>
            <a:spLocks noGrp="1"/>
          </p:cNvSpPr>
          <p:nvPr>
            <p:ph type="body" sz="quarter" idx="16"/>
          </p:nvPr>
        </p:nvSpPr>
        <p:spPr>
          <a:xfrm>
            <a:off x="332316" y="741494"/>
            <a:ext cx="5036400" cy="334515"/>
          </a:xfrm>
        </p:spPr>
        <p:txBody>
          <a:bodyPr/>
          <a:lstStyle/>
          <a:p>
            <a:r>
              <a:rPr lang="en-GR"/>
              <a:t>Title Aptos 18-24pt lines spacing 0,9</a:t>
            </a:r>
          </a:p>
        </p:txBody>
      </p:sp>
      <p:sp>
        <p:nvSpPr>
          <p:cNvPr id="4" name="Slide Number Placeholder 3">
            <a:extLst>
              <a:ext uri="{FF2B5EF4-FFF2-40B4-BE49-F238E27FC236}">
                <a16:creationId xmlns:a16="http://schemas.microsoft.com/office/drawing/2014/main" id="{95A01A1A-41D8-3FA3-FB36-E30B6B976516}"/>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124</a:t>
            </a:fld>
            <a:endParaRPr lang="en-GR"/>
          </a:p>
        </p:txBody>
      </p:sp>
      <p:sp>
        <p:nvSpPr>
          <p:cNvPr id="66" name="Freeform 65">
            <a:extLst>
              <a:ext uri="{FF2B5EF4-FFF2-40B4-BE49-F238E27FC236}">
                <a16:creationId xmlns:a16="http://schemas.microsoft.com/office/drawing/2014/main" id="{0DCD1FE4-599B-7026-4205-A67FCD9527E0}"/>
              </a:ext>
            </a:extLst>
          </p:cNvPr>
          <p:cNvSpPr/>
          <p:nvPr/>
        </p:nvSpPr>
        <p:spPr>
          <a:xfrm>
            <a:off x="5429019" y="-8"/>
            <a:ext cx="6762980" cy="6857998"/>
          </a:xfrm>
          <a:custGeom>
            <a:avLst/>
            <a:gdLst>
              <a:gd name="connsiteX0" fmla="*/ 4001986 w 6762980"/>
              <a:gd name="connsiteY0" fmla="*/ 5143499 h 6857998"/>
              <a:gd name="connsiteX1" fmla="*/ 4001986 w 6762980"/>
              <a:gd name="connsiteY1" fmla="*/ 5147670 h 6857998"/>
              <a:gd name="connsiteX2" fmla="*/ 4060287 w 6762980"/>
              <a:gd name="connsiteY2" fmla="*/ 5147670 h 6857998"/>
              <a:gd name="connsiteX3" fmla="*/ 4060287 w 6762980"/>
              <a:gd name="connsiteY3" fmla="*/ 5998663 h 6857998"/>
              <a:gd name="connsiteX4" fmla="*/ 5405385 w 6762980"/>
              <a:gd name="connsiteY4" fmla="*/ 5998663 h 6857998"/>
              <a:gd name="connsiteX5" fmla="*/ 5405385 w 6762980"/>
              <a:gd name="connsiteY5" fmla="*/ 6061237 h 6857998"/>
              <a:gd name="connsiteX6" fmla="*/ 4110257 w 6762980"/>
              <a:gd name="connsiteY6" fmla="*/ 6857998 h 6857998"/>
              <a:gd name="connsiteX7" fmla="*/ 4110257 w 6762980"/>
              <a:gd name="connsiteY7" fmla="*/ 6853827 h 6857998"/>
              <a:gd name="connsiteX8" fmla="*/ 4051956 w 6762980"/>
              <a:gd name="connsiteY8" fmla="*/ 6853827 h 6857998"/>
              <a:gd name="connsiteX9" fmla="*/ 4051956 w 6762980"/>
              <a:gd name="connsiteY9" fmla="*/ 6002834 h 6857998"/>
              <a:gd name="connsiteX10" fmla="*/ 2706858 w 6762980"/>
              <a:gd name="connsiteY10" fmla="*/ 6002834 h 6857998"/>
              <a:gd name="connsiteX11" fmla="*/ 2706858 w 6762980"/>
              <a:gd name="connsiteY11" fmla="*/ 5940260 h 6857998"/>
              <a:gd name="connsiteX12" fmla="*/ 4001986 w 6762980"/>
              <a:gd name="connsiteY12" fmla="*/ 5143499 h 6857998"/>
              <a:gd name="connsiteX13" fmla="*/ 4051956 w 6762980"/>
              <a:gd name="connsiteY13" fmla="*/ 3428997 h 6857998"/>
              <a:gd name="connsiteX14" fmla="*/ 4110257 w 6762980"/>
              <a:gd name="connsiteY14" fmla="*/ 3428997 h 6857998"/>
              <a:gd name="connsiteX15" fmla="*/ 5405385 w 6762980"/>
              <a:gd name="connsiteY15" fmla="*/ 4225761 h 6857998"/>
              <a:gd name="connsiteX16" fmla="*/ 5405385 w 6762980"/>
              <a:gd name="connsiteY16" fmla="*/ 4288332 h 6857998"/>
              <a:gd name="connsiteX17" fmla="*/ 4060287 w 6762980"/>
              <a:gd name="connsiteY17" fmla="*/ 4288332 h 6857998"/>
              <a:gd name="connsiteX18" fmla="*/ 4060287 w 6762980"/>
              <a:gd name="connsiteY18" fmla="*/ 5143496 h 6857998"/>
              <a:gd name="connsiteX19" fmla="*/ 4001986 w 6762980"/>
              <a:gd name="connsiteY19" fmla="*/ 5143496 h 6857998"/>
              <a:gd name="connsiteX20" fmla="*/ 2706858 w 6762980"/>
              <a:gd name="connsiteY20" fmla="*/ 4346735 h 6857998"/>
              <a:gd name="connsiteX21" fmla="*/ 2706858 w 6762980"/>
              <a:gd name="connsiteY21" fmla="*/ 4284161 h 6857998"/>
              <a:gd name="connsiteX22" fmla="*/ 4051956 w 6762980"/>
              <a:gd name="connsiteY22" fmla="*/ 4284161 h 6857998"/>
              <a:gd name="connsiteX23" fmla="*/ 5409551 w 6762980"/>
              <a:gd name="connsiteY23" fmla="*/ 2569662 h 6857998"/>
              <a:gd name="connsiteX24" fmla="*/ 6762980 w 6762980"/>
              <a:gd name="connsiteY24" fmla="*/ 2569662 h 6857998"/>
              <a:gd name="connsiteX25" fmla="*/ 6762980 w 6762980"/>
              <a:gd name="connsiteY25" fmla="*/ 3428997 h 6857998"/>
              <a:gd name="connsiteX26" fmla="*/ 6762980 w 6762980"/>
              <a:gd name="connsiteY26" fmla="*/ 4288332 h 6857998"/>
              <a:gd name="connsiteX27" fmla="*/ 5409551 w 6762980"/>
              <a:gd name="connsiteY27" fmla="*/ 4288332 h 6857998"/>
              <a:gd name="connsiteX28" fmla="*/ 5409551 w 6762980"/>
              <a:gd name="connsiteY28" fmla="*/ 4225761 h 6857998"/>
              <a:gd name="connsiteX29" fmla="*/ 6704680 w 6762980"/>
              <a:gd name="connsiteY29" fmla="*/ 3428997 h 6857998"/>
              <a:gd name="connsiteX30" fmla="*/ 5409551 w 6762980"/>
              <a:gd name="connsiteY30" fmla="*/ 2632237 h 6857998"/>
              <a:gd name="connsiteX31" fmla="*/ 1295128 w 6762980"/>
              <a:gd name="connsiteY31" fmla="*/ 1714499 h 6857998"/>
              <a:gd name="connsiteX32" fmla="*/ 1353429 w 6762980"/>
              <a:gd name="connsiteY32" fmla="*/ 1714499 h 6857998"/>
              <a:gd name="connsiteX33" fmla="*/ 1353429 w 6762980"/>
              <a:gd name="connsiteY33" fmla="*/ 2569662 h 6857998"/>
              <a:gd name="connsiteX34" fmla="*/ 2702693 w 6762980"/>
              <a:gd name="connsiteY34" fmla="*/ 2569662 h 6857998"/>
              <a:gd name="connsiteX35" fmla="*/ 2702693 w 6762980"/>
              <a:gd name="connsiteY35" fmla="*/ 2632237 h 6857998"/>
              <a:gd name="connsiteX36" fmla="*/ 1407564 w 6762980"/>
              <a:gd name="connsiteY36" fmla="*/ 3428997 h 6857998"/>
              <a:gd name="connsiteX37" fmla="*/ 1349264 w 6762980"/>
              <a:gd name="connsiteY37" fmla="*/ 3428997 h 6857998"/>
              <a:gd name="connsiteX38" fmla="*/ 1349264 w 6762980"/>
              <a:gd name="connsiteY38" fmla="*/ 2573834 h 6857998"/>
              <a:gd name="connsiteX39" fmla="*/ 0 w 6762980"/>
              <a:gd name="connsiteY39" fmla="*/ 2573834 h 6857998"/>
              <a:gd name="connsiteX40" fmla="*/ 0 w 6762980"/>
              <a:gd name="connsiteY40" fmla="*/ 2511262 h 6857998"/>
              <a:gd name="connsiteX41" fmla="*/ 1295128 w 6762980"/>
              <a:gd name="connsiteY41" fmla="*/ 1714499 h 6857998"/>
              <a:gd name="connsiteX42" fmla="*/ 4001986 w 6762980"/>
              <a:gd name="connsiteY42" fmla="*/ 0 h 6857998"/>
              <a:gd name="connsiteX43" fmla="*/ 4060287 w 6762980"/>
              <a:gd name="connsiteY43" fmla="*/ 0 h 6857998"/>
              <a:gd name="connsiteX44" fmla="*/ 4060287 w 6762980"/>
              <a:gd name="connsiteY44" fmla="*/ 859335 h 6857998"/>
              <a:gd name="connsiteX45" fmla="*/ 2706858 w 6762980"/>
              <a:gd name="connsiteY45" fmla="*/ 859335 h 6857998"/>
              <a:gd name="connsiteX46" fmla="*/ 2706858 w 6762980"/>
              <a:gd name="connsiteY46" fmla="*/ 796763 h 6857998"/>
              <a:gd name="connsiteX47" fmla="*/ 4001986 w 6762980"/>
              <a:gd name="connsiteY47"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762980" h="6857998">
                <a:moveTo>
                  <a:pt x="4001986" y="5143499"/>
                </a:moveTo>
                <a:lnTo>
                  <a:pt x="4001986" y="5147670"/>
                </a:lnTo>
                <a:lnTo>
                  <a:pt x="4060287" y="5147670"/>
                </a:lnTo>
                <a:lnTo>
                  <a:pt x="4060287" y="5998663"/>
                </a:lnTo>
                <a:lnTo>
                  <a:pt x="5405385" y="5998663"/>
                </a:lnTo>
                <a:lnTo>
                  <a:pt x="5405385" y="6061237"/>
                </a:lnTo>
                <a:cubicBezTo>
                  <a:pt x="4689109" y="6061237"/>
                  <a:pt x="4110257" y="6419987"/>
                  <a:pt x="4110257" y="6857998"/>
                </a:cubicBezTo>
                <a:lnTo>
                  <a:pt x="4110257" y="6853827"/>
                </a:lnTo>
                <a:lnTo>
                  <a:pt x="4051956" y="6853827"/>
                </a:lnTo>
                <a:lnTo>
                  <a:pt x="4051956" y="6002834"/>
                </a:lnTo>
                <a:lnTo>
                  <a:pt x="2706858" y="6002834"/>
                </a:lnTo>
                <a:lnTo>
                  <a:pt x="2706858" y="5940260"/>
                </a:lnTo>
                <a:cubicBezTo>
                  <a:pt x="3423134" y="5940260"/>
                  <a:pt x="4001986" y="5581510"/>
                  <a:pt x="4001986" y="5143499"/>
                </a:cubicBezTo>
                <a:close/>
                <a:moveTo>
                  <a:pt x="4051956" y="3428997"/>
                </a:moveTo>
                <a:lnTo>
                  <a:pt x="4110257" y="3428997"/>
                </a:lnTo>
                <a:cubicBezTo>
                  <a:pt x="4110257" y="3867008"/>
                  <a:pt x="4689109" y="4225761"/>
                  <a:pt x="5405385" y="4225761"/>
                </a:cubicBezTo>
                <a:lnTo>
                  <a:pt x="5405385" y="4288332"/>
                </a:lnTo>
                <a:lnTo>
                  <a:pt x="4060287" y="4288332"/>
                </a:lnTo>
                <a:lnTo>
                  <a:pt x="4060287" y="5143496"/>
                </a:lnTo>
                <a:lnTo>
                  <a:pt x="4001986" y="5143496"/>
                </a:lnTo>
                <a:cubicBezTo>
                  <a:pt x="4001986" y="4705485"/>
                  <a:pt x="3423134" y="4346735"/>
                  <a:pt x="2706858" y="4346735"/>
                </a:cubicBezTo>
                <a:lnTo>
                  <a:pt x="2706858" y="4284161"/>
                </a:lnTo>
                <a:lnTo>
                  <a:pt x="4051956" y="4284161"/>
                </a:lnTo>
                <a:close/>
                <a:moveTo>
                  <a:pt x="5409551" y="2569662"/>
                </a:moveTo>
                <a:lnTo>
                  <a:pt x="6762980" y="2569662"/>
                </a:lnTo>
                <a:lnTo>
                  <a:pt x="6762980" y="3428997"/>
                </a:lnTo>
                <a:lnTo>
                  <a:pt x="6762980" y="4288332"/>
                </a:lnTo>
                <a:lnTo>
                  <a:pt x="5409551" y="4288332"/>
                </a:lnTo>
                <a:lnTo>
                  <a:pt x="5409551" y="4225761"/>
                </a:lnTo>
                <a:cubicBezTo>
                  <a:pt x="6125827" y="4225761"/>
                  <a:pt x="6704680" y="3867008"/>
                  <a:pt x="6704680" y="3428997"/>
                </a:cubicBezTo>
                <a:cubicBezTo>
                  <a:pt x="6704680" y="2990986"/>
                  <a:pt x="6125827" y="2632237"/>
                  <a:pt x="5409551" y="2632237"/>
                </a:cubicBezTo>
                <a:close/>
                <a:moveTo>
                  <a:pt x="1295128" y="1714499"/>
                </a:moveTo>
                <a:lnTo>
                  <a:pt x="1353429" y="1714499"/>
                </a:lnTo>
                <a:lnTo>
                  <a:pt x="1353429" y="2569662"/>
                </a:lnTo>
                <a:lnTo>
                  <a:pt x="2702693" y="2569662"/>
                </a:lnTo>
                <a:lnTo>
                  <a:pt x="2702693" y="2632237"/>
                </a:lnTo>
                <a:cubicBezTo>
                  <a:pt x="1986417" y="2632237"/>
                  <a:pt x="1407564" y="2990986"/>
                  <a:pt x="1407564" y="3428997"/>
                </a:cubicBezTo>
                <a:lnTo>
                  <a:pt x="1349264" y="3428997"/>
                </a:lnTo>
                <a:lnTo>
                  <a:pt x="1349264" y="2573834"/>
                </a:lnTo>
                <a:lnTo>
                  <a:pt x="0" y="2573834"/>
                </a:lnTo>
                <a:lnTo>
                  <a:pt x="0" y="2511262"/>
                </a:lnTo>
                <a:cubicBezTo>
                  <a:pt x="716276" y="2511262"/>
                  <a:pt x="1295128" y="2152509"/>
                  <a:pt x="1295128" y="1714499"/>
                </a:cubicBezTo>
                <a:close/>
                <a:moveTo>
                  <a:pt x="4001986" y="0"/>
                </a:moveTo>
                <a:lnTo>
                  <a:pt x="4060287" y="0"/>
                </a:lnTo>
                <a:lnTo>
                  <a:pt x="4060287" y="859335"/>
                </a:lnTo>
                <a:lnTo>
                  <a:pt x="2706858" y="859335"/>
                </a:lnTo>
                <a:lnTo>
                  <a:pt x="2706858" y="796763"/>
                </a:lnTo>
                <a:cubicBezTo>
                  <a:pt x="3423134" y="796763"/>
                  <a:pt x="4001986" y="438011"/>
                  <a:pt x="4001986" y="0"/>
                </a:cubicBezTo>
                <a:close/>
              </a:path>
            </a:pathLst>
          </a:custGeom>
          <a:solidFill>
            <a:srgbClr val="047A85"/>
          </a:solidFill>
          <a:ln w="16168" cap="flat">
            <a:noFill/>
            <a:prstDash val="solid"/>
            <a:miter/>
          </a:ln>
        </p:spPr>
        <p:txBody>
          <a:bodyPr wrap="square" rtlCol="0" anchor="ctr">
            <a:noAutofit/>
          </a:bodyPr>
          <a:lstStyle/>
          <a:p>
            <a:endParaRPr lang="en-GR"/>
          </a:p>
        </p:txBody>
      </p:sp>
    </p:spTree>
    <p:extLst>
      <p:ext uri="{BB962C8B-B14F-4D97-AF65-F5344CB8AC3E}">
        <p14:creationId xmlns:p14="http://schemas.microsoft.com/office/powerpoint/2010/main" val="220545256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Close-up of a person with her eyes closed&#10;&#10;Description automatically generated">
            <a:extLst>
              <a:ext uri="{FF2B5EF4-FFF2-40B4-BE49-F238E27FC236}">
                <a16:creationId xmlns:a16="http://schemas.microsoft.com/office/drawing/2014/main" id="{B80C4A99-FCD6-FE99-4D5E-6BC89585ED31}"/>
              </a:ext>
            </a:extLst>
          </p:cNvPr>
          <p:cNvPicPr>
            <a:picLocks noGrp="1" noChangeAspect="1"/>
          </p:cNvPicPr>
          <p:nvPr>
            <p:ph type="pic" sz="quarter" idx="21"/>
          </p:nvPr>
        </p:nvPicPr>
        <p:blipFill rotWithShape="1">
          <a:blip r:embed="rId3" cstate="screen">
            <a:extLst>
              <a:ext uri="{28A0092B-C50C-407E-A947-70E740481C1C}">
                <a14:useLocalDpi xmlns:a14="http://schemas.microsoft.com/office/drawing/2010/main"/>
              </a:ext>
            </a:extLst>
          </a:blip>
          <a:srcRect/>
          <a:stretch/>
        </p:blipFill>
        <p:spPr>
          <a:xfrm>
            <a:off x="6096000" y="-339"/>
            <a:ext cx="6096000" cy="6858000"/>
          </a:xfrm>
        </p:spPr>
      </p:pic>
      <p:sp>
        <p:nvSpPr>
          <p:cNvPr id="13" name="Title 12">
            <a:extLst>
              <a:ext uri="{FF2B5EF4-FFF2-40B4-BE49-F238E27FC236}">
                <a16:creationId xmlns:a16="http://schemas.microsoft.com/office/drawing/2014/main" id="{22F368BD-3382-B077-60CD-5D3A49AF6035}"/>
              </a:ext>
            </a:extLst>
          </p:cNvPr>
          <p:cNvSpPr>
            <a:spLocks noGrp="1"/>
          </p:cNvSpPr>
          <p:nvPr>
            <p:ph type="ctrTitle"/>
          </p:nvPr>
        </p:nvSpPr>
        <p:spPr>
          <a:xfrm>
            <a:off x="332316" y="409284"/>
            <a:ext cx="5037767" cy="139397"/>
          </a:xfrm>
        </p:spPr>
        <p:txBody>
          <a:bodyPr/>
          <a:lstStyle/>
          <a:p>
            <a:r>
              <a:rPr lang="en-GR"/>
              <a:t>Page Layout Examples</a:t>
            </a:r>
          </a:p>
        </p:txBody>
      </p:sp>
      <p:sp>
        <p:nvSpPr>
          <p:cNvPr id="17" name="Text Placeholder 16">
            <a:extLst>
              <a:ext uri="{FF2B5EF4-FFF2-40B4-BE49-F238E27FC236}">
                <a16:creationId xmlns:a16="http://schemas.microsoft.com/office/drawing/2014/main" id="{090CF831-346F-9DFF-3EDC-16F3122C4D1E}"/>
              </a:ext>
            </a:extLst>
          </p:cNvPr>
          <p:cNvSpPr>
            <a:spLocks noGrp="1"/>
          </p:cNvSpPr>
          <p:nvPr>
            <p:ph type="body" sz="quarter" idx="14"/>
          </p:nvPr>
        </p:nvSpPr>
        <p:spPr>
          <a:xfrm>
            <a:off x="332316" y="1268822"/>
            <a:ext cx="5036400"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p>
          <a:p>
            <a:endParaRPr lang="en-GR"/>
          </a:p>
        </p:txBody>
      </p:sp>
      <p:sp>
        <p:nvSpPr>
          <p:cNvPr id="18" name="Text Placeholder 17">
            <a:extLst>
              <a:ext uri="{FF2B5EF4-FFF2-40B4-BE49-F238E27FC236}">
                <a16:creationId xmlns:a16="http://schemas.microsoft.com/office/drawing/2014/main" id="{A8DDBE03-BE69-8A44-5BB5-6B8632C927E5}"/>
              </a:ext>
            </a:extLst>
          </p:cNvPr>
          <p:cNvSpPr>
            <a:spLocks noGrp="1"/>
          </p:cNvSpPr>
          <p:nvPr>
            <p:ph type="body" sz="quarter" idx="16"/>
          </p:nvPr>
        </p:nvSpPr>
        <p:spPr>
          <a:xfrm>
            <a:off x="332316" y="741494"/>
            <a:ext cx="5036400" cy="334515"/>
          </a:xfrm>
        </p:spPr>
        <p:txBody>
          <a:bodyPr/>
          <a:lstStyle/>
          <a:p>
            <a:r>
              <a:rPr lang="en-GR"/>
              <a:t>Title Aptos 18-24pt lines spacing 0,9</a:t>
            </a:r>
          </a:p>
        </p:txBody>
      </p:sp>
      <p:sp>
        <p:nvSpPr>
          <p:cNvPr id="7" name="Slide Number Placeholder 6">
            <a:extLst>
              <a:ext uri="{FF2B5EF4-FFF2-40B4-BE49-F238E27FC236}">
                <a16:creationId xmlns:a16="http://schemas.microsoft.com/office/drawing/2014/main" id="{23624CD9-EB2E-A33F-D711-9102DA29D4F2}"/>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125</a:t>
            </a:fld>
            <a:endParaRPr lang="en-GR"/>
          </a:p>
        </p:txBody>
      </p:sp>
      <p:grpSp>
        <p:nvGrpSpPr>
          <p:cNvPr id="2" name="Group 1">
            <a:extLst>
              <a:ext uri="{FF2B5EF4-FFF2-40B4-BE49-F238E27FC236}">
                <a16:creationId xmlns:a16="http://schemas.microsoft.com/office/drawing/2014/main" id="{25630553-6661-D537-C7EA-C9D228038020}"/>
              </a:ext>
            </a:extLst>
          </p:cNvPr>
          <p:cNvGrpSpPr/>
          <p:nvPr/>
        </p:nvGrpSpPr>
        <p:grpSpPr>
          <a:xfrm>
            <a:off x="7353975" y="891181"/>
            <a:ext cx="3806621" cy="5075636"/>
            <a:chOff x="2119150" y="80051"/>
            <a:chExt cx="310537" cy="414061"/>
          </a:xfrm>
          <a:solidFill>
            <a:srgbClr val="AA0028"/>
          </a:solidFill>
        </p:grpSpPr>
        <p:sp>
          <p:nvSpPr>
            <p:cNvPr id="3" name="Freeform 2">
              <a:extLst>
                <a:ext uri="{FF2B5EF4-FFF2-40B4-BE49-F238E27FC236}">
                  <a16:creationId xmlns:a16="http://schemas.microsoft.com/office/drawing/2014/main" id="{E8010636-1D30-0CD3-F313-0C43D090C3EC}"/>
                </a:ext>
              </a:extLst>
            </p:cNvPr>
            <p:cNvSpPr/>
            <p:nvPr/>
          </p:nvSpPr>
          <p:spPr>
            <a:xfrm>
              <a:off x="2119150" y="287082"/>
              <a:ext cx="310537" cy="207030"/>
            </a:xfrm>
            <a:custGeom>
              <a:avLst/>
              <a:gdLst>
                <a:gd name="connsiteX0" fmla="*/ 0 w 310537"/>
                <a:gd name="connsiteY0" fmla="*/ 207031 h 207030"/>
                <a:gd name="connsiteX1" fmla="*/ 310537 w 310537"/>
                <a:gd name="connsiteY1" fmla="*/ 207031 h 207030"/>
                <a:gd name="connsiteX2" fmla="*/ 310537 w 310537"/>
                <a:gd name="connsiteY2" fmla="*/ 0 h 207030"/>
                <a:gd name="connsiteX3" fmla="*/ 298854 w 310537"/>
                <a:gd name="connsiteY3" fmla="*/ 0 h 207030"/>
                <a:gd name="connsiteX4" fmla="*/ 0 w 310537"/>
                <a:gd name="connsiteY4" fmla="*/ 194713 h 207030"/>
                <a:gd name="connsiteX5" fmla="*/ 0 w 310537"/>
                <a:gd name="connsiteY5" fmla="*/ 207031 h 20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537" h="207030">
                  <a:moveTo>
                    <a:pt x="0" y="207031"/>
                  </a:moveTo>
                  <a:lnTo>
                    <a:pt x="310537" y="207031"/>
                  </a:lnTo>
                  <a:lnTo>
                    <a:pt x="310537" y="0"/>
                  </a:lnTo>
                  <a:lnTo>
                    <a:pt x="298854" y="0"/>
                  </a:lnTo>
                  <a:cubicBezTo>
                    <a:pt x="298854" y="107501"/>
                    <a:pt x="165040" y="194713"/>
                    <a:pt x="0" y="194713"/>
                  </a:cubicBezTo>
                  <a:lnTo>
                    <a:pt x="0" y="207031"/>
                  </a:lnTo>
                  <a:close/>
                </a:path>
              </a:pathLst>
            </a:custGeom>
            <a:grpFill/>
            <a:ln w="690" cap="flat">
              <a:noFill/>
              <a:prstDash val="solid"/>
              <a:miter/>
            </a:ln>
          </p:spPr>
          <p:txBody>
            <a:bodyPr rtlCol="0" anchor="ctr"/>
            <a:lstStyle/>
            <a:p>
              <a:endParaRPr lang="en-GR"/>
            </a:p>
          </p:txBody>
        </p:sp>
        <p:sp>
          <p:nvSpPr>
            <p:cNvPr id="4" name="Freeform 3">
              <a:extLst>
                <a:ext uri="{FF2B5EF4-FFF2-40B4-BE49-F238E27FC236}">
                  <a16:creationId xmlns:a16="http://schemas.microsoft.com/office/drawing/2014/main" id="{5DF1C626-A3F2-3832-4C24-E639FCF761D9}"/>
                </a:ext>
              </a:extLst>
            </p:cNvPr>
            <p:cNvSpPr/>
            <p:nvPr/>
          </p:nvSpPr>
          <p:spPr>
            <a:xfrm>
              <a:off x="2119150" y="80051"/>
              <a:ext cx="310537" cy="207030"/>
            </a:xfrm>
            <a:custGeom>
              <a:avLst/>
              <a:gdLst>
                <a:gd name="connsiteX0" fmla="*/ 0 w 310537"/>
                <a:gd name="connsiteY0" fmla="*/ 0 h 207030"/>
                <a:gd name="connsiteX1" fmla="*/ 310537 w 310537"/>
                <a:gd name="connsiteY1" fmla="*/ 0 h 207030"/>
                <a:gd name="connsiteX2" fmla="*/ 310537 w 310537"/>
                <a:gd name="connsiteY2" fmla="*/ 207031 h 207030"/>
                <a:gd name="connsiteX3" fmla="*/ 298854 w 310537"/>
                <a:gd name="connsiteY3" fmla="*/ 207031 h 207030"/>
                <a:gd name="connsiteX4" fmla="*/ 0 w 310537"/>
                <a:gd name="connsiteY4" fmla="*/ 12318 h 207030"/>
                <a:gd name="connsiteX5" fmla="*/ 0 w 310537"/>
                <a:gd name="connsiteY5" fmla="*/ 0 h 20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537" h="207030">
                  <a:moveTo>
                    <a:pt x="0" y="0"/>
                  </a:moveTo>
                  <a:lnTo>
                    <a:pt x="310537" y="0"/>
                  </a:lnTo>
                  <a:lnTo>
                    <a:pt x="310537" y="207031"/>
                  </a:lnTo>
                  <a:lnTo>
                    <a:pt x="298854" y="207031"/>
                  </a:lnTo>
                  <a:cubicBezTo>
                    <a:pt x="298854" y="99530"/>
                    <a:pt x="165040" y="12318"/>
                    <a:pt x="0" y="12318"/>
                  </a:cubicBezTo>
                  <a:lnTo>
                    <a:pt x="0" y="0"/>
                  </a:lnTo>
                  <a:close/>
                </a:path>
              </a:pathLst>
            </a:custGeom>
            <a:grpFill/>
            <a:ln w="690" cap="flat">
              <a:noFill/>
              <a:prstDash val="solid"/>
              <a:miter/>
            </a:ln>
          </p:spPr>
          <p:txBody>
            <a:bodyPr rtlCol="0" anchor="ctr"/>
            <a:lstStyle/>
            <a:p>
              <a:endParaRPr lang="en-GR"/>
            </a:p>
          </p:txBody>
        </p:sp>
      </p:grpSp>
    </p:spTree>
    <p:extLst>
      <p:ext uri="{BB962C8B-B14F-4D97-AF65-F5344CB8AC3E}">
        <p14:creationId xmlns:p14="http://schemas.microsoft.com/office/powerpoint/2010/main" val="88097792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A person with her hair blowing in the wind&#10;&#10;Description automatically generated">
            <a:extLst>
              <a:ext uri="{FF2B5EF4-FFF2-40B4-BE49-F238E27FC236}">
                <a16:creationId xmlns:a16="http://schemas.microsoft.com/office/drawing/2014/main" id="{E41226AF-03DD-5327-060F-7D30678CC238}"/>
              </a:ext>
            </a:extLst>
          </p:cNvPr>
          <p:cNvPicPr>
            <a:picLocks noGrp="1" noChangeAspect="1"/>
          </p:cNvPicPr>
          <p:nvPr>
            <p:ph type="pic" sz="quarter" idx="21"/>
          </p:nvPr>
        </p:nvPicPr>
        <p:blipFill rotWithShape="1">
          <a:blip r:embed="rId2" cstate="screen">
            <a:extLst>
              <a:ext uri="{28A0092B-C50C-407E-A947-70E740481C1C}">
                <a14:useLocalDpi xmlns:a14="http://schemas.microsoft.com/office/drawing/2010/main"/>
              </a:ext>
            </a:extLst>
          </a:blip>
          <a:srcRect t="96" b="96"/>
          <a:stretch/>
        </p:blipFill>
        <p:spPr>
          <a:xfrm>
            <a:off x="6096002" y="540001"/>
            <a:ext cx="5763683" cy="5778001"/>
          </a:xfrm>
        </p:spPr>
      </p:pic>
      <p:sp>
        <p:nvSpPr>
          <p:cNvPr id="5" name="Slide Number Placeholder 4">
            <a:extLst>
              <a:ext uri="{FF2B5EF4-FFF2-40B4-BE49-F238E27FC236}">
                <a16:creationId xmlns:a16="http://schemas.microsoft.com/office/drawing/2014/main" id="{960B2207-C660-6B0C-FA58-A2CC50DBBC8B}"/>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126</a:t>
            </a:fld>
            <a:endParaRPr lang="en-GR"/>
          </a:p>
        </p:txBody>
      </p:sp>
      <p:sp>
        <p:nvSpPr>
          <p:cNvPr id="14" name="Text Placeholder 13">
            <a:extLst>
              <a:ext uri="{FF2B5EF4-FFF2-40B4-BE49-F238E27FC236}">
                <a16:creationId xmlns:a16="http://schemas.microsoft.com/office/drawing/2014/main" id="{4747D46E-2685-104F-E0CC-0FCCF8AB3690}"/>
              </a:ext>
            </a:extLst>
          </p:cNvPr>
          <p:cNvSpPr>
            <a:spLocks noGrp="1"/>
          </p:cNvSpPr>
          <p:nvPr>
            <p:ph type="body" sz="quarter" idx="14"/>
          </p:nvPr>
        </p:nvSpPr>
        <p:spPr>
          <a:xfrm>
            <a:off x="332316" y="1268822"/>
            <a:ext cx="5036400"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p>
          <a:p>
            <a:endParaRPr lang="en-GR"/>
          </a:p>
        </p:txBody>
      </p:sp>
      <p:sp>
        <p:nvSpPr>
          <p:cNvPr id="13" name="Title 12">
            <a:extLst>
              <a:ext uri="{FF2B5EF4-FFF2-40B4-BE49-F238E27FC236}">
                <a16:creationId xmlns:a16="http://schemas.microsoft.com/office/drawing/2014/main" id="{48A8D75E-1BC3-0B99-3938-6D95B3DDDB7B}"/>
              </a:ext>
            </a:extLst>
          </p:cNvPr>
          <p:cNvSpPr>
            <a:spLocks noGrp="1"/>
          </p:cNvSpPr>
          <p:nvPr>
            <p:ph type="ctrTitle"/>
          </p:nvPr>
        </p:nvSpPr>
        <p:spPr>
          <a:xfrm>
            <a:off x="332316" y="409284"/>
            <a:ext cx="5037767" cy="139397"/>
          </a:xfrm>
        </p:spPr>
        <p:txBody>
          <a:bodyPr/>
          <a:lstStyle/>
          <a:p>
            <a:r>
              <a:rPr lang="en-GR"/>
              <a:t>Page Layout Examples</a:t>
            </a:r>
          </a:p>
        </p:txBody>
      </p:sp>
      <p:sp>
        <p:nvSpPr>
          <p:cNvPr id="15" name="Freeform 14">
            <a:extLst>
              <a:ext uri="{FF2B5EF4-FFF2-40B4-BE49-F238E27FC236}">
                <a16:creationId xmlns:a16="http://schemas.microsoft.com/office/drawing/2014/main" id="{40DE0EEA-4787-DEDA-A98E-10D914AA4B36}"/>
              </a:ext>
            </a:extLst>
          </p:cNvPr>
          <p:cNvSpPr/>
          <p:nvPr/>
        </p:nvSpPr>
        <p:spPr>
          <a:xfrm>
            <a:off x="6737932" y="1266060"/>
            <a:ext cx="5454071" cy="4320434"/>
          </a:xfrm>
          <a:custGeom>
            <a:avLst/>
            <a:gdLst>
              <a:gd name="connsiteX0" fmla="*/ 0 w 5454071"/>
              <a:gd name="connsiteY0" fmla="*/ 0 h 4320434"/>
              <a:gd name="connsiteX1" fmla="*/ 5454071 w 5454071"/>
              <a:gd name="connsiteY1" fmla="*/ 0 h 4320434"/>
              <a:gd name="connsiteX2" fmla="*/ 5454071 w 5454071"/>
              <a:gd name="connsiteY2" fmla="*/ 724930 h 4320434"/>
              <a:gd name="connsiteX3" fmla="*/ 5452321 w 5454071"/>
              <a:gd name="connsiteY3" fmla="*/ 723677 h 4320434"/>
              <a:gd name="connsiteX4" fmla="*/ 3244468 w 5454071"/>
              <a:gd name="connsiteY4" fmla="*/ 128580 h 4320434"/>
              <a:gd name="connsiteX5" fmla="*/ 122094 w 5454071"/>
              <a:gd name="connsiteY5" fmla="*/ 2160223 h 4320434"/>
              <a:gd name="connsiteX6" fmla="*/ 3244468 w 5454071"/>
              <a:gd name="connsiteY6" fmla="*/ 4191867 h 4320434"/>
              <a:gd name="connsiteX7" fmla="*/ 5452321 w 5454071"/>
              <a:gd name="connsiteY7" fmla="*/ 3596770 h 4320434"/>
              <a:gd name="connsiteX8" fmla="*/ 5454071 w 5454071"/>
              <a:gd name="connsiteY8" fmla="*/ 3595517 h 4320434"/>
              <a:gd name="connsiteX9" fmla="*/ 5454071 w 5454071"/>
              <a:gd name="connsiteY9" fmla="*/ 4320434 h 4320434"/>
              <a:gd name="connsiteX10" fmla="*/ 0 w 5454071"/>
              <a:gd name="connsiteY10" fmla="*/ 4320434 h 432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54071" h="4320434">
                <a:moveTo>
                  <a:pt x="0" y="0"/>
                </a:moveTo>
                <a:lnTo>
                  <a:pt x="5454071" y="0"/>
                </a:lnTo>
                <a:lnTo>
                  <a:pt x="5454071" y="724930"/>
                </a:lnTo>
                <a:lnTo>
                  <a:pt x="5452321" y="723677"/>
                </a:lnTo>
                <a:cubicBezTo>
                  <a:pt x="4887246" y="356008"/>
                  <a:pt x="4106631" y="128580"/>
                  <a:pt x="3244468" y="128580"/>
                </a:cubicBezTo>
                <a:cubicBezTo>
                  <a:pt x="1520143" y="128580"/>
                  <a:pt x="122094" y="1038291"/>
                  <a:pt x="122094" y="2160223"/>
                </a:cubicBezTo>
                <a:cubicBezTo>
                  <a:pt x="122094" y="3282156"/>
                  <a:pt x="1520143" y="4191867"/>
                  <a:pt x="3244468" y="4191867"/>
                </a:cubicBezTo>
                <a:cubicBezTo>
                  <a:pt x="4106631" y="4191867"/>
                  <a:pt x="4887246" y="3964439"/>
                  <a:pt x="5452321" y="3596770"/>
                </a:cubicBezTo>
                <a:lnTo>
                  <a:pt x="5454071" y="3595517"/>
                </a:lnTo>
                <a:lnTo>
                  <a:pt x="5454071" y="4320434"/>
                </a:lnTo>
                <a:lnTo>
                  <a:pt x="0" y="4320434"/>
                </a:lnTo>
                <a:close/>
              </a:path>
            </a:pathLst>
          </a:custGeom>
          <a:solidFill>
            <a:srgbClr val="D9A757"/>
          </a:solidFill>
          <a:ln w="690" cap="flat">
            <a:noFill/>
            <a:prstDash val="solid"/>
            <a:miter/>
          </a:ln>
        </p:spPr>
        <p:txBody>
          <a:bodyPr wrap="square" rtlCol="0" anchor="ctr">
            <a:noAutofit/>
          </a:bodyPr>
          <a:lstStyle/>
          <a:p>
            <a:pPr>
              <a:defRPr/>
            </a:pPr>
            <a:endParaRPr lang="en-GR">
              <a:solidFill>
                <a:prstClr val="black"/>
              </a:solidFill>
              <a:latin typeface="Calibri" panose="020F0502020204030204"/>
            </a:endParaRPr>
          </a:p>
        </p:txBody>
      </p:sp>
      <p:sp>
        <p:nvSpPr>
          <p:cNvPr id="2" name="Text Placeholder 17">
            <a:extLst>
              <a:ext uri="{FF2B5EF4-FFF2-40B4-BE49-F238E27FC236}">
                <a16:creationId xmlns:a16="http://schemas.microsoft.com/office/drawing/2014/main" id="{20D2166E-90F0-E6D3-5585-4FED452FF14C}"/>
              </a:ext>
            </a:extLst>
          </p:cNvPr>
          <p:cNvSpPr>
            <a:spLocks noGrp="1"/>
          </p:cNvSpPr>
          <p:nvPr>
            <p:ph type="body" sz="quarter" idx="16"/>
          </p:nvPr>
        </p:nvSpPr>
        <p:spPr>
          <a:xfrm>
            <a:off x="331788" y="741494"/>
            <a:ext cx="5037137" cy="334515"/>
          </a:xfrm>
        </p:spPr>
        <p:txBody>
          <a:bodyPr/>
          <a:lstStyle/>
          <a:p>
            <a:r>
              <a:rPr lang="en-GR"/>
              <a:t>Title Aptos 18-24pt lines spacing 0,9</a:t>
            </a:r>
          </a:p>
        </p:txBody>
      </p:sp>
    </p:spTree>
    <p:extLst>
      <p:ext uri="{BB962C8B-B14F-4D97-AF65-F5344CB8AC3E}">
        <p14:creationId xmlns:p14="http://schemas.microsoft.com/office/powerpoint/2010/main" val="409304287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2BA41-1E7A-14B7-47BC-1255CB10F581}"/>
            </a:ext>
          </a:extLst>
        </p:cNvPr>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A5EF9C29-ACDC-ADA4-AD4A-401D917EC29E}"/>
              </a:ext>
            </a:extLst>
          </p:cNvPr>
          <p:cNvPicPr>
            <a:picLocks noGrp="1" noChangeAspect="1"/>
          </p:cNvPicPr>
          <p:nvPr>
            <p:ph type="pic" sz="quarter" idx="21"/>
          </p:nvPr>
        </p:nvPicPr>
        <p:blipFill>
          <a:blip r:embed="rId2" cstate="screen">
            <a:extLst>
              <a:ext uri="{28A0092B-C50C-407E-A947-70E740481C1C}">
                <a14:useLocalDpi xmlns:a14="http://schemas.microsoft.com/office/drawing/2010/main"/>
              </a:ext>
            </a:extLst>
          </a:blip>
          <a:srcRect l="16731" r="16731"/>
          <a:stretch/>
        </p:blipFill>
        <p:spPr>
          <a:xfrm>
            <a:off x="6096002" y="540001"/>
            <a:ext cx="5763683" cy="5778001"/>
          </a:xfrm>
        </p:spPr>
      </p:pic>
      <p:sp>
        <p:nvSpPr>
          <p:cNvPr id="5" name="Slide Number Placeholder 4">
            <a:extLst>
              <a:ext uri="{FF2B5EF4-FFF2-40B4-BE49-F238E27FC236}">
                <a16:creationId xmlns:a16="http://schemas.microsoft.com/office/drawing/2014/main" id="{FEA17592-BCC4-AEA2-DBD3-8AEDAF312C3D}"/>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127</a:t>
            </a:fld>
            <a:endParaRPr lang="en-GR"/>
          </a:p>
        </p:txBody>
      </p:sp>
      <p:sp>
        <p:nvSpPr>
          <p:cNvPr id="14" name="Text Placeholder 13">
            <a:extLst>
              <a:ext uri="{FF2B5EF4-FFF2-40B4-BE49-F238E27FC236}">
                <a16:creationId xmlns:a16="http://schemas.microsoft.com/office/drawing/2014/main" id="{BC413D21-15C2-2756-112F-65CFE863C180}"/>
              </a:ext>
            </a:extLst>
          </p:cNvPr>
          <p:cNvSpPr>
            <a:spLocks noGrp="1"/>
          </p:cNvSpPr>
          <p:nvPr>
            <p:ph type="body" sz="quarter" idx="14"/>
          </p:nvPr>
        </p:nvSpPr>
        <p:spPr>
          <a:xfrm>
            <a:off x="332316" y="1268822"/>
            <a:ext cx="5036400"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3" name="Title 12">
            <a:extLst>
              <a:ext uri="{FF2B5EF4-FFF2-40B4-BE49-F238E27FC236}">
                <a16:creationId xmlns:a16="http://schemas.microsoft.com/office/drawing/2014/main" id="{0A6DD4F0-0FA8-140F-F6AE-51010C665049}"/>
              </a:ext>
            </a:extLst>
          </p:cNvPr>
          <p:cNvSpPr>
            <a:spLocks noGrp="1"/>
          </p:cNvSpPr>
          <p:nvPr>
            <p:ph type="ctrTitle"/>
          </p:nvPr>
        </p:nvSpPr>
        <p:spPr>
          <a:xfrm>
            <a:off x="332316" y="409284"/>
            <a:ext cx="5037767" cy="139397"/>
          </a:xfrm>
        </p:spPr>
        <p:txBody>
          <a:bodyPr/>
          <a:lstStyle/>
          <a:p>
            <a:r>
              <a:rPr lang="en-GR"/>
              <a:t>Page Layout Examples</a:t>
            </a:r>
          </a:p>
        </p:txBody>
      </p:sp>
      <p:sp>
        <p:nvSpPr>
          <p:cNvPr id="3" name="Text Placeholder 17">
            <a:extLst>
              <a:ext uri="{FF2B5EF4-FFF2-40B4-BE49-F238E27FC236}">
                <a16:creationId xmlns:a16="http://schemas.microsoft.com/office/drawing/2014/main" id="{1D92B515-C5CA-D961-ABB5-36456C9B080E}"/>
              </a:ext>
            </a:extLst>
          </p:cNvPr>
          <p:cNvSpPr>
            <a:spLocks noGrp="1"/>
          </p:cNvSpPr>
          <p:nvPr>
            <p:ph type="body" sz="quarter" idx="16"/>
          </p:nvPr>
        </p:nvSpPr>
        <p:spPr>
          <a:xfrm>
            <a:off x="332316" y="741494"/>
            <a:ext cx="5036400" cy="334515"/>
          </a:xfrm>
        </p:spPr>
        <p:txBody>
          <a:bodyPr/>
          <a:lstStyle/>
          <a:p>
            <a:r>
              <a:rPr lang="en-GR"/>
              <a:t>Title Aptos 18-24pt lines spacing 0,9</a:t>
            </a:r>
          </a:p>
        </p:txBody>
      </p:sp>
      <p:sp>
        <p:nvSpPr>
          <p:cNvPr id="15" name="Freeform 14">
            <a:extLst>
              <a:ext uri="{FF2B5EF4-FFF2-40B4-BE49-F238E27FC236}">
                <a16:creationId xmlns:a16="http://schemas.microsoft.com/office/drawing/2014/main" id="{8B01EA99-8E73-B3F9-9AAD-3632EE10D479}"/>
              </a:ext>
            </a:extLst>
          </p:cNvPr>
          <p:cNvSpPr/>
          <p:nvPr/>
        </p:nvSpPr>
        <p:spPr>
          <a:xfrm>
            <a:off x="6737932" y="1266060"/>
            <a:ext cx="5454071" cy="4320434"/>
          </a:xfrm>
          <a:custGeom>
            <a:avLst/>
            <a:gdLst>
              <a:gd name="connsiteX0" fmla="*/ 0 w 5454071"/>
              <a:gd name="connsiteY0" fmla="*/ 0 h 4320434"/>
              <a:gd name="connsiteX1" fmla="*/ 5454071 w 5454071"/>
              <a:gd name="connsiteY1" fmla="*/ 0 h 4320434"/>
              <a:gd name="connsiteX2" fmla="*/ 5454071 w 5454071"/>
              <a:gd name="connsiteY2" fmla="*/ 724930 h 4320434"/>
              <a:gd name="connsiteX3" fmla="*/ 5452321 w 5454071"/>
              <a:gd name="connsiteY3" fmla="*/ 723677 h 4320434"/>
              <a:gd name="connsiteX4" fmla="*/ 3244468 w 5454071"/>
              <a:gd name="connsiteY4" fmla="*/ 128580 h 4320434"/>
              <a:gd name="connsiteX5" fmla="*/ 122094 w 5454071"/>
              <a:gd name="connsiteY5" fmla="*/ 2160223 h 4320434"/>
              <a:gd name="connsiteX6" fmla="*/ 3244468 w 5454071"/>
              <a:gd name="connsiteY6" fmla="*/ 4191867 h 4320434"/>
              <a:gd name="connsiteX7" fmla="*/ 5452321 w 5454071"/>
              <a:gd name="connsiteY7" fmla="*/ 3596770 h 4320434"/>
              <a:gd name="connsiteX8" fmla="*/ 5454071 w 5454071"/>
              <a:gd name="connsiteY8" fmla="*/ 3595517 h 4320434"/>
              <a:gd name="connsiteX9" fmla="*/ 5454071 w 5454071"/>
              <a:gd name="connsiteY9" fmla="*/ 4320434 h 4320434"/>
              <a:gd name="connsiteX10" fmla="*/ 0 w 5454071"/>
              <a:gd name="connsiteY10" fmla="*/ 4320434 h 432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54071" h="4320434">
                <a:moveTo>
                  <a:pt x="0" y="0"/>
                </a:moveTo>
                <a:lnTo>
                  <a:pt x="5454071" y="0"/>
                </a:lnTo>
                <a:lnTo>
                  <a:pt x="5454071" y="724930"/>
                </a:lnTo>
                <a:lnTo>
                  <a:pt x="5452321" y="723677"/>
                </a:lnTo>
                <a:cubicBezTo>
                  <a:pt x="4887246" y="356008"/>
                  <a:pt x="4106631" y="128580"/>
                  <a:pt x="3244468" y="128580"/>
                </a:cubicBezTo>
                <a:cubicBezTo>
                  <a:pt x="1520143" y="128580"/>
                  <a:pt x="122094" y="1038291"/>
                  <a:pt x="122094" y="2160223"/>
                </a:cubicBezTo>
                <a:cubicBezTo>
                  <a:pt x="122094" y="3282156"/>
                  <a:pt x="1520143" y="4191867"/>
                  <a:pt x="3244468" y="4191867"/>
                </a:cubicBezTo>
                <a:cubicBezTo>
                  <a:pt x="4106631" y="4191867"/>
                  <a:pt x="4887246" y="3964439"/>
                  <a:pt x="5452321" y="3596770"/>
                </a:cubicBezTo>
                <a:lnTo>
                  <a:pt x="5454071" y="3595517"/>
                </a:lnTo>
                <a:lnTo>
                  <a:pt x="5454071" y="4320434"/>
                </a:lnTo>
                <a:lnTo>
                  <a:pt x="0" y="4320434"/>
                </a:lnTo>
                <a:close/>
              </a:path>
            </a:pathLst>
          </a:custGeom>
          <a:solidFill>
            <a:srgbClr val="D9A757"/>
          </a:solidFill>
          <a:ln w="690" cap="flat">
            <a:noFill/>
            <a:prstDash val="solid"/>
            <a:miter/>
          </a:ln>
        </p:spPr>
        <p:txBody>
          <a:bodyPr wrap="square" rtlCol="0" anchor="ctr">
            <a:noAutofit/>
          </a:bodyPr>
          <a:lstStyle/>
          <a:p>
            <a:pPr>
              <a:defRPr/>
            </a:pPr>
            <a:endParaRPr lang="en-GR">
              <a:solidFill>
                <a:prstClr val="black"/>
              </a:solidFill>
              <a:latin typeface="Calibri" panose="020F0502020204030204"/>
            </a:endParaRPr>
          </a:p>
        </p:txBody>
      </p:sp>
      <p:grpSp>
        <p:nvGrpSpPr>
          <p:cNvPr id="2" name="Group 1">
            <a:extLst>
              <a:ext uri="{FF2B5EF4-FFF2-40B4-BE49-F238E27FC236}">
                <a16:creationId xmlns:a16="http://schemas.microsoft.com/office/drawing/2014/main" id="{64D9469F-96FF-DD03-492F-13A1FAEC4621}"/>
              </a:ext>
            </a:extLst>
          </p:cNvPr>
          <p:cNvGrpSpPr/>
          <p:nvPr/>
        </p:nvGrpSpPr>
        <p:grpSpPr>
          <a:xfrm>
            <a:off x="1654112" y="359377"/>
            <a:ext cx="3030369" cy="1555952"/>
            <a:chOff x="7334152" y="981892"/>
            <a:chExt cx="3030369" cy="1555952"/>
          </a:xfrm>
        </p:grpSpPr>
        <p:sp>
          <p:nvSpPr>
            <p:cNvPr id="6" name="Rounded Rectangle 5">
              <a:extLst>
                <a:ext uri="{FF2B5EF4-FFF2-40B4-BE49-F238E27FC236}">
                  <a16:creationId xmlns:a16="http://schemas.microsoft.com/office/drawing/2014/main" id="{8AB3E675-E1BB-E576-F3B9-9EB6379D604C}"/>
                </a:ext>
              </a:extLst>
            </p:cNvPr>
            <p:cNvSpPr/>
            <p:nvPr/>
          </p:nvSpPr>
          <p:spPr>
            <a:xfrm>
              <a:off x="7433567" y="981892"/>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Hyper Title</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a:t>
              </a:r>
              <a:r>
                <a:rPr lang="el-GR" sz="800" err="1">
                  <a:solidFill>
                    <a:schemeClr val="bg1">
                      <a:lumMod val="95000"/>
                    </a:schemeClr>
                  </a:solidFill>
                  <a:latin typeface="Aptos" panose="020B0004020202020204" pitchFamily="34" charset="0"/>
                </a:rPr>
                <a:t>υπέρτιτλος</a:t>
              </a:r>
              <a:r>
                <a:rPr lang="el-GR" sz="800">
                  <a:solidFill>
                    <a:schemeClr val="bg1">
                      <a:lumMod val="95000"/>
                    </a:schemeClr>
                  </a:solidFill>
                  <a:latin typeface="Aptos" panose="020B0004020202020204" pitchFamily="34" charset="0"/>
                </a:rPr>
                <a:t> στα </a:t>
              </a:r>
              <a:r>
                <a:rPr lang="en-US" sz="800">
                  <a:solidFill>
                    <a:schemeClr val="bg1">
                      <a:lumMod val="95000"/>
                    </a:schemeClr>
                  </a:solidFill>
                  <a:latin typeface="Aptos" panose="020B0004020202020204" pitchFamily="34" charset="0"/>
                </a:rPr>
                <a:t>Sample Pages  </a:t>
              </a:r>
              <a:r>
                <a:rPr lang="el-GR" sz="800">
                  <a:solidFill>
                    <a:schemeClr val="bg1">
                      <a:lumMod val="95000"/>
                    </a:schemeClr>
                  </a:solidFill>
                  <a:latin typeface="Aptos" panose="020B0004020202020204" pitchFamily="34" charset="0"/>
                </a:rPr>
                <a:t>και σε όλο το έγγραφο είναι πάντα </a:t>
              </a:r>
              <a:r>
                <a:rPr lang="en-US" sz="800">
                  <a:solidFill>
                    <a:schemeClr val="bg1">
                      <a:lumMod val="95000"/>
                    </a:schemeClr>
                  </a:solidFill>
                  <a:latin typeface="Aptos" panose="020B0004020202020204" pitchFamily="34" charset="0"/>
                </a:rPr>
                <a:t>Aptos Regular 10pt, line space: multiple 0,9 </a:t>
              </a:r>
              <a:r>
                <a:rPr lang="el-GR" sz="800">
                  <a:solidFill>
                    <a:schemeClr val="bg1">
                      <a:lumMod val="95000"/>
                    </a:schemeClr>
                  </a:solidFill>
                  <a:latin typeface="Aptos" panose="020B0004020202020204" pitchFamily="34" charset="0"/>
                </a:rPr>
                <a:t>και χρώμα</a:t>
              </a:r>
              <a:r>
                <a:rPr lang="en-US" sz="800">
                  <a:solidFill>
                    <a:schemeClr val="bg1">
                      <a:lumMod val="95000"/>
                    </a:schemeClr>
                  </a:solidFill>
                  <a:latin typeface="Aptos" panose="020B0004020202020204" pitchFamily="34" charset="0"/>
                </a:rPr>
                <a:t> Dark Teal</a:t>
              </a:r>
              <a:r>
                <a:rPr lang="el-GR" sz="800">
                  <a:solidFill>
                    <a:schemeClr val="bg1">
                      <a:lumMod val="95000"/>
                    </a:schemeClr>
                  </a:solidFill>
                  <a:latin typeface="Aptos" panose="020B0004020202020204" pitchFamily="34" charset="0"/>
                </a:rPr>
                <a:t>.</a:t>
              </a:r>
              <a:endParaRPr lang="en-US" sz="800">
                <a:solidFill>
                  <a:schemeClr val="bg1">
                    <a:lumMod val="95000"/>
                  </a:schemeClr>
                </a:solidFill>
                <a:latin typeface="Aptos" panose="020B0004020202020204" pitchFamily="34" charset="0"/>
              </a:endParaRPr>
            </a:p>
            <a:p>
              <a:pPr>
                <a:lnSpc>
                  <a:spcPct val="110000"/>
                </a:lnSpc>
                <a:spcBef>
                  <a:spcPts val="900"/>
                </a:spcBef>
              </a:pPr>
              <a:r>
                <a:rPr lang="en-GB" sz="800">
                  <a:solidFill>
                    <a:schemeClr val="bg1">
                      <a:lumMod val="95000"/>
                    </a:schemeClr>
                  </a:solidFill>
                  <a:latin typeface="Aptos" panose="020B0004020202020204" pitchFamily="34" charset="0"/>
                </a:rPr>
                <a:t>The </a:t>
              </a:r>
              <a:r>
                <a:rPr lang="en-US" sz="800">
                  <a:solidFill>
                    <a:schemeClr val="bg1">
                      <a:lumMod val="95000"/>
                    </a:schemeClr>
                  </a:solidFill>
                  <a:latin typeface="Aptos" panose="020B0004020202020204" pitchFamily="34" charset="0"/>
                </a:rPr>
                <a:t>hyper title</a:t>
              </a:r>
              <a:r>
                <a:rPr lang="en-GB" sz="800">
                  <a:solidFill>
                    <a:schemeClr val="bg1">
                      <a:lumMod val="95000"/>
                    </a:schemeClr>
                  </a:solidFill>
                  <a:latin typeface="Aptos" panose="020B0004020202020204" pitchFamily="34" charset="0"/>
                </a:rPr>
                <a:t> in the Sample Pages and throughout the document is always Aptos Regular 10pt, line space: multiple 0.9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Dark Teal.</a:t>
              </a:r>
              <a:endParaRPr lang="en-GR" sz="800">
                <a:solidFill>
                  <a:schemeClr val="bg1">
                    <a:lumMod val="95000"/>
                  </a:schemeClr>
                </a:solidFill>
                <a:latin typeface="Aptos" panose="020B0004020202020204" pitchFamily="34" charset="0"/>
              </a:endParaRPr>
            </a:p>
          </p:txBody>
        </p:sp>
        <p:sp>
          <p:nvSpPr>
            <p:cNvPr id="7" name="Triangle 6">
              <a:extLst>
                <a:ext uri="{FF2B5EF4-FFF2-40B4-BE49-F238E27FC236}">
                  <a16:creationId xmlns:a16="http://schemas.microsoft.com/office/drawing/2014/main" id="{C7D7EB23-46B5-E758-8214-806409107308}"/>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101333766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9BE3F1F2-55CA-D1ED-22E9-BA9C188EAC9C}"/>
              </a:ext>
            </a:extLst>
          </p:cNvPr>
          <p:cNvSpPr>
            <a:spLocks noGrp="1"/>
          </p:cNvSpPr>
          <p:nvPr>
            <p:ph type="pic" sz="quarter" idx="21"/>
          </p:nvPr>
        </p:nvSpPr>
        <p:spPr/>
        <p:txBody>
          <a:bodyPr/>
          <a:lstStyle/>
          <a:p>
            <a:endParaRPr lang="en-GR"/>
          </a:p>
        </p:txBody>
      </p:sp>
      <p:sp>
        <p:nvSpPr>
          <p:cNvPr id="5" name="Slide Number Placeholder 4">
            <a:extLst>
              <a:ext uri="{FF2B5EF4-FFF2-40B4-BE49-F238E27FC236}">
                <a16:creationId xmlns:a16="http://schemas.microsoft.com/office/drawing/2014/main" id="{960B2207-C660-6B0C-FA58-A2CC50DBBC8B}"/>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128</a:t>
            </a:fld>
            <a:endParaRPr lang="en-GR"/>
          </a:p>
        </p:txBody>
      </p:sp>
      <p:sp>
        <p:nvSpPr>
          <p:cNvPr id="15" name="Text Placeholder 14">
            <a:extLst>
              <a:ext uri="{FF2B5EF4-FFF2-40B4-BE49-F238E27FC236}">
                <a16:creationId xmlns:a16="http://schemas.microsoft.com/office/drawing/2014/main" id="{74CC4FF9-C88A-3E9D-EB2C-C3E304FB607F}"/>
              </a:ext>
            </a:extLst>
          </p:cNvPr>
          <p:cNvSpPr>
            <a:spLocks noGrp="1"/>
          </p:cNvSpPr>
          <p:nvPr>
            <p:ph type="body" sz="quarter" idx="14"/>
          </p:nvPr>
        </p:nvSpPr>
        <p:spPr>
          <a:xfrm>
            <a:off x="332316" y="1268822"/>
            <a:ext cx="5036400"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4" name="Title 13">
            <a:extLst>
              <a:ext uri="{FF2B5EF4-FFF2-40B4-BE49-F238E27FC236}">
                <a16:creationId xmlns:a16="http://schemas.microsoft.com/office/drawing/2014/main" id="{552030AC-4F78-DB04-68B2-507C0D848A20}"/>
              </a:ext>
            </a:extLst>
          </p:cNvPr>
          <p:cNvSpPr>
            <a:spLocks noGrp="1"/>
          </p:cNvSpPr>
          <p:nvPr>
            <p:ph type="ctrTitle"/>
          </p:nvPr>
        </p:nvSpPr>
        <p:spPr>
          <a:xfrm>
            <a:off x="332316" y="409284"/>
            <a:ext cx="5037767" cy="139397"/>
          </a:xfrm>
        </p:spPr>
        <p:txBody>
          <a:bodyPr/>
          <a:lstStyle/>
          <a:p>
            <a:r>
              <a:rPr lang="en-GR"/>
              <a:t>Page Layout Examples</a:t>
            </a:r>
          </a:p>
        </p:txBody>
      </p:sp>
      <p:sp>
        <p:nvSpPr>
          <p:cNvPr id="3" name="Text Placeholder 17">
            <a:extLst>
              <a:ext uri="{FF2B5EF4-FFF2-40B4-BE49-F238E27FC236}">
                <a16:creationId xmlns:a16="http://schemas.microsoft.com/office/drawing/2014/main" id="{CAC46194-7CD3-D455-B36A-1184EC161987}"/>
              </a:ext>
            </a:extLst>
          </p:cNvPr>
          <p:cNvSpPr>
            <a:spLocks noGrp="1"/>
          </p:cNvSpPr>
          <p:nvPr>
            <p:ph type="body" sz="quarter" idx="16"/>
          </p:nvPr>
        </p:nvSpPr>
        <p:spPr>
          <a:xfrm>
            <a:off x="332316" y="741494"/>
            <a:ext cx="5036400" cy="334515"/>
          </a:xfrm>
        </p:spPr>
        <p:txBody>
          <a:bodyPr/>
          <a:lstStyle/>
          <a:p>
            <a:r>
              <a:rPr lang="en-GR"/>
              <a:t>Title Aptos 18-24pt lines spacing 0,9</a:t>
            </a:r>
          </a:p>
        </p:txBody>
      </p:sp>
      <p:pic>
        <p:nvPicPr>
          <p:cNvPr id="11" name="Picture 10">
            <a:extLst>
              <a:ext uri="{FF2B5EF4-FFF2-40B4-BE49-F238E27FC236}">
                <a16:creationId xmlns:a16="http://schemas.microsoft.com/office/drawing/2014/main" id="{EA19D814-6E02-F105-8C5B-5EE5D22096D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096001" y="531318"/>
            <a:ext cx="5763683" cy="5786682"/>
          </a:xfrm>
          <a:prstGeom prst="rect">
            <a:avLst/>
          </a:prstGeom>
          <a:blipFill>
            <a:blip r:embed="rId4" cstate="screen">
              <a:extLst>
                <a:ext uri="{28A0092B-C50C-407E-A947-70E740481C1C}">
                  <a14:useLocalDpi xmlns:a14="http://schemas.microsoft.com/office/drawing/2010/main"/>
                </a:ext>
              </a:extLst>
            </a:blip>
            <a:stretch>
              <a:fillRect/>
            </a:stretch>
          </a:blipFill>
        </p:spPr>
      </p:pic>
      <p:sp>
        <p:nvSpPr>
          <p:cNvPr id="12" name="Freeform 11">
            <a:extLst>
              <a:ext uri="{FF2B5EF4-FFF2-40B4-BE49-F238E27FC236}">
                <a16:creationId xmlns:a16="http://schemas.microsoft.com/office/drawing/2014/main" id="{1A02B93F-24FD-4B9D-A47B-29F14ACA9D27}"/>
              </a:ext>
            </a:extLst>
          </p:cNvPr>
          <p:cNvSpPr/>
          <p:nvPr/>
        </p:nvSpPr>
        <p:spPr>
          <a:xfrm>
            <a:off x="5421289" y="-7"/>
            <a:ext cx="6762980" cy="6857998"/>
          </a:xfrm>
          <a:custGeom>
            <a:avLst/>
            <a:gdLst>
              <a:gd name="connsiteX0" fmla="*/ 4001986 w 6762980"/>
              <a:gd name="connsiteY0" fmla="*/ 5143499 h 6857998"/>
              <a:gd name="connsiteX1" fmla="*/ 4001986 w 6762980"/>
              <a:gd name="connsiteY1" fmla="*/ 5147670 h 6857998"/>
              <a:gd name="connsiteX2" fmla="*/ 4060287 w 6762980"/>
              <a:gd name="connsiteY2" fmla="*/ 5147670 h 6857998"/>
              <a:gd name="connsiteX3" fmla="*/ 4060287 w 6762980"/>
              <a:gd name="connsiteY3" fmla="*/ 5998663 h 6857998"/>
              <a:gd name="connsiteX4" fmla="*/ 5405385 w 6762980"/>
              <a:gd name="connsiteY4" fmla="*/ 5998663 h 6857998"/>
              <a:gd name="connsiteX5" fmla="*/ 5405385 w 6762980"/>
              <a:gd name="connsiteY5" fmla="*/ 6061237 h 6857998"/>
              <a:gd name="connsiteX6" fmla="*/ 4110257 w 6762980"/>
              <a:gd name="connsiteY6" fmla="*/ 6857998 h 6857998"/>
              <a:gd name="connsiteX7" fmla="*/ 4110257 w 6762980"/>
              <a:gd name="connsiteY7" fmla="*/ 6853827 h 6857998"/>
              <a:gd name="connsiteX8" fmla="*/ 4051956 w 6762980"/>
              <a:gd name="connsiteY8" fmla="*/ 6853827 h 6857998"/>
              <a:gd name="connsiteX9" fmla="*/ 4051956 w 6762980"/>
              <a:gd name="connsiteY9" fmla="*/ 6002834 h 6857998"/>
              <a:gd name="connsiteX10" fmla="*/ 2706858 w 6762980"/>
              <a:gd name="connsiteY10" fmla="*/ 6002834 h 6857998"/>
              <a:gd name="connsiteX11" fmla="*/ 2706858 w 6762980"/>
              <a:gd name="connsiteY11" fmla="*/ 5940260 h 6857998"/>
              <a:gd name="connsiteX12" fmla="*/ 4001986 w 6762980"/>
              <a:gd name="connsiteY12" fmla="*/ 5143499 h 6857998"/>
              <a:gd name="connsiteX13" fmla="*/ 4051956 w 6762980"/>
              <a:gd name="connsiteY13" fmla="*/ 3428997 h 6857998"/>
              <a:gd name="connsiteX14" fmla="*/ 4110257 w 6762980"/>
              <a:gd name="connsiteY14" fmla="*/ 3428997 h 6857998"/>
              <a:gd name="connsiteX15" fmla="*/ 5405385 w 6762980"/>
              <a:gd name="connsiteY15" fmla="*/ 4225761 h 6857998"/>
              <a:gd name="connsiteX16" fmla="*/ 5405385 w 6762980"/>
              <a:gd name="connsiteY16" fmla="*/ 4288332 h 6857998"/>
              <a:gd name="connsiteX17" fmla="*/ 4060287 w 6762980"/>
              <a:gd name="connsiteY17" fmla="*/ 4288332 h 6857998"/>
              <a:gd name="connsiteX18" fmla="*/ 4060287 w 6762980"/>
              <a:gd name="connsiteY18" fmla="*/ 5143496 h 6857998"/>
              <a:gd name="connsiteX19" fmla="*/ 4001986 w 6762980"/>
              <a:gd name="connsiteY19" fmla="*/ 5143496 h 6857998"/>
              <a:gd name="connsiteX20" fmla="*/ 2706858 w 6762980"/>
              <a:gd name="connsiteY20" fmla="*/ 4346735 h 6857998"/>
              <a:gd name="connsiteX21" fmla="*/ 2706858 w 6762980"/>
              <a:gd name="connsiteY21" fmla="*/ 4284161 h 6857998"/>
              <a:gd name="connsiteX22" fmla="*/ 4051956 w 6762980"/>
              <a:gd name="connsiteY22" fmla="*/ 4284161 h 6857998"/>
              <a:gd name="connsiteX23" fmla="*/ 5409551 w 6762980"/>
              <a:gd name="connsiteY23" fmla="*/ 2569662 h 6857998"/>
              <a:gd name="connsiteX24" fmla="*/ 6762980 w 6762980"/>
              <a:gd name="connsiteY24" fmla="*/ 2569662 h 6857998"/>
              <a:gd name="connsiteX25" fmla="*/ 6762980 w 6762980"/>
              <a:gd name="connsiteY25" fmla="*/ 3428997 h 6857998"/>
              <a:gd name="connsiteX26" fmla="*/ 6762980 w 6762980"/>
              <a:gd name="connsiteY26" fmla="*/ 4288332 h 6857998"/>
              <a:gd name="connsiteX27" fmla="*/ 5409551 w 6762980"/>
              <a:gd name="connsiteY27" fmla="*/ 4288332 h 6857998"/>
              <a:gd name="connsiteX28" fmla="*/ 5409551 w 6762980"/>
              <a:gd name="connsiteY28" fmla="*/ 4225761 h 6857998"/>
              <a:gd name="connsiteX29" fmla="*/ 6704680 w 6762980"/>
              <a:gd name="connsiteY29" fmla="*/ 3428997 h 6857998"/>
              <a:gd name="connsiteX30" fmla="*/ 5409551 w 6762980"/>
              <a:gd name="connsiteY30" fmla="*/ 2632237 h 6857998"/>
              <a:gd name="connsiteX31" fmla="*/ 1295128 w 6762980"/>
              <a:gd name="connsiteY31" fmla="*/ 1714499 h 6857998"/>
              <a:gd name="connsiteX32" fmla="*/ 1353429 w 6762980"/>
              <a:gd name="connsiteY32" fmla="*/ 1714499 h 6857998"/>
              <a:gd name="connsiteX33" fmla="*/ 1353429 w 6762980"/>
              <a:gd name="connsiteY33" fmla="*/ 2569662 h 6857998"/>
              <a:gd name="connsiteX34" fmla="*/ 2702693 w 6762980"/>
              <a:gd name="connsiteY34" fmla="*/ 2569662 h 6857998"/>
              <a:gd name="connsiteX35" fmla="*/ 2702693 w 6762980"/>
              <a:gd name="connsiteY35" fmla="*/ 2632237 h 6857998"/>
              <a:gd name="connsiteX36" fmla="*/ 1407564 w 6762980"/>
              <a:gd name="connsiteY36" fmla="*/ 3428997 h 6857998"/>
              <a:gd name="connsiteX37" fmla="*/ 1349264 w 6762980"/>
              <a:gd name="connsiteY37" fmla="*/ 3428997 h 6857998"/>
              <a:gd name="connsiteX38" fmla="*/ 1349264 w 6762980"/>
              <a:gd name="connsiteY38" fmla="*/ 2573833 h 6857998"/>
              <a:gd name="connsiteX39" fmla="*/ 0 w 6762980"/>
              <a:gd name="connsiteY39" fmla="*/ 2573833 h 6857998"/>
              <a:gd name="connsiteX40" fmla="*/ 0 w 6762980"/>
              <a:gd name="connsiteY40" fmla="*/ 2511262 h 6857998"/>
              <a:gd name="connsiteX41" fmla="*/ 1295128 w 6762980"/>
              <a:gd name="connsiteY41" fmla="*/ 1714499 h 6857998"/>
              <a:gd name="connsiteX42" fmla="*/ 4001986 w 6762980"/>
              <a:gd name="connsiteY42" fmla="*/ 0 h 6857998"/>
              <a:gd name="connsiteX43" fmla="*/ 4060287 w 6762980"/>
              <a:gd name="connsiteY43" fmla="*/ 0 h 6857998"/>
              <a:gd name="connsiteX44" fmla="*/ 4060287 w 6762980"/>
              <a:gd name="connsiteY44" fmla="*/ 859335 h 6857998"/>
              <a:gd name="connsiteX45" fmla="*/ 2706858 w 6762980"/>
              <a:gd name="connsiteY45" fmla="*/ 859335 h 6857998"/>
              <a:gd name="connsiteX46" fmla="*/ 2706858 w 6762980"/>
              <a:gd name="connsiteY46" fmla="*/ 796763 h 6857998"/>
              <a:gd name="connsiteX47" fmla="*/ 4001986 w 6762980"/>
              <a:gd name="connsiteY47"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762980" h="6857998">
                <a:moveTo>
                  <a:pt x="4001986" y="5143499"/>
                </a:moveTo>
                <a:lnTo>
                  <a:pt x="4001986" y="5147670"/>
                </a:lnTo>
                <a:lnTo>
                  <a:pt x="4060287" y="5147670"/>
                </a:lnTo>
                <a:lnTo>
                  <a:pt x="4060287" y="5998663"/>
                </a:lnTo>
                <a:lnTo>
                  <a:pt x="5405385" y="5998663"/>
                </a:lnTo>
                <a:lnTo>
                  <a:pt x="5405385" y="6061237"/>
                </a:lnTo>
                <a:cubicBezTo>
                  <a:pt x="4689109" y="6061237"/>
                  <a:pt x="4110257" y="6419987"/>
                  <a:pt x="4110257" y="6857998"/>
                </a:cubicBezTo>
                <a:lnTo>
                  <a:pt x="4110257" y="6853827"/>
                </a:lnTo>
                <a:lnTo>
                  <a:pt x="4051956" y="6853827"/>
                </a:lnTo>
                <a:lnTo>
                  <a:pt x="4051956" y="6002834"/>
                </a:lnTo>
                <a:lnTo>
                  <a:pt x="2706858" y="6002834"/>
                </a:lnTo>
                <a:lnTo>
                  <a:pt x="2706858" y="5940260"/>
                </a:lnTo>
                <a:cubicBezTo>
                  <a:pt x="3423134" y="5940260"/>
                  <a:pt x="4001986" y="5581510"/>
                  <a:pt x="4001986" y="5143499"/>
                </a:cubicBezTo>
                <a:close/>
                <a:moveTo>
                  <a:pt x="4051956" y="3428997"/>
                </a:moveTo>
                <a:lnTo>
                  <a:pt x="4110257" y="3428997"/>
                </a:lnTo>
                <a:cubicBezTo>
                  <a:pt x="4110257" y="3867008"/>
                  <a:pt x="4689109" y="4225761"/>
                  <a:pt x="5405385" y="4225761"/>
                </a:cubicBezTo>
                <a:lnTo>
                  <a:pt x="5405385" y="4288332"/>
                </a:lnTo>
                <a:lnTo>
                  <a:pt x="4060287" y="4288332"/>
                </a:lnTo>
                <a:lnTo>
                  <a:pt x="4060287" y="5143496"/>
                </a:lnTo>
                <a:lnTo>
                  <a:pt x="4001986" y="5143496"/>
                </a:lnTo>
                <a:cubicBezTo>
                  <a:pt x="4001986" y="4705485"/>
                  <a:pt x="3423134" y="4346735"/>
                  <a:pt x="2706858" y="4346735"/>
                </a:cubicBezTo>
                <a:lnTo>
                  <a:pt x="2706858" y="4284161"/>
                </a:lnTo>
                <a:lnTo>
                  <a:pt x="4051956" y="4284161"/>
                </a:lnTo>
                <a:close/>
                <a:moveTo>
                  <a:pt x="5409551" y="2569662"/>
                </a:moveTo>
                <a:lnTo>
                  <a:pt x="6762980" y="2569662"/>
                </a:lnTo>
                <a:lnTo>
                  <a:pt x="6762980" y="3428997"/>
                </a:lnTo>
                <a:lnTo>
                  <a:pt x="6762980" y="4288332"/>
                </a:lnTo>
                <a:lnTo>
                  <a:pt x="5409551" y="4288332"/>
                </a:lnTo>
                <a:lnTo>
                  <a:pt x="5409551" y="4225761"/>
                </a:lnTo>
                <a:cubicBezTo>
                  <a:pt x="6125827" y="4225761"/>
                  <a:pt x="6704680" y="3867008"/>
                  <a:pt x="6704680" y="3428997"/>
                </a:cubicBezTo>
                <a:cubicBezTo>
                  <a:pt x="6704680" y="2990986"/>
                  <a:pt x="6125827" y="2632237"/>
                  <a:pt x="5409551" y="2632237"/>
                </a:cubicBezTo>
                <a:close/>
                <a:moveTo>
                  <a:pt x="1295128" y="1714499"/>
                </a:moveTo>
                <a:lnTo>
                  <a:pt x="1353429" y="1714499"/>
                </a:lnTo>
                <a:lnTo>
                  <a:pt x="1353429" y="2569662"/>
                </a:lnTo>
                <a:lnTo>
                  <a:pt x="2702693" y="2569662"/>
                </a:lnTo>
                <a:lnTo>
                  <a:pt x="2702693" y="2632237"/>
                </a:lnTo>
                <a:cubicBezTo>
                  <a:pt x="1986417" y="2632237"/>
                  <a:pt x="1407564" y="2990986"/>
                  <a:pt x="1407564" y="3428997"/>
                </a:cubicBezTo>
                <a:lnTo>
                  <a:pt x="1349264" y="3428997"/>
                </a:lnTo>
                <a:lnTo>
                  <a:pt x="1349264" y="2573833"/>
                </a:lnTo>
                <a:lnTo>
                  <a:pt x="0" y="2573833"/>
                </a:lnTo>
                <a:lnTo>
                  <a:pt x="0" y="2511262"/>
                </a:lnTo>
                <a:cubicBezTo>
                  <a:pt x="716276" y="2511262"/>
                  <a:pt x="1295128" y="2152509"/>
                  <a:pt x="1295128" y="1714499"/>
                </a:cubicBezTo>
                <a:close/>
                <a:moveTo>
                  <a:pt x="4001986" y="0"/>
                </a:moveTo>
                <a:lnTo>
                  <a:pt x="4060287" y="0"/>
                </a:lnTo>
                <a:lnTo>
                  <a:pt x="4060287" y="859335"/>
                </a:lnTo>
                <a:lnTo>
                  <a:pt x="2706858" y="859335"/>
                </a:lnTo>
                <a:lnTo>
                  <a:pt x="2706858" y="796763"/>
                </a:lnTo>
                <a:cubicBezTo>
                  <a:pt x="3423134" y="796763"/>
                  <a:pt x="4001986" y="438011"/>
                  <a:pt x="4001986" y="0"/>
                </a:cubicBezTo>
                <a:close/>
              </a:path>
            </a:pathLst>
          </a:custGeom>
          <a:solidFill>
            <a:srgbClr val="0D90FF"/>
          </a:solidFill>
          <a:ln w="16168" cap="flat">
            <a:noFill/>
            <a:prstDash val="solid"/>
            <a:miter/>
          </a:ln>
        </p:spPr>
        <p:txBody>
          <a:bodyPr wrap="square" rtlCol="0" anchor="ctr">
            <a:noAutofit/>
          </a:bodyPr>
          <a:lstStyle/>
          <a:p>
            <a:endParaRPr lang="en-GR"/>
          </a:p>
        </p:txBody>
      </p:sp>
      <p:grpSp>
        <p:nvGrpSpPr>
          <p:cNvPr id="2" name="Group 1">
            <a:extLst>
              <a:ext uri="{FF2B5EF4-FFF2-40B4-BE49-F238E27FC236}">
                <a16:creationId xmlns:a16="http://schemas.microsoft.com/office/drawing/2014/main" id="{1D227A4D-8D6F-94A2-50FD-D89F15F09548}"/>
              </a:ext>
            </a:extLst>
          </p:cNvPr>
          <p:cNvGrpSpPr/>
          <p:nvPr/>
        </p:nvGrpSpPr>
        <p:grpSpPr>
          <a:xfrm>
            <a:off x="5591931" y="789921"/>
            <a:ext cx="3030369" cy="1555952"/>
            <a:chOff x="7334152" y="981892"/>
            <a:chExt cx="3030369" cy="1555952"/>
          </a:xfrm>
        </p:grpSpPr>
        <p:sp>
          <p:nvSpPr>
            <p:cNvPr id="6" name="Rounded Rectangle 5">
              <a:extLst>
                <a:ext uri="{FF2B5EF4-FFF2-40B4-BE49-F238E27FC236}">
                  <a16:creationId xmlns:a16="http://schemas.microsoft.com/office/drawing/2014/main" id="{E36CC664-514A-9A13-F595-6683930B1579}"/>
                </a:ext>
              </a:extLst>
            </p:cNvPr>
            <p:cNvSpPr/>
            <p:nvPr/>
          </p:nvSpPr>
          <p:spPr>
            <a:xfrm>
              <a:off x="7433567" y="981892"/>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Title</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τίτλος στα </a:t>
              </a:r>
              <a:r>
                <a:rPr lang="en-US" sz="800">
                  <a:solidFill>
                    <a:schemeClr val="bg1">
                      <a:lumMod val="95000"/>
                    </a:schemeClr>
                  </a:solidFill>
                  <a:latin typeface="Aptos" panose="020B0004020202020204" pitchFamily="34" charset="0"/>
                </a:rPr>
                <a:t>Sample Pages </a:t>
              </a:r>
              <a:r>
                <a:rPr lang="el-GR" sz="800">
                  <a:solidFill>
                    <a:schemeClr val="bg1">
                      <a:lumMod val="95000"/>
                    </a:schemeClr>
                  </a:solidFill>
                  <a:latin typeface="Aptos" panose="020B0004020202020204" pitchFamily="34" charset="0"/>
                </a:rPr>
                <a:t>είναι πάντα </a:t>
              </a:r>
              <a:r>
                <a:rPr lang="en-US" sz="800">
                  <a:solidFill>
                    <a:schemeClr val="bg1">
                      <a:lumMod val="95000"/>
                    </a:schemeClr>
                  </a:solidFill>
                  <a:latin typeface="Aptos" panose="020B0004020202020204" pitchFamily="34" charset="0"/>
                </a:rPr>
                <a:t>Aptos Regular </a:t>
              </a:r>
              <a:r>
                <a:rPr lang="el-GR" sz="800">
                  <a:solidFill>
                    <a:schemeClr val="bg1">
                      <a:lumMod val="95000"/>
                    </a:schemeClr>
                  </a:solidFill>
                  <a:latin typeface="Aptos" panose="020B0004020202020204" pitchFamily="34" charset="0"/>
                </a:rPr>
                <a:t>από 18</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a:t>
              </a:r>
              <a:r>
                <a:rPr lang="en-US" sz="800" err="1">
                  <a:solidFill>
                    <a:schemeClr val="bg1">
                      <a:lumMod val="95000"/>
                    </a:schemeClr>
                  </a:solidFill>
                  <a:latin typeface="Aptos" panose="020B0004020202020204" pitchFamily="34" charset="0"/>
                </a:rPr>
                <a:t>έ</a:t>
              </a:r>
              <a:r>
                <a:rPr lang="el-GR" sz="800">
                  <a:solidFill>
                    <a:schemeClr val="bg1">
                      <a:lumMod val="95000"/>
                    </a:schemeClr>
                  </a:solidFill>
                  <a:latin typeface="Aptos" panose="020B0004020202020204" pitchFamily="34" charset="0"/>
                </a:rPr>
                <a:t>ως </a:t>
              </a:r>
              <a:r>
                <a:rPr lang="en-US" sz="800">
                  <a:solidFill>
                    <a:schemeClr val="bg1">
                      <a:lumMod val="95000"/>
                    </a:schemeClr>
                  </a:solidFill>
                  <a:latin typeface="Aptos" panose="020B0004020202020204" pitchFamily="34" charset="0"/>
                </a:rPr>
                <a:t>24pt, line space: multiple 0,9 </a:t>
              </a:r>
              <a:r>
                <a:rPr lang="el-GR" sz="800">
                  <a:solidFill>
                    <a:schemeClr val="bg1">
                      <a:lumMod val="95000"/>
                    </a:schemeClr>
                  </a:solidFill>
                  <a:latin typeface="Aptos" panose="020B0004020202020204" pitchFamily="34" charset="0"/>
                </a:rPr>
                <a:t>και χρώμα</a:t>
              </a:r>
              <a:r>
                <a:rPr lang="en-US" sz="800">
                  <a:solidFill>
                    <a:schemeClr val="bg1">
                      <a:lumMod val="95000"/>
                    </a:schemeClr>
                  </a:solidFill>
                  <a:latin typeface="Aptos" panose="020B0004020202020204" pitchFamily="34" charset="0"/>
                </a:rPr>
                <a:t> Dark Teal</a:t>
              </a:r>
              <a:r>
                <a:rPr lang="el-GR" sz="800">
                  <a:solidFill>
                    <a:schemeClr val="bg1">
                      <a:lumMod val="95000"/>
                    </a:schemeClr>
                  </a:solidFill>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The title in the Sample Pages is always Aptos Regular, ranging from 18pt to 24pt, line space: multiple 0.9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Dark Teal.</a:t>
              </a:r>
              <a:endParaRPr lang="en-GR" sz="800">
                <a:solidFill>
                  <a:schemeClr val="bg1">
                    <a:lumMod val="95000"/>
                  </a:schemeClr>
                </a:solidFill>
                <a:latin typeface="Aptos" panose="020B0004020202020204" pitchFamily="34" charset="0"/>
              </a:endParaRPr>
            </a:p>
          </p:txBody>
        </p:sp>
        <p:sp>
          <p:nvSpPr>
            <p:cNvPr id="7" name="Triangle 6">
              <a:extLst>
                <a:ext uri="{FF2B5EF4-FFF2-40B4-BE49-F238E27FC236}">
                  <a16:creationId xmlns:a16="http://schemas.microsoft.com/office/drawing/2014/main" id="{683E2135-C45F-F511-A08B-D54B2C6F0649}"/>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4" name="Group 3">
            <a:extLst>
              <a:ext uri="{FF2B5EF4-FFF2-40B4-BE49-F238E27FC236}">
                <a16:creationId xmlns:a16="http://schemas.microsoft.com/office/drawing/2014/main" id="{52274976-BE80-098B-76B5-C861A5328C6C}"/>
              </a:ext>
            </a:extLst>
          </p:cNvPr>
          <p:cNvGrpSpPr/>
          <p:nvPr/>
        </p:nvGrpSpPr>
        <p:grpSpPr>
          <a:xfrm>
            <a:off x="5237124" y="4269357"/>
            <a:ext cx="3030369" cy="1555952"/>
            <a:chOff x="7334152" y="981892"/>
            <a:chExt cx="3030369" cy="1555952"/>
          </a:xfrm>
        </p:grpSpPr>
        <p:sp>
          <p:nvSpPr>
            <p:cNvPr id="13" name="Rounded Rectangle 12">
              <a:extLst>
                <a:ext uri="{FF2B5EF4-FFF2-40B4-BE49-F238E27FC236}">
                  <a16:creationId xmlns:a16="http://schemas.microsoft.com/office/drawing/2014/main" id="{A51E24C0-F6CC-6CC3-2FF2-EAF88017ECFB}"/>
                </a:ext>
              </a:extLst>
            </p:cNvPr>
            <p:cNvSpPr/>
            <p:nvPr/>
          </p:nvSpPr>
          <p:spPr>
            <a:xfrm>
              <a:off x="7433567" y="981892"/>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Main Text</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Το </a:t>
              </a:r>
              <a:r>
                <a:rPr lang="el-GR" sz="800" err="1">
                  <a:solidFill>
                    <a:schemeClr val="bg1">
                      <a:lumMod val="95000"/>
                    </a:schemeClr>
                  </a:solidFill>
                  <a:latin typeface="Aptos" panose="020B0004020202020204" pitchFamily="34" charset="0"/>
                </a:rPr>
                <a:t>κε</a:t>
              </a:r>
              <a:r>
                <a:rPr lang="en-US" sz="800" err="1">
                  <a:solidFill>
                    <a:schemeClr val="bg1">
                      <a:lumMod val="95000"/>
                    </a:schemeClr>
                  </a:solidFill>
                  <a:latin typeface="Aptos" panose="020B0004020202020204" pitchFamily="34" charset="0"/>
                </a:rPr>
                <a:t>ί</a:t>
              </a:r>
              <a:r>
                <a:rPr lang="el-GR" sz="800" err="1">
                  <a:solidFill>
                    <a:schemeClr val="bg1">
                      <a:lumMod val="95000"/>
                    </a:schemeClr>
                  </a:solidFill>
                  <a:latin typeface="Aptos" panose="020B0004020202020204" pitchFamily="34" charset="0"/>
                </a:rPr>
                <a:t>μενο</a:t>
              </a:r>
              <a:r>
                <a:rPr lang="el-GR" sz="800">
                  <a:solidFill>
                    <a:schemeClr val="bg1">
                      <a:lumMod val="95000"/>
                    </a:schemeClr>
                  </a:solidFill>
                  <a:latin typeface="Aptos" panose="020B0004020202020204" pitchFamily="34" charset="0"/>
                </a:rPr>
                <a:t> στα </a:t>
              </a:r>
              <a:r>
                <a:rPr lang="en-US" sz="800">
                  <a:solidFill>
                    <a:schemeClr val="bg1">
                      <a:lumMod val="95000"/>
                    </a:schemeClr>
                  </a:solidFill>
                  <a:latin typeface="Aptos" panose="020B0004020202020204" pitchFamily="34" charset="0"/>
                </a:rPr>
                <a:t>Sample Pages </a:t>
              </a:r>
              <a:r>
                <a:rPr lang="el-GR" sz="800">
                  <a:solidFill>
                    <a:schemeClr val="bg1">
                      <a:lumMod val="95000"/>
                    </a:schemeClr>
                  </a:solidFill>
                  <a:latin typeface="Aptos" panose="020B0004020202020204" pitchFamily="34" charset="0"/>
                </a:rPr>
                <a:t>είναι πάντα </a:t>
              </a:r>
              <a:r>
                <a:rPr lang="en-US" sz="800">
                  <a:solidFill>
                    <a:schemeClr val="bg1">
                      <a:lumMod val="95000"/>
                    </a:schemeClr>
                  </a:solidFill>
                  <a:latin typeface="Aptos" panose="020B0004020202020204" pitchFamily="34" charset="0"/>
                </a:rPr>
                <a:t>Aptos Regular </a:t>
              </a:r>
              <a:r>
                <a:rPr lang="el-GR" sz="800">
                  <a:solidFill>
                    <a:schemeClr val="bg1">
                      <a:lumMod val="95000"/>
                    </a:schemeClr>
                  </a:solidFill>
                  <a:latin typeface="Aptos" panose="020B0004020202020204" pitchFamily="34" charset="0"/>
                </a:rPr>
                <a:t>11</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line space: multiple </a:t>
              </a:r>
              <a:r>
                <a:rPr lang="el-GR" sz="800">
                  <a:solidFill>
                    <a:schemeClr val="bg1">
                      <a:lumMod val="95000"/>
                    </a:schemeClr>
                  </a:solidFill>
                  <a:latin typeface="Aptos" panose="020B0004020202020204" pitchFamily="34" charset="0"/>
                </a:rPr>
                <a:t>1</a:t>
              </a:r>
              <a:r>
                <a:rPr lang="en-US" sz="800">
                  <a:solidFill>
                    <a:schemeClr val="bg1">
                      <a:lumMod val="95000"/>
                    </a:schemeClr>
                  </a:solidFill>
                  <a:latin typeface="Aptos" panose="020B0004020202020204" pitchFamily="34" charset="0"/>
                </a:rPr>
                <a:t>,</a:t>
              </a:r>
              <a:r>
                <a:rPr lang="el-GR" sz="800">
                  <a:solidFill>
                    <a:schemeClr val="bg1">
                      <a:lumMod val="95000"/>
                    </a:schemeClr>
                  </a:solidFill>
                  <a:latin typeface="Aptos" panose="020B0004020202020204" pitchFamily="34" charset="0"/>
                </a:rPr>
                <a:t>1, </a:t>
              </a:r>
              <a:r>
                <a:rPr lang="en-US" sz="800">
                  <a:solidFill>
                    <a:schemeClr val="bg1">
                      <a:lumMod val="95000"/>
                    </a:schemeClr>
                  </a:solidFill>
                  <a:latin typeface="Aptos" panose="020B0004020202020204" pitchFamily="34" charset="0"/>
                </a:rPr>
                <a:t>p</a:t>
              </a:r>
              <a:r>
                <a:rPr lang="en-US" sz="800">
                  <a:latin typeface="Aptos" panose="020B0004020202020204" pitchFamily="34" charset="0"/>
                </a:rPr>
                <a:t>aragraph space before</a:t>
              </a:r>
              <a:r>
                <a:rPr lang="el-GR" sz="800">
                  <a:solidFill>
                    <a:schemeClr val="bg1"/>
                  </a:solidFill>
                  <a:latin typeface="Aptos" panose="020B0004020202020204" pitchFamily="34" charset="0"/>
                </a:rPr>
                <a:t>: </a:t>
              </a:r>
              <a:r>
                <a:rPr lang="en-GB" sz="800">
                  <a:solidFill>
                    <a:schemeClr val="bg1"/>
                  </a:solidFill>
                  <a:latin typeface="Aptos" panose="020B0004020202020204" pitchFamily="34" charset="0"/>
                </a:rPr>
                <a:t>9pt</a:t>
              </a:r>
              <a:r>
                <a:rPr lang="el-GR" sz="800">
                  <a:solidFill>
                    <a:schemeClr val="bg1">
                      <a:lumMod val="95000"/>
                    </a:schemeClr>
                  </a:solidFill>
                  <a:latin typeface="Aptos" panose="020B0004020202020204" pitchFamily="34" charset="0"/>
                </a:rPr>
                <a:t> </a:t>
              </a:r>
              <a:r>
                <a:rPr lang="en-US" sz="800">
                  <a:solidFill>
                    <a:schemeClr val="bg1">
                      <a:lumMod val="95000"/>
                    </a:schemeClr>
                  </a:solidFill>
                  <a:latin typeface="Aptos" panose="020B0004020202020204" pitchFamily="34" charset="0"/>
                </a:rPr>
                <a:t>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Black</a:t>
              </a:r>
              <a:r>
                <a:rPr lang="el-GR" sz="800">
                  <a:solidFill>
                    <a:schemeClr val="bg1">
                      <a:lumMod val="95000"/>
                    </a:schemeClr>
                  </a:solidFill>
                  <a:latin typeface="Aptos" panose="020B0004020202020204" pitchFamily="34" charset="0"/>
                </a:rPr>
                <a:t>. Για επιλογή </a:t>
              </a:r>
              <a:r>
                <a:rPr lang="en-US" sz="800">
                  <a:solidFill>
                    <a:schemeClr val="bg1">
                      <a:lumMod val="95000"/>
                    </a:schemeClr>
                  </a:solidFill>
                  <a:latin typeface="Aptos" panose="020B0004020202020204" pitchFamily="34" charset="0"/>
                </a:rPr>
                <a:t>bullet point, </a:t>
              </a:r>
              <a:r>
                <a:rPr lang="el-GR" sz="800">
                  <a:solidFill>
                    <a:schemeClr val="bg1">
                      <a:lumMod val="95000"/>
                    </a:schemeClr>
                  </a:solidFill>
                  <a:latin typeface="Aptos" panose="020B0004020202020204" pitchFamily="34" charset="0"/>
                </a:rPr>
                <a:t>βλέπε </a:t>
              </a:r>
              <a:r>
                <a:rPr lang="en-US" sz="800">
                  <a:solidFill>
                    <a:schemeClr val="bg1">
                      <a:lumMod val="95000"/>
                    </a:schemeClr>
                  </a:solidFill>
                  <a:latin typeface="Aptos" panose="020B0004020202020204" pitchFamily="34" charset="0"/>
                </a:rPr>
                <a:t>slide 14.</a:t>
              </a:r>
              <a:endParaRPr lang="el-GR" sz="800">
                <a:solidFill>
                  <a:schemeClr val="bg1">
                    <a:lumMod val="95000"/>
                  </a:schemeClr>
                </a:solidFill>
                <a:latin typeface="Aptos" panose="020B0004020202020204" pitchFamily="34" charset="0"/>
              </a:endParaRPr>
            </a:p>
            <a:p>
              <a:pPr>
                <a:lnSpc>
                  <a:spcPct val="110000"/>
                </a:lnSpc>
                <a:spcBef>
                  <a:spcPts val="900"/>
                </a:spcBef>
              </a:pPr>
              <a:r>
                <a:rPr lang="en-GB" sz="800">
                  <a:solidFill>
                    <a:schemeClr val="bg1">
                      <a:lumMod val="95000"/>
                    </a:schemeClr>
                  </a:solidFill>
                  <a:latin typeface="Aptos" panose="020B0004020202020204" pitchFamily="34" charset="0"/>
                </a:rPr>
                <a:t>The text in the Sample Pages is always Aptos Regular 11pt, line space: multiple 1.1, </a:t>
              </a:r>
              <a:r>
                <a:rPr lang="en-US" sz="800">
                  <a:solidFill>
                    <a:schemeClr val="bg1">
                      <a:lumMod val="95000"/>
                    </a:schemeClr>
                  </a:solidFill>
                  <a:latin typeface="Aptos" panose="020B0004020202020204" pitchFamily="34" charset="0"/>
                </a:rPr>
                <a:t>p</a:t>
              </a:r>
              <a:r>
                <a:rPr lang="en-US" sz="800">
                  <a:latin typeface="Aptos" panose="020B0004020202020204" pitchFamily="34" charset="0"/>
                </a:rPr>
                <a:t>aragraph space before</a:t>
              </a:r>
              <a:r>
                <a:rPr lang="en-GB" sz="800">
                  <a:solidFill>
                    <a:schemeClr val="bg1">
                      <a:lumMod val="95000"/>
                    </a:schemeClr>
                  </a:solidFill>
                  <a:latin typeface="Aptos" panose="020B0004020202020204" pitchFamily="34" charset="0"/>
                </a:rPr>
                <a:t>: 9pt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Black. For bullet point selection, see slide 14.</a:t>
              </a:r>
              <a:endParaRPr lang="en-GR" sz="800">
                <a:solidFill>
                  <a:schemeClr val="bg1">
                    <a:lumMod val="95000"/>
                  </a:schemeClr>
                </a:solidFill>
                <a:latin typeface="Aptos" panose="020B0004020202020204" pitchFamily="34" charset="0"/>
              </a:endParaRPr>
            </a:p>
          </p:txBody>
        </p:sp>
        <p:sp>
          <p:nvSpPr>
            <p:cNvPr id="16" name="Triangle 15">
              <a:extLst>
                <a:ext uri="{FF2B5EF4-FFF2-40B4-BE49-F238E27FC236}">
                  <a16:creationId xmlns:a16="http://schemas.microsoft.com/office/drawing/2014/main" id="{25327E2A-C19C-2FFF-9624-8EBBBA7C8AF5}"/>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63530178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518E0-B9B8-8117-5DD1-996082AADA76}"/>
            </a:ext>
          </a:extLst>
        </p:cNvPr>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4FE8FB3D-3AA1-B170-C2B0-84DEEF31FB10}"/>
              </a:ext>
            </a:extLst>
          </p:cNvPr>
          <p:cNvPicPr>
            <a:picLocks noGrp="1" noChangeAspect="1"/>
          </p:cNvPicPr>
          <p:nvPr>
            <p:ph type="pic" sz="quarter" idx="21"/>
          </p:nvPr>
        </p:nvPicPr>
        <p:blipFill>
          <a:blip r:embed="rId2" cstate="screen">
            <a:extLst>
              <a:ext uri="{28A0092B-C50C-407E-A947-70E740481C1C}">
                <a14:useLocalDpi xmlns:a14="http://schemas.microsoft.com/office/drawing/2010/main"/>
              </a:ext>
            </a:extLst>
          </a:blip>
          <a:srcRect l="16749" r="16749"/>
          <a:stretch/>
        </p:blipFill>
        <p:spPr>
          <a:xfrm>
            <a:off x="6096002" y="540001"/>
            <a:ext cx="5763683" cy="5778001"/>
          </a:xfrm>
        </p:spPr>
      </p:pic>
      <p:sp>
        <p:nvSpPr>
          <p:cNvPr id="5" name="Slide Number Placeholder 4">
            <a:extLst>
              <a:ext uri="{FF2B5EF4-FFF2-40B4-BE49-F238E27FC236}">
                <a16:creationId xmlns:a16="http://schemas.microsoft.com/office/drawing/2014/main" id="{C7082480-B986-1008-D28D-5D2632FC7C7E}"/>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129</a:t>
            </a:fld>
            <a:endParaRPr lang="en-GR"/>
          </a:p>
        </p:txBody>
      </p:sp>
      <p:sp>
        <p:nvSpPr>
          <p:cNvPr id="15" name="Text Placeholder 14">
            <a:extLst>
              <a:ext uri="{FF2B5EF4-FFF2-40B4-BE49-F238E27FC236}">
                <a16:creationId xmlns:a16="http://schemas.microsoft.com/office/drawing/2014/main" id="{35BFF1A1-8ACF-91DB-34BC-D3ACD1BE542E}"/>
              </a:ext>
            </a:extLst>
          </p:cNvPr>
          <p:cNvSpPr>
            <a:spLocks noGrp="1"/>
          </p:cNvSpPr>
          <p:nvPr>
            <p:ph type="body" sz="quarter" idx="14"/>
          </p:nvPr>
        </p:nvSpPr>
        <p:spPr>
          <a:xfrm>
            <a:off x="332316" y="1268822"/>
            <a:ext cx="5036400"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4" name="Title 13">
            <a:extLst>
              <a:ext uri="{FF2B5EF4-FFF2-40B4-BE49-F238E27FC236}">
                <a16:creationId xmlns:a16="http://schemas.microsoft.com/office/drawing/2014/main" id="{550CB518-A5CE-47ED-1C93-3558A887BC92}"/>
              </a:ext>
            </a:extLst>
          </p:cNvPr>
          <p:cNvSpPr>
            <a:spLocks noGrp="1"/>
          </p:cNvSpPr>
          <p:nvPr>
            <p:ph type="ctrTitle"/>
          </p:nvPr>
        </p:nvSpPr>
        <p:spPr>
          <a:xfrm>
            <a:off x="332316" y="409284"/>
            <a:ext cx="5037767" cy="139397"/>
          </a:xfrm>
        </p:spPr>
        <p:txBody>
          <a:bodyPr/>
          <a:lstStyle/>
          <a:p>
            <a:r>
              <a:rPr lang="en-GR"/>
              <a:t>Page Layout Examples</a:t>
            </a:r>
          </a:p>
        </p:txBody>
      </p:sp>
      <p:sp>
        <p:nvSpPr>
          <p:cNvPr id="2" name="Text Placeholder 17">
            <a:extLst>
              <a:ext uri="{FF2B5EF4-FFF2-40B4-BE49-F238E27FC236}">
                <a16:creationId xmlns:a16="http://schemas.microsoft.com/office/drawing/2014/main" id="{B344F003-079A-9022-4F22-332AA8819CA3}"/>
              </a:ext>
            </a:extLst>
          </p:cNvPr>
          <p:cNvSpPr>
            <a:spLocks noGrp="1"/>
          </p:cNvSpPr>
          <p:nvPr>
            <p:ph type="body" sz="quarter" idx="16"/>
          </p:nvPr>
        </p:nvSpPr>
        <p:spPr>
          <a:xfrm>
            <a:off x="332316" y="741494"/>
            <a:ext cx="5036400" cy="334515"/>
          </a:xfrm>
        </p:spPr>
        <p:txBody>
          <a:bodyPr/>
          <a:lstStyle/>
          <a:p>
            <a:r>
              <a:rPr lang="en-GR"/>
              <a:t>Title Aptos 18-24pt lines spacing 0,9</a:t>
            </a:r>
          </a:p>
        </p:txBody>
      </p:sp>
      <p:sp>
        <p:nvSpPr>
          <p:cNvPr id="12" name="Freeform 11">
            <a:extLst>
              <a:ext uri="{FF2B5EF4-FFF2-40B4-BE49-F238E27FC236}">
                <a16:creationId xmlns:a16="http://schemas.microsoft.com/office/drawing/2014/main" id="{5F0BE422-FD91-CCAE-E401-96AB042C9AA0}"/>
              </a:ext>
            </a:extLst>
          </p:cNvPr>
          <p:cNvSpPr/>
          <p:nvPr/>
        </p:nvSpPr>
        <p:spPr>
          <a:xfrm>
            <a:off x="5421289" y="-7"/>
            <a:ext cx="6762980" cy="6857998"/>
          </a:xfrm>
          <a:custGeom>
            <a:avLst/>
            <a:gdLst>
              <a:gd name="connsiteX0" fmla="*/ 4001986 w 6762980"/>
              <a:gd name="connsiteY0" fmla="*/ 5143499 h 6857998"/>
              <a:gd name="connsiteX1" fmla="*/ 4001986 w 6762980"/>
              <a:gd name="connsiteY1" fmla="*/ 5147670 h 6857998"/>
              <a:gd name="connsiteX2" fmla="*/ 4060287 w 6762980"/>
              <a:gd name="connsiteY2" fmla="*/ 5147670 h 6857998"/>
              <a:gd name="connsiteX3" fmla="*/ 4060287 w 6762980"/>
              <a:gd name="connsiteY3" fmla="*/ 5998663 h 6857998"/>
              <a:gd name="connsiteX4" fmla="*/ 5405385 w 6762980"/>
              <a:gd name="connsiteY4" fmla="*/ 5998663 h 6857998"/>
              <a:gd name="connsiteX5" fmla="*/ 5405385 w 6762980"/>
              <a:gd name="connsiteY5" fmla="*/ 6061237 h 6857998"/>
              <a:gd name="connsiteX6" fmla="*/ 4110257 w 6762980"/>
              <a:gd name="connsiteY6" fmla="*/ 6857998 h 6857998"/>
              <a:gd name="connsiteX7" fmla="*/ 4110257 w 6762980"/>
              <a:gd name="connsiteY7" fmla="*/ 6853827 h 6857998"/>
              <a:gd name="connsiteX8" fmla="*/ 4051956 w 6762980"/>
              <a:gd name="connsiteY8" fmla="*/ 6853827 h 6857998"/>
              <a:gd name="connsiteX9" fmla="*/ 4051956 w 6762980"/>
              <a:gd name="connsiteY9" fmla="*/ 6002834 h 6857998"/>
              <a:gd name="connsiteX10" fmla="*/ 2706858 w 6762980"/>
              <a:gd name="connsiteY10" fmla="*/ 6002834 h 6857998"/>
              <a:gd name="connsiteX11" fmla="*/ 2706858 w 6762980"/>
              <a:gd name="connsiteY11" fmla="*/ 5940260 h 6857998"/>
              <a:gd name="connsiteX12" fmla="*/ 4001986 w 6762980"/>
              <a:gd name="connsiteY12" fmla="*/ 5143499 h 6857998"/>
              <a:gd name="connsiteX13" fmla="*/ 4051956 w 6762980"/>
              <a:gd name="connsiteY13" fmla="*/ 3428997 h 6857998"/>
              <a:gd name="connsiteX14" fmla="*/ 4110257 w 6762980"/>
              <a:gd name="connsiteY14" fmla="*/ 3428997 h 6857998"/>
              <a:gd name="connsiteX15" fmla="*/ 5405385 w 6762980"/>
              <a:gd name="connsiteY15" fmla="*/ 4225761 h 6857998"/>
              <a:gd name="connsiteX16" fmla="*/ 5405385 w 6762980"/>
              <a:gd name="connsiteY16" fmla="*/ 4288332 h 6857998"/>
              <a:gd name="connsiteX17" fmla="*/ 4060287 w 6762980"/>
              <a:gd name="connsiteY17" fmla="*/ 4288332 h 6857998"/>
              <a:gd name="connsiteX18" fmla="*/ 4060287 w 6762980"/>
              <a:gd name="connsiteY18" fmla="*/ 5143496 h 6857998"/>
              <a:gd name="connsiteX19" fmla="*/ 4001986 w 6762980"/>
              <a:gd name="connsiteY19" fmla="*/ 5143496 h 6857998"/>
              <a:gd name="connsiteX20" fmla="*/ 2706858 w 6762980"/>
              <a:gd name="connsiteY20" fmla="*/ 4346735 h 6857998"/>
              <a:gd name="connsiteX21" fmla="*/ 2706858 w 6762980"/>
              <a:gd name="connsiteY21" fmla="*/ 4284161 h 6857998"/>
              <a:gd name="connsiteX22" fmla="*/ 4051956 w 6762980"/>
              <a:gd name="connsiteY22" fmla="*/ 4284161 h 6857998"/>
              <a:gd name="connsiteX23" fmla="*/ 5409551 w 6762980"/>
              <a:gd name="connsiteY23" fmla="*/ 2569662 h 6857998"/>
              <a:gd name="connsiteX24" fmla="*/ 6762980 w 6762980"/>
              <a:gd name="connsiteY24" fmla="*/ 2569662 h 6857998"/>
              <a:gd name="connsiteX25" fmla="*/ 6762980 w 6762980"/>
              <a:gd name="connsiteY25" fmla="*/ 3428997 h 6857998"/>
              <a:gd name="connsiteX26" fmla="*/ 6762980 w 6762980"/>
              <a:gd name="connsiteY26" fmla="*/ 4288332 h 6857998"/>
              <a:gd name="connsiteX27" fmla="*/ 5409551 w 6762980"/>
              <a:gd name="connsiteY27" fmla="*/ 4288332 h 6857998"/>
              <a:gd name="connsiteX28" fmla="*/ 5409551 w 6762980"/>
              <a:gd name="connsiteY28" fmla="*/ 4225761 h 6857998"/>
              <a:gd name="connsiteX29" fmla="*/ 6704680 w 6762980"/>
              <a:gd name="connsiteY29" fmla="*/ 3428997 h 6857998"/>
              <a:gd name="connsiteX30" fmla="*/ 5409551 w 6762980"/>
              <a:gd name="connsiteY30" fmla="*/ 2632237 h 6857998"/>
              <a:gd name="connsiteX31" fmla="*/ 1295128 w 6762980"/>
              <a:gd name="connsiteY31" fmla="*/ 1714499 h 6857998"/>
              <a:gd name="connsiteX32" fmla="*/ 1353429 w 6762980"/>
              <a:gd name="connsiteY32" fmla="*/ 1714499 h 6857998"/>
              <a:gd name="connsiteX33" fmla="*/ 1353429 w 6762980"/>
              <a:gd name="connsiteY33" fmla="*/ 2569662 h 6857998"/>
              <a:gd name="connsiteX34" fmla="*/ 2702693 w 6762980"/>
              <a:gd name="connsiteY34" fmla="*/ 2569662 h 6857998"/>
              <a:gd name="connsiteX35" fmla="*/ 2702693 w 6762980"/>
              <a:gd name="connsiteY35" fmla="*/ 2632237 h 6857998"/>
              <a:gd name="connsiteX36" fmla="*/ 1407564 w 6762980"/>
              <a:gd name="connsiteY36" fmla="*/ 3428997 h 6857998"/>
              <a:gd name="connsiteX37" fmla="*/ 1349264 w 6762980"/>
              <a:gd name="connsiteY37" fmla="*/ 3428997 h 6857998"/>
              <a:gd name="connsiteX38" fmla="*/ 1349264 w 6762980"/>
              <a:gd name="connsiteY38" fmla="*/ 2573833 h 6857998"/>
              <a:gd name="connsiteX39" fmla="*/ 0 w 6762980"/>
              <a:gd name="connsiteY39" fmla="*/ 2573833 h 6857998"/>
              <a:gd name="connsiteX40" fmla="*/ 0 w 6762980"/>
              <a:gd name="connsiteY40" fmla="*/ 2511262 h 6857998"/>
              <a:gd name="connsiteX41" fmla="*/ 1295128 w 6762980"/>
              <a:gd name="connsiteY41" fmla="*/ 1714499 h 6857998"/>
              <a:gd name="connsiteX42" fmla="*/ 4001986 w 6762980"/>
              <a:gd name="connsiteY42" fmla="*/ 0 h 6857998"/>
              <a:gd name="connsiteX43" fmla="*/ 4060287 w 6762980"/>
              <a:gd name="connsiteY43" fmla="*/ 0 h 6857998"/>
              <a:gd name="connsiteX44" fmla="*/ 4060287 w 6762980"/>
              <a:gd name="connsiteY44" fmla="*/ 859335 h 6857998"/>
              <a:gd name="connsiteX45" fmla="*/ 2706858 w 6762980"/>
              <a:gd name="connsiteY45" fmla="*/ 859335 h 6857998"/>
              <a:gd name="connsiteX46" fmla="*/ 2706858 w 6762980"/>
              <a:gd name="connsiteY46" fmla="*/ 796763 h 6857998"/>
              <a:gd name="connsiteX47" fmla="*/ 4001986 w 6762980"/>
              <a:gd name="connsiteY47"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762980" h="6857998">
                <a:moveTo>
                  <a:pt x="4001986" y="5143499"/>
                </a:moveTo>
                <a:lnTo>
                  <a:pt x="4001986" y="5147670"/>
                </a:lnTo>
                <a:lnTo>
                  <a:pt x="4060287" y="5147670"/>
                </a:lnTo>
                <a:lnTo>
                  <a:pt x="4060287" y="5998663"/>
                </a:lnTo>
                <a:lnTo>
                  <a:pt x="5405385" y="5998663"/>
                </a:lnTo>
                <a:lnTo>
                  <a:pt x="5405385" y="6061237"/>
                </a:lnTo>
                <a:cubicBezTo>
                  <a:pt x="4689109" y="6061237"/>
                  <a:pt x="4110257" y="6419987"/>
                  <a:pt x="4110257" y="6857998"/>
                </a:cubicBezTo>
                <a:lnTo>
                  <a:pt x="4110257" y="6853827"/>
                </a:lnTo>
                <a:lnTo>
                  <a:pt x="4051956" y="6853827"/>
                </a:lnTo>
                <a:lnTo>
                  <a:pt x="4051956" y="6002834"/>
                </a:lnTo>
                <a:lnTo>
                  <a:pt x="2706858" y="6002834"/>
                </a:lnTo>
                <a:lnTo>
                  <a:pt x="2706858" y="5940260"/>
                </a:lnTo>
                <a:cubicBezTo>
                  <a:pt x="3423134" y="5940260"/>
                  <a:pt x="4001986" y="5581510"/>
                  <a:pt x="4001986" y="5143499"/>
                </a:cubicBezTo>
                <a:close/>
                <a:moveTo>
                  <a:pt x="4051956" y="3428997"/>
                </a:moveTo>
                <a:lnTo>
                  <a:pt x="4110257" y="3428997"/>
                </a:lnTo>
                <a:cubicBezTo>
                  <a:pt x="4110257" y="3867008"/>
                  <a:pt x="4689109" y="4225761"/>
                  <a:pt x="5405385" y="4225761"/>
                </a:cubicBezTo>
                <a:lnTo>
                  <a:pt x="5405385" y="4288332"/>
                </a:lnTo>
                <a:lnTo>
                  <a:pt x="4060287" y="4288332"/>
                </a:lnTo>
                <a:lnTo>
                  <a:pt x="4060287" y="5143496"/>
                </a:lnTo>
                <a:lnTo>
                  <a:pt x="4001986" y="5143496"/>
                </a:lnTo>
                <a:cubicBezTo>
                  <a:pt x="4001986" y="4705485"/>
                  <a:pt x="3423134" y="4346735"/>
                  <a:pt x="2706858" y="4346735"/>
                </a:cubicBezTo>
                <a:lnTo>
                  <a:pt x="2706858" y="4284161"/>
                </a:lnTo>
                <a:lnTo>
                  <a:pt x="4051956" y="4284161"/>
                </a:lnTo>
                <a:close/>
                <a:moveTo>
                  <a:pt x="5409551" y="2569662"/>
                </a:moveTo>
                <a:lnTo>
                  <a:pt x="6762980" y="2569662"/>
                </a:lnTo>
                <a:lnTo>
                  <a:pt x="6762980" y="3428997"/>
                </a:lnTo>
                <a:lnTo>
                  <a:pt x="6762980" y="4288332"/>
                </a:lnTo>
                <a:lnTo>
                  <a:pt x="5409551" y="4288332"/>
                </a:lnTo>
                <a:lnTo>
                  <a:pt x="5409551" y="4225761"/>
                </a:lnTo>
                <a:cubicBezTo>
                  <a:pt x="6125827" y="4225761"/>
                  <a:pt x="6704680" y="3867008"/>
                  <a:pt x="6704680" y="3428997"/>
                </a:cubicBezTo>
                <a:cubicBezTo>
                  <a:pt x="6704680" y="2990986"/>
                  <a:pt x="6125827" y="2632237"/>
                  <a:pt x="5409551" y="2632237"/>
                </a:cubicBezTo>
                <a:close/>
                <a:moveTo>
                  <a:pt x="1295128" y="1714499"/>
                </a:moveTo>
                <a:lnTo>
                  <a:pt x="1353429" y="1714499"/>
                </a:lnTo>
                <a:lnTo>
                  <a:pt x="1353429" y="2569662"/>
                </a:lnTo>
                <a:lnTo>
                  <a:pt x="2702693" y="2569662"/>
                </a:lnTo>
                <a:lnTo>
                  <a:pt x="2702693" y="2632237"/>
                </a:lnTo>
                <a:cubicBezTo>
                  <a:pt x="1986417" y="2632237"/>
                  <a:pt x="1407564" y="2990986"/>
                  <a:pt x="1407564" y="3428997"/>
                </a:cubicBezTo>
                <a:lnTo>
                  <a:pt x="1349264" y="3428997"/>
                </a:lnTo>
                <a:lnTo>
                  <a:pt x="1349264" y="2573833"/>
                </a:lnTo>
                <a:lnTo>
                  <a:pt x="0" y="2573833"/>
                </a:lnTo>
                <a:lnTo>
                  <a:pt x="0" y="2511262"/>
                </a:lnTo>
                <a:cubicBezTo>
                  <a:pt x="716276" y="2511262"/>
                  <a:pt x="1295128" y="2152509"/>
                  <a:pt x="1295128" y="1714499"/>
                </a:cubicBezTo>
                <a:close/>
                <a:moveTo>
                  <a:pt x="4001986" y="0"/>
                </a:moveTo>
                <a:lnTo>
                  <a:pt x="4060287" y="0"/>
                </a:lnTo>
                <a:lnTo>
                  <a:pt x="4060287" y="859335"/>
                </a:lnTo>
                <a:lnTo>
                  <a:pt x="2706858" y="859335"/>
                </a:lnTo>
                <a:lnTo>
                  <a:pt x="2706858" y="796763"/>
                </a:lnTo>
                <a:cubicBezTo>
                  <a:pt x="3423134" y="796763"/>
                  <a:pt x="4001986" y="438011"/>
                  <a:pt x="4001986" y="0"/>
                </a:cubicBezTo>
                <a:close/>
              </a:path>
            </a:pathLst>
          </a:custGeom>
          <a:solidFill>
            <a:srgbClr val="0D90FF"/>
          </a:solidFill>
          <a:ln w="16168" cap="flat">
            <a:noFill/>
            <a:prstDash val="solid"/>
            <a:miter/>
          </a:ln>
        </p:spPr>
        <p:txBody>
          <a:bodyPr wrap="square" rtlCol="0" anchor="ctr">
            <a:noAutofit/>
          </a:bodyPr>
          <a:lstStyle/>
          <a:p>
            <a:endParaRPr lang="en-GR"/>
          </a:p>
        </p:txBody>
      </p:sp>
    </p:spTree>
    <p:extLst>
      <p:ext uri="{BB962C8B-B14F-4D97-AF65-F5344CB8AC3E}">
        <p14:creationId xmlns:p14="http://schemas.microsoft.com/office/powerpoint/2010/main" val="355718773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1A622C53-8160-ED0F-2510-218BCBD5C7CE}"/>
              </a:ext>
            </a:extLst>
          </p:cNvPr>
          <p:cNvSpPr>
            <a:spLocks noGrp="1"/>
          </p:cNvSpPr>
          <p:nvPr>
            <p:ph type="pic" sz="quarter" idx="21"/>
          </p:nvPr>
        </p:nvSpPr>
        <p:spPr/>
        <p:txBody>
          <a:bodyPr/>
          <a:lstStyle/>
          <a:p>
            <a:endParaRPr lang="en-GR"/>
          </a:p>
        </p:txBody>
      </p:sp>
      <p:sp>
        <p:nvSpPr>
          <p:cNvPr id="5" name="Slide Number Placeholder 4">
            <a:extLst>
              <a:ext uri="{FF2B5EF4-FFF2-40B4-BE49-F238E27FC236}">
                <a16:creationId xmlns:a16="http://schemas.microsoft.com/office/drawing/2014/main" id="{960B2207-C660-6B0C-FA58-A2CC50DBBC8B}"/>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130</a:t>
            </a:fld>
            <a:endParaRPr lang="en-GR"/>
          </a:p>
        </p:txBody>
      </p:sp>
      <p:sp>
        <p:nvSpPr>
          <p:cNvPr id="15" name="Text Placeholder 14">
            <a:extLst>
              <a:ext uri="{FF2B5EF4-FFF2-40B4-BE49-F238E27FC236}">
                <a16:creationId xmlns:a16="http://schemas.microsoft.com/office/drawing/2014/main" id="{57BA00C2-3240-917B-5E0C-CB4FE866CD67}"/>
              </a:ext>
            </a:extLst>
          </p:cNvPr>
          <p:cNvSpPr>
            <a:spLocks noGrp="1"/>
          </p:cNvSpPr>
          <p:nvPr>
            <p:ph type="body" sz="quarter" idx="14"/>
          </p:nvPr>
        </p:nvSpPr>
        <p:spPr>
          <a:xfrm>
            <a:off x="332316" y="1268822"/>
            <a:ext cx="5036400"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4" name="Title 13">
            <a:extLst>
              <a:ext uri="{FF2B5EF4-FFF2-40B4-BE49-F238E27FC236}">
                <a16:creationId xmlns:a16="http://schemas.microsoft.com/office/drawing/2014/main" id="{09E234B3-7F02-A8B8-29E4-9ED3D0AABC4D}"/>
              </a:ext>
            </a:extLst>
          </p:cNvPr>
          <p:cNvSpPr>
            <a:spLocks noGrp="1"/>
          </p:cNvSpPr>
          <p:nvPr>
            <p:ph type="ctrTitle"/>
          </p:nvPr>
        </p:nvSpPr>
        <p:spPr>
          <a:xfrm>
            <a:off x="332316" y="409284"/>
            <a:ext cx="5037767" cy="139397"/>
          </a:xfrm>
        </p:spPr>
        <p:txBody>
          <a:bodyPr/>
          <a:lstStyle/>
          <a:p>
            <a:r>
              <a:rPr lang="en-GR"/>
              <a:t>Page Layout Examples</a:t>
            </a:r>
          </a:p>
        </p:txBody>
      </p:sp>
      <p:sp>
        <p:nvSpPr>
          <p:cNvPr id="8" name="Text Placeholder 17">
            <a:extLst>
              <a:ext uri="{FF2B5EF4-FFF2-40B4-BE49-F238E27FC236}">
                <a16:creationId xmlns:a16="http://schemas.microsoft.com/office/drawing/2014/main" id="{DFF37CC5-F613-8224-9BC4-095BA25F7505}"/>
              </a:ext>
            </a:extLst>
          </p:cNvPr>
          <p:cNvSpPr>
            <a:spLocks noGrp="1"/>
          </p:cNvSpPr>
          <p:nvPr>
            <p:ph type="body" sz="quarter" idx="16"/>
          </p:nvPr>
        </p:nvSpPr>
        <p:spPr>
          <a:xfrm>
            <a:off x="332316" y="741494"/>
            <a:ext cx="5036400" cy="334515"/>
          </a:xfrm>
        </p:spPr>
        <p:txBody>
          <a:bodyPr/>
          <a:lstStyle/>
          <a:p>
            <a:r>
              <a:rPr lang="en-GR"/>
              <a:t>Title Aptos 18-24pt lines spacing 0,9</a:t>
            </a:r>
          </a:p>
        </p:txBody>
      </p:sp>
      <p:pic>
        <p:nvPicPr>
          <p:cNvPr id="10" name="Picture 9" descr="A group of people in a glass room&#10;&#10;Description automatically generated">
            <a:extLst>
              <a:ext uri="{FF2B5EF4-FFF2-40B4-BE49-F238E27FC236}">
                <a16:creationId xmlns:a16="http://schemas.microsoft.com/office/drawing/2014/main" id="{1B59F3F8-066F-36AF-E22C-AD9905CDEA0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096002" y="533880"/>
            <a:ext cx="5770033" cy="5784120"/>
          </a:xfrm>
          <a:prstGeom prst="rect">
            <a:avLst/>
          </a:prstGeom>
        </p:spPr>
      </p:pic>
      <p:pic>
        <p:nvPicPr>
          <p:cNvPr id="9" name="Graphic 8">
            <a:extLst>
              <a:ext uri="{FF2B5EF4-FFF2-40B4-BE49-F238E27FC236}">
                <a16:creationId xmlns:a16="http://schemas.microsoft.com/office/drawing/2014/main" id="{8AACEA77-FB73-5E8B-E3B6-21AD3717D635}"/>
              </a:ext>
            </a:extLst>
          </p:cNvPr>
          <p:cNvPicPr>
            <a:picLocks noChangeAspect="1"/>
          </p:cNvPicPr>
          <p:nvPr/>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r="8975"/>
          <a:stretch/>
        </p:blipFill>
        <p:spPr>
          <a:xfrm>
            <a:off x="5720231" y="1158942"/>
            <a:ext cx="6471770" cy="4512082"/>
          </a:xfrm>
          <a:prstGeom prst="rect">
            <a:avLst/>
          </a:prstGeom>
        </p:spPr>
      </p:pic>
    </p:spTree>
    <p:extLst>
      <p:ext uri="{BB962C8B-B14F-4D97-AF65-F5344CB8AC3E}">
        <p14:creationId xmlns:p14="http://schemas.microsoft.com/office/powerpoint/2010/main" val="173172677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EA8DE-4D7D-E5B3-26EE-00063EECD300}"/>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FC49E9DD-E1BB-0D2C-BE18-91101ADA99C0}"/>
              </a:ext>
            </a:extLst>
          </p:cNvPr>
          <p:cNvSpPr/>
          <p:nvPr/>
        </p:nvSpPr>
        <p:spPr>
          <a:xfrm>
            <a:off x="6096772" y="0"/>
            <a:ext cx="6101578" cy="6865654"/>
          </a:xfrm>
          <a:prstGeom prst="rect">
            <a:avLst/>
          </a:prstGeom>
          <a:blipFill>
            <a:blip r:embed="rId3"/>
            <a:stretch>
              <a:fillRect/>
            </a:stretch>
          </a:bli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GR" sz="1200">
              <a:solidFill>
                <a:schemeClr val="tx1"/>
              </a:solidFill>
            </a:endParaRPr>
          </a:p>
        </p:txBody>
      </p:sp>
      <p:sp>
        <p:nvSpPr>
          <p:cNvPr id="9" name="Title 8">
            <a:extLst>
              <a:ext uri="{FF2B5EF4-FFF2-40B4-BE49-F238E27FC236}">
                <a16:creationId xmlns:a16="http://schemas.microsoft.com/office/drawing/2014/main" id="{FAE9D19F-8E4B-3998-AD8C-7ECF021B2066}"/>
              </a:ext>
            </a:extLst>
          </p:cNvPr>
          <p:cNvSpPr>
            <a:spLocks noGrp="1"/>
          </p:cNvSpPr>
          <p:nvPr>
            <p:ph type="ctrTitle"/>
          </p:nvPr>
        </p:nvSpPr>
        <p:spPr>
          <a:xfrm>
            <a:off x="332316" y="409284"/>
            <a:ext cx="5037767" cy="139397"/>
          </a:xfrm>
        </p:spPr>
        <p:txBody>
          <a:bodyPr/>
          <a:lstStyle/>
          <a:p>
            <a:r>
              <a:rPr lang="en-GR"/>
              <a:t>Page Layout Examples</a:t>
            </a:r>
          </a:p>
        </p:txBody>
      </p:sp>
      <p:sp>
        <p:nvSpPr>
          <p:cNvPr id="15" name="Text Placeholder 14">
            <a:extLst>
              <a:ext uri="{FF2B5EF4-FFF2-40B4-BE49-F238E27FC236}">
                <a16:creationId xmlns:a16="http://schemas.microsoft.com/office/drawing/2014/main" id="{CA6390BC-853A-F7A6-CF11-4B57BA331782}"/>
              </a:ext>
            </a:extLst>
          </p:cNvPr>
          <p:cNvSpPr>
            <a:spLocks noGrp="1"/>
          </p:cNvSpPr>
          <p:nvPr>
            <p:ph type="body" sz="quarter" idx="14"/>
          </p:nvPr>
        </p:nvSpPr>
        <p:spPr>
          <a:xfrm>
            <a:off x="332316" y="1268822"/>
            <a:ext cx="5036400"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6" name="Text Placeholder 15">
            <a:extLst>
              <a:ext uri="{FF2B5EF4-FFF2-40B4-BE49-F238E27FC236}">
                <a16:creationId xmlns:a16="http://schemas.microsoft.com/office/drawing/2014/main" id="{274BE5FC-23E6-91A1-25CC-D6E6A95DA696}"/>
              </a:ext>
            </a:extLst>
          </p:cNvPr>
          <p:cNvSpPr>
            <a:spLocks noGrp="1"/>
          </p:cNvSpPr>
          <p:nvPr>
            <p:ph type="body" sz="quarter" idx="16"/>
          </p:nvPr>
        </p:nvSpPr>
        <p:spPr>
          <a:xfrm>
            <a:off x="332316" y="741494"/>
            <a:ext cx="5036400" cy="334515"/>
          </a:xfrm>
        </p:spPr>
        <p:txBody>
          <a:bodyPr/>
          <a:lstStyle/>
          <a:p>
            <a:r>
              <a:rPr lang="en-GR"/>
              <a:t>Title Aptos 18-24pt lines spacing 0,9</a:t>
            </a:r>
          </a:p>
        </p:txBody>
      </p:sp>
      <p:sp>
        <p:nvSpPr>
          <p:cNvPr id="4" name="Slide Number Placeholder 3">
            <a:extLst>
              <a:ext uri="{FF2B5EF4-FFF2-40B4-BE49-F238E27FC236}">
                <a16:creationId xmlns:a16="http://schemas.microsoft.com/office/drawing/2014/main" id="{BE1D3E0F-4D49-A7E4-E5A8-71AE81D33C0A}"/>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131</a:t>
            </a:fld>
            <a:endParaRPr lang="en-GR"/>
          </a:p>
        </p:txBody>
      </p:sp>
      <p:sp>
        <p:nvSpPr>
          <p:cNvPr id="5" name="Freeform 4">
            <a:extLst>
              <a:ext uri="{FF2B5EF4-FFF2-40B4-BE49-F238E27FC236}">
                <a16:creationId xmlns:a16="http://schemas.microsoft.com/office/drawing/2014/main" id="{BA2D4176-D63E-3021-3C47-C4AD58153509}"/>
              </a:ext>
            </a:extLst>
          </p:cNvPr>
          <p:cNvSpPr/>
          <p:nvPr/>
        </p:nvSpPr>
        <p:spPr>
          <a:xfrm>
            <a:off x="6737932" y="1266060"/>
            <a:ext cx="5454071" cy="4320434"/>
          </a:xfrm>
          <a:custGeom>
            <a:avLst/>
            <a:gdLst>
              <a:gd name="connsiteX0" fmla="*/ 0 w 5454071"/>
              <a:gd name="connsiteY0" fmla="*/ 0 h 4320434"/>
              <a:gd name="connsiteX1" fmla="*/ 5454071 w 5454071"/>
              <a:gd name="connsiteY1" fmla="*/ 0 h 4320434"/>
              <a:gd name="connsiteX2" fmla="*/ 5454071 w 5454071"/>
              <a:gd name="connsiteY2" fmla="*/ 724930 h 4320434"/>
              <a:gd name="connsiteX3" fmla="*/ 5452321 w 5454071"/>
              <a:gd name="connsiteY3" fmla="*/ 723677 h 4320434"/>
              <a:gd name="connsiteX4" fmla="*/ 3244468 w 5454071"/>
              <a:gd name="connsiteY4" fmla="*/ 128580 h 4320434"/>
              <a:gd name="connsiteX5" fmla="*/ 122094 w 5454071"/>
              <a:gd name="connsiteY5" fmla="*/ 2160223 h 4320434"/>
              <a:gd name="connsiteX6" fmla="*/ 3244468 w 5454071"/>
              <a:gd name="connsiteY6" fmla="*/ 4191867 h 4320434"/>
              <a:gd name="connsiteX7" fmla="*/ 5452321 w 5454071"/>
              <a:gd name="connsiteY7" fmla="*/ 3596770 h 4320434"/>
              <a:gd name="connsiteX8" fmla="*/ 5454071 w 5454071"/>
              <a:gd name="connsiteY8" fmla="*/ 3595517 h 4320434"/>
              <a:gd name="connsiteX9" fmla="*/ 5454071 w 5454071"/>
              <a:gd name="connsiteY9" fmla="*/ 4320434 h 4320434"/>
              <a:gd name="connsiteX10" fmla="*/ 0 w 5454071"/>
              <a:gd name="connsiteY10" fmla="*/ 4320434 h 432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54071" h="4320434">
                <a:moveTo>
                  <a:pt x="0" y="0"/>
                </a:moveTo>
                <a:lnTo>
                  <a:pt x="5454071" y="0"/>
                </a:lnTo>
                <a:lnTo>
                  <a:pt x="5454071" y="724930"/>
                </a:lnTo>
                <a:lnTo>
                  <a:pt x="5452321" y="723677"/>
                </a:lnTo>
                <a:cubicBezTo>
                  <a:pt x="4887246" y="356008"/>
                  <a:pt x="4106631" y="128580"/>
                  <a:pt x="3244468" y="128580"/>
                </a:cubicBezTo>
                <a:cubicBezTo>
                  <a:pt x="1520143" y="128580"/>
                  <a:pt x="122094" y="1038291"/>
                  <a:pt x="122094" y="2160223"/>
                </a:cubicBezTo>
                <a:cubicBezTo>
                  <a:pt x="122094" y="3282156"/>
                  <a:pt x="1520143" y="4191867"/>
                  <a:pt x="3244468" y="4191867"/>
                </a:cubicBezTo>
                <a:cubicBezTo>
                  <a:pt x="4106631" y="4191867"/>
                  <a:pt x="4887246" y="3964439"/>
                  <a:pt x="5452321" y="3596770"/>
                </a:cubicBezTo>
                <a:lnTo>
                  <a:pt x="5454071" y="3595517"/>
                </a:lnTo>
                <a:lnTo>
                  <a:pt x="5454071" y="4320434"/>
                </a:lnTo>
                <a:lnTo>
                  <a:pt x="0" y="4320434"/>
                </a:lnTo>
                <a:close/>
              </a:path>
            </a:pathLst>
          </a:custGeom>
          <a:solidFill>
            <a:schemeClr val="accent3"/>
          </a:solidFill>
          <a:ln w="690" cap="flat">
            <a:noFill/>
            <a:prstDash val="solid"/>
            <a:miter/>
          </a:ln>
        </p:spPr>
        <p:txBody>
          <a:bodyPr wrap="square" rtlCol="0" anchor="ctr">
            <a:noAutofit/>
          </a:bodyPr>
          <a:lstStyle/>
          <a:p>
            <a:pPr>
              <a:defRPr/>
            </a:pPr>
            <a:endParaRPr lang="en-GR">
              <a:solidFill>
                <a:prstClr val="black"/>
              </a:solidFill>
              <a:latin typeface="Calibri" panose="020F0502020204030204"/>
            </a:endParaRPr>
          </a:p>
        </p:txBody>
      </p:sp>
    </p:spTree>
    <p:extLst>
      <p:ext uri="{BB962C8B-B14F-4D97-AF65-F5344CB8AC3E}">
        <p14:creationId xmlns:p14="http://schemas.microsoft.com/office/powerpoint/2010/main" val="238482963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BCC293CA-4FDC-A49B-00AA-0B362CAF68F0}"/>
              </a:ext>
            </a:extLst>
          </p:cNvPr>
          <p:cNvPicPr>
            <a:picLocks noGrp="1" noChangeAspect="1"/>
          </p:cNvPicPr>
          <p:nvPr>
            <p:ph type="pic" sz="quarter" idx="21"/>
          </p:nvPr>
        </p:nvPicPr>
        <p:blipFill rotWithShape="1">
          <a:blip r:embed="rId3" cstate="screen">
            <a:extLst>
              <a:ext uri="{28A0092B-C50C-407E-A947-70E740481C1C}">
                <a14:useLocalDpi xmlns:a14="http://schemas.microsoft.com/office/drawing/2010/main"/>
              </a:ext>
            </a:extLst>
          </a:blip>
          <a:srcRect l="39250" r="1490"/>
          <a:stretch/>
        </p:blipFill>
        <p:spPr>
          <a:xfrm>
            <a:off x="6096000" y="-339"/>
            <a:ext cx="6096000" cy="6858000"/>
          </a:xfrm>
          <a:prstGeom prst="rect">
            <a:avLst/>
          </a:prstGeom>
        </p:spPr>
      </p:pic>
      <p:sp>
        <p:nvSpPr>
          <p:cNvPr id="9" name="Title 8">
            <a:extLst>
              <a:ext uri="{FF2B5EF4-FFF2-40B4-BE49-F238E27FC236}">
                <a16:creationId xmlns:a16="http://schemas.microsoft.com/office/drawing/2014/main" id="{C0ECFD2E-5B6A-B065-0020-27DB854E98A8}"/>
              </a:ext>
            </a:extLst>
          </p:cNvPr>
          <p:cNvSpPr>
            <a:spLocks noGrp="1"/>
          </p:cNvSpPr>
          <p:nvPr>
            <p:ph type="ctrTitle"/>
          </p:nvPr>
        </p:nvSpPr>
        <p:spPr>
          <a:xfrm>
            <a:off x="332316" y="409284"/>
            <a:ext cx="5037767" cy="139397"/>
          </a:xfrm>
        </p:spPr>
        <p:txBody>
          <a:bodyPr/>
          <a:lstStyle/>
          <a:p>
            <a:r>
              <a:rPr lang="en-GR"/>
              <a:t>Page Layout Examples</a:t>
            </a:r>
          </a:p>
        </p:txBody>
      </p:sp>
      <p:sp>
        <p:nvSpPr>
          <p:cNvPr id="15" name="Text Placeholder 14">
            <a:extLst>
              <a:ext uri="{FF2B5EF4-FFF2-40B4-BE49-F238E27FC236}">
                <a16:creationId xmlns:a16="http://schemas.microsoft.com/office/drawing/2014/main" id="{0648E7F3-45FB-9BA8-B60D-5DCD8BFD67D2}"/>
              </a:ext>
            </a:extLst>
          </p:cNvPr>
          <p:cNvSpPr>
            <a:spLocks noGrp="1"/>
          </p:cNvSpPr>
          <p:nvPr>
            <p:ph type="body" sz="quarter" idx="14"/>
          </p:nvPr>
        </p:nvSpPr>
        <p:spPr>
          <a:xfrm>
            <a:off x="332316" y="1268822"/>
            <a:ext cx="5036400"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6" name="Text Placeholder 15">
            <a:extLst>
              <a:ext uri="{FF2B5EF4-FFF2-40B4-BE49-F238E27FC236}">
                <a16:creationId xmlns:a16="http://schemas.microsoft.com/office/drawing/2014/main" id="{2BE07F7C-26BF-6F94-2450-F982F2BFE1B3}"/>
              </a:ext>
            </a:extLst>
          </p:cNvPr>
          <p:cNvSpPr>
            <a:spLocks noGrp="1"/>
          </p:cNvSpPr>
          <p:nvPr>
            <p:ph type="body" sz="quarter" idx="16"/>
          </p:nvPr>
        </p:nvSpPr>
        <p:spPr>
          <a:xfrm>
            <a:off x="332316" y="741494"/>
            <a:ext cx="5036400" cy="334515"/>
          </a:xfrm>
        </p:spPr>
        <p:txBody>
          <a:bodyPr/>
          <a:lstStyle/>
          <a:p>
            <a:r>
              <a:rPr lang="en-GR"/>
              <a:t>Title Aptos 18-24pt lines spacing 0,9</a:t>
            </a:r>
          </a:p>
        </p:txBody>
      </p:sp>
      <p:sp>
        <p:nvSpPr>
          <p:cNvPr id="4" name="Slide Number Placeholder 3">
            <a:extLst>
              <a:ext uri="{FF2B5EF4-FFF2-40B4-BE49-F238E27FC236}">
                <a16:creationId xmlns:a16="http://schemas.microsoft.com/office/drawing/2014/main" id="{587A91F6-E6FF-CF0C-F6EC-36E90DBCEA48}"/>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132</a:t>
            </a:fld>
            <a:endParaRPr lang="en-GR"/>
          </a:p>
        </p:txBody>
      </p:sp>
      <p:sp>
        <p:nvSpPr>
          <p:cNvPr id="5" name="Freeform 4">
            <a:extLst>
              <a:ext uri="{FF2B5EF4-FFF2-40B4-BE49-F238E27FC236}">
                <a16:creationId xmlns:a16="http://schemas.microsoft.com/office/drawing/2014/main" id="{090EA21B-BD5C-F738-9590-E213FAB6D42C}"/>
              </a:ext>
            </a:extLst>
          </p:cNvPr>
          <p:cNvSpPr/>
          <p:nvPr/>
        </p:nvSpPr>
        <p:spPr>
          <a:xfrm>
            <a:off x="6737932" y="1266060"/>
            <a:ext cx="5454071" cy="4320434"/>
          </a:xfrm>
          <a:custGeom>
            <a:avLst/>
            <a:gdLst>
              <a:gd name="connsiteX0" fmla="*/ 0 w 5454071"/>
              <a:gd name="connsiteY0" fmla="*/ 0 h 4320434"/>
              <a:gd name="connsiteX1" fmla="*/ 5454071 w 5454071"/>
              <a:gd name="connsiteY1" fmla="*/ 0 h 4320434"/>
              <a:gd name="connsiteX2" fmla="*/ 5454071 w 5454071"/>
              <a:gd name="connsiteY2" fmla="*/ 724930 h 4320434"/>
              <a:gd name="connsiteX3" fmla="*/ 5452321 w 5454071"/>
              <a:gd name="connsiteY3" fmla="*/ 723677 h 4320434"/>
              <a:gd name="connsiteX4" fmla="*/ 3244468 w 5454071"/>
              <a:gd name="connsiteY4" fmla="*/ 128580 h 4320434"/>
              <a:gd name="connsiteX5" fmla="*/ 122094 w 5454071"/>
              <a:gd name="connsiteY5" fmla="*/ 2160223 h 4320434"/>
              <a:gd name="connsiteX6" fmla="*/ 3244468 w 5454071"/>
              <a:gd name="connsiteY6" fmla="*/ 4191867 h 4320434"/>
              <a:gd name="connsiteX7" fmla="*/ 5452321 w 5454071"/>
              <a:gd name="connsiteY7" fmla="*/ 3596770 h 4320434"/>
              <a:gd name="connsiteX8" fmla="*/ 5454071 w 5454071"/>
              <a:gd name="connsiteY8" fmla="*/ 3595517 h 4320434"/>
              <a:gd name="connsiteX9" fmla="*/ 5454071 w 5454071"/>
              <a:gd name="connsiteY9" fmla="*/ 4320434 h 4320434"/>
              <a:gd name="connsiteX10" fmla="*/ 0 w 5454071"/>
              <a:gd name="connsiteY10" fmla="*/ 4320434 h 432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54071" h="4320434">
                <a:moveTo>
                  <a:pt x="0" y="0"/>
                </a:moveTo>
                <a:lnTo>
                  <a:pt x="5454071" y="0"/>
                </a:lnTo>
                <a:lnTo>
                  <a:pt x="5454071" y="724930"/>
                </a:lnTo>
                <a:lnTo>
                  <a:pt x="5452321" y="723677"/>
                </a:lnTo>
                <a:cubicBezTo>
                  <a:pt x="4887246" y="356008"/>
                  <a:pt x="4106631" y="128580"/>
                  <a:pt x="3244468" y="128580"/>
                </a:cubicBezTo>
                <a:cubicBezTo>
                  <a:pt x="1520143" y="128580"/>
                  <a:pt x="122094" y="1038291"/>
                  <a:pt x="122094" y="2160223"/>
                </a:cubicBezTo>
                <a:cubicBezTo>
                  <a:pt x="122094" y="3282156"/>
                  <a:pt x="1520143" y="4191867"/>
                  <a:pt x="3244468" y="4191867"/>
                </a:cubicBezTo>
                <a:cubicBezTo>
                  <a:pt x="4106631" y="4191867"/>
                  <a:pt x="4887246" y="3964439"/>
                  <a:pt x="5452321" y="3596770"/>
                </a:cubicBezTo>
                <a:lnTo>
                  <a:pt x="5454071" y="3595517"/>
                </a:lnTo>
                <a:lnTo>
                  <a:pt x="5454071" y="4320434"/>
                </a:lnTo>
                <a:lnTo>
                  <a:pt x="0" y="4320434"/>
                </a:lnTo>
                <a:close/>
              </a:path>
            </a:pathLst>
          </a:custGeom>
          <a:solidFill>
            <a:schemeClr val="accent3"/>
          </a:solidFill>
          <a:ln w="690" cap="flat">
            <a:noFill/>
            <a:prstDash val="solid"/>
            <a:miter/>
          </a:ln>
        </p:spPr>
        <p:txBody>
          <a:bodyPr wrap="square" rtlCol="0" anchor="ctr">
            <a:noAutofit/>
          </a:bodyPr>
          <a:lstStyle/>
          <a:p>
            <a:pPr>
              <a:defRPr/>
            </a:pPr>
            <a:endParaRPr lang="en-GR">
              <a:solidFill>
                <a:prstClr val="black"/>
              </a:solidFill>
              <a:latin typeface="Calibri" panose="020F0502020204030204"/>
            </a:endParaRPr>
          </a:p>
        </p:txBody>
      </p:sp>
    </p:spTree>
    <p:extLst>
      <p:ext uri="{BB962C8B-B14F-4D97-AF65-F5344CB8AC3E}">
        <p14:creationId xmlns:p14="http://schemas.microsoft.com/office/powerpoint/2010/main" val="389111959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777F5-AE06-D8A3-871D-C674D32D99EE}"/>
            </a:ext>
          </a:extLst>
        </p:cNvPr>
        <p:cNvGrpSpPr/>
        <p:nvPr/>
      </p:nvGrpSpPr>
      <p:grpSpPr>
        <a:xfrm>
          <a:off x="0" y="0"/>
          <a:ext cx="0" cy="0"/>
          <a:chOff x="0" y="0"/>
          <a:chExt cx="0" cy="0"/>
        </a:xfrm>
      </p:grpSpPr>
      <p:sp>
        <p:nvSpPr>
          <p:cNvPr id="9" name="Picture Placeholder 8">
            <a:extLst>
              <a:ext uri="{FF2B5EF4-FFF2-40B4-BE49-F238E27FC236}">
                <a16:creationId xmlns:a16="http://schemas.microsoft.com/office/drawing/2014/main" id="{77F5CEBF-DBD3-F6A2-C7A9-38A355C517CC}"/>
              </a:ext>
            </a:extLst>
          </p:cNvPr>
          <p:cNvSpPr>
            <a:spLocks noGrp="1"/>
          </p:cNvSpPr>
          <p:nvPr>
            <p:ph type="pic" sz="quarter" idx="21"/>
          </p:nvPr>
        </p:nvSpPr>
        <p:spPr/>
        <p:txBody>
          <a:bodyPr/>
          <a:lstStyle/>
          <a:p>
            <a:endParaRPr lang="en-GR"/>
          </a:p>
        </p:txBody>
      </p:sp>
      <p:sp>
        <p:nvSpPr>
          <p:cNvPr id="14" name="Title 13">
            <a:extLst>
              <a:ext uri="{FF2B5EF4-FFF2-40B4-BE49-F238E27FC236}">
                <a16:creationId xmlns:a16="http://schemas.microsoft.com/office/drawing/2014/main" id="{F7522048-E345-C521-FDE7-0AF563FF1550}"/>
              </a:ext>
            </a:extLst>
          </p:cNvPr>
          <p:cNvSpPr>
            <a:spLocks noGrp="1"/>
          </p:cNvSpPr>
          <p:nvPr>
            <p:ph type="ctrTitle"/>
          </p:nvPr>
        </p:nvSpPr>
        <p:spPr>
          <a:xfrm>
            <a:off x="332316" y="409284"/>
            <a:ext cx="5037767" cy="139397"/>
          </a:xfrm>
        </p:spPr>
        <p:txBody>
          <a:bodyPr/>
          <a:lstStyle/>
          <a:p>
            <a:r>
              <a:rPr lang="en-GR"/>
              <a:t>Page Layout Examples</a:t>
            </a:r>
          </a:p>
        </p:txBody>
      </p:sp>
      <p:sp>
        <p:nvSpPr>
          <p:cNvPr id="15" name="Text Placeholder 14">
            <a:extLst>
              <a:ext uri="{FF2B5EF4-FFF2-40B4-BE49-F238E27FC236}">
                <a16:creationId xmlns:a16="http://schemas.microsoft.com/office/drawing/2014/main" id="{C8329327-CADF-877C-CA66-895165443988}"/>
              </a:ext>
            </a:extLst>
          </p:cNvPr>
          <p:cNvSpPr>
            <a:spLocks noGrp="1"/>
          </p:cNvSpPr>
          <p:nvPr>
            <p:ph type="body" sz="quarter" idx="14"/>
          </p:nvPr>
        </p:nvSpPr>
        <p:spPr>
          <a:xfrm>
            <a:off x="332316" y="1268822"/>
            <a:ext cx="5036400"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US"/>
              <a:t>sector</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6" name="Text Placeholder 15">
            <a:extLst>
              <a:ext uri="{FF2B5EF4-FFF2-40B4-BE49-F238E27FC236}">
                <a16:creationId xmlns:a16="http://schemas.microsoft.com/office/drawing/2014/main" id="{64D4FDD5-5932-850B-7918-FA0264B9290A}"/>
              </a:ext>
            </a:extLst>
          </p:cNvPr>
          <p:cNvSpPr>
            <a:spLocks noGrp="1"/>
          </p:cNvSpPr>
          <p:nvPr>
            <p:ph type="body" sz="quarter" idx="16"/>
          </p:nvPr>
        </p:nvSpPr>
        <p:spPr>
          <a:xfrm>
            <a:off x="332316" y="741494"/>
            <a:ext cx="5036400" cy="334515"/>
          </a:xfrm>
        </p:spPr>
        <p:txBody>
          <a:bodyPr/>
          <a:lstStyle/>
          <a:p>
            <a:r>
              <a:rPr lang="en-GR"/>
              <a:t>Title Aptos 18-24pt lines spacing 0,9</a:t>
            </a:r>
          </a:p>
        </p:txBody>
      </p:sp>
      <p:sp>
        <p:nvSpPr>
          <p:cNvPr id="4" name="Slide Number Placeholder 3">
            <a:extLst>
              <a:ext uri="{FF2B5EF4-FFF2-40B4-BE49-F238E27FC236}">
                <a16:creationId xmlns:a16="http://schemas.microsoft.com/office/drawing/2014/main" id="{B0EED13B-72EF-0A37-FD50-6698AEE4A271}"/>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133</a:t>
            </a:fld>
            <a:endParaRPr lang="en-GR"/>
          </a:p>
        </p:txBody>
      </p:sp>
      <p:sp>
        <p:nvSpPr>
          <p:cNvPr id="19" name="Freeform 18">
            <a:extLst>
              <a:ext uri="{FF2B5EF4-FFF2-40B4-BE49-F238E27FC236}">
                <a16:creationId xmlns:a16="http://schemas.microsoft.com/office/drawing/2014/main" id="{341291E3-C860-8842-2CB5-60ECEFB08CA5}"/>
              </a:ext>
            </a:extLst>
          </p:cNvPr>
          <p:cNvSpPr/>
          <p:nvPr/>
        </p:nvSpPr>
        <p:spPr>
          <a:xfrm rot="10800000">
            <a:off x="6096002" y="2"/>
            <a:ext cx="6095999" cy="6857661"/>
          </a:xfrm>
          <a:custGeom>
            <a:avLst/>
            <a:gdLst>
              <a:gd name="connsiteX0" fmla="*/ 0 w 6095999"/>
              <a:gd name="connsiteY0" fmla="*/ 880461 h 6857661"/>
              <a:gd name="connsiteX1" fmla="*/ 0 w 6095999"/>
              <a:gd name="connsiteY1" fmla="*/ 0 h 6857661"/>
              <a:gd name="connsiteX2" fmla="*/ 1199367 w 6095999"/>
              <a:gd name="connsiteY2" fmla="*/ 0 h 6857661"/>
              <a:gd name="connsiteX3" fmla="*/ 1199774 w 6095999"/>
              <a:gd name="connsiteY3" fmla="*/ 1112 h 6857661"/>
              <a:gd name="connsiteX4" fmla="*/ 1218821 w 6095999"/>
              <a:gd name="connsiteY4" fmla="*/ 133342 h 6857661"/>
              <a:gd name="connsiteX5" fmla="*/ 245231 w 6095999"/>
              <a:gd name="connsiteY5" fmla="*/ 865306 h 6857661"/>
              <a:gd name="connsiteX6" fmla="*/ 1218821 w 6095999"/>
              <a:gd name="connsiteY6" fmla="*/ 880490 h 6857661"/>
              <a:gd name="connsiteX7" fmla="*/ 1218821 w 6095999"/>
              <a:gd name="connsiteY7" fmla="*/ 133342 h 6857661"/>
              <a:gd name="connsiteX8" fmla="*/ 1218821 w 6095999"/>
              <a:gd name="connsiteY8" fmla="*/ 0 h 6857661"/>
              <a:gd name="connsiteX9" fmla="*/ 2417627 w 6095999"/>
              <a:gd name="connsiteY9" fmla="*/ 0 h 6857661"/>
              <a:gd name="connsiteX10" fmla="*/ 2431820 w 6095999"/>
              <a:gd name="connsiteY10" fmla="*/ 56968 h 6857661"/>
              <a:gd name="connsiteX11" fmla="*/ 2438116 w 6095999"/>
              <a:gd name="connsiteY11" fmla="*/ 133342 h 6857661"/>
              <a:gd name="connsiteX12" fmla="*/ 1218821 w 6095999"/>
              <a:gd name="connsiteY12" fmla="*/ 880490 h 6857661"/>
              <a:gd name="connsiteX13" fmla="*/ 4876705 w 6095999"/>
              <a:gd name="connsiteY13" fmla="*/ 2320352 h 6857661"/>
              <a:gd name="connsiteX14" fmla="*/ 6046101 w 6095999"/>
              <a:gd name="connsiteY14" fmla="*/ 1627349 h 6857661"/>
              <a:gd name="connsiteX15" fmla="*/ 4876705 w 6095999"/>
              <a:gd name="connsiteY15" fmla="*/ 934349 h 6857661"/>
              <a:gd name="connsiteX16" fmla="*/ 3707305 w 6095999"/>
              <a:gd name="connsiteY16" fmla="*/ 1627349 h 6857661"/>
              <a:gd name="connsiteX17" fmla="*/ 4876705 w 6095999"/>
              <a:gd name="connsiteY17" fmla="*/ 2320352 h 6857661"/>
              <a:gd name="connsiteX18" fmla="*/ 0 w 6095999"/>
              <a:gd name="connsiteY18" fmla="*/ 2374754 h 6857661"/>
              <a:gd name="connsiteX19" fmla="*/ 0 w 6095999"/>
              <a:gd name="connsiteY19" fmla="*/ 880519 h 6857661"/>
              <a:gd name="connsiteX20" fmla="*/ 245231 w 6095999"/>
              <a:gd name="connsiteY20" fmla="*/ 895674 h 6857661"/>
              <a:gd name="connsiteX21" fmla="*/ 1218821 w 6095999"/>
              <a:gd name="connsiteY21" fmla="*/ 1627635 h 6857661"/>
              <a:gd name="connsiteX22" fmla="*/ 245231 w 6095999"/>
              <a:gd name="connsiteY22" fmla="*/ 2359600 h 6857661"/>
              <a:gd name="connsiteX23" fmla="*/ 1218821 w 6095999"/>
              <a:gd name="connsiteY23" fmla="*/ 2374784 h 6857661"/>
              <a:gd name="connsiteX24" fmla="*/ 1218821 w 6095999"/>
              <a:gd name="connsiteY24" fmla="*/ 1627635 h 6857661"/>
              <a:gd name="connsiteX25" fmla="*/ 1218821 w 6095999"/>
              <a:gd name="connsiteY25" fmla="*/ 880490 h 6857661"/>
              <a:gd name="connsiteX26" fmla="*/ 2438116 w 6095999"/>
              <a:gd name="connsiteY26" fmla="*/ 1627635 h 6857661"/>
              <a:gd name="connsiteX27" fmla="*/ 1218821 w 6095999"/>
              <a:gd name="connsiteY27" fmla="*/ 2374784 h 6857661"/>
              <a:gd name="connsiteX28" fmla="*/ 3657410 w 6095999"/>
              <a:gd name="connsiteY28" fmla="*/ 2374784 h 6857661"/>
              <a:gd name="connsiteX29" fmla="*/ 3657410 w 6095999"/>
              <a:gd name="connsiteY29" fmla="*/ 1627635 h 6857661"/>
              <a:gd name="connsiteX30" fmla="*/ 3657410 w 6095999"/>
              <a:gd name="connsiteY30" fmla="*/ 880777 h 6857661"/>
              <a:gd name="connsiteX31" fmla="*/ 2442751 w 6095999"/>
              <a:gd name="connsiteY31" fmla="*/ 880777 h 6857661"/>
              <a:gd name="connsiteX32" fmla="*/ 2683820 w 6095999"/>
              <a:gd name="connsiteY32" fmla="*/ 895674 h 6857661"/>
              <a:gd name="connsiteX33" fmla="*/ 3657410 w 6095999"/>
              <a:gd name="connsiteY33" fmla="*/ 1627635 h 6857661"/>
              <a:gd name="connsiteX34" fmla="*/ 2438116 w 6095999"/>
              <a:gd name="connsiteY34" fmla="*/ 2374784 h 6857661"/>
              <a:gd name="connsiteX35" fmla="*/ 2438116 w 6095999"/>
              <a:gd name="connsiteY35" fmla="*/ 1627635 h 6857661"/>
              <a:gd name="connsiteX36" fmla="*/ 2438116 w 6095999"/>
              <a:gd name="connsiteY36" fmla="*/ 880777 h 6857661"/>
              <a:gd name="connsiteX37" fmla="*/ 2438116 w 6095999"/>
              <a:gd name="connsiteY37" fmla="*/ 880490 h 6857661"/>
              <a:gd name="connsiteX38" fmla="*/ 2438116 w 6095999"/>
              <a:gd name="connsiteY38" fmla="*/ 133342 h 6857661"/>
              <a:gd name="connsiteX39" fmla="*/ 2438116 w 6095999"/>
              <a:gd name="connsiteY39" fmla="*/ 0 h 6857661"/>
              <a:gd name="connsiteX40" fmla="*/ 2510143 w 6095999"/>
              <a:gd name="connsiteY40" fmla="*/ 0 h 6857661"/>
              <a:gd name="connsiteX41" fmla="*/ 2494049 w 6095999"/>
              <a:gd name="connsiteY41" fmla="*/ 62486 h 6857661"/>
              <a:gd name="connsiteX42" fmla="*/ 2488011 w 6095999"/>
              <a:gd name="connsiteY42" fmla="*/ 133342 h 6857661"/>
              <a:gd name="connsiteX43" fmla="*/ 3657410 w 6095999"/>
              <a:gd name="connsiteY43" fmla="*/ 826344 h 6857661"/>
              <a:gd name="connsiteX44" fmla="*/ 4826810 w 6095999"/>
              <a:gd name="connsiteY44" fmla="*/ 133342 h 6857661"/>
              <a:gd name="connsiteX45" fmla="*/ 4820772 w 6095999"/>
              <a:gd name="connsiteY45" fmla="*/ 62486 h 6857661"/>
              <a:gd name="connsiteX46" fmla="*/ 4804678 w 6095999"/>
              <a:gd name="connsiteY46" fmla="*/ 0 h 6857661"/>
              <a:gd name="connsiteX47" fmla="*/ 4876705 w 6095999"/>
              <a:gd name="connsiteY47" fmla="*/ 0 h 6857661"/>
              <a:gd name="connsiteX48" fmla="*/ 4876705 w 6095999"/>
              <a:gd name="connsiteY48" fmla="*/ 133628 h 6857661"/>
              <a:gd name="connsiteX49" fmla="*/ 4876705 w 6095999"/>
              <a:gd name="connsiteY49" fmla="*/ 880490 h 6857661"/>
              <a:gd name="connsiteX50" fmla="*/ 6091361 w 6095999"/>
              <a:gd name="connsiteY50" fmla="*/ 880490 h 6857661"/>
              <a:gd name="connsiteX51" fmla="*/ 5850295 w 6095999"/>
              <a:gd name="connsiteY51" fmla="*/ 865593 h 6857661"/>
              <a:gd name="connsiteX52" fmla="*/ 4876705 w 6095999"/>
              <a:gd name="connsiteY52" fmla="*/ 133628 h 6857661"/>
              <a:gd name="connsiteX53" fmla="*/ 4883001 w 6095999"/>
              <a:gd name="connsiteY53" fmla="*/ 57254 h 6857661"/>
              <a:gd name="connsiteX54" fmla="*/ 4897265 w 6095999"/>
              <a:gd name="connsiteY54" fmla="*/ 0 h 6857661"/>
              <a:gd name="connsiteX55" fmla="*/ 6095999 w 6095999"/>
              <a:gd name="connsiteY55" fmla="*/ 0 h 6857661"/>
              <a:gd name="connsiteX56" fmla="*/ 6095999 w 6095999"/>
              <a:gd name="connsiteY56" fmla="*/ 880490 h 6857661"/>
              <a:gd name="connsiteX57" fmla="*/ 6095999 w 6095999"/>
              <a:gd name="connsiteY57" fmla="*/ 880777 h 6857661"/>
              <a:gd name="connsiteX58" fmla="*/ 6095999 w 6095999"/>
              <a:gd name="connsiteY58" fmla="*/ 2374784 h 6857661"/>
              <a:gd name="connsiteX59" fmla="*/ 3657410 w 6095999"/>
              <a:gd name="connsiteY59" fmla="*/ 6803228 h 6857661"/>
              <a:gd name="connsiteX60" fmla="*/ 4826810 w 6095999"/>
              <a:gd name="connsiteY60" fmla="*/ 6110226 h 6857661"/>
              <a:gd name="connsiteX61" fmla="*/ 3657410 w 6095999"/>
              <a:gd name="connsiteY61" fmla="*/ 5417226 h 6857661"/>
              <a:gd name="connsiteX62" fmla="*/ 2488011 w 6095999"/>
              <a:gd name="connsiteY62" fmla="*/ 6110226 h 6857661"/>
              <a:gd name="connsiteX63" fmla="*/ 3657410 w 6095999"/>
              <a:gd name="connsiteY63" fmla="*/ 6803228 h 6857661"/>
              <a:gd name="connsiteX64" fmla="*/ 0 w 6095999"/>
              <a:gd name="connsiteY64" fmla="*/ 6857631 h 6857661"/>
              <a:gd name="connsiteX65" fmla="*/ 0 w 6095999"/>
              <a:gd name="connsiteY65" fmla="*/ 5363396 h 6857661"/>
              <a:gd name="connsiteX66" fmla="*/ 245231 w 6095999"/>
              <a:gd name="connsiteY66" fmla="*/ 5378551 h 6857661"/>
              <a:gd name="connsiteX67" fmla="*/ 1218821 w 6095999"/>
              <a:gd name="connsiteY67" fmla="*/ 6110512 h 6857661"/>
              <a:gd name="connsiteX68" fmla="*/ 245231 w 6095999"/>
              <a:gd name="connsiteY68" fmla="*/ 6842477 h 6857661"/>
              <a:gd name="connsiteX69" fmla="*/ 1218821 w 6095999"/>
              <a:gd name="connsiteY69" fmla="*/ 6857661 h 6857661"/>
              <a:gd name="connsiteX70" fmla="*/ 1218821 w 6095999"/>
              <a:gd name="connsiteY70" fmla="*/ 6110512 h 6857661"/>
              <a:gd name="connsiteX71" fmla="*/ 1218821 w 6095999"/>
              <a:gd name="connsiteY71" fmla="*/ 5363368 h 6857661"/>
              <a:gd name="connsiteX72" fmla="*/ 5823 w 6095999"/>
              <a:gd name="connsiteY72" fmla="*/ 4692595 h 6857661"/>
              <a:gd name="connsiteX73" fmla="*/ 0 w 6095999"/>
              <a:gd name="connsiteY73" fmla="*/ 4621957 h 6857661"/>
              <a:gd name="connsiteX74" fmla="*/ 0 w 6095999"/>
              <a:gd name="connsiteY74" fmla="*/ 4610482 h 6857661"/>
              <a:gd name="connsiteX75" fmla="*/ 5823 w 6095999"/>
              <a:gd name="connsiteY75" fmla="*/ 4539846 h 6857661"/>
              <a:gd name="connsiteX76" fmla="*/ 973116 w 6095999"/>
              <a:gd name="connsiteY76" fmla="*/ 3884258 h 6857661"/>
              <a:gd name="connsiteX77" fmla="*/ 1218788 w 6095999"/>
              <a:gd name="connsiteY77" fmla="*/ 3869076 h 6857661"/>
              <a:gd name="connsiteX78" fmla="*/ 0 w 6095999"/>
              <a:gd name="connsiteY78" fmla="*/ 3869076 h 6857661"/>
              <a:gd name="connsiteX79" fmla="*/ 0 w 6095999"/>
              <a:gd name="connsiteY79" fmla="*/ 3814616 h 6857661"/>
              <a:gd name="connsiteX80" fmla="*/ 235183 w 6095999"/>
              <a:gd name="connsiteY80" fmla="*/ 3800565 h 6857661"/>
              <a:gd name="connsiteX81" fmla="*/ 1168927 w 6095999"/>
              <a:gd name="connsiteY81" fmla="*/ 3121644 h 6857661"/>
              <a:gd name="connsiteX82" fmla="*/ 235183 w 6095999"/>
              <a:gd name="connsiteY82" fmla="*/ 2442723 h 6857661"/>
              <a:gd name="connsiteX83" fmla="*/ 0 w 6095999"/>
              <a:gd name="connsiteY83" fmla="*/ 2428673 h 6857661"/>
              <a:gd name="connsiteX84" fmla="*/ 0 w 6095999"/>
              <a:gd name="connsiteY84" fmla="*/ 2374785 h 6857661"/>
              <a:gd name="connsiteX85" fmla="*/ 1218821 w 6095999"/>
              <a:gd name="connsiteY85" fmla="*/ 2374785 h 6857661"/>
              <a:gd name="connsiteX86" fmla="*/ 1218821 w 6095999"/>
              <a:gd name="connsiteY86" fmla="*/ 3121930 h 6857661"/>
              <a:gd name="connsiteX87" fmla="*/ 1218821 w 6095999"/>
              <a:gd name="connsiteY87" fmla="*/ 3869076 h 6857661"/>
              <a:gd name="connsiteX88" fmla="*/ 1218821 w 6095999"/>
              <a:gd name="connsiteY88" fmla="*/ 3869076 h 6857661"/>
              <a:gd name="connsiteX89" fmla="*/ 1218821 w 6095999"/>
              <a:gd name="connsiteY89" fmla="*/ 4616220 h 6857661"/>
              <a:gd name="connsiteX90" fmla="*/ 1218821 w 6095999"/>
              <a:gd name="connsiteY90" fmla="*/ 5363367 h 6857661"/>
              <a:gd name="connsiteX91" fmla="*/ 2438116 w 6095999"/>
              <a:gd name="connsiteY91" fmla="*/ 6110512 h 6857661"/>
              <a:gd name="connsiteX92" fmla="*/ 1218821 w 6095999"/>
              <a:gd name="connsiteY92" fmla="*/ 6857661 h 6857661"/>
              <a:gd name="connsiteX93" fmla="*/ 4876705 w 6095999"/>
              <a:gd name="connsiteY93" fmla="*/ 6857661 h 6857661"/>
              <a:gd name="connsiteX94" fmla="*/ 2438116 w 6095999"/>
              <a:gd name="connsiteY94" fmla="*/ 6857661 h 6857661"/>
              <a:gd name="connsiteX95" fmla="*/ 2438116 w 6095999"/>
              <a:gd name="connsiteY95" fmla="*/ 6110512 h 6857661"/>
              <a:gd name="connsiteX96" fmla="*/ 2438116 w 6095999"/>
              <a:gd name="connsiteY96" fmla="*/ 5363369 h 6857661"/>
              <a:gd name="connsiteX97" fmla="*/ 1218821 w 6095999"/>
              <a:gd name="connsiteY97" fmla="*/ 4616220 h 6857661"/>
              <a:gd name="connsiteX98" fmla="*/ 2192411 w 6095999"/>
              <a:gd name="connsiteY98" fmla="*/ 3884259 h 6857661"/>
              <a:gd name="connsiteX99" fmla="*/ 2438096 w 6095999"/>
              <a:gd name="connsiteY99" fmla="*/ 3869076 h 6857661"/>
              <a:gd name="connsiteX100" fmla="*/ 2192411 w 6095999"/>
              <a:gd name="connsiteY100" fmla="*/ 3853894 h 6857661"/>
              <a:gd name="connsiteX101" fmla="*/ 1218821 w 6095999"/>
              <a:gd name="connsiteY101" fmla="*/ 3121930 h 6857661"/>
              <a:gd name="connsiteX102" fmla="*/ 2438116 w 6095999"/>
              <a:gd name="connsiteY102" fmla="*/ 2374785 h 6857661"/>
              <a:gd name="connsiteX103" fmla="*/ 2438116 w 6095999"/>
              <a:gd name="connsiteY103" fmla="*/ 3121930 h 6857661"/>
              <a:gd name="connsiteX104" fmla="*/ 2438116 w 6095999"/>
              <a:gd name="connsiteY104" fmla="*/ 3869076 h 6857661"/>
              <a:gd name="connsiteX105" fmla="*/ 2438116 w 6095999"/>
              <a:gd name="connsiteY105" fmla="*/ 3869077 h 6857661"/>
              <a:gd name="connsiteX106" fmla="*/ 2438116 w 6095999"/>
              <a:gd name="connsiteY106" fmla="*/ 4616220 h 6857661"/>
              <a:gd name="connsiteX107" fmla="*/ 2438116 w 6095999"/>
              <a:gd name="connsiteY107" fmla="*/ 5363367 h 6857661"/>
              <a:gd name="connsiteX108" fmla="*/ 3657386 w 6095999"/>
              <a:gd name="connsiteY108" fmla="*/ 5363367 h 6857661"/>
              <a:gd name="connsiteX109" fmla="*/ 3411705 w 6095999"/>
              <a:gd name="connsiteY109" fmla="*/ 5348184 h 6857661"/>
              <a:gd name="connsiteX110" fmla="*/ 2438116 w 6095999"/>
              <a:gd name="connsiteY110" fmla="*/ 4616220 h 6857661"/>
              <a:gd name="connsiteX111" fmla="*/ 3411705 w 6095999"/>
              <a:gd name="connsiteY111" fmla="*/ 3884259 h 6857661"/>
              <a:gd name="connsiteX112" fmla="*/ 3657387 w 6095999"/>
              <a:gd name="connsiteY112" fmla="*/ 3869076 h 6857661"/>
              <a:gd name="connsiteX113" fmla="*/ 3411705 w 6095999"/>
              <a:gd name="connsiteY113" fmla="*/ 3853894 h 6857661"/>
              <a:gd name="connsiteX114" fmla="*/ 2438116 w 6095999"/>
              <a:gd name="connsiteY114" fmla="*/ 3121930 h 6857661"/>
              <a:gd name="connsiteX115" fmla="*/ 3657410 w 6095999"/>
              <a:gd name="connsiteY115" fmla="*/ 2374785 h 6857661"/>
              <a:gd name="connsiteX116" fmla="*/ 3657410 w 6095999"/>
              <a:gd name="connsiteY116" fmla="*/ 3121930 h 6857661"/>
              <a:gd name="connsiteX117" fmla="*/ 3657410 w 6095999"/>
              <a:gd name="connsiteY117" fmla="*/ 3869076 h 6857661"/>
              <a:gd name="connsiteX118" fmla="*/ 4876705 w 6095999"/>
              <a:gd name="connsiteY118" fmla="*/ 4616220 h 6857661"/>
              <a:gd name="connsiteX119" fmla="*/ 3903115 w 6095999"/>
              <a:gd name="connsiteY119" fmla="*/ 5348184 h 6857661"/>
              <a:gd name="connsiteX120" fmla="*/ 3657433 w 6095999"/>
              <a:gd name="connsiteY120" fmla="*/ 5363367 h 6857661"/>
              <a:gd name="connsiteX121" fmla="*/ 4876705 w 6095999"/>
              <a:gd name="connsiteY121" fmla="*/ 5363367 h 6857661"/>
              <a:gd name="connsiteX122" fmla="*/ 4876705 w 6095999"/>
              <a:gd name="connsiteY122" fmla="*/ 4616220 h 6857661"/>
              <a:gd name="connsiteX123" fmla="*/ 4876705 w 6095999"/>
              <a:gd name="connsiteY123" fmla="*/ 3869077 h 6857661"/>
              <a:gd name="connsiteX124" fmla="*/ 3657410 w 6095999"/>
              <a:gd name="connsiteY124" fmla="*/ 3121930 h 6857661"/>
              <a:gd name="connsiteX125" fmla="*/ 4876705 w 6095999"/>
              <a:gd name="connsiteY125" fmla="*/ 2374785 h 6857661"/>
              <a:gd name="connsiteX126" fmla="*/ 6095999 w 6095999"/>
              <a:gd name="connsiteY126" fmla="*/ 3121930 h 6857661"/>
              <a:gd name="connsiteX127" fmla="*/ 5122410 w 6095999"/>
              <a:gd name="connsiteY127" fmla="*/ 3853894 h 6857661"/>
              <a:gd name="connsiteX128" fmla="*/ 4876720 w 6095999"/>
              <a:gd name="connsiteY128" fmla="*/ 3869076 h 6857661"/>
              <a:gd name="connsiteX129" fmla="*/ 5122410 w 6095999"/>
              <a:gd name="connsiteY129" fmla="*/ 3884259 h 6857661"/>
              <a:gd name="connsiteX130" fmla="*/ 6095999 w 6095999"/>
              <a:gd name="connsiteY130" fmla="*/ 4616220 h 6857661"/>
              <a:gd name="connsiteX131" fmla="*/ 4876705 w 6095999"/>
              <a:gd name="connsiteY131" fmla="*/ 5363369 h 6857661"/>
              <a:gd name="connsiteX132" fmla="*/ 4876705 w 6095999"/>
              <a:gd name="connsiteY132" fmla="*/ 6110513 h 6857661"/>
              <a:gd name="connsiteX133" fmla="*/ 6095999 w 6095999"/>
              <a:gd name="connsiteY133" fmla="*/ 6857661 h 6857661"/>
              <a:gd name="connsiteX134" fmla="*/ 4876705 w 6095999"/>
              <a:gd name="connsiteY134" fmla="*/ 6110513 h 6857661"/>
              <a:gd name="connsiteX135" fmla="*/ 6095999 w 6095999"/>
              <a:gd name="connsiteY135" fmla="*/ 5363367 h 6857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6095999" h="6857661">
                <a:moveTo>
                  <a:pt x="0" y="880461"/>
                </a:moveTo>
                <a:lnTo>
                  <a:pt x="0" y="0"/>
                </a:lnTo>
                <a:lnTo>
                  <a:pt x="1199367" y="0"/>
                </a:lnTo>
                <a:lnTo>
                  <a:pt x="1199774" y="1112"/>
                </a:lnTo>
                <a:cubicBezTo>
                  <a:pt x="1212289" y="44033"/>
                  <a:pt x="1218821" y="88221"/>
                  <a:pt x="1218821" y="133342"/>
                </a:cubicBezTo>
                <a:cubicBezTo>
                  <a:pt x="1218821" y="494310"/>
                  <a:pt x="800801" y="795620"/>
                  <a:pt x="245231" y="865306"/>
                </a:cubicBezTo>
                <a:close/>
                <a:moveTo>
                  <a:pt x="1218821" y="880490"/>
                </a:moveTo>
                <a:lnTo>
                  <a:pt x="1218821" y="133342"/>
                </a:lnTo>
                <a:lnTo>
                  <a:pt x="1218821" y="0"/>
                </a:lnTo>
                <a:lnTo>
                  <a:pt x="2417627" y="0"/>
                </a:lnTo>
                <a:lnTo>
                  <a:pt x="2431820" y="56968"/>
                </a:lnTo>
                <a:cubicBezTo>
                  <a:pt x="2435983" y="82080"/>
                  <a:pt x="2438116" y="107558"/>
                  <a:pt x="2438116" y="133342"/>
                </a:cubicBezTo>
                <a:cubicBezTo>
                  <a:pt x="2438116" y="545877"/>
                  <a:pt x="1892129" y="880490"/>
                  <a:pt x="1218821" y="880490"/>
                </a:cubicBezTo>
                <a:close/>
                <a:moveTo>
                  <a:pt x="4876705" y="2320352"/>
                </a:moveTo>
                <a:cubicBezTo>
                  <a:pt x="5522483" y="2320352"/>
                  <a:pt x="6046101" y="2010091"/>
                  <a:pt x="6046101" y="1627349"/>
                </a:cubicBezTo>
                <a:cubicBezTo>
                  <a:pt x="6046101" y="1244610"/>
                  <a:pt x="5522483" y="934349"/>
                  <a:pt x="4876705" y="934349"/>
                </a:cubicBezTo>
                <a:cubicBezTo>
                  <a:pt x="4230927" y="934349"/>
                  <a:pt x="3707305" y="1244610"/>
                  <a:pt x="3707305" y="1627349"/>
                </a:cubicBezTo>
                <a:cubicBezTo>
                  <a:pt x="3707305" y="2010091"/>
                  <a:pt x="4230927" y="2320352"/>
                  <a:pt x="4876705" y="2320352"/>
                </a:cubicBezTo>
                <a:close/>
                <a:moveTo>
                  <a:pt x="0" y="2374754"/>
                </a:moveTo>
                <a:lnTo>
                  <a:pt x="0" y="880519"/>
                </a:lnTo>
                <a:lnTo>
                  <a:pt x="245231" y="895674"/>
                </a:lnTo>
                <a:cubicBezTo>
                  <a:pt x="800801" y="965362"/>
                  <a:pt x="1218821" y="1266670"/>
                  <a:pt x="1218821" y="1627635"/>
                </a:cubicBezTo>
                <a:cubicBezTo>
                  <a:pt x="1218821" y="1988604"/>
                  <a:pt x="800801" y="2289913"/>
                  <a:pt x="245231" y="2359600"/>
                </a:cubicBezTo>
                <a:close/>
                <a:moveTo>
                  <a:pt x="1218821" y="2374784"/>
                </a:moveTo>
                <a:lnTo>
                  <a:pt x="1218821" y="1627635"/>
                </a:lnTo>
                <a:lnTo>
                  <a:pt x="1218821" y="880490"/>
                </a:lnTo>
                <a:cubicBezTo>
                  <a:pt x="1892129" y="880490"/>
                  <a:pt x="2438116" y="1215103"/>
                  <a:pt x="2438116" y="1627635"/>
                </a:cubicBezTo>
                <a:cubicBezTo>
                  <a:pt x="2438116" y="2040171"/>
                  <a:pt x="1892129" y="2374784"/>
                  <a:pt x="1218821" y="2374784"/>
                </a:cubicBezTo>
                <a:close/>
                <a:moveTo>
                  <a:pt x="3657410" y="2374784"/>
                </a:moveTo>
                <a:lnTo>
                  <a:pt x="3657410" y="1627635"/>
                </a:lnTo>
                <a:lnTo>
                  <a:pt x="3657410" y="880777"/>
                </a:lnTo>
                <a:lnTo>
                  <a:pt x="2442751" y="880777"/>
                </a:lnTo>
                <a:lnTo>
                  <a:pt x="2683820" y="895674"/>
                </a:lnTo>
                <a:cubicBezTo>
                  <a:pt x="3239389" y="965361"/>
                  <a:pt x="3657410" y="1266669"/>
                  <a:pt x="3657410" y="1627635"/>
                </a:cubicBezTo>
                <a:cubicBezTo>
                  <a:pt x="3657410" y="2040171"/>
                  <a:pt x="3111423" y="2374784"/>
                  <a:pt x="2438116" y="2374784"/>
                </a:cubicBezTo>
                <a:lnTo>
                  <a:pt x="2438116" y="1627635"/>
                </a:lnTo>
                <a:lnTo>
                  <a:pt x="2438116" y="880777"/>
                </a:lnTo>
                <a:lnTo>
                  <a:pt x="2438116" y="880490"/>
                </a:lnTo>
                <a:lnTo>
                  <a:pt x="2438116" y="133342"/>
                </a:lnTo>
                <a:lnTo>
                  <a:pt x="2438116" y="0"/>
                </a:lnTo>
                <a:lnTo>
                  <a:pt x="2510143" y="0"/>
                </a:lnTo>
                <a:lnTo>
                  <a:pt x="2494049" y="62486"/>
                </a:lnTo>
                <a:cubicBezTo>
                  <a:pt x="2490056" y="85782"/>
                  <a:pt x="2488011" y="109421"/>
                  <a:pt x="2488011" y="133342"/>
                </a:cubicBezTo>
                <a:cubicBezTo>
                  <a:pt x="2488011" y="516084"/>
                  <a:pt x="3011632" y="826344"/>
                  <a:pt x="3657410" y="826344"/>
                </a:cubicBezTo>
                <a:cubicBezTo>
                  <a:pt x="4303189" y="826344"/>
                  <a:pt x="4826810" y="516084"/>
                  <a:pt x="4826810" y="133342"/>
                </a:cubicBezTo>
                <a:cubicBezTo>
                  <a:pt x="4826810" y="109421"/>
                  <a:pt x="4824765" y="85782"/>
                  <a:pt x="4820772" y="62486"/>
                </a:cubicBezTo>
                <a:lnTo>
                  <a:pt x="4804678" y="0"/>
                </a:lnTo>
                <a:lnTo>
                  <a:pt x="4876705" y="0"/>
                </a:lnTo>
                <a:lnTo>
                  <a:pt x="4876705" y="133628"/>
                </a:lnTo>
                <a:lnTo>
                  <a:pt x="4876705" y="880490"/>
                </a:lnTo>
                <a:lnTo>
                  <a:pt x="6091361" y="880490"/>
                </a:lnTo>
                <a:lnTo>
                  <a:pt x="5850295" y="865593"/>
                </a:lnTo>
                <a:cubicBezTo>
                  <a:pt x="5294726" y="795906"/>
                  <a:pt x="4876705" y="494596"/>
                  <a:pt x="4876705" y="133628"/>
                </a:cubicBezTo>
                <a:cubicBezTo>
                  <a:pt x="4876705" y="107845"/>
                  <a:pt x="4878837" y="82366"/>
                  <a:pt x="4883001" y="57254"/>
                </a:cubicBezTo>
                <a:lnTo>
                  <a:pt x="4897265" y="0"/>
                </a:lnTo>
                <a:lnTo>
                  <a:pt x="6095999" y="0"/>
                </a:lnTo>
                <a:lnTo>
                  <a:pt x="6095999" y="880490"/>
                </a:lnTo>
                <a:lnTo>
                  <a:pt x="6095999" y="880777"/>
                </a:lnTo>
                <a:lnTo>
                  <a:pt x="6095999" y="2374784"/>
                </a:lnTo>
                <a:close/>
                <a:moveTo>
                  <a:pt x="3657410" y="6803228"/>
                </a:moveTo>
                <a:cubicBezTo>
                  <a:pt x="4303189" y="6803228"/>
                  <a:pt x="4826810" y="6492968"/>
                  <a:pt x="4826810" y="6110226"/>
                </a:cubicBezTo>
                <a:cubicBezTo>
                  <a:pt x="4826810" y="5727487"/>
                  <a:pt x="4303189" y="5417226"/>
                  <a:pt x="3657410" y="5417226"/>
                </a:cubicBezTo>
                <a:cubicBezTo>
                  <a:pt x="3011632" y="5417226"/>
                  <a:pt x="2488011" y="5727487"/>
                  <a:pt x="2488011" y="6110226"/>
                </a:cubicBezTo>
                <a:cubicBezTo>
                  <a:pt x="2488011" y="6492968"/>
                  <a:pt x="3011632" y="6803228"/>
                  <a:pt x="3657410" y="6803228"/>
                </a:cubicBezTo>
                <a:close/>
                <a:moveTo>
                  <a:pt x="0" y="6857631"/>
                </a:moveTo>
                <a:lnTo>
                  <a:pt x="0" y="5363396"/>
                </a:lnTo>
                <a:lnTo>
                  <a:pt x="245231" y="5378551"/>
                </a:lnTo>
                <a:cubicBezTo>
                  <a:pt x="800801" y="5448237"/>
                  <a:pt x="1218821" y="5749544"/>
                  <a:pt x="1218821" y="6110512"/>
                </a:cubicBezTo>
                <a:cubicBezTo>
                  <a:pt x="1218821" y="6471482"/>
                  <a:pt x="800801" y="6772790"/>
                  <a:pt x="245231" y="6842477"/>
                </a:cubicBezTo>
                <a:close/>
                <a:moveTo>
                  <a:pt x="1218821" y="6857661"/>
                </a:moveTo>
                <a:lnTo>
                  <a:pt x="1218821" y="6110512"/>
                </a:lnTo>
                <a:lnTo>
                  <a:pt x="1218821" y="5363368"/>
                </a:lnTo>
                <a:cubicBezTo>
                  <a:pt x="587595" y="5363368"/>
                  <a:pt x="68273" y="5069276"/>
                  <a:pt x="5823" y="4692595"/>
                </a:cubicBezTo>
                <a:lnTo>
                  <a:pt x="0" y="4621957"/>
                </a:lnTo>
                <a:lnTo>
                  <a:pt x="0" y="4610482"/>
                </a:lnTo>
                <a:lnTo>
                  <a:pt x="5823" y="4539846"/>
                </a:lnTo>
                <a:cubicBezTo>
                  <a:pt x="59946" y="4213391"/>
                  <a:pt x="457231" y="3948967"/>
                  <a:pt x="973116" y="3884258"/>
                </a:cubicBezTo>
                <a:lnTo>
                  <a:pt x="1218788" y="3869076"/>
                </a:lnTo>
                <a:lnTo>
                  <a:pt x="0" y="3869076"/>
                </a:lnTo>
                <a:lnTo>
                  <a:pt x="0" y="3814616"/>
                </a:lnTo>
                <a:lnTo>
                  <a:pt x="235183" y="3800565"/>
                </a:lnTo>
                <a:cubicBezTo>
                  <a:pt x="768029" y="3735947"/>
                  <a:pt x="1168927" y="3456542"/>
                  <a:pt x="1168927" y="3121644"/>
                </a:cubicBezTo>
                <a:cubicBezTo>
                  <a:pt x="1168927" y="2786746"/>
                  <a:pt x="768029" y="2507342"/>
                  <a:pt x="235183" y="2442723"/>
                </a:cubicBezTo>
                <a:lnTo>
                  <a:pt x="0" y="2428673"/>
                </a:lnTo>
                <a:lnTo>
                  <a:pt x="0" y="2374785"/>
                </a:lnTo>
                <a:lnTo>
                  <a:pt x="1218821" y="2374785"/>
                </a:lnTo>
                <a:lnTo>
                  <a:pt x="1218821" y="3121930"/>
                </a:lnTo>
                <a:lnTo>
                  <a:pt x="1218821" y="3869076"/>
                </a:lnTo>
                <a:lnTo>
                  <a:pt x="1218821" y="3869076"/>
                </a:lnTo>
                <a:lnTo>
                  <a:pt x="1218821" y="4616220"/>
                </a:lnTo>
                <a:lnTo>
                  <a:pt x="1218821" y="5363367"/>
                </a:lnTo>
                <a:cubicBezTo>
                  <a:pt x="1892129" y="5363367"/>
                  <a:pt x="2438116" y="5697977"/>
                  <a:pt x="2438116" y="6110512"/>
                </a:cubicBezTo>
                <a:cubicBezTo>
                  <a:pt x="2438116" y="6523047"/>
                  <a:pt x="1892129" y="6857661"/>
                  <a:pt x="1218821" y="6857661"/>
                </a:cubicBezTo>
                <a:close/>
                <a:moveTo>
                  <a:pt x="4876705" y="6857661"/>
                </a:moveTo>
                <a:lnTo>
                  <a:pt x="2438116" y="6857661"/>
                </a:lnTo>
                <a:lnTo>
                  <a:pt x="2438116" y="6110512"/>
                </a:lnTo>
                <a:lnTo>
                  <a:pt x="2438116" y="5363369"/>
                </a:lnTo>
                <a:cubicBezTo>
                  <a:pt x="1764807" y="5363369"/>
                  <a:pt x="1218821" y="5028756"/>
                  <a:pt x="1218821" y="4616220"/>
                </a:cubicBezTo>
                <a:cubicBezTo>
                  <a:pt x="1218821" y="4255253"/>
                  <a:pt x="1636842" y="3953945"/>
                  <a:pt x="2192411" y="3884259"/>
                </a:cubicBezTo>
                <a:lnTo>
                  <a:pt x="2438096" y="3869076"/>
                </a:lnTo>
                <a:lnTo>
                  <a:pt x="2192411" y="3853894"/>
                </a:lnTo>
                <a:cubicBezTo>
                  <a:pt x="1636842" y="3784207"/>
                  <a:pt x="1218821" y="3482897"/>
                  <a:pt x="1218821" y="3121930"/>
                </a:cubicBezTo>
                <a:cubicBezTo>
                  <a:pt x="1218821" y="2709395"/>
                  <a:pt x="1764807" y="2374785"/>
                  <a:pt x="2438116" y="2374785"/>
                </a:cubicBezTo>
                <a:lnTo>
                  <a:pt x="2438116" y="3121930"/>
                </a:lnTo>
                <a:lnTo>
                  <a:pt x="2438116" y="3869076"/>
                </a:lnTo>
                <a:lnTo>
                  <a:pt x="2438116" y="3869077"/>
                </a:lnTo>
                <a:lnTo>
                  <a:pt x="2438116" y="4616220"/>
                </a:lnTo>
                <a:lnTo>
                  <a:pt x="2438116" y="5363367"/>
                </a:lnTo>
                <a:lnTo>
                  <a:pt x="3657386" y="5363367"/>
                </a:lnTo>
                <a:lnTo>
                  <a:pt x="3411705" y="5348184"/>
                </a:lnTo>
                <a:cubicBezTo>
                  <a:pt x="2856135" y="5278497"/>
                  <a:pt x="2438116" y="4977189"/>
                  <a:pt x="2438116" y="4616220"/>
                </a:cubicBezTo>
                <a:cubicBezTo>
                  <a:pt x="2438116" y="4255252"/>
                  <a:pt x="2856135" y="3953945"/>
                  <a:pt x="3411705" y="3884259"/>
                </a:cubicBezTo>
                <a:lnTo>
                  <a:pt x="3657387" y="3869076"/>
                </a:lnTo>
                <a:lnTo>
                  <a:pt x="3411705" y="3853894"/>
                </a:lnTo>
                <a:cubicBezTo>
                  <a:pt x="2856135" y="3784206"/>
                  <a:pt x="2438116" y="3482897"/>
                  <a:pt x="2438116" y="3121930"/>
                </a:cubicBezTo>
                <a:cubicBezTo>
                  <a:pt x="2438116" y="2709395"/>
                  <a:pt x="2984101" y="2374785"/>
                  <a:pt x="3657410" y="2374785"/>
                </a:cubicBezTo>
                <a:lnTo>
                  <a:pt x="3657410" y="3121930"/>
                </a:lnTo>
                <a:lnTo>
                  <a:pt x="3657410" y="3869076"/>
                </a:lnTo>
                <a:cubicBezTo>
                  <a:pt x="4330719" y="3869076"/>
                  <a:pt x="4876705" y="4203685"/>
                  <a:pt x="4876705" y="4616220"/>
                </a:cubicBezTo>
                <a:cubicBezTo>
                  <a:pt x="4876705" y="4977189"/>
                  <a:pt x="4458684" y="5278497"/>
                  <a:pt x="3903115" y="5348184"/>
                </a:cubicBezTo>
                <a:lnTo>
                  <a:pt x="3657433" y="5363367"/>
                </a:lnTo>
                <a:lnTo>
                  <a:pt x="4876705" y="5363367"/>
                </a:lnTo>
                <a:lnTo>
                  <a:pt x="4876705" y="4616220"/>
                </a:lnTo>
                <a:lnTo>
                  <a:pt x="4876705" y="3869077"/>
                </a:lnTo>
                <a:cubicBezTo>
                  <a:pt x="4203397" y="3869077"/>
                  <a:pt x="3657410" y="3534464"/>
                  <a:pt x="3657410" y="3121930"/>
                </a:cubicBezTo>
                <a:cubicBezTo>
                  <a:pt x="3657410" y="2709395"/>
                  <a:pt x="4203397" y="2374785"/>
                  <a:pt x="4876705" y="2374785"/>
                </a:cubicBezTo>
                <a:cubicBezTo>
                  <a:pt x="5550014" y="2374785"/>
                  <a:pt x="6095999" y="2709395"/>
                  <a:pt x="6095999" y="3121930"/>
                </a:cubicBezTo>
                <a:cubicBezTo>
                  <a:pt x="6095999" y="3482897"/>
                  <a:pt x="5677979" y="3784207"/>
                  <a:pt x="5122410" y="3853894"/>
                </a:cubicBezTo>
                <a:lnTo>
                  <a:pt x="4876720" y="3869076"/>
                </a:lnTo>
                <a:lnTo>
                  <a:pt x="5122410" y="3884259"/>
                </a:lnTo>
                <a:cubicBezTo>
                  <a:pt x="5677979" y="3953946"/>
                  <a:pt x="6095999" y="4255253"/>
                  <a:pt x="6095999" y="4616220"/>
                </a:cubicBezTo>
                <a:cubicBezTo>
                  <a:pt x="6095999" y="5028756"/>
                  <a:pt x="5550014" y="5363369"/>
                  <a:pt x="4876705" y="5363369"/>
                </a:cubicBezTo>
                <a:lnTo>
                  <a:pt x="4876705" y="6110513"/>
                </a:lnTo>
                <a:close/>
                <a:moveTo>
                  <a:pt x="6095999" y="6857661"/>
                </a:moveTo>
                <a:cubicBezTo>
                  <a:pt x="5422692" y="6857661"/>
                  <a:pt x="4876705" y="6523049"/>
                  <a:pt x="4876705" y="6110513"/>
                </a:cubicBezTo>
                <a:cubicBezTo>
                  <a:pt x="4876705" y="5697977"/>
                  <a:pt x="5422692" y="5363367"/>
                  <a:pt x="6095999" y="5363367"/>
                </a:cubicBezTo>
                <a:close/>
              </a:path>
            </a:pathLst>
          </a:custGeom>
          <a:solidFill>
            <a:schemeClr val="accent6">
              <a:alpha val="10000"/>
            </a:schemeClr>
          </a:solidFill>
          <a:ln w="0" cap="flat">
            <a:noFill/>
            <a:prstDash val="solid"/>
            <a:miter/>
          </a:ln>
        </p:spPr>
        <p:txBody>
          <a:bodyPr wrap="square" rtlCol="0" anchor="ctr">
            <a:noAutofit/>
          </a:bodyPr>
          <a:lstStyle/>
          <a:p>
            <a:endParaRPr lang="en-GR"/>
          </a:p>
        </p:txBody>
      </p:sp>
      <p:pic>
        <p:nvPicPr>
          <p:cNvPr id="11" name="Picture 10" descr="A picture containing text, indoor, electronics, screenshot&#10;&#10;Description automatically generated">
            <a:extLst>
              <a:ext uri="{FF2B5EF4-FFF2-40B4-BE49-F238E27FC236}">
                <a16:creationId xmlns:a16="http://schemas.microsoft.com/office/drawing/2014/main" id="{745B529A-C0D9-EFB5-E232-69B4BB3DC195}"/>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4313182" y="823176"/>
            <a:ext cx="11716529" cy="5858265"/>
          </a:xfrm>
          <a:custGeom>
            <a:avLst/>
            <a:gdLst>
              <a:gd name="connsiteX0" fmla="*/ 10870376 w 11716529"/>
              <a:gd name="connsiteY0" fmla="*/ 0 h 5858265"/>
              <a:gd name="connsiteX1" fmla="*/ 11716529 w 11716529"/>
              <a:gd name="connsiteY1" fmla="*/ 0 h 5858265"/>
              <a:gd name="connsiteX2" fmla="*/ 11716529 w 11716529"/>
              <a:gd name="connsiteY2" fmla="*/ 5858265 h 5858265"/>
              <a:gd name="connsiteX3" fmla="*/ 10870376 w 11716529"/>
              <a:gd name="connsiteY3" fmla="*/ 5858265 h 5858265"/>
              <a:gd name="connsiteX4" fmla="*/ 0 w 11716529"/>
              <a:gd name="connsiteY4" fmla="*/ 0 h 5858265"/>
              <a:gd name="connsiteX5" fmla="*/ 7878819 w 11716529"/>
              <a:gd name="connsiteY5" fmla="*/ 0 h 5858265"/>
              <a:gd name="connsiteX6" fmla="*/ 7878819 w 11716529"/>
              <a:gd name="connsiteY6" fmla="*/ 5858265 h 5858265"/>
              <a:gd name="connsiteX7" fmla="*/ 0 w 11716529"/>
              <a:gd name="connsiteY7" fmla="*/ 5858265 h 5858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716529" h="5858265">
                <a:moveTo>
                  <a:pt x="10870376" y="0"/>
                </a:moveTo>
                <a:lnTo>
                  <a:pt x="11716529" y="0"/>
                </a:lnTo>
                <a:lnTo>
                  <a:pt x="11716529" y="5858265"/>
                </a:lnTo>
                <a:lnTo>
                  <a:pt x="10870376" y="5858265"/>
                </a:lnTo>
                <a:close/>
                <a:moveTo>
                  <a:pt x="0" y="0"/>
                </a:moveTo>
                <a:lnTo>
                  <a:pt x="7878819" y="0"/>
                </a:lnTo>
                <a:lnTo>
                  <a:pt x="7878819" y="5858265"/>
                </a:lnTo>
                <a:lnTo>
                  <a:pt x="0" y="5858265"/>
                </a:lnTo>
                <a:close/>
              </a:path>
            </a:pathLst>
          </a:custGeom>
        </p:spPr>
      </p:pic>
    </p:spTree>
    <p:extLst>
      <p:ext uri="{BB962C8B-B14F-4D97-AF65-F5344CB8AC3E}">
        <p14:creationId xmlns:p14="http://schemas.microsoft.com/office/powerpoint/2010/main" val="427942105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77854-6918-4A98-69A9-DA9E936A5FC6}"/>
            </a:ext>
          </a:extLst>
        </p:cNvPr>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2D8F042-24AC-4421-501F-679EF3BD17F2}"/>
              </a:ext>
            </a:extLst>
          </p:cNvPr>
          <p:cNvSpPr>
            <a:spLocks noGrp="1"/>
          </p:cNvSpPr>
          <p:nvPr>
            <p:ph type="pic" sz="quarter" idx="21"/>
          </p:nvPr>
        </p:nvSpPr>
        <p:spPr/>
        <p:txBody>
          <a:bodyPr/>
          <a:lstStyle/>
          <a:p>
            <a:endParaRPr lang="en-GR"/>
          </a:p>
        </p:txBody>
      </p:sp>
      <p:sp>
        <p:nvSpPr>
          <p:cNvPr id="5" name="Slide Number Placeholder 4">
            <a:extLst>
              <a:ext uri="{FF2B5EF4-FFF2-40B4-BE49-F238E27FC236}">
                <a16:creationId xmlns:a16="http://schemas.microsoft.com/office/drawing/2014/main" id="{ED73AA47-F32A-BA9C-B08E-511D953050C1}"/>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134</a:t>
            </a:fld>
            <a:endParaRPr lang="en-GR"/>
          </a:p>
        </p:txBody>
      </p:sp>
      <p:sp>
        <p:nvSpPr>
          <p:cNvPr id="8" name="Text Placeholder 7">
            <a:extLst>
              <a:ext uri="{FF2B5EF4-FFF2-40B4-BE49-F238E27FC236}">
                <a16:creationId xmlns:a16="http://schemas.microsoft.com/office/drawing/2014/main" id="{29524025-8BE9-9680-2BBB-85920B4D8407}"/>
              </a:ext>
            </a:extLst>
          </p:cNvPr>
          <p:cNvSpPr>
            <a:spLocks noGrp="1"/>
          </p:cNvSpPr>
          <p:nvPr>
            <p:ph type="body" sz="quarter" idx="25"/>
          </p:nvPr>
        </p:nvSpPr>
        <p:spPr>
          <a:xfrm>
            <a:off x="332316" y="1268822"/>
            <a:ext cx="2694467"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p:txBody>
      </p:sp>
      <p:sp>
        <p:nvSpPr>
          <p:cNvPr id="6" name="Title 5">
            <a:extLst>
              <a:ext uri="{FF2B5EF4-FFF2-40B4-BE49-F238E27FC236}">
                <a16:creationId xmlns:a16="http://schemas.microsoft.com/office/drawing/2014/main" id="{31DF3D3B-62AD-1B88-810C-B4D863AB3FC8}"/>
              </a:ext>
            </a:extLst>
          </p:cNvPr>
          <p:cNvSpPr>
            <a:spLocks noGrp="1"/>
          </p:cNvSpPr>
          <p:nvPr>
            <p:ph type="ctrTitle"/>
          </p:nvPr>
        </p:nvSpPr>
        <p:spPr>
          <a:xfrm>
            <a:off x="332317" y="409284"/>
            <a:ext cx="2695198" cy="139397"/>
          </a:xfrm>
        </p:spPr>
        <p:txBody>
          <a:bodyPr/>
          <a:lstStyle/>
          <a:p>
            <a:r>
              <a:rPr lang="en-GR"/>
              <a:t>Page Layout Examples</a:t>
            </a:r>
          </a:p>
        </p:txBody>
      </p:sp>
      <p:sp>
        <p:nvSpPr>
          <p:cNvPr id="7" name="Text Placeholder 6">
            <a:extLst>
              <a:ext uri="{FF2B5EF4-FFF2-40B4-BE49-F238E27FC236}">
                <a16:creationId xmlns:a16="http://schemas.microsoft.com/office/drawing/2014/main" id="{FE623CA4-0E43-DD4C-3A05-D714CC7DDE46}"/>
              </a:ext>
            </a:extLst>
          </p:cNvPr>
          <p:cNvSpPr>
            <a:spLocks noGrp="1"/>
          </p:cNvSpPr>
          <p:nvPr>
            <p:ph type="body" sz="quarter" idx="16"/>
          </p:nvPr>
        </p:nvSpPr>
        <p:spPr>
          <a:xfrm>
            <a:off x="332316" y="741494"/>
            <a:ext cx="2694467" cy="500202"/>
          </a:xfrm>
        </p:spPr>
        <p:txBody>
          <a:bodyPr>
            <a:spAutoFit/>
          </a:bodyPr>
          <a:lstStyle/>
          <a:p>
            <a:r>
              <a:rPr lang="en-GR" sz="1800"/>
              <a:t>Title Aptos 18-24pt lines spacing 0,9</a:t>
            </a:r>
          </a:p>
        </p:txBody>
      </p:sp>
      <p:sp>
        <p:nvSpPr>
          <p:cNvPr id="16" name="Freeform 15">
            <a:extLst>
              <a:ext uri="{FF2B5EF4-FFF2-40B4-BE49-F238E27FC236}">
                <a16:creationId xmlns:a16="http://schemas.microsoft.com/office/drawing/2014/main" id="{4F48E9FD-9B6D-5D87-E057-90AB91366508}"/>
              </a:ext>
            </a:extLst>
          </p:cNvPr>
          <p:cNvSpPr/>
          <p:nvPr/>
        </p:nvSpPr>
        <p:spPr>
          <a:xfrm rot="10800000">
            <a:off x="6609815" y="-2"/>
            <a:ext cx="5595907" cy="6858003"/>
          </a:xfrm>
          <a:custGeom>
            <a:avLst/>
            <a:gdLst>
              <a:gd name="connsiteX0" fmla="*/ 4196930 w 5595907"/>
              <a:gd name="connsiteY0" fmla="*/ 1652047 h 6858003"/>
              <a:gd name="connsiteX1" fmla="*/ 5538656 w 5595907"/>
              <a:gd name="connsiteY1" fmla="*/ 856920 h 6858003"/>
              <a:gd name="connsiteX2" fmla="*/ 4196930 w 5595907"/>
              <a:gd name="connsiteY2" fmla="*/ 61796 h 6858003"/>
              <a:gd name="connsiteX3" fmla="*/ 2855200 w 5595907"/>
              <a:gd name="connsiteY3" fmla="*/ 856920 h 6858003"/>
              <a:gd name="connsiteX4" fmla="*/ 4196930 w 5595907"/>
              <a:gd name="connsiteY4" fmla="*/ 1652047 h 6858003"/>
              <a:gd name="connsiteX5" fmla="*/ 1398976 w 5595907"/>
              <a:gd name="connsiteY5" fmla="*/ 1714502 h 6858003"/>
              <a:gd name="connsiteX6" fmla="*/ 1398976 w 5595907"/>
              <a:gd name="connsiteY6" fmla="*/ 857261 h 6858003"/>
              <a:gd name="connsiteX7" fmla="*/ 1391753 w 5595907"/>
              <a:gd name="connsiteY7" fmla="*/ 944878 h 6858003"/>
              <a:gd name="connsiteX8" fmla="*/ 0 w 5595907"/>
              <a:gd name="connsiteY8" fmla="*/ 1714501 h 6858003"/>
              <a:gd name="connsiteX9" fmla="*/ 0 w 5595907"/>
              <a:gd name="connsiteY9" fmla="*/ 0 h 6858003"/>
              <a:gd name="connsiteX10" fmla="*/ 1391753 w 5595907"/>
              <a:gd name="connsiteY10" fmla="*/ 769620 h 6858003"/>
              <a:gd name="connsiteX11" fmla="*/ 1398976 w 5595907"/>
              <a:gd name="connsiteY11" fmla="*/ 857237 h 6858003"/>
              <a:gd name="connsiteX12" fmla="*/ 1398976 w 5595907"/>
              <a:gd name="connsiteY12" fmla="*/ 0 h 6858003"/>
              <a:gd name="connsiteX13" fmla="*/ 2797953 w 5595907"/>
              <a:gd name="connsiteY13" fmla="*/ 857249 h 6858003"/>
              <a:gd name="connsiteX14" fmla="*/ 1398976 w 5595907"/>
              <a:gd name="connsiteY14" fmla="*/ 1714502 h 6858003"/>
              <a:gd name="connsiteX15" fmla="*/ 5595907 w 5595907"/>
              <a:gd name="connsiteY15" fmla="*/ 1714502 h 6858003"/>
              <a:gd name="connsiteX16" fmla="*/ 2797953 w 5595907"/>
              <a:gd name="connsiteY16" fmla="*/ 1714502 h 6858003"/>
              <a:gd name="connsiteX17" fmla="*/ 2797953 w 5595907"/>
              <a:gd name="connsiteY17" fmla="*/ 857249 h 6858003"/>
              <a:gd name="connsiteX18" fmla="*/ 2797953 w 5595907"/>
              <a:gd name="connsiteY18" fmla="*/ 0 h 6858003"/>
              <a:gd name="connsiteX19" fmla="*/ 5595907 w 5595907"/>
              <a:gd name="connsiteY19" fmla="*/ 0 h 6858003"/>
              <a:gd name="connsiteX20" fmla="*/ 1398977 w 5595907"/>
              <a:gd name="connsiteY20" fmla="*/ 4286235 h 6858003"/>
              <a:gd name="connsiteX21" fmla="*/ 1404518 w 5595907"/>
              <a:gd name="connsiteY21" fmla="*/ 4209444 h 6858003"/>
              <a:gd name="connsiteX22" fmla="*/ 2516040 w 5595907"/>
              <a:gd name="connsiteY22" fmla="*/ 3446420 h 6858003"/>
              <a:gd name="connsiteX23" fmla="*/ 2797925 w 5595907"/>
              <a:gd name="connsiteY23" fmla="*/ 3429002 h 6858003"/>
              <a:gd name="connsiteX24" fmla="*/ 2533152 w 5595907"/>
              <a:gd name="connsiteY24" fmla="*/ 3413660 h 6858003"/>
              <a:gd name="connsiteX25" fmla="*/ 1406200 w 5595907"/>
              <a:gd name="connsiteY25" fmla="*/ 2659381 h 6858003"/>
              <a:gd name="connsiteX26" fmla="*/ 1398977 w 5595907"/>
              <a:gd name="connsiteY26" fmla="*/ 2571763 h 6858003"/>
              <a:gd name="connsiteX27" fmla="*/ 1398977 w 5595907"/>
              <a:gd name="connsiteY27" fmla="*/ 3429000 h 6858003"/>
              <a:gd name="connsiteX28" fmla="*/ 1398977 w 5595907"/>
              <a:gd name="connsiteY28" fmla="*/ 3429002 h 6858003"/>
              <a:gd name="connsiteX29" fmla="*/ 2797950 w 5595907"/>
              <a:gd name="connsiteY29" fmla="*/ 5143501 h 6858003"/>
              <a:gd name="connsiteX30" fmla="*/ 2516040 w 5595907"/>
              <a:gd name="connsiteY30" fmla="*/ 5126080 h 6858003"/>
              <a:gd name="connsiteX31" fmla="*/ 1404518 w 5595907"/>
              <a:gd name="connsiteY31" fmla="*/ 4363054 h 6858003"/>
              <a:gd name="connsiteX32" fmla="*/ 1398977 w 5595907"/>
              <a:gd name="connsiteY32" fmla="*/ 4286263 h 6858003"/>
              <a:gd name="connsiteX33" fmla="*/ 1398977 w 5595907"/>
              <a:gd name="connsiteY33" fmla="*/ 5143501 h 6858003"/>
              <a:gd name="connsiteX34" fmla="*/ 4196929 w 5595907"/>
              <a:gd name="connsiteY34" fmla="*/ 5143501 h 6858003"/>
              <a:gd name="connsiteX35" fmla="*/ 4196929 w 5595907"/>
              <a:gd name="connsiteY35" fmla="*/ 4286256 h 6858003"/>
              <a:gd name="connsiteX36" fmla="*/ 4191388 w 5595907"/>
              <a:gd name="connsiteY36" fmla="*/ 4363054 h 6858003"/>
              <a:gd name="connsiteX37" fmla="*/ 3079866 w 5595907"/>
              <a:gd name="connsiteY37" fmla="*/ 5126080 h 6858003"/>
              <a:gd name="connsiteX38" fmla="*/ 2797956 w 5595907"/>
              <a:gd name="connsiteY38" fmla="*/ 5143501 h 6858003"/>
              <a:gd name="connsiteX39" fmla="*/ 2797953 w 5595907"/>
              <a:gd name="connsiteY39" fmla="*/ 6795548 h 6858003"/>
              <a:gd name="connsiteX40" fmla="*/ 4139682 w 5595907"/>
              <a:gd name="connsiteY40" fmla="*/ 6000421 h 6858003"/>
              <a:gd name="connsiteX41" fmla="*/ 2797953 w 5595907"/>
              <a:gd name="connsiteY41" fmla="*/ 5205297 h 6858003"/>
              <a:gd name="connsiteX42" fmla="*/ 1456223 w 5595907"/>
              <a:gd name="connsiteY42" fmla="*/ 6000421 h 6858003"/>
              <a:gd name="connsiteX43" fmla="*/ 2797953 w 5595907"/>
              <a:gd name="connsiteY43" fmla="*/ 6795548 h 6858003"/>
              <a:gd name="connsiteX44" fmla="*/ 5595906 w 5595907"/>
              <a:gd name="connsiteY44" fmla="*/ 6858003 h 6858003"/>
              <a:gd name="connsiteX45" fmla="*/ 4225356 w 5595907"/>
              <a:gd name="connsiteY45" fmla="*/ 6173483 h 6858003"/>
              <a:gd name="connsiteX46" fmla="*/ 4196930 w 5595907"/>
              <a:gd name="connsiteY46" fmla="*/ 6000753 h 6858003"/>
              <a:gd name="connsiteX47" fmla="*/ 4196930 w 5595907"/>
              <a:gd name="connsiteY47" fmla="*/ 6858003 h 6858003"/>
              <a:gd name="connsiteX48" fmla="*/ 1398976 w 5595907"/>
              <a:gd name="connsiteY48" fmla="*/ 6858003 h 6858003"/>
              <a:gd name="connsiteX49" fmla="*/ 1398976 w 5595907"/>
              <a:gd name="connsiteY49" fmla="*/ 6000756 h 6858003"/>
              <a:gd name="connsiteX50" fmla="*/ 1370551 w 5595907"/>
              <a:gd name="connsiteY50" fmla="*/ 6173483 h 6858003"/>
              <a:gd name="connsiteX51" fmla="*/ 0 w 5595907"/>
              <a:gd name="connsiteY51" fmla="*/ 6858003 h 6858003"/>
              <a:gd name="connsiteX52" fmla="*/ 0 w 5595907"/>
              <a:gd name="connsiteY52" fmla="*/ 5143501 h 6858003"/>
              <a:gd name="connsiteX53" fmla="*/ 1370551 w 5595907"/>
              <a:gd name="connsiteY53" fmla="*/ 5828018 h 6858003"/>
              <a:gd name="connsiteX54" fmla="*/ 1398976 w 5595907"/>
              <a:gd name="connsiteY54" fmla="*/ 6000744 h 6858003"/>
              <a:gd name="connsiteX55" fmla="*/ 1398976 w 5595907"/>
              <a:gd name="connsiteY55" fmla="*/ 5143501 h 6858003"/>
              <a:gd name="connsiteX56" fmla="*/ 1117064 w 5595907"/>
              <a:gd name="connsiteY56" fmla="*/ 5126080 h 6858003"/>
              <a:gd name="connsiteX57" fmla="*/ 0 w 5595907"/>
              <a:gd name="connsiteY57" fmla="*/ 4286249 h 6858003"/>
              <a:gd name="connsiteX58" fmla="*/ 1117064 w 5595907"/>
              <a:gd name="connsiteY58" fmla="*/ 3446421 h 6858003"/>
              <a:gd name="connsiteX59" fmla="*/ 1398956 w 5595907"/>
              <a:gd name="connsiteY59" fmla="*/ 3429001 h 6858003"/>
              <a:gd name="connsiteX60" fmla="*/ 1117064 w 5595907"/>
              <a:gd name="connsiteY60" fmla="*/ 3411581 h 6858003"/>
              <a:gd name="connsiteX61" fmla="*/ 0 w 5595907"/>
              <a:gd name="connsiteY61" fmla="*/ 2571751 h 6858003"/>
              <a:gd name="connsiteX62" fmla="*/ 1398977 w 5595907"/>
              <a:gd name="connsiteY62" fmla="*/ 1714502 h 6858003"/>
              <a:gd name="connsiteX63" fmla="*/ 1398977 w 5595907"/>
              <a:gd name="connsiteY63" fmla="*/ 2571739 h 6858003"/>
              <a:gd name="connsiteX64" fmla="*/ 1406200 w 5595907"/>
              <a:gd name="connsiteY64" fmla="*/ 2484122 h 6858003"/>
              <a:gd name="connsiteX65" fmla="*/ 2797953 w 5595907"/>
              <a:gd name="connsiteY65" fmla="*/ 1714502 h 6858003"/>
              <a:gd name="connsiteX66" fmla="*/ 2797953 w 5595907"/>
              <a:gd name="connsiteY66" fmla="*/ 2571751 h 6858003"/>
              <a:gd name="connsiteX67" fmla="*/ 2797953 w 5595907"/>
              <a:gd name="connsiteY67" fmla="*/ 3429000 h 6858003"/>
              <a:gd name="connsiteX68" fmla="*/ 4189706 w 5595907"/>
              <a:gd name="connsiteY68" fmla="*/ 4198619 h 6858003"/>
              <a:gd name="connsiteX69" fmla="*/ 4196929 w 5595907"/>
              <a:gd name="connsiteY69" fmla="*/ 4286243 h 6858003"/>
              <a:gd name="connsiteX70" fmla="*/ 4196929 w 5595907"/>
              <a:gd name="connsiteY70" fmla="*/ 3429002 h 6858003"/>
              <a:gd name="connsiteX71" fmla="*/ 3915017 w 5595907"/>
              <a:gd name="connsiteY71" fmla="*/ 3411581 h 6858003"/>
              <a:gd name="connsiteX72" fmla="*/ 2797953 w 5595907"/>
              <a:gd name="connsiteY72" fmla="*/ 2571751 h 6858003"/>
              <a:gd name="connsiteX73" fmla="*/ 4196930 w 5595907"/>
              <a:gd name="connsiteY73" fmla="*/ 1714502 h 6858003"/>
              <a:gd name="connsiteX74" fmla="*/ 5595907 w 5595907"/>
              <a:gd name="connsiteY74" fmla="*/ 2571751 h 6858003"/>
              <a:gd name="connsiteX75" fmla="*/ 4478843 w 5595907"/>
              <a:gd name="connsiteY75" fmla="*/ 3411581 h 6858003"/>
              <a:gd name="connsiteX76" fmla="*/ 4196949 w 5595907"/>
              <a:gd name="connsiteY76" fmla="*/ 3429001 h 6858003"/>
              <a:gd name="connsiteX77" fmla="*/ 4478842 w 5595907"/>
              <a:gd name="connsiteY77" fmla="*/ 3446421 h 6858003"/>
              <a:gd name="connsiteX78" fmla="*/ 5595906 w 5595907"/>
              <a:gd name="connsiteY78" fmla="*/ 4286249 h 6858003"/>
              <a:gd name="connsiteX79" fmla="*/ 4478842 w 5595907"/>
              <a:gd name="connsiteY79" fmla="*/ 5126080 h 6858003"/>
              <a:gd name="connsiteX80" fmla="*/ 4196930 w 5595907"/>
              <a:gd name="connsiteY80" fmla="*/ 5143501 h 6858003"/>
              <a:gd name="connsiteX81" fmla="*/ 4196930 w 5595907"/>
              <a:gd name="connsiteY81" fmla="*/ 6000747 h 6858003"/>
              <a:gd name="connsiteX82" fmla="*/ 4225356 w 5595907"/>
              <a:gd name="connsiteY82" fmla="*/ 5828018 h 6858003"/>
              <a:gd name="connsiteX83" fmla="*/ 5595906 w 5595907"/>
              <a:gd name="connsiteY83" fmla="*/ 5143501 h 685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5595907" h="6858003">
                <a:moveTo>
                  <a:pt x="4196930" y="1652047"/>
                </a:moveTo>
                <a:cubicBezTo>
                  <a:pt x="4937874" y="1652047"/>
                  <a:pt x="5538656" y="1296066"/>
                  <a:pt x="5538656" y="856920"/>
                </a:cubicBezTo>
                <a:cubicBezTo>
                  <a:pt x="5538656" y="417778"/>
                  <a:pt x="4937874" y="61796"/>
                  <a:pt x="4196930" y="61796"/>
                </a:cubicBezTo>
                <a:cubicBezTo>
                  <a:pt x="3455986" y="61796"/>
                  <a:pt x="2855200" y="417778"/>
                  <a:pt x="2855200" y="856920"/>
                </a:cubicBezTo>
                <a:cubicBezTo>
                  <a:pt x="2855200" y="1296066"/>
                  <a:pt x="3455986" y="1652047"/>
                  <a:pt x="4196930" y="1652047"/>
                </a:cubicBezTo>
                <a:close/>
                <a:moveTo>
                  <a:pt x="1398976" y="1714502"/>
                </a:moveTo>
                <a:lnTo>
                  <a:pt x="1398976" y="857261"/>
                </a:lnTo>
                <a:lnTo>
                  <a:pt x="1391753" y="944878"/>
                </a:lnTo>
                <a:cubicBezTo>
                  <a:pt x="1320101" y="1377069"/>
                  <a:pt x="724248" y="1714501"/>
                  <a:pt x="0" y="1714501"/>
                </a:cubicBezTo>
                <a:lnTo>
                  <a:pt x="0" y="0"/>
                </a:lnTo>
                <a:cubicBezTo>
                  <a:pt x="724248" y="0"/>
                  <a:pt x="1320101" y="337432"/>
                  <a:pt x="1391753" y="769620"/>
                </a:cubicBezTo>
                <a:lnTo>
                  <a:pt x="1398976" y="857237"/>
                </a:lnTo>
                <a:lnTo>
                  <a:pt x="1398976" y="0"/>
                </a:lnTo>
                <a:cubicBezTo>
                  <a:pt x="2171507" y="0"/>
                  <a:pt x="2797953" y="383923"/>
                  <a:pt x="2797953" y="857249"/>
                </a:cubicBezTo>
                <a:cubicBezTo>
                  <a:pt x="2797953" y="1330578"/>
                  <a:pt x="2171507" y="1714502"/>
                  <a:pt x="1398976" y="1714502"/>
                </a:cubicBezTo>
                <a:close/>
                <a:moveTo>
                  <a:pt x="5595907" y="1714502"/>
                </a:moveTo>
                <a:lnTo>
                  <a:pt x="2797953" y="1714502"/>
                </a:lnTo>
                <a:lnTo>
                  <a:pt x="2797953" y="857249"/>
                </a:lnTo>
                <a:lnTo>
                  <a:pt x="2797953" y="0"/>
                </a:lnTo>
                <a:lnTo>
                  <a:pt x="5595907" y="0"/>
                </a:lnTo>
                <a:close/>
                <a:moveTo>
                  <a:pt x="1398977" y="4286235"/>
                </a:moveTo>
                <a:lnTo>
                  <a:pt x="1404518" y="4209444"/>
                </a:lnTo>
                <a:cubicBezTo>
                  <a:pt x="1459545" y="3829910"/>
                  <a:pt x="1918439" y="3521379"/>
                  <a:pt x="2516040" y="3446420"/>
                </a:cubicBezTo>
                <a:lnTo>
                  <a:pt x="2797925" y="3429002"/>
                </a:lnTo>
                <a:lnTo>
                  <a:pt x="2533152" y="3413660"/>
                </a:lnTo>
                <a:cubicBezTo>
                  <a:pt x="1932932" y="3343165"/>
                  <a:pt x="1468896" y="3037547"/>
                  <a:pt x="1406200" y="2659381"/>
                </a:cubicBezTo>
                <a:lnTo>
                  <a:pt x="1398977" y="2571763"/>
                </a:lnTo>
                <a:lnTo>
                  <a:pt x="1398977" y="3429000"/>
                </a:lnTo>
                <a:lnTo>
                  <a:pt x="1398977" y="3429002"/>
                </a:lnTo>
                <a:close/>
                <a:moveTo>
                  <a:pt x="2797950" y="5143501"/>
                </a:moveTo>
                <a:lnTo>
                  <a:pt x="2516040" y="5126080"/>
                </a:lnTo>
                <a:cubicBezTo>
                  <a:pt x="1918439" y="5051121"/>
                  <a:pt x="1459545" y="4742587"/>
                  <a:pt x="1404518" y="4363054"/>
                </a:cubicBezTo>
                <a:lnTo>
                  <a:pt x="1398977" y="4286263"/>
                </a:lnTo>
                <a:lnTo>
                  <a:pt x="1398977" y="5143501"/>
                </a:lnTo>
                <a:close/>
                <a:moveTo>
                  <a:pt x="4196929" y="5143501"/>
                </a:moveTo>
                <a:lnTo>
                  <a:pt x="4196929" y="4286256"/>
                </a:lnTo>
                <a:lnTo>
                  <a:pt x="4191388" y="4363054"/>
                </a:lnTo>
                <a:cubicBezTo>
                  <a:pt x="4136360" y="4742588"/>
                  <a:pt x="3677467" y="5051121"/>
                  <a:pt x="3079866" y="5126080"/>
                </a:cubicBezTo>
                <a:lnTo>
                  <a:pt x="2797956" y="5143501"/>
                </a:lnTo>
                <a:close/>
                <a:moveTo>
                  <a:pt x="2797953" y="6795548"/>
                </a:moveTo>
                <a:cubicBezTo>
                  <a:pt x="3538897" y="6795548"/>
                  <a:pt x="4139682" y="6439567"/>
                  <a:pt x="4139682" y="6000421"/>
                </a:cubicBezTo>
                <a:cubicBezTo>
                  <a:pt x="4139682" y="5561279"/>
                  <a:pt x="3538897" y="5205297"/>
                  <a:pt x="2797953" y="5205297"/>
                </a:cubicBezTo>
                <a:cubicBezTo>
                  <a:pt x="2057009" y="5205297"/>
                  <a:pt x="1456223" y="5561279"/>
                  <a:pt x="1456223" y="6000421"/>
                </a:cubicBezTo>
                <a:cubicBezTo>
                  <a:pt x="1456223" y="6439567"/>
                  <a:pt x="2057009" y="6795548"/>
                  <a:pt x="2797953" y="6795548"/>
                </a:cubicBezTo>
                <a:close/>
                <a:moveTo>
                  <a:pt x="5595906" y="6858003"/>
                </a:moveTo>
                <a:cubicBezTo>
                  <a:pt x="4919942" y="6858003"/>
                  <a:pt x="4355823" y="6564061"/>
                  <a:pt x="4225356" y="6173483"/>
                </a:cubicBezTo>
                <a:lnTo>
                  <a:pt x="4196930" y="6000753"/>
                </a:lnTo>
                <a:lnTo>
                  <a:pt x="4196930" y="6858003"/>
                </a:lnTo>
                <a:lnTo>
                  <a:pt x="1398976" y="6858003"/>
                </a:lnTo>
                <a:lnTo>
                  <a:pt x="1398976" y="6000756"/>
                </a:lnTo>
                <a:lnTo>
                  <a:pt x="1370551" y="6173483"/>
                </a:lnTo>
                <a:cubicBezTo>
                  <a:pt x="1240083" y="6564061"/>
                  <a:pt x="675965" y="6858003"/>
                  <a:pt x="0" y="6858003"/>
                </a:cubicBezTo>
                <a:lnTo>
                  <a:pt x="0" y="5143501"/>
                </a:lnTo>
                <a:cubicBezTo>
                  <a:pt x="675965" y="5143501"/>
                  <a:pt x="1240083" y="5437440"/>
                  <a:pt x="1370551" y="5828018"/>
                </a:cubicBezTo>
                <a:lnTo>
                  <a:pt x="1398976" y="6000744"/>
                </a:lnTo>
                <a:lnTo>
                  <a:pt x="1398976" y="5143501"/>
                </a:lnTo>
                <a:lnTo>
                  <a:pt x="1117064" y="5126080"/>
                </a:lnTo>
                <a:cubicBezTo>
                  <a:pt x="479623" y="5046123"/>
                  <a:pt x="0" y="4700411"/>
                  <a:pt x="0" y="4286249"/>
                </a:cubicBezTo>
                <a:cubicBezTo>
                  <a:pt x="0" y="3872086"/>
                  <a:pt x="479623" y="3526377"/>
                  <a:pt x="1117064" y="3446421"/>
                </a:cubicBezTo>
                <a:lnTo>
                  <a:pt x="1398956" y="3429001"/>
                </a:lnTo>
                <a:lnTo>
                  <a:pt x="1117064" y="3411581"/>
                </a:lnTo>
                <a:cubicBezTo>
                  <a:pt x="479623" y="3331625"/>
                  <a:pt x="0" y="2985914"/>
                  <a:pt x="0" y="2571751"/>
                </a:cubicBezTo>
                <a:cubicBezTo>
                  <a:pt x="0" y="2098422"/>
                  <a:pt x="626446" y="1714502"/>
                  <a:pt x="1398977" y="1714502"/>
                </a:cubicBezTo>
                <a:lnTo>
                  <a:pt x="1398977" y="2571739"/>
                </a:lnTo>
                <a:lnTo>
                  <a:pt x="1406200" y="2484122"/>
                </a:lnTo>
                <a:cubicBezTo>
                  <a:pt x="1477852" y="2051932"/>
                  <a:pt x="2073705" y="1714502"/>
                  <a:pt x="2797953" y="1714502"/>
                </a:cubicBezTo>
                <a:lnTo>
                  <a:pt x="2797953" y="2571751"/>
                </a:lnTo>
                <a:lnTo>
                  <a:pt x="2797953" y="3429000"/>
                </a:lnTo>
                <a:cubicBezTo>
                  <a:pt x="3522201" y="3429000"/>
                  <a:pt x="4118053" y="3766429"/>
                  <a:pt x="4189706" y="4198619"/>
                </a:cubicBezTo>
                <a:lnTo>
                  <a:pt x="4196929" y="4286243"/>
                </a:lnTo>
                <a:lnTo>
                  <a:pt x="4196929" y="3429002"/>
                </a:lnTo>
                <a:lnTo>
                  <a:pt x="3915017" y="3411581"/>
                </a:lnTo>
                <a:cubicBezTo>
                  <a:pt x="3277576" y="3331625"/>
                  <a:pt x="2797953" y="2985914"/>
                  <a:pt x="2797953" y="2571751"/>
                </a:cubicBezTo>
                <a:cubicBezTo>
                  <a:pt x="2797953" y="2098422"/>
                  <a:pt x="3424399" y="1714502"/>
                  <a:pt x="4196930" y="1714502"/>
                </a:cubicBezTo>
                <a:cubicBezTo>
                  <a:pt x="4969461" y="1714502"/>
                  <a:pt x="5595907" y="2098422"/>
                  <a:pt x="5595907" y="2571751"/>
                </a:cubicBezTo>
                <a:cubicBezTo>
                  <a:pt x="5595907" y="2985914"/>
                  <a:pt x="5116284" y="3331625"/>
                  <a:pt x="4478843" y="3411581"/>
                </a:cubicBezTo>
                <a:lnTo>
                  <a:pt x="4196949" y="3429001"/>
                </a:lnTo>
                <a:lnTo>
                  <a:pt x="4478842" y="3446421"/>
                </a:lnTo>
                <a:cubicBezTo>
                  <a:pt x="5116283" y="3526377"/>
                  <a:pt x="5595906" y="3872086"/>
                  <a:pt x="5595906" y="4286249"/>
                </a:cubicBezTo>
                <a:cubicBezTo>
                  <a:pt x="5595906" y="4700412"/>
                  <a:pt x="5116283" y="5046124"/>
                  <a:pt x="4478842" y="5126080"/>
                </a:cubicBezTo>
                <a:lnTo>
                  <a:pt x="4196930" y="5143501"/>
                </a:lnTo>
                <a:lnTo>
                  <a:pt x="4196930" y="6000747"/>
                </a:lnTo>
                <a:lnTo>
                  <a:pt x="4225356" y="5828018"/>
                </a:lnTo>
                <a:cubicBezTo>
                  <a:pt x="4355823" y="5437440"/>
                  <a:pt x="4919942" y="5143501"/>
                  <a:pt x="5595906" y="5143501"/>
                </a:cubicBezTo>
                <a:close/>
              </a:path>
            </a:pathLst>
          </a:custGeom>
          <a:solidFill>
            <a:schemeClr val="accent6">
              <a:alpha val="10000"/>
            </a:schemeClr>
          </a:solidFill>
          <a:ln w="0" cap="flat">
            <a:noFill/>
            <a:prstDash val="solid"/>
            <a:miter/>
          </a:ln>
        </p:spPr>
        <p:txBody>
          <a:bodyPr wrap="square" rtlCol="0" anchor="ctr">
            <a:noAutofit/>
          </a:bodyPr>
          <a:lstStyle/>
          <a:p>
            <a:endParaRPr lang="en-GR"/>
          </a:p>
        </p:txBody>
      </p:sp>
      <p:grpSp>
        <p:nvGrpSpPr>
          <p:cNvPr id="17" name="Group 16">
            <a:extLst>
              <a:ext uri="{FF2B5EF4-FFF2-40B4-BE49-F238E27FC236}">
                <a16:creationId xmlns:a16="http://schemas.microsoft.com/office/drawing/2014/main" id="{7853ABFE-68BE-EB8E-3525-6FD3D5EE7248}"/>
              </a:ext>
            </a:extLst>
          </p:cNvPr>
          <p:cNvGrpSpPr/>
          <p:nvPr/>
        </p:nvGrpSpPr>
        <p:grpSpPr>
          <a:xfrm>
            <a:off x="3766263" y="1031006"/>
            <a:ext cx="8269219" cy="4894438"/>
            <a:chOff x="3766261" y="1031006"/>
            <a:chExt cx="8269219" cy="4894438"/>
          </a:xfrm>
        </p:grpSpPr>
        <p:pic>
          <p:nvPicPr>
            <p:cNvPr id="18" name="Picture 17" descr="Graphical user interface, application&#10;&#10;Description automatically generated">
              <a:extLst>
                <a:ext uri="{FF2B5EF4-FFF2-40B4-BE49-F238E27FC236}">
                  <a16:creationId xmlns:a16="http://schemas.microsoft.com/office/drawing/2014/main" id="{9D972AEE-8DCB-E923-4728-C88666C7F5D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908169" y="1412497"/>
              <a:ext cx="1908000" cy="4131456"/>
            </a:xfrm>
            <a:prstGeom prst="rect">
              <a:avLst/>
            </a:prstGeom>
          </p:spPr>
        </p:pic>
        <p:pic>
          <p:nvPicPr>
            <p:cNvPr id="19" name="Picture 18" descr="Graphical user interface, application&#10;&#10;Description automatically generated">
              <a:extLst>
                <a:ext uri="{FF2B5EF4-FFF2-40B4-BE49-F238E27FC236}">
                  <a16:creationId xmlns:a16="http://schemas.microsoft.com/office/drawing/2014/main" id="{FA40F7F6-524F-7F2B-A4AB-D1EA8CA9E19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614408" y="1402766"/>
              <a:ext cx="1908000" cy="4131456"/>
            </a:xfrm>
            <a:prstGeom prst="rect">
              <a:avLst/>
            </a:prstGeom>
          </p:spPr>
        </p:pic>
        <p:pic>
          <p:nvPicPr>
            <p:cNvPr id="20" name="Picture 19" descr="Graphical user interface, application&#10;&#10;Description automatically generated">
              <a:extLst>
                <a:ext uri="{FF2B5EF4-FFF2-40B4-BE49-F238E27FC236}">
                  <a16:creationId xmlns:a16="http://schemas.microsoft.com/office/drawing/2014/main" id="{34753C89-305C-DA15-0EA4-2945D5AB9991}"/>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270357" y="1402766"/>
              <a:ext cx="1908000" cy="4141187"/>
            </a:xfrm>
            <a:prstGeom prst="rect">
              <a:avLst/>
            </a:prstGeom>
          </p:spPr>
        </p:pic>
        <p:pic>
          <p:nvPicPr>
            <p:cNvPr id="21" name="Picture 20">
              <a:extLst>
                <a:ext uri="{FF2B5EF4-FFF2-40B4-BE49-F238E27FC236}">
                  <a16:creationId xmlns:a16="http://schemas.microsoft.com/office/drawing/2014/main" id="{A8C337DD-6C81-D809-5744-1F1A9B01FE9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766261" y="1031006"/>
              <a:ext cx="2936663" cy="4894438"/>
            </a:xfrm>
            <a:prstGeom prst="rect">
              <a:avLst/>
            </a:prstGeom>
          </p:spPr>
        </p:pic>
        <p:pic>
          <p:nvPicPr>
            <p:cNvPr id="22" name="Picture 21">
              <a:extLst>
                <a:ext uri="{FF2B5EF4-FFF2-40B4-BE49-F238E27FC236}">
                  <a16:creationId xmlns:a16="http://schemas.microsoft.com/office/drawing/2014/main" id="{CF15DFF2-F2D6-89CD-1103-F8542A0F19CC}"/>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6400639" y="1031006"/>
              <a:ext cx="2936663" cy="4894438"/>
            </a:xfrm>
            <a:prstGeom prst="rect">
              <a:avLst/>
            </a:prstGeom>
          </p:spPr>
        </p:pic>
        <p:pic>
          <p:nvPicPr>
            <p:cNvPr id="23" name="Picture 22">
              <a:extLst>
                <a:ext uri="{FF2B5EF4-FFF2-40B4-BE49-F238E27FC236}">
                  <a16:creationId xmlns:a16="http://schemas.microsoft.com/office/drawing/2014/main" id="{0B2ACB14-C20C-E3B1-B093-86BAAF73EBD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9098817" y="1031006"/>
              <a:ext cx="2936663" cy="4894438"/>
            </a:xfrm>
            <a:prstGeom prst="rect">
              <a:avLst/>
            </a:prstGeom>
          </p:spPr>
        </p:pic>
      </p:grpSp>
    </p:spTree>
    <p:extLst>
      <p:ext uri="{BB962C8B-B14F-4D97-AF65-F5344CB8AC3E}">
        <p14:creationId xmlns:p14="http://schemas.microsoft.com/office/powerpoint/2010/main" val="280170806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9EF4D-F0E2-5B3E-C56D-B987716F411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184938-7405-77ED-B898-3CCF6738D67E}"/>
              </a:ext>
            </a:extLst>
          </p:cNvPr>
          <p:cNvSpPr>
            <a:spLocks noGrp="1"/>
          </p:cNvSpPr>
          <p:nvPr>
            <p:ph type="sldNum" sz="quarter" idx="19"/>
          </p:nvPr>
        </p:nvSpPr>
        <p:spPr>
          <a:xfrm>
            <a:off x="11179867" y="6542940"/>
            <a:ext cx="684000" cy="138499"/>
          </a:xfrm>
        </p:spPr>
        <p:txBody>
          <a:bodyPr/>
          <a:lstStyle/>
          <a:p>
            <a:fld id="{233F7D93-8529-0F4E-AF24-E7C8656CB0BF}" type="slidenum">
              <a:rPr lang="en-GR" smtClean="0"/>
              <a:pPr/>
              <a:t>135</a:t>
            </a:fld>
            <a:endParaRPr lang="en-GR"/>
          </a:p>
        </p:txBody>
      </p:sp>
      <p:sp>
        <p:nvSpPr>
          <p:cNvPr id="23" name="Text Placeholder 22">
            <a:extLst>
              <a:ext uri="{FF2B5EF4-FFF2-40B4-BE49-F238E27FC236}">
                <a16:creationId xmlns:a16="http://schemas.microsoft.com/office/drawing/2014/main" id="{51D2C454-74C7-A217-4DBA-63B3BE6C5AE5}"/>
              </a:ext>
            </a:extLst>
          </p:cNvPr>
          <p:cNvSpPr>
            <a:spLocks noGrp="1"/>
          </p:cNvSpPr>
          <p:nvPr>
            <p:ph type="body" sz="quarter" idx="25"/>
          </p:nvPr>
        </p:nvSpPr>
        <p:spPr/>
        <p:txBody>
          <a:bodyPr>
            <a:noAutofit/>
          </a:bodyPr>
          <a:lstStyle/>
          <a:p>
            <a:r>
              <a:rPr lang="en-US"/>
              <a:t>An investment-led growth model buoyed by strong banking system liquidity </a:t>
            </a:r>
            <a:r>
              <a:rPr lang="el-GR"/>
              <a:t>&amp;</a:t>
            </a:r>
            <a:r>
              <a:rPr lang="en-US"/>
              <a:t> rising collateral values</a:t>
            </a:r>
            <a:endParaRPr lang="en-GR"/>
          </a:p>
        </p:txBody>
      </p:sp>
      <p:sp>
        <p:nvSpPr>
          <p:cNvPr id="8" name="Rectangle 7">
            <a:extLst>
              <a:ext uri="{FF2B5EF4-FFF2-40B4-BE49-F238E27FC236}">
                <a16:creationId xmlns:a16="http://schemas.microsoft.com/office/drawing/2014/main" id="{6D4B6396-FD46-748D-CEEB-84E082BAE35D}"/>
              </a:ext>
            </a:extLst>
          </p:cNvPr>
          <p:cNvSpPr/>
          <p:nvPr/>
        </p:nvSpPr>
        <p:spPr>
          <a:xfrm>
            <a:off x="332317" y="1605949"/>
            <a:ext cx="5580264" cy="2234983"/>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11" name="Rectangle 10">
            <a:extLst>
              <a:ext uri="{FF2B5EF4-FFF2-40B4-BE49-F238E27FC236}">
                <a16:creationId xmlns:a16="http://schemas.microsoft.com/office/drawing/2014/main" id="{122248FA-B66E-01F8-A76C-2F8E236CD397}"/>
              </a:ext>
            </a:extLst>
          </p:cNvPr>
          <p:cNvSpPr/>
          <p:nvPr/>
        </p:nvSpPr>
        <p:spPr>
          <a:xfrm>
            <a:off x="6277797" y="1605951"/>
            <a:ext cx="5580264" cy="2234983"/>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latin typeface="Aptos" panose="020B0004020202020204" pitchFamily="34" charset="0"/>
            </a:endParaRPr>
          </a:p>
        </p:txBody>
      </p:sp>
      <p:sp>
        <p:nvSpPr>
          <p:cNvPr id="14" name="Rectangle 13">
            <a:extLst>
              <a:ext uri="{FF2B5EF4-FFF2-40B4-BE49-F238E27FC236}">
                <a16:creationId xmlns:a16="http://schemas.microsoft.com/office/drawing/2014/main" id="{277FD5F9-20AF-075F-A769-B5F51D8C8449}"/>
              </a:ext>
            </a:extLst>
          </p:cNvPr>
          <p:cNvSpPr/>
          <p:nvPr/>
        </p:nvSpPr>
        <p:spPr>
          <a:xfrm>
            <a:off x="332317" y="4070847"/>
            <a:ext cx="5617258" cy="2234984"/>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latin typeface="Aptos" panose="020B0004020202020204" pitchFamily="34" charset="0"/>
            </a:endParaRPr>
          </a:p>
        </p:txBody>
      </p:sp>
      <p:sp>
        <p:nvSpPr>
          <p:cNvPr id="17" name="Rectangle 16">
            <a:extLst>
              <a:ext uri="{FF2B5EF4-FFF2-40B4-BE49-F238E27FC236}">
                <a16:creationId xmlns:a16="http://schemas.microsoft.com/office/drawing/2014/main" id="{7B814496-2C96-5495-0EBA-2792400FC45A}"/>
              </a:ext>
            </a:extLst>
          </p:cNvPr>
          <p:cNvSpPr/>
          <p:nvPr/>
        </p:nvSpPr>
        <p:spPr>
          <a:xfrm>
            <a:off x="6277800" y="4071816"/>
            <a:ext cx="5580264" cy="2234984"/>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latin typeface="Aptos" panose="020B0004020202020204" pitchFamily="34" charset="0"/>
            </a:endParaRPr>
          </a:p>
        </p:txBody>
      </p:sp>
      <p:graphicFrame>
        <p:nvGraphicFramePr>
          <p:cNvPr id="24" name="Γράφημα 3">
            <a:extLst>
              <a:ext uri="{FF2B5EF4-FFF2-40B4-BE49-F238E27FC236}">
                <a16:creationId xmlns:a16="http://schemas.microsoft.com/office/drawing/2014/main" id="{4B84D50C-366B-6B52-6D8F-356E0A05274F}"/>
              </a:ext>
            </a:extLst>
          </p:cNvPr>
          <p:cNvGraphicFramePr>
            <a:graphicFrameLocks/>
          </p:cNvGraphicFramePr>
          <p:nvPr/>
        </p:nvGraphicFramePr>
        <p:xfrm>
          <a:off x="342000" y="1681502"/>
          <a:ext cx="5491641" cy="2102020"/>
        </p:xfrm>
        <a:graphic>
          <a:graphicData uri="http://schemas.openxmlformats.org/drawingml/2006/chart">
            <c:chart xmlns:c="http://schemas.openxmlformats.org/drawingml/2006/chart" xmlns:r="http://schemas.openxmlformats.org/officeDocument/2006/relationships" r:id="rId3"/>
          </a:graphicData>
        </a:graphic>
      </p:graphicFrame>
      <p:sp>
        <p:nvSpPr>
          <p:cNvPr id="26" name="Text Placeholder 17">
            <a:extLst>
              <a:ext uri="{FF2B5EF4-FFF2-40B4-BE49-F238E27FC236}">
                <a16:creationId xmlns:a16="http://schemas.microsoft.com/office/drawing/2014/main" id="{0FBC4317-6916-BF7D-659A-AE361859D012}"/>
              </a:ext>
            </a:extLst>
          </p:cNvPr>
          <p:cNvSpPr txBox="1">
            <a:spLocks/>
          </p:cNvSpPr>
          <p:nvPr/>
        </p:nvSpPr>
        <p:spPr>
          <a:xfrm>
            <a:off x="504579" y="1769186"/>
            <a:ext cx="1683015" cy="499367"/>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accent1"/>
                </a:solidFill>
              </a:rPr>
              <a:t>House prices up by 54% in 2Q23 vs their 3Q17 low, but still competitively priced compared with the EA average</a:t>
            </a:r>
          </a:p>
        </p:txBody>
      </p:sp>
      <p:graphicFrame>
        <p:nvGraphicFramePr>
          <p:cNvPr id="27" name="Chart 17">
            <a:extLst>
              <a:ext uri="{FF2B5EF4-FFF2-40B4-BE49-F238E27FC236}">
                <a16:creationId xmlns:a16="http://schemas.microsoft.com/office/drawing/2014/main" id="{51237DEC-C66E-3EE0-3C46-9F2BA157E1A2}"/>
              </a:ext>
            </a:extLst>
          </p:cNvPr>
          <p:cNvGraphicFramePr>
            <a:graphicFrameLocks/>
          </p:cNvGraphicFramePr>
          <p:nvPr/>
        </p:nvGraphicFramePr>
        <p:xfrm>
          <a:off x="6277797" y="1599795"/>
          <a:ext cx="5579532" cy="2183729"/>
        </p:xfrm>
        <a:graphic>
          <a:graphicData uri="http://schemas.openxmlformats.org/drawingml/2006/chart">
            <c:chart xmlns:c="http://schemas.openxmlformats.org/drawingml/2006/chart" xmlns:r="http://schemas.openxmlformats.org/officeDocument/2006/relationships" r:id="rId4"/>
          </a:graphicData>
        </a:graphic>
      </p:graphicFrame>
      <p:sp>
        <p:nvSpPr>
          <p:cNvPr id="28" name="Text Placeholder 17">
            <a:extLst>
              <a:ext uri="{FF2B5EF4-FFF2-40B4-BE49-F238E27FC236}">
                <a16:creationId xmlns:a16="http://schemas.microsoft.com/office/drawing/2014/main" id="{4387107B-D4B6-CFFF-ED63-0318845A4773}"/>
              </a:ext>
            </a:extLst>
          </p:cNvPr>
          <p:cNvSpPr txBox="1">
            <a:spLocks/>
          </p:cNvSpPr>
          <p:nvPr/>
        </p:nvSpPr>
        <p:spPr>
          <a:xfrm>
            <a:off x="6437053" y="1769188"/>
            <a:ext cx="1386153" cy="624017"/>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a:solidFill>
                  <a:schemeClr val="accent1"/>
                </a:solidFill>
              </a:rPr>
              <a:t>Over €45b of residential investment will be required through 2030 to rebalance housing demand and supply </a:t>
            </a:r>
          </a:p>
        </p:txBody>
      </p:sp>
      <p:graphicFrame>
        <p:nvGraphicFramePr>
          <p:cNvPr id="29" name="Chart 2">
            <a:extLst>
              <a:ext uri="{FF2B5EF4-FFF2-40B4-BE49-F238E27FC236}">
                <a16:creationId xmlns:a16="http://schemas.microsoft.com/office/drawing/2014/main" id="{451BC914-73E1-2799-F80F-B17931003C28}"/>
              </a:ext>
            </a:extLst>
          </p:cNvPr>
          <p:cNvGraphicFramePr>
            <a:graphicFrameLocks/>
          </p:cNvGraphicFramePr>
          <p:nvPr/>
        </p:nvGraphicFramePr>
        <p:xfrm>
          <a:off x="342001" y="4068856"/>
          <a:ext cx="5550660" cy="2234984"/>
        </p:xfrm>
        <a:graphic>
          <a:graphicData uri="http://schemas.openxmlformats.org/drawingml/2006/chart">
            <c:chart xmlns:c="http://schemas.openxmlformats.org/drawingml/2006/chart" xmlns:r="http://schemas.openxmlformats.org/officeDocument/2006/relationships" r:id="rId5"/>
          </a:graphicData>
        </a:graphic>
      </p:graphicFrame>
      <p:sp>
        <p:nvSpPr>
          <p:cNvPr id="30" name="Text Placeholder 17">
            <a:extLst>
              <a:ext uri="{FF2B5EF4-FFF2-40B4-BE49-F238E27FC236}">
                <a16:creationId xmlns:a16="http://schemas.microsoft.com/office/drawing/2014/main" id="{066EEFC7-30A9-507C-F2A8-2F1BF1208168}"/>
              </a:ext>
            </a:extLst>
          </p:cNvPr>
          <p:cNvSpPr txBox="1">
            <a:spLocks/>
          </p:cNvSpPr>
          <p:nvPr/>
        </p:nvSpPr>
        <p:spPr>
          <a:xfrm>
            <a:off x="498075" y="4232517"/>
            <a:ext cx="1525853" cy="624017"/>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buClr>
                <a:srgbClr val="808080"/>
              </a:buClr>
              <a:defRPr/>
            </a:pPr>
            <a:r>
              <a:rPr lang="en-US" sz="900">
                <a:solidFill>
                  <a:schemeClr val="accent1"/>
                </a:solidFill>
              </a:rPr>
              <a:t>Closing the sizeable investment gap vs the EA by tapping the strong liquidity position of the Greek banking system</a:t>
            </a:r>
          </a:p>
        </p:txBody>
      </p:sp>
      <p:graphicFrame>
        <p:nvGraphicFramePr>
          <p:cNvPr id="32" name="54 - Γράφημα">
            <a:extLst>
              <a:ext uri="{FF2B5EF4-FFF2-40B4-BE49-F238E27FC236}">
                <a16:creationId xmlns:a16="http://schemas.microsoft.com/office/drawing/2014/main" id="{98C9E960-55BB-B88D-5936-E89526D41EE4}"/>
              </a:ext>
            </a:extLst>
          </p:cNvPr>
          <p:cNvGraphicFramePr>
            <a:graphicFrameLocks/>
          </p:cNvGraphicFramePr>
          <p:nvPr/>
        </p:nvGraphicFramePr>
        <p:xfrm>
          <a:off x="6277797" y="4068858"/>
          <a:ext cx="5569848" cy="2234983"/>
        </p:xfrm>
        <a:graphic>
          <a:graphicData uri="http://schemas.openxmlformats.org/drawingml/2006/chart">
            <c:chart xmlns:c="http://schemas.openxmlformats.org/drawingml/2006/chart" xmlns:r="http://schemas.openxmlformats.org/officeDocument/2006/relationships" r:id="rId6"/>
          </a:graphicData>
        </a:graphic>
      </p:graphicFrame>
      <p:sp>
        <p:nvSpPr>
          <p:cNvPr id="33" name="Text Placeholder 17">
            <a:extLst>
              <a:ext uri="{FF2B5EF4-FFF2-40B4-BE49-F238E27FC236}">
                <a16:creationId xmlns:a16="http://schemas.microsoft.com/office/drawing/2014/main" id="{0748E089-DDC1-1332-2A09-9B3B3A274C8D}"/>
              </a:ext>
            </a:extLst>
          </p:cNvPr>
          <p:cNvSpPr txBox="1">
            <a:spLocks/>
          </p:cNvSpPr>
          <p:nvPr/>
        </p:nvSpPr>
        <p:spPr>
          <a:xfrm>
            <a:off x="6437053" y="4223596"/>
            <a:ext cx="1119453" cy="499367"/>
          </a:xfrm>
          <a:prstGeom prst="rect">
            <a:avLst/>
          </a:prstGeom>
        </p:spPr>
        <p:txBody>
          <a:bodyPr wrap="square" lIns="0" tIns="0" rIns="0" bIns="0" anchor="t" anchorCtr="0">
            <a:norm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808080"/>
              </a:buClr>
              <a:defRPr/>
            </a:pPr>
            <a:r>
              <a:rPr lang="en-US" sz="900">
                <a:solidFill>
                  <a:schemeClr val="accent1"/>
                </a:solidFill>
              </a:rPr>
              <a:t>Fixed capital formation on a convergence path with the EA</a:t>
            </a:r>
          </a:p>
        </p:txBody>
      </p:sp>
      <p:sp>
        <p:nvSpPr>
          <p:cNvPr id="34" name="Text Placeholder 23">
            <a:extLst>
              <a:ext uri="{FF2B5EF4-FFF2-40B4-BE49-F238E27FC236}">
                <a16:creationId xmlns:a16="http://schemas.microsoft.com/office/drawing/2014/main" id="{BA8FFE23-575F-A971-08C2-3867083680B0}"/>
              </a:ext>
            </a:extLst>
          </p:cNvPr>
          <p:cNvSpPr txBox="1">
            <a:spLocks/>
          </p:cNvSpPr>
          <p:nvPr/>
        </p:nvSpPr>
        <p:spPr>
          <a:xfrm>
            <a:off x="6247869" y="1492282"/>
            <a:ext cx="5609460" cy="81543"/>
          </a:xfrm>
          <a:prstGeom prst="rect">
            <a:avLst/>
          </a:prstGeom>
          <a:noFill/>
          <a:ln>
            <a:noFill/>
          </a:ln>
        </p:spPr>
        <p:txBody>
          <a:bodyPr lIns="0" tIns="0" rIns="0" bIns="0"/>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0" i="0" kern="1200">
                <a:solidFill>
                  <a:schemeClr val="accent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200" b="0" i="0" kern="1200">
                <a:solidFill>
                  <a:schemeClr val="accent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000" b="0" i="0" kern="1200">
                <a:solidFill>
                  <a:schemeClr val="accent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800" b="0" i="0" kern="1200">
                <a:solidFill>
                  <a:schemeClr val="accent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8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4159" algn="r">
              <a:spcBef>
                <a:spcPts val="0"/>
              </a:spcBef>
            </a:pPr>
            <a:r>
              <a:rPr lang="en-US" sz="700">
                <a:solidFill>
                  <a:schemeClr val="tx1"/>
                </a:solidFill>
                <a:ea typeface="SC STKaiti"/>
                <a:cs typeface="SC STKaiti"/>
              </a:rPr>
              <a:t>Sources: ELSTAT, Bank of Greece</a:t>
            </a:r>
            <a:r>
              <a:rPr lang="el-GR" sz="700">
                <a:solidFill>
                  <a:schemeClr val="tx1"/>
                </a:solidFill>
                <a:ea typeface="SC STKaiti"/>
                <a:cs typeface="SC STKaiti"/>
              </a:rPr>
              <a:t>, </a:t>
            </a:r>
            <a:r>
              <a:rPr lang="en-US" sz="700">
                <a:solidFill>
                  <a:schemeClr val="tx1"/>
                </a:solidFill>
                <a:ea typeface="SC STKaiti"/>
                <a:cs typeface="SC STKaiti"/>
              </a:rPr>
              <a:t>Eurostat,</a:t>
            </a:r>
            <a:r>
              <a:rPr lang="el-GR" sz="700">
                <a:solidFill>
                  <a:schemeClr val="tx1"/>
                </a:solidFill>
                <a:ea typeface="SC STKaiti"/>
                <a:cs typeface="SC STKaiti"/>
              </a:rPr>
              <a:t> </a:t>
            </a:r>
            <a:r>
              <a:rPr lang="en-US" sz="700">
                <a:solidFill>
                  <a:schemeClr val="tx1"/>
                </a:solidFill>
                <a:ea typeface="SC STKaiti"/>
                <a:cs typeface="SC STKaiti"/>
              </a:rPr>
              <a:t>ECB &amp; NBG Economic Analysis estimates</a:t>
            </a:r>
          </a:p>
        </p:txBody>
      </p:sp>
    </p:spTree>
    <p:extLst>
      <p:ext uri="{BB962C8B-B14F-4D97-AF65-F5344CB8AC3E}">
        <p14:creationId xmlns:p14="http://schemas.microsoft.com/office/powerpoint/2010/main" val="167262947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E6438-9C43-C9BC-B728-4E4BB91F59B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E623D23-F2D7-4F09-A037-819DD9D47447}"/>
              </a:ext>
            </a:extLst>
          </p:cNvPr>
          <p:cNvSpPr>
            <a:spLocks noGrp="1"/>
          </p:cNvSpPr>
          <p:nvPr>
            <p:ph type="sldNum" sz="quarter" idx="19"/>
          </p:nvPr>
        </p:nvSpPr>
        <p:spPr>
          <a:xfrm>
            <a:off x="11179867" y="6542940"/>
            <a:ext cx="684000" cy="138499"/>
          </a:xfrm>
        </p:spPr>
        <p:txBody>
          <a:bodyPr/>
          <a:lstStyle/>
          <a:p>
            <a:fld id="{233F7D93-8529-0F4E-AF24-E7C8656CB0BF}" type="slidenum">
              <a:rPr lang="en-GR" smtClean="0"/>
              <a:pPr/>
              <a:t>136</a:t>
            </a:fld>
            <a:endParaRPr lang="en-GR"/>
          </a:p>
        </p:txBody>
      </p:sp>
      <p:sp>
        <p:nvSpPr>
          <p:cNvPr id="22" name="Text Placeholder 21">
            <a:extLst>
              <a:ext uri="{FF2B5EF4-FFF2-40B4-BE49-F238E27FC236}">
                <a16:creationId xmlns:a16="http://schemas.microsoft.com/office/drawing/2014/main" id="{3731901F-E2E6-6FA0-292A-46C909BA055C}"/>
              </a:ext>
            </a:extLst>
          </p:cNvPr>
          <p:cNvSpPr>
            <a:spLocks noGrp="1"/>
          </p:cNvSpPr>
          <p:nvPr>
            <p:ph type="body" sz="quarter" idx="25"/>
          </p:nvPr>
        </p:nvSpPr>
        <p:spPr>
          <a:xfrm>
            <a:off x="332318" y="741494"/>
            <a:ext cx="5581594" cy="722703"/>
          </a:xfrm>
        </p:spPr>
        <p:txBody>
          <a:bodyPr>
            <a:noAutofit/>
          </a:bodyPr>
          <a:lstStyle/>
          <a:p>
            <a:pPr>
              <a:lnSpc>
                <a:spcPct val="110000"/>
              </a:lnSpc>
            </a:pPr>
            <a:r>
              <a:rPr lang="en-US" sz="1800"/>
              <a:t>Buoyant performing loan expansion (+€0.6b </a:t>
            </a:r>
            <a:r>
              <a:rPr lang="en-US" sz="1800" err="1"/>
              <a:t>qoq</a:t>
            </a:r>
            <a:r>
              <a:rPr lang="en-US" sz="1800"/>
              <a:t>), sharply rising capital buffers and NPE ratio down to 3.6% </a:t>
            </a:r>
            <a:endParaRPr lang="en-GR" sz="1800"/>
          </a:p>
        </p:txBody>
      </p:sp>
      <p:sp>
        <p:nvSpPr>
          <p:cNvPr id="34" name="Text Placeholder 21">
            <a:extLst>
              <a:ext uri="{FF2B5EF4-FFF2-40B4-BE49-F238E27FC236}">
                <a16:creationId xmlns:a16="http://schemas.microsoft.com/office/drawing/2014/main" id="{03BB7070-60C1-4E6D-F6D3-A22A7F9C06E2}"/>
              </a:ext>
            </a:extLst>
          </p:cNvPr>
          <p:cNvSpPr txBox="1">
            <a:spLocks/>
          </p:cNvSpPr>
          <p:nvPr/>
        </p:nvSpPr>
        <p:spPr>
          <a:xfrm>
            <a:off x="333224" y="1638534"/>
            <a:ext cx="5286740" cy="4347075"/>
          </a:xfrm>
          <a:prstGeom prst="rect">
            <a:avLst/>
          </a:prstGeom>
        </p:spPr>
        <p:txBody>
          <a:bodyPr vert="horz" wrap="square" lIns="36000" tIns="0" rIns="0" bIns="0" rtlCol="0" anchor="t" anchorCtr="0">
            <a:normAutofit/>
          </a:bodyPr>
          <a:lstStyle>
            <a:defPPr>
              <a:defRPr lang="en-GR"/>
            </a:defPPr>
            <a:lvl1pPr indent="0">
              <a:lnSpc>
                <a:spcPct val="90000"/>
              </a:lnSpc>
              <a:spcBef>
                <a:spcPts val="1000"/>
              </a:spcBef>
              <a:buClr>
                <a:srgbClr val="808080"/>
              </a:buClr>
              <a:buFont typeface="Arial" panose="020B0604020202020204" pitchFamily="34" charset="0"/>
              <a:buNone/>
              <a:defRPr sz="1200" b="1" i="0">
                <a:solidFill>
                  <a:schemeClr val="accent1"/>
                </a:solidFill>
                <a:latin typeface="Aptos" panose="020B0004020202020204" pitchFamily="34" charset="0"/>
              </a:defRPr>
            </a:lvl1pPr>
            <a:lvl2pPr indent="0">
              <a:lnSpc>
                <a:spcPct val="90000"/>
              </a:lnSpc>
              <a:spcBef>
                <a:spcPts val="500"/>
              </a:spcBef>
              <a:buClr>
                <a:schemeClr val="tx2"/>
              </a:buClr>
              <a:buFont typeface="Arial" panose="020B0604020202020204" pitchFamily="34" charset="0"/>
              <a:buNone/>
              <a:defRPr sz="1200" b="0" i="0">
                <a:solidFill>
                  <a:schemeClr val="accent1"/>
                </a:solidFill>
                <a:latin typeface="Aptos" panose="020B0004020202020204" pitchFamily="34" charset="0"/>
              </a:defRPr>
            </a:lvl2pPr>
            <a:lvl3pPr indent="0">
              <a:lnSpc>
                <a:spcPct val="90000"/>
              </a:lnSpc>
              <a:spcBef>
                <a:spcPts val="500"/>
              </a:spcBef>
              <a:buClr>
                <a:schemeClr val="tx2"/>
              </a:buClr>
              <a:buFont typeface="Arial" panose="020B0604020202020204" pitchFamily="34" charset="0"/>
              <a:buNone/>
              <a:defRPr sz="1000" b="0" i="0">
                <a:solidFill>
                  <a:schemeClr val="accent1"/>
                </a:solidFill>
                <a:latin typeface="Aptos" panose="020B0004020202020204" pitchFamily="34" charset="0"/>
              </a:defRPr>
            </a:lvl3pPr>
            <a:lvl4pPr indent="0">
              <a:lnSpc>
                <a:spcPct val="90000"/>
              </a:lnSpc>
              <a:spcBef>
                <a:spcPts val="500"/>
              </a:spcBef>
              <a:buClr>
                <a:schemeClr val="tx2"/>
              </a:buClr>
              <a:buFont typeface="Arial" panose="020B0604020202020204" pitchFamily="34" charset="0"/>
              <a:buNone/>
              <a:defRPr sz="800" b="0" i="0">
                <a:solidFill>
                  <a:schemeClr val="accent1"/>
                </a:solidFill>
                <a:latin typeface="Aptos" panose="020B0004020202020204" pitchFamily="34" charset="0"/>
              </a:defRPr>
            </a:lvl4pPr>
            <a:lvl5pPr indent="0">
              <a:lnSpc>
                <a:spcPct val="90000"/>
              </a:lnSpc>
              <a:spcBef>
                <a:spcPts val="500"/>
              </a:spcBef>
              <a:buClr>
                <a:schemeClr val="tx2"/>
              </a:buClr>
              <a:buFont typeface="Arial" panose="020B0604020202020204" pitchFamily="34" charset="0"/>
              <a:buNone/>
              <a:defRPr sz="800" b="0" i="0">
                <a:solidFill>
                  <a:schemeClr val="accent1"/>
                </a:solidFill>
                <a:latin typeface="Aptos" panose="020B0004020202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10000"/>
              </a:lnSpc>
              <a:spcBef>
                <a:spcPts val="900"/>
              </a:spcBef>
              <a:buClr>
                <a:schemeClr val="accent3"/>
              </a:buClr>
            </a:pPr>
            <a:r>
              <a:rPr lang="en-US" sz="1400" b="0">
                <a:solidFill>
                  <a:schemeClr val="accent2"/>
                </a:solidFill>
              </a:rPr>
              <a:t>Balance sheet Highlights </a:t>
            </a:r>
            <a:endParaRPr lang="el-GR" sz="1400" b="0">
              <a:solidFill>
                <a:schemeClr val="accent2"/>
              </a:solidFill>
            </a:endParaRPr>
          </a:p>
          <a:p>
            <a:pPr>
              <a:lnSpc>
                <a:spcPct val="110000"/>
              </a:lnSpc>
              <a:spcBef>
                <a:spcPts val="900"/>
              </a:spcBef>
              <a:buClr>
                <a:schemeClr val="accent3"/>
              </a:buClr>
            </a:pPr>
            <a:r>
              <a:rPr lang="en-US" sz="1100">
                <a:solidFill>
                  <a:schemeClr val="tx1"/>
                </a:solidFill>
                <a:latin typeface="Aptos SemiBold" panose="020B0004020202020204" pitchFamily="34" charset="0"/>
              </a:rPr>
              <a:t>Disbursements pick up to nearly </a:t>
            </a:r>
            <a:r>
              <a:rPr lang="el-GR" sz="1100">
                <a:solidFill>
                  <a:schemeClr val="tx1"/>
                </a:solidFill>
                <a:latin typeface="Aptos SemiBold" panose="020B0004020202020204" pitchFamily="34" charset="0"/>
              </a:rPr>
              <a:t>€2</a:t>
            </a:r>
            <a:r>
              <a:rPr lang="en-US" sz="1100">
                <a:solidFill>
                  <a:schemeClr val="tx1"/>
                </a:solidFill>
                <a:latin typeface="Aptos SemiBold" panose="020B0004020202020204" pitchFamily="34" charset="0"/>
              </a:rPr>
              <a:t>b in 3Q23</a:t>
            </a:r>
          </a:p>
          <a:p>
            <a:pPr marL="183600" lvl="1" indent="-183600">
              <a:lnSpc>
                <a:spcPct val="110000"/>
              </a:lnSpc>
              <a:spcBef>
                <a:spcPts val="900"/>
              </a:spcBef>
              <a:buClr>
                <a:schemeClr val="accent3"/>
              </a:buClr>
              <a:buFont typeface="Arial" panose="020B0604020202020204" pitchFamily="34" charset="0"/>
              <a:buChar char="•"/>
            </a:pPr>
            <a:r>
              <a:rPr lang="en-US" sz="1100">
                <a:solidFill>
                  <a:schemeClr val="tx1"/>
                </a:solidFill>
              </a:rPr>
              <a:t>Disbursements¹ reach </a:t>
            </a:r>
            <a:r>
              <a:rPr lang="el-GR" sz="1100">
                <a:solidFill>
                  <a:schemeClr val="tx1"/>
                </a:solidFill>
              </a:rPr>
              <a:t>€1.9</a:t>
            </a:r>
            <a:r>
              <a:rPr lang="en-US" sz="1100">
                <a:solidFill>
                  <a:schemeClr val="tx1"/>
                </a:solidFill>
              </a:rPr>
              <a:t>b in 3Q23 driven by SMEs, shipping and project finance </a:t>
            </a:r>
          </a:p>
          <a:p>
            <a:pPr marL="183600" lvl="1" indent="-183600">
              <a:lnSpc>
                <a:spcPct val="110000"/>
              </a:lnSpc>
              <a:spcBef>
                <a:spcPts val="900"/>
              </a:spcBef>
              <a:buClr>
                <a:schemeClr val="accent3"/>
              </a:buClr>
              <a:buFont typeface="Arial" panose="020B0604020202020204" pitchFamily="34" charset="0"/>
              <a:buChar char="•"/>
            </a:pPr>
            <a:r>
              <a:rPr lang="en-US" sz="1100">
                <a:solidFill>
                  <a:schemeClr val="tx1"/>
                </a:solidFill>
              </a:rPr>
              <a:t>Domestic PE loan expansion, up by +</a:t>
            </a:r>
            <a:r>
              <a:rPr lang="el-GR" sz="1100">
                <a:solidFill>
                  <a:schemeClr val="tx1"/>
                </a:solidFill>
              </a:rPr>
              <a:t>€</a:t>
            </a:r>
            <a:r>
              <a:rPr lang="en-US" sz="1100">
                <a:solidFill>
                  <a:schemeClr val="tx1"/>
                </a:solidFill>
              </a:rPr>
              <a:t>0.6b </a:t>
            </a:r>
            <a:r>
              <a:rPr lang="en-US" sz="1100" err="1">
                <a:solidFill>
                  <a:schemeClr val="tx1"/>
                </a:solidFill>
              </a:rPr>
              <a:t>qoq</a:t>
            </a:r>
            <a:r>
              <a:rPr lang="en-US" sz="1100">
                <a:solidFill>
                  <a:schemeClr val="tx1"/>
                </a:solidFill>
              </a:rPr>
              <a:t> to </a:t>
            </a:r>
            <a:r>
              <a:rPr lang="el-GR" sz="1100">
                <a:solidFill>
                  <a:schemeClr val="tx1"/>
                </a:solidFill>
              </a:rPr>
              <a:t>€2</a:t>
            </a:r>
            <a:r>
              <a:rPr lang="en-US" sz="1100">
                <a:solidFill>
                  <a:schemeClr val="tx1"/>
                </a:solidFill>
              </a:rPr>
              <a:t>8</a:t>
            </a:r>
            <a:r>
              <a:rPr lang="el-GR" sz="1100">
                <a:solidFill>
                  <a:schemeClr val="tx1"/>
                </a:solidFill>
              </a:rPr>
              <a:t>.</a:t>
            </a:r>
            <a:r>
              <a:rPr lang="en-US" sz="1100">
                <a:solidFill>
                  <a:schemeClr val="tx1"/>
                </a:solidFill>
              </a:rPr>
              <a:t>0b, reflects the pick up in corporate disbursements while retail is improving. </a:t>
            </a:r>
            <a:r>
              <a:rPr lang="en-US" sz="1100" b="1">
                <a:solidFill>
                  <a:schemeClr val="tx1"/>
                </a:solidFill>
                <a:latin typeface="Aptos SemiBold" panose="020B0004020202020204" pitchFamily="34" charset="0"/>
              </a:rPr>
              <a:t>3Q23 corporate momentum continues into 4Q23 supporting our FY23 PE expansion target </a:t>
            </a:r>
          </a:p>
          <a:p>
            <a:pPr marL="183600" lvl="1" indent="-183600">
              <a:lnSpc>
                <a:spcPct val="110000"/>
              </a:lnSpc>
              <a:spcBef>
                <a:spcPts val="900"/>
              </a:spcBef>
              <a:buClr>
                <a:schemeClr val="accent3"/>
              </a:buClr>
              <a:buFont typeface="Arial" panose="020B0604020202020204" pitchFamily="34" charset="0"/>
              <a:buChar char="•"/>
            </a:pPr>
            <a:r>
              <a:rPr lang="en-US" sz="1100" b="1">
                <a:solidFill>
                  <a:schemeClr val="tx1"/>
                </a:solidFill>
                <a:latin typeface="Aptos SemiBold" panose="020B0004020202020204" pitchFamily="34" charset="0"/>
              </a:rPr>
              <a:t>Domestic deposits </a:t>
            </a:r>
            <a:r>
              <a:rPr lang="en-US" sz="1100">
                <a:solidFill>
                  <a:schemeClr val="tx1"/>
                </a:solidFill>
              </a:rPr>
              <a:t>continue to grow, up by +</a:t>
            </a:r>
            <a:r>
              <a:rPr lang="el-GR" sz="1100">
                <a:solidFill>
                  <a:schemeClr val="tx1"/>
                </a:solidFill>
              </a:rPr>
              <a:t>€1</a:t>
            </a:r>
            <a:r>
              <a:rPr lang="en-US" sz="1100">
                <a:solidFill>
                  <a:schemeClr val="tx1"/>
                </a:solidFill>
              </a:rPr>
              <a:t>.1b </a:t>
            </a:r>
            <a:r>
              <a:rPr lang="en-US" sz="1100" err="1">
                <a:solidFill>
                  <a:schemeClr val="tx1"/>
                </a:solidFill>
              </a:rPr>
              <a:t>ytd</a:t>
            </a:r>
            <a:r>
              <a:rPr lang="en-US" sz="1100">
                <a:solidFill>
                  <a:schemeClr val="tx1"/>
                </a:solidFill>
              </a:rPr>
              <a:t>, driven by retail. Netting off TLTRO (</a:t>
            </a:r>
            <a:r>
              <a:rPr lang="el-GR" sz="1100">
                <a:solidFill>
                  <a:schemeClr val="tx1"/>
                </a:solidFill>
              </a:rPr>
              <a:t>€1.85</a:t>
            </a:r>
            <a:r>
              <a:rPr lang="en-US" sz="1100">
                <a:solidFill>
                  <a:schemeClr val="tx1"/>
                </a:solidFill>
              </a:rPr>
              <a:t>b) and factoring in our net lender interbank position, </a:t>
            </a:r>
            <a:r>
              <a:rPr lang="en-US" sz="1100" b="1">
                <a:solidFill>
                  <a:schemeClr val="tx1"/>
                </a:solidFill>
                <a:latin typeface="Aptos SemiBold" panose="020B0004020202020204" pitchFamily="34" charset="0"/>
              </a:rPr>
              <a:t>net cash </a:t>
            </a:r>
            <a:r>
              <a:rPr lang="en-US" sz="1100">
                <a:solidFill>
                  <a:schemeClr val="tx1"/>
                </a:solidFill>
              </a:rPr>
              <a:t>in 3Q23 increased further to </a:t>
            </a:r>
            <a:r>
              <a:rPr lang="el-GR" sz="1100" b="1">
                <a:solidFill>
                  <a:schemeClr val="tx1"/>
                </a:solidFill>
                <a:latin typeface="Aptos SemiBold" panose="020B0004020202020204" pitchFamily="34" charset="0"/>
              </a:rPr>
              <a:t>€7.4</a:t>
            </a:r>
            <a:r>
              <a:rPr lang="en-US" sz="1100" b="1">
                <a:solidFill>
                  <a:schemeClr val="tx1"/>
                </a:solidFill>
                <a:latin typeface="Aptos SemiBold" panose="020B0004020202020204" pitchFamily="34" charset="0"/>
              </a:rPr>
              <a:t>b</a:t>
            </a:r>
            <a:r>
              <a:rPr lang="en-US" sz="1100">
                <a:solidFill>
                  <a:schemeClr val="tx1"/>
                </a:solidFill>
              </a:rPr>
              <a:t>, underlining NBG’s liquidity advantage </a:t>
            </a:r>
          </a:p>
          <a:p>
            <a:pPr>
              <a:lnSpc>
                <a:spcPct val="110000"/>
              </a:lnSpc>
              <a:spcBef>
                <a:spcPts val="900"/>
              </a:spcBef>
              <a:buClr>
                <a:schemeClr val="accent3"/>
              </a:buClr>
            </a:pPr>
            <a:r>
              <a:rPr lang="en-US" sz="1100">
                <a:solidFill>
                  <a:schemeClr val="tx1"/>
                </a:solidFill>
                <a:latin typeface="Aptos SemiBold" panose="020B0004020202020204" pitchFamily="34" charset="0"/>
              </a:rPr>
              <a:t>Domestic NPE ratio at 3.6%, net NPEs at €0.1b</a:t>
            </a:r>
          </a:p>
          <a:p>
            <a:pPr marL="183600" lvl="1" indent="-183600">
              <a:lnSpc>
                <a:spcPct val="110000"/>
              </a:lnSpc>
              <a:spcBef>
                <a:spcPts val="900"/>
              </a:spcBef>
              <a:buClr>
                <a:schemeClr val="accent3"/>
              </a:buClr>
              <a:buFont typeface="Arial" panose="020B0604020202020204" pitchFamily="34" charset="0"/>
              <a:buChar char="•"/>
            </a:pPr>
            <a:r>
              <a:rPr lang="en-US" sz="1100" b="1">
                <a:solidFill>
                  <a:schemeClr val="tx1"/>
                </a:solidFill>
                <a:latin typeface="Aptos SemiBold" panose="020B0004020202020204" pitchFamily="34" charset="0"/>
              </a:rPr>
              <a:t>Domestic NPE </a:t>
            </a:r>
            <a:r>
              <a:rPr lang="en-US" sz="1100">
                <a:solidFill>
                  <a:schemeClr val="tx1"/>
                </a:solidFill>
              </a:rPr>
              <a:t>stock at €1.1b, down by €0.6b </a:t>
            </a:r>
            <a:r>
              <a:rPr lang="en-US" sz="1100" err="1">
                <a:solidFill>
                  <a:schemeClr val="tx1"/>
                </a:solidFill>
              </a:rPr>
              <a:t>qoq</a:t>
            </a:r>
            <a:r>
              <a:rPr lang="en-US" sz="1100">
                <a:solidFill>
                  <a:schemeClr val="tx1"/>
                </a:solidFill>
              </a:rPr>
              <a:t>, reflecting mainly the new NPE cleanup transaction ; </a:t>
            </a:r>
            <a:r>
              <a:rPr lang="en-US" sz="1100" b="1">
                <a:solidFill>
                  <a:schemeClr val="tx1"/>
                </a:solidFill>
                <a:latin typeface="Aptos SemiBold" panose="020B0004020202020204" pitchFamily="34" charset="0"/>
              </a:rPr>
              <a:t>NPE cover age </a:t>
            </a:r>
            <a:r>
              <a:rPr lang="en-US" sz="1100">
                <a:solidFill>
                  <a:schemeClr val="tx1"/>
                </a:solidFill>
              </a:rPr>
              <a:t>at 94%</a:t>
            </a:r>
          </a:p>
          <a:p>
            <a:pPr marL="183600" lvl="1" indent="-183600">
              <a:lnSpc>
                <a:spcPct val="110000"/>
              </a:lnSpc>
              <a:spcBef>
                <a:spcPts val="900"/>
              </a:spcBef>
              <a:buClr>
                <a:schemeClr val="accent3"/>
              </a:buClr>
              <a:buFont typeface="Arial" panose="020B0604020202020204" pitchFamily="34" charset="0"/>
              <a:buChar char="•"/>
            </a:pPr>
            <a:r>
              <a:rPr lang="en-US" sz="1100" b="1">
                <a:solidFill>
                  <a:schemeClr val="tx1"/>
                </a:solidFill>
                <a:latin typeface="Aptos SemiBold" panose="020B0004020202020204" pitchFamily="34" charset="0"/>
              </a:rPr>
              <a:t>NPE flows </a:t>
            </a:r>
            <a:r>
              <a:rPr lang="en-US" sz="1100">
                <a:solidFill>
                  <a:schemeClr val="tx1"/>
                </a:solidFill>
              </a:rPr>
              <a:t>just +c€150m </a:t>
            </a:r>
            <a:r>
              <a:rPr lang="en-US" sz="1100" err="1">
                <a:solidFill>
                  <a:schemeClr val="tx1"/>
                </a:solidFill>
              </a:rPr>
              <a:t>ytd</a:t>
            </a:r>
            <a:r>
              <a:rPr lang="en-US" sz="1100">
                <a:solidFill>
                  <a:schemeClr val="tx1"/>
                </a:solidFill>
              </a:rPr>
              <a:t>, well inside our FY23 expectation of +€0.35b</a:t>
            </a:r>
          </a:p>
          <a:p>
            <a:pPr marL="0" lvl="1">
              <a:lnSpc>
                <a:spcPct val="110000"/>
              </a:lnSpc>
              <a:spcBef>
                <a:spcPts val="900"/>
              </a:spcBef>
              <a:buClr>
                <a:schemeClr val="accent3"/>
              </a:buClr>
            </a:pPr>
            <a:r>
              <a:rPr lang="en-US" sz="1100" b="1">
                <a:solidFill>
                  <a:schemeClr val="tx1"/>
                </a:solidFill>
                <a:latin typeface="Aptos SemiBold" panose="020B0004020202020204" pitchFamily="34" charset="0"/>
              </a:rPr>
              <a:t>CET1 at 17.9%, total capital at 20.3%</a:t>
            </a:r>
          </a:p>
          <a:p>
            <a:pPr marL="171450" lvl="1" indent="-171450">
              <a:lnSpc>
                <a:spcPct val="110000"/>
              </a:lnSpc>
              <a:spcBef>
                <a:spcPts val="900"/>
              </a:spcBef>
              <a:buClr>
                <a:schemeClr val="accent3"/>
              </a:buClr>
              <a:buFont typeface="Arial" panose="020B0604020202020204" pitchFamily="34" charset="0"/>
              <a:buChar char="•"/>
            </a:pPr>
            <a:r>
              <a:rPr lang="en-US" sz="1100">
                <a:solidFill>
                  <a:schemeClr val="tx1"/>
                </a:solidFill>
              </a:rPr>
              <a:t>Strong organic profitability pushes </a:t>
            </a:r>
            <a:r>
              <a:rPr lang="en-US" sz="1100" b="1">
                <a:solidFill>
                  <a:schemeClr val="tx1"/>
                </a:solidFill>
                <a:latin typeface="Aptos SemiBold" panose="020B0004020202020204" pitchFamily="34" charset="0"/>
              </a:rPr>
              <a:t>CET1</a:t>
            </a:r>
            <a:r>
              <a:rPr lang="en-US" sz="1100">
                <a:solidFill>
                  <a:schemeClr val="tx1"/>
                </a:solidFill>
              </a:rPr>
              <a:t> c60bps higher </a:t>
            </a:r>
            <a:r>
              <a:rPr lang="en-US" sz="1100" err="1">
                <a:solidFill>
                  <a:schemeClr val="tx1"/>
                </a:solidFill>
              </a:rPr>
              <a:t>qoq</a:t>
            </a:r>
            <a:r>
              <a:rPr lang="en-US" sz="1100">
                <a:solidFill>
                  <a:schemeClr val="tx1"/>
                </a:solidFill>
              </a:rPr>
              <a:t> to 17.9%; </a:t>
            </a:r>
            <a:r>
              <a:rPr lang="en-US" sz="1100" b="1">
                <a:solidFill>
                  <a:schemeClr val="tx1"/>
                </a:solidFill>
                <a:latin typeface="Aptos SemiBold" panose="020B0004020202020204" pitchFamily="34" charset="0"/>
              </a:rPr>
              <a:t>CAD</a:t>
            </a:r>
            <a:r>
              <a:rPr lang="en-US" sz="1100">
                <a:solidFill>
                  <a:schemeClr val="tx1"/>
                </a:solidFill>
              </a:rPr>
              <a:t> reached 20.3% following the €500m Tier 2 issuance in September 2023</a:t>
            </a:r>
          </a:p>
        </p:txBody>
      </p:sp>
      <p:sp>
        <p:nvSpPr>
          <p:cNvPr id="44" name="Text Placeholder 21">
            <a:extLst>
              <a:ext uri="{FF2B5EF4-FFF2-40B4-BE49-F238E27FC236}">
                <a16:creationId xmlns:a16="http://schemas.microsoft.com/office/drawing/2014/main" id="{EBE351A6-68BB-03FA-45B7-6773C34E4EC6}"/>
              </a:ext>
            </a:extLst>
          </p:cNvPr>
          <p:cNvSpPr txBox="1">
            <a:spLocks/>
          </p:cNvSpPr>
          <p:nvPr/>
        </p:nvSpPr>
        <p:spPr>
          <a:xfrm>
            <a:off x="6089982" y="925608"/>
            <a:ext cx="5757665" cy="139397"/>
          </a:xfrm>
          <a:prstGeom prst="rect">
            <a:avLst/>
          </a:prstGeom>
        </p:spPr>
        <p:txBody>
          <a:bodyPr vert="horz" wrap="square" lIns="0" tIns="0" rIns="0" bIns="0" rtlCol="0" anchor="t" anchorCtr="0">
            <a:spAutoFit/>
          </a:bodyPr>
          <a:lstStyle>
            <a:defPPr>
              <a:defRPr lang="en-GR"/>
            </a:defPPr>
            <a:lvl1pPr indent="0">
              <a:lnSpc>
                <a:spcPct val="90000"/>
              </a:lnSpc>
              <a:spcBef>
                <a:spcPts val="1000"/>
              </a:spcBef>
              <a:buClr>
                <a:srgbClr val="808080"/>
              </a:buClr>
              <a:buFont typeface="Arial" panose="020B0604020202020204" pitchFamily="34" charset="0"/>
              <a:buNone/>
              <a:defRPr sz="1200" b="1" i="0">
                <a:solidFill>
                  <a:schemeClr val="accent1"/>
                </a:solidFill>
                <a:latin typeface="Aptos" panose="020B0004020202020204" pitchFamily="34" charset="0"/>
              </a:defRPr>
            </a:lvl1pPr>
            <a:lvl2pPr indent="0">
              <a:lnSpc>
                <a:spcPct val="90000"/>
              </a:lnSpc>
              <a:spcBef>
                <a:spcPts val="500"/>
              </a:spcBef>
              <a:buClr>
                <a:schemeClr val="tx2"/>
              </a:buClr>
              <a:buFont typeface="Arial" panose="020B0604020202020204" pitchFamily="34" charset="0"/>
              <a:buNone/>
              <a:defRPr sz="1200" b="0" i="0">
                <a:solidFill>
                  <a:schemeClr val="accent1"/>
                </a:solidFill>
                <a:latin typeface="Aptos" panose="020B0004020202020204" pitchFamily="34" charset="0"/>
              </a:defRPr>
            </a:lvl2pPr>
            <a:lvl3pPr indent="0">
              <a:lnSpc>
                <a:spcPct val="90000"/>
              </a:lnSpc>
              <a:spcBef>
                <a:spcPts val="500"/>
              </a:spcBef>
              <a:buClr>
                <a:schemeClr val="tx2"/>
              </a:buClr>
              <a:buFont typeface="Arial" panose="020B0604020202020204" pitchFamily="34" charset="0"/>
              <a:buNone/>
              <a:defRPr sz="1000" b="0" i="0">
                <a:solidFill>
                  <a:schemeClr val="accent1"/>
                </a:solidFill>
                <a:latin typeface="Aptos" panose="020B0004020202020204" pitchFamily="34" charset="0"/>
              </a:defRPr>
            </a:lvl3pPr>
            <a:lvl4pPr indent="0">
              <a:lnSpc>
                <a:spcPct val="90000"/>
              </a:lnSpc>
              <a:spcBef>
                <a:spcPts val="500"/>
              </a:spcBef>
              <a:buClr>
                <a:schemeClr val="tx2"/>
              </a:buClr>
              <a:buFont typeface="Arial" panose="020B0604020202020204" pitchFamily="34" charset="0"/>
              <a:buNone/>
              <a:defRPr sz="800" b="0" i="0">
                <a:solidFill>
                  <a:schemeClr val="accent1"/>
                </a:solidFill>
                <a:latin typeface="Aptos" panose="020B0004020202020204" pitchFamily="34" charset="0"/>
              </a:defRPr>
            </a:lvl4pPr>
            <a:lvl5pPr indent="0">
              <a:lnSpc>
                <a:spcPct val="90000"/>
              </a:lnSpc>
              <a:spcBef>
                <a:spcPts val="500"/>
              </a:spcBef>
              <a:buClr>
                <a:schemeClr val="tx2"/>
              </a:buClr>
              <a:buFont typeface="Arial" panose="020B0604020202020204" pitchFamily="34" charset="0"/>
              <a:buNone/>
              <a:defRPr sz="800" b="0" i="0">
                <a:solidFill>
                  <a:schemeClr val="accent1"/>
                </a:solidFill>
                <a:latin typeface="Aptos" panose="020B0004020202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1000">
                <a:solidFill>
                  <a:schemeClr val="accent2"/>
                </a:solidFill>
              </a:rPr>
              <a:t>Key Balance Sheet items &amp; ratios | Group</a:t>
            </a:r>
            <a:endParaRPr lang="el-GR" sz="1000">
              <a:solidFill>
                <a:schemeClr val="accent2"/>
              </a:solidFill>
            </a:endParaRPr>
          </a:p>
        </p:txBody>
      </p:sp>
      <p:graphicFrame>
        <p:nvGraphicFramePr>
          <p:cNvPr id="45" name="Table 7">
            <a:extLst>
              <a:ext uri="{FF2B5EF4-FFF2-40B4-BE49-F238E27FC236}">
                <a16:creationId xmlns:a16="http://schemas.microsoft.com/office/drawing/2014/main" id="{FF45D2AD-A0EF-E204-B9F0-750A148E6382}"/>
              </a:ext>
            </a:extLst>
          </p:cNvPr>
          <p:cNvGraphicFramePr>
            <a:graphicFrameLocks noGrp="1"/>
          </p:cNvGraphicFramePr>
          <p:nvPr/>
        </p:nvGraphicFramePr>
        <p:xfrm>
          <a:off x="6096000" y="1174750"/>
          <a:ext cx="5757664" cy="1656000"/>
        </p:xfrm>
        <a:graphic>
          <a:graphicData uri="http://schemas.openxmlformats.org/drawingml/2006/table">
            <a:tbl>
              <a:tblPr firstRow="1" bandRow="1">
                <a:tableStyleId>{5C22544A-7EE6-4342-B048-85BDC9FD1C3A}</a:tableStyleId>
              </a:tblPr>
              <a:tblGrid>
                <a:gridCol w="1674259">
                  <a:extLst>
                    <a:ext uri="{9D8B030D-6E8A-4147-A177-3AD203B41FA5}">
                      <a16:colId xmlns:a16="http://schemas.microsoft.com/office/drawing/2014/main" val="2808620213"/>
                    </a:ext>
                  </a:extLst>
                </a:gridCol>
                <a:gridCol w="816681">
                  <a:extLst>
                    <a:ext uri="{9D8B030D-6E8A-4147-A177-3AD203B41FA5}">
                      <a16:colId xmlns:a16="http://schemas.microsoft.com/office/drawing/2014/main" val="2602777049"/>
                    </a:ext>
                  </a:extLst>
                </a:gridCol>
                <a:gridCol w="816681">
                  <a:extLst>
                    <a:ext uri="{9D8B030D-6E8A-4147-A177-3AD203B41FA5}">
                      <a16:colId xmlns:a16="http://schemas.microsoft.com/office/drawing/2014/main" val="3912606157"/>
                    </a:ext>
                  </a:extLst>
                </a:gridCol>
                <a:gridCol w="816681">
                  <a:extLst>
                    <a:ext uri="{9D8B030D-6E8A-4147-A177-3AD203B41FA5}">
                      <a16:colId xmlns:a16="http://schemas.microsoft.com/office/drawing/2014/main" val="2611607263"/>
                    </a:ext>
                  </a:extLst>
                </a:gridCol>
                <a:gridCol w="816681">
                  <a:extLst>
                    <a:ext uri="{9D8B030D-6E8A-4147-A177-3AD203B41FA5}">
                      <a16:colId xmlns:a16="http://schemas.microsoft.com/office/drawing/2014/main" val="2205950176"/>
                    </a:ext>
                  </a:extLst>
                </a:gridCol>
                <a:gridCol w="816681">
                  <a:extLst>
                    <a:ext uri="{9D8B030D-6E8A-4147-A177-3AD203B41FA5}">
                      <a16:colId xmlns:a16="http://schemas.microsoft.com/office/drawing/2014/main" val="2303599194"/>
                    </a:ext>
                  </a:extLst>
                </a:gridCol>
              </a:tblGrid>
              <a:tr h="396000">
                <a:tc>
                  <a:txBody>
                    <a:bodyPr/>
                    <a:lstStyle/>
                    <a:p>
                      <a:r>
                        <a:rPr lang="en-GB" sz="1000" b="1" kern="1200">
                          <a:solidFill>
                            <a:schemeClr val="bg1"/>
                          </a:solidFill>
                          <a:latin typeface="Aptos" panose="020B0004020202020204" pitchFamily="34" charset="0"/>
                          <a:ea typeface="+mn-ea"/>
                          <a:cs typeface="+mn-cs"/>
                        </a:rPr>
                        <a:t>Key Balance sheet items</a:t>
                      </a:r>
                      <a:endParaRPr lang="el-GR" sz="1000" b="1" kern="1200">
                        <a:solidFill>
                          <a:schemeClr val="bg1"/>
                        </a:solidFill>
                        <a:latin typeface="Aptos" panose="020B0004020202020204" pitchFamily="34" charset="0"/>
                        <a:ea typeface="+mn-ea"/>
                        <a:cs typeface="+mn-cs"/>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solidFill>
                  </a:tcPr>
                </a:tc>
                <a:tc>
                  <a:txBody>
                    <a:bodyPr/>
                    <a:lstStyle/>
                    <a:p>
                      <a:pPr algn="ctr"/>
                      <a:r>
                        <a:rPr lang="en-US" sz="1000" b="1">
                          <a:solidFill>
                            <a:schemeClr val="bg1"/>
                          </a:solidFill>
                          <a:latin typeface="Aptos" panose="020B0004020202020204" pitchFamily="34" charset="0"/>
                        </a:rPr>
                        <a:t>9M23</a:t>
                      </a: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ptos" panose="020B0004020202020204" pitchFamily="34" charset="0"/>
                          <a:ea typeface="+mn-ea"/>
                          <a:cs typeface="+mn-cs"/>
                        </a:rPr>
                        <a:t>6M23</a:t>
                      </a: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ptos" panose="020B0004020202020204" pitchFamily="34" charset="0"/>
                          <a:ea typeface="+mn-ea"/>
                          <a:cs typeface="+mn-cs"/>
                        </a:rPr>
                        <a:t>3M23</a:t>
                      </a:r>
                      <a:endParaRPr kumimoji="0" lang="el-GR" sz="1000" b="1" i="0" u="none" strike="noStrike" kern="1200" cap="none" spc="0" normalizeH="0" baseline="0" noProof="0">
                        <a:ln>
                          <a:noFill/>
                        </a:ln>
                        <a:solidFill>
                          <a:schemeClr val="bg1"/>
                        </a:solidFill>
                        <a:effectLst/>
                        <a:uLnTx/>
                        <a:uFillTx/>
                        <a:latin typeface="Aptos" panose="020B0004020202020204" pitchFamily="34" charset="0"/>
                        <a:ea typeface="+mn-ea"/>
                        <a:cs typeface="+mn-cs"/>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ptos" panose="020B0004020202020204" pitchFamily="34" charset="0"/>
                          <a:ea typeface="+mn-ea"/>
                          <a:cs typeface="+mn-cs"/>
                        </a:rPr>
                        <a:t>FY22</a:t>
                      </a:r>
                      <a:endParaRPr kumimoji="0" lang="el-GR" sz="1000" b="1" i="0" u="none" strike="noStrike" kern="1200" cap="none" spc="0" normalizeH="0" baseline="0" noProof="0">
                        <a:ln>
                          <a:noFill/>
                        </a:ln>
                        <a:solidFill>
                          <a:schemeClr val="bg1"/>
                        </a:solidFill>
                        <a:effectLst/>
                        <a:uLnTx/>
                        <a:uFillTx/>
                        <a:latin typeface="Aptos" panose="020B0004020202020204" pitchFamily="34" charset="0"/>
                        <a:ea typeface="+mn-ea"/>
                        <a:cs typeface="+mn-cs"/>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ptos" panose="020B0004020202020204" pitchFamily="34" charset="0"/>
                          <a:ea typeface="+mn-ea"/>
                          <a:cs typeface="+mn-cs"/>
                        </a:rPr>
                        <a:t>9M22</a:t>
                      </a:r>
                      <a:endParaRPr kumimoji="0" lang="el-GR" sz="1000" b="1" i="0" u="none" strike="noStrike" kern="1200" cap="none" spc="0" normalizeH="0" baseline="0" noProof="0">
                        <a:ln>
                          <a:noFill/>
                        </a:ln>
                        <a:solidFill>
                          <a:schemeClr val="bg1"/>
                        </a:solidFill>
                        <a:effectLst/>
                        <a:uLnTx/>
                        <a:uFillTx/>
                        <a:latin typeface="Aptos" panose="020B0004020202020204" pitchFamily="34" charset="0"/>
                        <a:ea typeface="+mn-ea"/>
                        <a:cs typeface="+mn-cs"/>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solidFill>
                  </a:tcPr>
                </a:tc>
                <a:extLst>
                  <a:ext uri="{0D108BD9-81ED-4DB2-BD59-A6C34878D82A}">
                    <a16:rowId xmlns:a16="http://schemas.microsoft.com/office/drawing/2014/main" val="3993125852"/>
                  </a:ext>
                </a:extLst>
              </a:tr>
              <a:tr h="25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Total Assets (€ b)</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73.9</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72.8</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75.2</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78.1</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80.9</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592428306"/>
                  </a:ext>
                </a:extLst>
              </a:tr>
              <a:tr h="25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Performing Loans (€ b)</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29.6</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29.0</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29.1</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29.3</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28.1</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88359607"/>
                  </a:ext>
                </a:extLst>
              </a:tr>
              <a:tr h="25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Securities (€ b)</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15.7</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15. 8</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15.1</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13.6</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13.4</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64484502"/>
                  </a:ext>
                </a:extLst>
              </a:tr>
              <a:tr h="25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Deposits (€ b)</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56.3</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55.7</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54.8</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55.2</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55.7</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672181259"/>
                  </a:ext>
                </a:extLst>
              </a:tr>
              <a:tr h="25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Tangible Equity (€ b)</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6.8</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6.6</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6.3</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6.0</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5.6</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51380103"/>
                  </a:ext>
                </a:extLst>
              </a:tr>
            </a:tbl>
          </a:graphicData>
        </a:graphic>
      </p:graphicFrame>
      <p:graphicFrame>
        <p:nvGraphicFramePr>
          <p:cNvPr id="46" name="Table 7">
            <a:extLst>
              <a:ext uri="{FF2B5EF4-FFF2-40B4-BE49-F238E27FC236}">
                <a16:creationId xmlns:a16="http://schemas.microsoft.com/office/drawing/2014/main" id="{EA22D4E0-7795-B332-4DE4-9FC4506E9478}"/>
              </a:ext>
            </a:extLst>
          </p:cNvPr>
          <p:cNvGraphicFramePr>
            <a:graphicFrameLocks noGrp="1"/>
          </p:cNvGraphicFramePr>
          <p:nvPr>
            <p:extLst>
              <p:ext uri="{D42A27DB-BD31-4B8C-83A1-F6EECF244321}">
                <p14:modId xmlns:p14="http://schemas.microsoft.com/office/powerpoint/2010/main" val="2055770675"/>
              </p:ext>
            </p:extLst>
          </p:nvPr>
        </p:nvGraphicFramePr>
        <p:xfrm>
          <a:off x="6089980" y="3013431"/>
          <a:ext cx="5757664" cy="3168000"/>
        </p:xfrm>
        <a:graphic>
          <a:graphicData uri="http://schemas.openxmlformats.org/drawingml/2006/table">
            <a:tbl>
              <a:tblPr firstRow="1" bandRow="1">
                <a:tableStyleId>{5C22544A-7EE6-4342-B048-85BDC9FD1C3A}</a:tableStyleId>
              </a:tblPr>
              <a:tblGrid>
                <a:gridCol w="1674259">
                  <a:extLst>
                    <a:ext uri="{9D8B030D-6E8A-4147-A177-3AD203B41FA5}">
                      <a16:colId xmlns:a16="http://schemas.microsoft.com/office/drawing/2014/main" val="2808620213"/>
                    </a:ext>
                  </a:extLst>
                </a:gridCol>
                <a:gridCol w="816681">
                  <a:extLst>
                    <a:ext uri="{9D8B030D-6E8A-4147-A177-3AD203B41FA5}">
                      <a16:colId xmlns:a16="http://schemas.microsoft.com/office/drawing/2014/main" val="2602777049"/>
                    </a:ext>
                  </a:extLst>
                </a:gridCol>
                <a:gridCol w="816681">
                  <a:extLst>
                    <a:ext uri="{9D8B030D-6E8A-4147-A177-3AD203B41FA5}">
                      <a16:colId xmlns:a16="http://schemas.microsoft.com/office/drawing/2014/main" val="3912606157"/>
                    </a:ext>
                  </a:extLst>
                </a:gridCol>
                <a:gridCol w="816681">
                  <a:extLst>
                    <a:ext uri="{9D8B030D-6E8A-4147-A177-3AD203B41FA5}">
                      <a16:colId xmlns:a16="http://schemas.microsoft.com/office/drawing/2014/main" val="2611607263"/>
                    </a:ext>
                  </a:extLst>
                </a:gridCol>
                <a:gridCol w="816681">
                  <a:extLst>
                    <a:ext uri="{9D8B030D-6E8A-4147-A177-3AD203B41FA5}">
                      <a16:colId xmlns:a16="http://schemas.microsoft.com/office/drawing/2014/main" val="2205950176"/>
                    </a:ext>
                  </a:extLst>
                </a:gridCol>
                <a:gridCol w="816681">
                  <a:extLst>
                    <a:ext uri="{9D8B030D-6E8A-4147-A177-3AD203B41FA5}">
                      <a16:colId xmlns:a16="http://schemas.microsoft.com/office/drawing/2014/main" val="2303599194"/>
                    </a:ext>
                  </a:extLst>
                </a:gridCol>
              </a:tblGrid>
              <a:tr h="396000">
                <a:tc>
                  <a:txBody>
                    <a:bodyPr/>
                    <a:lstStyle/>
                    <a:p>
                      <a:r>
                        <a:rPr lang="en-GB" sz="1000" b="1" kern="1200">
                          <a:solidFill>
                            <a:schemeClr val="bg1"/>
                          </a:solidFill>
                          <a:latin typeface="Aptos" panose="020B0004020202020204" pitchFamily="34" charset="0"/>
                          <a:ea typeface="+mn-ea"/>
                          <a:cs typeface="+mn-cs"/>
                        </a:rPr>
                        <a:t>Key Balance sheet items</a:t>
                      </a:r>
                      <a:endParaRPr lang="el-GR" sz="1000" b="1" kern="1200">
                        <a:solidFill>
                          <a:schemeClr val="bg1"/>
                        </a:solidFill>
                        <a:latin typeface="Aptos" panose="020B0004020202020204" pitchFamily="34" charset="0"/>
                        <a:ea typeface="+mn-ea"/>
                        <a:cs typeface="+mn-cs"/>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solidFill>
                  </a:tcPr>
                </a:tc>
                <a:tc>
                  <a:txBody>
                    <a:bodyPr/>
                    <a:lstStyle/>
                    <a:p>
                      <a:pPr algn="ctr"/>
                      <a:r>
                        <a:rPr lang="en-US" sz="1000" b="1">
                          <a:solidFill>
                            <a:schemeClr val="bg1"/>
                          </a:solidFill>
                          <a:latin typeface="Aptos" panose="020B0004020202020204" pitchFamily="34" charset="0"/>
                        </a:rPr>
                        <a:t>9M23</a:t>
                      </a: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ptos" panose="020B0004020202020204" pitchFamily="34" charset="0"/>
                          <a:ea typeface="+mn-ea"/>
                          <a:cs typeface="+mn-cs"/>
                        </a:rPr>
                        <a:t>6M23</a:t>
                      </a: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ptos" panose="020B0004020202020204" pitchFamily="34" charset="0"/>
                          <a:ea typeface="+mn-ea"/>
                          <a:cs typeface="+mn-cs"/>
                        </a:rPr>
                        <a:t>3M23</a:t>
                      </a:r>
                      <a:endParaRPr kumimoji="0" lang="el-GR" sz="1000" b="1" i="0" u="none" strike="noStrike" kern="1200" cap="none" spc="0" normalizeH="0" baseline="0" noProof="0">
                        <a:ln>
                          <a:noFill/>
                        </a:ln>
                        <a:solidFill>
                          <a:schemeClr val="bg1"/>
                        </a:solidFill>
                        <a:effectLst/>
                        <a:uLnTx/>
                        <a:uFillTx/>
                        <a:latin typeface="Aptos" panose="020B0004020202020204" pitchFamily="34" charset="0"/>
                        <a:ea typeface="+mn-ea"/>
                        <a:cs typeface="+mn-cs"/>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ptos" panose="020B0004020202020204" pitchFamily="34" charset="0"/>
                          <a:ea typeface="+mn-ea"/>
                          <a:cs typeface="+mn-cs"/>
                        </a:rPr>
                        <a:t>FY22</a:t>
                      </a:r>
                      <a:endParaRPr kumimoji="0" lang="el-GR" sz="1000" b="1" i="0" u="none" strike="noStrike" kern="1200" cap="none" spc="0" normalizeH="0" baseline="0" noProof="0">
                        <a:ln>
                          <a:noFill/>
                        </a:ln>
                        <a:solidFill>
                          <a:schemeClr val="bg1"/>
                        </a:solidFill>
                        <a:effectLst/>
                        <a:uLnTx/>
                        <a:uFillTx/>
                        <a:latin typeface="Aptos" panose="020B0004020202020204" pitchFamily="34" charset="0"/>
                        <a:ea typeface="+mn-ea"/>
                        <a:cs typeface="+mn-cs"/>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bg1"/>
                          </a:solidFill>
                          <a:effectLst/>
                          <a:uLnTx/>
                          <a:uFillTx/>
                          <a:latin typeface="Aptos" panose="020B0004020202020204" pitchFamily="34" charset="0"/>
                          <a:ea typeface="+mn-ea"/>
                          <a:cs typeface="+mn-cs"/>
                        </a:rPr>
                        <a:t>9M22</a:t>
                      </a:r>
                      <a:endParaRPr kumimoji="0" lang="el-GR" sz="1000" b="1" i="0" u="none" strike="noStrike" kern="1200" cap="none" spc="0" normalizeH="0" baseline="0" noProof="0">
                        <a:ln>
                          <a:noFill/>
                        </a:ln>
                        <a:solidFill>
                          <a:schemeClr val="bg1"/>
                        </a:solidFill>
                        <a:effectLst/>
                        <a:uLnTx/>
                        <a:uFillTx/>
                        <a:latin typeface="Aptos" panose="020B0004020202020204" pitchFamily="34" charset="0"/>
                        <a:ea typeface="+mn-ea"/>
                        <a:cs typeface="+mn-cs"/>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solidFill>
                  </a:tcPr>
                </a:tc>
                <a:extLst>
                  <a:ext uri="{0D108BD9-81ED-4DB2-BD59-A6C34878D82A}">
                    <a16:rowId xmlns:a16="http://schemas.microsoft.com/office/drawing/2014/main" val="3993125852"/>
                  </a:ext>
                </a:extLst>
              </a:tr>
              <a:tr h="25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Liquidity</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alpha val="14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alpha val="14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alpha val="14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alpha val="14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alpha val="14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alpha val="14000"/>
                      </a:schemeClr>
                    </a:solidFill>
                  </a:tcPr>
                </a:tc>
                <a:extLst>
                  <a:ext uri="{0D108BD9-81ED-4DB2-BD59-A6C34878D82A}">
                    <a16:rowId xmlns:a16="http://schemas.microsoft.com/office/drawing/2014/main" val="3592428306"/>
                  </a:ext>
                </a:extLst>
              </a:tr>
              <a:tr h="25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Loans-to-Deposits</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57%</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57%</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58%</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59%</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56%</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88359607"/>
                  </a:ext>
                </a:extLst>
              </a:tr>
              <a:tr h="25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LCR</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252%</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254%</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269%</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259%</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249%</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64484502"/>
                  </a:ext>
                </a:extLst>
              </a:tr>
              <a:tr h="25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Asset quality</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alpha val="14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alpha val="14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alpha val="14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alpha val="14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alpha val="14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alpha val="14000"/>
                      </a:schemeClr>
                    </a:solidFill>
                  </a:tcPr>
                </a:tc>
                <a:extLst>
                  <a:ext uri="{0D108BD9-81ED-4DB2-BD59-A6C34878D82A}">
                    <a16:rowId xmlns:a16="http://schemas.microsoft.com/office/drawing/2014/main" val="672181259"/>
                  </a:ext>
                </a:extLst>
              </a:tr>
              <a:tr h="25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NPE ratio</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3.7%</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5.4%</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5.2%</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5.2%</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6.1%</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51380103"/>
                  </a:ext>
                </a:extLst>
              </a:tr>
              <a:tr h="25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NPE coverage</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93.1%</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82.1%</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87.6%</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87.3%</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82.1%</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45965030"/>
                  </a:ext>
                </a:extLst>
              </a:tr>
              <a:tr h="25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Stage 3 coverage</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55.3%</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54.5%</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58.0%</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58.0%</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59.3%</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0797634"/>
                  </a:ext>
                </a:extLst>
              </a:tr>
              <a:tr h="25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Capital</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alpha val="14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alpha val="14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alpha val="14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alpha val="14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alpha val="14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accent2">
                        <a:alpha val="14000"/>
                      </a:schemeClr>
                    </a:solidFill>
                  </a:tcPr>
                </a:tc>
                <a:extLst>
                  <a:ext uri="{0D108BD9-81ED-4DB2-BD59-A6C34878D82A}">
                    <a16:rowId xmlns:a16="http://schemas.microsoft.com/office/drawing/2014/main" val="287810298"/>
                  </a:ext>
                </a:extLst>
              </a:tr>
              <a:tr h="25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CAD²</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20.3%</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18.3%</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17.6%</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16.8%</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16.3%</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15232137"/>
                  </a:ext>
                </a:extLst>
              </a:tr>
              <a:tr h="25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CET1²</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17.9%</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17.3%</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16.5%</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15.7%</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15.2%</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30329800"/>
                  </a:ext>
                </a:extLst>
              </a:tr>
              <a:tr h="25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RWAs³ (€ b)</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36.6</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36.7</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36.5</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36.2</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rPr>
                        <a:t>34.9</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923270272"/>
                  </a:ext>
                </a:extLst>
              </a:tr>
            </a:tbl>
          </a:graphicData>
        </a:graphic>
      </p:graphicFrame>
    </p:spTree>
    <p:extLst>
      <p:ext uri="{BB962C8B-B14F-4D97-AF65-F5344CB8AC3E}">
        <p14:creationId xmlns:p14="http://schemas.microsoft.com/office/powerpoint/2010/main" val="10310776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B10EE-82EC-BC60-5CC8-A1DCD4C75EB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C00DF24-7D58-0122-F6A7-B8D24BEBE283}"/>
              </a:ext>
            </a:extLst>
          </p:cNvPr>
          <p:cNvSpPr>
            <a:spLocks noGrp="1"/>
          </p:cNvSpPr>
          <p:nvPr>
            <p:ph type="sldNum" sz="quarter" idx="19"/>
          </p:nvPr>
        </p:nvSpPr>
        <p:spPr>
          <a:xfrm>
            <a:off x="11179867" y="6542940"/>
            <a:ext cx="684000" cy="138499"/>
          </a:xfrm>
        </p:spPr>
        <p:txBody>
          <a:bodyPr/>
          <a:lstStyle/>
          <a:p>
            <a:fld id="{233F7D93-8529-0F4E-AF24-E7C8656CB0BF}" type="slidenum">
              <a:rPr lang="en-GR" smtClean="0"/>
              <a:pPr/>
              <a:t>137</a:t>
            </a:fld>
            <a:endParaRPr lang="en-GR"/>
          </a:p>
        </p:txBody>
      </p:sp>
      <p:sp>
        <p:nvSpPr>
          <p:cNvPr id="6" name="Text Placeholder 5">
            <a:extLst>
              <a:ext uri="{FF2B5EF4-FFF2-40B4-BE49-F238E27FC236}">
                <a16:creationId xmlns:a16="http://schemas.microsoft.com/office/drawing/2014/main" id="{C0751CEA-8E08-267D-6DA2-C4FAB025AB1C}"/>
              </a:ext>
            </a:extLst>
          </p:cNvPr>
          <p:cNvSpPr>
            <a:spLocks noGrp="1"/>
          </p:cNvSpPr>
          <p:nvPr>
            <p:ph type="body" sz="quarter" idx="25"/>
          </p:nvPr>
        </p:nvSpPr>
        <p:spPr>
          <a:xfrm>
            <a:off x="332317" y="741494"/>
            <a:ext cx="6941787" cy="531721"/>
          </a:xfrm>
        </p:spPr>
        <p:txBody>
          <a:bodyPr>
            <a:noAutofit/>
          </a:bodyPr>
          <a:lstStyle/>
          <a:p>
            <a:pPr>
              <a:lnSpc>
                <a:spcPct val="110000"/>
              </a:lnSpc>
            </a:pPr>
            <a:r>
              <a:rPr lang="en-GB" sz="1800"/>
              <a:t>Economic recovery on solid footing despite international headwinds and the recent floods</a:t>
            </a:r>
          </a:p>
        </p:txBody>
      </p:sp>
      <p:sp>
        <p:nvSpPr>
          <p:cNvPr id="9" name="Text Placeholder 21">
            <a:extLst>
              <a:ext uri="{FF2B5EF4-FFF2-40B4-BE49-F238E27FC236}">
                <a16:creationId xmlns:a16="http://schemas.microsoft.com/office/drawing/2014/main" id="{92D5E901-26E7-D0D7-C38E-9FCF855BC655}"/>
              </a:ext>
            </a:extLst>
          </p:cNvPr>
          <p:cNvSpPr txBox="1">
            <a:spLocks/>
          </p:cNvSpPr>
          <p:nvPr/>
        </p:nvSpPr>
        <p:spPr>
          <a:xfrm>
            <a:off x="2339879" y="1664962"/>
            <a:ext cx="4934227" cy="4592252"/>
          </a:xfrm>
          <a:prstGeom prst="rect">
            <a:avLst/>
          </a:prstGeom>
        </p:spPr>
        <p:txBody>
          <a:bodyPr vert="horz" wrap="square" lIns="0" tIns="0" rIns="0" bIns="0" rtlCol="0" anchor="t" anchorCtr="0">
            <a:normAutofit/>
          </a:bodyPr>
          <a:lstStyle>
            <a:defPPr>
              <a:defRPr lang="en-GR"/>
            </a:defPPr>
            <a:lvl1pPr indent="0">
              <a:lnSpc>
                <a:spcPct val="90000"/>
              </a:lnSpc>
              <a:spcBef>
                <a:spcPts val="1000"/>
              </a:spcBef>
              <a:buClr>
                <a:srgbClr val="808080"/>
              </a:buClr>
              <a:buFont typeface="Arial" panose="020B0604020202020204" pitchFamily="34" charset="0"/>
              <a:buNone/>
              <a:defRPr sz="1200" b="1" i="0">
                <a:solidFill>
                  <a:schemeClr val="accent1"/>
                </a:solidFill>
                <a:latin typeface="Aptos" panose="020B0004020202020204" pitchFamily="34" charset="0"/>
              </a:defRPr>
            </a:lvl1pPr>
            <a:lvl2pPr indent="0">
              <a:lnSpc>
                <a:spcPct val="90000"/>
              </a:lnSpc>
              <a:spcBef>
                <a:spcPts val="500"/>
              </a:spcBef>
              <a:buClr>
                <a:schemeClr val="tx2"/>
              </a:buClr>
              <a:buFont typeface="Arial" panose="020B0604020202020204" pitchFamily="34" charset="0"/>
              <a:buNone/>
              <a:defRPr sz="1200" b="0" i="0">
                <a:solidFill>
                  <a:schemeClr val="accent1"/>
                </a:solidFill>
                <a:latin typeface="Aptos" panose="020B0004020202020204" pitchFamily="34" charset="0"/>
              </a:defRPr>
            </a:lvl2pPr>
            <a:lvl3pPr indent="0">
              <a:lnSpc>
                <a:spcPct val="90000"/>
              </a:lnSpc>
              <a:spcBef>
                <a:spcPts val="500"/>
              </a:spcBef>
              <a:buClr>
                <a:schemeClr val="tx2"/>
              </a:buClr>
              <a:buFont typeface="Arial" panose="020B0604020202020204" pitchFamily="34" charset="0"/>
              <a:buNone/>
              <a:defRPr sz="1000" b="0" i="0">
                <a:solidFill>
                  <a:schemeClr val="accent1"/>
                </a:solidFill>
                <a:latin typeface="Aptos" panose="020B0004020202020204" pitchFamily="34" charset="0"/>
              </a:defRPr>
            </a:lvl3pPr>
            <a:lvl4pPr indent="0">
              <a:lnSpc>
                <a:spcPct val="90000"/>
              </a:lnSpc>
              <a:spcBef>
                <a:spcPts val="500"/>
              </a:spcBef>
              <a:buClr>
                <a:schemeClr val="tx2"/>
              </a:buClr>
              <a:buFont typeface="Arial" panose="020B0604020202020204" pitchFamily="34" charset="0"/>
              <a:buNone/>
              <a:defRPr sz="800" b="0" i="0">
                <a:solidFill>
                  <a:schemeClr val="accent1"/>
                </a:solidFill>
                <a:latin typeface="Aptos" panose="020B0004020202020204" pitchFamily="34" charset="0"/>
              </a:defRPr>
            </a:lvl4pPr>
            <a:lvl5pPr indent="0">
              <a:lnSpc>
                <a:spcPct val="90000"/>
              </a:lnSpc>
              <a:spcBef>
                <a:spcPts val="500"/>
              </a:spcBef>
              <a:buClr>
                <a:schemeClr val="tx2"/>
              </a:buClr>
              <a:buFont typeface="Arial" panose="020B0604020202020204" pitchFamily="34" charset="0"/>
              <a:buNone/>
              <a:defRPr sz="800" b="0" i="0">
                <a:solidFill>
                  <a:schemeClr val="accent1"/>
                </a:solidFill>
                <a:latin typeface="Aptos" panose="020B0004020202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nSpc>
                <a:spcPct val="110000"/>
              </a:lnSpc>
              <a:spcBef>
                <a:spcPts val="900"/>
              </a:spcBef>
            </a:pPr>
            <a:r>
              <a:rPr lang="en-US" sz="1100">
                <a:solidFill>
                  <a:schemeClr val="tx1"/>
                </a:solidFill>
                <a:latin typeface="Aptos SemiBold" panose="020B0004020202020204" pitchFamily="34" charset="0"/>
              </a:rPr>
              <a:t>Greece’s GDP growth accelerated to </a:t>
            </a:r>
            <a:r>
              <a:rPr lang="en-US" sz="1100" b="0">
                <a:solidFill>
                  <a:schemeClr val="tx1"/>
                </a:solidFill>
              </a:rPr>
              <a:t>2.7% </a:t>
            </a:r>
            <a:r>
              <a:rPr lang="en-US" sz="1100" b="0" err="1">
                <a:solidFill>
                  <a:schemeClr val="tx1"/>
                </a:solidFill>
              </a:rPr>
              <a:t>yoy</a:t>
            </a:r>
            <a:r>
              <a:rPr lang="en-US" sz="1100" b="0">
                <a:solidFill>
                  <a:schemeClr val="tx1"/>
                </a:solidFill>
              </a:rPr>
              <a:t> (+1.3% </a:t>
            </a:r>
            <a:r>
              <a:rPr lang="en-US" sz="1100" b="0" err="1">
                <a:solidFill>
                  <a:schemeClr val="tx1"/>
                </a:solidFill>
              </a:rPr>
              <a:t>qoq</a:t>
            </a:r>
            <a:r>
              <a:rPr lang="en-US" sz="1100" b="0">
                <a:solidFill>
                  <a:schemeClr val="tx1"/>
                </a:solidFill>
              </a:rPr>
              <a:t> </a:t>
            </a:r>
            <a:r>
              <a:rPr lang="en-US" sz="1100" b="0" err="1">
                <a:solidFill>
                  <a:schemeClr val="tx1"/>
                </a:solidFill>
              </a:rPr>
              <a:t>s.a.</a:t>
            </a:r>
            <a:r>
              <a:rPr lang="en-US" sz="1100" b="0">
                <a:solidFill>
                  <a:schemeClr val="tx1"/>
                </a:solidFill>
              </a:rPr>
              <a:t>) in 2Q23 from 2.0% </a:t>
            </a:r>
            <a:r>
              <a:rPr lang="en-US" sz="1100" b="0" err="1">
                <a:solidFill>
                  <a:schemeClr val="tx1"/>
                </a:solidFill>
              </a:rPr>
              <a:t>yoy</a:t>
            </a:r>
            <a:r>
              <a:rPr lang="en-US" sz="1100" b="0">
                <a:solidFill>
                  <a:schemeClr val="tx1"/>
                </a:solidFill>
              </a:rPr>
              <a:t> in 1Q, outperforming the euro area (EA) by a sizeable margin and for a 9th consecutive quarter.</a:t>
            </a:r>
          </a:p>
          <a:p>
            <a:pPr>
              <a:lnSpc>
                <a:spcPct val="110000"/>
              </a:lnSpc>
              <a:spcBef>
                <a:spcPts val="900"/>
              </a:spcBef>
            </a:pPr>
            <a:r>
              <a:rPr lang="en-US" sz="1100" b="0">
                <a:solidFill>
                  <a:schemeClr val="tx1"/>
                </a:solidFill>
              </a:rPr>
              <a:t>Further strengthening of leading and conjunctural indicators in 3Q23 should widen the gap to the euro area further:</a:t>
            </a:r>
          </a:p>
          <a:p>
            <a:pPr marL="183600" lvl="1" indent="-183600">
              <a:lnSpc>
                <a:spcPct val="110000"/>
              </a:lnSpc>
              <a:spcBef>
                <a:spcPts val="900"/>
              </a:spcBef>
              <a:buClr>
                <a:schemeClr val="accent3"/>
              </a:buClr>
              <a:buFont typeface="Arial" panose="020B0604020202020204" pitchFamily="34" charset="0"/>
              <a:buChar char="•"/>
            </a:pPr>
            <a:r>
              <a:rPr lang="en-US" sz="1100">
                <a:solidFill>
                  <a:schemeClr val="tx1"/>
                </a:solidFill>
              </a:rPr>
              <a:t> The economic sentiment indicator in 3Q23 increased to 109.9 from 108.7 in 2Q – compared with the EA average of 93.8 in 3Q23 – slowing to, a still strong, 106.4 in October</a:t>
            </a:r>
          </a:p>
          <a:p>
            <a:pPr marL="183600" lvl="1" indent="-183600">
              <a:lnSpc>
                <a:spcPct val="110000"/>
              </a:lnSpc>
              <a:spcBef>
                <a:spcPts val="900"/>
              </a:spcBef>
              <a:buClr>
                <a:schemeClr val="accent3"/>
              </a:buClr>
              <a:buFont typeface="Arial" panose="020B0604020202020204" pitchFamily="34" charset="0"/>
              <a:buChar char="•"/>
            </a:pPr>
            <a:r>
              <a:rPr lang="en-US" sz="1100" b="1">
                <a:solidFill>
                  <a:schemeClr val="tx1"/>
                </a:solidFill>
                <a:latin typeface="Aptos SemiBold" panose="020B0004020202020204" pitchFamily="34" charset="0"/>
              </a:rPr>
              <a:t>Tourism is headed for a new record this year </a:t>
            </a:r>
            <a:r>
              <a:rPr lang="en-US" sz="1100">
                <a:solidFill>
                  <a:schemeClr val="tx1"/>
                </a:solidFill>
              </a:rPr>
              <a:t>with international arrivals in the Athens International Airport up by 28.3% </a:t>
            </a:r>
            <a:r>
              <a:rPr lang="en-US" sz="1100" err="1">
                <a:solidFill>
                  <a:schemeClr val="tx1"/>
                </a:solidFill>
              </a:rPr>
              <a:t>yoy</a:t>
            </a:r>
            <a:r>
              <a:rPr lang="en-US" sz="1100">
                <a:solidFill>
                  <a:schemeClr val="tx1"/>
                </a:solidFill>
              </a:rPr>
              <a:t> in 9M23 and tourism revenue up by 14.4% </a:t>
            </a:r>
            <a:r>
              <a:rPr lang="en-US" sz="1100" err="1">
                <a:solidFill>
                  <a:schemeClr val="tx1"/>
                </a:solidFill>
              </a:rPr>
              <a:t>yoy</a:t>
            </a:r>
            <a:r>
              <a:rPr lang="en-US" sz="1100">
                <a:solidFill>
                  <a:schemeClr val="tx1"/>
                </a:solidFill>
              </a:rPr>
              <a:t> in 8M23, exceeding their 2019 highs by 7.3% and 10.5%, respectively</a:t>
            </a:r>
          </a:p>
          <a:p>
            <a:pPr marL="183600" lvl="1" indent="-183600">
              <a:lnSpc>
                <a:spcPct val="110000"/>
              </a:lnSpc>
              <a:spcBef>
                <a:spcPts val="900"/>
              </a:spcBef>
              <a:buClr>
                <a:schemeClr val="accent3"/>
              </a:buClr>
              <a:buFont typeface="Arial" panose="020B0604020202020204" pitchFamily="34" charset="0"/>
              <a:buChar char="•"/>
            </a:pPr>
            <a:r>
              <a:rPr lang="en-US" sz="1100" b="1">
                <a:solidFill>
                  <a:schemeClr val="tx1"/>
                </a:solidFill>
                <a:latin typeface="Aptos SemiBold" panose="020B0004020202020204" pitchFamily="34" charset="0"/>
              </a:rPr>
              <a:t>Resilient exports </a:t>
            </a:r>
            <a:r>
              <a:rPr lang="en-US" sz="1100">
                <a:solidFill>
                  <a:schemeClr val="tx1"/>
                </a:solidFill>
              </a:rPr>
              <a:t>– despite the slowdown in the EA and a normalization in import spending − led to a 38% </a:t>
            </a:r>
            <a:r>
              <a:rPr lang="en-US" sz="1100" err="1">
                <a:solidFill>
                  <a:schemeClr val="tx1"/>
                </a:solidFill>
              </a:rPr>
              <a:t>yoy</a:t>
            </a:r>
            <a:r>
              <a:rPr lang="en-US" sz="1100">
                <a:solidFill>
                  <a:schemeClr val="tx1"/>
                </a:solidFill>
              </a:rPr>
              <a:t> decline in the current account deficit to -3.1% of GDP in 8M23</a:t>
            </a:r>
          </a:p>
          <a:p>
            <a:pPr marL="183600" lvl="1" indent="-183600">
              <a:lnSpc>
                <a:spcPct val="110000"/>
              </a:lnSpc>
              <a:spcBef>
                <a:spcPts val="900"/>
              </a:spcBef>
              <a:buClr>
                <a:schemeClr val="accent3"/>
              </a:buClr>
              <a:buFont typeface="Arial" panose="020B0604020202020204" pitchFamily="34" charset="0"/>
              <a:buChar char="•"/>
            </a:pPr>
            <a:r>
              <a:rPr lang="en-US" sz="1100" b="1">
                <a:solidFill>
                  <a:schemeClr val="tx1"/>
                </a:solidFill>
                <a:latin typeface="Aptos SemiBold" panose="020B0004020202020204" pitchFamily="34" charset="0"/>
              </a:rPr>
              <a:t>CPI inflation fell </a:t>
            </a:r>
            <a:r>
              <a:rPr lang="en-US" sz="1100">
                <a:solidFill>
                  <a:schemeClr val="tx1"/>
                </a:solidFill>
              </a:rPr>
              <a:t>to a 2-year low of 1.6% in September 2023 (2.3% </a:t>
            </a:r>
            <a:r>
              <a:rPr lang="en-US" sz="1100" err="1">
                <a:solidFill>
                  <a:schemeClr val="tx1"/>
                </a:solidFill>
              </a:rPr>
              <a:t>yoy</a:t>
            </a:r>
            <a:r>
              <a:rPr lang="en-US" sz="1100">
                <a:solidFill>
                  <a:schemeClr val="tx1"/>
                </a:solidFill>
              </a:rPr>
              <a:t> in 3Q23), supporting household real disposable income, with a temporary acceleration expected in 4Q23</a:t>
            </a:r>
          </a:p>
          <a:p>
            <a:pPr marL="183600" lvl="1" indent="-183600">
              <a:lnSpc>
                <a:spcPct val="110000"/>
              </a:lnSpc>
              <a:spcBef>
                <a:spcPts val="900"/>
              </a:spcBef>
              <a:buClr>
                <a:schemeClr val="accent3"/>
              </a:buClr>
              <a:buFont typeface="Arial" panose="020B0604020202020204" pitchFamily="34" charset="0"/>
              <a:buChar char="•"/>
            </a:pPr>
            <a:r>
              <a:rPr lang="en-US" sz="1100">
                <a:solidFill>
                  <a:schemeClr val="tx1"/>
                </a:solidFill>
              </a:rPr>
              <a:t>The </a:t>
            </a:r>
            <a:r>
              <a:rPr lang="en-US" sz="1100" b="1">
                <a:solidFill>
                  <a:schemeClr val="tx1"/>
                </a:solidFill>
                <a:latin typeface="Aptos SemiBold" panose="020B0004020202020204" pitchFamily="34" charset="0"/>
              </a:rPr>
              <a:t>impact of </a:t>
            </a:r>
            <a:r>
              <a:rPr lang="en-US" sz="1100">
                <a:solidFill>
                  <a:schemeClr val="tx1"/>
                </a:solidFill>
              </a:rPr>
              <a:t>the unprecedented floods in central Greece and numerous wildfires is limited according to available high frequency indicators (c0.5% of GDP for FY2023 but with a similar-sized “payback” in 2024)</a:t>
            </a:r>
          </a:p>
        </p:txBody>
      </p:sp>
      <p:sp>
        <p:nvSpPr>
          <p:cNvPr id="11" name="Rectangle 10">
            <a:extLst>
              <a:ext uri="{FF2B5EF4-FFF2-40B4-BE49-F238E27FC236}">
                <a16:creationId xmlns:a16="http://schemas.microsoft.com/office/drawing/2014/main" id="{1DDD7121-0172-792E-0DF7-9A6DF454960F}"/>
              </a:ext>
            </a:extLst>
          </p:cNvPr>
          <p:cNvSpPr/>
          <p:nvPr/>
        </p:nvSpPr>
        <p:spPr>
          <a:xfrm>
            <a:off x="341999" y="1661423"/>
            <a:ext cx="1836121" cy="458874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rIns="108000" rtlCol="0" anchor="ctr"/>
          <a:lstStyle/>
          <a:p>
            <a:pPr>
              <a:lnSpc>
                <a:spcPct val="110000"/>
              </a:lnSpc>
              <a:spcBef>
                <a:spcPts val="900"/>
              </a:spcBef>
            </a:pPr>
            <a:r>
              <a:rPr lang="en-US" sz="1200" b="1">
                <a:solidFill>
                  <a:schemeClr val="bg1"/>
                </a:solidFill>
                <a:latin typeface="Aptos" panose="020B0004020202020204" pitchFamily="34" charset="0"/>
              </a:rPr>
              <a:t>Resilient growth momentum despite weakening</a:t>
            </a:r>
            <a:r>
              <a:rPr lang="el-GR" sz="1200" b="1">
                <a:solidFill>
                  <a:schemeClr val="bg1"/>
                </a:solidFill>
                <a:latin typeface="Aptos" panose="020B0004020202020204" pitchFamily="34" charset="0"/>
              </a:rPr>
              <a:t> </a:t>
            </a:r>
            <a:r>
              <a:rPr lang="en-US" sz="1200" b="1">
                <a:solidFill>
                  <a:schemeClr val="bg1"/>
                </a:solidFill>
                <a:latin typeface="Aptos" panose="020B0004020202020204" pitchFamily="34" charset="0"/>
              </a:rPr>
              <a:t>outlook for the euro area </a:t>
            </a:r>
          </a:p>
        </p:txBody>
      </p:sp>
      <p:sp>
        <p:nvSpPr>
          <p:cNvPr id="10" name="Rectangle 9">
            <a:extLst>
              <a:ext uri="{FF2B5EF4-FFF2-40B4-BE49-F238E27FC236}">
                <a16:creationId xmlns:a16="http://schemas.microsoft.com/office/drawing/2014/main" id="{42D1D456-915A-6627-CBCD-F98B52AA678B}"/>
              </a:ext>
            </a:extLst>
          </p:cNvPr>
          <p:cNvSpPr/>
          <p:nvPr/>
        </p:nvSpPr>
        <p:spPr>
          <a:xfrm>
            <a:off x="7523545" y="1672204"/>
            <a:ext cx="4334517" cy="2234983"/>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latin typeface="Aptos" panose="020B0004020202020204" pitchFamily="34" charset="0"/>
            </a:endParaRPr>
          </a:p>
        </p:txBody>
      </p:sp>
      <p:graphicFrame>
        <p:nvGraphicFramePr>
          <p:cNvPr id="12" name="Chart 3">
            <a:extLst>
              <a:ext uri="{FF2B5EF4-FFF2-40B4-BE49-F238E27FC236}">
                <a16:creationId xmlns:a16="http://schemas.microsoft.com/office/drawing/2014/main" id="{AE9E4C73-BBA8-AF8A-EF53-C8D0AB1DF6E9}"/>
              </a:ext>
            </a:extLst>
          </p:cNvPr>
          <p:cNvGraphicFramePr>
            <a:graphicFrameLocks/>
          </p:cNvGraphicFramePr>
          <p:nvPr>
            <p:extLst>
              <p:ext uri="{D42A27DB-BD31-4B8C-83A1-F6EECF244321}">
                <p14:modId xmlns:p14="http://schemas.microsoft.com/office/powerpoint/2010/main" val="1342435091"/>
              </p:ext>
            </p:extLst>
          </p:nvPr>
        </p:nvGraphicFramePr>
        <p:xfrm>
          <a:off x="7523543" y="1671702"/>
          <a:ext cx="4324102" cy="2234982"/>
        </p:xfrm>
        <a:graphic>
          <a:graphicData uri="http://schemas.openxmlformats.org/drawingml/2006/chart">
            <c:chart xmlns:c="http://schemas.openxmlformats.org/drawingml/2006/chart" xmlns:r="http://schemas.openxmlformats.org/officeDocument/2006/relationships" r:id="rId3"/>
          </a:graphicData>
        </a:graphic>
      </p:graphicFrame>
      <p:sp>
        <p:nvSpPr>
          <p:cNvPr id="15" name="Rectangle 14">
            <a:extLst>
              <a:ext uri="{FF2B5EF4-FFF2-40B4-BE49-F238E27FC236}">
                <a16:creationId xmlns:a16="http://schemas.microsoft.com/office/drawing/2014/main" id="{65F67227-E12F-7D2D-0A5D-C6B291F2C2CB}"/>
              </a:ext>
            </a:extLst>
          </p:cNvPr>
          <p:cNvSpPr/>
          <p:nvPr/>
        </p:nvSpPr>
        <p:spPr>
          <a:xfrm>
            <a:off x="7523544" y="4014781"/>
            <a:ext cx="4334521" cy="2234984"/>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latin typeface="Aptos" panose="020B0004020202020204" pitchFamily="34" charset="0"/>
            </a:endParaRPr>
          </a:p>
        </p:txBody>
      </p:sp>
      <p:graphicFrame>
        <p:nvGraphicFramePr>
          <p:cNvPr id="16" name="Γράφημα 7">
            <a:extLst>
              <a:ext uri="{FF2B5EF4-FFF2-40B4-BE49-F238E27FC236}">
                <a16:creationId xmlns:a16="http://schemas.microsoft.com/office/drawing/2014/main" id="{6D337925-7BA6-6C45-D8A2-4744B6679B94}"/>
              </a:ext>
            </a:extLst>
          </p:cNvPr>
          <p:cNvGraphicFramePr>
            <a:graphicFrameLocks/>
          </p:cNvGraphicFramePr>
          <p:nvPr>
            <p:extLst>
              <p:ext uri="{D42A27DB-BD31-4B8C-83A1-F6EECF244321}">
                <p14:modId xmlns:p14="http://schemas.microsoft.com/office/powerpoint/2010/main" val="1394798297"/>
              </p:ext>
            </p:extLst>
          </p:nvPr>
        </p:nvGraphicFramePr>
        <p:xfrm>
          <a:off x="7523543" y="4013346"/>
          <a:ext cx="4324103" cy="2234982"/>
        </p:xfrm>
        <a:graphic>
          <a:graphicData uri="http://schemas.openxmlformats.org/drawingml/2006/chart">
            <c:chart xmlns:c="http://schemas.openxmlformats.org/drawingml/2006/chart" xmlns:r="http://schemas.openxmlformats.org/officeDocument/2006/relationships" r:id="rId4"/>
          </a:graphicData>
        </a:graphic>
      </p:graphicFrame>
      <p:sp>
        <p:nvSpPr>
          <p:cNvPr id="17" name="Text Placeholder 17">
            <a:extLst>
              <a:ext uri="{FF2B5EF4-FFF2-40B4-BE49-F238E27FC236}">
                <a16:creationId xmlns:a16="http://schemas.microsoft.com/office/drawing/2014/main" id="{E6F71FF9-EB78-596B-1066-EB5AACEB2ED8}"/>
              </a:ext>
            </a:extLst>
          </p:cNvPr>
          <p:cNvSpPr txBox="1">
            <a:spLocks/>
          </p:cNvSpPr>
          <p:nvPr/>
        </p:nvSpPr>
        <p:spPr>
          <a:xfrm>
            <a:off x="7752976" y="1909517"/>
            <a:ext cx="1122669" cy="624017"/>
          </a:xfrm>
          <a:prstGeom prst="rect">
            <a:avLst/>
          </a:prstGeom>
          <a:ln>
            <a:noFill/>
          </a:ln>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a:solidFill>
                  <a:schemeClr val="accent1"/>
                </a:solidFill>
              </a:rPr>
              <a:t>Greek GDP recorded one of the strongest increases among euro area economies in 2Q23</a:t>
            </a:r>
          </a:p>
        </p:txBody>
      </p:sp>
      <p:sp>
        <p:nvSpPr>
          <p:cNvPr id="18" name="Text Placeholder 17">
            <a:extLst>
              <a:ext uri="{FF2B5EF4-FFF2-40B4-BE49-F238E27FC236}">
                <a16:creationId xmlns:a16="http://schemas.microsoft.com/office/drawing/2014/main" id="{BA040707-E2A5-6E31-A1B3-E3074AFD8F6C}"/>
              </a:ext>
            </a:extLst>
          </p:cNvPr>
          <p:cNvSpPr txBox="1">
            <a:spLocks/>
          </p:cNvSpPr>
          <p:nvPr/>
        </p:nvSpPr>
        <p:spPr>
          <a:xfrm>
            <a:off x="7752976" y="4247451"/>
            <a:ext cx="1122669" cy="374718"/>
          </a:xfrm>
          <a:prstGeom prst="rect">
            <a:avLst/>
          </a:prstGeom>
          <a:ln>
            <a:noFill/>
          </a:ln>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a:solidFill>
                  <a:schemeClr val="accent1"/>
                </a:solidFill>
              </a:rPr>
              <a:t>Resilient economic sentiment despite natural disasters</a:t>
            </a:r>
          </a:p>
        </p:txBody>
      </p:sp>
    </p:spTree>
    <p:extLst>
      <p:ext uri="{BB962C8B-B14F-4D97-AF65-F5344CB8AC3E}">
        <p14:creationId xmlns:p14="http://schemas.microsoft.com/office/powerpoint/2010/main" val="410467037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8A9D15B-9248-E557-C6F0-416C8ACE0028}"/>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138</a:t>
            </a:fld>
            <a:endParaRPr lang="en-GR"/>
          </a:p>
        </p:txBody>
      </p:sp>
      <p:sp>
        <p:nvSpPr>
          <p:cNvPr id="5" name="Title 4">
            <a:extLst>
              <a:ext uri="{FF2B5EF4-FFF2-40B4-BE49-F238E27FC236}">
                <a16:creationId xmlns:a16="http://schemas.microsoft.com/office/drawing/2014/main" id="{69C4DD33-22A1-3E96-E647-6F0FEFA900E9}"/>
              </a:ext>
            </a:extLst>
          </p:cNvPr>
          <p:cNvSpPr>
            <a:spLocks noGrp="1"/>
          </p:cNvSpPr>
          <p:nvPr>
            <p:ph type="ctrTitle"/>
          </p:nvPr>
        </p:nvSpPr>
        <p:spPr>
          <a:xfrm>
            <a:off x="335360" y="2592681"/>
            <a:ext cx="1059080" cy="928652"/>
          </a:xfrm>
          <a:prstGeom prst="rect">
            <a:avLst/>
          </a:prstGeom>
        </p:spPr>
        <p:txBody>
          <a:bodyPr/>
          <a:lstStyle/>
          <a:p>
            <a:r>
              <a:rPr lang="el-GR"/>
              <a:t>07</a:t>
            </a:r>
            <a:endParaRPr lang="en-GR"/>
          </a:p>
        </p:txBody>
      </p:sp>
      <p:sp>
        <p:nvSpPr>
          <p:cNvPr id="7" name="Text Placeholder 6">
            <a:extLst>
              <a:ext uri="{FF2B5EF4-FFF2-40B4-BE49-F238E27FC236}">
                <a16:creationId xmlns:a16="http://schemas.microsoft.com/office/drawing/2014/main" id="{74FAF416-EF37-5AD3-58E3-3E3BED3487FC}"/>
              </a:ext>
            </a:extLst>
          </p:cNvPr>
          <p:cNvSpPr>
            <a:spLocks noGrp="1"/>
          </p:cNvSpPr>
          <p:nvPr>
            <p:ph type="body" sz="quarter" idx="16"/>
          </p:nvPr>
        </p:nvSpPr>
        <p:spPr>
          <a:xfrm>
            <a:off x="1703514" y="2592682"/>
            <a:ext cx="4896543" cy="2590646"/>
          </a:xfrm>
        </p:spPr>
        <p:txBody>
          <a:bodyPr/>
          <a:lstStyle/>
          <a:p>
            <a:r>
              <a:rPr lang="en-GB"/>
              <a:t>Charts &amp; Infographics</a:t>
            </a:r>
            <a:endParaRPr lang="en-GR"/>
          </a:p>
          <a:p>
            <a:endParaRPr lang="en-GR"/>
          </a:p>
        </p:txBody>
      </p:sp>
    </p:spTree>
    <p:extLst>
      <p:ext uri="{BB962C8B-B14F-4D97-AF65-F5344CB8AC3E}">
        <p14:creationId xmlns:p14="http://schemas.microsoft.com/office/powerpoint/2010/main" val="365968283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CDBCBE7-4A5E-203A-037C-ACD2F55F6310}"/>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139</a:t>
            </a:fld>
            <a:endParaRPr lang="en-GR"/>
          </a:p>
        </p:txBody>
      </p:sp>
      <p:sp>
        <p:nvSpPr>
          <p:cNvPr id="24" name="Text Placeholder 23">
            <a:extLst>
              <a:ext uri="{FF2B5EF4-FFF2-40B4-BE49-F238E27FC236}">
                <a16:creationId xmlns:a16="http://schemas.microsoft.com/office/drawing/2014/main" id="{9FBC7445-C0EB-2C42-C5F4-C67DEE831D33}"/>
              </a:ext>
            </a:extLst>
          </p:cNvPr>
          <p:cNvSpPr>
            <a:spLocks noGrp="1"/>
          </p:cNvSpPr>
          <p:nvPr>
            <p:ph type="body" sz="quarter" idx="14"/>
          </p:nvPr>
        </p:nvSpPr>
        <p:spPr>
          <a:xfrm>
            <a:off x="331201" y="1268822"/>
            <a:ext cx="7939039" cy="364908"/>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26" name="Text Placeholder 25">
            <a:extLst>
              <a:ext uri="{FF2B5EF4-FFF2-40B4-BE49-F238E27FC236}">
                <a16:creationId xmlns:a16="http://schemas.microsoft.com/office/drawing/2014/main" id="{60D0912F-6788-C4C0-D23B-553714267EA3}"/>
              </a:ext>
            </a:extLst>
          </p:cNvPr>
          <p:cNvSpPr>
            <a:spLocks noGrp="1"/>
          </p:cNvSpPr>
          <p:nvPr>
            <p:ph type="body" sz="quarter" idx="27"/>
          </p:nvPr>
        </p:nvSpPr>
        <p:spPr>
          <a:xfrm>
            <a:off x="331201" y="5821200"/>
            <a:ext cx="7939040" cy="488120"/>
          </a:xfrm>
        </p:spPr>
        <p:txBody>
          <a:bodyPr>
            <a:normAutofit/>
          </a:bodyPr>
          <a:lstStyle/>
          <a:p>
            <a:r>
              <a:rPr lang="en-GB"/>
              <a:t>Aptos 8pt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p:txBody>
      </p:sp>
      <p:sp>
        <p:nvSpPr>
          <p:cNvPr id="25" name="Text Placeholder 24">
            <a:extLst>
              <a:ext uri="{FF2B5EF4-FFF2-40B4-BE49-F238E27FC236}">
                <a16:creationId xmlns:a16="http://schemas.microsoft.com/office/drawing/2014/main" id="{2E23546A-B6AD-D2F0-2A6B-552A5E4A0E0D}"/>
              </a:ext>
            </a:extLst>
          </p:cNvPr>
          <p:cNvSpPr>
            <a:spLocks noGrp="1"/>
          </p:cNvSpPr>
          <p:nvPr>
            <p:ph type="body" sz="quarter" idx="28"/>
          </p:nvPr>
        </p:nvSpPr>
        <p:spPr>
          <a:xfrm>
            <a:off x="331788" y="741363"/>
            <a:ext cx="11531600" cy="334962"/>
          </a:xfrm>
        </p:spPr>
        <p:txBody>
          <a:bodyPr>
            <a:normAutofit/>
          </a:bodyPr>
          <a:lstStyle/>
          <a:p>
            <a:r>
              <a:rPr lang="en-GR"/>
              <a:t>Bar Charts</a:t>
            </a:r>
          </a:p>
        </p:txBody>
      </p:sp>
      <p:grpSp>
        <p:nvGrpSpPr>
          <p:cNvPr id="9" name="Group 8">
            <a:extLst>
              <a:ext uri="{FF2B5EF4-FFF2-40B4-BE49-F238E27FC236}">
                <a16:creationId xmlns:a16="http://schemas.microsoft.com/office/drawing/2014/main" id="{1A33D84D-B4E4-B7F1-D266-BFA0490079E2}"/>
              </a:ext>
            </a:extLst>
          </p:cNvPr>
          <p:cNvGrpSpPr/>
          <p:nvPr/>
        </p:nvGrpSpPr>
        <p:grpSpPr>
          <a:xfrm>
            <a:off x="341114" y="2152387"/>
            <a:ext cx="11520965" cy="3343133"/>
            <a:chOff x="341113" y="2547458"/>
            <a:chExt cx="11520965" cy="3343133"/>
          </a:xfrm>
        </p:grpSpPr>
        <p:sp>
          <p:nvSpPr>
            <p:cNvPr id="10" name="Rectangle 9">
              <a:extLst>
                <a:ext uri="{FF2B5EF4-FFF2-40B4-BE49-F238E27FC236}">
                  <a16:creationId xmlns:a16="http://schemas.microsoft.com/office/drawing/2014/main" id="{1579ED50-CFB4-6022-87C3-E709666817EC}"/>
                </a:ext>
              </a:extLst>
            </p:cNvPr>
            <p:cNvSpPr/>
            <p:nvPr/>
          </p:nvSpPr>
          <p:spPr>
            <a:xfrm>
              <a:off x="341113" y="2549918"/>
              <a:ext cx="11520964" cy="3340673"/>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latin typeface="Aptos" panose="020B0004020202020204" pitchFamily="34" charset="0"/>
              </a:endParaRPr>
            </a:p>
          </p:txBody>
        </p:sp>
        <p:graphicFrame>
          <p:nvGraphicFramePr>
            <p:cNvPr id="11" name="Chart 10">
              <a:extLst>
                <a:ext uri="{FF2B5EF4-FFF2-40B4-BE49-F238E27FC236}">
                  <a16:creationId xmlns:a16="http://schemas.microsoft.com/office/drawing/2014/main" id="{0D57C81D-A1E8-72E4-74EF-5750B2ECACCB}"/>
                </a:ext>
              </a:extLst>
            </p:cNvPr>
            <p:cNvGraphicFramePr/>
            <p:nvPr>
              <p:extLst>
                <p:ext uri="{D42A27DB-BD31-4B8C-83A1-F6EECF244321}">
                  <p14:modId xmlns:p14="http://schemas.microsoft.com/office/powerpoint/2010/main" val="2701461129"/>
                </p:ext>
              </p:extLst>
            </p:nvPr>
          </p:nvGraphicFramePr>
          <p:xfrm>
            <a:off x="341114" y="2547458"/>
            <a:ext cx="11520964" cy="3340673"/>
          </p:xfrm>
          <a:graphic>
            <a:graphicData uri="http://schemas.openxmlformats.org/drawingml/2006/chart">
              <c:chart xmlns:c="http://schemas.openxmlformats.org/drawingml/2006/chart" xmlns:r="http://schemas.openxmlformats.org/officeDocument/2006/relationships" r:id="rId3"/>
            </a:graphicData>
          </a:graphic>
        </p:graphicFrame>
      </p:grpSp>
      <p:sp>
        <p:nvSpPr>
          <p:cNvPr id="12" name="Text Placeholder 17">
            <a:extLst>
              <a:ext uri="{FF2B5EF4-FFF2-40B4-BE49-F238E27FC236}">
                <a16:creationId xmlns:a16="http://schemas.microsoft.com/office/drawing/2014/main" id="{9E3AEEE0-BC07-CB26-39C1-86082411AF10}"/>
              </a:ext>
            </a:extLst>
          </p:cNvPr>
          <p:cNvSpPr txBox="1">
            <a:spLocks/>
          </p:cNvSpPr>
          <p:nvPr/>
        </p:nvSpPr>
        <p:spPr>
          <a:xfrm>
            <a:off x="642045" y="2268000"/>
            <a:ext cx="1858793" cy="333425"/>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accent1"/>
                </a:solidFill>
              </a:rPr>
              <a:t>Lorem ipsum </a:t>
            </a:r>
            <a:r>
              <a:rPr lang="en-GB" sz="1200" err="1">
                <a:solidFill>
                  <a:schemeClr val="accent1"/>
                </a:solidFill>
              </a:rPr>
              <a:t>dolor</a:t>
            </a:r>
            <a:r>
              <a:rPr lang="en-GB" sz="1200">
                <a:solidFill>
                  <a:schemeClr val="accent1"/>
                </a:solidFill>
              </a:rPr>
              <a:t> </a:t>
            </a:r>
            <a:r>
              <a:rPr lang="en-GB" sz="1200" err="1">
                <a:solidFill>
                  <a:schemeClr val="accent1"/>
                </a:solidFill>
              </a:rPr>
              <a:t>amet</a:t>
            </a:r>
            <a:r>
              <a:rPr lang="en-GB" sz="1200">
                <a:solidFill>
                  <a:schemeClr val="accent1"/>
                </a:solidFill>
              </a:rPr>
              <a:t> </a:t>
            </a:r>
            <a:r>
              <a:rPr lang="en-GB" sz="1200" err="1">
                <a:solidFill>
                  <a:schemeClr val="accent1"/>
                </a:solidFill>
              </a:rPr>
              <a:t>consecte</a:t>
            </a:r>
            <a:endParaRPr lang="en-GB" sz="1200">
              <a:solidFill>
                <a:schemeClr val="accent1"/>
              </a:solidFill>
            </a:endParaRPr>
          </a:p>
        </p:txBody>
      </p:sp>
      <p:grpSp>
        <p:nvGrpSpPr>
          <p:cNvPr id="6" name="Group 5">
            <a:extLst>
              <a:ext uri="{FF2B5EF4-FFF2-40B4-BE49-F238E27FC236}">
                <a16:creationId xmlns:a16="http://schemas.microsoft.com/office/drawing/2014/main" id="{17DB29F4-98E2-881F-2025-D18F9507B1EC}"/>
              </a:ext>
            </a:extLst>
          </p:cNvPr>
          <p:cNvGrpSpPr/>
          <p:nvPr/>
        </p:nvGrpSpPr>
        <p:grpSpPr>
          <a:xfrm>
            <a:off x="1741552" y="216733"/>
            <a:ext cx="3030369" cy="1555952"/>
            <a:chOff x="7334152" y="981892"/>
            <a:chExt cx="3030369" cy="1555952"/>
          </a:xfrm>
        </p:grpSpPr>
        <p:sp>
          <p:nvSpPr>
            <p:cNvPr id="7" name="Rounded Rectangle 6">
              <a:extLst>
                <a:ext uri="{FF2B5EF4-FFF2-40B4-BE49-F238E27FC236}">
                  <a16:creationId xmlns:a16="http://schemas.microsoft.com/office/drawing/2014/main" id="{EF729470-498A-6FD6-249B-DC216AAD1B52}"/>
                </a:ext>
              </a:extLst>
            </p:cNvPr>
            <p:cNvSpPr/>
            <p:nvPr/>
          </p:nvSpPr>
          <p:spPr>
            <a:xfrm>
              <a:off x="7433567" y="981892"/>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Hyper Title</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a:t>
              </a:r>
              <a:r>
                <a:rPr lang="el-GR" sz="800" err="1">
                  <a:solidFill>
                    <a:schemeClr val="bg1">
                      <a:lumMod val="95000"/>
                    </a:schemeClr>
                  </a:solidFill>
                  <a:latin typeface="Aptos" panose="020B0004020202020204" pitchFamily="34" charset="0"/>
                </a:rPr>
                <a:t>υπέρτιτλος</a:t>
              </a:r>
              <a:r>
                <a:rPr lang="el-GR" sz="800">
                  <a:solidFill>
                    <a:schemeClr val="bg1">
                      <a:lumMod val="95000"/>
                    </a:schemeClr>
                  </a:solidFill>
                  <a:latin typeface="Aptos" panose="020B0004020202020204" pitchFamily="34" charset="0"/>
                </a:rPr>
                <a:t> στα </a:t>
              </a:r>
              <a:r>
                <a:rPr lang="en-US" sz="800">
                  <a:solidFill>
                    <a:schemeClr val="bg1">
                      <a:lumMod val="95000"/>
                    </a:schemeClr>
                  </a:solidFill>
                  <a:latin typeface="Aptos" panose="020B0004020202020204" pitchFamily="34" charset="0"/>
                </a:rPr>
                <a:t>Charts &amp; Infographics </a:t>
              </a:r>
              <a:r>
                <a:rPr lang="el-GR" sz="800">
                  <a:solidFill>
                    <a:schemeClr val="bg1">
                      <a:lumMod val="95000"/>
                    </a:schemeClr>
                  </a:solidFill>
                  <a:latin typeface="Aptos" panose="020B0004020202020204" pitchFamily="34" charset="0"/>
                </a:rPr>
                <a:t>και σε όλο το έγγραφο είναι πάντα </a:t>
              </a:r>
              <a:r>
                <a:rPr lang="en-US" sz="800">
                  <a:solidFill>
                    <a:schemeClr val="bg1">
                      <a:lumMod val="95000"/>
                    </a:schemeClr>
                  </a:solidFill>
                  <a:latin typeface="Aptos" panose="020B0004020202020204" pitchFamily="34" charset="0"/>
                </a:rPr>
                <a:t>Aptos Regular 10pt, line space: multiple 0,9 </a:t>
              </a:r>
              <a:r>
                <a:rPr lang="el-GR" sz="800">
                  <a:solidFill>
                    <a:schemeClr val="bg1">
                      <a:lumMod val="95000"/>
                    </a:schemeClr>
                  </a:solidFill>
                  <a:latin typeface="Aptos" panose="020B0004020202020204" pitchFamily="34" charset="0"/>
                </a:rPr>
                <a:t>και χρώμα</a:t>
              </a:r>
              <a:r>
                <a:rPr lang="en-US" sz="800">
                  <a:solidFill>
                    <a:schemeClr val="bg1">
                      <a:lumMod val="95000"/>
                    </a:schemeClr>
                  </a:solidFill>
                  <a:latin typeface="Aptos" panose="020B0004020202020204" pitchFamily="34" charset="0"/>
                </a:rPr>
                <a:t> Dark Teal</a:t>
              </a:r>
              <a:r>
                <a:rPr lang="el-GR" sz="800">
                  <a:solidFill>
                    <a:schemeClr val="bg1">
                      <a:lumMod val="95000"/>
                    </a:schemeClr>
                  </a:solidFill>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The hyper title in the Charts &amp; Infographics section and throughout the document is always Aptos Regular 10pt, line space: multiple 0.9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Dark Teal.</a:t>
              </a:r>
              <a:endParaRPr lang="en-GR" sz="800">
                <a:solidFill>
                  <a:schemeClr val="bg1">
                    <a:lumMod val="95000"/>
                  </a:schemeClr>
                </a:solidFill>
                <a:latin typeface="Aptos" panose="020B0004020202020204" pitchFamily="34" charset="0"/>
              </a:endParaRPr>
            </a:p>
          </p:txBody>
        </p:sp>
        <p:sp>
          <p:nvSpPr>
            <p:cNvPr id="8" name="Triangle 7">
              <a:extLst>
                <a:ext uri="{FF2B5EF4-FFF2-40B4-BE49-F238E27FC236}">
                  <a16:creationId xmlns:a16="http://schemas.microsoft.com/office/drawing/2014/main" id="{C1320680-5DC1-A37A-17F5-DFDEA42CB579}"/>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247011928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3990CA08-0F11-E457-44F0-0AC3FE2064C5}"/>
              </a:ext>
            </a:extLst>
          </p:cNvPr>
          <p:cNvSpPr/>
          <p:nvPr/>
        </p:nvSpPr>
        <p:spPr>
          <a:xfrm>
            <a:off x="341113" y="2270462"/>
            <a:ext cx="11520964" cy="3340673"/>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graphicFrame>
        <p:nvGraphicFramePr>
          <p:cNvPr id="13" name="Content Placeholder 4">
            <a:extLst>
              <a:ext uri="{FF2B5EF4-FFF2-40B4-BE49-F238E27FC236}">
                <a16:creationId xmlns:a16="http://schemas.microsoft.com/office/drawing/2014/main" id="{3B933D3D-8B36-D206-99B6-B4E84AF4068F}"/>
              </a:ext>
            </a:extLst>
          </p:cNvPr>
          <p:cNvGraphicFramePr>
            <a:graphicFrameLocks/>
          </p:cNvGraphicFramePr>
          <p:nvPr>
            <p:extLst>
              <p:ext uri="{D42A27DB-BD31-4B8C-83A1-F6EECF244321}">
                <p14:modId xmlns:p14="http://schemas.microsoft.com/office/powerpoint/2010/main" val="1675023520"/>
              </p:ext>
            </p:extLst>
          </p:nvPr>
        </p:nvGraphicFramePr>
        <p:xfrm>
          <a:off x="336549" y="2008867"/>
          <a:ext cx="11489926" cy="3591367"/>
        </p:xfrm>
        <a:graphic>
          <a:graphicData uri="http://schemas.openxmlformats.org/drawingml/2006/chart">
            <c:chart xmlns:c="http://schemas.openxmlformats.org/drawingml/2006/chart" xmlns:r="http://schemas.openxmlformats.org/officeDocument/2006/relationships" r:id="rId2"/>
          </a:graphicData>
        </a:graphic>
      </p:graphicFrame>
      <p:sp>
        <p:nvSpPr>
          <p:cNvPr id="4" name="Slide Number Placeholder 3">
            <a:extLst>
              <a:ext uri="{FF2B5EF4-FFF2-40B4-BE49-F238E27FC236}">
                <a16:creationId xmlns:a16="http://schemas.microsoft.com/office/drawing/2014/main" id="{265ACD68-2DEB-8655-0725-5DEC09A568FE}"/>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140</a:t>
            </a:fld>
            <a:endParaRPr lang="en-GR"/>
          </a:p>
        </p:txBody>
      </p:sp>
      <p:sp>
        <p:nvSpPr>
          <p:cNvPr id="22" name="Text Placeholder 21">
            <a:extLst>
              <a:ext uri="{FF2B5EF4-FFF2-40B4-BE49-F238E27FC236}">
                <a16:creationId xmlns:a16="http://schemas.microsoft.com/office/drawing/2014/main" id="{B1A9B3CA-7C56-C2FF-F0BB-C5B6A93D4188}"/>
              </a:ext>
            </a:extLst>
          </p:cNvPr>
          <p:cNvSpPr>
            <a:spLocks noGrp="1"/>
          </p:cNvSpPr>
          <p:nvPr>
            <p:ph type="body" sz="quarter" idx="14"/>
          </p:nvPr>
        </p:nvSpPr>
        <p:spPr>
          <a:xfrm>
            <a:off x="331201" y="1268822"/>
            <a:ext cx="7939039" cy="364908"/>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28" name="Text Placeholder 25">
            <a:extLst>
              <a:ext uri="{FF2B5EF4-FFF2-40B4-BE49-F238E27FC236}">
                <a16:creationId xmlns:a16="http://schemas.microsoft.com/office/drawing/2014/main" id="{591ADFF6-5A24-86DE-A1F0-B2C3A44A4BF6}"/>
              </a:ext>
            </a:extLst>
          </p:cNvPr>
          <p:cNvSpPr>
            <a:spLocks noGrp="1"/>
          </p:cNvSpPr>
          <p:nvPr>
            <p:ph type="body" sz="quarter" idx="27"/>
          </p:nvPr>
        </p:nvSpPr>
        <p:spPr>
          <a:xfrm>
            <a:off x="331201" y="5821200"/>
            <a:ext cx="7939040" cy="488120"/>
          </a:xfrm>
        </p:spPr>
        <p:txBody>
          <a:bodyPr>
            <a:normAutofit/>
          </a:bodyPr>
          <a:lstStyle/>
          <a:p>
            <a:r>
              <a:rPr lang="en-GB"/>
              <a:t>Aptos 8pt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p:txBody>
      </p:sp>
      <p:sp>
        <p:nvSpPr>
          <p:cNvPr id="23" name="Text Placeholder 22">
            <a:extLst>
              <a:ext uri="{FF2B5EF4-FFF2-40B4-BE49-F238E27FC236}">
                <a16:creationId xmlns:a16="http://schemas.microsoft.com/office/drawing/2014/main" id="{A73DB3A9-FFD8-2DE9-41D1-3EFABE3E3411}"/>
              </a:ext>
            </a:extLst>
          </p:cNvPr>
          <p:cNvSpPr>
            <a:spLocks noGrp="1"/>
          </p:cNvSpPr>
          <p:nvPr>
            <p:ph type="body" sz="quarter" idx="28"/>
          </p:nvPr>
        </p:nvSpPr>
        <p:spPr>
          <a:xfrm>
            <a:off x="331788" y="741363"/>
            <a:ext cx="11531600" cy="334962"/>
          </a:xfrm>
        </p:spPr>
        <p:txBody>
          <a:bodyPr>
            <a:normAutofit/>
          </a:bodyPr>
          <a:lstStyle/>
          <a:p>
            <a:r>
              <a:rPr lang="en-GR"/>
              <a:t>Bar Charts</a:t>
            </a:r>
          </a:p>
        </p:txBody>
      </p:sp>
      <p:sp>
        <p:nvSpPr>
          <p:cNvPr id="14" name="Text Placeholder 17">
            <a:extLst>
              <a:ext uri="{FF2B5EF4-FFF2-40B4-BE49-F238E27FC236}">
                <a16:creationId xmlns:a16="http://schemas.microsoft.com/office/drawing/2014/main" id="{6FAE31BF-DF15-46B7-8083-07D23C8FA0B2}"/>
              </a:ext>
            </a:extLst>
          </p:cNvPr>
          <p:cNvSpPr txBox="1">
            <a:spLocks/>
          </p:cNvSpPr>
          <p:nvPr/>
        </p:nvSpPr>
        <p:spPr>
          <a:xfrm>
            <a:off x="645847" y="2268000"/>
            <a:ext cx="1858793" cy="167225"/>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accent1"/>
                </a:solidFill>
              </a:rPr>
              <a:t>Lorem ipsum</a:t>
            </a:r>
          </a:p>
        </p:txBody>
      </p:sp>
      <p:grpSp>
        <p:nvGrpSpPr>
          <p:cNvPr id="7" name="Group 6">
            <a:extLst>
              <a:ext uri="{FF2B5EF4-FFF2-40B4-BE49-F238E27FC236}">
                <a16:creationId xmlns:a16="http://schemas.microsoft.com/office/drawing/2014/main" id="{1618A815-847B-B361-2817-B808E15C9423}"/>
              </a:ext>
            </a:extLst>
          </p:cNvPr>
          <p:cNvGrpSpPr/>
          <p:nvPr/>
        </p:nvGrpSpPr>
        <p:grpSpPr>
          <a:xfrm>
            <a:off x="1826492" y="821051"/>
            <a:ext cx="3030369" cy="1555952"/>
            <a:chOff x="7334152" y="981892"/>
            <a:chExt cx="3030369" cy="1555952"/>
          </a:xfrm>
        </p:grpSpPr>
        <p:sp>
          <p:nvSpPr>
            <p:cNvPr id="10" name="Rounded Rectangle 9">
              <a:extLst>
                <a:ext uri="{FF2B5EF4-FFF2-40B4-BE49-F238E27FC236}">
                  <a16:creationId xmlns:a16="http://schemas.microsoft.com/office/drawing/2014/main" id="{7FBF4CDB-0388-33E9-C89D-C6E9C9CDCB66}"/>
                </a:ext>
              </a:extLst>
            </p:cNvPr>
            <p:cNvSpPr/>
            <p:nvPr/>
          </p:nvSpPr>
          <p:spPr>
            <a:xfrm>
              <a:off x="7433567" y="981892"/>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Charts &amp; Infographic</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τίτλος στα </a:t>
              </a:r>
              <a:r>
                <a:rPr lang="en-US" sz="800">
                  <a:solidFill>
                    <a:schemeClr val="bg1">
                      <a:lumMod val="95000"/>
                    </a:schemeClr>
                  </a:solidFill>
                  <a:latin typeface="Aptos" panose="020B0004020202020204" pitchFamily="34" charset="0"/>
                </a:rPr>
                <a:t>charts &amp; Infographics</a:t>
              </a:r>
              <a:r>
                <a:rPr lang="el-GR" sz="800">
                  <a:solidFill>
                    <a:schemeClr val="bg1">
                      <a:lumMod val="95000"/>
                    </a:schemeClr>
                  </a:solidFill>
                  <a:latin typeface="Aptos" panose="020B0004020202020204" pitchFamily="34" charset="0"/>
                </a:rPr>
                <a:t> είναι πάντα </a:t>
              </a:r>
              <a:r>
                <a:rPr lang="en-US" sz="800">
                  <a:solidFill>
                    <a:schemeClr val="bg1">
                      <a:lumMod val="95000"/>
                    </a:schemeClr>
                  </a:solidFill>
                  <a:latin typeface="Aptos" panose="020B0004020202020204" pitchFamily="34" charset="0"/>
                </a:rPr>
                <a:t>Aptos Regular </a:t>
              </a:r>
              <a:r>
                <a:rPr lang="el-GR" sz="800" err="1">
                  <a:solidFill>
                    <a:schemeClr val="bg1">
                      <a:lumMod val="95000"/>
                    </a:schemeClr>
                  </a:solidFill>
                  <a:latin typeface="Aptos" panose="020B0004020202020204" pitchFamily="34" charset="0"/>
                </a:rPr>
                <a:t>απ</a:t>
              </a:r>
              <a:r>
                <a:rPr lang="en-US" sz="800" err="1">
                  <a:solidFill>
                    <a:schemeClr val="bg1">
                      <a:lumMod val="95000"/>
                    </a:schemeClr>
                  </a:solidFill>
                  <a:latin typeface="Aptos" panose="020B0004020202020204" pitchFamily="34" charset="0"/>
                </a:rPr>
                <a:t>ό</a:t>
              </a:r>
              <a:r>
                <a:rPr lang="el-GR" sz="800">
                  <a:solidFill>
                    <a:schemeClr val="bg1">
                      <a:lumMod val="95000"/>
                    </a:schemeClr>
                  </a:solidFill>
                  <a:latin typeface="Aptos" panose="020B0004020202020204" pitchFamily="34" charset="0"/>
                </a:rPr>
                <a:t> 18</a:t>
              </a:r>
              <a:r>
                <a:rPr lang="en-US" sz="800" err="1">
                  <a:solidFill>
                    <a:schemeClr val="bg1">
                      <a:lumMod val="95000"/>
                    </a:schemeClr>
                  </a:solidFill>
                  <a:latin typeface="Aptos" panose="020B0004020202020204" pitchFamily="34" charset="0"/>
                </a:rPr>
                <a:t>pt</a:t>
              </a:r>
              <a:r>
                <a:rPr lang="el-GR" sz="800">
                  <a:solidFill>
                    <a:schemeClr val="bg1">
                      <a:lumMod val="95000"/>
                    </a:schemeClr>
                  </a:solidFill>
                  <a:latin typeface="Aptos" panose="020B0004020202020204" pitchFamily="34" charset="0"/>
                </a:rPr>
                <a:t> </a:t>
              </a:r>
              <a:r>
                <a:rPr lang="en-US" sz="800" err="1">
                  <a:solidFill>
                    <a:schemeClr val="bg1">
                      <a:lumMod val="95000"/>
                    </a:schemeClr>
                  </a:solidFill>
                  <a:latin typeface="Aptos" panose="020B0004020202020204" pitchFamily="34" charset="0"/>
                </a:rPr>
                <a:t>έ</a:t>
              </a:r>
              <a:r>
                <a:rPr lang="el-GR" sz="800">
                  <a:solidFill>
                    <a:schemeClr val="bg1">
                      <a:lumMod val="95000"/>
                    </a:schemeClr>
                  </a:solidFill>
                  <a:latin typeface="Aptos" panose="020B0004020202020204" pitchFamily="34" charset="0"/>
                </a:rPr>
                <a:t>ως 24</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line space: multiple 0,9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Dark Teal</a:t>
              </a:r>
              <a:r>
                <a:rPr lang="el-GR" sz="800">
                  <a:solidFill>
                    <a:schemeClr val="bg1">
                      <a:lumMod val="95000"/>
                    </a:schemeClr>
                  </a:solidFill>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The title in the Charts &amp; Infographics section is always Aptos Regular, ranging from 18pt to 24pt, line space: multiple 0.9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Dark Teal.</a:t>
              </a:r>
              <a:endParaRPr lang="en-GR" sz="800">
                <a:solidFill>
                  <a:schemeClr val="bg1">
                    <a:lumMod val="95000"/>
                  </a:schemeClr>
                </a:solidFill>
                <a:latin typeface="Aptos" panose="020B0004020202020204" pitchFamily="34" charset="0"/>
              </a:endParaRPr>
            </a:p>
          </p:txBody>
        </p:sp>
        <p:sp>
          <p:nvSpPr>
            <p:cNvPr id="11" name="Triangle 10">
              <a:extLst>
                <a:ext uri="{FF2B5EF4-FFF2-40B4-BE49-F238E27FC236}">
                  <a16:creationId xmlns:a16="http://schemas.microsoft.com/office/drawing/2014/main" id="{1E778281-F469-424C-A243-F3D3991B97D7}"/>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17" name="Group 16">
            <a:extLst>
              <a:ext uri="{FF2B5EF4-FFF2-40B4-BE49-F238E27FC236}">
                <a16:creationId xmlns:a16="http://schemas.microsoft.com/office/drawing/2014/main" id="{A8024667-33A1-4153-F8B3-B29EE9216977}"/>
              </a:ext>
            </a:extLst>
          </p:cNvPr>
          <p:cNvGrpSpPr/>
          <p:nvPr/>
        </p:nvGrpSpPr>
        <p:grpSpPr>
          <a:xfrm>
            <a:off x="6668050" y="3237828"/>
            <a:ext cx="2930954" cy="1645014"/>
            <a:chOff x="1906569" y="3571257"/>
            <a:chExt cx="2930954" cy="1645014"/>
          </a:xfrm>
        </p:grpSpPr>
        <p:sp>
          <p:nvSpPr>
            <p:cNvPr id="18" name="Rounded Rectangle 17">
              <a:extLst>
                <a:ext uri="{FF2B5EF4-FFF2-40B4-BE49-F238E27FC236}">
                  <a16:creationId xmlns:a16="http://schemas.microsoft.com/office/drawing/2014/main" id="{BA183DF3-071B-D196-98F1-1111E7B069F7}"/>
                </a:ext>
              </a:extLst>
            </p:cNvPr>
            <p:cNvSpPr/>
            <p:nvPr/>
          </p:nvSpPr>
          <p:spPr>
            <a:xfrm>
              <a:off x="1906569" y="3660319"/>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Text</a:t>
              </a:r>
              <a:endParaRPr lang="en-US" sz="1000">
                <a:solidFill>
                  <a:schemeClr val="bg1">
                    <a:lumMod val="95000"/>
                  </a:schemeClr>
                </a:solidFill>
                <a:latin typeface="Aptos" panose="020B0004020202020204" pitchFamily="34" charset="0"/>
              </a:endParaRPr>
            </a:p>
            <a:p>
              <a:pPr>
                <a:lnSpc>
                  <a:spcPct val="110000"/>
                </a:lnSpc>
                <a:spcBef>
                  <a:spcPts val="900"/>
                </a:spcBef>
              </a:pPr>
              <a:r>
                <a:rPr lang="en-US" sz="800">
                  <a:solidFill>
                    <a:schemeClr val="bg1">
                      <a:lumMod val="95000"/>
                    </a:schemeClr>
                  </a:solidFill>
                  <a:latin typeface="Aptos" panose="020B0004020202020204" pitchFamily="34" charset="0"/>
                </a:rPr>
                <a:t>To </a:t>
              </a:r>
              <a:r>
                <a:rPr lang="el-GR" sz="800">
                  <a:solidFill>
                    <a:schemeClr val="bg1">
                      <a:lumMod val="95000"/>
                    </a:schemeClr>
                  </a:solidFill>
                  <a:latin typeface="Aptos" panose="020B0004020202020204" pitchFamily="34" charset="0"/>
                </a:rPr>
                <a:t>κείμενο στα </a:t>
              </a:r>
              <a:r>
                <a:rPr lang="en-US" sz="800">
                  <a:solidFill>
                    <a:schemeClr val="bg1">
                      <a:lumMod val="95000"/>
                    </a:schemeClr>
                  </a:solidFill>
                  <a:latin typeface="Aptos" panose="020B0004020202020204" pitchFamily="34" charset="0"/>
                </a:rPr>
                <a:t>charts &amp; Infographics</a:t>
              </a:r>
              <a:r>
                <a:rPr lang="el-GR" sz="800">
                  <a:solidFill>
                    <a:schemeClr val="bg1">
                      <a:lumMod val="95000"/>
                    </a:schemeClr>
                  </a:solidFill>
                  <a:latin typeface="Aptos" panose="020B0004020202020204" pitchFamily="34" charset="0"/>
                </a:rPr>
                <a:t> είναι πάντα </a:t>
              </a:r>
              <a:r>
                <a:rPr lang="en-US" sz="800">
                  <a:solidFill>
                    <a:schemeClr val="bg1">
                      <a:lumMod val="95000"/>
                    </a:schemeClr>
                  </a:solidFill>
                  <a:latin typeface="Aptos" panose="020B0004020202020204" pitchFamily="34" charset="0"/>
                </a:rPr>
                <a:t>Aptos Regular </a:t>
              </a:r>
              <a:r>
                <a:rPr lang="el-GR" sz="800">
                  <a:solidFill>
                    <a:schemeClr val="bg1">
                      <a:lumMod val="95000"/>
                    </a:schemeClr>
                  </a:solidFill>
                  <a:latin typeface="Aptos" panose="020B0004020202020204" pitchFamily="34" charset="0"/>
                </a:rPr>
                <a:t>11</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line space: multiple </a:t>
              </a:r>
              <a:r>
                <a:rPr lang="el-GR" sz="800">
                  <a:solidFill>
                    <a:schemeClr val="bg1">
                      <a:lumMod val="95000"/>
                    </a:schemeClr>
                  </a:solidFill>
                  <a:latin typeface="Aptos" panose="020B0004020202020204" pitchFamily="34" charset="0"/>
                </a:rPr>
                <a:t>1,1, </a:t>
              </a:r>
              <a:r>
                <a:rPr lang="en-US" sz="800">
                  <a:solidFill>
                    <a:schemeClr val="bg1">
                      <a:lumMod val="95000"/>
                    </a:schemeClr>
                  </a:solidFill>
                  <a:latin typeface="Aptos" panose="020B0004020202020204" pitchFamily="34" charset="0"/>
                </a:rPr>
                <a:t>p</a:t>
              </a:r>
              <a:r>
                <a:rPr lang="en-US" sz="800">
                  <a:latin typeface="Aptos" panose="020B0004020202020204" pitchFamily="34" charset="0"/>
                </a:rPr>
                <a:t>aragraph space before</a:t>
              </a:r>
              <a:r>
                <a:rPr lang="el-GR" sz="800">
                  <a:latin typeface="Aptos" panose="020B0004020202020204" pitchFamily="34" charset="0"/>
                </a:rPr>
                <a:t>: 9</a:t>
              </a:r>
              <a:r>
                <a:rPr lang="en-US" sz="800" err="1">
                  <a:latin typeface="Aptos" panose="020B0004020202020204" pitchFamily="34" charset="0"/>
                </a:rPr>
                <a:t>pt</a:t>
              </a:r>
              <a:r>
                <a:rPr lang="en-US" sz="800">
                  <a:solidFill>
                    <a:schemeClr val="bg1">
                      <a:lumMod val="95000"/>
                    </a:schemeClr>
                  </a:solidFill>
                  <a:latin typeface="Aptos" panose="020B0004020202020204" pitchFamily="34" charset="0"/>
                </a:rPr>
                <a:t>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Black</a:t>
              </a:r>
              <a:r>
                <a:rPr lang="el-GR" sz="800">
                  <a:solidFill>
                    <a:schemeClr val="bg1">
                      <a:lumMod val="95000"/>
                    </a:schemeClr>
                  </a:solidFill>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The text in the Charts &amp; Infographics section is always Aptos Regular 11pt, line space: multiple 1.1, </a:t>
              </a:r>
              <a:r>
                <a:rPr lang="en-US" sz="800">
                  <a:solidFill>
                    <a:schemeClr val="bg1">
                      <a:lumMod val="95000"/>
                    </a:schemeClr>
                  </a:solidFill>
                  <a:latin typeface="Aptos" panose="020B0004020202020204" pitchFamily="34" charset="0"/>
                </a:rPr>
                <a:t>p</a:t>
              </a:r>
              <a:r>
                <a:rPr lang="en-US" sz="800">
                  <a:latin typeface="Aptos" panose="020B0004020202020204" pitchFamily="34" charset="0"/>
                </a:rPr>
                <a:t>aragraph space before</a:t>
              </a:r>
              <a:r>
                <a:rPr lang="en-GB" sz="800">
                  <a:solidFill>
                    <a:schemeClr val="bg1">
                      <a:lumMod val="95000"/>
                    </a:schemeClr>
                  </a:solidFill>
                  <a:latin typeface="Aptos" panose="020B0004020202020204" pitchFamily="34" charset="0"/>
                </a:rPr>
                <a:t>: 9pt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Black.</a:t>
              </a:r>
              <a:endParaRPr lang="en-GR" sz="800">
                <a:solidFill>
                  <a:schemeClr val="bg1">
                    <a:lumMod val="95000"/>
                  </a:schemeClr>
                </a:solidFill>
                <a:latin typeface="Aptos" panose="020B0004020202020204" pitchFamily="34" charset="0"/>
              </a:endParaRPr>
            </a:p>
          </p:txBody>
        </p:sp>
        <p:sp>
          <p:nvSpPr>
            <p:cNvPr id="19" name="Triangle 18">
              <a:extLst>
                <a:ext uri="{FF2B5EF4-FFF2-40B4-BE49-F238E27FC236}">
                  <a16:creationId xmlns:a16="http://schemas.microsoft.com/office/drawing/2014/main" id="{38FD59D6-509B-F384-3330-95BEF1AC77C7}"/>
                </a:ext>
              </a:extLst>
            </p:cNvPr>
            <p:cNvSpPr/>
            <p:nvPr/>
          </p:nvSpPr>
          <p:spPr>
            <a:xfrm>
              <a:off x="2230041" y="3571257"/>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20" name="Group 19">
            <a:extLst>
              <a:ext uri="{FF2B5EF4-FFF2-40B4-BE49-F238E27FC236}">
                <a16:creationId xmlns:a16="http://schemas.microsoft.com/office/drawing/2014/main" id="{FC54A679-223E-48E9-8596-0A08D3298B38}"/>
              </a:ext>
            </a:extLst>
          </p:cNvPr>
          <p:cNvGrpSpPr/>
          <p:nvPr/>
        </p:nvGrpSpPr>
        <p:grpSpPr>
          <a:xfrm>
            <a:off x="744702" y="4117322"/>
            <a:ext cx="2930954" cy="1639382"/>
            <a:chOff x="2723823" y="3484307"/>
            <a:chExt cx="2930954" cy="1639382"/>
          </a:xfrm>
        </p:grpSpPr>
        <p:sp>
          <p:nvSpPr>
            <p:cNvPr id="24" name="Rounded Rectangle 23">
              <a:extLst>
                <a:ext uri="{FF2B5EF4-FFF2-40B4-BE49-F238E27FC236}">
                  <a16:creationId xmlns:a16="http://schemas.microsoft.com/office/drawing/2014/main" id="{773DC79C-2124-39AD-7CDE-4E85CF30BECC}"/>
                </a:ext>
              </a:extLst>
            </p:cNvPr>
            <p:cNvSpPr/>
            <p:nvPr/>
          </p:nvSpPr>
          <p:spPr>
            <a:xfrm>
              <a:off x="2723823" y="3484307"/>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Footnote</a:t>
              </a:r>
              <a:endParaRPr lang="en-US" sz="8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Το </a:t>
              </a:r>
              <a:r>
                <a:rPr lang="el-GR" sz="800" err="1">
                  <a:solidFill>
                    <a:schemeClr val="bg1">
                      <a:lumMod val="95000"/>
                    </a:schemeClr>
                  </a:solidFill>
                  <a:latin typeface="Aptos" panose="020B0004020202020204" pitchFamily="34" charset="0"/>
                </a:rPr>
                <a:t>κε</a:t>
              </a:r>
              <a:r>
                <a:rPr lang="en-US" sz="800" err="1">
                  <a:solidFill>
                    <a:schemeClr val="bg1">
                      <a:lumMod val="95000"/>
                    </a:schemeClr>
                  </a:solidFill>
                  <a:latin typeface="Aptos" panose="020B0004020202020204" pitchFamily="34" charset="0"/>
                </a:rPr>
                <a:t>ί</a:t>
              </a:r>
              <a:r>
                <a:rPr lang="el-GR" sz="800" err="1">
                  <a:solidFill>
                    <a:schemeClr val="bg1">
                      <a:lumMod val="95000"/>
                    </a:schemeClr>
                  </a:solidFill>
                  <a:latin typeface="Aptos" panose="020B0004020202020204" pitchFamily="34" charset="0"/>
                </a:rPr>
                <a:t>μενο</a:t>
              </a:r>
              <a:r>
                <a:rPr lang="el-GR" sz="800">
                  <a:solidFill>
                    <a:schemeClr val="bg1">
                      <a:lumMod val="95000"/>
                    </a:schemeClr>
                  </a:solidFill>
                  <a:latin typeface="Aptos" panose="020B0004020202020204" pitchFamily="34" charset="0"/>
                </a:rPr>
                <a:t> στα </a:t>
              </a:r>
              <a:r>
                <a:rPr lang="en-US" sz="800">
                  <a:solidFill>
                    <a:schemeClr val="bg1">
                      <a:lumMod val="95000"/>
                    </a:schemeClr>
                  </a:solidFill>
                  <a:latin typeface="Aptos" panose="020B0004020202020204" pitchFamily="34" charset="0"/>
                </a:rPr>
                <a:t>footnotes </a:t>
              </a:r>
              <a:r>
                <a:rPr lang="el-GR" sz="800">
                  <a:solidFill>
                    <a:schemeClr val="bg1">
                      <a:lumMod val="95000"/>
                    </a:schemeClr>
                  </a:solidFill>
                  <a:latin typeface="Aptos" panose="020B0004020202020204" pitchFamily="34" charset="0"/>
                </a:rPr>
                <a:t>είναι πάντα </a:t>
              </a:r>
              <a:r>
                <a:rPr lang="en-US" sz="800">
                  <a:solidFill>
                    <a:schemeClr val="bg1">
                      <a:lumMod val="95000"/>
                    </a:schemeClr>
                  </a:solidFill>
                  <a:latin typeface="Aptos" panose="020B0004020202020204" pitchFamily="34" charset="0"/>
                </a:rPr>
                <a:t>Aptos Regular </a:t>
              </a:r>
              <a:r>
                <a:rPr lang="el-GR" sz="800">
                  <a:solidFill>
                    <a:schemeClr val="bg1">
                      <a:lumMod val="95000"/>
                    </a:schemeClr>
                  </a:solidFill>
                  <a:latin typeface="Aptos" panose="020B0004020202020204" pitchFamily="34" charset="0"/>
                </a:rPr>
                <a:t>8</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line space: multiple </a:t>
              </a:r>
              <a:r>
                <a:rPr lang="el-GR" sz="800">
                  <a:solidFill>
                    <a:schemeClr val="bg1">
                      <a:lumMod val="95000"/>
                    </a:schemeClr>
                  </a:solidFill>
                  <a:latin typeface="Aptos" panose="020B0004020202020204" pitchFamily="34" charset="0"/>
                </a:rPr>
                <a:t>1,1,</a:t>
              </a:r>
              <a:r>
                <a:rPr lang="en-US" sz="800">
                  <a:solidFill>
                    <a:schemeClr val="bg1">
                      <a:lumMod val="95000"/>
                    </a:schemeClr>
                  </a:solidFill>
                  <a:latin typeface="Aptos" panose="020B0004020202020204" pitchFamily="34" charset="0"/>
                </a:rPr>
                <a:t> p</a:t>
              </a:r>
              <a:r>
                <a:rPr lang="en-US" sz="800">
                  <a:latin typeface="Aptos" panose="020B0004020202020204" pitchFamily="34" charset="0"/>
                </a:rPr>
                <a:t>aragraph space before</a:t>
              </a:r>
              <a:r>
                <a:rPr lang="el-GR" sz="800">
                  <a:latin typeface="Aptos" panose="020B0004020202020204" pitchFamily="34" charset="0"/>
                </a:rPr>
                <a:t>: 9</a:t>
              </a:r>
              <a:r>
                <a:rPr lang="en-US" sz="800" err="1">
                  <a:latin typeface="Aptos" panose="020B0004020202020204" pitchFamily="34" charset="0"/>
                </a:rPr>
                <a:t>pt</a:t>
              </a:r>
              <a:r>
                <a:rPr lang="en-US" sz="800">
                  <a:solidFill>
                    <a:schemeClr val="bg1">
                      <a:lumMod val="95000"/>
                    </a:schemeClr>
                  </a:solidFill>
                  <a:latin typeface="Aptos" panose="020B0004020202020204" pitchFamily="34" charset="0"/>
                </a:rPr>
                <a:t>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Black</a:t>
              </a:r>
              <a:r>
                <a:rPr lang="el-GR" sz="800">
                  <a:solidFill>
                    <a:schemeClr val="bg1">
                      <a:lumMod val="95000"/>
                    </a:schemeClr>
                  </a:solidFill>
                  <a:latin typeface="Aptos" panose="020B0004020202020204" pitchFamily="34" charset="0"/>
                </a:rPr>
                <a:t>. </a:t>
              </a:r>
              <a:r>
                <a:rPr lang="el-GR" sz="800">
                  <a:latin typeface="Aptos" panose="020B0004020202020204" pitchFamily="34" charset="0"/>
                </a:rPr>
                <a:t>Το </a:t>
              </a:r>
              <a:r>
                <a:rPr lang="el-GR" sz="800" err="1">
                  <a:latin typeface="Aptos" panose="020B0004020202020204" pitchFamily="34" charset="0"/>
                </a:rPr>
                <a:t>κε</a:t>
              </a:r>
              <a:r>
                <a:rPr lang="en-US" sz="800" err="1">
                  <a:latin typeface="Aptos" panose="020B0004020202020204" pitchFamily="34" charset="0"/>
                </a:rPr>
                <a:t>ί</a:t>
              </a:r>
              <a:r>
                <a:rPr lang="el-GR" sz="800" err="1">
                  <a:latin typeface="Aptos" panose="020B0004020202020204" pitchFamily="34" charset="0"/>
                </a:rPr>
                <a:t>μενο</a:t>
              </a:r>
              <a:r>
                <a:rPr lang="el-GR" sz="800">
                  <a:latin typeface="Aptos" panose="020B0004020202020204" pitchFamily="34" charset="0"/>
                </a:rPr>
                <a:t> αυτό έχει </a:t>
              </a:r>
              <a:r>
                <a:rPr lang="en-US" sz="800">
                  <a:latin typeface="Aptos" panose="020B0004020202020204" pitchFamily="34" charset="0"/>
                </a:rPr>
                <a:t>max width 22,05cm. </a:t>
              </a:r>
              <a:endParaRPr lang="el-GR" sz="800">
                <a:solidFill>
                  <a:schemeClr val="bg1">
                    <a:lumMod val="95000"/>
                  </a:schemeClr>
                </a:solidFill>
                <a:latin typeface="Aptos" panose="020B0004020202020204" pitchFamily="34" charset="0"/>
              </a:endParaRPr>
            </a:p>
            <a:p>
              <a:pPr>
                <a:lnSpc>
                  <a:spcPct val="110000"/>
                </a:lnSpc>
                <a:spcBef>
                  <a:spcPts val="900"/>
                </a:spcBef>
              </a:pPr>
              <a:r>
                <a:rPr lang="en-GB" sz="800">
                  <a:solidFill>
                    <a:schemeClr val="bg1">
                      <a:lumMod val="95000"/>
                    </a:schemeClr>
                  </a:solidFill>
                  <a:latin typeface="Aptos" panose="020B0004020202020204" pitchFamily="34" charset="0"/>
                </a:rPr>
                <a:t>The text in the footnotes is always Aptos Regular 8pt, line space: multiple 1.1, </a:t>
              </a:r>
              <a:r>
                <a:rPr lang="en-US" sz="800">
                  <a:solidFill>
                    <a:schemeClr val="bg1">
                      <a:lumMod val="95000"/>
                    </a:schemeClr>
                  </a:solidFill>
                  <a:latin typeface="Aptos" panose="020B0004020202020204" pitchFamily="34" charset="0"/>
                </a:rPr>
                <a:t>p</a:t>
              </a:r>
              <a:r>
                <a:rPr lang="en-US" sz="800">
                  <a:latin typeface="Aptos" panose="020B0004020202020204" pitchFamily="34" charset="0"/>
                </a:rPr>
                <a:t>aragraph space before</a:t>
              </a:r>
              <a:r>
                <a:rPr lang="en-GB" sz="800">
                  <a:solidFill>
                    <a:schemeClr val="bg1">
                      <a:lumMod val="95000"/>
                    </a:schemeClr>
                  </a:solidFill>
                  <a:latin typeface="Aptos" panose="020B0004020202020204" pitchFamily="34" charset="0"/>
                </a:rPr>
                <a:t>: 9pt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Black. The maximum width for this text is 22.05cm.</a:t>
              </a:r>
              <a:endParaRPr lang="en-GR" sz="800">
                <a:solidFill>
                  <a:schemeClr val="bg1">
                    <a:lumMod val="95000"/>
                  </a:schemeClr>
                </a:solidFill>
                <a:latin typeface="Aptos" panose="020B0004020202020204" pitchFamily="34" charset="0"/>
              </a:endParaRPr>
            </a:p>
          </p:txBody>
        </p:sp>
        <p:sp>
          <p:nvSpPr>
            <p:cNvPr id="25" name="Triangle 24">
              <a:extLst>
                <a:ext uri="{FF2B5EF4-FFF2-40B4-BE49-F238E27FC236}">
                  <a16:creationId xmlns:a16="http://schemas.microsoft.com/office/drawing/2014/main" id="{041D8AA9-CB94-3AF9-0AE6-8C34BB1604A2}"/>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296911985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61F9D26C-175E-25BE-6D7B-96EF8AA514FA}"/>
              </a:ext>
            </a:extLst>
          </p:cNvPr>
          <p:cNvSpPr/>
          <p:nvPr/>
        </p:nvSpPr>
        <p:spPr>
          <a:xfrm>
            <a:off x="341113" y="2270462"/>
            <a:ext cx="11520964" cy="3340673"/>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4" name="Slide Number Placeholder 3">
            <a:extLst>
              <a:ext uri="{FF2B5EF4-FFF2-40B4-BE49-F238E27FC236}">
                <a16:creationId xmlns:a16="http://schemas.microsoft.com/office/drawing/2014/main" id="{E7EC91C8-3A08-A938-9949-225B90742261}"/>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141</a:t>
            </a:fld>
            <a:endParaRPr lang="en-GR"/>
          </a:p>
        </p:txBody>
      </p:sp>
      <p:sp>
        <p:nvSpPr>
          <p:cNvPr id="13" name="Text Placeholder 12">
            <a:extLst>
              <a:ext uri="{FF2B5EF4-FFF2-40B4-BE49-F238E27FC236}">
                <a16:creationId xmlns:a16="http://schemas.microsoft.com/office/drawing/2014/main" id="{913B14BE-15E4-5087-82C1-7D3CA000C9B7}"/>
              </a:ext>
            </a:extLst>
          </p:cNvPr>
          <p:cNvSpPr>
            <a:spLocks noGrp="1"/>
          </p:cNvSpPr>
          <p:nvPr>
            <p:ph type="body" sz="quarter" idx="14"/>
          </p:nvPr>
        </p:nvSpPr>
        <p:spPr>
          <a:xfrm>
            <a:off x="331201" y="1268822"/>
            <a:ext cx="7939039" cy="364908"/>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38" name="Text Placeholder 37">
            <a:extLst>
              <a:ext uri="{FF2B5EF4-FFF2-40B4-BE49-F238E27FC236}">
                <a16:creationId xmlns:a16="http://schemas.microsoft.com/office/drawing/2014/main" id="{2B35123D-E11B-BD66-7C85-3D64E15BF47B}"/>
              </a:ext>
            </a:extLst>
          </p:cNvPr>
          <p:cNvSpPr>
            <a:spLocks noGrp="1"/>
          </p:cNvSpPr>
          <p:nvPr>
            <p:ph type="body" sz="quarter" idx="27"/>
          </p:nvPr>
        </p:nvSpPr>
        <p:spPr>
          <a:xfrm>
            <a:off x="331201" y="5821200"/>
            <a:ext cx="7939040" cy="488120"/>
          </a:xfrm>
        </p:spPr>
        <p:txBody>
          <a:bodyPr>
            <a:normAutofit/>
          </a:bodyPr>
          <a:lstStyle/>
          <a:p>
            <a:r>
              <a:rPr lang="en-GB"/>
              <a:t>Aptos 8pt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p:txBody>
      </p:sp>
      <p:sp>
        <p:nvSpPr>
          <p:cNvPr id="16" name="Text Placeholder 15">
            <a:extLst>
              <a:ext uri="{FF2B5EF4-FFF2-40B4-BE49-F238E27FC236}">
                <a16:creationId xmlns:a16="http://schemas.microsoft.com/office/drawing/2014/main" id="{2257F928-809B-2474-96D5-0789D2EDD1F5}"/>
              </a:ext>
            </a:extLst>
          </p:cNvPr>
          <p:cNvSpPr>
            <a:spLocks noGrp="1"/>
          </p:cNvSpPr>
          <p:nvPr>
            <p:ph type="body" sz="quarter" idx="28"/>
          </p:nvPr>
        </p:nvSpPr>
        <p:spPr>
          <a:xfrm>
            <a:off x="331788" y="741363"/>
            <a:ext cx="11531600" cy="334962"/>
          </a:xfrm>
        </p:spPr>
        <p:txBody>
          <a:bodyPr>
            <a:normAutofit/>
          </a:bodyPr>
          <a:lstStyle/>
          <a:p>
            <a:r>
              <a:rPr lang="en-GR"/>
              <a:t>Bar Chart</a:t>
            </a:r>
          </a:p>
        </p:txBody>
      </p:sp>
      <p:graphicFrame>
        <p:nvGraphicFramePr>
          <p:cNvPr id="14" name="Chart 13">
            <a:extLst>
              <a:ext uri="{FF2B5EF4-FFF2-40B4-BE49-F238E27FC236}">
                <a16:creationId xmlns:a16="http://schemas.microsoft.com/office/drawing/2014/main" id="{7ABE5A1D-DF1A-C3D7-3329-E6C28C5B16B4}"/>
              </a:ext>
            </a:extLst>
          </p:cNvPr>
          <p:cNvGraphicFramePr/>
          <p:nvPr>
            <p:extLst>
              <p:ext uri="{D42A27DB-BD31-4B8C-83A1-F6EECF244321}">
                <p14:modId xmlns:p14="http://schemas.microsoft.com/office/powerpoint/2010/main" val="56769726"/>
              </p:ext>
            </p:extLst>
          </p:nvPr>
        </p:nvGraphicFramePr>
        <p:xfrm>
          <a:off x="356050" y="2008868"/>
          <a:ext cx="11401429" cy="3574184"/>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 Placeholder 17">
            <a:extLst>
              <a:ext uri="{FF2B5EF4-FFF2-40B4-BE49-F238E27FC236}">
                <a16:creationId xmlns:a16="http://schemas.microsoft.com/office/drawing/2014/main" id="{47C7AF45-1BD2-E999-3BE1-C8084D7DD308}"/>
              </a:ext>
            </a:extLst>
          </p:cNvPr>
          <p:cNvSpPr txBox="1">
            <a:spLocks/>
          </p:cNvSpPr>
          <p:nvPr/>
        </p:nvSpPr>
        <p:spPr>
          <a:xfrm>
            <a:off x="644400" y="2268000"/>
            <a:ext cx="1858793" cy="333425"/>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accent1"/>
                </a:solidFill>
              </a:rPr>
              <a:t>Lorem ipsum </a:t>
            </a:r>
            <a:r>
              <a:rPr lang="en-GB" sz="1200" err="1">
                <a:solidFill>
                  <a:schemeClr val="accent1"/>
                </a:solidFill>
              </a:rPr>
              <a:t>dolor</a:t>
            </a:r>
            <a:r>
              <a:rPr lang="en-GB" sz="1200">
                <a:solidFill>
                  <a:schemeClr val="accent1"/>
                </a:solidFill>
              </a:rPr>
              <a:t> </a:t>
            </a:r>
            <a:r>
              <a:rPr lang="en-GB" sz="1200" err="1">
                <a:solidFill>
                  <a:schemeClr val="accent1"/>
                </a:solidFill>
              </a:rPr>
              <a:t>amet</a:t>
            </a:r>
            <a:r>
              <a:rPr lang="en-GB" sz="1200">
                <a:solidFill>
                  <a:schemeClr val="accent1"/>
                </a:solidFill>
              </a:rPr>
              <a:t> </a:t>
            </a:r>
            <a:r>
              <a:rPr lang="en-GB" sz="1200" err="1">
                <a:solidFill>
                  <a:schemeClr val="accent1"/>
                </a:solidFill>
              </a:rPr>
              <a:t>consecte</a:t>
            </a:r>
            <a:endParaRPr lang="en-GB" sz="1200">
              <a:solidFill>
                <a:schemeClr val="accent1"/>
              </a:solidFill>
            </a:endParaRPr>
          </a:p>
        </p:txBody>
      </p:sp>
      <p:grpSp>
        <p:nvGrpSpPr>
          <p:cNvPr id="6" name="Group 5">
            <a:extLst>
              <a:ext uri="{FF2B5EF4-FFF2-40B4-BE49-F238E27FC236}">
                <a16:creationId xmlns:a16="http://schemas.microsoft.com/office/drawing/2014/main" id="{D6C9214C-F4FE-4B5B-761C-698C20B02A60}"/>
              </a:ext>
            </a:extLst>
          </p:cNvPr>
          <p:cNvGrpSpPr/>
          <p:nvPr/>
        </p:nvGrpSpPr>
        <p:grpSpPr>
          <a:xfrm>
            <a:off x="2424757" y="2373715"/>
            <a:ext cx="3030369" cy="1415292"/>
            <a:chOff x="7334152" y="981892"/>
            <a:chExt cx="3030369" cy="1415292"/>
          </a:xfrm>
        </p:grpSpPr>
        <p:sp>
          <p:nvSpPr>
            <p:cNvPr id="7" name="Rounded Rectangle 6">
              <a:extLst>
                <a:ext uri="{FF2B5EF4-FFF2-40B4-BE49-F238E27FC236}">
                  <a16:creationId xmlns:a16="http://schemas.microsoft.com/office/drawing/2014/main" id="{2DE22C78-5B78-9130-3E9D-4B54F8777EBE}"/>
                </a:ext>
              </a:extLst>
            </p:cNvPr>
            <p:cNvSpPr/>
            <p:nvPr/>
          </p:nvSpPr>
          <p:spPr>
            <a:xfrm>
              <a:off x="7433567" y="981892"/>
              <a:ext cx="2930954" cy="141529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Charts &amp; Infographic</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τίτλος στα </a:t>
              </a:r>
              <a:r>
                <a:rPr lang="en-US" sz="800">
                  <a:solidFill>
                    <a:schemeClr val="bg1">
                      <a:lumMod val="95000"/>
                    </a:schemeClr>
                  </a:solidFill>
                  <a:latin typeface="Aptos" panose="020B0004020202020204" pitchFamily="34" charset="0"/>
                </a:rPr>
                <a:t>charts &amp; Infographics</a:t>
              </a:r>
              <a:r>
                <a:rPr lang="el-GR" sz="800">
                  <a:solidFill>
                    <a:schemeClr val="bg1">
                      <a:lumMod val="95000"/>
                    </a:schemeClr>
                  </a:solidFill>
                  <a:latin typeface="Aptos" panose="020B0004020202020204" pitchFamily="34" charset="0"/>
                </a:rPr>
                <a:t> είναι πάντα </a:t>
              </a:r>
              <a:r>
                <a:rPr lang="en-US" sz="800">
                  <a:solidFill>
                    <a:schemeClr val="bg1">
                      <a:lumMod val="95000"/>
                    </a:schemeClr>
                  </a:solidFill>
                  <a:latin typeface="Aptos" panose="020B0004020202020204" pitchFamily="34" charset="0"/>
                </a:rPr>
                <a:t>Aptos Regular</a:t>
              </a:r>
              <a:r>
                <a:rPr lang="el-GR" sz="800">
                  <a:solidFill>
                    <a:schemeClr val="bg1">
                      <a:lumMod val="95000"/>
                    </a:schemeClr>
                  </a:solidFill>
                  <a:latin typeface="Aptos" panose="020B0004020202020204" pitchFamily="34" charset="0"/>
                </a:rPr>
                <a:t> 12</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line space: multiple 0,9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Dark Teal</a:t>
              </a:r>
              <a:r>
                <a:rPr lang="el-GR" sz="800">
                  <a:solidFill>
                    <a:schemeClr val="bg1">
                      <a:lumMod val="95000"/>
                    </a:schemeClr>
                  </a:solidFill>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The title in the Charts &amp; Infographics section is always Aptos Regular 12pt, line space: multiple 0.9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Dark Teal.</a:t>
              </a:r>
              <a:endParaRPr lang="en-GR" sz="800">
                <a:solidFill>
                  <a:schemeClr val="bg1">
                    <a:lumMod val="95000"/>
                  </a:schemeClr>
                </a:solidFill>
                <a:latin typeface="Aptos" panose="020B0004020202020204" pitchFamily="34" charset="0"/>
              </a:endParaRPr>
            </a:p>
          </p:txBody>
        </p:sp>
        <p:sp>
          <p:nvSpPr>
            <p:cNvPr id="8" name="Triangle 7">
              <a:extLst>
                <a:ext uri="{FF2B5EF4-FFF2-40B4-BE49-F238E27FC236}">
                  <a16:creationId xmlns:a16="http://schemas.microsoft.com/office/drawing/2014/main" id="{6E5CFBCD-BA55-2E44-B8C0-1AB1A92D328C}"/>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11" name="Group 10">
            <a:extLst>
              <a:ext uri="{FF2B5EF4-FFF2-40B4-BE49-F238E27FC236}">
                <a16:creationId xmlns:a16="http://schemas.microsoft.com/office/drawing/2014/main" id="{BFCC1063-B4BE-FC98-0894-8A06976CD4F0}"/>
              </a:ext>
            </a:extLst>
          </p:cNvPr>
          <p:cNvGrpSpPr/>
          <p:nvPr/>
        </p:nvGrpSpPr>
        <p:grpSpPr>
          <a:xfrm>
            <a:off x="1687338" y="4408992"/>
            <a:ext cx="3030369" cy="2118594"/>
            <a:chOff x="7334152" y="981892"/>
            <a:chExt cx="3030369" cy="2118594"/>
          </a:xfrm>
        </p:grpSpPr>
        <p:sp>
          <p:nvSpPr>
            <p:cNvPr id="17" name="Rounded Rectangle 16">
              <a:extLst>
                <a:ext uri="{FF2B5EF4-FFF2-40B4-BE49-F238E27FC236}">
                  <a16:creationId xmlns:a16="http://schemas.microsoft.com/office/drawing/2014/main" id="{A52B7518-17B6-1941-2E62-061818AC3DD0}"/>
                </a:ext>
              </a:extLst>
            </p:cNvPr>
            <p:cNvSpPr/>
            <p:nvPr/>
          </p:nvSpPr>
          <p:spPr>
            <a:xfrm>
              <a:off x="7433567" y="981892"/>
              <a:ext cx="2930954" cy="2118594"/>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Legends</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Τα </a:t>
              </a:r>
              <a:r>
                <a:rPr lang="en-US" sz="800">
                  <a:solidFill>
                    <a:schemeClr val="bg1">
                      <a:lumMod val="95000"/>
                    </a:schemeClr>
                  </a:solidFill>
                  <a:latin typeface="Aptos" panose="020B0004020202020204" pitchFamily="34" charset="0"/>
                </a:rPr>
                <a:t>legends </a:t>
              </a:r>
              <a:r>
                <a:rPr lang="el-GR" sz="800">
                  <a:solidFill>
                    <a:schemeClr val="bg1">
                      <a:lumMod val="95000"/>
                    </a:schemeClr>
                  </a:solidFill>
                  <a:latin typeface="Aptos" panose="020B0004020202020204" pitchFamily="34" charset="0"/>
                </a:rPr>
                <a:t>στα </a:t>
              </a:r>
              <a:r>
                <a:rPr lang="en-US" sz="800">
                  <a:solidFill>
                    <a:schemeClr val="bg1">
                      <a:lumMod val="95000"/>
                    </a:schemeClr>
                  </a:solidFill>
                  <a:latin typeface="Aptos" panose="020B0004020202020204" pitchFamily="34" charset="0"/>
                </a:rPr>
                <a:t>charts &amp; Infographics</a:t>
              </a:r>
              <a:r>
                <a:rPr lang="el-GR" sz="800">
                  <a:solidFill>
                    <a:schemeClr val="bg1">
                      <a:lumMod val="95000"/>
                    </a:schemeClr>
                  </a:solidFill>
                  <a:latin typeface="Aptos" panose="020B0004020202020204" pitchFamily="34" charset="0"/>
                </a:rPr>
                <a:t> είναι πάντα </a:t>
              </a:r>
              <a:r>
                <a:rPr lang="en-US" sz="800">
                  <a:solidFill>
                    <a:schemeClr val="bg1">
                      <a:lumMod val="95000"/>
                    </a:schemeClr>
                  </a:solidFill>
                  <a:latin typeface="Aptos" panose="020B0004020202020204" pitchFamily="34" charset="0"/>
                </a:rPr>
                <a:t>Aptos Regular</a:t>
              </a:r>
              <a:r>
                <a:rPr lang="el-GR" sz="800">
                  <a:solidFill>
                    <a:schemeClr val="bg1">
                      <a:lumMod val="95000"/>
                    </a:schemeClr>
                  </a:solidFill>
                  <a:latin typeface="Aptos" panose="020B0004020202020204" pitchFamily="34" charset="0"/>
                </a:rPr>
                <a:t> 10</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a:t>
              </a:r>
              <a:r>
                <a:rPr lang="en-US" sz="800" err="1">
                  <a:solidFill>
                    <a:schemeClr val="bg1">
                      <a:lumMod val="95000"/>
                    </a:schemeClr>
                  </a:solidFill>
                  <a:latin typeface="Aptos" panose="020B0004020202020204" pitchFamily="34" charset="0"/>
                </a:rPr>
                <a:t>i</a:t>
              </a:r>
              <a:r>
                <a:rPr lang="en-US" sz="800" err="1">
                  <a:latin typeface="Aptos" panose="020B0004020202020204" pitchFamily="34" charset="0"/>
                </a:rPr>
                <a:t>dentation</a:t>
              </a:r>
              <a:r>
                <a:rPr lang="en-US" sz="800">
                  <a:latin typeface="Aptos" panose="020B0004020202020204" pitchFamily="34" charset="0"/>
                </a:rPr>
                <a:t> before text : </a:t>
              </a:r>
              <a:r>
                <a:rPr lang="el-GR" sz="800">
                  <a:latin typeface="Aptos" panose="020B0004020202020204" pitchFamily="34" charset="0"/>
                </a:rPr>
                <a:t>0,1</a:t>
              </a:r>
              <a:r>
                <a:rPr lang="en-US" sz="800">
                  <a:latin typeface="Aptos" panose="020B0004020202020204" pitchFamily="34" charset="0"/>
                </a:rPr>
                <a:t>cm </a:t>
              </a:r>
              <a:r>
                <a:rPr lang="el-GR" sz="800">
                  <a:solidFill>
                    <a:schemeClr val="bg1">
                      <a:lumMod val="95000"/>
                    </a:schemeClr>
                  </a:solidFill>
                  <a:latin typeface="Aptos" panose="020B0004020202020204" pitchFamily="34" charset="0"/>
                </a:rPr>
                <a:t>και χρώμα</a:t>
              </a:r>
              <a:r>
                <a:rPr lang="en-US" sz="800">
                  <a:solidFill>
                    <a:schemeClr val="bg1">
                      <a:lumMod val="95000"/>
                    </a:schemeClr>
                  </a:solidFill>
                  <a:latin typeface="Aptos" panose="020B0004020202020204" pitchFamily="34" charset="0"/>
                </a:rPr>
                <a:t> </a:t>
              </a:r>
              <a:r>
                <a:rPr lang="el-GR" sz="800">
                  <a:solidFill>
                    <a:schemeClr val="bg1">
                      <a:lumMod val="95000"/>
                    </a:schemeClr>
                  </a:solidFill>
                  <a:latin typeface="Aptos" panose="020B0004020202020204" pitchFamily="34" charset="0"/>
                </a:rPr>
                <a:t> </a:t>
              </a:r>
              <a:r>
                <a:rPr lang="en-US" sz="800">
                  <a:solidFill>
                    <a:schemeClr val="bg1">
                      <a:lumMod val="95000"/>
                    </a:schemeClr>
                  </a:solidFill>
                  <a:latin typeface="Aptos" panose="020B0004020202020204" pitchFamily="34" charset="0"/>
                </a:rPr>
                <a:t>Grey</a:t>
              </a:r>
              <a:r>
                <a:rPr lang="el-GR" sz="800">
                  <a:solidFill>
                    <a:schemeClr val="bg1">
                      <a:lumMod val="95000"/>
                    </a:schemeClr>
                  </a:solidFill>
                  <a:latin typeface="Aptos" panose="020B0004020202020204" pitchFamily="34" charset="0"/>
                </a:rPr>
                <a:t>.</a:t>
              </a:r>
              <a:r>
                <a:rPr lang="en-US" sz="800">
                  <a:solidFill>
                    <a:schemeClr val="bg1">
                      <a:lumMod val="95000"/>
                    </a:schemeClr>
                  </a:solidFill>
                  <a:latin typeface="Aptos" panose="020B0004020202020204" pitchFamily="34" charset="0"/>
                </a:rPr>
                <a:t> </a:t>
              </a:r>
              <a:r>
                <a:rPr lang="el-GR" sz="800">
                  <a:latin typeface="Aptos" panose="020B0004020202020204" pitchFamily="34" charset="0"/>
                </a:rPr>
                <a:t>Η στο</a:t>
              </a:r>
              <a:r>
                <a:rPr lang="en-US" sz="800" err="1">
                  <a:latin typeface="Aptos" panose="020B0004020202020204" pitchFamily="34" charset="0"/>
                </a:rPr>
                <a:t>ί</a:t>
              </a:r>
              <a:r>
                <a:rPr lang="el-GR" sz="800" err="1">
                  <a:latin typeface="Aptos" panose="020B0004020202020204" pitchFamily="34" charset="0"/>
                </a:rPr>
                <a:t>χιση</a:t>
              </a:r>
              <a:r>
                <a:rPr lang="el-GR" sz="800">
                  <a:latin typeface="Aptos" panose="020B0004020202020204" pitchFamily="34" charset="0"/>
                </a:rPr>
                <a:t> είναι </a:t>
              </a:r>
              <a:r>
                <a:rPr lang="en-US" sz="800">
                  <a:latin typeface="Aptos" panose="020B0004020202020204" pitchFamily="34" charset="0"/>
                </a:rPr>
                <a:t>bottom - left </a:t>
              </a:r>
              <a:r>
                <a:rPr lang="el-GR" sz="800">
                  <a:latin typeface="Aptos" panose="020B0004020202020204" pitchFamily="34" charset="0"/>
                </a:rPr>
                <a:t>εκτός από συγκεκριμένες περιπτώσεις που είναι περιορισμένος ο χώρος όπως στην διαφάνεια 10</a:t>
              </a:r>
              <a:r>
                <a:rPr lang="en-US" sz="800">
                  <a:latin typeface="Aptos" panose="020B0004020202020204" pitchFamily="34" charset="0"/>
                </a:rPr>
                <a:t>3</a:t>
              </a:r>
              <a:r>
                <a:rPr lang="el-GR" sz="800">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The legends in the Charts &amp; Infographics section are always Aptos Regular 10pt, indentation before text: 0.1cm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Grey. The alignment is bottom - left, except for specific cases where space is limited, such as on slide 103.</a:t>
              </a:r>
              <a:endParaRPr lang="en-GR" sz="800">
                <a:solidFill>
                  <a:schemeClr val="bg1">
                    <a:lumMod val="95000"/>
                  </a:schemeClr>
                </a:solidFill>
                <a:latin typeface="Aptos" panose="020B0004020202020204" pitchFamily="34" charset="0"/>
              </a:endParaRPr>
            </a:p>
          </p:txBody>
        </p:sp>
        <p:sp>
          <p:nvSpPr>
            <p:cNvPr id="18" name="Triangle 17">
              <a:extLst>
                <a:ext uri="{FF2B5EF4-FFF2-40B4-BE49-F238E27FC236}">
                  <a16:creationId xmlns:a16="http://schemas.microsoft.com/office/drawing/2014/main" id="{3D21CC97-F3D4-E283-B29A-E2E4652F0D24}"/>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123086009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16C71D12-3673-A60B-AFD4-D6FC3D8BBC37}"/>
              </a:ext>
            </a:extLst>
          </p:cNvPr>
          <p:cNvSpPr/>
          <p:nvPr/>
        </p:nvSpPr>
        <p:spPr>
          <a:xfrm>
            <a:off x="341113" y="2270462"/>
            <a:ext cx="11520964" cy="3340673"/>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4" name="Slide Number Placeholder 3">
            <a:extLst>
              <a:ext uri="{FF2B5EF4-FFF2-40B4-BE49-F238E27FC236}">
                <a16:creationId xmlns:a16="http://schemas.microsoft.com/office/drawing/2014/main" id="{5C33D450-7A3A-5346-9205-79C0C176D37F}"/>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142</a:t>
            </a:fld>
            <a:endParaRPr lang="en-GR"/>
          </a:p>
        </p:txBody>
      </p:sp>
      <p:sp>
        <p:nvSpPr>
          <p:cNvPr id="17" name="Text Placeholder 16">
            <a:extLst>
              <a:ext uri="{FF2B5EF4-FFF2-40B4-BE49-F238E27FC236}">
                <a16:creationId xmlns:a16="http://schemas.microsoft.com/office/drawing/2014/main" id="{04682028-D1CA-E8FD-BA4F-0B113303759C}"/>
              </a:ext>
            </a:extLst>
          </p:cNvPr>
          <p:cNvSpPr>
            <a:spLocks noGrp="1"/>
          </p:cNvSpPr>
          <p:nvPr>
            <p:ph type="body" sz="quarter" idx="14"/>
          </p:nvPr>
        </p:nvSpPr>
        <p:spPr>
          <a:xfrm>
            <a:off x="331201" y="1268822"/>
            <a:ext cx="7939039" cy="364908"/>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28" name="Text Placeholder 25">
            <a:extLst>
              <a:ext uri="{FF2B5EF4-FFF2-40B4-BE49-F238E27FC236}">
                <a16:creationId xmlns:a16="http://schemas.microsoft.com/office/drawing/2014/main" id="{2781BE3D-AC5F-DA6E-AF99-A2C950195623}"/>
              </a:ext>
            </a:extLst>
          </p:cNvPr>
          <p:cNvSpPr>
            <a:spLocks noGrp="1"/>
          </p:cNvSpPr>
          <p:nvPr>
            <p:ph type="body" sz="quarter" idx="27"/>
          </p:nvPr>
        </p:nvSpPr>
        <p:spPr>
          <a:xfrm>
            <a:off x="331201" y="5821200"/>
            <a:ext cx="7939040" cy="488120"/>
          </a:xfrm>
        </p:spPr>
        <p:txBody>
          <a:bodyPr>
            <a:normAutofit/>
          </a:bodyPr>
          <a:lstStyle/>
          <a:p>
            <a:r>
              <a:rPr lang="en-GB"/>
              <a:t>Aptos 8pt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p:txBody>
      </p:sp>
      <p:sp>
        <p:nvSpPr>
          <p:cNvPr id="20" name="Text Placeholder 19">
            <a:extLst>
              <a:ext uri="{FF2B5EF4-FFF2-40B4-BE49-F238E27FC236}">
                <a16:creationId xmlns:a16="http://schemas.microsoft.com/office/drawing/2014/main" id="{6B890BA4-79B7-1829-7A1C-E8A18C8463E7}"/>
              </a:ext>
            </a:extLst>
          </p:cNvPr>
          <p:cNvSpPr>
            <a:spLocks noGrp="1"/>
          </p:cNvSpPr>
          <p:nvPr>
            <p:ph type="body" sz="quarter" idx="28"/>
          </p:nvPr>
        </p:nvSpPr>
        <p:spPr>
          <a:xfrm>
            <a:off x="331788" y="741363"/>
            <a:ext cx="11531600" cy="334962"/>
          </a:xfrm>
        </p:spPr>
        <p:txBody>
          <a:bodyPr>
            <a:normAutofit/>
          </a:bodyPr>
          <a:lstStyle/>
          <a:p>
            <a:r>
              <a:rPr lang="en-GR"/>
              <a:t>Bar Chart</a:t>
            </a:r>
          </a:p>
        </p:txBody>
      </p:sp>
      <p:graphicFrame>
        <p:nvGraphicFramePr>
          <p:cNvPr id="18" name="Content Placeholder 4">
            <a:extLst>
              <a:ext uri="{FF2B5EF4-FFF2-40B4-BE49-F238E27FC236}">
                <a16:creationId xmlns:a16="http://schemas.microsoft.com/office/drawing/2014/main" id="{590D6006-E7C4-0F2F-0DC5-66DE11D0CF37}"/>
              </a:ext>
            </a:extLst>
          </p:cNvPr>
          <p:cNvGraphicFramePr>
            <a:graphicFrameLocks/>
          </p:cNvGraphicFramePr>
          <p:nvPr>
            <p:extLst>
              <p:ext uri="{D42A27DB-BD31-4B8C-83A1-F6EECF244321}">
                <p14:modId xmlns:p14="http://schemas.microsoft.com/office/powerpoint/2010/main" val="1014815083"/>
              </p:ext>
            </p:extLst>
          </p:nvPr>
        </p:nvGraphicFramePr>
        <p:xfrm>
          <a:off x="346748" y="2008867"/>
          <a:ext cx="11496552" cy="3602266"/>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 Placeholder 17">
            <a:extLst>
              <a:ext uri="{FF2B5EF4-FFF2-40B4-BE49-F238E27FC236}">
                <a16:creationId xmlns:a16="http://schemas.microsoft.com/office/drawing/2014/main" id="{2378A1EB-AD19-2B89-629D-BF69FD756DEE}"/>
              </a:ext>
            </a:extLst>
          </p:cNvPr>
          <p:cNvSpPr txBox="1">
            <a:spLocks/>
          </p:cNvSpPr>
          <p:nvPr/>
        </p:nvSpPr>
        <p:spPr>
          <a:xfrm>
            <a:off x="644400" y="2268000"/>
            <a:ext cx="1869660" cy="333425"/>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accent1"/>
                </a:solidFill>
              </a:rPr>
              <a:t>Lorem ipsum </a:t>
            </a:r>
            <a:r>
              <a:rPr lang="en-GB" sz="1200" err="1">
                <a:solidFill>
                  <a:schemeClr val="accent1"/>
                </a:solidFill>
              </a:rPr>
              <a:t>dolor</a:t>
            </a:r>
            <a:r>
              <a:rPr lang="en-GB" sz="1200">
                <a:solidFill>
                  <a:schemeClr val="accent1"/>
                </a:solidFill>
              </a:rPr>
              <a:t> </a:t>
            </a:r>
            <a:r>
              <a:rPr lang="en-GB" sz="1200" err="1">
                <a:solidFill>
                  <a:schemeClr val="accent1"/>
                </a:solidFill>
              </a:rPr>
              <a:t>amet</a:t>
            </a:r>
            <a:r>
              <a:rPr lang="en-GB" sz="1200">
                <a:solidFill>
                  <a:schemeClr val="accent1"/>
                </a:solidFill>
              </a:rPr>
              <a:t> </a:t>
            </a:r>
            <a:r>
              <a:rPr lang="en-GB" sz="1200" err="1">
                <a:solidFill>
                  <a:schemeClr val="accent1"/>
                </a:solidFill>
              </a:rPr>
              <a:t>consecte</a:t>
            </a:r>
            <a:endParaRPr lang="en-GB" sz="1200">
              <a:solidFill>
                <a:schemeClr val="accent1"/>
              </a:solidFill>
            </a:endParaRPr>
          </a:p>
        </p:txBody>
      </p:sp>
      <p:grpSp>
        <p:nvGrpSpPr>
          <p:cNvPr id="7" name="Group 6">
            <a:extLst>
              <a:ext uri="{FF2B5EF4-FFF2-40B4-BE49-F238E27FC236}">
                <a16:creationId xmlns:a16="http://schemas.microsoft.com/office/drawing/2014/main" id="{23052AA7-8D9F-E520-8B0F-7A43F490F6BE}"/>
              </a:ext>
            </a:extLst>
          </p:cNvPr>
          <p:cNvGrpSpPr/>
          <p:nvPr/>
        </p:nvGrpSpPr>
        <p:grpSpPr>
          <a:xfrm>
            <a:off x="3306069" y="1247026"/>
            <a:ext cx="2930954" cy="1374046"/>
            <a:chOff x="6300263" y="3749643"/>
            <a:chExt cx="2930954" cy="1374046"/>
          </a:xfrm>
        </p:grpSpPr>
        <p:sp>
          <p:nvSpPr>
            <p:cNvPr id="8" name="Rounded Rectangle 7">
              <a:extLst>
                <a:ext uri="{FF2B5EF4-FFF2-40B4-BE49-F238E27FC236}">
                  <a16:creationId xmlns:a16="http://schemas.microsoft.com/office/drawing/2014/main" id="{D2390079-9918-270C-3B4D-56608E7B1737}"/>
                </a:ext>
              </a:extLst>
            </p:cNvPr>
            <p:cNvSpPr/>
            <p:nvPr/>
          </p:nvSpPr>
          <p:spPr>
            <a:xfrm>
              <a:off x="6300263" y="3749643"/>
              <a:ext cx="2930954" cy="127463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Axis Data</a:t>
              </a:r>
            </a:p>
            <a:p>
              <a:pPr>
                <a:lnSpc>
                  <a:spcPct val="110000"/>
                </a:lnSpc>
                <a:spcBef>
                  <a:spcPts val="900"/>
                </a:spcBef>
              </a:pPr>
              <a:r>
                <a:rPr lang="el-GR" sz="800">
                  <a:solidFill>
                    <a:schemeClr val="bg1"/>
                  </a:solidFill>
                  <a:latin typeface="Aptos" panose="020B0004020202020204" pitchFamily="34" charset="0"/>
                </a:rPr>
                <a:t>Τα </a:t>
              </a:r>
              <a:r>
                <a:rPr lang="el-GR" sz="800" err="1">
                  <a:solidFill>
                    <a:schemeClr val="bg1"/>
                  </a:solidFill>
                  <a:latin typeface="Aptos" panose="020B0004020202020204" pitchFamily="34" charset="0"/>
                </a:rPr>
                <a:t>δεδομ</a:t>
              </a:r>
              <a:r>
                <a:rPr lang="en-US" sz="800" err="1">
                  <a:solidFill>
                    <a:schemeClr val="bg1"/>
                  </a:solidFill>
                  <a:latin typeface="Aptos" panose="020B0004020202020204" pitchFamily="34" charset="0"/>
                </a:rPr>
                <a:t>έ</a:t>
              </a:r>
              <a:r>
                <a:rPr lang="el-GR" sz="800">
                  <a:solidFill>
                    <a:schemeClr val="bg1"/>
                  </a:solidFill>
                  <a:latin typeface="Aptos" panose="020B0004020202020204" pitchFamily="34" charset="0"/>
                </a:rPr>
                <a:t>να στους άξονες ε</a:t>
              </a:r>
              <a:r>
                <a:rPr lang="en-US" sz="800" err="1">
                  <a:solidFill>
                    <a:schemeClr val="bg1"/>
                  </a:solidFill>
                  <a:latin typeface="Aptos" panose="020B0004020202020204" pitchFamily="34" charset="0"/>
                </a:rPr>
                <a:t>ί</a:t>
              </a:r>
              <a:r>
                <a:rPr lang="el-GR" sz="800">
                  <a:solidFill>
                    <a:schemeClr val="bg1"/>
                  </a:solidFill>
                  <a:latin typeface="Aptos" panose="020B0004020202020204" pitchFamily="34" charset="0"/>
                </a:rPr>
                <a:t>ναι πάντα </a:t>
              </a:r>
              <a:r>
                <a:rPr lang="en-US" sz="800">
                  <a:latin typeface="Aptos" panose="020B0004020202020204" pitchFamily="34" charset="0"/>
                </a:rPr>
                <a:t>Aptos</a:t>
              </a:r>
              <a:r>
                <a:rPr lang="el-GR" sz="800">
                  <a:latin typeface="Aptos" panose="020B0004020202020204" pitchFamily="34" charset="0"/>
                </a:rPr>
                <a:t> από 7</a:t>
              </a:r>
              <a:r>
                <a:rPr lang="en-US" sz="800" err="1">
                  <a:latin typeface="Aptos" panose="020B0004020202020204" pitchFamily="34" charset="0"/>
                </a:rPr>
                <a:t>pt</a:t>
              </a:r>
              <a:r>
                <a:rPr lang="el-GR" sz="800">
                  <a:solidFill>
                    <a:schemeClr val="bg1"/>
                  </a:solidFill>
                  <a:latin typeface="Aptos" panose="020B0004020202020204" pitchFamily="34" charset="0"/>
                </a:rPr>
                <a:t> έως 12</a:t>
              </a:r>
              <a:r>
                <a:rPr lang="en-US" sz="800" err="1">
                  <a:solidFill>
                    <a:schemeClr val="bg1"/>
                  </a:solidFill>
                  <a:latin typeface="Aptos" panose="020B0004020202020204" pitchFamily="34" charset="0"/>
                </a:rPr>
                <a:t>pt</a:t>
              </a:r>
              <a:r>
                <a:rPr lang="en-US" sz="800">
                  <a:solidFill>
                    <a:schemeClr val="bg1"/>
                  </a:solidFill>
                  <a:latin typeface="Aptos" panose="020B0004020202020204" pitchFamily="34" charset="0"/>
                </a:rPr>
                <a:t> </a:t>
              </a:r>
              <a:r>
                <a:rPr lang="el-GR" sz="800">
                  <a:solidFill>
                    <a:schemeClr val="bg1"/>
                  </a:solidFill>
                  <a:latin typeface="Aptos" panose="020B0004020202020204" pitchFamily="34" charset="0"/>
                </a:rPr>
                <a:t>και </a:t>
              </a:r>
              <a:r>
                <a:rPr lang="en-US" sz="800">
                  <a:solidFill>
                    <a:schemeClr val="bg1"/>
                  </a:solidFill>
                  <a:latin typeface="Aptos" panose="020B0004020202020204" pitchFamily="34" charset="0"/>
                </a:rPr>
                <a:t>x</a:t>
              </a:r>
              <a:r>
                <a:rPr lang="el-GR" sz="800">
                  <a:solidFill>
                    <a:schemeClr val="bg1"/>
                  </a:solidFill>
                  <a:latin typeface="Aptos" panose="020B0004020202020204" pitchFamily="34" charset="0"/>
                </a:rPr>
                <a:t>ρ</a:t>
              </a:r>
              <a:r>
                <a:rPr lang="en-US" sz="800" err="1">
                  <a:solidFill>
                    <a:schemeClr val="bg1"/>
                  </a:solidFill>
                  <a:latin typeface="Aptos" panose="020B0004020202020204" pitchFamily="34" charset="0"/>
                </a:rPr>
                <a:t>ώ</a:t>
              </a:r>
              <a:r>
                <a:rPr lang="el-GR" sz="800">
                  <a:solidFill>
                    <a:schemeClr val="bg1"/>
                  </a:solidFill>
                  <a:latin typeface="Aptos" panose="020B0004020202020204" pitchFamily="34" charset="0"/>
                </a:rPr>
                <a:t>μα </a:t>
              </a:r>
              <a:r>
                <a:rPr lang="en-US" sz="800">
                  <a:solidFill>
                    <a:schemeClr val="bg1"/>
                  </a:solidFill>
                  <a:latin typeface="Aptos" panose="020B0004020202020204" pitchFamily="34" charset="0"/>
                </a:rPr>
                <a:t>Grey.</a:t>
              </a:r>
              <a:endParaRPr lang="el-GR" sz="800">
                <a:solidFill>
                  <a:schemeClr val="bg1"/>
                </a:solidFill>
                <a:latin typeface="Aptos" panose="020B0004020202020204" pitchFamily="34" charset="0"/>
              </a:endParaRPr>
            </a:p>
            <a:p>
              <a:pPr>
                <a:lnSpc>
                  <a:spcPct val="110000"/>
                </a:lnSpc>
                <a:spcBef>
                  <a:spcPts val="900"/>
                </a:spcBef>
              </a:pPr>
              <a:r>
                <a:rPr lang="en-US" sz="800">
                  <a:solidFill>
                    <a:schemeClr val="bg1"/>
                  </a:solidFill>
                  <a:latin typeface="Aptos" panose="020B0004020202020204" pitchFamily="34" charset="0"/>
                </a:rPr>
                <a:t>The data on the axes is always Aptos Regular, ranging from 9pt to 12pt and the color is Grey.</a:t>
              </a:r>
              <a:endParaRPr lang="en-GR" sz="800">
                <a:solidFill>
                  <a:schemeClr val="bg1"/>
                </a:solidFill>
                <a:latin typeface="Aptos" panose="020B0004020202020204" pitchFamily="34" charset="0"/>
              </a:endParaRPr>
            </a:p>
          </p:txBody>
        </p:sp>
        <p:sp>
          <p:nvSpPr>
            <p:cNvPr id="14" name="Triangle 13">
              <a:extLst>
                <a:ext uri="{FF2B5EF4-FFF2-40B4-BE49-F238E27FC236}">
                  <a16:creationId xmlns:a16="http://schemas.microsoft.com/office/drawing/2014/main" id="{303A8E70-325E-049A-0388-B675A4218317}"/>
                </a:ext>
              </a:extLst>
            </p:cNvPr>
            <p:cNvSpPr/>
            <p:nvPr/>
          </p:nvSpPr>
          <p:spPr>
            <a:xfrm rot="10800000">
              <a:off x="8761102"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15" name="Group 14">
            <a:extLst>
              <a:ext uri="{FF2B5EF4-FFF2-40B4-BE49-F238E27FC236}">
                <a16:creationId xmlns:a16="http://schemas.microsoft.com/office/drawing/2014/main" id="{D27335FC-D5F2-BEA2-96B0-469F6C6A2423}"/>
              </a:ext>
            </a:extLst>
          </p:cNvPr>
          <p:cNvGrpSpPr/>
          <p:nvPr/>
        </p:nvGrpSpPr>
        <p:grpSpPr>
          <a:xfrm>
            <a:off x="8885932" y="1114737"/>
            <a:ext cx="2930954" cy="1092726"/>
            <a:chOff x="6300263" y="4030963"/>
            <a:chExt cx="2930954" cy="1092726"/>
          </a:xfrm>
        </p:grpSpPr>
        <p:sp>
          <p:nvSpPr>
            <p:cNvPr id="21" name="Rounded Rectangle 20">
              <a:extLst>
                <a:ext uri="{FF2B5EF4-FFF2-40B4-BE49-F238E27FC236}">
                  <a16:creationId xmlns:a16="http://schemas.microsoft.com/office/drawing/2014/main" id="{7E2583C6-A1DB-16DF-C963-457704AB8685}"/>
                </a:ext>
              </a:extLst>
            </p:cNvPr>
            <p:cNvSpPr/>
            <p:nvPr/>
          </p:nvSpPr>
          <p:spPr>
            <a:xfrm>
              <a:off x="6300263" y="4030963"/>
              <a:ext cx="2930954" cy="99331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Charts &amp; Infographic Background</a:t>
              </a:r>
            </a:p>
            <a:p>
              <a:pPr>
                <a:lnSpc>
                  <a:spcPct val="110000"/>
                </a:lnSpc>
                <a:spcBef>
                  <a:spcPts val="900"/>
                </a:spcBef>
              </a:pPr>
              <a:r>
                <a:rPr lang="en-US" sz="800">
                  <a:solidFill>
                    <a:schemeClr val="bg1"/>
                  </a:solidFill>
                  <a:latin typeface="Aptos" panose="020B0004020202020204" pitchFamily="34" charset="0"/>
                </a:rPr>
                <a:t>To background </a:t>
              </a:r>
              <a:r>
                <a:rPr lang="el-GR" sz="800">
                  <a:solidFill>
                    <a:schemeClr val="bg1"/>
                  </a:solidFill>
                  <a:latin typeface="Aptos" panose="020B0004020202020204" pitchFamily="34" charset="0"/>
                </a:rPr>
                <a:t>των </a:t>
              </a:r>
              <a:r>
                <a:rPr lang="en-US" sz="800">
                  <a:solidFill>
                    <a:schemeClr val="bg1"/>
                  </a:solidFill>
                  <a:latin typeface="Aptos" panose="020B0004020202020204" pitchFamily="34" charset="0"/>
                </a:rPr>
                <a:t>Charts </a:t>
              </a:r>
              <a:r>
                <a:rPr lang="el-GR" sz="800">
                  <a:solidFill>
                    <a:schemeClr val="bg1"/>
                  </a:solidFill>
                  <a:latin typeface="Aptos" panose="020B0004020202020204" pitchFamily="34" charset="0"/>
                </a:rPr>
                <a:t>ε</a:t>
              </a:r>
              <a:r>
                <a:rPr lang="en-US" sz="800" err="1">
                  <a:solidFill>
                    <a:schemeClr val="bg1"/>
                  </a:solidFill>
                  <a:latin typeface="Aptos" panose="020B0004020202020204" pitchFamily="34" charset="0"/>
                </a:rPr>
                <a:t>ί</a:t>
              </a:r>
              <a:r>
                <a:rPr lang="el-GR" sz="800">
                  <a:solidFill>
                    <a:schemeClr val="bg1"/>
                  </a:solidFill>
                  <a:latin typeface="Aptos" panose="020B0004020202020204" pitchFamily="34" charset="0"/>
                </a:rPr>
                <a:t>ναι πάντα </a:t>
              </a:r>
              <a:r>
                <a:rPr lang="en-US" sz="800">
                  <a:solidFill>
                    <a:schemeClr val="bg1"/>
                  </a:solidFill>
                  <a:latin typeface="Aptos" panose="020B0004020202020204" pitchFamily="34" charset="0"/>
                </a:rPr>
                <a:t>Pale Grey.</a:t>
              </a:r>
              <a:endParaRPr lang="el-GR" sz="800">
                <a:solidFill>
                  <a:schemeClr val="bg1"/>
                </a:solidFill>
                <a:latin typeface="Aptos" panose="020B0004020202020204" pitchFamily="34" charset="0"/>
              </a:endParaRPr>
            </a:p>
            <a:p>
              <a:pPr>
                <a:lnSpc>
                  <a:spcPct val="110000"/>
                </a:lnSpc>
                <a:spcBef>
                  <a:spcPts val="900"/>
                </a:spcBef>
              </a:pPr>
              <a:r>
                <a:rPr lang="en-US" sz="800">
                  <a:solidFill>
                    <a:schemeClr val="bg1"/>
                  </a:solidFill>
                  <a:latin typeface="Aptos" panose="020B0004020202020204" pitchFamily="34" charset="0"/>
                </a:rPr>
                <a:t>The background of the charts is always Pale Grey.</a:t>
              </a:r>
              <a:endParaRPr lang="en-GR" sz="800">
                <a:solidFill>
                  <a:schemeClr val="bg1"/>
                </a:solidFill>
                <a:latin typeface="Aptos" panose="020B0004020202020204" pitchFamily="34" charset="0"/>
              </a:endParaRPr>
            </a:p>
          </p:txBody>
        </p:sp>
        <p:sp>
          <p:nvSpPr>
            <p:cNvPr id="22" name="Triangle 21">
              <a:extLst>
                <a:ext uri="{FF2B5EF4-FFF2-40B4-BE49-F238E27FC236}">
                  <a16:creationId xmlns:a16="http://schemas.microsoft.com/office/drawing/2014/main" id="{E35A446C-F5E2-7BBF-5FA9-0253A7CAABE5}"/>
                </a:ext>
              </a:extLst>
            </p:cNvPr>
            <p:cNvSpPr/>
            <p:nvPr/>
          </p:nvSpPr>
          <p:spPr>
            <a:xfrm rot="10800000">
              <a:off x="8761102"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23" name="Group 22">
            <a:extLst>
              <a:ext uri="{FF2B5EF4-FFF2-40B4-BE49-F238E27FC236}">
                <a16:creationId xmlns:a16="http://schemas.microsoft.com/office/drawing/2014/main" id="{EBFC171F-CB0F-DA72-61FC-3C763E63CFE1}"/>
              </a:ext>
            </a:extLst>
          </p:cNvPr>
          <p:cNvGrpSpPr/>
          <p:nvPr/>
        </p:nvGrpSpPr>
        <p:grpSpPr>
          <a:xfrm>
            <a:off x="6627289" y="5017468"/>
            <a:ext cx="3030369" cy="1274631"/>
            <a:chOff x="7334152" y="981892"/>
            <a:chExt cx="3030369" cy="1274631"/>
          </a:xfrm>
        </p:grpSpPr>
        <p:sp>
          <p:nvSpPr>
            <p:cNvPr id="24" name="Rounded Rectangle 23">
              <a:extLst>
                <a:ext uri="{FF2B5EF4-FFF2-40B4-BE49-F238E27FC236}">
                  <a16:creationId xmlns:a16="http://schemas.microsoft.com/office/drawing/2014/main" id="{3A370523-8CCD-203A-0D0D-981CEAB15EC8}"/>
                </a:ext>
              </a:extLst>
            </p:cNvPr>
            <p:cNvSpPr/>
            <p:nvPr/>
          </p:nvSpPr>
          <p:spPr>
            <a:xfrm>
              <a:off x="7433567" y="981892"/>
              <a:ext cx="2930954" cy="127463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Axis Texts</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solidFill>
                  <a:latin typeface="Aptos" panose="020B0004020202020204" pitchFamily="34" charset="0"/>
                </a:rPr>
                <a:t>Τα </a:t>
              </a:r>
              <a:r>
                <a:rPr lang="el-GR" sz="800" err="1">
                  <a:solidFill>
                    <a:schemeClr val="bg1"/>
                  </a:solidFill>
                  <a:latin typeface="Aptos" panose="020B0004020202020204" pitchFamily="34" charset="0"/>
                </a:rPr>
                <a:t>κε</a:t>
              </a:r>
              <a:r>
                <a:rPr lang="en-US" sz="800" err="1">
                  <a:solidFill>
                    <a:schemeClr val="bg1"/>
                  </a:solidFill>
                  <a:latin typeface="Aptos" panose="020B0004020202020204" pitchFamily="34" charset="0"/>
                </a:rPr>
                <a:t>ί</a:t>
              </a:r>
              <a:r>
                <a:rPr lang="el-GR" sz="800" err="1">
                  <a:solidFill>
                    <a:schemeClr val="bg1"/>
                  </a:solidFill>
                  <a:latin typeface="Aptos" panose="020B0004020202020204" pitchFamily="34" charset="0"/>
                </a:rPr>
                <a:t>μενα</a:t>
              </a:r>
              <a:r>
                <a:rPr lang="el-GR" sz="800">
                  <a:solidFill>
                    <a:schemeClr val="bg1"/>
                  </a:solidFill>
                  <a:latin typeface="Aptos" panose="020B0004020202020204" pitchFamily="34" charset="0"/>
                </a:rPr>
                <a:t> στους άξονες είναι πάντα </a:t>
              </a:r>
              <a:r>
                <a:rPr lang="en-US" sz="800">
                  <a:latin typeface="Aptos" panose="020B0004020202020204" pitchFamily="34" charset="0"/>
                </a:rPr>
                <a:t>Aptos</a:t>
              </a:r>
              <a:r>
                <a:rPr lang="el-GR" sz="800">
                  <a:latin typeface="Aptos" panose="020B0004020202020204" pitchFamily="34" charset="0"/>
                </a:rPr>
                <a:t> 8</a:t>
              </a:r>
              <a:r>
                <a:rPr lang="en-US" sz="800" err="1">
                  <a:latin typeface="Aptos" panose="020B0004020202020204" pitchFamily="34" charset="0"/>
                </a:rPr>
                <a:t>pt</a:t>
              </a:r>
              <a:r>
                <a:rPr lang="el-GR" sz="800">
                  <a:solidFill>
                    <a:schemeClr val="bg1"/>
                  </a:solidFill>
                  <a:latin typeface="Aptos" panose="020B0004020202020204" pitchFamily="34" charset="0"/>
                </a:rPr>
                <a:t> και</a:t>
              </a:r>
              <a:br>
                <a:rPr lang="el-GR" sz="800">
                  <a:solidFill>
                    <a:schemeClr val="bg1"/>
                  </a:solidFill>
                  <a:latin typeface="Aptos" panose="020B0004020202020204" pitchFamily="34" charset="0"/>
                </a:rPr>
              </a:br>
              <a:r>
                <a:rPr lang="el-GR" sz="800" err="1">
                  <a:solidFill>
                    <a:schemeClr val="bg1"/>
                  </a:solidFill>
                  <a:latin typeface="Aptos" panose="020B0004020202020204" pitchFamily="34" charset="0"/>
                </a:rPr>
                <a:t>χρ</a:t>
              </a:r>
              <a:r>
                <a:rPr lang="en-US" sz="800" err="1">
                  <a:solidFill>
                    <a:schemeClr val="bg1"/>
                  </a:solidFill>
                  <a:latin typeface="Aptos" panose="020B0004020202020204" pitchFamily="34" charset="0"/>
                </a:rPr>
                <a:t>ώ</a:t>
              </a:r>
              <a:r>
                <a:rPr lang="el-GR" sz="800">
                  <a:solidFill>
                    <a:schemeClr val="bg1"/>
                  </a:solidFill>
                  <a:latin typeface="Aptos" panose="020B0004020202020204" pitchFamily="34" charset="0"/>
                </a:rPr>
                <a:t>μα </a:t>
              </a:r>
              <a:r>
                <a:rPr lang="en-US" sz="800">
                  <a:solidFill>
                    <a:schemeClr val="bg1"/>
                  </a:solidFill>
                  <a:latin typeface="Aptos" panose="020B0004020202020204" pitchFamily="34" charset="0"/>
                </a:rPr>
                <a:t>Grey.</a:t>
              </a:r>
              <a:endParaRPr lang="el-GR" sz="800">
                <a:solidFill>
                  <a:schemeClr val="bg1"/>
                </a:solidFill>
                <a:latin typeface="Aptos" panose="020B0004020202020204" pitchFamily="34" charset="0"/>
              </a:endParaRPr>
            </a:p>
            <a:p>
              <a:pPr>
                <a:lnSpc>
                  <a:spcPct val="110000"/>
                </a:lnSpc>
                <a:spcBef>
                  <a:spcPts val="900"/>
                </a:spcBef>
              </a:pPr>
              <a:r>
                <a:rPr lang="en-US" sz="800">
                  <a:solidFill>
                    <a:schemeClr val="bg1"/>
                  </a:solidFill>
                  <a:latin typeface="Aptos" panose="020B0004020202020204" pitchFamily="34" charset="0"/>
                </a:rPr>
                <a:t>The texts on the axes are always Aptos Regular 8pt and the color is Grey.</a:t>
              </a:r>
              <a:endParaRPr lang="en-GR" sz="800">
                <a:solidFill>
                  <a:schemeClr val="bg1"/>
                </a:solidFill>
                <a:latin typeface="Aptos" panose="020B0004020202020204" pitchFamily="34" charset="0"/>
              </a:endParaRPr>
            </a:p>
          </p:txBody>
        </p:sp>
        <p:sp>
          <p:nvSpPr>
            <p:cNvPr id="25" name="Triangle 24">
              <a:extLst>
                <a:ext uri="{FF2B5EF4-FFF2-40B4-BE49-F238E27FC236}">
                  <a16:creationId xmlns:a16="http://schemas.microsoft.com/office/drawing/2014/main" id="{78A63C13-DC4F-BC34-08C5-71BD67EF63A2}"/>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107026543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B8B3E7EA-638C-FBB1-3F6A-1F910A431A53}"/>
              </a:ext>
            </a:extLst>
          </p:cNvPr>
          <p:cNvSpPr/>
          <p:nvPr/>
        </p:nvSpPr>
        <p:spPr>
          <a:xfrm>
            <a:off x="341113" y="2270462"/>
            <a:ext cx="11520964" cy="3340673"/>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4" name="Slide Number Placeholder 3">
            <a:extLst>
              <a:ext uri="{FF2B5EF4-FFF2-40B4-BE49-F238E27FC236}">
                <a16:creationId xmlns:a16="http://schemas.microsoft.com/office/drawing/2014/main" id="{4D0C6D76-D66D-37D6-70D7-0FAEAB7C0A4F}"/>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143</a:t>
            </a:fld>
            <a:endParaRPr lang="en-GR"/>
          </a:p>
        </p:txBody>
      </p:sp>
      <p:sp>
        <p:nvSpPr>
          <p:cNvPr id="13" name="Text Placeholder 12">
            <a:extLst>
              <a:ext uri="{FF2B5EF4-FFF2-40B4-BE49-F238E27FC236}">
                <a16:creationId xmlns:a16="http://schemas.microsoft.com/office/drawing/2014/main" id="{95BAD782-CA81-171D-7342-8D1DB516B4DB}"/>
              </a:ext>
            </a:extLst>
          </p:cNvPr>
          <p:cNvSpPr>
            <a:spLocks noGrp="1"/>
          </p:cNvSpPr>
          <p:nvPr>
            <p:ph type="body" sz="quarter" idx="14"/>
          </p:nvPr>
        </p:nvSpPr>
        <p:spPr>
          <a:xfrm>
            <a:off x="331201" y="1268822"/>
            <a:ext cx="7939039" cy="364908"/>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26" name="Text Placeholder 25">
            <a:extLst>
              <a:ext uri="{FF2B5EF4-FFF2-40B4-BE49-F238E27FC236}">
                <a16:creationId xmlns:a16="http://schemas.microsoft.com/office/drawing/2014/main" id="{33196CE0-0BEB-95BF-FE18-D0E45AB9844E}"/>
              </a:ext>
            </a:extLst>
          </p:cNvPr>
          <p:cNvSpPr>
            <a:spLocks noGrp="1"/>
          </p:cNvSpPr>
          <p:nvPr>
            <p:ph type="body" sz="quarter" idx="27"/>
          </p:nvPr>
        </p:nvSpPr>
        <p:spPr>
          <a:xfrm>
            <a:off x="331201" y="5821200"/>
            <a:ext cx="7939040" cy="488120"/>
          </a:xfrm>
        </p:spPr>
        <p:txBody>
          <a:bodyPr>
            <a:normAutofit/>
          </a:bodyPr>
          <a:lstStyle/>
          <a:p>
            <a:r>
              <a:rPr lang="en-GB"/>
              <a:t>Aptos 8pt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p:txBody>
      </p:sp>
      <p:sp>
        <p:nvSpPr>
          <p:cNvPr id="16" name="Text Placeholder 15">
            <a:extLst>
              <a:ext uri="{FF2B5EF4-FFF2-40B4-BE49-F238E27FC236}">
                <a16:creationId xmlns:a16="http://schemas.microsoft.com/office/drawing/2014/main" id="{D7E3D575-DD64-442C-75C0-1CFACC64D8A5}"/>
              </a:ext>
            </a:extLst>
          </p:cNvPr>
          <p:cNvSpPr>
            <a:spLocks noGrp="1"/>
          </p:cNvSpPr>
          <p:nvPr>
            <p:ph type="body" sz="quarter" idx="28"/>
          </p:nvPr>
        </p:nvSpPr>
        <p:spPr>
          <a:xfrm>
            <a:off x="331788" y="741363"/>
            <a:ext cx="11531600" cy="334962"/>
          </a:xfrm>
        </p:spPr>
        <p:txBody>
          <a:bodyPr>
            <a:normAutofit/>
          </a:bodyPr>
          <a:lstStyle/>
          <a:p>
            <a:r>
              <a:rPr lang="en-GB"/>
              <a:t>Bar Chart</a:t>
            </a:r>
          </a:p>
        </p:txBody>
      </p:sp>
      <p:graphicFrame>
        <p:nvGraphicFramePr>
          <p:cNvPr id="14" name="Chart Placeholder 18">
            <a:extLst>
              <a:ext uri="{FF2B5EF4-FFF2-40B4-BE49-F238E27FC236}">
                <a16:creationId xmlns:a16="http://schemas.microsoft.com/office/drawing/2014/main" id="{A787EA55-E5C8-2522-2F2B-0C511DE69D9E}"/>
              </a:ext>
            </a:extLst>
          </p:cNvPr>
          <p:cNvGraphicFramePr>
            <a:graphicFrameLocks/>
          </p:cNvGraphicFramePr>
          <p:nvPr>
            <p:extLst>
              <p:ext uri="{D42A27DB-BD31-4B8C-83A1-F6EECF244321}">
                <p14:modId xmlns:p14="http://schemas.microsoft.com/office/powerpoint/2010/main" val="956585234"/>
              </p:ext>
            </p:extLst>
          </p:nvPr>
        </p:nvGraphicFramePr>
        <p:xfrm>
          <a:off x="354459" y="2008867"/>
          <a:ext cx="11507618" cy="3568862"/>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 Placeholder 17">
            <a:extLst>
              <a:ext uri="{FF2B5EF4-FFF2-40B4-BE49-F238E27FC236}">
                <a16:creationId xmlns:a16="http://schemas.microsoft.com/office/drawing/2014/main" id="{DFA85675-2BE7-E95C-296D-CF283B0D7C22}"/>
              </a:ext>
            </a:extLst>
          </p:cNvPr>
          <p:cNvSpPr txBox="1">
            <a:spLocks/>
          </p:cNvSpPr>
          <p:nvPr/>
        </p:nvSpPr>
        <p:spPr>
          <a:xfrm>
            <a:off x="645847" y="2268000"/>
            <a:ext cx="1858793" cy="333425"/>
          </a:xfrm>
          <a:prstGeom prst="rect">
            <a:avLst/>
          </a:prstGeom>
        </p:spPr>
        <p:txBody>
          <a:bodyPr wrap="square" lIns="0" tIns="0" rIns="0" bIns="0" anchor="t" anchorCtr="0">
            <a:no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accent1"/>
                </a:solidFill>
              </a:rPr>
              <a:t>Lorem ipsum </a:t>
            </a:r>
            <a:r>
              <a:rPr lang="en-GB" sz="1200" err="1">
                <a:solidFill>
                  <a:schemeClr val="accent1"/>
                </a:solidFill>
              </a:rPr>
              <a:t>dolor</a:t>
            </a:r>
            <a:r>
              <a:rPr lang="en-GB" sz="1200">
                <a:solidFill>
                  <a:schemeClr val="accent1"/>
                </a:solidFill>
              </a:rPr>
              <a:t> </a:t>
            </a:r>
            <a:r>
              <a:rPr lang="en-GB" sz="1200" err="1">
                <a:solidFill>
                  <a:schemeClr val="accent1"/>
                </a:solidFill>
              </a:rPr>
              <a:t>amet</a:t>
            </a:r>
            <a:r>
              <a:rPr lang="en-GB" sz="1200">
                <a:solidFill>
                  <a:schemeClr val="accent1"/>
                </a:solidFill>
              </a:rPr>
              <a:t> </a:t>
            </a:r>
            <a:r>
              <a:rPr lang="en-GB" sz="1200" err="1">
                <a:solidFill>
                  <a:schemeClr val="accent1"/>
                </a:solidFill>
              </a:rPr>
              <a:t>consecte</a:t>
            </a:r>
            <a:r>
              <a:rPr lang="el-GR" sz="1200">
                <a:solidFill>
                  <a:schemeClr val="accent1"/>
                </a:solidFill>
              </a:rPr>
              <a:t> </a:t>
            </a:r>
            <a:r>
              <a:rPr lang="en-US" sz="1200">
                <a:solidFill>
                  <a:schemeClr val="accent1"/>
                </a:solidFill>
              </a:rPr>
              <a:t>volte</a:t>
            </a:r>
            <a:endParaRPr lang="en-GB" sz="1200">
              <a:solidFill>
                <a:schemeClr val="accent1"/>
              </a:solidFill>
            </a:endParaRPr>
          </a:p>
        </p:txBody>
      </p:sp>
    </p:spTree>
    <p:extLst>
      <p:ext uri="{BB962C8B-B14F-4D97-AF65-F5344CB8AC3E}">
        <p14:creationId xmlns:p14="http://schemas.microsoft.com/office/powerpoint/2010/main" val="420367180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3B21-24F8-CE42-D891-A35ED5D590E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4A71336-0D19-4BE4-B088-FD43C38A146E}"/>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144</a:t>
            </a:fld>
            <a:endParaRPr lang="en-GR"/>
          </a:p>
        </p:txBody>
      </p:sp>
      <p:sp>
        <p:nvSpPr>
          <p:cNvPr id="38" name="Text Placeholder 37">
            <a:extLst>
              <a:ext uri="{FF2B5EF4-FFF2-40B4-BE49-F238E27FC236}">
                <a16:creationId xmlns:a16="http://schemas.microsoft.com/office/drawing/2014/main" id="{B4C158D1-19EE-09C3-7986-3DC6F4761081}"/>
              </a:ext>
            </a:extLst>
          </p:cNvPr>
          <p:cNvSpPr>
            <a:spLocks noGrp="1"/>
          </p:cNvSpPr>
          <p:nvPr>
            <p:ph type="body" sz="quarter" idx="14"/>
          </p:nvPr>
        </p:nvSpPr>
        <p:spPr>
          <a:xfrm>
            <a:off x="331201" y="1268822"/>
            <a:ext cx="7939040" cy="364908"/>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30" name="Text Placeholder 29">
            <a:extLst>
              <a:ext uri="{FF2B5EF4-FFF2-40B4-BE49-F238E27FC236}">
                <a16:creationId xmlns:a16="http://schemas.microsoft.com/office/drawing/2014/main" id="{651ECC06-F807-F7D3-ECA5-5982084695CF}"/>
              </a:ext>
            </a:extLst>
          </p:cNvPr>
          <p:cNvSpPr>
            <a:spLocks noGrp="1"/>
          </p:cNvSpPr>
          <p:nvPr>
            <p:ph type="body" sz="quarter" idx="27"/>
          </p:nvPr>
        </p:nvSpPr>
        <p:spPr>
          <a:xfrm>
            <a:off x="331200" y="5821200"/>
            <a:ext cx="5614911" cy="265394"/>
          </a:xfrm>
        </p:spPr>
        <p:txBody>
          <a:bodyPr>
            <a:normAutofit/>
          </a:bodyPr>
          <a:lstStyle/>
          <a:p>
            <a:pPr lvl="0"/>
            <a:r>
              <a:rPr lang="en-GB"/>
              <a:t>Aptos 8pt / Line spacing 1,1 / Paragraph spacing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a:t>
            </a:r>
            <a:endParaRPr lang="en-GR"/>
          </a:p>
        </p:txBody>
      </p:sp>
      <p:sp>
        <p:nvSpPr>
          <p:cNvPr id="32" name="Text Placeholder 31">
            <a:extLst>
              <a:ext uri="{FF2B5EF4-FFF2-40B4-BE49-F238E27FC236}">
                <a16:creationId xmlns:a16="http://schemas.microsoft.com/office/drawing/2014/main" id="{648BE625-626B-F9C6-9878-6D4BF0B2824E}"/>
              </a:ext>
            </a:extLst>
          </p:cNvPr>
          <p:cNvSpPr>
            <a:spLocks noGrp="1"/>
          </p:cNvSpPr>
          <p:nvPr>
            <p:ph type="body" sz="quarter" idx="31"/>
          </p:nvPr>
        </p:nvSpPr>
        <p:spPr>
          <a:xfrm>
            <a:off x="6243805" y="5821200"/>
            <a:ext cx="5614911" cy="265394"/>
          </a:xfrm>
        </p:spPr>
        <p:txBody>
          <a:bodyPr>
            <a:normAutofit/>
          </a:bodyPr>
          <a:lstStyle/>
          <a:p>
            <a:pPr lvl="0"/>
            <a:r>
              <a:rPr lang="en-GB"/>
              <a:t>Aptos 8pt / Line spacing 1,1 / Paragraph spacing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a:t>
            </a:r>
            <a:endParaRPr lang="en-GR"/>
          </a:p>
        </p:txBody>
      </p:sp>
      <p:sp>
        <p:nvSpPr>
          <p:cNvPr id="39" name="Text Placeholder 38">
            <a:extLst>
              <a:ext uri="{FF2B5EF4-FFF2-40B4-BE49-F238E27FC236}">
                <a16:creationId xmlns:a16="http://schemas.microsoft.com/office/drawing/2014/main" id="{B9A7550F-38C9-05CD-35F8-92F05998E360}"/>
              </a:ext>
            </a:extLst>
          </p:cNvPr>
          <p:cNvSpPr>
            <a:spLocks noGrp="1"/>
          </p:cNvSpPr>
          <p:nvPr>
            <p:ph type="body" sz="quarter" idx="25"/>
          </p:nvPr>
        </p:nvSpPr>
        <p:spPr>
          <a:xfrm>
            <a:off x="331788" y="741363"/>
            <a:ext cx="11531600" cy="334962"/>
          </a:xfrm>
        </p:spPr>
        <p:txBody>
          <a:bodyPr>
            <a:normAutofit/>
          </a:bodyPr>
          <a:lstStyle/>
          <a:p>
            <a:r>
              <a:rPr lang="en-GR"/>
              <a:t>Bar Charts x 2</a:t>
            </a:r>
          </a:p>
        </p:txBody>
      </p:sp>
      <p:grpSp>
        <p:nvGrpSpPr>
          <p:cNvPr id="10" name="Group 9">
            <a:extLst>
              <a:ext uri="{FF2B5EF4-FFF2-40B4-BE49-F238E27FC236}">
                <a16:creationId xmlns:a16="http://schemas.microsoft.com/office/drawing/2014/main" id="{7F5F116A-7E1E-E285-5083-4BF169B79051}"/>
              </a:ext>
            </a:extLst>
          </p:cNvPr>
          <p:cNvGrpSpPr/>
          <p:nvPr/>
        </p:nvGrpSpPr>
        <p:grpSpPr>
          <a:xfrm>
            <a:off x="6246594" y="2002422"/>
            <a:ext cx="5820910" cy="3608713"/>
            <a:chOff x="6246594" y="2547458"/>
            <a:chExt cx="5820910" cy="3343133"/>
          </a:xfrm>
        </p:grpSpPr>
        <p:sp>
          <p:nvSpPr>
            <p:cNvPr id="11" name="Rectangle 10">
              <a:extLst>
                <a:ext uri="{FF2B5EF4-FFF2-40B4-BE49-F238E27FC236}">
                  <a16:creationId xmlns:a16="http://schemas.microsoft.com/office/drawing/2014/main" id="{A0B3D1C4-C794-26E9-2272-A787216171DE}"/>
                </a:ext>
              </a:extLst>
            </p:cNvPr>
            <p:cNvSpPr/>
            <p:nvPr/>
          </p:nvSpPr>
          <p:spPr>
            <a:xfrm>
              <a:off x="6249777" y="2549918"/>
              <a:ext cx="5603719" cy="3340673"/>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graphicFrame>
          <p:nvGraphicFramePr>
            <p:cNvPr id="12" name="Chart 11">
              <a:extLst>
                <a:ext uri="{FF2B5EF4-FFF2-40B4-BE49-F238E27FC236}">
                  <a16:creationId xmlns:a16="http://schemas.microsoft.com/office/drawing/2014/main" id="{430F75C6-A198-FABC-B521-4BA70D46E1C2}"/>
                </a:ext>
              </a:extLst>
            </p:cNvPr>
            <p:cNvGraphicFramePr/>
            <p:nvPr>
              <p:extLst>
                <p:ext uri="{D42A27DB-BD31-4B8C-83A1-F6EECF244321}">
                  <p14:modId xmlns:p14="http://schemas.microsoft.com/office/powerpoint/2010/main" val="98065989"/>
                </p:ext>
              </p:extLst>
            </p:nvPr>
          </p:nvGraphicFramePr>
          <p:xfrm>
            <a:off x="6246594" y="2547458"/>
            <a:ext cx="5820910" cy="3340673"/>
          </p:xfrm>
          <a:graphic>
            <a:graphicData uri="http://schemas.openxmlformats.org/drawingml/2006/chart">
              <c:chart xmlns:c="http://schemas.openxmlformats.org/drawingml/2006/chart" xmlns:r="http://schemas.openxmlformats.org/officeDocument/2006/relationships" r:id="rId3"/>
            </a:graphicData>
          </a:graphic>
        </p:graphicFrame>
      </p:grpSp>
      <p:grpSp>
        <p:nvGrpSpPr>
          <p:cNvPr id="13" name="Group 12">
            <a:extLst>
              <a:ext uri="{FF2B5EF4-FFF2-40B4-BE49-F238E27FC236}">
                <a16:creationId xmlns:a16="http://schemas.microsoft.com/office/drawing/2014/main" id="{50F04FB0-9AA3-79AA-5C5F-B1591CEBA9D8}"/>
              </a:ext>
            </a:extLst>
          </p:cNvPr>
          <p:cNvGrpSpPr/>
          <p:nvPr/>
        </p:nvGrpSpPr>
        <p:grpSpPr>
          <a:xfrm>
            <a:off x="347740" y="2002420"/>
            <a:ext cx="5604636" cy="3608713"/>
            <a:chOff x="347740" y="2547458"/>
            <a:chExt cx="5604636" cy="3343133"/>
          </a:xfrm>
        </p:grpSpPr>
        <p:sp>
          <p:nvSpPr>
            <p:cNvPr id="14" name="Rectangle 13">
              <a:extLst>
                <a:ext uri="{FF2B5EF4-FFF2-40B4-BE49-F238E27FC236}">
                  <a16:creationId xmlns:a16="http://schemas.microsoft.com/office/drawing/2014/main" id="{46A78C17-AC70-0FD6-6B10-8C7A6EC89387}"/>
                </a:ext>
              </a:extLst>
            </p:cNvPr>
            <p:cNvSpPr/>
            <p:nvPr/>
          </p:nvSpPr>
          <p:spPr>
            <a:xfrm>
              <a:off x="347740" y="2549918"/>
              <a:ext cx="5603719" cy="3340673"/>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latin typeface="Aptos" panose="020B0004020202020204" pitchFamily="34" charset="0"/>
              </a:endParaRPr>
            </a:p>
          </p:txBody>
        </p:sp>
        <p:graphicFrame>
          <p:nvGraphicFramePr>
            <p:cNvPr id="15" name="Chart 14">
              <a:extLst>
                <a:ext uri="{FF2B5EF4-FFF2-40B4-BE49-F238E27FC236}">
                  <a16:creationId xmlns:a16="http://schemas.microsoft.com/office/drawing/2014/main" id="{0CCC173F-15CA-1C59-39C5-56C588A73901}"/>
                </a:ext>
              </a:extLst>
            </p:cNvPr>
            <p:cNvGraphicFramePr/>
            <p:nvPr>
              <p:extLst>
                <p:ext uri="{D42A27DB-BD31-4B8C-83A1-F6EECF244321}">
                  <p14:modId xmlns:p14="http://schemas.microsoft.com/office/powerpoint/2010/main" val="1445188664"/>
                </p:ext>
              </p:extLst>
            </p:nvPr>
          </p:nvGraphicFramePr>
          <p:xfrm>
            <a:off x="348656" y="2547458"/>
            <a:ext cx="5603720" cy="3340673"/>
          </p:xfrm>
          <a:graphic>
            <a:graphicData uri="http://schemas.openxmlformats.org/drawingml/2006/chart">
              <c:chart xmlns:c="http://schemas.openxmlformats.org/drawingml/2006/chart" xmlns:r="http://schemas.openxmlformats.org/officeDocument/2006/relationships" r:id="rId4"/>
            </a:graphicData>
          </a:graphic>
        </p:graphicFrame>
      </p:grpSp>
      <p:sp>
        <p:nvSpPr>
          <p:cNvPr id="16" name="Text Placeholder 17">
            <a:extLst>
              <a:ext uri="{FF2B5EF4-FFF2-40B4-BE49-F238E27FC236}">
                <a16:creationId xmlns:a16="http://schemas.microsoft.com/office/drawing/2014/main" id="{1184D382-1C88-B94B-F88F-458B279955D2}"/>
              </a:ext>
            </a:extLst>
          </p:cNvPr>
          <p:cNvSpPr txBox="1">
            <a:spLocks/>
          </p:cNvSpPr>
          <p:nvPr/>
        </p:nvSpPr>
        <p:spPr>
          <a:xfrm>
            <a:off x="645847" y="2268000"/>
            <a:ext cx="1201563" cy="167225"/>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accent1"/>
                </a:solidFill>
              </a:rPr>
              <a:t>Lorem ipsum</a:t>
            </a:r>
          </a:p>
        </p:txBody>
      </p:sp>
      <p:sp>
        <p:nvSpPr>
          <p:cNvPr id="17" name="Text Placeholder 17">
            <a:extLst>
              <a:ext uri="{FF2B5EF4-FFF2-40B4-BE49-F238E27FC236}">
                <a16:creationId xmlns:a16="http://schemas.microsoft.com/office/drawing/2014/main" id="{CBCFCFA8-0467-F3E5-5456-6E928C7CD21C}"/>
              </a:ext>
            </a:extLst>
          </p:cNvPr>
          <p:cNvSpPr txBox="1">
            <a:spLocks/>
          </p:cNvSpPr>
          <p:nvPr/>
        </p:nvSpPr>
        <p:spPr>
          <a:xfrm>
            <a:off x="6550669" y="2268002"/>
            <a:ext cx="1201563" cy="167225"/>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accent1"/>
                </a:solidFill>
              </a:rPr>
              <a:t>Lorem ipsum</a:t>
            </a:r>
          </a:p>
        </p:txBody>
      </p:sp>
    </p:spTree>
    <p:extLst>
      <p:ext uri="{BB962C8B-B14F-4D97-AF65-F5344CB8AC3E}">
        <p14:creationId xmlns:p14="http://schemas.microsoft.com/office/powerpoint/2010/main" val="31891951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5A87E8E-2DD0-09C1-F00E-E154670FB4D5}"/>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145</a:t>
            </a:fld>
            <a:endParaRPr lang="en-GR"/>
          </a:p>
        </p:txBody>
      </p:sp>
      <p:sp>
        <p:nvSpPr>
          <p:cNvPr id="16" name="Text Placeholder 37">
            <a:extLst>
              <a:ext uri="{FF2B5EF4-FFF2-40B4-BE49-F238E27FC236}">
                <a16:creationId xmlns:a16="http://schemas.microsoft.com/office/drawing/2014/main" id="{47548D07-7DFE-A511-238F-E27DB8E52AC3}"/>
              </a:ext>
            </a:extLst>
          </p:cNvPr>
          <p:cNvSpPr>
            <a:spLocks noGrp="1"/>
          </p:cNvSpPr>
          <p:nvPr>
            <p:ph type="body" sz="quarter" idx="14"/>
          </p:nvPr>
        </p:nvSpPr>
        <p:spPr>
          <a:xfrm>
            <a:off x="331201" y="1268822"/>
            <a:ext cx="7939040" cy="364908"/>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33" name="Text Placeholder 32">
            <a:extLst>
              <a:ext uri="{FF2B5EF4-FFF2-40B4-BE49-F238E27FC236}">
                <a16:creationId xmlns:a16="http://schemas.microsoft.com/office/drawing/2014/main" id="{6AB72B7F-6CB2-D84F-C537-B2F5F33B1414}"/>
              </a:ext>
            </a:extLst>
          </p:cNvPr>
          <p:cNvSpPr>
            <a:spLocks noGrp="1"/>
          </p:cNvSpPr>
          <p:nvPr>
            <p:ph type="body" sz="quarter" idx="27"/>
          </p:nvPr>
        </p:nvSpPr>
        <p:spPr>
          <a:xfrm>
            <a:off x="331200" y="5821200"/>
            <a:ext cx="5614911" cy="265394"/>
          </a:xfrm>
        </p:spPr>
        <p:txBody>
          <a:bodyPr>
            <a:normAutofit/>
          </a:bodyPr>
          <a:lstStyle/>
          <a:p>
            <a:pPr lvl="0"/>
            <a:r>
              <a:rPr lang="en-GB"/>
              <a:t>Aptos 8pt / Line spacing 1,1 / Paragraph spacing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a:t>
            </a:r>
            <a:endParaRPr lang="en-GR"/>
          </a:p>
        </p:txBody>
      </p:sp>
      <p:sp>
        <p:nvSpPr>
          <p:cNvPr id="35" name="Text Placeholder 34">
            <a:extLst>
              <a:ext uri="{FF2B5EF4-FFF2-40B4-BE49-F238E27FC236}">
                <a16:creationId xmlns:a16="http://schemas.microsoft.com/office/drawing/2014/main" id="{69F0A6FF-E9A7-2F33-7B3B-B33F0D4E8523}"/>
              </a:ext>
            </a:extLst>
          </p:cNvPr>
          <p:cNvSpPr>
            <a:spLocks noGrp="1"/>
          </p:cNvSpPr>
          <p:nvPr>
            <p:ph type="body" sz="quarter" idx="31"/>
          </p:nvPr>
        </p:nvSpPr>
        <p:spPr>
          <a:xfrm>
            <a:off x="6243805" y="5821200"/>
            <a:ext cx="5614911" cy="265394"/>
          </a:xfrm>
        </p:spPr>
        <p:txBody>
          <a:bodyPr>
            <a:normAutofit/>
          </a:bodyPr>
          <a:lstStyle/>
          <a:p>
            <a:pPr lvl="0"/>
            <a:r>
              <a:rPr lang="en-GB"/>
              <a:t>Aptos 8pt / Line spacing 1,1 / Paragraph spacing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a:t>
            </a:r>
            <a:endParaRPr lang="en-GR"/>
          </a:p>
        </p:txBody>
      </p:sp>
      <p:sp>
        <p:nvSpPr>
          <p:cNvPr id="15" name="Text Placeholder 14">
            <a:extLst>
              <a:ext uri="{FF2B5EF4-FFF2-40B4-BE49-F238E27FC236}">
                <a16:creationId xmlns:a16="http://schemas.microsoft.com/office/drawing/2014/main" id="{96B796DA-2AE1-7A37-C863-1E805F0E1E96}"/>
              </a:ext>
            </a:extLst>
          </p:cNvPr>
          <p:cNvSpPr>
            <a:spLocks noGrp="1"/>
          </p:cNvSpPr>
          <p:nvPr>
            <p:ph type="body" sz="quarter" idx="25"/>
          </p:nvPr>
        </p:nvSpPr>
        <p:spPr>
          <a:xfrm>
            <a:off x="331788" y="741363"/>
            <a:ext cx="11531600" cy="334962"/>
          </a:xfrm>
        </p:spPr>
        <p:txBody>
          <a:bodyPr>
            <a:normAutofit/>
          </a:bodyPr>
          <a:lstStyle/>
          <a:p>
            <a:r>
              <a:rPr lang="en-GR"/>
              <a:t>Bar Charts x 2</a:t>
            </a:r>
          </a:p>
        </p:txBody>
      </p:sp>
      <p:graphicFrame>
        <p:nvGraphicFramePr>
          <p:cNvPr id="10" name="Chart 9">
            <a:extLst>
              <a:ext uri="{FF2B5EF4-FFF2-40B4-BE49-F238E27FC236}">
                <a16:creationId xmlns:a16="http://schemas.microsoft.com/office/drawing/2014/main" id="{1F763DC6-C52A-740C-32A2-ABFFA37359DC}"/>
              </a:ext>
            </a:extLst>
          </p:cNvPr>
          <p:cNvGraphicFramePr/>
          <p:nvPr>
            <p:extLst>
              <p:ext uri="{D42A27DB-BD31-4B8C-83A1-F6EECF244321}">
                <p14:modId xmlns:p14="http://schemas.microsoft.com/office/powerpoint/2010/main" val="3644314237"/>
              </p:ext>
            </p:extLst>
          </p:nvPr>
        </p:nvGraphicFramePr>
        <p:xfrm>
          <a:off x="346748" y="2270447"/>
          <a:ext cx="5616860" cy="333151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F960BD46-C75E-13D5-C389-DD0BCCF1A10F}"/>
              </a:ext>
            </a:extLst>
          </p:cNvPr>
          <p:cNvGraphicFramePr/>
          <p:nvPr>
            <p:extLst>
              <p:ext uri="{D42A27DB-BD31-4B8C-83A1-F6EECF244321}">
                <p14:modId xmlns:p14="http://schemas.microsoft.com/office/powerpoint/2010/main" val="1370590724"/>
              </p:ext>
            </p:extLst>
          </p:nvPr>
        </p:nvGraphicFramePr>
        <p:xfrm>
          <a:off x="6248785" y="2270449"/>
          <a:ext cx="5616860" cy="3331513"/>
        </p:xfrm>
        <a:graphic>
          <a:graphicData uri="http://schemas.openxmlformats.org/drawingml/2006/chart">
            <c:chart xmlns:c="http://schemas.openxmlformats.org/drawingml/2006/chart" xmlns:r="http://schemas.openxmlformats.org/officeDocument/2006/relationships" r:id="rId4"/>
          </a:graphicData>
        </a:graphic>
      </p:graphicFrame>
      <p:sp>
        <p:nvSpPr>
          <p:cNvPr id="17" name="Text Placeholder 17">
            <a:extLst>
              <a:ext uri="{FF2B5EF4-FFF2-40B4-BE49-F238E27FC236}">
                <a16:creationId xmlns:a16="http://schemas.microsoft.com/office/drawing/2014/main" id="{270924B2-DB92-A924-3DD2-EE36ADB86357}"/>
              </a:ext>
            </a:extLst>
          </p:cNvPr>
          <p:cNvSpPr txBox="1">
            <a:spLocks/>
          </p:cNvSpPr>
          <p:nvPr/>
        </p:nvSpPr>
        <p:spPr>
          <a:xfrm>
            <a:off x="645847" y="2268000"/>
            <a:ext cx="1201563" cy="167225"/>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accent1"/>
                </a:solidFill>
              </a:rPr>
              <a:t>Lorem ipsum</a:t>
            </a:r>
          </a:p>
        </p:txBody>
      </p:sp>
      <p:sp>
        <p:nvSpPr>
          <p:cNvPr id="18" name="Text Placeholder 17">
            <a:extLst>
              <a:ext uri="{FF2B5EF4-FFF2-40B4-BE49-F238E27FC236}">
                <a16:creationId xmlns:a16="http://schemas.microsoft.com/office/drawing/2014/main" id="{F7A67D47-A568-3173-7EA8-087CE5240DFA}"/>
              </a:ext>
            </a:extLst>
          </p:cNvPr>
          <p:cNvSpPr txBox="1">
            <a:spLocks/>
          </p:cNvSpPr>
          <p:nvPr/>
        </p:nvSpPr>
        <p:spPr>
          <a:xfrm>
            <a:off x="6550669" y="2268002"/>
            <a:ext cx="1201563" cy="167225"/>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accent1"/>
                </a:solidFill>
              </a:rPr>
              <a:t>Lorem ipsum</a:t>
            </a:r>
          </a:p>
        </p:txBody>
      </p:sp>
    </p:spTree>
    <p:extLst>
      <p:ext uri="{BB962C8B-B14F-4D97-AF65-F5344CB8AC3E}">
        <p14:creationId xmlns:p14="http://schemas.microsoft.com/office/powerpoint/2010/main" val="204628079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5943055-F9F2-9E7D-13B7-634980B78F7A}"/>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146</a:t>
            </a:fld>
            <a:endParaRPr lang="en-GR"/>
          </a:p>
        </p:txBody>
      </p:sp>
      <p:sp>
        <p:nvSpPr>
          <p:cNvPr id="30" name="Text Placeholder 29">
            <a:extLst>
              <a:ext uri="{FF2B5EF4-FFF2-40B4-BE49-F238E27FC236}">
                <a16:creationId xmlns:a16="http://schemas.microsoft.com/office/drawing/2014/main" id="{BE6D2AAC-7971-4C39-0351-DB017BDA8FE1}"/>
              </a:ext>
            </a:extLst>
          </p:cNvPr>
          <p:cNvSpPr>
            <a:spLocks noGrp="1"/>
          </p:cNvSpPr>
          <p:nvPr>
            <p:ph type="body" sz="quarter" idx="14"/>
          </p:nvPr>
        </p:nvSpPr>
        <p:spPr>
          <a:xfrm>
            <a:off x="331201" y="1268822"/>
            <a:ext cx="7939040" cy="364908"/>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31" name="Text Placeholder 30">
            <a:extLst>
              <a:ext uri="{FF2B5EF4-FFF2-40B4-BE49-F238E27FC236}">
                <a16:creationId xmlns:a16="http://schemas.microsoft.com/office/drawing/2014/main" id="{5939067E-ED6D-70C9-6BE2-188581E9E579}"/>
              </a:ext>
            </a:extLst>
          </p:cNvPr>
          <p:cNvSpPr>
            <a:spLocks noGrp="1"/>
          </p:cNvSpPr>
          <p:nvPr>
            <p:ph type="body" sz="quarter" idx="25"/>
          </p:nvPr>
        </p:nvSpPr>
        <p:spPr>
          <a:xfrm>
            <a:off x="331788" y="741363"/>
            <a:ext cx="11531600" cy="334962"/>
          </a:xfrm>
        </p:spPr>
        <p:txBody>
          <a:bodyPr>
            <a:normAutofit/>
          </a:bodyPr>
          <a:lstStyle/>
          <a:p>
            <a:r>
              <a:rPr lang="en-GR"/>
              <a:t>Bar Charts x 4</a:t>
            </a:r>
          </a:p>
        </p:txBody>
      </p:sp>
      <p:grpSp>
        <p:nvGrpSpPr>
          <p:cNvPr id="12" name="Group 11">
            <a:extLst>
              <a:ext uri="{FF2B5EF4-FFF2-40B4-BE49-F238E27FC236}">
                <a16:creationId xmlns:a16="http://schemas.microsoft.com/office/drawing/2014/main" id="{B6126E4D-B543-853E-26BD-2BF3D28FFE42}"/>
              </a:ext>
            </a:extLst>
          </p:cNvPr>
          <p:cNvGrpSpPr/>
          <p:nvPr/>
        </p:nvGrpSpPr>
        <p:grpSpPr>
          <a:xfrm>
            <a:off x="562824" y="2264908"/>
            <a:ext cx="2233385" cy="3698564"/>
            <a:chOff x="562824" y="2283999"/>
            <a:chExt cx="2233385" cy="3206526"/>
          </a:xfrm>
        </p:grpSpPr>
        <p:sp>
          <p:nvSpPr>
            <p:cNvPr id="13" name="Text Placeholder 2">
              <a:extLst>
                <a:ext uri="{FF2B5EF4-FFF2-40B4-BE49-F238E27FC236}">
                  <a16:creationId xmlns:a16="http://schemas.microsoft.com/office/drawing/2014/main" id="{6E718DE6-1149-5B74-D68C-8008688F29BB}"/>
                </a:ext>
              </a:extLst>
            </p:cNvPr>
            <p:cNvSpPr txBox="1">
              <a:spLocks/>
            </p:cNvSpPr>
            <p:nvPr/>
          </p:nvSpPr>
          <p:spPr>
            <a:xfrm>
              <a:off x="562824" y="5099617"/>
              <a:ext cx="2233385" cy="390908"/>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900"/>
                </a:spcBef>
                <a:buClr>
                  <a:srgbClr val="047A85"/>
                </a:buClr>
                <a:buNone/>
                <a:tabLst>
                  <a:tab pos="352425" algn="l"/>
                </a:tabLst>
                <a:defRPr/>
              </a:pPr>
              <a:r>
                <a:rPr lang="en-GB" sz="900"/>
                <a:t>Con </a:t>
              </a:r>
              <a:r>
                <a:rPr lang="en-GB" sz="900" err="1"/>
                <a:t>adipiscing</a:t>
              </a:r>
              <a:r>
                <a:rPr lang="en-GB" sz="900"/>
                <a:t> </a:t>
              </a:r>
              <a:r>
                <a:rPr lang="en-GB" sz="900" err="1"/>
                <a:t>elit</a:t>
              </a:r>
              <a:r>
                <a:rPr lang="en-GB" sz="900"/>
                <a:t>, </a:t>
              </a:r>
              <a:r>
                <a:rPr lang="en-GB" sz="900" err="1"/>
                <a:t>sed</a:t>
              </a:r>
              <a:r>
                <a:rPr lang="en-GB" sz="900"/>
                <a:t> </a:t>
              </a:r>
              <a:r>
                <a:rPr lang="en-GB" sz="900" err="1"/>
                <a:t>doal</a:t>
              </a:r>
              <a:r>
                <a:rPr lang="en-GB" sz="900"/>
                <a:t> </a:t>
              </a:r>
              <a:r>
                <a:rPr lang="en-GB" sz="900" err="1"/>
                <a:t>cana</a:t>
              </a:r>
              <a:r>
                <a:rPr lang="en-GB" sz="900"/>
                <a:t> </a:t>
              </a:r>
              <a:r>
                <a:rPr lang="en-GB" sz="900" err="1"/>
                <a:t>oalit</a:t>
              </a:r>
              <a:r>
                <a:rPr lang="en-GB" sz="900"/>
                <a:t> </a:t>
              </a:r>
              <a:r>
                <a:rPr lang="en-GB" sz="900" err="1"/>
                <a:t>eiusmod</a:t>
              </a:r>
              <a:r>
                <a:rPr lang="en-GB" sz="900"/>
                <a:t> </a:t>
              </a:r>
              <a:r>
                <a:rPr lang="en-GB" sz="900" err="1"/>
                <a:t>tempor</a:t>
              </a:r>
              <a:r>
                <a:rPr lang="en-GB" sz="900"/>
                <a:t> </a:t>
              </a:r>
              <a:r>
                <a:rPr lang="en-GB" sz="900" err="1"/>
                <a:t>incididunto</a:t>
              </a:r>
              <a:r>
                <a:rPr lang="en-GB" sz="900"/>
                <a:t> </a:t>
              </a:r>
              <a:r>
                <a:rPr lang="en-GB" sz="900" err="1"/>
                <a:t>ut</a:t>
              </a:r>
              <a:r>
                <a:rPr lang="en-GB" sz="900"/>
                <a:t> labore in </a:t>
              </a:r>
              <a:r>
                <a:rPr lang="en-GB" sz="900" err="1"/>
                <a:t>voluptate</a:t>
              </a:r>
              <a:r>
                <a:rPr lang="en-GB" sz="900"/>
                <a:t> </a:t>
              </a:r>
              <a:r>
                <a:rPr lang="en-GB" sz="900" err="1"/>
                <a:t>velit</a:t>
              </a:r>
              <a:r>
                <a:rPr lang="en-GB" sz="900"/>
                <a:t> </a:t>
              </a:r>
              <a:r>
                <a:rPr lang="en-GB" sz="900" err="1"/>
                <a:t>esserti</a:t>
              </a:r>
              <a:r>
                <a:rPr lang="en-GB" sz="900"/>
                <a:t> </a:t>
              </a:r>
              <a:r>
                <a:rPr lang="en-GB" sz="900" err="1"/>
                <a:t>cillum</a:t>
              </a:r>
              <a:r>
                <a:rPr lang="en-GB" sz="900"/>
                <a:t> </a:t>
              </a:r>
              <a:r>
                <a:rPr lang="en-GB" sz="900" err="1"/>
                <a:t>dolores</a:t>
              </a:r>
              <a:r>
                <a:rPr lang="en-GB" sz="900"/>
                <a:t> eu.</a:t>
              </a:r>
              <a:endParaRPr lang="en-GR" sz="900"/>
            </a:p>
          </p:txBody>
        </p:sp>
        <mc:AlternateContent xmlns:mc="http://schemas.openxmlformats.org/markup-compatibility/2006" xmlns:cx1="http://schemas.microsoft.com/office/drawing/2015/9/8/chartex">
          <mc:Choice Requires="cx1">
            <p:graphicFrame>
              <p:nvGraphicFramePr>
                <p:cNvPr id="14" name="Chart 13">
                  <a:extLst>
                    <a:ext uri="{FF2B5EF4-FFF2-40B4-BE49-F238E27FC236}">
                      <a16:creationId xmlns:a16="http://schemas.microsoft.com/office/drawing/2014/main" id="{CF965D32-5BA5-271B-B847-A7A20070BCFD}"/>
                    </a:ext>
                  </a:extLst>
                </p:cNvPr>
                <p:cNvGraphicFramePr/>
                <p:nvPr>
                  <p:extLst>
                    <p:ext uri="{D42A27DB-BD31-4B8C-83A1-F6EECF244321}">
                      <p14:modId xmlns:p14="http://schemas.microsoft.com/office/powerpoint/2010/main" val="3024233073"/>
                    </p:ext>
                  </p:extLst>
                </p:nvPr>
              </p:nvGraphicFramePr>
              <p:xfrm>
                <a:off x="562824" y="2941380"/>
                <a:ext cx="2233385" cy="2051212"/>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14" name="Chart 13">
                  <a:extLst>
                    <a:ext uri="{FF2B5EF4-FFF2-40B4-BE49-F238E27FC236}">
                      <a16:creationId xmlns:a16="http://schemas.microsoft.com/office/drawing/2014/main" id="{CF965D32-5BA5-271B-B847-A7A20070BCFD}"/>
                    </a:ext>
                  </a:extLst>
                </p:cNvPr>
                <p:cNvPicPr>
                  <a:picLocks noGrp="1" noRot="1" noChangeAspect="1" noMove="1" noResize="1" noEditPoints="1" noAdjustHandles="1" noChangeArrowheads="1" noChangeShapeType="1"/>
                </p:cNvPicPr>
                <p:nvPr/>
              </p:nvPicPr>
              <p:blipFill>
                <a:blip r:embed="rId4"/>
                <a:stretch>
                  <a:fillRect/>
                </a:stretch>
              </p:blipFill>
              <p:spPr>
                <a:xfrm>
                  <a:off x="562824" y="3023163"/>
                  <a:ext cx="2233385" cy="2365968"/>
                </a:xfrm>
                <a:prstGeom prst="rect">
                  <a:avLst/>
                </a:prstGeom>
              </p:spPr>
            </p:pic>
          </mc:Fallback>
        </mc:AlternateContent>
        <p:sp>
          <p:nvSpPr>
            <p:cNvPr id="15" name="Text Placeholder 2">
              <a:extLst>
                <a:ext uri="{FF2B5EF4-FFF2-40B4-BE49-F238E27FC236}">
                  <a16:creationId xmlns:a16="http://schemas.microsoft.com/office/drawing/2014/main" id="{997867F6-3B35-DE4B-735C-05723315FFB1}"/>
                </a:ext>
              </a:extLst>
            </p:cNvPr>
            <p:cNvSpPr txBox="1">
              <a:spLocks/>
            </p:cNvSpPr>
            <p:nvPr/>
          </p:nvSpPr>
          <p:spPr>
            <a:xfrm>
              <a:off x="562824" y="2283999"/>
              <a:ext cx="2233385" cy="320198"/>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Clr>
                  <a:srgbClr val="047A85"/>
                </a:buClr>
                <a:buNone/>
                <a:tabLst>
                  <a:tab pos="352425" algn="l"/>
                </a:tabLst>
                <a:defRPr/>
              </a:pPr>
              <a:r>
                <a:rPr lang="en-GB" sz="1200" b="1">
                  <a:solidFill>
                    <a:schemeClr val="accent1"/>
                  </a:solidFill>
                  <a:latin typeface="Aptos SemiBold" panose="020B0004020202020204" pitchFamily="34" charset="0"/>
                </a:rPr>
                <a:t>Lorem ipsum </a:t>
              </a:r>
              <a:r>
                <a:rPr lang="en-GB" sz="1200" b="1" err="1">
                  <a:solidFill>
                    <a:schemeClr val="accent1"/>
                  </a:solidFill>
                  <a:latin typeface="Aptos SemiBold" panose="020B0004020202020204" pitchFamily="34" charset="0"/>
                </a:rPr>
                <a:t>dolor</a:t>
              </a:r>
              <a:r>
                <a:rPr lang="en-GB" sz="1200" b="1">
                  <a:solidFill>
                    <a:schemeClr val="accent1"/>
                  </a:solidFill>
                  <a:latin typeface="Aptos SemiBold" panose="020B0004020202020204" pitchFamily="34" charset="0"/>
                </a:rPr>
                <a:t> sit </a:t>
              </a:r>
              <a:r>
                <a:rPr lang="en-GB" sz="1200" b="1" err="1">
                  <a:solidFill>
                    <a:schemeClr val="accent1"/>
                  </a:solidFill>
                  <a:latin typeface="Aptos SemiBold" panose="020B0004020202020204" pitchFamily="34" charset="0"/>
                </a:rPr>
                <a:t>voluptate</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ans</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enim</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satir</a:t>
              </a:r>
              <a:r>
                <a:rPr lang="en-GB" sz="1200" b="1">
                  <a:solidFill>
                    <a:schemeClr val="accent1"/>
                  </a:solidFill>
                  <a:latin typeface="Aptos SemiBold" panose="020B0004020202020204" pitchFamily="34" charset="0"/>
                </a:rPr>
                <a:t>.</a:t>
              </a:r>
            </a:p>
          </p:txBody>
        </p:sp>
      </p:grpSp>
      <p:grpSp>
        <p:nvGrpSpPr>
          <p:cNvPr id="16" name="Group 15">
            <a:extLst>
              <a:ext uri="{FF2B5EF4-FFF2-40B4-BE49-F238E27FC236}">
                <a16:creationId xmlns:a16="http://schemas.microsoft.com/office/drawing/2014/main" id="{0931B1B4-4D2A-24FF-2722-6D47BC86B910}"/>
              </a:ext>
            </a:extLst>
          </p:cNvPr>
          <p:cNvGrpSpPr/>
          <p:nvPr/>
        </p:nvGrpSpPr>
        <p:grpSpPr>
          <a:xfrm>
            <a:off x="3503734" y="2264910"/>
            <a:ext cx="2233385" cy="3698565"/>
            <a:chOff x="562824" y="2283999"/>
            <a:chExt cx="2233385" cy="3206527"/>
          </a:xfrm>
        </p:grpSpPr>
        <p:sp>
          <p:nvSpPr>
            <p:cNvPr id="17" name="Text Placeholder 2">
              <a:extLst>
                <a:ext uri="{FF2B5EF4-FFF2-40B4-BE49-F238E27FC236}">
                  <a16:creationId xmlns:a16="http://schemas.microsoft.com/office/drawing/2014/main" id="{4EDD7086-D983-AECE-5EE9-805813976CCE}"/>
                </a:ext>
              </a:extLst>
            </p:cNvPr>
            <p:cNvSpPr txBox="1">
              <a:spLocks/>
            </p:cNvSpPr>
            <p:nvPr/>
          </p:nvSpPr>
          <p:spPr>
            <a:xfrm>
              <a:off x="562824" y="5099617"/>
              <a:ext cx="2233385" cy="390909"/>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900"/>
                </a:spcBef>
                <a:buClr>
                  <a:srgbClr val="047A85"/>
                </a:buClr>
                <a:buNone/>
                <a:tabLst>
                  <a:tab pos="352425" algn="l"/>
                </a:tabLst>
                <a:defRPr/>
              </a:pPr>
              <a:r>
                <a:rPr lang="en-GB" sz="900"/>
                <a:t>Sit </a:t>
              </a:r>
              <a:r>
                <a:rPr lang="en-GB" sz="900" err="1"/>
                <a:t>amet</a:t>
              </a:r>
              <a:r>
                <a:rPr lang="en-GB" sz="900"/>
                <a:t> </a:t>
              </a:r>
              <a:r>
                <a:rPr lang="en-GB" sz="900" err="1"/>
                <a:t>nulla</a:t>
              </a:r>
              <a:r>
                <a:rPr lang="en-GB" sz="900"/>
                <a:t> </a:t>
              </a:r>
              <a:r>
                <a:rPr lang="en-GB" sz="900" err="1"/>
                <a:t>facilisi</a:t>
              </a:r>
              <a:r>
                <a:rPr lang="en-GB" sz="900"/>
                <a:t> </a:t>
              </a:r>
              <a:r>
                <a:rPr lang="en-GB" sz="900" err="1"/>
                <a:t>morbi</a:t>
              </a:r>
              <a:r>
                <a:rPr lang="en-GB" sz="900"/>
                <a:t> temp </a:t>
              </a:r>
              <a:r>
                <a:rPr lang="en-GB" sz="900" err="1"/>
                <a:t>iaculis</a:t>
              </a:r>
              <a:r>
                <a:rPr lang="en-GB" sz="900"/>
                <a:t>. </a:t>
              </a:r>
              <a:r>
                <a:rPr lang="en-GB" sz="900" err="1"/>
                <a:t>Sed</a:t>
              </a:r>
              <a:r>
                <a:rPr lang="en-GB" sz="900"/>
                <a:t> pulvinar </a:t>
              </a:r>
              <a:r>
                <a:rPr lang="en-GB" sz="900" err="1"/>
                <a:t>proin</a:t>
              </a:r>
              <a:r>
                <a:rPr lang="en-GB" sz="900"/>
                <a:t> </a:t>
              </a:r>
              <a:r>
                <a:rPr lang="en-GB" sz="900" err="1"/>
                <a:t>gravidl</a:t>
              </a:r>
              <a:r>
                <a:rPr lang="en-GB" sz="900"/>
                <a:t> </a:t>
              </a:r>
              <a:r>
                <a:rPr lang="en-GB" sz="900" err="1"/>
                <a:t>hendrerit</a:t>
              </a:r>
              <a:r>
                <a:rPr lang="en-GB" sz="900"/>
                <a:t> </a:t>
              </a:r>
              <a:r>
                <a:rPr lang="en-GB" sz="900" err="1"/>
                <a:t>lectus</a:t>
              </a:r>
              <a:r>
                <a:rPr lang="en-GB" sz="900"/>
                <a:t> a. </a:t>
              </a:r>
              <a:r>
                <a:rPr lang="en-GB" sz="900" err="1"/>
                <a:t>Consecteturor</a:t>
              </a:r>
              <a:r>
                <a:rPr lang="en-GB" sz="900"/>
                <a:t> </a:t>
              </a:r>
              <a:r>
                <a:rPr lang="en-GB" sz="900" err="1"/>
                <a:t>arton</a:t>
              </a:r>
              <a:r>
                <a:rPr lang="en-GB" sz="900"/>
                <a:t> </a:t>
              </a:r>
              <a:r>
                <a:rPr lang="en-GB" sz="900" err="1"/>
                <a:t>erat</a:t>
              </a:r>
              <a:r>
                <a:rPr lang="en-GB" sz="900"/>
                <a:t> </a:t>
              </a:r>
              <a:r>
                <a:rPr lang="en-GB" sz="900" err="1"/>
                <a:t>nam</a:t>
              </a:r>
              <a:r>
                <a:rPr lang="en-GB" sz="900"/>
                <a:t> at </a:t>
              </a:r>
              <a:r>
                <a:rPr lang="en-GB" sz="900" err="1"/>
                <a:t>lectus</a:t>
              </a:r>
              <a:r>
                <a:rPr lang="en-GB" sz="900"/>
                <a:t>.</a:t>
              </a:r>
              <a:endParaRPr lang="en-GR" sz="900"/>
            </a:p>
          </p:txBody>
        </p:sp>
        <mc:AlternateContent xmlns:mc="http://schemas.openxmlformats.org/markup-compatibility/2006" xmlns:cx1="http://schemas.microsoft.com/office/drawing/2015/9/8/chartex">
          <mc:Choice Requires="cx1">
            <p:graphicFrame>
              <p:nvGraphicFramePr>
                <p:cNvPr id="18" name="Chart 17">
                  <a:extLst>
                    <a:ext uri="{FF2B5EF4-FFF2-40B4-BE49-F238E27FC236}">
                      <a16:creationId xmlns:a16="http://schemas.microsoft.com/office/drawing/2014/main" id="{05B5BD83-F1AD-694E-7F30-EA082CAA4BF6}"/>
                    </a:ext>
                  </a:extLst>
                </p:cNvPr>
                <p:cNvGraphicFramePr/>
                <p:nvPr>
                  <p:extLst>
                    <p:ext uri="{D42A27DB-BD31-4B8C-83A1-F6EECF244321}">
                      <p14:modId xmlns:p14="http://schemas.microsoft.com/office/powerpoint/2010/main" val="2194064937"/>
                    </p:ext>
                  </p:extLst>
                </p:nvPr>
              </p:nvGraphicFramePr>
              <p:xfrm>
                <a:off x="562824" y="2941380"/>
                <a:ext cx="2233385" cy="2051212"/>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18" name="Chart 17">
                  <a:extLst>
                    <a:ext uri="{FF2B5EF4-FFF2-40B4-BE49-F238E27FC236}">
                      <a16:creationId xmlns:a16="http://schemas.microsoft.com/office/drawing/2014/main" id="{05B5BD83-F1AD-694E-7F30-EA082CAA4BF6}"/>
                    </a:ext>
                  </a:extLst>
                </p:cNvPr>
                <p:cNvPicPr>
                  <a:picLocks noGrp="1" noRot="1" noChangeAspect="1" noMove="1" noResize="1" noEditPoints="1" noAdjustHandles="1" noChangeArrowheads="1" noChangeShapeType="1"/>
                </p:cNvPicPr>
                <p:nvPr/>
              </p:nvPicPr>
              <p:blipFill>
                <a:blip r:embed="rId6"/>
                <a:stretch>
                  <a:fillRect/>
                </a:stretch>
              </p:blipFill>
              <p:spPr>
                <a:xfrm>
                  <a:off x="3503734" y="3023165"/>
                  <a:ext cx="2233385" cy="2365968"/>
                </a:xfrm>
                <a:prstGeom prst="rect">
                  <a:avLst/>
                </a:prstGeom>
              </p:spPr>
            </p:pic>
          </mc:Fallback>
        </mc:AlternateContent>
        <p:sp>
          <p:nvSpPr>
            <p:cNvPr id="19" name="Text Placeholder 2">
              <a:extLst>
                <a:ext uri="{FF2B5EF4-FFF2-40B4-BE49-F238E27FC236}">
                  <a16:creationId xmlns:a16="http://schemas.microsoft.com/office/drawing/2014/main" id="{3EEC6580-974C-B8FB-AB9B-D6529FCD0CF3}"/>
                </a:ext>
              </a:extLst>
            </p:cNvPr>
            <p:cNvSpPr txBox="1">
              <a:spLocks/>
            </p:cNvSpPr>
            <p:nvPr/>
          </p:nvSpPr>
          <p:spPr>
            <a:xfrm>
              <a:off x="562824" y="2283999"/>
              <a:ext cx="2233385" cy="320198"/>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Clr>
                  <a:srgbClr val="047A85"/>
                </a:buClr>
                <a:buNone/>
                <a:tabLst>
                  <a:tab pos="352425" algn="l"/>
                </a:tabLst>
                <a:defRPr/>
              </a:pPr>
              <a:r>
                <a:rPr lang="en-GB" sz="1200" b="1">
                  <a:solidFill>
                    <a:schemeClr val="accent1"/>
                  </a:solidFill>
                  <a:latin typeface="Aptos SemiBold" panose="020B0004020202020204" pitchFamily="34" charset="0"/>
                </a:rPr>
                <a:t>Nunc </a:t>
              </a:r>
              <a:r>
                <a:rPr lang="en-GB" sz="1200" b="1" err="1">
                  <a:solidFill>
                    <a:schemeClr val="accent1"/>
                  </a:solidFill>
                  <a:latin typeface="Aptos SemiBold" panose="020B0004020202020204" pitchFamily="34" charset="0"/>
                </a:rPr>
                <a:t>mattis</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enim</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ut</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tellus</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elementum</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sagittis</a:t>
              </a:r>
              <a:r>
                <a:rPr lang="en-GB" sz="1200" b="1">
                  <a:solidFill>
                    <a:schemeClr val="accent1"/>
                  </a:solidFill>
                  <a:latin typeface="Aptos SemiBold" panose="020B0004020202020204" pitchFamily="34" charset="0"/>
                </a:rPr>
                <a:t>.</a:t>
              </a:r>
            </a:p>
          </p:txBody>
        </p:sp>
      </p:grpSp>
      <p:grpSp>
        <p:nvGrpSpPr>
          <p:cNvPr id="20" name="Group 19">
            <a:extLst>
              <a:ext uri="{FF2B5EF4-FFF2-40B4-BE49-F238E27FC236}">
                <a16:creationId xmlns:a16="http://schemas.microsoft.com/office/drawing/2014/main" id="{98EDB784-B5BC-0094-96EC-C3B014EF91AD}"/>
              </a:ext>
            </a:extLst>
          </p:cNvPr>
          <p:cNvGrpSpPr/>
          <p:nvPr/>
        </p:nvGrpSpPr>
        <p:grpSpPr>
          <a:xfrm>
            <a:off x="6456996" y="2264910"/>
            <a:ext cx="5202726" cy="3698565"/>
            <a:chOff x="562824" y="2283999"/>
            <a:chExt cx="5202726" cy="3206527"/>
          </a:xfrm>
        </p:grpSpPr>
        <p:sp>
          <p:nvSpPr>
            <p:cNvPr id="21" name="Text Placeholder 2">
              <a:extLst>
                <a:ext uri="{FF2B5EF4-FFF2-40B4-BE49-F238E27FC236}">
                  <a16:creationId xmlns:a16="http://schemas.microsoft.com/office/drawing/2014/main" id="{3277C236-0E49-1EC5-185D-B2B2300DF423}"/>
                </a:ext>
              </a:extLst>
            </p:cNvPr>
            <p:cNvSpPr txBox="1">
              <a:spLocks/>
            </p:cNvSpPr>
            <p:nvPr/>
          </p:nvSpPr>
          <p:spPr>
            <a:xfrm>
              <a:off x="562824" y="5099617"/>
              <a:ext cx="2233385" cy="390909"/>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900"/>
                </a:spcBef>
                <a:buClr>
                  <a:srgbClr val="047A85"/>
                </a:buClr>
                <a:buNone/>
                <a:tabLst>
                  <a:tab pos="352425" algn="l"/>
                </a:tabLst>
                <a:defRPr/>
              </a:pPr>
              <a:r>
                <a:rPr lang="en-GB" sz="900"/>
                <a:t>Maecenas pharetra convallis </a:t>
              </a:r>
              <a:r>
                <a:rPr lang="en-GB" sz="900" err="1"/>
                <a:t>pos</a:t>
              </a:r>
              <a:r>
                <a:rPr lang="en-GB" sz="900"/>
                <a:t> </a:t>
              </a:r>
              <a:r>
                <a:rPr lang="en-GB" sz="900" err="1"/>
                <a:t>morbi</a:t>
              </a:r>
              <a:r>
                <a:rPr lang="en-GB" sz="900"/>
                <a:t> </a:t>
              </a:r>
              <a:r>
                <a:rPr lang="en-GB" sz="900" err="1"/>
                <a:t>leo</a:t>
              </a:r>
              <a:r>
                <a:rPr lang="en-GB" sz="900"/>
                <a:t> </a:t>
              </a:r>
              <a:r>
                <a:rPr lang="en-GB" sz="900" err="1"/>
                <a:t>urna</a:t>
              </a:r>
              <a:r>
                <a:rPr lang="en-GB" sz="900"/>
                <a:t> </a:t>
              </a:r>
              <a:r>
                <a:rPr lang="en-GB" sz="900" err="1"/>
                <a:t>molestie</a:t>
              </a:r>
              <a:r>
                <a:rPr lang="en-GB" sz="900"/>
                <a:t>. Purus on </a:t>
              </a:r>
              <a:r>
                <a:rPr lang="en-GB" sz="900" err="1"/>
                <a:t>inma</a:t>
              </a:r>
              <a:r>
                <a:rPr lang="en-GB" sz="900"/>
                <a:t> </a:t>
              </a:r>
              <a:r>
                <a:rPr lang="en-GB" sz="900" err="1"/>
                <a:t>tempor</a:t>
              </a:r>
              <a:r>
                <a:rPr lang="en-GB" sz="900"/>
                <a:t> </a:t>
              </a:r>
              <a:r>
                <a:rPr lang="en-GB" sz="900" err="1"/>
                <a:t>nec</a:t>
              </a:r>
              <a:r>
                <a:rPr lang="en-GB" sz="900"/>
                <a:t>. </a:t>
              </a:r>
              <a:r>
                <a:rPr lang="en-GB" sz="900" err="1"/>
                <a:t>Risus</a:t>
              </a:r>
              <a:r>
                <a:rPr lang="en-GB" sz="900"/>
                <a:t> at </a:t>
              </a:r>
              <a:r>
                <a:rPr lang="en-GB" sz="900" err="1"/>
                <a:t>ultrical</a:t>
              </a:r>
              <a:r>
                <a:rPr lang="en-GB" sz="900"/>
                <a:t> </a:t>
              </a:r>
              <a:r>
                <a:rPr lang="en-GB" sz="900" err="1"/>
                <a:t>miemp</a:t>
              </a:r>
              <a:r>
                <a:rPr lang="en-GB" sz="900"/>
                <a:t>. </a:t>
              </a:r>
              <a:r>
                <a:rPr lang="en-GB" sz="900" err="1"/>
                <a:t>Elementum</a:t>
              </a:r>
              <a:r>
                <a:rPr lang="en-GB" sz="900"/>
                <a:t> pulvinar.</a:t>
              </a:r>
              <a:endParaRPr lang="en-GR" sz="900"/>
            </a:p>
          </p:txBody>
        </p:sp>
        <mc:AlternateContent xmlns:mc="http://schemas.openxmlformats.org/markup-compatibility/2006" xmlns:cx1="http://schemas.microsoft.com/office/drawing/2015/9/8/chartex">
          <mc:Choice Requires="cx1">
            <p:graphicFrame>
              <p:nvGraphicFramePr>
                <p:cNvPr id="22" name="Chart 21">
                  <a:extLst>
                    <a:ext uri="{FF2B5EF4-FFF2-40B4-BE49-F238E27FC236}">
                      <a16:creationId xmlns:a16="http://schemas.microsoft.com/office/drawing/2014/main" id="{CEBBBF24-86F5-43D5-1656-A6D15D7803EC}"/>
                    </a:ext>
                  </a:extLst>
                </p:cNvPr>
                <p:cNvGraphicFramePr/>
                <p:nvPr>
                  <p:extLst>
                    <p:ext uri="{D42A27DB-BD31-4B8C-83A1-F6EECF244321}">
                      <p14:modId xmlns:p14="http://schemas.microsoft.com/office/powerpoint/2010/main" val="213577484"/>
                    </p:ext>
                  </p:extLst>
                </p:nvPr>
              </p:nvGraphicFramePr>
              <p:xfrm>
                <a:off x="562824" y="2941380"/>
                <a:ext cx="2233385" cy="2051212"/>
              </p:xfrm>
              <a:graphic>
                <a:graphicData uri="http://schemas.microsoft.com/office/drawing/2014/chartex">
                  <cx:chart xmlns:cx="http://schemas.microsoft.com/office/drawing/2014/chartex" xmlns:r="http://schemas.openxmlformats.org/officeDocument/2006/relationships" r:id="rId7"/>
                </a:graphicData>
              </a:graphic>
            </p:graphicFrame>
          </mc:Choice>
          <mc:Fallback xmlns="">
            <p:pic>
              <p:nvPicPr>
                <p:cNvPr id="22" name="Chart 21">
                  <a:extLst>
                    <a:ext uri="{FF2B5EF4-FFF2-40B4-BE49-F238E27FC236}">
                      <a16:creationId xmlns:a16="http://schemas.microsoft.com/office/drawing/2014/main" id="{CEBBBF24-86F5-43D5-1656-A6D15D7803EC}"/>
                    </a:ext>
                  </a:extLst>
                </p:cNvPr>
                <p:cNvPicPr>
                  <a:picLocks noGrp="1" noRot="1" noChangeAspect="1" noMove="1" noResize="1" noEditPoints="1" noAdjustHandles="1" noChangeArrowheads="1" noChangeShapeType="1"/>
                </p:cNvPicPr>
                <p:nvPr/>
              </p:nvPicPr>
              <p:blipFill>
                <a:blip r:embed="rId8"/>
                <a:stretch>
                  <a:fillRect/>
                </a:stretch>
              </p:blipFill>
              <p:spPr>
                <a:xfrm>
                  <a:off x="6456996" y="3023165"/>
                  <a:ext cx="2233385" cy="2365968"/>
                </a:xfrm>
                <a:prstGeom prst="rect">
                  <a:avLst/>
                </a:prstGeom>
              </p:spPr>
            </p:pic>
          </mc:Fallback>
        </mc:AlternateContent>
        <p:sp>
          <p:nvSpPr>
            <p:cNvPr id="23" name="Text Placeholder 2">
              <a:extLst>
                <a:ext uri="{FF2B5EF4-FFF2-40B4-BE49-F238E27FC236}">
                  <a16:creationId xmlns:a16="http://schemas.microsoft.com/office/drawing/2014/main" id="{09FD6F6A-CF44-FC38-3669-486DBD1FDAFE}"/>
                </a:ext>
              </a:extLst>
            </p:cNvPr>
            <p:cNvSpPr txBox="1">
              <a:spLocks/>
            </p:cNvSpPr>
            <p:nvPr/>
          </p:nvSpPr>
          <p:spPr>
            <a:xfrm>
              <a:off x="562824" y="2283999"/>
              <a:ext cx="2233385" cy="320198"/>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Clr>
                  <a:srgbClr val="047A85"/>
                </a:buClr>
                <a:buNone/>
                <a:tabLst>
                  <a:tab pos="352425" algn="l"/>
                </a:tabLst>
                <a:defRPr/>
              </a:pPr>
              <a:r>
                <a:rPr lang="en-GB" sz="1200" b="1">
                  <a:solidFill>
                    <a:schemeClr val="accent1"/>
                  </a:solidFill>
                  <a:latin typeface="Aptos SemiBold" panose="020B0004020202020204" pitchFamily="34" charset="0"/>
                </a:rPr>
                <a:t>Semper </a:t>
              </a:r>
              <a:r>
                <a:rPr lang="en-GB" sz="1200" b="1" err="1">
                  <a:solidFill>
                    <a:schemeClr val="accent1"/>
                  </a:solidFill>
                  <a:latin typeface="Aptos SemiBold" panose="020B0004020202020204" pitchFamily="34" charset="0"/>
                </a:rPr>
                <a:t>feugiat</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nibh</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sed</a:t>
              </a:r>
              <a:r>
                <a:rPr lang="en-GB" sz="1200" b="1">
                  <a:solidFill>
                    <a:schemeClr val="accent1"/>
                  </a:solidFill>
                  <a:latin typeface="Aptos SemiBold" panose="020B0004020202020204" pitchFamily="34" charset="0"/>
                </a:rPr>
                <a:t> pulvinar </a:t>
              </a:r>
              <a:r>
                <a:rPr lang="en-GB" sz="1200" b="1" err="1">
                  <a:solidFill>
                    <a:schemeClr val="accent1"/>
                  </a:solidFill>
                  <a:latin typeface="Aptos SemiBold" panose="020B0004020202020204" pitchFamily="34" charset="0"/>
                </a:rPr>
                <a:t>proin</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mattis</a:t>
              </a:r>
              <a:r>
                <a:rPr lang="en-GB" sz="1200" b="1">
                  <a:solidFill>
                    <a:schemeClr val="accent1"/>
                  </a:solidFill>
                  <a:latin typeface="Aptos SemiBold" panose="020B0004020202020204" pitchFamily="34" charset="0"/>
                </a:rPr>
                <a:t>.</a:t>
              </a:r>
            </a:p>
          </p:txBody>
        </p:sp>
        <mc:AlternateContent xmlns:mc="http://schemas.openxmlformats.org/markup-compatibility/2006" xmlns:cx1="http://schemas.microsoft.com/office/drawing/2015/9/8/chartex">
          <mc:Choice Requires="cx1">
            <p:graphicFrame>
              <p:nvGraphicFramePr>
                <p:cNvPr id="6" name="Chart 5">
                  <a:extLst>
                    <a:ext uri="{FF2B5EF4-FFF2-40B4-BE49-F238E27FC236}">
                      <a16:creationId xmlns:a16="http://schemas.microsoft.com/office/drawing/2014/main" id="{60FE5804-EAA9-412A-BFBD-04165DA01EC6}"/>
                    </a:ext>
                  </a:extLst>
                </p:cNvPr>
                <p:cNvGraphicFramePr/>
                <p:nvPr>
                  <p:extLst>
                    <p:ext uri="{D42A27DB-BD31-4B8C-83A1-F6EECF244321}">
                      <p14:modId xmlns:p14="http://schemas.microsoft.com/office/powerpoint/2010/main" val="134235524"/>
                    </p:ext>
                  </p:extLst>
                </p:nvPr>
              </p:nvGraphicFramePr>
              <p:xfrm>
                <a:off x="3532165" y="2941380"/>
                <a:ext cx="2233385" cy="2051212"/>
              </p:xfrm>
              <a:graphic>
                <a:graphicData uri="http://schemas.microsoft.com/office/drawing/2014/chartex">
                  <cx:chart xmlns:cx="http://schemas.microsoft.com/office/drawing/2014/chartex" xmlns:r="http://schemas.openxmlformats.org/officeDocument/2006/relationships" r:id="rId9"/>
                </a:graphicData>
              </a:graphic>
            </p:graphicFrame>
          </mc:Choice>
          <mc:Fallback xmlns="">
            <p:pic>
              <p:nvPicPr>
                <p:cNvPr id="6" name="Chart 5">
                  <a:extLst>
                    <a:ext uri="{FF2B5EF4-FFF2-40B4-BE49-F238E27FC236}">
                      <a16:creationId xmlns:a16="http://schemas.microsoft.com/office/drawing/2014/main" id="{60FE5804-EAA9-412A-BFBD-04165DA01EC6}"/>
                    </a:ext>
                  </a:extLst>
                </p:cNvPr>
                <p:cNvPicPr>
                  <a:picLocks noGrp="1" noRot="1" noChangeAspect="1" noMove="1" noResize="1" noEditPoints="1" noAdjustHandles="1" noChangeArrowheads="1" noChangeShapeType="1"/>
                </p:cNvPicPr>
                <p:nvPr/>
              </p:nvPicPr>
              <p:blipFill>
                <a:blip r:embed="rId10"/>
                <a:stretch>
                  <a:fillRect/>
                </a:stretch>
              </p:blipFill>
              <p:spPr>
                <a:xfrm>
                  <a:off x="9426337" y="3023165"/>
                  <a:ext cx="2233385" cy="2365968"/>
                </a:xfrm>
                <a:prstGeom prst="rect">
                  <a:avLst/>
                </a:prstGeom>
              </p:spPr>
            </p:pic>
          </mc:Fallback>
        </mc:AlternateContent>
      </p:grpSp>
      <p:grpSp>
        <p:nvGrpSpPr>
          <p:cNvPr id="25" name="Group 24">
            <a:extLst>
              <a:ext uri="{FF2B5EF4-FFF2-40B4-BE49-F238E27FC236}">
                <a16:creationId xmlns:a16="http://schemas.microsoft.com/office/drawing/2014/main" id="{EA1388E1-8659-823D-27F0-324E909F2351}"/>
              </a:ext>
            </a:extLst>
          </p:cNvPr>
          <p:cNvGrpSpPr/>
          <p:nvPr/>
        </p:nvGrpSpPr>
        <p:grpSpPr>
          <a:xfrm>
            <a:off x="9422619" y="2264911"/>
            <a:ext cx="2233385" cy="3698565"/>
            <a:chOff x="562824" y="2283999"/>
            <a:chExt cx="2233385" cy="3206527"/>
          </a:xfrm>
        </p:grpSpPr>
        <p:sp>
          <p:nvSpPr>
            <p:cNvPr id="26" name="Text Placeholder 2">
              <a:extLst>
                <a:ext uri="{FF2B5EF4-FFF2-40B4-BE49-F238E27FC236}">
                  <a16:creationId xmlns:a16="http://schemas.microsoft.com/office/drawing/2014/main" id="{83249FE5-925D-7485-F734-6E5819A17130}"/>
                </a:ext>
              </a:extLst>
            </p:cNvPr>
            <p:cNvSpPr txBox="1">
              <a:spLocks/>
            </p:cNvSpPr>
            <p:nvPr/>
          </p:nvSpPr>
          <p:spPr>
            <a:xfrm>
              <a:off x="562824" y="5099617"/>
              <a:ext cx="2233385" cy="390909"/>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900"/>
                </a:spcBef>
                <a:buClr>
                  <a:srgbClr val="047A85"/>
                </a:buClr>
                <a:buNone/>
                <a:tabLst>
                  <a:tab pos="352425" algn="l"/>
                </a:tabLst>
                <a:defRPr/>
              </a:pPr>
              <a:r>
                <a:rPr lang="en-GB" sz="900"/>
                <a:t>Mattis </a:t>
              </a:r>
              <a:r>
                <a:rPr lang="en-GB" sz="900" err="1"/>
                <a:t>rhoncus</a:t>
              </a:r>
              <a:r>
                <a:rPr lang="en-GB" sz="900"/>
                <a:t> </a:t>
              </a:r>
              <a:r>
                <a:rPr lang="en-GB" sz="900" err="1"/>
                <a:t>urna</a:t>
              </a:r>
              <a:r>
                <a:rPr lang="en-GB" sz="900"/>
                <a:t> </a:t>
              </a:r>
              <a:r>
                <a:rPr lang="en-GB" sz="900" err="1"/>
                <a:t>neque</a:t>
              </a:r>
              <a:r>
                <a:rPr lang="en-GB" sz="900"/>
                <a:t> </a:t>
              </a:r>
              <a:r>
                <a:rPr lang="en-GB" sz="900" err="1"/>
                <a:t>viverra</a:t>
              </a:r>
              <a:r>
                <a:rPr lang="en-GB" sz="900"/>
                <a:t> </a:t>
              </a:r>
              <a:r>
                <a:rPr lang="en-GB" sz="900" err="1"/>
                <a:t>justo</a:t>
              </a:r>
              <a:r>
                <a:rPr lang="en-GB" sz="900"/>
                <a:t> </a:t>
              </a:r>
              <a:r>
                <a:rPr lang="en-GB" sz="900" err="1"/>
                <a:t>nec</a:t>
              </a:r>
              <a:r>
                <a:rPr lang="en-GB" sz="900"/>
                <a:t>. </a:t>
              </a:r>
              <a:r>
                <a:rPr lang="en-GB" sz="900" err="1"/>
                <a:t>Egestas</a:t>
              </a:r>
              <a:r>
                <a:rPr lang="en-GB" sz="900"/>
                <a:t> </a:t>
              </a:r>
              <a:r>
                <a:rPr lang="en-GB" sz="900" err="1"/>
                <a:t>pretium</a:t>
              </a:r>
              <a:r>
                <a:rPr lang="en-GB" sz="900"/>
                <a:t> </a:t>
              </a:r>
              <a:r>
                <a:rPr lang="en-GB" sz="900" err="1"/>
                <a:t>aeneal</a:t>
              </a:r>
              <a:r>
                <a:rPr lang="en-GB" sz="900"/>
                <a:t> pharetra magna ac </a:t>
              </a:r>
              <a:r>
                <a:rPr lang="en-GB" sz="900" err="1"/>
                <a:t>placerat</a:t>
              </a:r>
              <a:r>
                <a:rPr lang="en-GB" sz="900"/>
                <a:t> </a:t>
              </a:r>
              <a:r>
                <a:rPr lang="en-GB" sz="900" err="1"/>
                <a:t>vestib</a:t>
              </a:r>
              <a:r>
                <a:rPr lang="en-GB" sz="900"/>
                <a:t> Auctor </a:t>
              </a:r>
              <a:r>
                <a:rPr lang="en-GB" sz="900" err="1"/>
                <a:t>eu</a:t>
              </a:r>
              <a:r>
                <a:rPr lang="en-GB" sz="900"/>
                <a:t> </a:t>
              </a:r>
              <a:r>
                <a:rPr lang="en-GB" sz="900" err="1"/>
                <a:t>augue</a:t>
              </a:r>
              <a:r>
                <a:rPr lang="en-GB" sz="900"/>
                <a:t> </a:t>
              </a:r>
              <a:r>
                <a:rPr lang="en-GB" sz="900" err="1"/>
                <a:t>ut</a:t>
              </a:r>
              <a:r>
                <a:rPr lang="en-GB" sz="900"/>
                <a:t> </a:t>
              </a:r>
              <a:r>
                <a:rPr lang="en-GB" sz="900" err="1"/>
                <a:t>lectus</a:t>
              </a:r>
              <a:r>
                <a:rPr lang="en-GB" sz="900"/>
                <a:t>.</a:t>
              </a:r>
              <a:endParaRPr lang="en-GR" sz="900"/>
            </a:p>
          </p:txBody>
        </p:sp>
        <p:sp>
          <p:nvSpPr>
            <p:cNvPr id="28" name="Text Placeholder 2">
              <a:extLst>
                <a:ext uri="{FF2B5EF4-FFF2-40B4-BE49-F238E27FC236}">
                  <a16:creationId xmlns:a16="http://schemas.microsoft.com/office/drawing/2014/main" id="{B1BC5D46-26D3-C5F6-68B1-C63E39F40309}"/>
                </a:ext>
              </a:extLst>
            </p:cNvPr>
            <p:cNvSpPr txBox="1">
              <a:spLocks/>
            </p:cNvSpPr>
            <p:nvPr/>
          </p:nvSpPr>
          <p:spPr>
            <a:xfrm>
              <a:off x="562824" y="2283999"/>
              <a:ext cx="2233385" cy="320198"/>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Clr>
                  <a:srgbClr val="047A85"/>
                </a:buClr>
                <a:buNone/>
                <a:tabLst>
                  <a:tab pos="352425" algn="l"/>
                </a:tabLst>
                <a:defRPr/>
              </a:pPr>
              <a:r>
                <a:rPr lang="en-GB" sz="1200" b="1" err="1">
                  <a:solidFill>
                    <a:schemeClr val="accent1"/>
                  </a:solidFill>
                  <a:latin typeface="Aptos SemiBold" panose="020B0004020202020204" pitchFamily="34" charset="0"/>
                </a:rPr>
                <a:t>Facilisis</a:t>
              </a:r>
              <a:r>
                <a:rPr lang="en-GB" sz="1200" b="1">
                  <a:solidFill>
                    <a:schemeClr val="accent1"/>
                  </a:solidFill>
                  <a:latin typeface="Aptos SemiBold" panose="020B0004020202020204" pitchFamily="34" charset="0"/>
                </a:rPr>
                <a:t> magna </a:t>
              </a:r>
              <a:r>
                <a:rPr lang="en-GB" sz="1200" b="1" err="1">
                  <a:solidFill>
                    <a:schemeClr val="accent1"/>
                  </a:solidFill>
                  <a:latin typeface="Aptos SemiBold" panose="020B0004020202020204" pitchFamily="34" charset="0"/>
                </a:rPr>
                <a:t>etiam</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tempor</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orcitan</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pedro</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elar</a:t>
              </a:r>
              <a:r>
                <a:rPr lang="en-GB" sz="1200" b="1">
                  <a:solidFill>
                    <a:schemeClr val="accent1"/>
                  </a:solidFill>
                  <a:latin typeface="Aptos SemiBold" panose="020B0004020202020204" pitchFamily="34" charset="0"/>
                </a:rPr>
                <a:t>.</a:t>
              </a:r>
            </a:p>
          </p:txBody>
        </p:sp>
      </p:grpSp>
    </p:spTree>
    <p:extLst>
      <p:ext uri="{BB962C8B-B14F-4D97-AF65-F5344CB8AC3E}">
        <p14:creationId xmlns:p14="http://schemas.microsoft.com/office/powerpoint/2010/main" val="310770267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FF47C1A-D93D-71E6-137F-D49986F0D3EF}"/>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147</a:t>
            </a:fld>
            <a:endParaRPr lang="en-GR"/>
          </a:p>
        </p:txBody>
      </p:sp>
      <p:sp>
        <p:nvSpPr>
          <p:cNvPr id="9" name="Text Placeholder 8">
            <a:extLst>
              <a:ext uri="{FF2B5EF4-FFF2-40B4-BE49-F238E27FC236}">
                <a16:creationId xmlns:a16="http://schemas.microsoft.com/office/drawing/2014/main" id="{E9465D11-47EE-CD63-E881-0B18D8EEC314}"/>
              </a:ext>
            </a:extLst>
          </p:cNvPr>
          <p:cNvSpPr>
            <a:spLocks noGrp="1"/>
          </p:cNvSpPr>
          <p:nvPr>
            <p:ph type="body" sz="quarter" idx="14"/>
          </p:nvPr>
        </p:nvSpPr>
        <p:spPr>
          <a:xfrm>
            <a:off x="331201" y="1268822"/>
            <a:ext cx="7939040" cy="364908"/>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15" name="Text Placeholder 14">
            <a:extLst>
              <a:ext uri="{FF2B5EF4-FFF2-40B4-BE49-F238E27FC236}">
                <a16:creationId xmlns:a16="http://schemas.microsoft.com/office/drawing/2014/main" id="{B55360A0-192B-D980-0B43-0F9C2815869C}"/>
              </a:ext>
            </a:extLst>
          </p:cNvPr>
          <p:cNvSpPr>
            <a:spLocks noGrp="1"/>
          </p:cNvSpPr>
          <p:nvPr>
            <p:ph type="body" sz="quarter" idx="27"/>
          </p:nvPr>
        </p:nvSpPr>
        <p:spPr>
          <a:xfrm>
            <a:off x="331788" y="5821363"/>
            <a:ext cx="5614987" cy="265112"/>
          </a:xfrm>
        </p:spPr>
        <p:txBody>
          <a:bodyPr>
            <a:normAutofit/>
          </a:bodyPr>
          <a:lstStyle/>
          <a:p>
            <a:pPr lvl="0"/>
            <a:r>
              <a:rPr lang="en-GB"/>
              <a:t>Aptos 8pt / Line spacing 1,1 / Paragraph spacing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a:t>
            </a:r>
            <a:endParaRPr lang="en-GR"/>
          </a:p>
        </p:txBody>
      </p:sp>
      <p:sp>
        <p:nvSpPr>
          <p:cNvPr id="16" name="Text Placeholder 15">
            <a:extLst>
              <a:ext uri="{FF2B5EF4-FFF2-40B4-BE49-F238E27FC236}">
                <a16:creationId xmlns:a16="http://schemas.microsoft.com/office/drawing/2014/main" id="{7713E461-D7B9-B844-3BCE-5F83B7C3A904}"/>
              </a:ext>
            </a:extLst>
          </p:cNvPr>
          <p:cNvSpPr>
            <a:spLocks noGrp="1"/>
          </p:cNvSpPr>
          <p:nvPr>
            <p:ph type="body" sz="quarter" idx="31"/>
          </p:nvPr>
        </p:nvSpPr>
        <p:spPr>
          <a:xfrm>
            <a:off x="6243640" y="5821363"/>
            <a:ext cx="5614987" cy="265112"/>
          </a:xfrm>
        </p:spPr>
        <p:txBody>
          <a:bodyPr>
            <a:normAutofit/>
          </a:bodyPr>
          <a:lstStyle/>
          <a:p>
            <a:pPr lvl="0"/>
            <a:r>
              <a:rPr lang="en-GB"/>
              <a:t>Aptos 8pt / Line spacing 1,1 / Paragraph spacing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a:t>
            </a:r>
            <a:endParaRPr lang="en-GR"/>
          </a:p>
        </p:txBody>
      </p:sp>
      <p:graphicFrame>
        <p:nvGraphicFramePr>
          <p:cNvPr id="10" name="Chart Placeholder 18">
            <a:extLst>
              <a:ext uri="{FF2B5EF4-FFF2-40B4-BE49-F238E27FC236}">
                <a16:creationId xmlns:a16="http://schemas.microsoft.com/office/drawing/2014/main" id="{E74FAB7C-592E-F48D-AA30-F7871E0A691E}"/>
              </a:ext>
            </a:extLst>
          </p:cNvPr>
          <p:cNvGraphicFramePr>
            <a:graphicFrameLocks/>
          </p:cNvGraphicFramePr>
          <p:nvPr>
            <p:extLst>
              <p:ext uri="{D42A27DB-BD31-4B8C-83A1-F6EECF244321}">
                <p14:modId xmlns:p14="http://schemas.microsoft.com/office/powerpoint/2010/main" val="1459817211"/>
              </p:ext>
            </p:extLst>
          </p:nvPr>
        </p:nvGraphicFramePr>
        <p:xfrm>
          <a:off x="330497" y="2270456"/>
          <a:ext cx="5614911" cy="331259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ontent Placeholder 4">
            <a:extLst>
              <a:ext uri="{FF2B5EF4-FFF2-40B4-BE49-F238E27FC236}">
                <a16:creationId xmlns:a16="http://schemas.microsoft.com/office/drawing/2014/main" id="{F9547F6C-F94D-34F7-0413-7A3E6626713F}"/>
              </a:ext>
            </a:extLst>
          </p:cNvPr>
          <p:cNvGraphicFramePr>
            <a:graphicFrameLocks/>
          </p:cNvGraphicFramePr>
          <p:nvPr>
            <p:extLst>
              <p:ext uri="{D42A27DB-BD31-4B8C-83A1-F6EECF244321}">
                <p14:modId xmlns:p14="http://schemas.microsoft.com/office/powerpoint/2010/main" val="2508175777"/>
              </p:ext>
            </p:extLst>
          </p:nvPr>
        </p:nvGraphicFramePr>
        <p:xfrm>
          <a:off x="6252647" y="2270456"/>
          <a:ext cx="5600851" cy="3312597"/>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 Placeholder 17">
            <a:extLst>
              <a:ext uri="{FF2B5EF4-FFF2-40B4-BE49-F238E27FC236}">
                <a16:creationId xmlns:a16="http://schemas.microsoft.com/office/drawing/2014/main" id="{2A4B9328-DB26-09F8-954D-43D4D4183C9C}"/>
              </a:ext>
            </a:extLst>
          </p:cNvPr>
          <p:cNvSpPr txBox="1">
            <a:spLocks/>
          </p:cNvSpPr>
          <p:nvPr/>
        </p:nvSpPr>
        <p:spPr>
          <a:xfrm>
            <a:off x="645847" y="2268000"/>
            <a:ext cx="1201563" cy="167225"/>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accent1"/>
                </a:solidFill>
              </a:rPr>
              <a:t>Lorem ipsum</a:t>
            </a:r>
          </a:p>
        </p:txBody>
      </p:sp>
      <p:sp>
        <p:nvSpPr>
          <p:cNvPr id="3" name="Text Placeholder 17">
            <a:extLst>
              <a:ext uri="{FF2B5EF4-FFF2-40B4-BE49-F238E27FC236}">
                <a16:creationId xmlns:a16="http://schemas.microsoft.com/office/drawing/2014/main" id="{27CD5946-2E6A-2B52-D0F6-BEF7C5F7C121}"/>
              </a:ext>
            </a:extLst>
          </p:cNvPr>
          <p:cNvSpPr txBox="1">
            <a:spLocks/>
          </p:cNvSpPr>
          <p:nvPr/>
        </p:nvSpPr>
        <p:spPr>
          <a:xfrm>
            <a:off x="6550669" y="2268002"/>
            <a:ext cx="1201563" cy="167225"/>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accent1"/>
                </a:solidFill>
              </a:rPr>
              <a:t>Lorem ipsum</a:t>
            </a:r>
          </a:p>
        </p:txBody>
      </p:sp>
      <p:sp>
        <p:nvSpPr>
          <p:cNvPr id="5" name="Text Placeholder 30">
            <a:extLst>
              <a:ext uri="{FF2B5EF4-FFF2-40B4-BE49-F238E27FC236}">
                <a16:creationId xmlns:a16="http://schemas.microsoft.com/office/drawing/2014/main" id="{8C5F1CEE-51D1-7F4D-6700-215D6DC0309E}"/>
              </a:ext>
            </a:extLst>
          </p:cNvPr>
          <p:cNvSpPr txBox="1">
            <a:spLocks/>
          </p:cNvSpPr>
          <p:nvPr/>
        </p:nvSpPr>
        <p:spPr>
          <a:xfrm>
            <a:off x="331788" y="741363"/>
            <a:ext cx="11531600" cy="334962"/>
          </a:xfrm>
          <a:prstGeom prst="rect">
            <a:avLst/>
          </a:prstGeom>
        </p:spPr>
        <p:txBody>
          <a:bodyPr vert="horz" wrap="square" lIns="0" tIns="0" rIns="0" bIns="0" rtlCol="0" anchor="t" anchorCtr="0">
            <a:normAutofit/>
          </a:bodyPr>
          <a:lstStyle>
            <a:lvl1pPr marL="0" indent="0" algn="l" defTabSz="914400" rtl="0" eaLnBrk="1" latinLnBrk="0" hangingPunct="1">
              <a:lnSpc>
                <a:spcPct val="90000"/>
              </a:lnSpc>
              <a:spcBef>
                <a:spcPts val="0"/>
              </a:spcBef>
              <a:buClr>
                <a:schemeClr val="tx2"/>
              </a:buClr>
              <a:buFontTx/>
              <a:buNone/>
              <a:defRPr sz="2400" b="0" i="0" kern="1200">
                <a:solidFill>
                  <a:schemeClr val="accent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R"/>
              <a:t>Bar Chart and Pie Chart</a:t>
            </a:r>
          </a:p>
        </p:txBody>
      </p:sp>
    </p:spTree>
    <p:extLst>
      <p:ext uri="{BB962C8B-B14F-4D97-AF65-F5344CB8AC3E}">
        <p14:creationId xmlns:p14="http://schemas.microsoft.com/office/powerpoint/2010/main" val="18237624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543A2124-9115-3C83-F4B1-CF73073F14F9}"/>
              </a:ext>
            </a:extLst>
          </p:cNvPr>
          <p:cNvSpPr/>
          <p:nvPr/>
        </p:nvSpPr>
        <p:spPr>
          <a:xfrm>
            <a:off x="6297487" y="4103961"/>
            <a:ext cx="2689118" cy="2225716"/>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39" name="Rectangle 38">
            <a:extLst>
              <a:ext uri="{FF2B5EF4-FFF2-40B4-BE49-F238E27FC236}">
                <a16:creationId xmlns:a16="http://schemas.microsoft.com/office/drawing/2014/main" id="{78D22AE8-9747-47FA-0D85-3EE0847C5519}"/>
              </a:ext>
            </a:extLst>
          </p:cNvPr>
          <p:cNvSpPr/>
          <p:nvPr/>
        </p:nvSpPr>
        <p:spPr>
          <a:xfrm>
            <a:off x="336549" y="1583055"/>
            <a:ext cx="5614911" cy="2245888"/>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32" name="Rectangle 31">
            <a:extLst>
              <a:ext uri="{FF2B5EF4-FFF2-40B4-BE49-F238E27FC236}">
                <a16:creationId xmlns:a16="http://schemas.microsoft.com/office/drawing/2014/main" id="{FF89DFC7-F3D8-CECE-E226-81D5A94FA6AD}"/>
              </a:ext>
            </a:extLst>
          </p:cNvPr>
          <p:cNvSpPr/>
          <p:nvPr/>
        </p:nvSpPr>
        <p:spPr>
          <a:xfrm>
            <a:off x="6298162" y="1586153"/>
            <a:ext cx="2686028" cy="2256023"/>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R">
              <a:solidFill>
                <a:prstClr val="white"/>
              </a:solidFill>
              <a:latin typeface="Calibri" panose="020F0502020204030204"/>
            </a:endParaRPr>
          </a:p>
        </p:txBody>
      </p:sp>
      <p:sp>
        <p:nvSpPr>
          <p:cNvPr id="33" name="Rectangle 32">
            <a:extLst>
              <a:ext uri="{FF2B5EF4-FFF2-40B4-BE49-F238E27FC236}">
                <a16:creationId xmlns:a16="http://schemas.microsoft.com/office/drawing/2014/main" id="{E55689A5-F829-2218-BCD6-540E557D87B7}"/>
              </a:ext>
            </a:extLst>
          </p:cNvPr>
          <p:cNvSpPr/>
          <p:nvPr/>
        </p:nvSpPr>
        <p:spPr>
          <a:xfrm>
            <a:off x="9168683" y="1586153"/>
            <a:ext cx="2686028" cy="2256023"/>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R">
              <a:solidFill>
                <a:prstClr val="white"/>
              </a:solidFill>
              <a:latin typeface="Calibri" panose="020F0502020204030204"/>
            </a:endParaRPr>
          </a:p>
        </p:txBody>
      </p:sp>
      <p:sp>
        <p:nvSpPr>
          <p:cNvPr id="4" name="Slide Number Placeholder 3">
            <a:extLst>
              <a:ext uri="{FF2B5EF4-FFF2-40B4-BE49-F238E27FC236}">
                <a16:creationId xmlns:a16="http://schemas.microsoft.com/office/drawing/2014/main" id="{1FA7B842-ED37-5130-7B3B-CD0A4389CB73}"/>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148</a:t>
            </a:fld>
            <a:endParaRPr lang="en-GR"/>
          </a:p>
        </p:txBody>
      </p:sp>
      <p:sp>
        <p:nvSpPr>
          <p:cNvPr id="20" name="Rectangle 19">
            <a:extLst>
              <a:ext uri="{FF2B5EF4-FFF2-40B4-BE49-F238E27FC236}">
                <a16:creationId xmlns:a16="http://schemas.microsoft.com/office/drawing/2014/main" id="{8D16A839-B1C4-51FB-3CE0-BC37FBD2D216}"/>
              </a:ext>
            </a:extLst>
          </p:cNvPr>
          <p:cNvSpPr/>
          <p:nvPr/>
        </p:nvSpPr>
        <p:spPr>
          <a:xfrm>
            <a:off x="360000" y="4103961"/>
            <a:ext cx="5544000" cy="221261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R">
              <a:solidFill>
                <a:schemeClr val="tx2"/>
              </a:solidFill>
              <a:latin typeface="Calibri" panose="020F0502020204030204"/>
            </a:endParaRPr>
          </a:p>
        </p:txBody>
      </p:sp>
      <p:graphicFrame>
        <p:nvGraphicFramePr>
          <p:cNvPr id="21" name="Chart 20">
            <a:extLst>
              <a:ext uri="{FF2B5EF4-FFF2-40B4-BE49-F238E27FC236}">
                <a16:creationId xmlns:a16="http://schemas.microsoft.com/office/drawing/2014/main" id="{E394E38E-5096-0374-427B-C21665143205}"/>
              </a:ext>
            </a:extLst>
          </p:cNvPr>
          <p:cNvGraphicFramePr/>
          <p:nvPr>
            <p:extLst>
              <p:ext uri="{D42A27DB-BD31-4B8C-83A1-F6EECF244321}">
                <p14:modId xmlns:p14="http://schemas.microsoft.com/office/powerpoint/2010/main" val="106439233"/>
              </p:ext>
            </p:extLst>
          </p:nvPr>
        </p:nvGraphicFramePr>
        <p:xfrm>
          <a:off x="356910" y="1616458"/>
          <a:ext cx="5547089" cy="2225716"/>
        </p:xfrm>
        <a:graphic>
          <a:graphicData uri="http://schemas.openxmlformats.org/drawingml/2006/chart">
            <c:chart xmlns:c="http://schemas.openxmlformats.org/drawingml/2006/chart" xmlns:r="http://schemas.openxmlformats.org/officeDocument/2006/relationships" r:id="rId3"/>
          </a:graphicData>
        </a:graphic>
      </p:graphicFrame>
      <p:sp>
        <p:nvSpPr>
          <p:cNvPr id="22" name="Rectangle 21">
            <a:extLst>
              <a:ext uri="{FF2B5EF4-FFF2-40B4-BE49-F238E27FC236}">
                <a16:creationId xmlns:a16="http://schemas.microsoft.com/office/drawing/2014/main" id="{2D7F85B5-7D41-DC13-6DF8-8BD9419DF370}"/>
              </a:ext>
            </a:extLst>
          </p:cNvPr>
          <p:cNvSpPr/>
          <p:nvPr/>
        </p:nvSpPr>
        <p:spPr>
          <a:xfrm>
            <a:off x="9165594" y="4104074"/>
            <a:ext cx="2689118" cy="2225716"/>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graphicFrame>
        <p:nvGraphicFramePr>
          <p:cNvPr id="23" name="Chart 22">
            <a:extLst>
              <a:ext uri="{FF2B5EF4-FFF2-40B4-BE49-F238E27FC236}">
                <a16:creationId xmlns:a16="http://schemas.microsoft.com/office/drawing/2014/main" id="{4F3D77EC-7B9A-DF68-7C2E-0824980E4BCE}"/>
              </a:ext>
            </a:extLst>
          </p:cNvPr>
          <p:cNvGraphicFramePr/>
          <p:nvPr>
            <p:extLst>
              <p:ext uri="{D42A27DB-BD31-4B8C-83A1-F6EECF244321}">
                <p14:modId xmlns:p14="http://schemas.microsoft.com/office/powerpoint/2010/main" val="1863584860"/>
              </p:ext>
            </p:extLst>
          </p:nvPr>
        </p:nvGraphicFramePr>
        <p:xfrm>
          <a:off x="6292450" y="1603226"/>
          <a:ext cx="2686028" cy="222571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4" name="Chart 23">
            <a:extLst>
              <a:ext uri="{FF2B5EF4-FFF2-40B4-BE49-F238E27FC236}">
                <a16:creationId xmlns:a16="http://schemas.microsoft.com/office/drawing/2014/main" id="{A588E5F9-0619-AD78-E55B-28FDBB74DB0B}"/>
              </a:ext>
            </a:extLst>
          </p:cNvPr>
          <p:cNvGraphicFramePr/>
          <p:nvPr>
            <p:extLst>
              <p:ext uri="{D42A27DB-BD31-4B8C-83A1-F6EECF244321}">
                <p14:modId xmlns:p14="http://schemas.microsoft.com/office/powerpoint/2010/main" val="2818835894"/>
              </p:ext>
            </p:extLst>
          </p:nvPr>
        </p:nvGraphicFramePr>
        <p:xfrm>
          <a:off x="9179583" y="1603226"/>
          <a:ext cx="2686028" cy="2225716"/>
        </p:xfrm>
        <a:graphic>
          <a:graphicData uri="http://schemas.openxmlformats.org/drawingml/2006/chart">
            <c:chart xmlns:c="http://schemas.openxmlformats.org/drawingml/2006/chart" xmlns:r="http://schemas.openxmlformats.org/officeDocument/2006/relationships" r:id="rId5"/>
          </a:graphicData>
        </a:graphic>
      </p:graphicFrame>
      <p:sp>
        <p:nvSpPr>
          <p:cNvPr id="25" name="Title 1">
            <a:extLst>
              <a:ext uri="{FF2B5EF4-FFF2-40B4-BE49-F238E27FC236}">
                <a16:creationId xmlns:a16="http://schemas.microsoft.com/office/drawing/2014/main" id="{543F6C89-AEB1-38CC-624F-19347FD9D541}"/>
              </a:ext>
            </a:extLst>
          </p:cNvPr>
          <p:cNvSpPr txBox="1">
            <a:spLocks/>
          </p:cNvSpPr>
          <p:nvPr/>
        </p:nvSpPr>
        <p:spPr>
          <a:xfrm>
            <a:off x="498161" y="1746662"/>
            <a:ext cx="874302" cy="22747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rtl="0">
              <a:defRPr sz="1400" b="1" i="0" u="none" strike="noStrike" kern="1200" baseline="0">
                <a:solidFill>
                  <a:srgbClr val="007B85"/>
                </a:solidFill>
                <a:latin typeface="+mn-lt"/>
                <a:ea typeface="+mn-ea"/>
                <a:cs typeface="+mn-cs"/>
              </a:defRPr>
            </a:pPr>
            <a:r>
              <a:rPr lang="en-US" sz="1200" b="1">
                <a:solidFill>
                  <a:schemeClr val="accent1"/>
                </a:solidFill>
                <a:latin typeface="Aptos SemiBold" panose="020B0004020202020204" pitchFamily="34" charset="0"/>
              </a:rPr>
              <a:t>Chart Title</a:t>
            </a:r>
          </a:p>
        </p:txBody>
      </p:sp>
      <p:sp>
        <p:nvSpPr>
          <p:cNvPr id="28" name="Title 1">
            <a:extLst>
              <a:ext uri="{FF2B5EF4-FFF2-40B4-BE49-F238E27FC236}">
                <a16:creationId xmlns:a16="http://schemas.microsoft.com/office/drawing/2014/main" id="{68E29E01-8AF7-50F0-6F4C-8B6B3C041191}"/>
              </a:ext>
            </a:extLst>
          </p:cNvPr>
          <p:cNvSpPr txBox="1">
            <a:spLocks/>
          </p:cNvSpPr>
          <p:nvPr/>
        </p:nvSpPr>
        <p:spPr>
          <a:xfrm>
            <a:off x="6468493" y="1746662"/>
            <a:ext cx="874302" cy="22747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rtl="0">
              <a:defRPr sz="1400" b="1" i="0" u="none" strike="noStrike" kern="1200" baseline="0">
                <a:solidFill>
                  <a:srgbClr val="007B85"/>
                </a:solidFill>
                <a:latin typeface="+mn-lt"/>
                <a:ea typeface="+mn-ea"/>
                <a:cs typeface="+mn-cs"/>
              </a:defRPr>
            </a:pPr>
            <a:r>
              <a:rPr lang="en-US" sz="1200" b="1">
                <a:solidFill>
                  <a:schemeClr val="accent1"/>
                </a:solidFill>
                <a:latin typeface="Aptos SemiBold" panose="020B0004020202020204" pitchFamily="34" charset="0"/>
              </a:rPr>
              <a:t>May</a:t>
            </a:r>
          </a:p>
        </p:txBody>
      </p:sp>
      <p:sp>
        <p:nvSpPr>
          <p:cNvPr id="29" name="Title 1">
            <a:extLst>
              <a:ext uri="{FF2B5EF4-FFF2-40B4-BE49-F238E27FC236}">
                <a16:creationId xmlns:a16="http://schemas.microsoft.com/office/drawing/2014/main" id="{A4E185E6-74AB-7CD5-5DC5-AA5EC5C85E67}"/>
              </a:ext>
            </a:extLst>
          </p:cNvPr>
          <p:cNvSpPr txBox="1">
            <a:spLocks/>
          </p:cNvSpPr>
          <p:nvPr/>
        </p:nvSpPr>
        <p:spPr>
          <a:xfrm>
            <a:off x="9329474" y="1746662"/>
            <a:ext cx="874302" cy="22747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rtl="0">
              <a:defRPr sz="1400" b="1" i="0" u="none" strike="noStrike" kern="1200" baseline="0">
                <a:solidFill>
                  <a:srgbClr val="007B85"/>
                </a:solidFill>
                <a:latin typeface="+mn-lt"/>
                <a:ea typeface="+mn-ea"/>
                <a:cs typeface="+mn-cs"/>
              </a:defRPr>
            </a:pPr>
            <a:r>
              <a:rPr lang="en-US" sz="1200" b="1">
                <a:solidFill>
                  <a:schemeClr val="accent1"/>
                </a:solidFill>
                <a:latin typeface="Aptos SemiBold" panose="020B0004020202020204" pitchFamily="34" charset="0"/>
              </a:rPr>
              <a:t>June</a:t>
            </a:r>
          </a:p>
        </p:txBody>
      </p:sp>
      <p:grpSp>
        <p:nvGrpSpPr>
          <p:cNvPr id="5" name="Group 4">
            <a:extLst>
              <a:ext uri="{FF2B5EF4-FFF2-40B4-BE49-F238E27FC236}">
                <a16:creationId xmlns:a16="http://schemas.microsoft.com/office/drawing/2014/main" id="{D9967F77-C05C-BDED-BC6D-5A253390F394}"/>
              </a:ext>
            </a:extLst>
          </p:cNvPr>
          <p:cNvGrpSpPr/>
          <p:nvPr/>
        </p:nvGrpSpPr>
        <p:grpSpPr>
          <a:xfrm>
            <a:off x="550874" y="4648129"/>
            <a:ext cx="5162253" cy="1124282"/>
            <a:chOff x="497767" y="4648129"/>
            <a:chExt cx="5162253" cy="1124282"/>
          </a:xfrm>
        </p:grpSpPr>
        <p:sp>
          <p:nvSpPr>
            <p:cNvPr id="26" name="Title 1">
              <a:extLst>
                <a:ext uri="{FF2B5EF4-FFF2-40B4-BE49-F238E27FC236}">
                  <a16:creationId xmlns:a16="http://schemas.microsoft.com/office/drawing/2014/main" id="{9442FAB6-B927-EEAF-6579-A9E4CAC9627E}"/>
                </a:ext>
              </a:extLst>
            </p:cNvPr>
            <p:cNvSpPr txBox="1">
              <a:spLocks/>
            </p:cNvSpPr>
            <p:nvPr/>
          </p:nvSpPr>
          <p:spPr>
            <a:xfrm>
              <a:off x="2143001" y="4648129"/>
              <a:ext cx="3517019" cy="1124282"/>
            </a:xfrm>
            <a:prstGeom prst="rect">
              <a:avLst/>
            </a:prstGeom>
          </p:spPr>
          <p:txBody>
            <a:bodyPr vert="horz"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lvl="1" indent="-6350">
                <a:lnSpc>
                  <a:spcPct val="110000"/>
                </a:lnSpc>
                <a:spcBef>
                  <a:spcPts val="900"/>
                </a:spcBef>
                <a:buClr>
                  <a:srgbClr val="047A85"/>
                </a:buClr>
                <a:defRPr/>
              </a:pPr>
              <a:r>
                <a:rPr lang="en-GB" sz="1000">
                  <a:solidFill>
                    <a:schemeClr val="bg1"/>
                  </a:solidFill>
                  <a:latin typeface="Aptos" panose="020B0004020202020204" pitchFamily="34" charset="0"/>
                </a:rPr>
                <a:t>Lorem ipsum </a:t>
              </a:r>
              <a:r>
                <a:rPr lang="en-GB" sz="1000" err="1">
                  <a:solidFill>
                    <a:schemeClr val="bg1"/>
                  </a:solidFill>
                  <a:latin typeface="Aptos" panose="020B0004020202020204" pitchFamily="34" charset="0"/>
                </a:rPr>
                <a:t>dolor</a:t>
              </a:r>
              <a:r>
                <a:rPr lang="en-GB" sz="1000">
                  <a:solidFill>
                    <a:schemeClr val="bg1"/>
                  </a:solidFill>
                  <a:latin typeface="Aptos" panose="020B0004020202020204" pitchFamily="34" charset="0"/>
                </a:rPr>
                <a:t> sit </a:t>
              </a:r>
              <a:r>
                <a:rPr lang="en-GB" sz="1000" err="1">
                  <a:solidFill>
                    <a:schemeClr val="bg1"/>
                  </a:solidFill>
                  <a:latin typeface="Aptos" panose="020B0004020202020204" pitchFamily="34" charset="0"/>
                </a:rPr>
                <a:t>amet</a:t>
              </a:r>
              <a:r>
                <a:rPr lang="en-GB" sz="1000">
                  <a:solidFill>
                    <a:schemeClr val="bg1"/>
                  </a:solidFill>
                  <a:latin typeface="Aptos" panose="020B0004020202020204" pitchFamily="34" charset="0"/>
                </a:rPr>
                <a:t>, </a:t>
              </a:r>
              <a:r>
                <a:rPr lang="en-GB" sz="1000" err="1">
                  <a:solidFill>
                    <a:schemeClr val="bg1"/>
                  </a:solidFill>
                  <a:latin typeface="Aptos" panose="020B0004020202020204" pitchFamily="34" charset="0"/>
                </a:rPr>
                <a:t>consectetur</a:t>
              </a:r>
              <a:r>
                <a:rPr lang="en-GB" sz="1000">
                  <a:solidFill>
                    <a:schemeClr val="bg1"/>
                  </a:solidFill>
                  <a:latin typeface="Aptos" panose="020B0004020202020204" pitchFamily="34" charset="0"/>
                </a:rPr>
                <a:t> </a:t>
              </a:r>
              <a:r>
                <a:rPr lang="en-GB" sz="1000" err="1">
                  <a:solidFill>
                    <a:schemeClr val="bg1"/>
                  </a:solidFill>
                  <a:latin typeface="Aptos" panose="020B0004020202020204" pitchFamily="34" charset="0"/>
                </a:rPr>
                <a:t>adipiscing</a:t>
              </a:r>
              <a:r>
                <a:rPr lang="en-GB" sz="1000">
                  <a:solidFill>
                    <a:schemeClr val="bg1"/>
                  </a:solidFill>
                  <a:latin typeface="Aptos" panose="020B0004020202020204" pitchFamily="34" charset="0"/>
                </a:rPr>
                <a:t> </a:t>
              </a:r>
              <a:r>
                <a:rPr lang="en-GB" sz="1000" err="1">
                  <a:solidFill>
                    <a:schemeClr val="bg1"/>
                  </a:solidFill>
                  <a:latin typeface="Aptos" panose="020B0004020202020204" pitchFamily="34" charset="0"/>
                </a:rPr>
                <a:t>elit</a:t>
              </a:r>
              <a:r>
                <a:rPr lang="en-GB" sz="1000">
                  <a:solidFill>
                    <a:schemeClr val="bg1"/>
                  </a:solidFill>
                  <a:latin typeface="Aptos" panose="020B0004020202020204" pitchFamily="34" charset="0"/>
                </a:rPr>
                <a:t>, </a:t>
              </a:r>
              <a:r>
                <a:rPr lang="en-GB" sz="1000" err="1">
                  <a:solidFill>
                    <a:schemeClr val="bg1"/>
                  </a:solidFill>
                  <a:latin typeface="Aptos" panose="020B0004020202020204" pitchFamily="34" charset="0"/>
                </a:rPr>
                <a:t>sed</a:t>
              </a:r>
              <a:r>
                <a:rPr lang="en-GB" sz="1000">
                  <a:solidFill>
                    <a:schemeClr val="bg1"/>
                  </a:solidFill>
                  <a:latin typeface="Aptos" panose="020B0004020202020204" pitchFamily="34" charset="0"/>
                </a:rPr>
                <a:t> do </a:t>
              </a:r>
              <a:r>
                <a:rPr lang="en-GB" sz="1000" err="1">
                  <a:solidFill>
                    <a:schemeClr val="bg1"/>
                  </a:solidFill>
                  <a:latin typeface="Aptos" panose="020B0004020202020204" pitchFamily="34" charset="0"/>
                </a:rPr>
                <a:t>eiusmod</a:t>
              </a:r>
              <a:r>
                <a:rPr lang="en-GB" sz="1000">
                  <a:solidFill>
                    <a:schemeClr val="bg1"/>
                  </a:solidFill>
                  <a:latin typeface="Aptos" panose="020B0004020202020204" pitchFamily="34" charset="0"/>
                </a:rPr>
                <a:t> </a:t>
              </a:r>
              <a:r>
                <a:rPr lang="en-GB" sz="1000" err="1">
                  <a:solidFill>
                    <a:schemeClr val="bg1"/>
                  </a:solidFill>
                  <a:latin typeface="Aptos" panose="020B0004020202020204" pitchFamily="34" charset="0"/>
                </a:rPr>
                <a:t>tempor</a:t>
              </a:r>
              <a:r>
                <a:rPr lang="en-GB" sz="1000">
                  <a:solidFill>
                    <a:schemeClr val="bg1"/>
                  </a:solidFill>
                  <a:latin typeface="Aptos" panose="020B0004020202020204" pitchFamily="34" charset="0"/>
                </a:rPr>
                <a:t> </a:t>
              </a:r>
              <a:r>
                <a:rPr lang="en-GB" sz="1000" err="1">
                  <a:solidFill>
                    <a:schemeClr val="bg1"/>
                  </a:solidFill>
                  <a:latin typeface="Aptos" panose="020B0004020202020204" pitchFamily="34" charset="0"/>
                </a:rPr>
                <a:t>incididunt</a:t>
              </a:r>
              <a:r>
                <a:rPr lang="en-GB" sz="1000">
                  <a:solidFill>
                    <a:schemeClr val="bg1"/>
                  </a:solidFill>
                  <a:latin typeface="Aptos" panose="020B0004020202020204" pitchFamily="34" charset="0"/>
                </a:rPr>
                <a:t> </a:t>
              </a:r>
              <a:r>
                <a:rPr lang="en-GB" sz="1000" err="1">
                  <a:solidFill>
                    <a:schemeClr val="bg1"/>
                  </a:solidFill>
                  <a:latin typeface="Aptos" panose="020B0004020202020204" pitchFamily="34" charset="0"/>
                </a:rPr>
                <a:t>ut</a:t>
              </a:r>
              <a:r>
                <a:rPr lang="en-GB" sz="1000">
                  <a:solidFill>
                    <a:schemeClr val="bg1"/>
                  </a:solidFill>
                  <a:latin typeface="Aptos" panose="020B0004020202020204" pitchFamily="34" charset="0"/>
                </a:rPr>
                <a:t> labore et dolore </a:t>
              </a:r>
              <a:r>
                <a:rPr lang="en-GB" sz="1000" err="1">
                  <a:solidFill>
                    <a:schemeClr val="bg1"/>
                  </a:solidFill>
                  <a:latin typeface="Aptos" panose="020B0004020202020204" pitchFamily="34" charset="0"/>
                </a:rPr>
                <a:t>dolor</a:t>
              </a:r>
              <a:r>
                <a:rPr lang="en-GB" sz="1000">
                  <a:solidFill>
                    <a:schemeClr val="bg1"/>
                  </a:solidFill>
                  <a:latin typeface="Aptos" panose="020B0004020202020204" pitchFamily="34" charset="0"/>
                </a:rPr>
                <a:t> sit </a:t>
              </a:r>
              <a:r>
                <a:rPr lang="en-GB" sz="1000" err="1">
                  <a:solidFill>
                    <a:schemeClr val="bg1"/>
                  </a:solidFill>
                  <a:latin typeface="Aptos" panose="020B0004020202020204" pitchFamily="34" charset="0"/>
                </a:rPr>
                <a:t>amet</a:t>
              </a:r>
              <a:r>
                <a:rPr lang="en-GB" sz="1000">
                  <a:solidFill>
                    <a:schemeClr val="bg1"/>
                  </a:solidFill>
                  <a:latin typeface="Aptos" panose="020B0004020202020204" pitchFamily="34" charset="0"/>
                </a:rPr>
                <a:t>, </a:t>
              </a:r>
              <a:r>
                <a:rPr lang="en-GB" sz="1000" err="1">
                  <a:solidFill>
                    <a:schemeClr val="bg1"/>
                  </a:solidFill>
                  <a:latin typeface="Aptos" panose="020B0004020202020204" pitchFamily="34" charset="0"/>
                </a:rPr>
                <a:t>consectetur</a:t>
              </a:r>
              <a:r>
                <a:rPr lang="en-GB" sz="1000">
                  <a:solidFill>
                    <a:schemeClr val="bg1"/>
                  </a:solidFill>
                  <a:latin typeface="Aptos" panose="020B0004020202020204" pitchFamily="34" charset="0"/>
                </a:rPr>
                <a:t> </a:t>
              </a:r>
              <a:r>
                <a:rPr lang="en-GB" sz="1000" err="1">
                  <a:solidFill>
                    <a:schemeClr val="bg1"/>
                  </a:solidFill>
                  <a:latin typeface="Aptos" panose="020B0004020202020204" pitchFamily="34" charset="0"/>
                </a:rPr>
                <a:t>adipiscing</a:t>
              </a:r>
              <a:r>
                <a:rPr lang="en-GB" sz="1000">
                  <a:solidFill>
                    <a:schemeClr val="bg1"/>
                  </a:solidFill>
                  <a:latin typeface="Aptos" panose="020B0004020202020204" pitchFamily="34" charset="0"/>
                </a:rPr>
                <a:t> </a:t>
              </a:r>
              <a:r>
                <a:rPr lang="en-GB" sz="1000" err="1">
                  <a:solidFill>
                    <a:schemeClr val="bg1"/>
                  </a:solidFill>
                  <a:latin typeface="Aptos" panose="020B0004020202020204" pitchFamily="34" charset="0"/>
                </a:rPr>
                <a:t>elitsed</a:t>
              </a:r>
              <a:r>
                <a:rPr lang="en-GB" sz="1000">
                  <a:solidFill>
                    <a:schemeClr val="bg1"/>
                  </a:solidFill>
                  <a:latin typeface="Aptos" panose="020B0004020202020204" pitchFamily="34" charset="0"/>
                </a:rPr>
                <a:t> do </a:t>
              </a:r>
              <a:r>
                <a:rPr lang="en-GB" sz="1000" err="1">
                  <a:solidFill>
                    <a:schemeClr val="bg1"/>
                  </a:solidFill>
                  <a:latin typeface="Aptos" panose="020B0004020202020204" pitchFamily="34" charset="0"/>
                </a:rPr>
                <a:t>eiusmod</a:t>
              </a:r>
              <a:r>
                <a:rPr lang="en-GB" sz="1000">
                  <a:solidFill>
                    <a:schemeClr val="bg1"/>
                  </a:solidFill>
                  <a:latin typeface="Aptos" panose="020B0004020202020204" pitchFamily="34" charset="0"/>
                </a:rPr>
                <a:t>.</a:t>
              </a:r>
            </a:p>
            <a:p>
              <a:pPr marL="0" lvl="1" indent="-6350">
                <a:lnSpc>
                  <a:spcPct val="110000"/>
                </a:lnSpc>
                <a:spcBef>
                  <a:spcPts val="900"/>
                </a:spcBef>
                <a:buClr>
                  <a:srgbClr val="047A85"/>
                </a:buClr>
                <a:defRPr/>
              </a:pPr>
              <a:r>
                <a:rPr lang="en-GB" sz="1000" err="1">
                  <a:solidFill>
                    <a:schemeClr val="bg1"/>
                  </a:solidFill>
                  <a:latin typeface="Aptos" panose="020B0004020202020204" pitchFamily="34" charset="0"/>
                </a:rPr>
                <a:t>Excepteur</a:t>
              </a:r>
              <a:r>
                <a:rPr lang="en-GB" sz="1000">
                  <a:solidFill>
                    <a:schemeClr val="bg1"/>
                  </a:solidFill>
                  <a:latin typeface="Aptos" panose="020B0004020202020204" pitchFamily="34" charset="0"/>
                </a:rPr>
                <a:t> </a:t>
              </a:r>
              <a:r>
                <a:rPr lang="en-GB" sz="1000" err="1">
                  <a:solidFill>
                    <a:schemeClr val="bg1"/>
                  </a:solidFill>
                  <a:latin typeface="Aptos" panose="020B0004020202020204" pitchFamily="34" charset="0"/>
                </a:rPr>
                <a:t>sint</a:t>
              </a:r>
              <a:r>
                <a:rPr lang="en-GB" sz="1000">
                  <a:solidFill>
                    <a:schemeClr val="bg1"/>
                  </a:solidFill>
                  <a:latin typeface="Aptos" panose="020B0004020202020204" pitchFamily="34" charset="0"/>
                </a:rPr>
                <a:t> </a:t>
              </a:r>
              <a:r>
                <a:rPr lang="en-GB" sz="1000" err="1">
                  <a:solidFill>
                    <a:schemeClr val="bg1"/>
                  </a:solidFill>
                  <a:latin typeface="Aptos" panose="020B0004020202020204" pitchFamily="34" charset="0"/>
                </a:rPr>
                <a:t>occaecat</a:t>
              </a:r>
              <a:r>
                <a:rPr lang="en-GB" sz="1000">
                  <a:solidFill>
                    <a:schemeClr val="bg1"/>
                  </a:solidFill>
                  <a:latin typeface="Aptos" panose="020B0004020202020204" pitchFamily="34" charset="0"/>
                </a:rPr>
                <a:t> </a:t>
              </a:r>
              <a:r>
                <a:rPr lang="en-GB" sz="1000" err="1">
                  <a:solidFill>
                    <a:schemeClr val="bg1"/>
                  </a:solidFill>
                  <a:latin typeface="Aptos" panose="020B0004020202020204" pitchFamily="34" charset="0"/>
                </a:rPr>
                <a:t>cupidat</a:t>
              </a:r>
              <a:r>
                <a:rPr lang="en-GB" sz="1000">
                  <a:solidFill>
                    <a:schemeClr val="bg1"/>
                  </a:solidFill>
                  <a:latin typeface="Aptos" panose="020B0004020202020204" pitchFamily="34" charset="0"/>
                </a:rPr>
                <a:t> non </a:t>
              </a:r>
              <a:r>
                <a:rPr lang="en-GB" sz="1000" err="1">
                  <a:solidFill>
                    <a:schemeClr val="bg1"/>
                  </a:solidFill>
                  <a:latin typeface="Aptos" panose="020B0004020202020204" pitchFamily="34" charset="0"/>
                </a:rPr>
                <a:t>proident</a:t>
              </a:r>
              <a:r>
                <a:rPr lang="en-GB" sz="1000">
                  <a:solidFill>
                    <a:schemeClr val="bg1"/>
                  </a:solidFill>
                  <a:latin typeface="Aptos" panose="020B0004020202020204" pitchFamily="34" charset="0"/>
                </a:rPr>
                <a:t>, sunt in culpa qui </a:t>
              </a:r>
              <a:r>
                <a:rPr lang="en-GB" sz="1000" err="1">
                  <a:solidFill>
                    <a:schemeClr val="bg1"/>
                  </a:solidFill>
                  <a:latin typeface="Aptos" panose="020B0004020202020204" pitchFamily="34" charset="0"/>
                </a:rPr>
                <a:t>officia</a:t>
              </a:r>
              <a:r>
                <a:rPr lang="en-GB" sz="1000">
                  <a:solidFill>
                    <a:schemeClr val="bg1"/>
                  </a:solidFill>
                  <a:latin typeface="Aptos" panose="020B0004020202020204" pitchFamily="34" charset="0"/>
                </a:rPr>
                <a:t> </a:t>
              </a:r>
              <a:r>
                <a:rPr lang="en-GB" sz="1000" err="1">
                  <a:solidFill>
                    <a:schemeClr val="bg1"/>
                  </a:solidFill>
                  <a:latin typeface="Aptos" panose="020B0004020202020204" pitchFamily="34" charset="0"/>
                </a:rPr>
                <a:t>deserunt</a:t>
              </a:r>
              <a:r>
                <a:rPr lang="en-GB" sz="1000">
                  <a:solidFill>
                    <a:schemeClr val="bg1"/>
                  </a:solidFill>
                  <a:latin typeface="Aptos" panose="020B0004020202020204" pitchFamily="34" charset="0"/>
                </a:rPr>
                <a:t> </a:t>
              </a:r>
              <a:r>
                <a:rPr lang="en-GB" sz="1000" err="1">
                  <a:solidFill>
                    <a:schemeClr val="bg1"/>
                  </a:solidFill>
                  <a:latin typeface="Aptos" panose="020B0004020202020204" pitchFamily="34" charset="0"/>
                </a:rPr>
                <a:t>molli</a:t>
              </a:r>
              <a:r>
                <a:rPr lang="en-GB" sz="1000">
                  <a:solidFill>
                    <a:schemeClr val="bg1"/>
                  </a:solidFill>
                  <a:latin typeface="Aptos" panose="020B0004020202020204" pitchFamily="34" charset="0"/>
                </a:rPr>
                <a:t> anim. </a:t>
              </a:r>
              <a:r>
                <a:rPr lang="en-GB" sz="1000" err="1">
                  <a:solidFill>
                    <a:schemeClr val="bg1"/>
                  </a:solidFill>
                  <a:latin typeface="Aptos" panose="020B0004020202020204" pitchFamily="34" charset="0"/>
                </a:rPr>
                <a:t>Pariatur</a:t>
              </a:r>
              <a:r>
                <a:rPr lang="en-GB" sz="1000">
                  <a:solidFill>
                    <a:schemeClr val="bg1"/>
                  </a:solidFill>
                  <a:latin typeface="Aptos" panose="020B0004020202020204" pitchFamily="34" charset="0"/>
                </a:rPr>
                <a:t> </a:t>
              </a:r>
              <a:r>
                <a:rPr lang="en-GB" sz="1000" err="1">
                  <a:solidFill>
                    <a:schemeClr val="bg1"/>
                  </a:solidFill>
                  <a:latin typeface="Aptos" panose="020B0004020202020204" pitchFamily="34" charset="0"/>
                </a:rPr>
                <a:t>ut</a:t>
              </a:r>
              <a:r>
                <a:rPr lang="en-GB" sz="1000">
                  <a:solidFill>
                    <a:schemeClr val="bg1"/>
                  </a:solidFill>
                  <a:latin typeface="Aptos" panose="020B0004020202020204" pitchFamily="34" charset="0"/>
                </a:rPr>
                <a:t> </a:t>
              </a:r>
              <a:r>
                <a:rPr lang="en-GB" sz="1000" err="1">
                  <a:solidFill>
                    <a:schemeClr val="bg1"/>
                  </a:solidFill>
                  <a:latin typeface="Aptos" panose="020B0004020202020204" pitchFamily="34" charset="0"/>
                </a:rPr>
                <a:t>cupiditate</a:t>
              </a:r>
              <a:r>
                <a:rPr lang="en-GB" sz="1000">
                  <a:solidFill>
                    <a:schemeClr val="bg1"/>
                  </a:solidFill>
                  <a:latin typeface="Aptos" panose="020B0004020202020204" pitchFamily="34" charset="0"/>
                </a:rPr>
                <a:t> </a:t>
              </a:r>
              <a:r>
                <a:rPr lang="en-GB" sz="1000" err="1">
                  <a:solidFill>
                    <a:schemeClr val="bg1"/>
                  </a:solidFill>
                  <a:latin typeface="Aptos" panose="020B0004020202020204" pitchFamily="34" charset="0"/>
                </a:rPr>
                <a:t>iste</a:t>
              </a:r>
              <a:r>
                <a:rPr lang="en-GB" sz="1000">
                  <a:solidFill>
                    <a:schemeClr val="bg1"/>
                  </a:solidFill>
                  <a:latin typeface="Aptos" panose="020B0004020202020204" pitchFamily="34" charset="0"/>
                </a:rPr>
                <a:t> non rerum libero sit nostrum </a:t>
              </a:r>
              <a:r>
                <a:rPr lang="en-GB" sz="1000" err="1">
                  <a:solidFill>
                    <a:schemeClr val="bg1"/>
                  </a:solidFill>
                  <a:latin typeface="Aptos" panose="020B0004020202020204" pitchFamily="34" charset="0"/>
                </a:rPr>
                <a:t>volus</a:t>
              </a:r>
              <a:r>
                <a:rPr lang="en-GB" sz="1000">
                  <a:solidFill>
                    <a:schemeClr val="bg1"/>
                  </a:solidFill>
                  <a:latin typeface="Aptos" panose="020B0004020202020204" pitchFamily="34" charset="0"/>
                </a:rPr>
                <a:t>.</a:t>
              </a:r>
              <a:endParaRPr lang="el-GR" sz="1000">
                <a:solidFill>
                  <a:schemeClr val="bg1"/>
                </a:solidFill>
                <a:latin typeface="Aptos" panose="020B0004020202020204" pitchFamily="34" charset="0"/>
              </a:endParaRPr>
            </a:p>
          </p:txBody>
        </p:sp>
        <p:sp>
          <p:nvSpPr>
            <p:cNvPr id="27" name="TextBox 60">
              <a:extLst>
                <a:ext uri="{FF2B5EF4-FFF2-40B4-BE49-F238E27FC236}">
                  <a16:creationId xmlns:a16="http://schemas.microsoft.com/office/drawing/2014/main" id="{B1637E9A-4DA3-3A1E-F256-AE53916575D2}"/>
                </a:ext>
              </a:extLst>
            </p:cNvPr>
            <p:cNvSpPr txBox="1"/>
            <p:nvPr/>
          </p:nvSpPr>
          <p:spPr>
            <a:xfrm flipH="1">
              <a:off x="497767" y="4917883"/>
              <a:ext cx="1507467" cy="584775"/>
            </a:xfrm>
            <a:prstGeom prst="rect">
              <a:avLst/>
            </a:prstGeom>
            <a:noFill/>
          </p:spPr>
          <p:txBody>
            <a:bodyPr wrap="square" rtlCol="0">
              <a:normAutofit/>
            </a:bodyPr>
            <a:lstStyle/>
            <a:p>
              <a:pPr algn="ctr" defTabSz="171416"/>
              <a:r>
                <a:rPr lang="el-GR" sz="3200" b="1">
                  <a:solidFill>
                    <a:schemeClr val="accent3"/>
                  </a:solidFill>
                  <a:latin typeface="Aptos" panose="020B0004020202020204" pitchFamily="34" charset="0"/>
                  <a:ea typeface="Lato" panose="020F0502020204030203" pitchFamily="34" charset="0"/>
                  <a:cs typeface="Poppins Medium" pitchFamily="2" charset="77"/>
                </a:rPr>
                <a:t>€ </a:t>
              </a:r>
              <a:r>
                <a:rPr lang="en-US" sz="3200" b="1">
                  <a:solidFill>
                    <a:schemeClr val="accent3"/>
                  </a:solidFill>
                  <a:latin typeface="Aptos" panose="020B0004020202020204" pitchFamily="34" charset="0"/>
                  <a:ea typeface="Lato" panose="020F0502020204030203" pitchFamily="34" charset="0"/>
                  <a:cs typeface="Poppins Medium" pitchFamily="2" charset="77"/>
                </a:rPr>
                <a:t>7,500</a:t>
              </a:r>
            </a:p>
          </p:txBody>
        </p:sp>
      </p:grpSp>
      <p:graphicFrame>
        <p:nvGraphicFramePr>
          <p:cNvPr id="31" name="Chart 30">
            <a:extLst>
              <a:ext uri="{FF2B5EF4-FFF2-40B4-BE49-F238E27FC236}">
                <a16:creationId xmlns:a16="http://schemas.microsoft.com/office/drawing/2014/main" id="{88150C2B-3F56-9C8E-D776-A7E8D58558C5}"/>
              </a:ext>
            </a:extLst>
          </p:cNvPr>
          <p:cNvGraphicFramePr/>
          <p:nvPr>
            <p:extLst>
              <p:ext uri="{D42A27DB-BD31-4B8C-83A1-F6EECF244321}">
                <p14:modId xmlns:p14="http://schemas.microsoft.com/office/powerpoint/2010/main" val="2072986428"/>
              </p:ext>
            </p:extLst>
          </p:nvPr>
        </p:nvGraphicFramePr>
        <p:xfrm>
          <a:off x="9179583" y="4103961"/>
          <a:ext cx="2686028" cy="2225716"/>
        </p:xfrm>
        <a:graphic>
          <a:graphicData uri="http://schemas.openxmlformats.org/drawingml/2006/chart">
            <c:chart xmlns:c="http://schemas.openxmlformats.org/drawingml/2006/chart" xmlns:r="http://schemas.openxmlformats.org/officeDocument/2006/relationships" r:id="rId6"/>
          </a:graphicData>
        </a:graphic>
      </p:graphicFrame>
      <p:sp>
        <p:nvSpPr>
          <p:cNvPr id="30" name="Title 1">
            <a:extLst>
              <a:ext uri="{FF2B5EF4-FFF2-40B4-BE49-F238E27FC236}">
                <a16:creationId xmlns:a16="http://schemas.microsoft.com/office/drawing/2014/main" id="{7A2028D6-7628-B9A2-2051-DEF7393BF15B}"/>
              </a:ext>
            </a:extLst>
          </p:cNvPr>
          <p:cNvSpPr txBox="1">
            <a:spLocks/>
          </p:cNvSpPr>
          <p:nvPr/>
        </p:nvSpPr>
        <p:spPr>
          <a:xfrm>
            <a:off x="9329474" y="4247837"/>
            <a:ext cx="874302" cy="22747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rtl="0">
              <a:defRPr sz="1400" b="1" i="0" u="none" strike="noStrike" kern="1200" baseline="0">
                <a:solidFill>
                  <a:srgbClr val="007B85"/>
                </a:solidFill>
                <a:latin typeface="+mn-lt"/>
                <a:ea typeface="+mn-ea"/>
                <a:cs typeface="+mn-cs"/>
              </a:defRPr>
            </a:pPr>
            <a:r>
              <a:rPr lang="en-US" sz="1200" b="1">
                <a:solidFill>
                  <a:schemeClr val="accent1"/>
                </a:solidFill>
                <a:latin typeface="Aptos SemiBold" panose="020B0004020202020204" pitchFamily="34" charset="0"/>
              </a:rPr>
              <a:t>August</a:t>
            </a:r>
          </a:p>
        </p:txBody>
      </p:sp>
      <p:graphicFrame>
        <p:nvGraphicFramePr>
          <p:cNvPr id="13" name="Chart 12">
            <a:extLst>
              <a:ext uri="{FF2B5EF4-FFF2-40B4-BE49-F238E27FC236}">
                <a16:creationId xmlns:a16="http://schemas.microsoft.com/office/drawing/2014/main" id="{29D1C3B5-3F85-B97C-493C-158A43355CAB}"/>
              </a:ext>
            </a:extLst>
          </p:cNvPr>
          <p:cNvGraphicFramePr/>
          <p:nvPr>
            <p:extLst>
              <p:ext uri="{D42A27DB-BD31-4B8C-83A1-F6EECF244321}">
                <p14:modId xmlns:p14="http://schemas.microsoft.com/office/powerpoint/2010/main" val="2331364912"/>
              </p:ext>
            </p:extLst>
          </p:nvPr>
        </p:nvGraphicFramePr>
        <p:xfrm>
          <a:off x="6297487" y="4103961"/>
          <a:ext cx="2686028" cy="2225716"/>
        </p:xfrm>
        <a:graphic>
          <a:graphicData uri="http://schemas.openxmlformats.org/drawingml/2006/chart">
            <c:chart xmlns:c="http://schemas.openxmlformats.org/drawingml/2006/chart" xmlns:r="http://schemas.openxmlformats.org/officeDocument/2006/relationships" r:id="rId7"/>
          </a:graphicData>
        </a:graphic>
      </p:graphicFrame>
      <p:sp>
        <p:nvSpPr>
          <p:cNvPr id="42" name="Title 1">
            <a:extLst>
              <a:ext uri="{FF2B5EF4-FFF2-40B4-BE49-F238E27FC236}">
                <a16:creationId xmlns:a16="http://schemas.microsoft.com/office/drawing/2014/main" id="{AF3F5846-387A-CDD0-5F8E-39BA03B76555}"/>
              </a:ext>
            </a:extLst>
          </p:cNvPr>
          <p:cNvSpPr txBox="1">
            <a:spLocks/>
          </p:cNvSpPr>
          <p:nvPr/>
        </p:nvSpPr>
        <p:spPr>
          <a:xfrm>
            <a:off x="6461933" y="4247837"/>
            <a:ext cx="874302" cy="227476"/>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rtl="0">
              <a:defRPr sz="1400" b="1" i="0" u="none" strike="noStrike" kern="1200" baseline="0">
                <a:solidFill>
                  <a:srgbClr val="007B85"/>
                </a:solidFill>
                <a:latin typeface="+mn-lt"/>
                <a:ea typeface="+mn-ea"/>
                <a:cs typeface="+mn-cs"/>
              </a:defRPr>
            </a:pPr>
            <a:r>
              <a:rPr lang="en-US" sz="1200" b="1">
                <a:solidFill>
                  <a:schemeClr val="accent1"/>
                </a:solidFill>
                <a:latin typeface="Aptos SemiBold" panose="020B0004020202020204" pitchFamily="34" charset="0"/>
              </a:rPr>
              <a:t>July</a:t>
            </a:r>
          </a:p>
        </p:txBody>
      </p:sp>
      <p:sp>
        <p:nvSpPr>
          <p:cNvPr id="2" name="Text Placeholder 30">
            <a:extLst>
              <a:ext uri="{FF2B5EF4-FFF2-40B4-BE49-F238E27FC236}">
                <a16:creationId xmlns:a16="http://schemas.microsoft.com/office/drawing/2014/main" id="{22733F15-F7EC-63D8-EEFF-E6E6E5E76A4F}"/>
              </a:ext>
            </a:extLst>
          </p:cNvPr>
          <p:cNvSpPr txBox="1">
            <a:spLocks/>
          </p:cNvSpPr>
          <p:nvPr/>
        </p:nvSpPr>
        <p:spPr>
          <a:xfrm>
            <a:off x="331788" y="741363"/>
            <a:ext cx="11531600" cy="334962"/>
          </a:xfrm>
          <a:prstGeom prst="rect">
            <a:avLst/>
          </a:prstGeom>
        </p:spPr>
        <p:txBody>
          <a:bodyPr vert="horz" wrap="square" lIns="0" tIns="0" rIns="0" bIns="0" rtlCol="0" anchor="t" anchorCtr="0">
            <a:normAutofit/>
          </a:bodyPr>
          <a:lstStyle>
            <a:lvl1pPr marL="0" indent="0" algn="l" defTabSz="914400" rtl="0" eaLnBrk="1" latinLnBrk="0" hangingPunct="1">
              <a:lnSpc>
                <a:spcPct val="90000"/>
              </a:lnSpc>
              <a:spcBef>
                <a:spcPts val="0"/>
              </a:spcBef>
              <a:buClr>
                <a:schemeClr val="tx2"/>
              </a:buClr>
              <a:buFontTx/>
              <a:buNone/>
              <a:defRPr sz="2400" b="0" i="0" kern="1200">
                <a:solidFill>
                  <a:schemeClr val="accent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R"/>
              <a:t>Chart combinations</a:t>
            </a:r>
          </a:p>
        </p:txBody>
      </p:sp>
    </p:spTree>
    <p:extLst>
      <p:ext uri="{BB962C8B-B14F-4D97-AF65-F5344CB8AC3E}">
        <p14:creationId xmlns:p14="http://schemas.microsoft.com/office/powerpoint/2010/main" val="328609058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DB0AE-B016-0824-73C4-EB889304ECA8}"/>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77E95485-D5E5-2E7C-7208-BD197C9B5279}"/>
              </a:ext>
            </a:extLst>
          </p:cNvPr>
          <p:cNvSpPr/>
          <p:nvPr/>
        </p:nvSpPr>
        <p:spPr>
          <a:xfrm>
            <a:off x="341113" y="2270462"/>
            <a:ext cx="11520964" cy="3340673"/>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4" name="Slide Number Placeholder 3">
            <a:extLst>
              <a:ext uri="{FF2B5EF4-FFF2-40B4-BE49-F238E27FC236}">
                <a16:creationId xmlns:a16="http://schemas.microsoft.com/office/drawing/2014/main" id="{722E8D85-31E3-69B2-977C-3484849B48E0}"/>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149</a:t>
            </a:fld>
            <a:endParaRPr lang="en-GR"/>
          </a:p>
        </p:txBody>
      </p:sp>
      <p:sp>
        <p:nvSpPr>
          <p:cNvPr id="9" name="Text Placeholder 8">
            <a:extLst>
              <a:ext uri="{FF2B5EF4-FFF2-40B4-BE49-F238E27FC236}">
                <a16:creationId xmlns:a16="http://schemas.microsoft.com/office/drawing/2014/main" id="{249CE2DA-AB47-4297-9B19-F0E22DE9D83E}"/>
              </a:ext>
            </a:extLst>
          </p:cNvPr>
          <p:cNvSpPr>
            <a:spLocks noGrp="1"/>
          </p:cNvSpPr>
          <p:nvPr>
            <p:ph type="body" sz="quarter" idx="14"/>
          </p:nvPr>
        </p:nvSpPr>
        <p:spPr>
          <a:xfrm>
            <a:off x="331201" y="1268822"/>
            <a:ext cx="7939039" cy="364908"/>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33" name="Text Placeholder 32">
            <a:extLst>
              <a:ext uri="{FF2B5EF4-FFF2-40B4-BE49-F238E27FC236}">
                <a16:creationId xmlns:a16="http://schemas.microsoft.com/office/drawing/2014/main" id="{62A7A6F5-5FAA-EB7C-3AC9-AF78A2114BE5}"/>
              </a:ext>
            </a:extLst>
          </p:cNvPr>
          <p:cNvSpPr>
            <a:spLocks noGrp="1"/>
          </p:cNvSpPr>
          <p:nvPr>
            <p:ph type="body" sz="quarter" idx="27"/>
          </p:nvPr>
        </p:nvSpPr>
        <p:spPr>
          <a:xfrm>
            <a:off x="331201" y="5821200"/>
            <a:ext cx="7939040" cy="488120"/>
          </a:xfrm>
        </p:spPr>
        <p:txBody>
          <a:bodyPr>
            <a:normAutofit/>
          </a:bodyPr>
          <a:lstStyle/>
          <a:p>
            <a:r>
              <a:rPr lang="en-GB"/>
              <a:t>Aptos 8pt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p:txBody>
      </p:sp>
      <mc:AlternateContent xmlns:mc="http://schemas.openxmlformats.org/markup-compatibility/2006" xmlns:cx1="http://schemas.microsoft.com/office/drawing/2015/9/8/chartex">
        <mc:Choice Requires="cx1">
          <p:graphicFrame>
            <p:nvGraphicFramePr>
              <p:cNvPr id="18" name="Chart 17">
                <a:extLst>
                  <a:ext uri="{FF2B5EF4-FFF2-40B4-BE49-F238E27FC236}">
                    <a16:creationId xmlns:a16="http://schemas.microsoft.com/office/drawing/2014/main" id="{A5B3A293-98BF-101F-C93F-BEB51AB8653B}"/>
                  </a:ext>
                </a:extLst>
              </p:cNvPr>
              <p:cNvGraphicFramePr/>
              <p:nvPr>
                <p:extLst>
                  <p:ext uri="{D42A27DB-BD31-4B8C-83A1-F6EECF244321}">
                    <p14:modId xmlns:p14="http://schemas.microsoft.com/office/powerpoint/2010/main" val="3293975521"/>
                  </p:ext>
                </p:extLst>
              </p:nvPr>
            </p:nvGraphicFramePr>
            <p:xfrm>
              <a:off x="645847" y="2008867"/>
              <a:ext cx="10953118" cy="3602266"/>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18" name="Chart 17">
                <a:extLst>
                  <a:ext uri="{FF2B5EF4-FFF2-40B4-BE49-F238E27FC236}">
                    <a16:creationId xmlns:a16="http://schemas.microsoft.com/office/drawing/2014/main" id="{A5B3A293-98BF-101F-C93F-BEB51AB8653B}"/>
                  </a:ext>
                </a:extLst>
              </p:cNvPr>
              <p:cNvPicPr>
                <a:picLocks noGrp="1" noRot="1" noChangeAspect="1" noMove="1" noResize="1" noEditPoints="1" noAdjustHandles="1" noChangeArrowheads="1" noChangeShapeType="1"/>
              </p:cNvPicPr>
              <p:nvPr/>
            </p:nvPicPr>
            <p:blipFill>
              <a:blip r:embed="rId4"/>
              <a:stretch>
                <a:fillRect/>
              </a:stretch>
            </p:blipFill>
            <p:spPr>
              <a:xfrm>
                <a:off x="645847" y="2008867"/>
                <a:ext cx="10953118" cy="3602266"/>
              </a:xfrm>
              <a:prstGeom prst="rect">
                <a:avLst/>
              </a:prstGeom>
            </p:spPr>
          </p:pic>
        </mc:Fallback>
      </mc:AlternateContent>
      <p:sp>
        <p:nvSpPr>
          <p:cNvPr id="5" name="Text Placeholder 30">
            <a:extLst>
              <a:ext uri="{FF2B5EF4-FFF2-40B4-BE49-F238E27FC236}">
                <a16:creationId xmlns:a16="http://schemas.microsoft.com/office/drawing/2014/main" id="{68DD0542-B2CD-BD3A-BE31-618EB4020EC5}"/>
              </a:ext>
            </a:extLst>
          </p:cNvPr>
          <p:cNvSpPr txBox="1">
            <a:spLocks/>
          </p:cNvSpPr>
          <p:nvPr/>
        </p:nvSpPr>
        <p:spPr>
          <a:xfrm>
            <a:off x="331788" y="741363"/>
            <a:ext cx="11531600" cy="334962"/>
          </a:xfrm>
          <a:prstGeom prst="rect">
            <a:avLst/>
          </a:prstGeom>
        </p:spPr>
        <p:txBody>
          <a:bodyPr vert="horz" wrap="square" lIns="0" tIns="0" rIns="0" bIns="0" rtlCol="0" anchor="t" anchorCtr="0">
            <a:normAutofit/>
          </a:bodyPr>
          <a:lstStyle>
            <a:lvl1pPr marL="0" indent="0" algn="l" defTabSz="914400" rtl="0" eaLnBrk="1" latinLnBrk="0" hangingPunct="1">
              <a:lnSpc>
                <a:spcPct val="90000"/>
              </a:lnSpc>
              <a:spcBef>
                <a:spcPts val="0"/>
              </a:spcBef>
              <a:buClr>
                <a:schemeClr val="tx2"/>
              </a:buClr>
              <a:buFontTx/>
              <a:buNone/>
              <a:defRPr sz="2400" b="0" i="0" kern="1200">
                <a:solidFill>
                  <a:schemeClr val="accent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R"/>
              <a:t>Bar Char</a:t>
            </a:r>
            <a:r>
              <a:rPr lang="en-US"/>
              <a:t>t</a:t>
            </a:r>
            <a:endParaRPr lang="en-GR"/>
          </a:p>
        </p:txBody>
      </p:sp>
    </p:spTree>
    <p:extLst>
      <p:ext uri="{BB962C8B-B14F-4D97-AF65-F5344CB8AC3E}">
        <p14:creationId xmlns:p14="http://schemas.microsoft.com/office/powerpoint/2010/main" val="304284497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789181D-DCFB-54DB-2A42-70DA190C0BB5}"/>
              </a:ext>
            </a:extLst>
          </p:cNvPr>
          <p:cNvSpPr/>
          <p:nvPr/>
        </p:nvSpPr>
        <p:spPr>
          <a:xfrm>
            <a:off x="341113" y="2270462"/>
            <a:ext cx="11520964" cy="3782085"/>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9" name="Text Placeholder 8">
            <a:extLst>
              <a:ext uri="{FF2B5EF4-FFF2-40B4-BE49-F238E27FC236}">
                <a16:creationId xmlns:a16="http://schemas.microsoft.com/office/drawing/2014/main" id="{70B7274D-33D5-1AE0-6DF9-88ECF66107F5}"/>
              </a:ext>
            </a:extLst>
          </p:cNvPr>
          <p:cNvSpPr>
            <a:spLocks noGrp="1"/>
          </p:cNvSpPr>
          <p:nvPr>
            <p:ph type="body" sz="quarter" idx="14"/>
          </p:nvPr>
        </p:nvSpPr>
        <p:spPr>
          <a:xfrm>
            <a:off x="331201" y="1268822"/>
            <a:ext cx="7939040" cy="364908"/>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5" name="Slide Number Placeholder 4">
            <a:extLst>
              <a:ext uri="{FF2B5EF4-FFF2-40B4-BE49-F238E27FC236}">
                <a16:creationId xmlns:a16="http://schemas.microsoft.com/office/drawing/2014/main" id="{0DA3BCAB-9798-82EA-B067-C6424ACA9949}"/>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150</a:t>
            </a:fld>
            <a:endParaRPr lang="en-GR"/>
          </a:p>
        </p:txBody>
      </p:sp>
      <p:sp>
        <p:nvSpPr>
          <p:cNvPr id="15" name="Rectangle 14">
            <a:extLst>
              <a:ext uri="{FF2B5EF4-FFF2-40B4-BE49-F238E27FC236}">
                <a16:creationId xmlns:a16="http://schemas.microsoft.com/office/drawing/2014/main" id="{F7C6A9CD-2383-E0C0-ACE4-A5580F76CB75}"/>
              </a:ext>
            </a:extLst>
          </p:cNvPr>
          <p:cNvSpPr/>
          <p:nvPr/>
        </p:nvSpPr>
        <p:spPr>
          <a:xfrm>
            <a:off x="337225" y="2270460"/>
            <a:ext cx="3585681" cy="378208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0" tIns="360000" rIns="360000" bIns="360000" rtlCol="0" anchor="t" anchorCtr="0"/>
          <a:lstStyle/>
          <a:p>
            <a:pPr>
              <a:lnSpc>
                <a:spcPct val="110000"/>
              </a:lnSpc>
              <a:spcAft>
                <a:spcPts val="600"/>
              </a:spcAft>
              <a:buClr>
                <a:srgbClr val="047A85"/>
              </a:buClr>
              <a:tabLst>
                <a:tab pos="352425" algn="l"/>
              </a:tabLst>
              <a:defRPr/>
            </a:pPr>
            <a:r>
              <a:rPr lang="en-GB" sz="1200" b="1">
                <a:solidFill>
                  <a:schemeClr val="bg1"/>
                </a:solidFill>
                <a:latin typeface="Aptos" panose="020B0004020202020204" pitchFamily="34" charset="0"/>
              </a:rPr>
              <a:t>Lorem ipsum </a:t>
            </a:r>
            <a:r>
              <a:rPr lang="en-GB" sz="1200" b="1" err="1">
                <a:solidFill>
                  <a:schemeClr val="bg1"/>
                </a:solidFill>
                <a:latin typeface="Aptos" panose="020B0004020202020204" pitchFamily="34" charset="0"/>
              </a:rPr>
              <a:t>dolor</a:t>
            </a:r>
            <a:r>
              <a:rPr lang="en-GB" sz="1200" b="1">
                <a:solidFill>
                  <a:schemeClr val="bg1"/>
                </a:solidFill>
                <a:latin typeface="Aptos" panose="020B0004020202020204" pitchFamily="34" charset="0"/>
              </a:rPr>
              <a:t> sit </a:t>
            </a:r>
            <a:r>
              <a:rPr lang="en-GB" sz="1200" b="1" err="1">
                <a:solidFill>
                  <a:schemeClr val="bg1"/>
                </a:solidFill>
                <a:latin typeface="Aptos" panose="020B0004020202020204" pitchFamily="34" charset="0"/>
              </a:rPr>
              <a:t>amet</a:t>
            </a:r>
            <a:r>
              <a:rPr lang="en-GB" sz="1200" b="1">
                <a:solidFill>
                  <a:schemeClr val="bg1"/>
                </a:solidFill>
                <a:latin typeface="Aptos" panose="020B0004020202020204" pitchFamily="34" charset="0"/>
              </a:rPr>
              <a:t>.</a:t>
            </a:r>
          </a:p>
          <a:p>
            <a:pPr>
              <a:lnSpc>
                <a:spcPct val="110000"/>
              </a:lnSpc>
              <a:spcAft>
                <a:spcPts val="1200"/>
              </a:spcAft>
              <a:buClr>
                <a:srgbClr val="047A85"/>
              </a:buClr>
              <a:tabLst>
                <a:tab pos="352425" algn="l"/>
              </a:tabLst>
              <a:defRPr/>
            </a:pPr>
            <a:r>
              <a:rPr lang="en-GB" sz="1200">
                <a:latin typeface="Aptos" panose="020B0004020202020204" pitchFamily="34" charset="0"/>
              </a:rPr>
              <a:t>Lorem ipsum </a:t>
            </a:r>
            <a:r>
              <a:rPr lang="en-GB" sz="1200" err="1">
                <a:latin typeface="Aptos" panose="020B0004020202020204" pitchFamily="34" charset="0"/>
              </a:rPr>
              <a:t>dolor</a:t>
            </a:r>
            <a:r>
              <a:rPr lang="en-GB" sz="1200">
                <a:latin typeface="Aptos" panose="020B0004020202020204" pitchFamily="34" charset="0"/>
              </a:rPr>
              <a:t> sit </a:t>
            </a:r>
            <a:r>
              <a:rPr lang="en-GB" sz="1200" err="1">
                <a:latin typeface="Aptos" panose="020B0004020202020204" pitchFamily="34" charset="0"/>
              </a:rPr>
              <a:t>amet</a:t>
            </a:r>
            <a:r>
              <a:rPr lang="en-GB" sz="1200">
                <a:latin typeface="Aptos" panose="020B0004020202020204" pitchFamily="34" charset="0"/>
              </a:rPr>
              <a:t> </a:t>
            </a:r>
            <a:r>
              <a:rPr lang="en-GB" sz="1200" err="1">
                <a:latin typeface="Aptos" panose="020B0004020202020204" pitchFamily="34" charset="0"/>
              </a:rPr>
              <a:t>consectetur</a:t>
            </a:r>
            <a:r>
              <a:rPr lang="en-GB" sz="1200">
                <a:latin typeface="Aptos" panose="020B0004020202020204" pitchFamily="34" charset="0"/>
              </a:rPr>
              <a:t>. Vi </a:t>
            </a:r>
            <a:r>
              <a:rPr lang="en-GB" sz="1200" err="1">
                <a:latin typeface="Aptos" panose="020B0004020202020204" pitchFamily="34" charset="0"/>
              </a:rPr>
              <a:t>nec</a:t>
            </a:r>
            <a:r>
              <a:rPr lang="en-GB" sz="1200">
                <a:latin typeface="Aptos" panose="020B0004020202020204" pitchFamily="34" charset="0"/>
              </a:rPr>
              <a:t> gravida </a:t>
            </a:r>
            <a:r>
              <a:rPr lang="en-GB" sz="1200" err="1">
                <a:latin typeface="Aptos" panose="020B0004020202020204" pitchFamily="34" charset="0"/>
              </a:rPr>
              <a:t>volutpat</a:t>
            </a:r>
            <a:r>
              <a:rPr lang="en-GB" sz="1200">
                <a:latin typeface="Aptos" panose="020B0004020202020204" pitchFamily="34" charset="0"/>
              </a:rPr>
              <a:t> </a:t>
            </a:r>
            <a:r>
              <a:rPr lang="en-GB" sz="1200" err="1">
                <a:latin typeface="Aptos" panose="020B0004020202020204" pitchFamily="34" charset="0"/>
              </a:rPr>
              <a:t>urna</a:t>
            </a:r>
            <a:r>
              <a:rPr lang="en-GB" sz="1200">
                <a:latin typeface="Aptos" panose="020B0004020202020204" pitchFamily="34" charset="0"/>
              </a:rPr>
              <a:t> </a:t>
            </a:r>
            <a:r>
              <a:rPr lang="en-GB" sz="1200" err="1">
                <a:latin typeface="Aptos" panose="020B0004020202020204" pitchFamily="34" charset="0"/>
              </a:rPr>
              <a:t>risus</a:t>
            </a:r>
            <a:r>
              <a:rPr lang="en-GB" sz="1200">
                <a:latin typeface="Aptos" panose="020B0004020202020204" pitchFamily="34" charset="0"/>
              </a:rPr>
              <a:t> sit </a:t>
            </a:r>
            <a:r>
              <a:rPr lang="en-GB" sz="1200" err="1">
                <a:latin typeface="Aptos" panose="020B0004020202020204" pitchFamily="34" charset="0"/>
              </a:rPr>
              <a:t>feugiator</a:t>
            </a:r>
            <a:r>
              <a:rPr lang="en-GB" sz="1200">
                <a:latin typeface="Aptos" panose="020B0004020202020204" pitchFamily="34" charset="0"/>
              </a:rPr>
              <a:t> </a:t>
            </a:r>
            <a:r>
              <a:rPr lang="en-GB" sz="1200" err="1">
                <a:latin typeface="Aptos" panose="020B0004020202020204" pitchFamily="34" charset="0"/>
              </a:rPr>
              <a:t>volutpat</a:t>
            </a:r>
            <a:r>
              <a:rPr lang="en-GB" sz="1200">
                <a:latin typeface="Aptos" panose="020B0004020202020204" pitchFamily="34" charset="0"/>
              </a:rPr>
              <a:t>. Id </a:t>
            </a:r>
            <a:r>
              <a:rPr lang="en-GB" sz="1200" err="1">
                <a:latin typeface="Aptos" panose="020B0004020202020204" pitchFamily="34" charset="0"/>
              </a:rPr>
              <a:t>faucibus</a:t>
            </a:r>
            <a:r>
              <a:rPr lang="en-GB" sz="1200">
                <a:latin typeface="Aptos" panose="020B0004020202020204" pitchFamily="34" charset="0"/>
              </a:rPr>
              <a:t> non et lorem </a:t>
            </a:r>
            <a:r>
              <a:rPr lang="en-GB" sz="1200" err="1">
                <a:latin typeface="Aptos" panose="020B0004020202020204" pitchFamily="34" charset="0"/>
              </a:rPr>
              <a:t>pellentes</a:t>
            </a:r>
            <a:r>
              <a:rPr lang="en-GB" sz="1200">
                <a:latin typeface="Aptos" panose="020B0004020202020204" pitchFamily="34" charset="0"/>
              </a:rPr>
              <a:t> integer ante. </a:t>
            </a:r>
            <a:r>
              <a:rPr lang="en-GB" sz="1200" err="1">
                <a:latin typeface="Aptos" panose="020B0004020202020204" pitchFamily="34" charset="0"/>
              </a:rPr>
              <a:t>Aliquam</a:t>
            </a:r>
            <a:r>
              <a:rPr lang="en-GB" sz="1200">
                <a:latin typeface="Aptos" panose="020B0004020202020204" pitchFamily="34" charset="0"/>
              </a:rPr>
              <a:t> </a:t>
            </a:r>
            <a:r>
              <a:rPr lang="en-GB" sz="1200" err="1">
                <a:latin typeface="Aptos" panose="020B0004020202020204" pitchFamily="34" charset="0"/>
              </a:rPr>
              <a:t>arcu</a:t>
            </a:r>
            <a:r>
              <a:rPr lang="en-GB" sz="1200">
                <a:latin typeface="Aptos" panose="020B0004020202020204" pitchFamily="34" charset="0"/>
              </a:rPr>
              <a:t> </a:t>
            </a:r>
            <a:r>
              <a:rPr lang="en-GB" sz="1200" err="1">
                <a:latin typeface="Aptos" panose="020B0004020202020204" pitchFamily="34" charset="0"/>
              </a:rPr>
              <a:t>volutpat</a:t>
            </a:r>
            <a:r>
              <a:rPr lang="en-GB" sz="1200">
                <a:latin typeface="Aptos" panose="020B0004020202020204" pitchFamily="34" charset="0"/>
              </a:rPr>
              <a:t> sit </a:t>
            </a:r>
            <a:r>
              <a:rPr lang="en-GB" sz="1200" err="1">
                <a:latin typeface="Aptos" panose="020B0004020202020204" pitchFamily="34" charset="0"/>
              </a:rPr>
              <a:t>magl</a:t>
            </a:r>
            <a:r>
              <a:rPr lang="en-GB" sz="1200">
                <a:latin typeface="Aptos" panose="020B0004020202020204" pitchFamily="34" charset="0"/>
              </a:rPr>
              <a:t> </a:t>
            </a:r>
            <a:r>
              <a:rPr lang="en-GB" sz="1200" err="1">
                <a:latin typeface="Aptos" panose="020B0004020202020204" pitchFamily="34" charset="0"/>
              </a:rPr>
              <a:t>quis</a:t>
            </a:r>
            <a:r>
              <a:rPr lang="en-GB" sz="1200">
                <a:latin typeface="Aptos" panose="020B0004020202020204" pitchFamily="34" charset="0"/>
              </a:rPr>
              <a:t>. </a:t>
            </a:r>
            <a:r>
              <a:rPr lang="en-GB" sz="1200" err="1">
                <a:latin typeface="Aptos" panose="020B0004020202020204" pitchFamily="34" charset="0"/>
              </a:rPr>
              <a:t>Consectetur</a:t>
            </a:r>
            <a:r>
              <a:rPr lang="en-GB" sz="1200">
                <a:latin typeface="Aptos" panose="020B0004020202020204" pitchFamily="34" charset="0"/>
              </a:rPr>
              <a:t> </a:t>
            </a:r>
            <a:r>
              <a:rPr lang="en-GB" sz="1200" err="1">
                <a:latin typeface="Aptos" panose="020B0004020202020204" pitchFamily="34" charset="0"/>
              </a:rPr>
              <a:t>amet</a:t>
            </a:r>
            <a:r>
              <a:rPr lang="en-GB" sz="1200">
                <a:latin typeface="Aptos" panose="020B0004020202020204" pitchFamily="34" charset="0"/>
              </a:rPr>
              <a:t> </a:t>
            </a:r>
            <a:r>
              <a:rPr lang="en-GB" sz="1200" err="1">
                <a:latin typeface="Aptos" panose="020B0004020202020204" pitchFamily="34" charset="0"/>
              </a:rPr>
              <a:t>aliquam</a:t>
            </a:r>
            <a:r>
              <a:rPr lang="en-GB" sz="1200">
                <a:latin typeface="Aptos" panose="020B0004020202020204" pitchFamily="34" charset="0"/>
              </a:rPr>
              <a:t> </a:t>
            </a:r>
            <a:r>
              <a:rPr lang="en-GB" sz="1200" err="1">
                <a:latin typeface="Aptos" panose="020B0004020202020204" pitchFamily="34" charset="0"/>
              </a:rPr>
              <a:t>sed</a:t>
            </a:r>
            <a:r>
              <a:rPr lang="en-GB" sz="1200">
                <a:latin typeface="Aptos" panose="020B0004020202020204" pitchFamily="34" charset="0"/>
              </a:rPr>
              <a:t> </a:t>
            </a:r>
            <a:r>
              <a:rPr lang="en-GB" sz="1200" err="1">
                <a:latin typeface="Aptos" panose="020B0004020202020204" pitchFamily="34" charset="0"/>
              </a:rPr>
              <a:t>loborti</a:t>
            </a:r>
            <a:r>
              <a:rPr lang="en-GB" sz="1200">
                <a:latin typeface="Aptos" panose="020B0004020202020204" pitchFamily="34" charset="0"/>
              </a:rPr>
              <a:t> </a:t>
            </a:r>
            <a:r>
              <a:rPr lang="en-GB" sz="1200" err="1">
                <a:latin typeface="Aptos" panose="020B0004020202020204" pitchFamily="34" charset="0"/>
              </a:rPr>
              <a:t>diam</a:t>
            </a:r>
            <a:r>
              <a:rPr lang="en-GB" sz="1200">
                <a:latin typeface="Aptos" panose="020B0004020202020204" pitchFamily="34" charset="0"/>
              </a:rPr>
              <a:t> </a:t>
            </a:r>
            <a:r>
              <a:rPr lang="en-GB" sz="1200" err="1">
                <a:latin typeface="Aptos" panose="020B0004020202020204" pitchFamily="34" charset="0"/>
              </a:rPr>
              <a:t>vulputate</a:t>
            </a:r>
            <a:r>
              <a:rPr lang="en-GB" sz="1200">
                <a:latin typeface="Aptos" panose="020B0004020202020204" pitchFamily="34" charset="0"/>
              </a:rPr>
              <a:t> </a:t>
            </a:r>
            <a:r>
              <a:rPr lang="en-GB" sz="1200" err="1">
                <a:latin typeface="Aptos" panose="020B0004020202020204" pitchFamily="34" charset="0"/>
              </a:rPr>
              <a:t>amet</a:t>
            </a:r>
            <a:r>
              <a:rPr lang="en-GB" sz="1200">
                <a:latin typeface="Aptos" panose="020B0004020202020204" pitchFamily="34" charset="0"/>
              </a:rPr>
              <a:t> </a:t>
            </a:r>
            <a:r>
              <a:rPr lang="en-GB" sz="1200" err="1">
                <a:latin typeface="Aptos" panose="020B0004020202020204" pitchFamily="34" charset="0"/>
              </a:rPr>
              <a:t>laoreet</a:t>
            </a:r>
            <a:r>
              <a:rPr lang="en-GB" sz="1200">
                <a:latin typeface="Aptos" panose="020B0004020202020204" pitchFamily="34" charset="0"/>
              </a:rPr>
              <a:t>. Sit </a:t>
            </a:r>
            <a:r>
              <a:rPr lang="en-GB" sz="1200" err="1">
                <a:latin typeface="Aptos" panose="020B0004020202020204" pitchFamily="34" charset="0"/>
              </a:rPr>
              <a:t>placerat</a:t>
            </a:r>
            <a:r>
              <a:rPr lang="en-GB" sz="1200">
                <a:latin typeface="Aptos" panose="020B0004020202020204" pitchFamily="34" charset="0"/>
              </a:rPr>
              <a:t> </a:t>
            </a:r>
            <a:r>
              <a:rPr lang="en-GB" sz="1200" err="1">
                <a:latin typeface="Aptos" panose="020B0004020202020204" pitchFamily="34" charset="0"/>
              </a:rPr>
              <a:t>ni</a:t>
            </a:r>
            <a:r>
              <a:rPr lang="en-GB" sz="1200">
                <a:latin typeface="Aptos" panose="020B0004020202020204" pitchFamily="34" charset="0"/>
              </a:rPr>
              <a:t> sit </a:t>
            </a:r>
            <a:r>
              <a:rPr lang="en-GB" sz="1200" err="1">
                <a:latin typeface="Aptos" panose="020B0004020202020204" pitchFamily="34" charset="0"/>
              </a:rPr>
              <a:t>interdum</a:t>
            </a:r>
            <a:r>
              <a:rPr lang="en-GB" sz="1200">
                <a:latin typeface="Aptos" panose="020B0004020202020204" pitchFamily="34" charset="0"/>
              </a:rPr>
              <a:t> </a:t>
            </a:r>
            <a:r>
              <a:rPr lang="en-GB" sz="1200" err="1">
                <a:latin typeface="Aptos" panose="020B0004020202020204" pitchFamily="34" charset="0"/>
              </a:rPr>
              <a:t>aliquam</a:t>
            </a:r>
            <a:r>
              <a:rPr lang="en-GB" sz="1200">
                <a:latin typeface="Aptos" panose="020B0004020202020204" pitchFamily="34" charset="0"/>
              </a:rPr>
              <a:t> </a:t>
            </a:r>
            <a:r>
              <a:rPr lang="en-GB" sz="1200" err="1">
                <a:latin typeface="Aptos" panose="020B0004020202020204" pitchFamily="34" charset="0"/>
              </a:rPr>
              <a:t>adipiscing</a:t>
            </a:r>
            <a:r>
              <a:rPr lang="en-GB" sz="1200">
                <a:latin typeface="Aptos" panose="020B0004020202020204" pitchFamily="34" charset="0"/>
              </a:rPr>
              <a:t>. A </a:t>
            </a:r>
            <a:r>
              <a:rPr lang="en-GB" sz="1200" err="1">
                <a:latin typeface="Aptos" panose="020B0004020202020204" pitchFamily="34" charset="0"/>
              </a:rPr>
              <a:t>turpis</a:t>
            </a:r>
            <a:r>
              <a:rPr lang="en-GB" sz="1200">
                <a:latin typeface="Aptos" panose="020B0004020202020204" pitchFamily="34" charset="0"/>
              </a:rPr>
              <a:t> od </a:t>
            </a:r>
            <a:r>
              <a:rPr lang="en-GB" sz="1200" err="1">
                <a:latin typeface="Aptos" panose="020B0004020202020204" pitchFamily="34" charset="0"/>
              </a:rPr>
              <a:t>ridiculus</a:t>
            </a:r>
            <a:r>
              <a:rPr lang="en-GB" sz="1200">
                <a:latin typeface="Aptos" panose="020B0004020202020204" pitchFamily="34" charset="0"/>
              </a:rPr>
              <a:t> </a:t>
            </a:r>
            <a:r>
              <a:rPr lang="en-GB" sz="1200" err="1">
                <a:latin typeface="Aptos" panose="020B0004020202020204" pitchFamily="34" charset="0"/>
              </a:rPr>
              <a:t>nullam</a:t>
            </a:r>
            <a:r>
              <a:rPr lang="en-GB" sz="1200">
                <a:latin typeface="Aptos" panose="020B0004020202020204" pitchFamily="34" charset="0"/>
              </a:rPr>
              <a:t> </a:t>
            </a:r>
            <a:r>
              <a:rPr lang="en-GB" sz="1200" err="1">
                <a:latin typeface="Aptos" panose="020B0004020202020204" pitchFamily="34" charset="0"/>
              </a:rPr>
              <a:t>feugiat</a:t>
            </a:r>
            <a:r>
              <a:rPr lang="en-GB" sz="1200">
                <a:latin typeface="Aptos" panose="020B0004020202020204" pitchFamily="34" charset="0"/>
              </a:rPr>
              <a:t> </a:t>
            </a:r>
            <a:r>
              <a:rPr lang="en-GB" sz="1200" err="1">
                <a:latin typeface="Aptos" panose="020B0004020202020204" pitchFamily="34" charset="0"/>
              </a:rPr>
              <a:t>facilisis</a:t>
            </a:r>
            <a:r>
              <a:rPr lang="en-GB" sz="1200">
                <a:latin typeface="Aptos" panose="020B0004020202020204" pitchFamily="34" charset="0"/>
              </a:rPr>
              <a:t> </a:t>
            </a:r>
            <a:r>
              <a:rPr lang="en-GB" sz="1200" err="1">
                <a:latin typeface="Aptos" panose="020B0004020202020204" pitchFamily="34" charset="0"/>
              </a:rPr>
              <a:t>amet</a:t>
            </a:r>
            <a:r>
              <a:rPr lang="en-GB" sz="1200">
                <a:latin typeface="Aptos" panose="020B0004020202020204" pitchFamily="34" charset="0"/>
              </a:rPr>
              <a:t>.</a:t>
            </a:r>
          </a:p>
          <a:p>
            <a:pPr>
              <a:lnSpc>
                <a:spcPct val="110000"/>
              </a:lnSpc>
              <a:spcAft>
                <a:spcPts val="1200"/>
              </a:spcAft>
              <a:buClr>
                <a:srgbClr val="047A85"/>
              </a:buClr>
              <a:tabLst>
                <a:tab pos="352425" algn="l"/>
              </a:tabLst>
              <a:defRPr/>
            </a:pPr>
            <a:r>
              <a:rPr lang="en-GB" sz="1200" err="1">
                <a:latin typeface="Aptos" panose="020B0004020202020204" pitchFamily="34" charset="0"/>
              </a:rPr>
              <a:t>Orci</a:t>
            </a:r>
            <a:r>
              <a:rPr lang="en-GB" sz="1200">
                <a:latin typeface="Aptos" panose="020B0004020202020204" pitchFamily="34" charset="0"/>
              </a:rPr>
              <a:t> habitant et </a:t>
            </a:r>
            <a:r>
              <a:rPr lang="en-GB" sz="1200" err="1">
                <a:latin typeface="Aptos" panose="020B0004020202020204" pitchFamily="34" charset="0"/>
              </a:rPr>
              <a:t>lectus</a:t>
            </a:r>
            <a:r>
              <a:rPr lang="en-GB" sz="1200">
                <a:latin typeface="Aptos" panose="020B0004020202020204" pitchFamily="34" charset="0"/>
              </a:rPr>
              <a:t> </a:t>
            </a:r>
            <a:r>
              <a:rPr lang="en-GB" sz="1200" err="1">
                <a:latin typeface="Aptos" panose="020B0004020202020204" pitchFamily="34" charset="0"/>
              </a:rPr>
              <a:t>nunc</a:t>
            </a:r>
            <a:r>
              <a:rPr lang="en-GB" sz="1200">
                <a:latin typeface="Aptos" panose="020B0004020202020204" pitchFamily="34" charset="0"/>
              </a:rPr>
              <a:t> </a:t>
            </a:r>
            <a:r>
              <a:rPr lang="en-GB" sz="1200" err="1">
                <a:latin typeface="Aptos" panose="020B0004020202020204" pitchFamily="34" charset="0"/>
              </a:rPr>
              <a:t>metus</a:t>
            </a:r>
            <a:r>
              <a:rPr lang="en-GB" sz="1200">
                <a:latin typeface="Aptos" panose="020B0004020202020204" pitchFamily="34" charset="0"/>
              </a:rPr>
              <a:t>. </a:t>
            </a:r>
            <a:r>
              <a:rPr lang="en-GB" sz="1200" err="1">
                <a:latin typeface="Aptos" panose="020B0004020202020204" pitchFamily="34" charset="0"/>
              </a:rPr>
              <a:t>Accum</a:t>
            </a:r>
            <a:r>
              <a:rPr lang="en-GB" sz="1200">
                <a:latin typeface="Aptos" panose="020B0004020202020204" pitchFamily="34" charset="0"/>
              </a:rPr>
              <a:t> </a:t>
            </a:r>
            <a:r>
              <a:rPr lang="en-GB" sz="1200" err="1">
                <a:latin typeface="Aptos" panose="020B0004020202020204" pitchFamily="34" charset="0"/>
              </a:rPr>
              <a:t>congue</a:t>
            </a:r>
            <a:r>
              <a:rPr lang="en-GB" sz="1200">
                <a:latin typeface="Aptos" panose="020B0004020202020204" pitchFamily="34" charset="0"/>
              </a:rPr>
              <a:t> </a:t>
            </a:r>
            <a:r>
              <a:rPr lang="en-GB" sz="1200" err="1">
                <a:latin typeface="Aptos" panose="020B0004020202020204" pitchFamily="34" charset="0"/>
              </a:rPr>
              <a:t>feugiat</a:t>
            </a:r>
            <a:r>
              <a:rPr lang="en-GB" sz="1200">
                <a:latin typeface="Aptos" panose="020B0004020202020204" pitchFamily="34" charset="0"/>
              </a:rPr>
              <a:t> </a:t>
            </a:r>
            <a:r>
              <a:rPr lang="en-GB" sz="1200" err="1">
                <a:latin typeface="Aptos" panose="020B0004020202020204" pitchFamily="34" charset="0"/>
              </a:rPr>
              <a:t>proin</a:t>
            </a:r>
            <a:r>
              <a:rPr lang="en-GB" sz="1200">
                <a:latin typeface="Aptos" panose="020B0004020202020204" pitchFamily="34" charset="0"/>
              </a:rPr>
              <a:t> pulvinar </a:t>
            </a:r>
            <a:r>
              <a:rPr lang="en-GB" sz="1200" err="1">
                <a:latin typeface="Aptos" panose="020B0004020202020204" pitchFamily="34" charset="0"/>
              </a:rPr>
              <a:t>bibendumim</a:t>
            </a:r>
            <a:r>
              <a:rPr lang="en-GB" sz="1200">
                <a:latin typeface="Aptos" panose="020B0004020202020204" pitchFamily="34" charset="0"/>
              </a:rPr>
              <a:t>. </a:t>
            </a:r>
            <a:r>
              <a:rPr lang="en-GB" sz="1200" err="1">
                <a:latin typeface="Aptos" panose="020B0004020202020204" pitchFamily="34" charset="0"/>
              </a:rPr>
              <a:t>Varius</a:t>
            </a:r>
            <a:r>
              <a:rPr lang="en-GB" sz="1200">
                <a:latin typeface="Aptos" panose="020B0004020202020204" pitchFamily="34" charset="0"/>
              </a:rPr>
              <a:t> </a:t>
            </a:r>
            <a:r>
              <a:rPr lang="en-GB" sz="1200" err="1">
                <a:latin typeface="Aptos" panose="020B0004020202020204" pitchFamily="34" charset="0"/>
              </a:rPr>
              <a:t>ut</a:t>
            </a:r>
            <a:r>
              <a:rPr lang="en-GB" sz="1200">
                <a:latin typeface="Aptos" panose="020B0004020202020204" pitchFamily="34" charset="0"/>
              </a:rPr>
              <a:t> </a:t>
            </a:r>
            <a:r>
              <a:rPr lang="en-GB" sz="1200" err="1">
                <a:latin typeface="Aptos" panose="020B0004020202020204" pitchFamily="34" charset="0"/>
              </a:rPr>
              <a:t>ut</a:t>
            </a:r>
            <a:r>
              <a:rPr lang="en-GB" sz="1200">
                <a:latin typeface="Aptos" panose="020B0004020202020204" pitchFamily="34" charset="0"/>
              </a:rPr>
              <a:t> </a:t>
            </a:r>
            <a:r>
              <a:rPr lang="en-GB" sz="1200" err="1">
                <a:latin typeface="Aptos" panose="020B0004020202020204" pitchFamily="34" charset="0"/>
              </a:rPr>
              <a:t>tellus</a:t>
            </a:r>
            <a:r>
              <a:rPr lang="en-GB" sz="1200">
                <a:latin typeface="Aptos" panose="020B0004020202020204" pitchFamily="34" charset="0"/>
              </a:rPr>
              <a:t> fames. Nunc at </a:t>
            </a:r>
            <a:r>
              <a:rPr lang="en-GB" sz="1200" err="1">
                <a:latin typeface="Aptos" panose="020B0004020202020204" pitchFamily="34" charset="0"/>
              </a:rPr>
              <a:t>augue</a:t>
            </a:r>
            <a:r>
              <a:rPr lang="en-GB" sz="1200">
                <a:latin typeface="Aptos" panose="020B0004020202020204" pitchFamily="34" charset="0"/>
              </a:rPr>
              <a:t> ult ac </a:t>
            </a:r>
            <a:r>
              <a:rPr lang="en-GB" sz="1200" err="1">
                <a:latin typeface="Aptos" panose="020B0004020202020204" pitchFamily="34" charset="0"/>
              </a:rPr>
              <a:t>risus</a:t>
            </a:r>
            <a:r>
              <a:rPr lang="en-GB" sz="1200">
                <a:latin typeface="Aptos" panose="020B0004020202020204" pitchFamily="34" charset="0"/>
              </a:rPr>
              <a:t> </a:t>
            </a:r>
            <a:r>
              <a:rPr lang="en-GB" sz="1200" err="1">
                <a:latin typeface="Aptos" panose="020B0004020202020204" pitchFamily="34" charset="0"/>
              </a:rPr>
              <a:t>dapibus</a:t>
            </a:r>
            <a:r>
              <a:rPr lang="en-GB" sz="1200">
                <a:latin typeface="Aptos" panose="020B0004020202020204" pitchFamily="34" charset="0"/>
              </a:rPr>
              <a:t> </a:t>
            </a:r>
            <a:r>
              <a:rPr lang="en-GB" sz="1200" err="1">
                <a:latin typeface="Aptos" panose="020B0004020202020204" pitchFamily="34" charset="0"/>
              </a:rPr>
              <a:t>amet</a:t>
            </a:r>
            <a:r>
              <a:rPr lang="en-GB" sz="1200">
                <a:latin typeface="Aptos" panose="020B0004020202020204" pitchFamily="34" charset="0"/>
              </a:rPr>
              <a:t>. </a:t>
            </a:r>
            <a:r>
              <a:rPr lang="en-GB" sz="1200" err="1">
                <a:latin typeface="Aptos" panose="020B0004020202020204" pitchFamily="34" charset="0"/>
              </a:rPr>
              <a:t>Quam</a:t>
            </a:r>
            <a:r>
              <a:rPr lang="en-GB" sz="1200">
                <a:latin typeface="Aptos" panose="020B0004020202020204" pitchFamily="34" charset="0"/>
              </a:rPr>
              <a:t> </a:t>
            </a:r>
            <a:r>
              <a:rPr lang="en-GB" sz="1200" err="1">
                <a:latin typeface="Aptos" panose="020B0004020202020204" pitchFamily="34" charset="0"/>
              </a:rPr>
              <a:t>velit</a:t>
            </a:r>
            <a:r>
              <a:rPr lang="en-GB" sz="1200">
                <a:latin typeface="Aptos" panose="020B0004020202020204" pitchFamily="34" charset="0"/>
              </a:rPr>
              <a:t> sit </a:t>
            </a:r>
            <a:r>
              <a:rPr lang="en-GB" sz="1200" err="1">
                <a:latin typeface="Aptos" panose="020B0004020202020204" pitchFamily="34" charset="0"/>
              </a:rPr>
              <a:t>como</a:t>
            </a:r>
            <a:r>
              <a:rPr lang="en-GB" sz="1200">
                <a:latin typeface="Aptos" panose="020B0004020202020204" pitchFamily="34" charset="0"/>
              </a:rPr>
              <a:t> </a:t>
            </a:r>
            <a:r>
              <a:rPr lang="en-GB" sz="1200" err="1">
                <a:latin typeface="Aptos" panose="020B0004020202020204" pitchFamily="34" charset="0"/>
              </a:rPr>
              <a:t>pellentesque</a:t>
            </a:r>
            <a:r>
              <a:rPr lang="en-GB" sz="1200">
                <a:latin typeface="Aptos" panose="020B0004020202020204" pitchFamily="34" charset="0"/>
              </a:rPr>
              <a:t> </a:t>
            </a:r>
            <a:r>
              <a:rPr lang="en-GB" sz="1200" err="1">
                <a:latin typeface="Aptos" panose="020B0004020202020204" pitchFamily="34" charset="0"/>
              </a:rPr>
              <a:t>aliquet</a:t>
            </a:r>
            <a:r>
              <a:rPr lang="en-GB" sz="1200">
                <a:latin typeface="Aptos" panose="020B0004020202020204" pitchFamily="34" charset="0"/>
              </a:rPr>
              <a:t> </a:t>
            </a:r>
            <a:r>
              <a:rPr lang="en-GB" sz="1200" err="1">
                <a:latin typeface="Aptos" panose="020B0004020202020204" pitchFamily="34" charset="0"/>
              </a:rPr>
              <a:t>est</a:t>
            </a:r>
            <a:r>
              <a:rPr lang="en-GB" sz="1200">
                <a:latin typeface="Aptos" panose="020B0004020202020204" pitchFamily="34" charset="0"/>
              </a:rPr>
              <a:t> in </a:t>
            </a:r>
            <a:r>
              <a:rPr lang="en-GB" sz="1200" err="1">
                <a:latin typeface="Aptos" panose="020B0004020202020204" pitchFamily="34" charset="0"/>
              </a:rPr>
              <a:t>turpis</a:t>
            </a:r>
            <a:endParaRPr lang="en-GR" sz="1200">
              <a:latin typeface="Aptos" panose="020B0004020202020204" pitchFamily="34" charset="0"/>
            </a:endParaRPr>
          </a:p>
        </p:txBody>
      </p:sp>
      <p:graphicFrame>
        <p:nvGraphicFramePr>
          <p:cNvPr id="16" name="Chart 15">
            <a:extLst>
              <a:ext uri="{FF2B5EF4-FFF2-40B4-BE49-F238E27FC236}">
                <a16:creationId xmlns:a16="http://schemas.microsoft.com/office/drawing/2014/main" id="{91B46833-C4B4-29BC-464D-4E2BDC45D1B5}"/>
              </a:ext>
            </a:extLst>
          </p:cNvPr>
          <p:cNvGraphicFramePr/>
          <p:nvPr>
            <p:extLst>
              <p:ext uri="{D42A27DB-BD31-4B8C-83A1-F6EECF244321}">
                <p14:modId xmlns:p14="http://schemas.microsoft.com/office/powerpoint/2010/main" val="3146811069"/>
              </p:ext>
            </p:extLst>
          </p:nvPr>
        </p:nvGraphicFramePr>
        <p:xfrm>
          <a:off x="3922906" y="2270462"/>
          <a:ext cx="7924092" cy="3782085"/>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 Placeholder 17">
            <a:extLst>
              <a:ext uri="{FF2B5EF4-FFF2-40B4-BE49-F238E27FC236}">
                <a16:creationId xmlns:a16="http://schemas.microsoft.com/office/drawing/2014/main" id="{F0393D9F-E82D-0EB8-62E3-9508ECDA4646}"/>
              </a:ext>
            </a:extLst>
          </p:cNvPr>
          <p:cNvSpPr txBox="1">
            <a:spLocks/>
          </p:cNvSpPr>
          <p:nvPr/>
        </p:nvSpPr>
        <p:spPr>
          <a:xfrm>
            <a:off x="4232389" y="2573890"/>
            <a:ext cx="1129553" cy="167225"/>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accent1"/>
                </a:solidFill>
              </a:rPr>
              <a:t>Lorem ipsum</a:t>
            </a:r>
          </a:p>
        </p:txBody>
      </p:sp>
      <p:sp>
        <p:nvSpPr>
          <p:cNvPr id="11" name="Text Placeholder 30">
            <a:extLst>
              <a:ext uri="{FF2B5EF4-FFF2-40B4-BE49-F238E27FC236}">
                <a16:creationId xmlns:a16="http://schemas.microsoft.com/office/drawing/2014/main" id="{14B30E07-BF4D-894B-04E5-10A90987BAC2}"/>
              </a:ext>
            </a:extLst>
          </p:cNvPr>
          <p:cNvSpPr txBox="1">
            <a:spLocks/>
          </p:cNvSpPr>
          <p:nvPr/>
        </p:nvSpPr>
        <p:spPr>
          <a:xfrm>
            <a:off x="331788" y="741363"/>
            <a:ext cx="11531600" cy="334962"/>
          </a:xfrm>
          <a:prstGeom prst="rect">
            <a:avLst/>
          </a:prstGeom>
        </p:spPr>
        <p:txBody>
          <a:bodyPr vert="horz" wrap="square" lIns="0" tIns="0" rIns="0" bIns="0" rtlCol="0" anchor="t" anchorCtr="0">
            <a:normAutofit/>
          </a:bodyPr>
          <a:lstStyle>
            <a:lvl1pPr marL="0" indent="0" algn="l" defTabSz="914400" rtl="0" eaLnBrk="1" latinLnBrk="0" hangingPunct="1">
              <a:lnSpc>
                <a:spcPct val="90000"/>
              </a:lnSpc>
              <a:spcBef>
                <a:spcPts val="0"/>
              </a:spcBef>
              <a:buClr>
                <a:schemeClr val="tx2"/>
              </a:buClr>
              <a:buFontTx/>
              <a:buNone/>
              <a:defRPr sz="2400" b="0" i="0" kern="1200">
                <a:solidFill>
                  <a:schemeClr val="accent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R"/>
              <a:t>Title Aptos 24pt lines spacing 0,9</a:t>
            </a:r>
          </a:p>
        </p:txBody>
      </p:sp>
      <p:grpSp>
        <p:nvGrpSpPr>
          <p:cNvPr id="2" name="Group 1">
            <a:extLst>
              <a:ext uri="{FF2B5EF4-FFF2-40B4-BE49-F238E27FC236}">
                <a16:creationId xmlns:a16="http://schemas.microsoft.com/office/drawing/2014/main" id="{2402C228-AC4D-9F1B-1BEE-6B9634FA6AB8}"/>
              </a:ext>
            </a:extLst>
          </p:cNvPr>
          <p:cNvGrpSpPr/>
          <p:nvPr/>
        </p:nvGrpSpPr>
        <p:grpSpPr>
          <a:xfrm>
            <a:off x="1901283" y="298349"/>
            <a:ext cx="3030369" cy="1555952"/>
            <a:chOff x="7334152" y="981892"/>
            <a:chExt cx="3030369" cy="1555952"/>
          </a:xfrm>
        </p:grpSpPr>
        <p:sp>
          <p:nvSpPr>
            <p:cNvPr id="6" name="Rounded Rectangle 5">
              <a:extLst>
                <a:ext uri="{FF2B5EF4-FFF2-40B4-BE49-F238E27FC236}">
                  <a16:creationId xmlns:a16="http://schemas.microsoft.com/office/drawing/2014/main" id="{70D7003A-56F0-C859-09B6-585609D95442}"/>
                </a:ext>
              </a:extLst>
            </p:cNvPr>
            <p:cNvSpPr/>
            <p:nvPr/>
          </p:nvSpPr>
          <p:spPr>
            <a:xfrm>
              <a:off x="7433567" y="981892"/>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Hyper Title</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a:t>
              </a:r>
              <a:r>
                <a:rPr lang="el-GR" sz="800" err="1">
                  <a:solidFill>
                    <a:schemeClr val="bg1">
                      <a:lumMod val="95000"/>
                    </a:schemeClr>
                  </a:solidFill>
                  <a:latin typeface="Aptos" panose="020B0004020202020204" pitchFamily="34" charset="0"/>
                </a:rPr>
                <a:t>υπέρτιτλος</a:t>
              </a:r>
              <a:r>
                <a:rPr lang="el-GR" sz="800">
                  <a:solidFill>
                    <a:schemeClr val="bg1">
                      <a:lumMod val="95000"/>
                    </a:schemeClr>
                  </a:solidFill>
                  <a:latin typeface="Aptos" panose="020B0004020202020204" pitchFamily="34" charset="0"/>
                </a:rPr>
                <a:t> στα </a:t>
              </a:r>
              <a:r>
                <a:rPr lang="en-US" sz="800">
                  <a:solidFill>
                    <a:schemeClr val="bg1">
                      <a:lumMod val="95000"/>
                    </a:schemeClr>
                  </a:solidFill>
                  <a:latin typeface="Aptos" panose="020B0004020202020204" pitchFamily="34" charset="0"/>
                </a:rPr>
                <a:t>Charts &amp; Infographics </a:t>
              </a:r>
              <a:r>
                <a:rPr lang="el-GR" sz="800">
                  <a:solidFill>
                    <a:schemeClr val="bg1">
                      <a:lumMod val="95000"/>
                    </a:schemeClr>
                  </a:solidFill>
                  <a:latin typeface="Aptos" panose="020B0004020202020204" pitchFamily="34" charset="0"/>
                </a:rPr>
                <a:t>και σε όλο το έγγραφο είναι πάντα </a:t>
              </a:r>
              <a:r>
                <a:rPr lang="en-US" sz="800">
                  <a:solidFill>
                    <a:schemeClr val="bg1">
                      <a:lumMod val="95000"/>
                    </a:schemeClr>
                  </a:solidFill>
                  <a:latin typeface="Aptos" panose="020B0004020202020204" pitchFamily="34" charset="0"/>
                </a:rPr>
                <a:t>Aptos Regular 10pt, line space: multiple 0,9 </a:t>
              </a:r>
              <a:r>
                <a:rPr lang="el-GR" sz="800">
                  <a:solidFill>
                    <a:schemeClr val="bg1">
                      <a:lumMod val="95000"/>
                    </a:schemeClr>
                  </a:solidFill>
                  <a:latin typeface="Aptos" panose="020B0004020202020204" pitchFamily="34" charset="0"/>
                </a:rPr>
                <a:t>και χρώμα</a:t>
              </a:r>
              <a:r>
                <a:rPr lang="en-US" sz="800">
                  <a:solidFill>
                    <a:schemeClr val="bg1">
                      <a:lumMod val="95000"/>
                    </a:schemeClr>
                  </a:solidFill>
                  <a:latin typeface="Aptos" panose="020B0004020202020204" pitchFamily="34" charset="0"/>
                </a:rPr>
                <a:t> Dark Teal</a:t>
              </a:r>
              <a:r>
                <a:rPr lang="el-GR" sz="800">
                  <a:solidFill>
                    <a:schemeClr val="bg1">
                      <a:lumMod val="95000"/>
                    </a:schemeClr>
                  </a:solidFill>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The hyper title in the Charts &amp; Infographics section and throughout the document is always Aptos Regular 10pt, line space: multiple 0.9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Dark Teal.</a:t>
              </a:r>
              <a:endParaRPr lang="en-GR" sz="800">
                <a:solidFill>
                  <a:schemeClr val="bg1">
                    <a:lumMod val="95000"/>
                  </a:schemeClr>
                </a:solidFill>
                <a:latin typeface="Aptos" panose="020B0004020202020204" pitchFamily="34" charset="0"/>
              </a:endParaRPr>
            </a:p>
          </p:txBody>
        </p:sp>
        <p:sp>
          <p:nvSpPr>
            <p:cNvPr id="7" name="Triangle 6">
              <a:extLst>
                <a:ext uri="{FF2B5EF4-FFF2-40B4-BE49-F238E27FC236}">
                  <a16:creationId xmlns:a16="http://schemas.microsoft.com/office/drawing/2014/main" id="{D22A2A74-E922-7639-6B99-3DC2FB32EF31}"/>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234366672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DE9FA5A-615A-02D2-9825-1CD31211C0FB}"/>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151</a:t>
            </a:fld>
            <a:endParaRPr lang="en-GR"/>
          </a:p>
        </p:txBody>
      </p:sp>
      <p:sp>
        <p:nvSpPr>
          <p:cNvPr id="9" name="Text Placeholder 8">
            <a:extLst>
              <a:ext uri="{FF2B5EF4-FFF2-40B4-BE49-F238E27FC236}">
                <a16:creationId xmlns:a16="http://schemas.microsoft.com/office/drawing/2014/main" id="{7A4D2962-0872-CA29-DC51-50D60E72F525}"/>
              </a:ext>
            </a:extLst>
          </p:cNvPr>
          <p:cNvSpPr>
            <a:spLocks noGrp="1"/>
          </p:cNvSpPr>
          <p:nvPr>
            <p:ph type="body" sz="quarter" idx="14"/>
          </p:nvPr>
        </p:nvSpPr>
        <p:spPr>
          <a:xfrm>
            <a:off x="331201" y="1268822"/>
            <a:ext cx="7939040" cy="364908"/>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31" name="Text Placeholder 30">
            <a:extLst>
              <a:ext uri="{FF2B5EF4-FFF2-40B4-BE49-F238E27FC236}">
                <a16:creationId xmlns:a16="http://schemas.microsoft.com/office/drawing/2014/main" id="{AA3E3539-0303-567C-6A9F-65EB4B0C316D}"/>
              </a:ext>
            </a:extLst>
          </p:cNvPr>
          <p:cNvSpPr>
            <a:spLocks noGrp="1"/>
          </p:cNvSpPr>
          <p:nvPr>
            <p:ph type="body" sz="quarter" idx="27"/>
          </p:nvPr>
        </p:nvSpPr>
        <p:spPr>
          <a:xfrm>
            <a:off x="331200" y="5821200"/>
            <a:ext cx="5614911" cy="265394"/>
          </a:xfrm>
        </p:spPr>
        <p:txBody>
          <a:bodyPr>
            <a:normAutofit/>
          </a:bodyPr>
          <a:lstStyle/>
          <a:p>
            <a:pPr lvl="0"/>
            <a:r>
              <a:rPr lang="en-GB"/>
              <a:t>Aptos 8pt / Line spacing 1,1 / Paragraph spacing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a:t>
            </a:r>
            <a:endParaRPr lang="en-GR"/>
          </a:p>
        </p:txBody>
      </p:sp>
      <p:sp>
        <p:nvSpPr>
          <p:cNvPr id="33" name="Text Placeholder 32">
            <a:extLst>
              <a:ext uri="{FF2B5EF4-FFF2-40B4-BE49-F238E27FC236}">
                <a16:creationId xmlns:a16="http://schemas.microsoft.com/office/drawing/2014/main" id="{796C872F-09CA-9C91-DF66-DC1A788E4359}"/>
              </a:ext>
            </a:extLst>
          </p:cNvPr>
          <p:cNvSpPr>
            <a:spLocks noGrp="1"/>
          </p:cNvSpPr>
          <p:nvPr>
            <p:ph type="body" sz="quarter" idx="31"/>
          </p:nvPr>
        </p:nvSpPr>
        <p:spPr>
          <a:xfrm>
            <a:off x="6243805" y="5821200"/>
            <a:ext cx="5614911" cy="265394"/>
          </a:xfrm>
        </p:spPr>
        <p:txBody>
          <a:bodyPr>
            <a:normAutofit/>
          </a:bodyPr>
          <a:lstStyle/>
          <a:p>
            <a:pPr lvl="0"/>
            <a:r>
              <a:rPr lang="en-GB"/>
              <a:t>Aptos 8pt / Line spacing 1,1 / Paragraph spacing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a:t>
            </a:r>
            <a:endParaRPr lang="en-GR"/>
          </a:p>
        </p:txBody>
      </p:sp>
      <p:graphicFrame>
        <p:nvGraphicFramePr>
          <p:cNvPr id="10" name="Content Placeholder 5">
            <a:extLst>
              <a:ext uri="{FF2B5EF4-FFF2-40B4-BE49-F238E27FC236}">
                <a16:creationId xmlns:a16="http://schemas.microsoft.com/office/drawing/2014/main" id="{05EBF40A-93BB-517B-AB14-6E513AF69A4F}"/>
              </a:ext>
            </a:extLst>
          </p:cNvPr>
          <p:cNvGraphicFramePr>
            <a:graphicFrameLocks/>
          </p:cNvGraphicFramePr>
          <p:nvPr>
            <p:extLst>
              <p:ext uri="{D42A27DB-BD31-4B8C-83A1-F6EECF244321}">
                <p14:modId xmlns:p14="http://schemas.microsoft.com/office/powerpoint/2010/main" val="2349032586"/>
              </p:ext>
            </p:extLst>
          </p:nvPr>
        </p:nvGraphicFramePr>
        <p:xfrm>
          <a:off x="354754" y="2270456"/>
          <a:ext cx="5590654" cy="333150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ontent Placeholder 4">
            <a:extLst>
              <a:ext uri="{FF2B5EF4-FFF2-40B4-BE49-F238E27FC236}">
                <a16:creationId xmlns:a16="http://schemas.microsoft.com/office/drawing/2014/main" id="{7F9A2023-A851-75AF-8371-827B22FF10A8}"/>
              </a:ext>
            </a:extLst>
          </p:cNvPr>
          <p:cNvGraphicFramePr>
            <a:graphicFrameLocks/>
          </p:cNvGraphicFramePr>
          <p:nvPr>
            <p:extLst>
              <p:ext uri="{D42A27DB-BD31-4B8C-83A1-F6EECF244321}">
                <p14:modId xmlns:p14="http://schemas.microsoft.com/office/powerpoint/2010/main" val="3706946782"/>
              </p:ext>
            </p:extLst>
          </p:nvPr>
        </p:nvGraphicFramePr>
        <p:xfrm>
          <a:off x="6272915" y="2270458"/>
          <a:ext cx="5590653" cy="3331507"/>
        </p:xfrm>
        <a:graphic>
          <a:graphicData uri="http://schemas.openxmlformats.org/drawingml/2006/chart">
            <c:chart xmlns:c="http://schemas.openxmlformats.org/drawingml/2006/chart" xmlns:r="http://schemas.openxmlformats.org/officeDocument/2006/relationships" r:id="rId4"/>
          </a:graphicData>
        </a:graphic>
      </p:graphicFrame>
      <p:grpSp>
        <p:nvGrpSpPr>
          <p:cNvPr id="15" name="Group 14">
            <a:extLst>
              <a:ext uri="{FF2B5EF4-FFF2-40B4-BE49-F238E27FC236}">
                <a16:creationId xmlns:a16="http://schemas.microsoft.com/office/drawing/2014/main" id="{4F60A581-FDC4-3425-9C60-190719D3A507}"/>
              </a:ext>
            </a:extLst>
          </p:cNvPr>
          <p:cNvGrpSpPr/>
          <p:nvPr/>
        </p:nvGrpSpPr>
        <p:grpSpPr>
          <a:xfrm>
            <a:off x="2285417" y="659178"/>
            <a:ext cx="3030369" cy="1555952"/>
            <a:chOff x="7334152" y="981892"/>
            <a:chExt cx="3030369" cy="1555952"/>
          </a:xfrm>
        </p:grpSpPr>
        <p:sp>
          <p:nvSpPr>
            <p:cNvPr id="16" name="Rounded Rectangle 15">
              <a:extLst>
                <a:ext uri="{FF2B5EF4-FFF2-40B4-BE49-F238E27FC236}">
                  <a16:creationId xmlns:a16="http://schemas.microsoft.com/office/drawing/2014/main" id="{059C330D-BE24-4753-8D1E-8BCA4B34EF13}"/>
                </a:ext>
              </a:extLst>
            </p:cNvPr>
            <p:cNvSpPr/>
            <p:nvPr/>
          </p:nvSpPr>
          <p:spPr>
            <a:xfrm>
              <a:off x="7433567" y="981892"/>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Charts &amp; Infographic</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τίτλος στα </a:t>
              </a:r>
              <a:r>
                <a:rPr lang="en-US" sz="800">
                  <a:solidFill>
                    <a:schemeClr val="bg1">
                      <a:lumMod val="95000"/>
                    </a:schemeClr>
                  </a:solidFill>
                  <a:latin typeface="Aptos" panose="020B0004020202020204" pitchFamily="34" charset="0"/>
                </a:rPr>
                <a:t>charts &amp; Infographics</a:t>
              </a:r>
              <a:r>
                <a:rPr lang="el-GR" sz="800">
                  <a:solidFill>
                    <a:schemeClr val="bg1">
                      <a:lumMod val="95000"/>
                    </a:schemeClr>
                  </a:solidFill>
                  <a:latin typeface="Aptos" panose="020B0004020202020204" pitchFamily="34" charset="0"/>
                </a:rPr>
                <a:t> είναι πάντα </a:t>
              </a:r>
              <a:r>
                <a:rPr lang="en-US" sz="800">
                  <a:solidFill>
                    <a:schemeClr val="bg1">
                      <a:lumMod val="95000"/>
                    </a:schemeClr>
                  </a:solidFill>
                  <a:latin typeface="Aptos" panose="020B0004020202020204" pitchFamily="34" charset="0"/>
                </a:rPr>
                <a:t>Aptos Regular </a:t>
              </a:r>
              <a:r>
                <a:rPr lang="el-GR" sz="800" err="1">
                  <a:solidFill>
                    <a:schemeClr val="bg1">
                      <a:lumMod val="95000"/>
                    </a:schemeClr>
                  </a:solidFill>
                  <a:latin typeface="Aptos" panose="020B0004020202020204" pitchFamily="34" charset="0"/>
                </a:rPr>
                <a:t>απ</a:t>
              </a:r>
              <a:r>
                <a:rPr lang="en-US" sz="800" err="1">
                  <a:solidFill>
                    <a:schemeClr val="bg1">
                      <a:lumMod val="95000"/>
                    </a:schemeClr>
                  </a:solidFill>
                  <a:latin typeface="Aptos" panose="020B0004020202020204" pitchFamily="34" charset="0"/>
                </a:rPr>
                <a:t>ό</a:t>
              </a:r>
              <a:r>
                <a:rPr lang="el-GR" sz="800">
                  <a:solidFill>
                    <a:schemeClr val="bg1">
                      <a:lumMod val="95000"/>
                    </a:schemeClr>
                  </a:solidFill>
                  <a:latin typeface="Aptos" panose="020B0004020202020204" pitchFamily="34" charset="0"/>
                </a:rPr>
                <a:t> 18</a:t>
              </a:r>
              <a:r>
                <a:rPr lang="en-US" sz="800" err="1">
                  <a:solidFill>
                    <a:schemeClr val="bg1">
                      <a:lumMod val="95000"/>
                    </a:schemeClr>
                  </a:solidFill>
                  <a:latin typeface="Aptos" panose="020B0004020202020204" pitchFamily="34" charset="0"/>
                </a:rPr>
                <a:t>pt</a:t>
              </a:r>
              <a:r>
                <a:rPr lang="el-GR" sz="800">
                  <a:solidFill>
                    <a:schemeClr val="bg1">
                      <a:lumMod val="95000"/>
                    </a:schemeClr>
                  </a:solidFill>
                  <a:latin typeface="Aptos" panose="020B0004020202020204" pitchFamily="34" charset="0"/>
                </a:rPr>
                <a:t> </a:t>
              </a:r>
              <a:r>
                <a:rPr lang="en-US" sz="800" err="1">
                  <a:solidFill>
                    <a:schemeClr val="bg1">
                      <a:lumMod val="95000"/>
                    </a:schemeClr>
                  </a:solidFill>
                  <a:latin typeface="Aptos" panose="020B0004020202020204" pitchFamily="34" charset="0"/>
                </a:rPr>
                <a:t>έ</a:t>
              </a:r>
              <a:r>
                <a:rPr lang="el-GR" sz="800">
                  <a:solidFill>
                    <a:schemeClr val="bg1">
                      <a:lumMod val="95000"/>
                    </a:schemeClr>
                  </a:solidFill>
                  <a:latin typeface="Aptos" panose="020B0004020202020204" pitchFamily="34" charset="0"/>
                </a:rPr>
                <a:t>ως 24</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line space: multiple 0,9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Dark Teal</a:t>
              </a:r>
              <a:r>
                <a:rPr lang="el-GR" sz="800">
                  <a:solidFill>
                    <a:schemeClr val="bg1">
                      <a:lumMod val="95000"/>
                    </a:schemeClr>
                  </a:solidFill>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The title in the Charts &amp; Infographics section is always Aptos Regular, ranging from 18pt to 24pt, line space: multiple 0.9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Dark Teal.</a:t>
              </a:r>
              <a:endParaRPr lang="en-GR" sz="800">
                <a:solidFill>
                  <a:schemeClr val="bg1">
                    <a:lumMod val="95000"/>
                  </a:schemeClr>
                </a:solidFill>
                <a:latin typeface="Aptos" panose="020B0004020202020204" pitchFamily="34" charset="0"/>
              </a:endParaRPr>
            </a:p>
          </p:txBody>
        </p:sp>
        <p:sp>
          <p:nvSpPr>
            <p:cNvPr id="17" name="Triangle 16">
              <a:extLst>
                <a:ext uri="{FF2B5EF4-FFF2-40B4-BE49-F238E27FC236}">
                  <a16:creationId xmlns:a16="http://schemas.microsoft.com/office/drawing/2014/main" id="{11CCCFFC-2461-857B-EE3B-665A856BBEB5}"/>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18" name="Group 17">
            <a:extLst>
              <a:ext uri="{FF2B5EF4-FFF2-40B4-BE49-F238E27FC236}">
                <a16:creationId xmlns:a16="http://schemas.microsoft.com/office/drawing/2014/main" id="{67D01977-CBEB-8679-07CF-FD045570C0EE}"/>
              </a:ext>
            </a:extLst>
          </p:cNvPr>
          <p:cNvGrpSpPr/>
          <p:nvPr/>
        </p:nvGrpSpPr>
        <p:grpSpPr>
          <a:xfrm>
            <a:off x="6743286" y="2057564"/>
            <a:ext cx="2930954" cy="1645014"/>
            <a:chOff x="1906569" y="3571257"/>
            <a:chExt cx="2930954" cy="1645014"/>
          </a:xfrm>
        </p:grpSpPr>
        <p:sp>
          <p:nvSpPr>
            <p:cNvPr id="19" name="Rounded Rectangle 18">
              <a:extLst>
                <a:ext uri="{FF2B5EF4-FFF2-40B4-BE49-F238E27FC236}">
                  <a16:creationId xmlns:a16="http://schemas.microsoft.com/office/drawing/2014/main" id="{BBECF4E3-235B-D881-9228-B2362BD61B48}"/>
                </a:ext>
              </a:extLst>
            </p:cNvPr>
            <p:cNvSpPr/>
            <p:nvPr/>
          </p:nvSpPr>
          <p:spPr>
            <a:xfrm>
              <a:off x="1906569" y="3660319"/>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Text</a:t>
              </a:r>
              <a:endParaRPr lang="en-US" sz="1000">
                <a:solidFill>
                  <a:schemeClr val="bg1">
                    <a:lumMod val="95000"/>
                  </a:schemeClr>
                </a:solidFill>
                <a:latin typeface="Aptos" panose="020B0004020202020204" pitchFamily="34" charset="0"/>
              </a:endParaRPr>
            </a:p>
            <a:p>
              <a:pPr>
                <a:lnSpc>
                  <a:spcPct val="110000"/>
                </a:lnSpc>
                <a:spcBef>
                  <a:spcPts val="900"/>
                </a:spcBef>
              </a:pPr>
              <a:r>
                <a:rPr lang="en-US" sz="800">
                  <a:solidFill>
                    <a:schemeClr val="bg1">
                      <a:lumMod val="95000"/>
                    </a:schemeClr>
                  </a:solidFill>
                  <a:latin typeface="Aptos" panose="020B0004020202020204" pitchFamily="34" charset="0"/>
                </a:rPr>
                <a:t>To </a:t>
              </a:r>
              <a:r>
                <a:rPr lang="el-GR" sz="800">
                  <a:solidFill>
                    <a:schemeClr val="bg1">
                      <a:lumMod val="95000"/>
                    </a:schemeClr>
                  </a:solidFill>
                  <a:latin typeface="Aptos" panose="020B0004020202020204" pitchFamily="34" charset="0"/>
                </a:rPr>
                <a:t>κείμενο στα </a:t>
              </a:r>
              <a:r>
                <a:rPr lang="en-US" sz="800">
                  <a:solidFill>
                    <a:schemeClr val="bg1">
                      <a:lumMod val="95000"/>
                    </a:schemeClr>
                  </a:solidFill>
                  <a:latin typeface="Aptos" panose="020B0004020202020204" pitchFamily="34" charset="0"/>
                </a:rPr>
                <a:t>charts &amp; Infographics</a:t>
              </a:r>
              <a:r>
                <a:rPr lang="el-GR" sz="800">
                  <a:solidFill>
                    <a:schemeClr val="bg1">
                      <a:lumMod val="95000"/>
                    </a:schemeClr>
                  </a:solidFill>
                  <a:latin typeface="Aptos" panose="020B0004020202020204" pitchFamily="34" charset="0"/>
                </a:rPr>
                <a:t> είναι πάντα </a:t>
              </a:r>
              <a:r>
                <a:rPr lang="en-US" sz="800">
                  <a:solidFill>
                    <a:schemeClr val="bg1">
                      <a:lumMod val="95000"/>
                    </a:schemeClr>
                  </a:solidFill>
                  <a:latin typeface="Aptos" panose="020B0004020202020204" pitchFamily="34" charset="0"/>
                </a:rPr>
                <a:t>Aptos Regular </a:t>
              </a:r>
              <a:r>
                <a:rPr lang="el-GR" sz="800">
                  <a:solidFill>
                    <a:schemeClr val="bg1">
                      <a:lumMod val="95000"/>
                    </a:schemeClr>
                  </a:solidFill>
                  <a:latin typeface="Aptos" panose="020B0004020202020204" pitchFamily="34" charset="0"/>
                </a:rPr>
                <a:t>11</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line space: multiple </a:t>
              </a:r>
              <a:r>
                <a:rPr lang="el-GR" sz="800">
                  <a:solidFill>
                    <a:schemeClr val="bg1">
                      <a:lumMod val="95000"/>
                    </a:schemeClr>
                  </a:solidFill>
                  <a:latin typeface="Aptos" panose="020B0004020202020204" pitchFamily="34" charset="0"/>
                </a:rPr>
                <a:t>1,1, </a:t>
              </a:r>
              <a:r>
                <a:rPr lang="en-US" sz="800">
                  <a:solidFill>
                    <a:schemeClr val="bg1">
                      <a:lumMod val="95000"/>
                    </a:schemeClr>
                  </a:solidFill>
                  <a:latin typeface="Aptos" panose="020B0004020202020204" pitchFamily="34" charset="0"/>
                </a:rPr>
                <a:t>p</a:t>
              </a:r>
              <a:r>
                <a:rPr lang="en-US" sz="800">
                  <a:latin typeface="Aptos" panose="020B0004020202020204" pitchFamily="34" charset="0"/>
                </a:rPr>
                <a:t>aragraph space before</a:t>
              </a:r>
              <a:r>
                <a:rPr lang="el-GR" sz="800">
                  <a:latin typeface="Aptos" panose="020B0004020202020204" pitchFamily="34" charset="0"/>
                </a:rPr>
                <a:t>: 9</a:t>
              </a:r>
              <a:r>
                <a:rPr lang="en-US" sz="800" err="1">
                  <a:latin typeface="Aptos" panose="020B0004020202020204" pitchFamily="34" charset="0"/>
                </a:rPr>
                <a:t>pt</a:t>
              </a:r>
              <a:r>
                <a:rPr lang="en-US" sz="800">
                  <a:solidFill>
                    <a:schemeClr val="bg1">
                      <a:lumMod val="95000"/>
                    </a:schemeClr>
                  </a:solidFill>
                  <a:latin typeface="Aptos" panose="020B0004020202020204" pitchFamily="34" charset="0"/>
                </a:rPr>
                <a:t>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Black</a:t>
              </a:r>
              <a:r>
                <a:rPr lang="el-GR" sz="800">
                  <a:solidFill>
                    <a:schemeClr val="bg1">
                      <a:lumMod val="95000"/>
                    </a:schemeClr>
                  </a:solidFill>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The text in the Charts &amp; Infographics section is always Aptos Regular 11pt, line space: multiple 1.1, </a:t>
              </a:r>
              <a:r>
                <a:rPr lang="en-US" sz="800">
                  <a:solidFill>
                    <a:schemeClr val="bg1">
                      <a:lumMod val="95000"/>
                    </a:schemeClr>
                  </a:solidFill>
                  <a:latin typeface="Aptos" panose="020B0004020202020204" pitchFamily="34" charset="0"/>
                </a:rPr>
                <a:t>p</a:t>
              </a:r>
              <a:r>
                <a:rPr lang="en-US" sz="800">
                  <a:latin typeface="Aptos" panose="020B0004020202020204" pitchFamily="34" charset="0"/>
                </a:rPr>
                <a:t>aragraph space before</a:t>
              </a:r>
              <a:r>
                <a:rPr lang="en-GB" sz="800">
                  <a:solidFill>
                    <a:schemeClr val="bg1">
                      <a:lumMod val="95000"/>
                    </a:schemeClr>
                  </a:solidFill>
                  <a:latin typeface="Aptos" panose="020B0004020202020204" pitchFamily="34" charset="0"/>
                </a:rPr>
                <a:t>: 9pt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Black.</a:t>
              </a:r>
              <a:endParaRPr lang="en-GR" sz="800">
                <a:solidFill>
                  <a:schemeClr val="bg1">
                    <a:lumMod val="95000"/>
                  </a:schemeClr>
                </a:solidFill>
                <a:latin typeface="Aptos" panose="020B0004020202020204" pitchFamily="34" charset="0"/>
              </a:endParaRPr>
            </a:p>
          </p:txBody>
        </p:sp>
        <p:sp>
          <p:nvSpPr>
            <p:cNvPr id="20" name="Triangle 19">
              <a:extLst>
                <a:ext uri="{FF2B5EF4-FFF2-40B4-BE49-F238E27FC236}">
                  <a16:creationId xmlns:a16="http://schemas.microsoft.com/office/drawing/2014/main" id="{32CD53CE-E7E2-7303-A0EF-32C8A4CF3D7A}"/>
                </a:ext>
              </a:extLst>
            </p:cNvPr>
            <p:cNvSpPr/>
            <p:nvPr/>
          </p:nvSpPr>
          <p:spPr>
            <a:xfrm>
              <a:off x="2230041" y="3571257"/>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21" name="Group 20">
            <a:extLst>
              <a:ext uri="{FF2B5EF4-FFF2-40B4-BE49-F238E27FC236}">
                <a16:creationId xmlns:a16="http://schemas.microsoft.com/office/drawing/2014/main" id="{E011B41B-3323-FF55-53ED-4AF705C8FF8F}"/>
              </a:ext>
            </a:extLst>
          </p:cNvPr>
          <p:cNvGrpSpPr/>
          <p:nvPr/>
        </p:nvGrpSpPr>
        <p:grpSpPr>
          <a:xfrm>
            <a:off x="819938" y="4072281"/>
            <a:ext cx="2930954" cy="1639382"/>
            <a:chOff x="2723823" y="3484307"/>
            <a:chExt cx="2930954" cy="1639382"/>
          </a:xfrm>
        </p:grpSpPr>
        <p:sp>
          <p:nvSpPr>
            <p:cNvPr id="22" name="Rounded Rectangle 21">
              <a:extLst>
                <a:ext uri="{FF2B5EF4-FFF2-40B4-BE49-F238E27FC236}">
                  <a16:creationId xmlns:a16="http://schemas.microsoft.com/office/drawing/2014/main" id="{F737513D-438A-1F41-576B-9A3628F4FE9F}"/>
                </a:ext>
              </a:extLst>
            </p:cNvPr>
            <p:cNvSpPr/>
            <p:nvPr/>
          </p:nvSpPr>
          <p:spPr>
            <a:xfrm>
              <a:off x="2723823" y="3484307"/>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Footnote</a:t>
              </a:r>
              <a:endParaRPr lang="en-US" sz="8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Το </a:t>
              </a:r>
              <a:r>
                <a:rPr lang="el-GR" sz="800" err="1">
                  <a:solidFill>
                    <a:schemeClr val="bg1">
                      <a:lumMod val="95000"/>
                    </a:schemeClr>
                  </a:solidFill>
                  <a:latin typeface="Aptos" panose="020B0004020202020204" pitchFamily="34" charset="0"/>
                </a:rPr>
                <a:t>κε</a:t>
              </a:r>
              <a:r>
                <a:rPr lang="en-US" sz="800" err="1">
                  <a:solidFill>
                    <a:schemeClr val="bg1">
                      <a:lumMod val="95000"/>
                    </a:schemeClr>
                  </a:solidFill>
                  <a:latin typeface="Aptos" panose="020B0004020202020204" pitchFamily="34" charset="0"/>
                </a:rPr>
                <a:t>ί</a:t>
              </a:r>
              <a:r>
                <a:rPr lang="el-GR" sz="800" err="1">
                  <a:solidFill>
                    <a:schemeClr val="bg1">
                      <a:lumMod val="95000"/>
                    </a:schemeClr>
                  </a:solidFill>
                  <a:latin typeface="Aptos" panose="020B0004020202020204" pitchFamily="34" charset="0"/>
                </a:rPr>
                <a:t>μενο</a:t>
              </a:r>
              <a:r>
                <a:rPr lang="el-GR" sz="800">
                  <a:solidFill>
                    <a:schemeClr val="bg1">
                      <a:lumMod val="95000"/>
                    </a:schemeClr>
                  </a:solidFill>
                  <a:latin typeface="Aptos" panose="020B0004020202020204" pitchFamily="34" charset="0"/>
                </a:rPr>
                <a:t> στα </a:t>
              </a:r>
              <a:r>
                <a:rPr lang="en-US" sz="800">
                  <a:solidFill>
                    <a:schemeClr val="bg1">
                      <a:lumMod val="95000"/>
                    </a:schemeClr>
                  </a:solidFill>
                  <a:latin typeface="Aptos" panose="020B0004020202020204" pitchFamily="34" charset="0"/>
                </a:rPr>
                <a:t>footnotes </a:t>
              </a:r>
              <a:r>
                <a:rPr lang="el-GR" sz="800">
                  <a:solidFill>
                    <a:schemeClr val="bg1">
                      <a:lumMod val="95000"/>
                    </a:schemeClr>
                  </a:solidFill>
                  <a:latin typeface="Aptos" panose="020B0004020202020204" pitchFamily="34" charset="0"/>
                </a:rPr>
                <a:t>είναι πάντα </a:t>
              </a:r>
              <a:r>
                <a:rPr lang="en-US" sz="800">
                  <a:solidFill>
                    <a:schemeClr val="bg1">
                      <a:lumMod val="95000"/>
                    </a:schemeClr>
                  </a:solidFill>
                  <a:latin typeface="Aptos" panose="020B0004020202020204" pitchFamily="34" charset="0"/>
                </a:rPr>
                <a:t>Aptos Regular </a:t>
              </a:r>
              <a:r>
                <a:rPr lang="el-GR" sz="800">
                  <a:solidFill>
                    <a:schemeClr val="bg1">
                      <a:lumMod val="95000"/>
                    </a:schemeClr>
                  </a:solidFill>
                  <a:latin typeface="Aptos" panose="020B0004020202020204" pitchFamily="34" charset="0"/>
                </a:rPr>
                <a:t>8</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line space: multiple </a:t>
              </a:r>
              <a:r>
                <a:rPr lang="el-GR" sz="800">
                  <a:solidFill>
                    <a:schemeClr val="bg1">
                      <a:lumMod val="95000"/>
                    </a:schemeClr>
                  </a:solidFill>
                  <a:latin typeface="Aptos" panose="020B0004020202020204" pitchFamily="34" charset="0"/>
                </a:rPr>
                <a:t>1,1,</a:t>
              </a:r>
              <a:r>
                <a:rPr lang="en-US" sz="800">
                  <a:solidFill>
                    <a:schemeClr val="bg1">
                      <a:lumMod val="95000"/>
                    </a:schemeClr>
                  </a:solidFill>
                  <a:latin typeface="Aptos" panose="020B0004020202020204" pitchFamily="34" charset="0"/>
                </a:rPr>
                <a:t> p</a:t>
              </a:r>
              <a:r>
                <a:rPr lang="en-US" sz="800">
                  <a:latin typeface="Aptos" panose="020B0004020202020204" pitchFamily="34" charset="0"/>
                </a:rPr>
                <a:t>aragraph space before</a:t>
              </a:r>
              <a:r>
                <a:rPr lang="el-GR" sz="800">
                  <a:latin typeface="Aptos" panose="020B0004020202020204" pitchFamily="34" charset="0"/>
                </a:rPr>
                <a:t>: 9</a:t>
              </a:r>
              <a:r>
                <a:rPr lang="en-US" sz="800" err="1">
                  <a:latin typeface="Aptos" panose="020B0004020202020204" pitchFamily="34" charset="0"/>
                </a:rPr>
                <a:t>pt</a:t>
              </a:r>
              <a:r>
                <a:rPr lang="en-US" sz="800">
                  <a:solidFill>
                    <a:schemeClr val="bg1">
                      <a:lumMod val="95000"/>
                    </a:schemeClr>
                  </a:solidFill>
                  <a:latin typeface="Aptos" panose="020B0004020202020204" pitchFamily="34" charset="0"/>
                </a:rPr>
                <a:t>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Black</a:t>
              </a:r>
              <a:r>
                <a:rPr lang="el-GR" sz="800">
                  <a:solidFill>
                    <a:schemeClr val="bg1">
                      <a:lumMod val="95000"/>
                    </a:schemeClr>
                  </a:solidFill>
                  <a:latin typeface="Aptos" panose="020B0004020202020204" pitchFamily="34" charset="0"/>
                </a:rPr>
                <a:t>. </a:t>
              </a:r>
              <a:r>
                <a:rPr lang="el-GR" sz="800">
                  <a:latin typeface="Aptos" panose="020B0004020202020204" pitchFamily="34" charset="0"/>
                </a:rPr>
                <a:t>Το </a:t>
              </a:r>
              <a:r>
                <a:rPr lang="el-GR" sz="800" err="1">
                  <a:latin typeface="Aptos" panose="020B0004020202020204" pitchFamily="34" charset="0"/>
                </a:rPr>
                <a:t>κε</a:t>
              </a:r>
              <a:r>
                <a:rPr lang="en-US" sz="800" err="1">
                  <a:latin typeface="Aptos" panose="020B0004020202020204" pitchFamily="34" charset="0"/>
                </a:rPr>
                <a:t>ί</a:t>
              </a:r>
              <a:r>
                <a:rPr lang="el-GR" sz="800" err="1">
                  <a:latin typeface="Aptos" panose="020B0004020202020204" pitchFamily="34" charset="0"/>
                </a:rPr>
                <a:t>μενο</a:t>
              </a:r>
              <a:r>
                <a:rPr lang="el-GR" sz="800">
                  <a:latin typeface="Aptos" panose="020B0004020202020204" pitchFamily="34" charset="0"/>
                </a:rPr>
                <a:t> αυτό έχει </a:t>
              </a:r>
              <a:r>
                <a:rPr lang="en-US" sz="800">
                  <a:latin typeface="Aptos" panose="020B0004020202020204" pitchFamily="34" charset="0"/>
                </a:rPr>
                <a:t>max width 22,05cm. </a:t>
              </a:r>
              <a:endParaRPr lang="el-GR" sz="800">
                <a:solidFill>
                  <a:schemeClr val="bg1">
                    <a:lumMod val="95000"/>
                  </a:schemeClr>
                </a:solidFill>
                <a:latin typeface="Aptos" panose="020B0004020202020204" pitchFamily="34" charset="0"/>
              </a:endParaRPr>
            </a:p>
            <a:p>
              <a:pPr>
                <a:lnSpc>
                  <a:spcPct val="110000"/>
                </a:lnSpc>
                <a:spcBef>
                  <a:spcPts val="900"/>
                </a:spcBef>
              </a:pPr>
              <a:r>
                <a:rPr lang="en-GB" sz="800">
                  <a:solidFill>
                    <a:schemeClr val="bg1">
                      <a:lumMod val="95000"/>
                    </a:schemeClr>
                  </a:solidFill>
                  <a:latin typeface="Aptos" panose="020B0004020202020204" pitchFamily="34" charset="0"/>
                </a:rPr>
                <a:t>The text in the footnotes is always Aptos Regular 8pt, line space: multiple 1.1, </a:t>
              </a:r>
              <a:r>
                <a:rPr lang="en-US" sz="800">
                  <a:solidFill>
                    <a:schemeClr val="bg1">
                      <a:lumMod val="95000"/>
                    </a:schemeClr>
                  </a:solidFill>
                  <a:latin typeface="Aptos" panose="020B0004020202020204" pitchFamily="34" charset="0"/>
                </a:rPr>
                <a:t>p</a:t>
              </a:r>
              <a:r>
                <a:rPr lang="en-US" sz="800">
                  <a:latin typeface="Aptos" panose="020B0004020202020204" pitchFamily="34" charset="0"/>
                </a:rPr>
                <a:t>aragraph space before</a:t>
              </a:r>
              <a:r>
                <a:rPr lang="en-GB" sz="800">
                  <a:solidFill>
                    <a:schemeClr val="bg1">
                      <a:lumMod val="95000"/>
                    </a:schemeClr>
                  </a:solidFill>
                  <a:latin typeface="Aptos" panose="020B0004020202020204" pitchFamily="34" charset="0"/>
                </a:rPr>
                <a:t>: 9pt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Black. The maximum width for this text is 22.05cm.</a:t>
              </a:r>
              <a:endParaRPr lang="en-GR" sz="800">
                <a:solidFill>
                  <a:schemeClr val="bg1">
                    <a:lumMod val="95000"/>
                  </a:schemeClr>
                </a:solidFill>
                <a:latin typeface="Aptos" panose="020B0004020202020204" pitchFamily="34" charset="0"/>
              </a:endParaRPr>
            </a:p>
          </p:txBody>
        </p:sp>
        <p:sp>
          <p:nvSpPr>
            <p:cNvPr id="23" name="Triangle 22">
              <a:extLst>
                <a:ext uri="{FF2B5EF4-FFF2-40B4-BE49-F238E27FC236}">
                  <a16:creationId xmlns:a16="http://schemas.microsoft.com/office/drawing/2014/main" id="{21C299B2-2645-67EA-F649-85B95B2551D5}"/>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
        <p:nvSpPr>
          <p:cNvPr id="2" name="Text Placeholder 17">
            <a:extLst>
              <a:ext uri="{FF2B5EF4-FFF2-40B4-BE49-F238E27FC236}">
                <a16:creationId xmlns:a16="http://schemas.microsoft.com/office/drawing/2014/main" id="{D3F8F53A-E92B-1C24-B823-79F41C1F8083}"/>
              </a:ext>
            </a:extLst>
          </p:cNvPr>
          <p:cNvSpPr txBox="1">
            <a:spLocks/>
          </p:cNvSpPr>
          <p:nvPr/>
        </p:nvSpPr>
        <p:spPr>
          <a:xfrm>
            <a:off x="645847" y="2268000"/>
            <a:ext cx="1201563" cy="167225"/>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accent1"/>
                </a:solidFill>
              </a:rPr>
              <a:t>Lorem ipsum</a:t>
            </a:r>
          </a:p>
        </p:txBody>
      </p:sp>
      <p:sp>
        <p:nvSpPr>
          <p:cNvPr id="3" name="Text Placeholder 17">
            <a:extLst>
              <a:ext uri="{FF2B5EF4-FFF2-40B4-BE49-F238E27FC236}">
                <a16:creationId xmlns:a16="http://schemas.microsoft.com/office/drawing/2014/main" id="{0B155978-419D-1C18-5A37-4D6D9A5E20BE}"/>
              </a:ext>
            </a:extLst>
          </p:cNvPr>
          <p:cNvSpPr txBox="1">
            <a:spLocks/>
          </p:cNvSpPr>
          <p:nvPr/>
        </p:nvSpPr>
        <p:spPr>
          <a:xfrm>
            <a:off x="6550669" y="2268002"/>
            <a:ext cx="1201563" cy="167225"/>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accent1"/>
                </a:solidFill>
              </a:rPr>
              <a:t>Lorem ipsum</a:t>
            </a:r>
          </a:p>
        </p:txBody>
      </p:sp>
      <p:sp>
        <p:nvSpPr>
          <p:cNvPr id="5" name="Text Placeholder 30">
            <a:extLst>
              <a:ext uri="{FF2B5EF4-FFF2-40B4-BE49-F238E27FC236}">
                <a16:creationId xmlns:a16="http://schemas.microsoft.com/office/drawing/2014/main" id="{603DCAF9-5DB6-EF2E-9F07-C52294ECF1D2}"/>
              </a:ext>
            </a:extLst>
          </p:cNvPr>
          <p:cNvSpPr txBox="1">
            <a:spLocks/>
          </p:cNvSpPr>
          <p:nvPr/>
        </p:nvSpPr>
        <p:spPr>
          <a:xfrm>
            <a:off x="331788" y="741363"/>
            <a:ext cx="11531600" cy="334962"/>
          </a:xfrm>
          <a:prstGeom prst="rect">
            <a:avLst/>
          </a:prstGeom>
        </p:spPr>
        <p:txBody>
          <a:bodyPr vert="horz" wrap="square" lIns="0" tIns="0" rIns="0" bIns="0" rtlCol="0" anchor="t" anchorCtr="0">
            <a:normAutofit/>
          </a:bodyPr>
          <a:lstStyle>
            <a:lvl1pPr marL="0" indent="0" algn="l" defTabSz="914400" rtl="0" eaLnBrk="1" latinLnBrk="0" hangingPunct="1">
              <a:lnSpc>
                <a:spcPct val="90000"/>
              </a:lnSpc>
              <a:spcBef>
                <a:spcPts val="0"/>
              </a:spcBef>
              <a:buClr>
                <a:schemeClr val="tx2"/>
              </a:buClr>
              <a:buFontTx/>
              <a:buNone/>
              <a:defRPr sz="2400" b="0" i="0" kern="1200">
                <a:solidFill>
                  <a:schemeClr val="accent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R"/>
              <a:t>Pie Charts x 2</a:t>
            </a:r>
          </a:p>
        </p:txBody>
      </p:sp>
    </p:spTree>
    <p:extLst>
      <p:ext uri="{BB962C8B-B14F-4D97-AF65-F5344CB8AC3E}">
        <p14:creationId xmlns:p14="http://schemas.microsoft.com/office/powerpoint/2010/main" val="66138537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DEB239C-DC39-FBCF-A174-7EB709C7ECB0}"/>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152</a:t>
            </a:fld>
            <a:endParaRPr lang="en-GR"/>
          </a:p>
        </p:txBody>
      </p:sp>
      <p:sp>
        <p:nvSpPr>
          <p:cNvPr id="21" name="Text Placeholder 20">
            <a:extLst>
              <a:ext uri="{FF2B5EF4-FFF2-40B4-BE49-F238E27FC236}">
                <a16:creationId xmlns:a16="http://schemas.microsoft.com/office/drawing/2014/main" id="{195531FC-A83B-5E09-BDA8-06F3577EE28A}"/>
              </a:ext>
            </a:extLst>
          </p:cNvPr>
          <p:cNvSpPr>
            <a:spLocks noGrp="1"/>
          </p:cNvSpPr>
          <p:nvPr>
            <p:ph type="body" sz="quarter" idx="14"/>
          </p:nvPr>
        </p:nvSpPr>
        <p:spPr>
          <a:xfrm>
            <a:off x="331201" y="1268822"/>
            <a:ext cx="7939040" cy="364908"/>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graphicFrame>
        <p:nvGraphicFramePr>
          <p:cNvPr id="8" name="Chart 7">
            <a:extLst>
              <a:ext uri="{FF2B5EF4-FFF2-40B4-BE49-F238E27FC236}">
                <a16:creationId xmlns:a16="http://schemas.microsoft.com/office/drawing/2014/main" id="{26855999-28D5-FEDB-8AC5-E5DDA6BCB54D}"/>
              </a:ext>
            </a:extLst>
          </p:cNvPr>
          <p:cNvGraphicFramePr/>
          <p:nvPr>
            <p:extLst>
              <p:ext uri="{D42A27DB-BD31-4B8C-83A1-F6EECF244321}">
                <p14:modId xmlns:p14="http://schemas.microsoft.com/office/powerpoint/2010/main" val="3901185594"/>
              </p:ext>
            </p:extLst>
          </p:nvPr>
        </p:nvGraphicFramePr>
        <p:xfrm>
          <a:off x="338821" y="2308113"/>
          <a:ext cx="3570504" cy="185668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FDBA6421-5AAB-A53B-2F28-D8ABBB14DBE7}"/>
              </a:ext>
            </a:extLst>
          </p:cNvPr>
          <p:cNvGraphicFramePr/>
          <p:nvPr>
            <p:extLst>
              <p:ext uri="{D42A27DB-BD31-4B8C-83A1-F6EECF244321}">
                <p14:modId xmlns:p14="http://schemas.microsoft.com/office/powerpoint/2010/main" val="282379852"/>
              </p:ext>
            </p:extLst>
          </p:nvPr>
        </p:nvGraphicFramePr>
        <p:xfrm>
          <a:off x="4325895" y="2308113"/>
          <a:ext cx="3570504" cy="185668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5893AA15-3614-0DB8-6A3A-53F1ABD1CF2C}"/>
              </a:ext>
            </a:extLst>
          </p:cNvPr>
          <p:cNvGraphicFramePr/>
          <p:nvPr>
            <p:extLst>
              <p:ext uri="{D42A27DB-BD31-4B8C-83A1-F6EECF244321}">
                <p14:modId xmlns:p14="http://schemas.microsoft.com/office/powerpoint/2010/main" val="3721005457"/>
              </p:ext>
            </p:extLst>
          </p:nvPr>
        </p:nvGraphicFramePr>
        <p:xfrm>
          <a:off x="8256921" y="2308113"/>
          <a:ext cx="3570504" cy="185668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2" name="Chart 11">
            <a:extLst>
              <a:ext uri="{FF2B5EF4-FFF2-40B4-BE49-F238E27FC236}">
                <a16:creationId xmlns:a16="http://schemas.microsoft.com/office/drawing/2014/main" id="{1714E335-5E6A-DA48-94ED-A2DC89CA3AB5}"/>
              </a:ext>
            </a:extLst>
          </p:cNvPr>
          <p:cNvGraphicFramePr/>
          <p:nvPr>
            <p:extLst>
              <p:ext uri="{D42A27DB-BD31-4B8C-83A1-F6EECF244321}">
                <p14:modId xmlns:p14="http://schemas.microsoft.com/office/powerpoint/2010/main" val="2762332912"/>
              </p:ext>
            </p:extLst>
          </p:nvPr>
        </p:nvGraphicFramePr>
        <p:xfrm>
          <a:off x="8256921" y="4431791"/>
          <a:ext cx="3570504" cy="1884788"/>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3" name="Chart 12">
            <a:extLst>
              <a:ext uri="{FF2B5EF4-FFF2-40B4-BE49-F238E27FC236}">
                <a16:creationId xmlns:a16="http://schemas.microsoft.com/office/drawing/2014/main" id="{8D813BC6-3B24-B83F-F1C3-0E0584F3712C}"/>
              </a:ext>
            </a:extLst>
          </p:cNvPr>
          <p:cNvGraphicFramePr/>
          <p:nvPr>
            <p:extLst>
              <p:ext uri="{D42A27DB-BD31-4B8C-83A1-F6EECF244321}">
                <p14:modId xmlns:p14="http://schemas.microsoft.com/office/powerpoint/2010/main" val="617087018"/>
              </p:ext>
            </p:extLst>
          </p:nvPr>
        </p:nvGraphicFramePr>
        <p:xfrm>
          <a:off x="4325895" y="4459896"/>
          <a:ext cx="3570504" cy="1856685"/>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4" name="Chart 13">
            <a:extLst>
              <a:ext uri="{FF2B5EF4-FFF2-40B4-BE49-F238E27FC236}">
                <a16:creationId xmlns:a16="http://schemas.microsoft.com/office/drawing/2014/main" id="{795039AD-CC3A-6038-F784-DA390B7794D5}"/>
              </a:ext>
            </a:extLst>
          </p:cNvPr>
          <p:cNvGraphicFramePr/>
          <p:nvPr>
            <p:extLst>
              <p:ext uri="{D42A27DB-BD31-4B8C-83A1-F6EECF244321}">
                <p14:modId xmlns:p14="http://schemas.microsoft.com/office/powerpoint/2010/main" val="2524523394"/>
              </p:ext>
            </p:extLst>
          </p:nvPr>
        </p:nvGraphicFramePr>
        <p:xfrm>
          <a:off x="338821" y="4469443"/>
          <a:ext cx="3570504" cy="1847136"/>
        </p:xfrm>
        <a:graphic>
          <a:graphicData uri="http://schemas.openxmlformats.org/drawingml/2006/chart">
            <c:chart xmlns:c="http://schemas.openxmlformats.org/drawingml/2006/chart" xmlns:r="http://schemas.openxmlformats.org/officeDocument/2006/relationships" r:id="rId8"/>
          </a:graphicData>
        </a:graphic>
      </p:graphicFrame>
      <p:sp>
        <p:nvSpPr>
          <p:cNvPr id="15" name="Rectangle 14">
            <a:extLst>
              <a:ext uri="{FF2B5EF4-FFF2-40B4-BE49-F238E27FC236}">
                <a16:creationId xmlns:a16="http://schemas.microsoft.com/office/drawing/2014/main" id="{E84C3FB7-7B1B-31E1-D0E1-E7425DDEBEF3}"/>
              </a:ext>
            </a:extLst>
          </p:cNvPr>
          <p:cNvSpPr/>
          <p:nvPr/>
        </p:nvSpPr>
        <p:spPr>
          <a:xfrm>
            <a:off x="4570059" y="2290283"/>
            <a:ext cx="1289250" cy="167225"/>
          </a:xfrm>
          <a:prstGeom prst="rect">
            <a:avLst/>
          </a:prstGeom>
          <a:noFill/>
          <a:ln w="127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0" tIns="0" rIns="0" bIns="0" numCol="1" spcCol="1270" rtlCol="0" anchor="ctr" anchorCtr="0">
            <a:spAutoFit/>
          </a:bodyPr>
          <a:lstStyle/>
          <a:p>
            <a:pPr defTabSz="444489">
              <a:lnSpc>
                <a:spcPct val="90000"/>
              </a:lnSpc>
              <a:spcBef>
                <a:spcPct val="0"/>
              </a:spcBef>
              <a:spcAft>
                <a:spcPct val="35000"/>
              </a:spcAft>
            </a:pPr>
            <a:r>
              <a:rPr lang="da-DK" sz="1200" b="1" err="1">
                <a:solidFill>
                  <a:schemeClr val="accent1"/>
                </a:solidFill>
                <a:latin typeface="Aptos SemiBold" panose="020B0004020202020204" pitchFamily="34" charset="0"/>
              </a:rPr>
              <a:t>Volipate</a:t>
            </a:r>
            <a:r>
              <a:rPr lang="da-DK" sz="1200" b="1">
                <a:solidFill>
                  <a:schemeClr val="accent1"/>
                </a:solidFill>
                <a:latin typeface="Aptos SemiBold" panose="020B0004020202020204" pitchFamily="34" charset="0"/>
              </a:rPr>
              <a:t> rase</a:t>
            </a:r>
          </a:p>
        </p:txBody>
      </p:sp>
      <p:sp>
        <p:nvSpPr>
          <p:cNvPr id="16" name="Rectangle 15">
            <a:extLst>
              <a:ext uri="{FF2B5EF4-FFF2-40B4-BE49-F238E27FC236}">
                <a16:creationId xmlns:a16="http://schemas.microsoft.com/office/drawing/2014/main" id="{6EC02A5F-4334-2A15-37D2-30B3B299330B}"/>
              </a:ext>
            </a:extLst>
          </p:cNvPr>
          <p:cNvSpPr/>
          <p:nvPr/>
        </p:nvSpPr>
        <p:spPr>
          <a:xfrm>
            <a:off x="8486355" y="2262952"/>
            <a:ext cx="1289250" cy="167225"/>
          </a:xfrm>
          <a:prstGeom prst="rect">
            <a:avLst/>
          </a:prstGeom>
          <a:noFill/>
          <a:ln w="127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0" tIns="0" rIns="0" bIns="0" numCol="1" spcCol="1270" rtlCol="0" anchor="ctr" anchorCtr="0">
            <a:spAutoFit/>
          </a:bodyPr>
          <a:lstStyle/>
          <a:p>
            <a:pPr defTabSz="444489">
              <a:lnSpc>
                <a:spcPct val="90000"/>
              </a:lnSpc>
              <a:spcBef>
                <a:spcPct val="0"/>
              </a:spcBef>
              <a:spcAft>
                <a:spcPct val="35000"/>
              </a:spcAft>
            </a:pPr>
            <a:r>
              <a:rPr lang="da-DK" sz="1200" b="1" err="1">
                <a:solidFill>
                  <a:schemeClr val="accent1"/>
                </a:solidFill>
                <a:latin typeface="Aptos SemiBold" panose="020B0004020202020204" pitchFamily="34" charset="0"/>
              </a:rPr>
              <a:t>Occaseur</a:t>
            </a:r>
            <a:r>
              <a:rPr lang="da-DK" sz="1200" b="1">
                <a:solidFill>
                  <a:schemeClr val="accent1"/>
                </a:solidFill>
                <a:latin typeface="Aptos SemiBold" panose="020B0004020202020204" pitchFamily="34" charset="0"/>
              </a:rPr>
              <a:t> pat</a:t>
            </a:r>
          </a:p>
        </p:txBody>
      </p:sp>
      <p:sp>
        <p:nvSpPr>
          <p:cNvPr id="17" name="Rectangle 16">
            <a:extLst>
              <a:ext uri="{FF2B5EF4-FFF2-40B4-BE49-F238E27FC236}">
                <a16:creationId xmlns:a16="http://schemas.microsoft.com/office/drawing/2014/main" id="{B3390CBC-1762-92E8-D53A-C684525E4655}"/>
              </a:ext>
            </a:extLst>
          </p:cNvPr>
          <p:cNvSpPr/>
          <p:nvPr/>
        </p:nvSpPr>
        <p:spPr>
          <a:xfrm>
            <a:off x="509256" y="4559362"/>
            <a:ext cx="1289250" cy="288000"/>
          </a:xfrm>
          <a:prstGeom prst="rect">
            <a:avLst/>
          </a:prstGeom>
          <a:noFill/>
          <a:ln w="127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72000" tIns="6350" rIns="6350" bIns="6350" numCol="1" spcCol="1270" rtlCol="0" anchor="ctr" anchorCtr="0">
            <a:noAutofit/>
          </a:bodyPr>
          <a:lstStyle/>
          <a:p>
            <a:pPr defTabSz="444489">
              <a:lnSpc>
                <a:spcPct val="90000"/>
              </a:lnSpc>
              <a:spcBef>
                <a:spcPct val="0"/>
              </a:spcBef>
              <a:spcAft>
                <a:spcPct val="35000"/>
              </a:spcAft>
            </a:pPr>
            <a:r>
              <a:rPr lang="da-DK" sz="1200" b="1" err="1">
                <a:solidFill>
                  <a:schemeClr val="accent1"/>
                </a:solidFill>
                <a:latin typeface="Aptos SemiBold" panose="020B0004020202020204" pitchFamily="34" charset="0"/>
              </a:rPr>
              <a:t>Poidento</a:t>
            </a:r>
            <a:r>
              <a:rPr lang="da-DK" sz="1200" b="1">
                <a:solidFill>
                  <a:schemeClr val="accent1"/>
                </a:solidFill>
                <a:latin typeface="Aptos SemiBold" panose="020B0004020202020204" pitchFamily="34" charset="0"/>
              </a:rPr>
              <a:t> </a:t>
            </a:r>
            <a:r>
              <a:rPr lang="da-DK" sz="1200" b="1" err="1">
                <a:solidFill>
                  <a:schemeClr val="accent1"/>
                </a:solidFill>
                <a:latin typeface="Aptos SemiBold" panose="020B0004020202020204" pitchFamily="34" charset="0"/>
              </a:rPr>
              <a:t>masr</a:t>
            </a:r>
            <a:endParaRPr lang="da-DK" sz="1200" b="1">
              <a:solidFill>
                <a:schemeClr val="accent1"/>
              </a:solidFill>
              <a:latin typeface="Aptos SemiBold" panose="020B0004020202020204" pitchFamily="34" charset="0"/>
            </a:endParaRPr>
          </a:p>
        </p:txBody>
      </p:sp>
      <p:sp>
        <p:nvSpPr>
          <p:cNvPr id="18" name="Rectangle 17">
            <a:extLst>
              <a:ext uri="{FF2B5EF4-FFF2-40B4-BE49-F238E27FC236}">
                <a16:creationId xmlns:a16="http://schemas.microsoft.com/office/drawing/2014/main" id="{9363CBDE-C110-B0D8-18C5-10740E27A27A}"/>
              </a:ext>
            </a:extLst>
          </p:cNvPr>
          <p:cNvSpPr/>
          <p:nvPr/>
        </p:nvSpPr>
        <p:spPr>
          <a:xfrm>
            <a:off x="4490976" y="4559362"/>
            <a:ext cx="1289250" cy="288000"/>
          </a:xfrm>
          <a:prstGeom prst="rect">
            <a:avLst/>
          </a:prstGeom>
          <a:noFill/>
          <a:ln w="127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72000" tIns="6350" rIns="6350" bIns="6350" numCol="1" spcCol="1270" rtlCol="0" anchor="ctr" anchorCtr="0">
            <a:noAutofit/>
          </a:bodyPr>
          <a:lstStyle/>
          <a:p>
            <a:pPr defTabSz="444489">
              <a:lnSpc>
                <a:spcPct val="90000"/>
              </a:lnSpc>
              <a:spcBef>
                <a:spcPct val="0"/>
              </a:spcBef>
              <a:spcAft>
                <a:spcPct val="35000"/>
              </a:spcAft>
            </a:pPr>
            <a:r>
              <a:rPr lang="da-DK" sz="1200" b="1" err="1">
                <a:solidFill>
                  <a:schemeClr val="accent1"/>
                </a:solidFill>
                <a:latin typeface="Aptos SemiBold" panose="020B0004020202020204" pitchFamily="34" charset="0"/>
              </a:rPr>
              <a:t>Controli</a:t>
            </a:r>
            <a:r>
              <a:rPr lang="da-DK" sz="1200" b="1">
                <a:solidFill>
                  <a:schemeClr val="accent1"/>
                </a:solidFill>
                <a:latin typeface="Aptos SemiBold" panose="020B0004020202020204" pitchFamily="34" charset="0"/>
              </a:rPr>
              <a:t> </a:t>
            </a:r>
            <a:r>
              <a:rPr lang="da-DK" sz="1200" b="1" err="1">
                <a:solidFill>
                  <a:schemeClr val="accent1"/>
                </a:solidFill>
                <a:latin typeface="Aptos SemiBold" panose="020B0004020202020204" pitchFamily="34" charset="0"/>
              </a:rPr>
              <a:t>pedro</a:t>
            </a:r>
            <a:endParaRPr lang="da-DK" sz="1200" b="1">
              <a:solidFill>
                <a:schemeClr val="accent1"/>
              </a:solidFill>
              <a:latin typeface="Aptos SemiBold" panose="020B0004020202020204" pitchFamily="34" charset="0"/>
            </a:endParaRPr>
          </a:p>
        </p:txBody>
      </p:sp>
      <p:sp>
        <p:nvSpPr>
          <p:cNvPr id="19" name="Rectangle 18">
            <a:extLst>
              <a:ext uri="{FF2B5EF4-FFF2-40B4-BE49-F238E27FC236}">
                <a16:creationId xmlns:a16="http://schemas.microsoft.com/office/drawing/2014/main" id="{1099DD70-F82D-78C1-E4E0-D1956F91FA56}"/>
              </a:ext>
            </a:extLst>
          </p:cNvPr>
          <p:cNvSpPr/>
          <p:nvPr/>
        </p:nvSpPr>
        <p:spPr>
          <a:xfrm>
            <a:off x="8437913" y="4559362"/>
            <a:ext cx="1289250" cy="288000"/>
          </a:xfrm>
          <a:prstGeom prst="rect">
            <a:avLst/>
          </a:prstGeom>
          <a:noFill/>
          <a:ln w="12700" cap="flat"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72000" tIns="6350" rIns="6350" bIns="6350" numCol="1" spcCol="1270" rtlCol="0" anchor="ctr" anchorCtr="0">
            <a:noAutofit/>
          </a:bodyPr>
          <a:lstStyle/>
          <a:p>
            <a:pPr defTabSz="444489">
              <a:lnSpc>
                <a:spcPct val="90000"/>
              </a:lnSpc>
              <a:spcBef>
                <a:spcPct val="0"/>
              </a:spcBef>
              <a:spcAft>
                <a:spcPct val="35000"/>
              </a:spcAft>
            </a:pPr>
            <a:r>
              <a:rPr lang="da-DK" sz="1200" b="1" err="1">
                <a:solidFill>
                  <a:schemeClr val="accent1"/>
                </a:solidFill>
                <a:latin typeface="Aptos SemiBold" panose="020B0004020202020204" pitchFamily="34" charset="0"/>
              </a:rPr>
              <a:t>Sitarop</a:t>
            </a:r>
            <a:r>
              <a:rPr lang="da-DK" sz="1200" b="1">
                <a:solidFill>
                  <a:schemeClr val="accent1"/>
                </a:solidFill>
                <a:latin typeface="Aptos SemiBold" panose="020B0004020202020204" pitchFamily="34" charset="0"/>
              </a:rPr>
              <a:t> </a:t>
            </a:r>
            <a:r>
              <a:rPr lang="da-DK" sz="1200" b="1" err="1">
                <a:solidFill>
                  <a:schemeClr val="accent1"/>
                </a:solidFill>
                <a:latin typeface="Aptos SemiBold" panose="020B0004020202020204" pitchFamily="34" charset="0"/>
              </a:rPr>
              <a:t>valiu</a:t>
            </a:r>
            <a:endParaRPr lang="da-DK" sz="1200" b="1">
              <a:solidFill>
                <a:schemeClr val="accent1"/>
              </a:solidFill>
              <a:latin typeface="Aptos SemiBold" panose="020B0004020202020204" pitchFamily="34" charset="0"/>
            </a:endParaRPr>
          </a:p>
        </p:txBody>
      </p:sp>
      <p:grpSp>
        <p:nvGrpSpPr>
          <p:cNvPr id="5" name="Group 4">
            <a:extLst>
              <a:ext uri="{FF2B5EF4-FFF2-40B4-BE49-F238E27FC236}">
                <a16:creationId xmlns:a16="http://schemas.microsoft.com/office/drawing/2014/main" id="{18C0B55A-DC18-FF7A-58D6-0AFC38C265AC}"/>
              </a:ext>
            </a:extLst>
          </p:cNvPr>
          <p:cNvGrpSpPr/>
          <p:nvPr/>
        </p:nvGrpSpPr>
        <p:grpSpPr>
          <a:xfrm>
            <a:off x="5581843" y="2340837"/>
            <a:ext cx="3030369" cy="1415292"/>
            <a:chOff x="7334152" y="981892"/>
            <a:chExt cx="3030369" cy="1415292"/>
          </a:xfrm>
        </p:grpSpPr>
        <p:sp>
          <p:nvSpPr>
            <p:cNvPr id="6" name="Rounded Rectangle 5">
              <a:extLst>
                <a:ext uri="{FF2B5EF4-FFF2-40B4-BE49-F238E27FC236}">
                  <a16:creationId xmlns:a16="http://schemas.microsoft.com/office/drawing/2014/main" id="{B9EFA3CC-04DD-9D67-E97C-604307804039}"/>
                </a:ext>
              </a:extLst>
            </p:cNvPr>
            <p:cNvSpPr/>
            <p:nvPr/>
          </p:nvSpPr>
          <p:spPr>
            <a:xfrm>
              <a:off x="7433567" y="981892"/>
              <a:ext cx="2930954" cy="141529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Charts &amp; Infographic</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τίτλος στα </a:t>
              </a:r>
              <a:r>
                <a:rPr lang="en-US" sz="800">
                  <a:solidFill>
                    <a:schemeClr val="bg1">
                      <a:lumMod val="95000"/>
                    </a:schemeClr>
                  </a:solidFill>
                  <a:latin typeface="Aptos" panose="020B0004020202020204" pitchFamily="34" charset="0"/>
                </a:rPr>
                <a:t>charts &amp; Infographics</a:t>
              </a:r>
              <a:r>
                <a:rPr lang="el-GR" sz="800">
                  <a:solidFill>
                    <a:schemeClr val="bg1">
                      <a:lumMod val="95000"/>
                    </a:schemeClr>
                  </a:solidFill>
                  <a:latin typeface="Aptos" panose="020B0004020202020204" pitchFamily="34" charset="0"/>
                </a:rPr>
                <a:t> είναι πάντα </a:t>
              </a:r>
              <a:r>
                <a:rPr lang="en-US" sz="800">
                  <a:solidFill>
                    <a:schemeClr val="bg1">
                      <a:lumMod val="95000"/>
                    </a:schemeClr>
                  </a:solidFill>
                  <a:latin typeface="Aptos" panose="020B0004020202020204" pitchFamily="34" charset="0"/>
                </a:rPr>
                <a:t>Aptos Regular</a:t>
              </a:r>
              <a:r>
                <a:rPr lang="el-GR" sz="800">
                  <a:solidFill>
                    <a:schemeClr val="bg1">
                      <a:lumMod val="95000"/>
                    </a:schemeClr>
                  </a:solidFill>
                  <a:latin typeface="Aptos" panose="020B0004020202020204" pitchFamily="34" charset="0"/>
                </a:rPr>
                <a:t> 12</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line space: multiple 0,9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Dark Teal</a:t>
              </a:r>
              <a:r>
                <a:rPr lang="el-GR" sz="800">
                  <a:solidFill>
                    <a:schemeClr val="bg1">
                      <a:lumMod val="95000"/>
                    </a:schemeClr>
                  </a:solidFill>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The title in the Charts &amp; Infographics section is always Aptos Regular 12pt, line space: multiple 0.9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Dark Teal.</a:t>
              </a:r>
              <a:endParaRPr lang="en-GR" sz="800">
                <a:solidFill>
                  <a:schemeClr val="bg1">
                    <a:lumMod val="95000"/>
                  </a:schemeClr>
                </a:solidFill>
                <a:latin typeface="Aptos" panose="020B0004020202020204" pitchFamily="34" charset="0"/>
              </a:endParaRPr>
            </a:p>
          </p:txBody>
        </p:sp>
        <p:sp>
          <p:nvSpPr>
            <p:cNvPr id="7" name="Triangle 6">
              <a:extLst>
                <a:ext uri="{FF2B5EF4-FFF2-40B4-BE49-F238E27FC236}">
                  <a16:creationId xmlns:a16="http://schemas.microsoft.com/office/drawing/2014/main" id="{8F50F0BD-7FC1-E37B-CF7F-2736AB85F97A}"/>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23" name="Group 22">
            <a:extLst>
              <a:ext uri="{FF2B5EF4-FFF2-40B4-BE49-F238E27FC236}">
                <a16:creationId xmlns:a16="http://schemas.microsoft.com/office/drawing/2014/main" id="{CB8786BC-5872-CD62-C3F9-5083680CFEC1}"/>
              </a:ext>
            </a:extLst>
          </p:cNvPr>
          <p:cNvGrpSpPr/>
          <p:nvPr/>
        </p:nvGrpSpPr>
        <p:grpSpPr>
          <a:xfrm>
            <a:off x="1539692" y="3541340"/>
            <a:ext cx="3030369" cy="2118594"/>
            <a:chOff x="7334152" y="981892"/>
            <a:chExt cx="3030369" cy="2118594"/>
          </a:xfrm>
        </p:grpSpPr>
        <p:sp>
          <p:nvSpPr>
            <p:cNvPr id="24" name="Rounded Rectangle 23">
              <a:extLst>
                <a:ext uri="{FF2B5EF4-FFF2-40B4-BE49-F238E27FC236}">
                  <a16:creationId xmlns:a16="http://schemas.microsoft.com/office/drawing/2014/main" id="{73A52AF0-BA60-F196-946F-2947A9AA834B}"/>
                </a:ext>
              </a:extLst>
            </p:cNvPr>
            <p:cNvSpPr/>
            <p:nvPr/>
          </p:nvSpPr>
          <p:spPr>
            <a:xfrm>
              <a:off x="7433567" y="981892"/>
              <a:ext cx="2930954" cy="2118594"/>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Legends</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Τα </a:t>
              </a:r>
              <a:r>
                <a:rPr lang="en-US" sz="800">
                  <a:solidFill>
                    <a:schemeClr val="bg1">
                      <a:lumMod val="95000"/>
                    </a:schemeClr>
                  </a:solidFill>
                  <a:latin typeface="Aptos" panose="020B0004020202020204" pitchFamily="34" charset="0"/>
                </a:rPr>
                <a:t>legends </a:t>
              </a:r>
              <a:r>
                <a:rPr lang="el-GR" sz="800">
                  <a:solidFill>
                    <a:schemeClr val="bg1">
                      <a:lumMod val="95000"/>
                    </a:schemeClr>
                  </a:solidFill>
                  <a:latin typeface="Aptos" panose="020B0004020202020204" pitchFamily="34" charset="0"/>
                </a:rPr>
                <a:t>στα </a:t>
              </a:r>
              <a:r>
                <a:rPr lang="en-US" sz="800">
                  <a:solidFill>
                    <a:schemeClr val="bg1">
                      <a:lumMod val="95000"/>
                    </a:schemeClr>
                  </a:solidFill>
                  <a:latin typeface="Aptos" panose="020B0004020202020204" pitchFamily="34" charset="0"/>
                </a:rPr>
                <a:t>charts &amp; Infographics</a:t>
              </a:r>
              <a:r>
                <a:rPr lang="el-GR" sz="800">
                  <a:solidFill>
                    <a:schemeClr val="bg1">
                      <a:lumMod val="95000"/>
                    </a:schemeClr>
                  </a:solidFill>
                  <a:latin typeface="Aptos" panose="020B0004020202020204" pitchFamily="34" charset="0"/>
                </a:rPr>
                <a:t> είναι πάντα </a:t>
              </a:r>
              <a:r>
                <a:rPr lang="en-US" sz="800">
                  <a:solidFill>
                    <a:schemeClr val="bg1">
                      <a:lumMod val="95000"/>
                    </a:schemeClr>
                  </a:solidFill>
                  <a:latin typeface="Aptos" panose="020B0004020202020204" pitchFamily="34" charset="0"/>
                </a:rPr>
                <a:t>Aptos Regular</a:t>
              </a:r>
              <a:r>
                <a:rPr lang="el-GR" sz="800">
                  <a:solidFill>
                    <a:schemeClr val="bg1">
                      <a:lumMod val="95000"/>
                    </a:schemeClr>
                  </a:solidFill>
                  <a:latin typeface="Aptos" panose="020B0004020202020204" pitchFamily="34" charset="0"/>
                </a:rPr>
                <a:t> 10</a:t>
              </a:r>
              <a:r>
                <a:rPr lang="en-US" sz="800" err="1">
                  <a:solidFill>
                    <a:schemeClr val="bg1">
                      <a:lumMod val="95000"/>
                    </a:schemeClr>
                  </a:solidFill>
                  <a:latin typeface="Aptos" panose="020B0004020202020204" pitchFamily="34" charset="0"/>
                </a:rPr>
                <a:t>pt</a:t>
              </a:r>
              <a:r>
                <a:rPr lang="en-US" sz="800">
                  <a:solidFill>
                    <a:schemeClr val="bg1">
                      <a:lumMod val="95000"/>
                    </a:schemeClr>
                  </a:solidFill>
                  <a:latin typeface="Aptos" panose="020B0004020202020204" pitchFamily="34" charset="0"/>
                </a:rPr>
                <a:t>, </a:t>
              </a:r>
              <a:r>
                <a:rPr lang="en-US" sz="800" err="1">
                  <a:solidFill>
                    <a:schemeClr val="bg1">
                      <a:lumMod val="95000"/>
                    </a:schemeClr>
                  </a:solidFill>
                  <a:latin typeface="Aptos" panose="020B0004020202020204" pitchFamily="34" charset="0"/>
                </a:rPr>
                <a:t>i</a:t>
              </a:r>
              <a:r>
                <a:rPr lang="en-US" sz="800" err="1">
                  <a:latin typeface="Aptos" panose="020B0004020202020204" pitchFamily="34" charset="0"/>
                </a:rPr>
                <a:t>dentation</a:t>
              </a:r>
              <a:r>
                <a:rPr lang="en-US" sz="800">
                  <a:latin typeface="Aptos" panose="020B0004020202020204" pitchFamily="34" charset="0"/>
                </a:rPr>
                <a:t> before text : </a:t>
              </a:r>
              <a:r>
                <a:rPr lang="el-GR" sz="800">
                  <a:latin typeface="Aptos" panose="020B0004020202020204" pitchFamily="34" charset="0"/>
                </a:rPr>
                <a:t>0,1</a:t>
              </a:r>
              <a:r>
                <a:rPr lang="en-US" sz="800">
                  <a:latin typeface="Aptos" panose="020B0004020202020204" pitchFamily="34" charset="0"/>
                </a:rPr>
                <a:t>cm </a:t>
              </a:r>
              <a:r>
                <a:rPr lang="el-GR" sz="800">
                  <a:solidFill>
                    <a:schemeClr val="bg1">
                      <a:lumMod val="95000"/>
                    </a:schemeClr>
                  </a:solidFill>
                  <a:latin typeface="Aptos" panose="020B0004020202020204" pitchFamily="34" charset="0"/>
                </a:rPr>
                <a:t>και χρώμα</a:t>
              </a:r>
              <a:r>
                <a:rPr lang="en-US" sz="800">
                  <a:solidFill>
                    <a:schemeClr val="bg1">
                      <a:lumMod val="95000"/>
                    </a:schemeClr>
                  </a:solidFill>
                  <a:latin typeface="Aptos" panose="020B0004020202020204" pitchFamily="34" charset="0"/>
                </a:rPr>
                <a:t> </a:t>
              </a:r>
              <a:r>
                <a:rPr lang="el-GR" sz="800">
                  <a:solidFill>
                    <a:schemeClr val="bg1">
                      <a:lumMod val="95000"/>
                    </a:schemeClr>
                  </a:solidFill>
                  <a:latin typeface="Aptos" panose="020B0004020202020204" pitchFamily="34" charset="0"/>
                </a:rPr>
                <a:t> </a:t>
              </a:r>
              <a:r>
                <a:rPr lang="en-US" sz="800">
                  <a:solidFill>
                    <a:schemeClr val="bg1">
                      <a:lumMod val="95000"/>
                    </a:schemeClr>
                  </a:solidFill>
                  <a:latin typeface="Aptos" panose="020B0004020202020204" pitchFamily="34" charset="0"/>
                </a:rPr>
                <a:t>Grey</a:t>
              </a:r>
              <a:r>
                <a:rPr lang="el-GR" sz="800">
                  <a:solidFill>
                    <a:schemeClr val="bg1">
                      <a:lumMod val="95000"/>
                    </a:schemeClr>
                  </a:solidFill>
                  <a:latin typeface="Aptos" panose="020B0004020202020204" pitchFamily="34" charset="0"/>
                </a:rPr>
                <a:t>.</a:t>
              </a:r>
              <a:r>
                <a:rPr lang="en-US" sz="800">
                  <a:solidFill>
                    <a:schemeClr val="bg1">
                      <a:lumMod val="95000"/>
                    </a:schemeClr>
                  </a:solidFill>
                  <a:latin typeface="Aptos" panose="020B0004020202020204" pitchFamily="34" charset="0"/>
                </a:rPr>
                <a:t> </a:t>
              </a:r>
              <a:r>
                <a:rPr lang="el-GR" sz="800">
                  <a:latin typeface="Aptos" panose="020B0004020202020204" pitchFamily="34" charset="0"/>
                </a:rPr>
                <a:t>Η στο</a:t>
              </a:r>
              <a:r>
                <a:rPr lang="en-US" sz="800" err="1">
                  <a:latin typeface="Aptos" panose="020B0004020202020204" pitchFamily="34" charset="0"/>
                </a:rPr>
                <a:t>ί</a:t>
              </a:r>
              <a:r>
                <a:rPr lang="el-GR" sz="800" err="1">
                  <a:latin typeface="Aptos" panose="020B0004020202020204" pitchFamily="34" charset="0"/>
                </a:rPr>
                <a:t>χιση</a:t>
              </a:r>
              <a:r>
                <a:rPr lang="el-GR" sz="800">
                  <a:latin typeface="Aptos" panose="020B0004020202020204" pitchFamily="34" charset="0"/>
                </a:rPr>
                <a:t> είναι </a:t>
              </a:r>
              <a:r>
                <a:rPr lang="en-US" sz="800">
                  <a:latin typeface="Aptos" panose="020B0004020202020204" pitchFamily="34" charset="0"/>
                </a:rPr>
                <a:t>bottom - left </a:t>
              </a:r>
              <a:r>
                <a:rPr lang="el-GR" sz="800">
                  <a:latin typeface="Aptos" panose="020B0004020202020204" pitchFamily="34" charset="0"/>
                </a:rPr>
                <a:t>εκτός από συγκεκριμένες περιπτώσεις που είναι περιορισμένος ο χώρος όπως στην διαφάνεια 10</a:t>
              </a:r>
              <a:r>
                <a:rPr lang="en-US" sz="800">
                  <a:latin typeface="Aptos" panose="020B0004020202020204" pitchFamily="34" charset="0"/>
                </a:rPr>
                <a:t>3</a:t>
              </a:r>
              <a:r>
                <a:rPr lang="el-GR" sz="800">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The legends in the Charts &amp; Infographics section are always Aptos Regular 10pt, indentation before text: 0.1cm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Grey. The alignment is bottom - left, except for specific cases where space is limited, such as on slide 103.</a:t>
              </a:r>
              <a:endParaRPr lang="en-GR" sz="800">
                <a:solidFill>
                  <a:schemeClr val="bg1">
                    <a:lumMod val="95000"/>
                  </a:schemeClr>
                </a:solidFill>
                <a:latin typeface="Aptos" panose="020B0004020202020204" pitchFamily="34" charset="0"/>
              </a:endParaRPr>
            </a:p>
          </p:txBody>
        </p:sp>
        <p:sp>
          <p:nvSpPr>
            <p:cNvPr id="25" name="Triangle 24">
              <a:extLst>
                <a:ext uri="{FF2B5EF4-FFF2-40B4-BE49-F238E27FC236}">
                  <a16:creationId xmlns:a16="http://schemas.microsoft.com/office/drawing/2014/main" id="{ECD90D3F-FE56-9756-9C7D-A10E40942A2B}"/>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
        <p:nvSpPr>
          <p:cNvPr id="2" name="Text Placeholder 17">
            <a:extLst>
              <a:ext uri="{FF2B5EF4-FFF2-40B4-BE49-F238E27FC236}">
                <a16:creationId xmlns:a16="http://schemas.microsoft.com/office/drawing/2014/main" id="{D06DE233-830D-60A0-7B6D-E6F1EF55C349}"/>
              </a:ext>
            </a:extLst>
          </p:cNvPr>
          <p:cNvSpPr txBox="1">
            <a:spLocks/>
          </p:cNvSpPr>
          <p:nvPr/>
        </p:nvSpPr>
        <p:spPr>
          <a:xfrm>
            <a:off x="568255" y="2268000"/>
            <a:ext cx="1201563" cy="167225"/>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accent1"/>
                </a:solidFill>
              </a:rPr>
              <a:t>Lorem ipsum</a:t>
            </a:r>
          </a:p>
        </p:txBody>
      </p:sp>
      <p:sp>
        <p:nvSpPr>
          <p:cNvPr id="3" name="Text Placeholder 17">
            <a:extLst>
              <a:ext uri="{FF2B5EF4-FFF2-40B4-BE49-F238E27FC236}">
                <a16:creationId xmlns:a16="http://schemas.microsoft.com/office/drawing/2014/main" id="{7428FDC6-1486-5162-6014-5DEA5E2AB4AA}"/>
              </a:ext>
            </a:extLst>
          </p:cNvPr>
          <p:cNvSpPr txBox="1">
            <a:spLocks/>
          </p:cNvSpPr>
          <p:nvPr/>
        </p:nvSpPr>
        <p:spPr>
          <a:xfrm>
            <a:off x="6550669" y="2268002"/>
            <a:ext cx="1201563" cy="167225"/>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accent1"/>
                </a:solidFill>
              </a:rPr>
              <a:t>Lorem ipsum</a:t>
            </a:r>
          </a:p>
        </p:txBody>
      </p:sp>
      <p:sp>
        <p:nvSpPr>
          <p:cNvPr id="29" name="Text Placeholder 30">
            <a:extLst>
              <a:ext uri="{FF2B5EF4-FFF2-40B4-BE49-F238E27FC236}">
                <a16:creationId xmlns:a16="http://schemas.microsoft.com/office/drawing/2014/main" id="{53B00B00-F728-BFCA-71C4-FCD71F9FCC33}"/>
              </a:ext>
            </a:extLst>
          </p:cNvPr>
          <p:cNvSpPr txBox="1">
            <a:spLocks/>
          </p:cNvSpPr>
          <p:nvPr/>
        </p:nvSpPr>
        <p:spPr>
          <a:xfrm>
            <a:off x="331788" y="741363"/>
            <a:ext cx="11531600" cy="334962"/>
          </a:xfrm>
          <a:prstGeom prst="rect">
            <a:avLst/>
          </a:prstGeom>
        </p:spPr>
        <p:txBody>
          <a:bodyPr vert="horz" wrap="square" lIns="0" tIns="0" rIns="0" bIns="0" rtlCol="0" anchor="t" anchorCtr="0">
            <a:normAutofit/>
          </a:bodyPr>
          <a:lstStyle>
            <a:lvl1pPr marL="0" indent="0" algn="l" defTabSz="914400" rtl="0" eaLnBrk="1" latinLnBrk="0" hangingPunct="1">
              <a:lnSpc>
                <a:spcPct val="90000"/>
              </a:lnSpc>
              <a:spcBef>
                <a:spcPts val="0"/>
              </a:spcBef>
              <a:buClr>
                <a:schemeClr val="tx2"/>
              </a:buClr>
              <a:buFontTx/>
              <a:buNone/>
              <a:defRPr sz="2400" b="0" i="0" kern="1200">
                <a:solidFill>
                  <a:schemeClr val="accent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R"/>
              <a:t>Pie Charts x 2</a:t>
            </a:r>
          </a:p>
        </p:txBody>
      </p:sp>
    </p:spTree>
    <p:extLst>
      <p:ext uri="{BB962C8B-B14F-4D97-AF65-F5344CB8AC3E}">
        <p14:creationId xmlns:p14="http://schemas.microsoft.com/office/powerpoint/2010/main" val="395602130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CBBFBBED-7F3B-45E2-F736-483677C1157A}"/>
              </a:ext>
            </a:extLst>
          </p:cNvPr>
          <p:cNvSpPr/>
          <p:nvPr/>
        </p:nvSpPr>
        <p:spPr>
          <a:xfrm>
            <a:off x="341113" y="2270462"/>
            <a:ext cx="11520964" cy="3340673"/>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000">
              <a:latin typeface="Aptos" panose="020B0004020202020204" pitchFamily="34" charset="0"/>
            </a:endParaRPr>
          </a:p>
        </p:txBody>
      </p:sp>
      <p:sp>
        <p:nvSpPr>
          <p:cNvPr id="5" name="Slide Number Placeholder 4">
            <a:extLst>
              <a:ext uri="{FF2B5EF4-FFF2-40B4-BE49-F238E27FC236}">
                <a16:creationId xmlns:a16="http://schemas.microsoft.com/office/drawing/2014/main" id="{FF32255F-D02B-E374-BA92-911CF96C9239}"/>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153</a:t>
            </a:fld>
            <a:endParaRPr lang="en-GR"/>
          </a:p>
        </p:txBody>
      </p:sp>
      <p:sp>
        <p:nvSpPr>
          <p:cNvPr id="9" name="Text Placeholder 8">
            <a:extLst>
              <a:ext uri="{FF2B5EF4-FFF2-40B4-BE49-F238E27FC236}">
                <a16:creationId xmlns:a16="http://schemas.microsoft.com/office/drawing/2014/main" id="{6D5A3002-2311-948E-1D9E-D112A2CFD598}"/>
              </a:ext>
            </a:extLst>
          </p:cNvPr>
          <p:cNvSpPr>
            <a:spLocks noGrp="1"/>
          </p:cNvSpPr>
          <p:nvPr>
            <p:ph type="body" sz="quarter" idx="14"/>
          </p:nvPr>
        </p:nvSpPr>
        <p:spPr>
          <a:xfrm>
            <a:off x="331201" y="1268822"/>
            <a:ext cx="7939039" cy="364908"/>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28" name="Text Placeholder 27">
            <a:extLst>
              <a:ext uri="{FF2B5EF4-FFF2-40B4-BE49-F238E27FC236}">
                <a16:creationId xmlns:a16="http://schemas.microsoft.com/office/drawing/2014/main" id="{C85C5E6B-DC4F-093C-83C2-289C09ECE0BA}"/>
              </a:ext>
            </a:extLst>
          </p:cNvPr>
          <p:cNvSpPr>
            <a:spLocks noGrp="1"/>
          </p:cNvSpPr>
          <p:nvPr>
            <p:ph type="body" sz="quarter" idx="27"/>
          </p:nvPr>
        </p:nvSpPr>
        <p:spPr>
          <a:xfrm>
            <a:off x="331201" y="5821200"/>
            <a:ext cx="7939040" cy="488120"/>
          </a:xfrm>
        </p:spPr>
        <p:txBody>
          <a:bodyPr>
            <a:normAutofit/>
          </a:bodyPr>
          <a:lstStyle/>
          <a:p>
            <a:r>
              <a:rPr lang="en-GB"/>
              <a:t>Aptos 8pt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p:txBody>
      </p:sp>
      <p:graphicFrame>
        <p:nvGraphicFramePr>
          <p:cNvPr id="14" name="Content Placeholder 5">
            <a:extLst>
              <a:ext uri="{FF2B5EF4-FFF2-40B4-BE49-F238E27FC236}">
                <a16:creationId xmlns:a16="http://schemas.microsoft.com/office/drawing/2014/main" id="{1357A901-195D-D80B-2D4E-C97BB4C4B386}"/>
              </a:ext>
            </a:extLst>
          </p:cNvPr>
          <p:cNvGraphicFramePr>
            <a:graphicFrameLocks/>
          </p:cNvGraphicFramePr>
          <p:nvPr>
            <p:extLst>
              <p:ext uri="{D42A27DB-BD31-4B8C-83A1-F6EECF244321}">
                <p14:modId xmlns:p14="http://schemas.microsoft.com/office/powerpoint/2010/main" val="2889402481"/>
              </p:ext>
            </p:extLst>
          </p:nvPr>
        </p:nvGraphicFramePr>
        <p:xfrm>
          <a:off x="2503055" y="2426369"/>
          <a:ext cx="9217890" cy="2767262"/>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 Placeholder 17">
            <a:extLst>
              <a:ext uri="{FF2B5EF4-FFF2-40B4-BE49-F238E27FC236}">
                <a16:creationId xmlns:a16="http://schemas.microsoft.com/office/drawing/2014/main" id="{B325241A-51AC-C173-22DB-B2C7C2F3E854}"/>
              </a:ext>
            </a:extLst>
          </p:cNvPr>
          <p:cNvSpPr txBox="1">
            <a:spLocks/>
          </p:cNvSpPr>
          <p:nvPr/>
        </p:nvSpPr>
        <p:spPr>
          <a:xfrm>
            <a:off x="645847" y="2268000"/>
            <a:ext cx="1561613" cy="333425"/>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accent1"/>
                </a:solidFill>
              </a:rPr>
              <a:t>Lorem ipsum </a:t>
            </a:r>
            <a:r>
              <a:rPr lang="en-GB" sz="1200" err="1">
                <a:solidFill>
                  <a:schemeClr val="accent1"/>
                </a:solidFill>
              </a:rPr>
              <a:t>dolor</a:t>
            </a:r>
            <a:r>
              <a:rPr lang="en-GB" sz="1200">
                <a:solidFill>
                  <a:schemeClr val="accent1"/>
                </a:solidFill>
              </a:rPr>
              <a:t> </a:t>
            </a:r>
            <a:r>
              <a:rPr lang="en-GB" sz="1200" err="1">
                <a:solidFill>
                  <a:schemeClr val="accent1"/>
                </a:solidFill>
              </a:rPr>
              <a:t>amet</a:t>
            </a:r>
            <a:r>
              <a:rPr lang="en-GB" sz="1200">
                <a:solidFill>
                  <a:schemeClr val="accent1"/>
                </a:solidFill>
              </a:rPr>
              <a:t> </a:t>
            </a:r>
            <a:r>
              <a:rPr lang="en-GB" sz="1200" err="1">
                <a:solidFill>
                  <a:schemeClr val="accent1"/>
                </a:solidFill>
              </a:rPr>
              <a:t>consecte</a:t>
            </a:r>
            <a:endParaRPr lang="en-GB" sz="1200">
              <a:solidFill>
                <a:schemeClr val="accent1"/>
              </a:solidFill>
            </a:endParaRPr>
          </a:p>
        </p:txBody>
      </p:sp>
      <p:sp>
        <p:nvSpPr>
          <p:cNvPr id="16" name="Text Placeholder 17">
            <a:extLst>
              <a:ext uri="{FF2B5EF4-FFF2-40B4-BE49-F238E27FC236}">
                <a16:creationId xmlns:a16="http://schemas.microsoft.com/office/drawing/2014/main" id="{87672C32-E26A-C378-CF91-1181F194B82F}"/>
              </a:ext>
            </a:extLst>
          </p:cNvPr>
          <p:cNvSpPr txBox="1">
            <a:spLocks/>
          </p:cNvSpPr>
          <p:nvPr/>
        </p:nvSpPr>
        <p:spPr>
          <a:xfrm>
            <a:off x="645847" y="2707838"/>
            <a:ext cx="1561613" cy="1295932"/>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100" b="0" i="0" kern="1200">
                <a:solidFill>
                  <a:schemeClr val="tx2"/>
                </a:solidFill>
                <a:latin typeface="Aptos"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900"/>
              </a:spcBef>
            </a:pPr>
            <a:r>
              <a:rPr lang="en-GB">
                <a:solidFill>
                  <a:schemeClr val="tx1">
                    <a:lumMod val="65000"/>
                    <a:lumOff val="35000"/>
                  </a:schemeClr>
                </a:solidFill>
              </a:rPr>
              <a:t>Lorem ipsum </a:t>
            </a:r>
            <a:r>
              <a:rPr lang="en-GB" err="1">
                <a:solidFill>
                  <a:schemeClr val="tx1">
                    <a:lumMod val="65000"/>
                    <a:lumOff val="35000"/>
                  </a:schemeClr>
                </a:solidFill>
              </a:rPr>
              <a:t>dolor</a:t>
            </a:r>
            <a:r>
              <a:rPr lang="en-GB">
                <a:solidFill>
                  <a:schemeClr val="tx1">
                    <a:lumMod val="65000"/>
                    <a:lumOff val="35000"/>
                  </a:schemeClr>
                </a:solidFill>
              </a:rPr>
              <a:t> </a:t>
            </a:r>
            <a:r>
              <a:rPr lang="en-GB" err="1">
                <a:solidFill>
                  <a:schemeClr val="tx1">
                    <a:lumMod val="65000"/>
                    <a:lumOff val="35000"/>
                  </a:schemeClr>
                </a:solidFill>
              </a:rPr>
              <a:t>sitam</a:t>
            </a:r>
            <a:r>
              <a:rPr lang="en-GB">
                <a:solidFill>
                  <a:schemeClr val="tx1">
                    <a:lumMod val="65000"/>
                    <a:lumOff val="35000"/>
                  </a:schemeClr>
                </a:solidFill>
              </a:rPr>
              <a:t> </a:t>
            </a:r>
            <a:r>
              <a:rPr lang="en-GB" err="1">
                <a:solidFill>
                  <a:schemeClr val="tx1">
                    <a:lumMod val="65000"/>
                    <a:lumOff val="35000"/>
                  </a:schemeClr>
                </a:solidFill>
              </a:rPr>
              <a:t>consectetur</a:t>
            </a:r>
            <a:r>
              <a:rPr lang="en-GB">
                <a:solidFill>
                  <a:schemeClr val="tx1">
                    <a:lumMod val="65000"/>
                    <a:lumOff val="35000"/>
                  </a:schemeClr>
                </a:solidFill>
              </a:rPr>
              <a:t> </a:t>
            </a:r>
            <a:r>
              <a:rPr lang="en-GB" err="1">
                <a:solidFill>
                  <a:schemeClr val="tx1">
                    <a:lumMod val="65000"/>
                    <a:lumOff val="35000"/>
                  </a:schemeClr>
                </a:solidFill>
              </a:rPr>
              <a:t>adipiscingeli</a:t>
            </a:r>
            <a:r>
              <a:rPr lang="en-GB">
                <a:solidFill>
                  <a:schemeClr val="tx1">
                    <a:lumMod val="65000"/>
                    <a:lumOff val="35000"/>
                  </a:schemeClr>
                </a:solidFill>
              </a:rPr>
              <a:t> </a:t>
            </a:r>
            <a:r>
              <a:rPr lang="en-GB" err="1">
                <a:solidFill>
                  <a:schemeClr val="tx1">
                    <a:lumMod val="65000"/>
                    <a:lumOff val="35000"/>
                  </a:schemeClr>
                </a:solidFill>
              </a:rPr>
              <a:t>sed</a:t>
            </a:r>
            <a:r>
              <a:rPr lang="en-GB">
                <a:solidFill>
                  <a:schemeClr val="tx1">
                    <a:lumMod val="65000"/>
                    <a:lumOff val="35000"/>
                  </a:schemeClr>
                </a:solidFill>
              </a:rPr>
              <a:t> doe </a:t>
            </a:r>
            <a:r>
              <a:rPr lang="en-GB" err="1">
                <a:solidFill>
                  <a:schemeClr val="tx1">
                    <a:lumMod val="65000"/>
                    <a:lumOff val="35000"/>
                  </a:schemeClr>
                </a:solidFill>
              </a:rPr>
              <a:t>eiusmod</a:t>
            </a:r>
            <a:r>
              <a:rPr lang="en-GB">
                <a:solidFill>
                  <a:schemeClr val="tx1">
                    <a:lumMod val="65000"/>
                    <a:lumOff val="35000"/>
                  </a:schemeClr>
                </a:solidFill>
              </a:rPr>
              <a:t> </a:t>
            </a:r>
            <a:r>
              <a:rPr lang="en-GB" err="1">
                <a:solidFill>
                  <a:schemeClr val="tx1">
                    <a:lumMod val="65000"/>
                    <a:lumOff val="35000"/>
                  </a:schemeClr>
                </a:solidFill>
              </a:rPr>
              <a:t>tempor</a:t>
            </a:r>
            <a:r>
              <a:rPr lang="en-GB">
                <a:solidFill>
                  <a:schemeClr val="tx1">
                    <a:lumMod val="65000"/>
                    <a:lumOff val="35000"/>
                  </a:schemeClr>
                </a:solidFill>
              </a:rPr>
              <a:t> </a:t>
            </a:r>
            <a:r>
              <a:rPr lang="en-GB" err="1">
                <a:solidFill>
                  <a:schemeClr val="tx1">
                    <a:lumMod val="65000"/>
                    <a:lumOff val="35000"/>
                  </a:schemeClr>
                </a:solidFill>
              </a:rPr>
              <a:t>incididunt</a:t>
            </a:r>
            <a:r>
              <a:rPr lang="en-GB">
                <a:solidFill>
                  <a:schemeClr val="tx1">
                    <a:lumMod val="65000"/>
                    <a:lumOff val="35000"/>
                  </a:schemeClr>
                </a:solidFill>
              </a:rPr>
              <a:t> </a:t>
            </a:r>
            <a:r>
              <a:rPr lang="en-GB" err="1">
                <a:solidFill>
                  <a:schemeClr val="tx1">
                    <a:lumMod val="65000"/>
                    <a:lumOff val="35000"/>
                  </a:schemeClr>
                </a:solidFill>
              </a:rPr>
              <a:t>ut</a:t>
            </a:r>
            <a:r>
              <a:rPr lang="en-GB">
                <a:solidFill>
                  <a:schemeClr val="tx1">
                    <a:lumMod val="65000"/>
                    <a:lumOff val="35000"/>
                  </a:schemeClr>
                </a:solidFill>
              </a:rPr>
              <a:t> labore </a:t>
            </a:r>
            <a:r>
              <a:rPr lang="en-GB" err="1">
                <a:solidFill>
                  <a:schemeClr val="tx1">
                    <a:lumMod val="65000"/>
                    <a:lumOff val="35000"/>
                  </a:schemeClr>
                </a:solidFill>
              </a:rPr>
              <a:t>dolor</a:t>
            </a:r>
            <a:r>
              <a:rPr lang="en-GB">
                <a:solidFill>
                  <a:schemeClr val="tx1">
                    <a:lumMod val="65000"/>
                    <a:lumOff val="35000"/>
                  </a:schemeClr>
                </a:solidFill>
              </a:rPr>
              <a:t> magna </a:t>
            </a:r>
            <a:r>
              <a:rPr lang="en-GB" err="1">
                <a:solidFill>
                  <a:schemeClr val="tx1">
                    <a:lumMod val="65000"/>
                    <a:lumOff val="35000"/>
                  </a:schemeClr>
                </a:solidFill>
              </a:rPr>
              <a:t>aliqua</a:t>
            </a:r>
            <a:r>
              <a:rPr lang="en-GB">
                <a:solidFill>
                  <a:schemeClr val="tx1">
                    <a:lumMod val="65000"/>
                    <a:lumOff val="35000"/>
                  </a:schemeClr>
                </a:solidFill>
              </a:rPr>
              <a:t>. Ut </a:t>
            </a:r>
            <a:r>
              <a:rPr lang="en-GB" err="1">
                <a:solidFill>
                  <a:schemeClr val="tx1">
                    <a:lumMod val="65000"/>
                    <a:lumOff val="35000"/>
                  </a:schemeClr>
                </a:solidFill>
              </a:rPr>
              <a:t>enimad</a:t>
            </a:r>
            <a:r>
              <a:rPr lang="en-GB">
                <a:solidFill>
                  <a:schemeClr val="tx1">
                    <a:lumMod val="65000"/>
                    <a:lumOff val="35000"/>
                  </a:schemeClr>
                </a:solidFill>
              </a:rPr>
              <a:t> minim </a:t>
            </a:r>
            <a:r>
              <a:rPr lang="en-GB" err="1">
                <a:solidFill>
                  <a:schemeClr val="tx1">
                    <a:lumMod val="65000"/>
                    <a:lumOff val="35000"/>
                  </a:schemeClr>
                </a:solidFill>
              </a:rPr>
              <a:t>veniam</a:t>
            </a:r>
            <a:r>
              <a:rPr lang="en-GB">
                <a:solidFill>
                  <a:schemeClr val="tx1">
                    <a:lumMod val="65000"/>
                    <a:lumOff val="35000"/>
                  </a:schemeClr>
                </a:solidFill>
              </a:rPr>
              <a:t> </a:t>
            </a:r>
            <a:r>
              <a:rPr lang="en-GB" err="1">
                <a:solidFill>
                  <a:schemeClr val="tx1">
                    <a:lumMod val="65000"/>
                    <a:lumOff val="35000"/>
                  </a:schemeClr>
                </a:solidFill>
              </a:rPr>
              <a:t>quisnostre</a:t>
            </a:r>
            <a:r>
              <a:rPr lang="en-GB">
                <a:solidFill>
                  <a:schemeClr val="tx1">
                    <a:lumMod val="65000"/>
                    <a:lumOff val="35000"/>
                  </a:schemeClr>
                </a:solidFill>
              </a:rPr>
              <a:t> exercitation </a:t>
            </a:r>
            <a:r>
              <a:rPr lang="en-GB" err="1">
                <a:solidFill>
                  <a:schemeClr val="tx1">
                    <a:lumMod val="65000"/>
                    <a:lumOff val="35000"/>
                  </a:schemeClr>
                </a:solidFill>
              </a:rPr>
              <a:t>ullamcola</a:t>
            </a:r>
            <a:r>
              <a:rPr lang="en-GB">
                <a:solidFill>
                  <a:schemeClr val="tx1">
                    <a:lumMod val="65000"/>
                    <a:lumOff val="35000"/>
                  </a:schemeClr>
                </a:solidFill>
              </a:rPr>
              <a:t>.</a:t>
            </a:r>
          </a:p>
        </p:txBody>
      </p:sp>
      <p:grpSp>
        <p:nvGrpSpPr>
          <p:cNvPr id="2" name="Group 1">
            <a:extLst>
              <a:ext uri="{FF2B5EF4-FFF2-40B4-BE49-F238E27FC236}">
                <a16:creationId xmlns:a16="http://schemas.microsoft.com/office/drawing/2014/main" id="{6484E418-EC8F-2CDB-CD81-C93BFC0311EF}"/>
              </a:ext>
            </a:extLst>
          </p:cNvPr>
          <p:cNvGrpSpPr/>
          <p:nvPr/>
        </p:nvGrpSpPr>
        <p:grpSpPr>
          <a:xfrm>
            <a:off x="2291062" y="2827673"/>
            <a:ext cx="3030369" cy="1816494"/>
            <a:chOff x="7334152" y="981892"/>
            <a:chExt cx="3030369" cy="1816494"/>
          </a:xfrm>
        </p:grpSpPr>
        <p:sp>
          <p:nvSpPr>
            <p:cNvPr id="11" name="Rounded Rectangle 10">
              <a:extLst>
                <a:ext uri="{FF2B5EF4-FFF2-40B4-BE49-F238E27FC236}">
                  <a16:creationId xmlns:a16="http://schemas.microsoft.com/office/drawing/2014/main" id="{12C7A458-C5F3-1705-A81A-032DB42855AB}"/>
                </a:ext>
              </a:extLst>
            </p:cNvPr>
            <p:cNvSpPr/>
            <p:nvPr/>
          </p:nvSpPr>
          <p:spPr>
            <a:xfrm>
              <a:off x="7433567" y="981892"/>
              <a:ext cx="2930954" cy="1816494"/>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Texts</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solidFill>
                  <a:latin typeface="Aptos" panose="020B0004020202020204" pitchFamily="34" charset="0"/>
                </a:rPr>
                <a:t>Το κείμενο κάτω από τον τίτλο στα </a:t>
              </a:r>
              <a:r>
                <a:rPr lang="en-US" sz="800">
                  <a:solidFill>
                    <a:schemeClr val="bg1"/>
                  </a:solidFill>
                  <a:latin typeface="Aptos" panose="020B0004020202020204" pitchFamily="34" charset="0"/>
                </a:rPr>
                <a:t>Charts </a:t>
              </a:r>
              <a:r>
                <a:rPr lang="el-GR" sz="800">
                  <a:solidFill>
                    <a:schemeClr val="bg1"/>
                  </a:solidFill>
                  <a:latin typeface="Aptos" panose="020B0004020202020204" pitchFamily="34" charset="0"/>
                </a:rPr>
                <a:t>είναι πάντα </a:t>
              </a:r>
              <a:r>
                <a:rPr lang="en-US" sz="800">
                  <a:solidFill>
                    <a:schemeClr val="bg1"/>
                  </a:solidFill>
                  <a:latin typeface="Aptos" panose="020B0004020202020204" pitchFamily="34" charset="0"/>
                </a:rPr>
                <a:t>Aptos 11pt, line spacing 1,1 </a:t>
              </a:r>
              <a:r>
                <a:rPr lang="el-GR" sz="800">
                  <a:solidFill>
                    <a:schemeClr val="bg1"/>
                  </a:solidFill>
                  <a:latin typeface="Aptos" panose="020B0004020202020204" pitchFamily="34" charset="0"/>
                </a:rPr>
                <a:t>και </a:t>
              </a:r>
              <a:r>
                <a:rPr lang="en-US" sz="800">
                  <a:solidFill>
                    <a:schemeClr val="bg1">
                      <a:lumMod val="95000"/>
                    </a:schemeClr>
                  </a:solidFill>
                  <a:latin typeface="Aptos" panose="020B0004020202020204" pitchFamily="34" charset="0"/>
                </a:rPr>
                <a:t>p</a:t>
              </a:r>
              <a:r>
                <a:rPr lang="en-US" sz="800">
                  <a:latin typeface="Aptos" panose="020B0004020202020204" pitchFamily="34" charset="0"/>
                </a:rPr>
                <a:t>aragraph space before</a:t>
              </a:r>
              <a:r>
                <a:rPr lang="el-GR" sz="800">
                  <a:solidFill>
                    <a:schemeClr val="bg1"/>
                  </a:solidFill>
                  <a:latin typeface="Aptos" panose="020B0004020202020204" pitchFamily="34" charset="0"/>
                </a:rPr>
                <a:t>:</a:t>
              </a:r>
              <a:r>
                <a:rPr lang="en-US" sz="800">
                  <a:solidFill>
                    <a:schemeClr val="bg1"/>
                  </a:solidFill>
                  <a:latin typeface="Aptos" panose="020B0004020202020204" pitchFamily="34" charset="0"/>
                </a:rPr>
                <a:t> 9pt</a:t>
              </a:r>
              <a:r>
                <a:rPr lang="el-GR" sz="800">
                  <a:solidFill>
                    <a:schemeClr val="bg1"/>
                  </a:solidFill>
                  <a:latin typeface="Aptos" panose="020B0004020202020204" pitchFamily="34" charset="0"/>
                </a:rPr>
                <a:t> και χρώμα </a:t>
              </a:r>
              <a:r>
                <a:rPr lang="en-US" sz="800">
                  <a:latin typeface="Aptos" panose="020B0004020202020204" pitchFamily="34" charset="0"/>
                </a:rPr>
                <a:t>Grey.</a:t>
              </a:r>
              <a:endParaRPr lang="el-GR" sz="800">
                <a:latin typeface="Aptos" panose="020B0004020202020204" pitchFamily="34" charset="0"/>
              </a:endParaRPr>
            </a:p>
            <a:p>
              <a:pPr>
                <a:lnSpc>
                  <a:spcPct val="110000"/>
                </a:lnSpc>
                <a:spcBef>
                  <a:spcPts val="900"/>
                </a:spcBef>
              </a:pPr>
              <a:r>
                <a:rPr lang="en-US" sz="800">
                  <a:latin typeface="Aptos" panose="020B0004020202020204" pitchFamily="34" charset="0"/>
                </a:rPr>
                <a:t>The text below the title in the Charts is always Aptos Regular 11pt, line spacing 1.1, </a:t>
              </a:r>
              <a:r>
                <a:rPr lang="en-US" sz="800">
                  <a:solidFill>
                    <a:schemeClr val="bg1">
                      <a:lumMod val="95000"/>
                    </a:schemeClr>
                  </a:solidFill>
                  <a:latin typeface="Aptos" panose="020B0004020202020204" pitchFamily="34" charset="0"/>
                </a:rPr>
                <a:t>p</a:t>
              </a:r>
              <a:r>
                <a:rPr lang="en-US" sz="800">
                  <a:latin typeface="Aptos" panose="020B0004020202020204" pitchFamily="34" charset="0"/>
                </a:rPr>
                <a:t>aragraph space before: 9pt and the color is Grey.</a:t>
              </a:r>
              <a:endParaRPr lang="en-GR" sz="800">
                <a:solidFill>
                  <a:schemeClr val="bg1"/>
                </a:solidFill>
                <a:latin typeface="Aptos" panose="020B0004020202020204" pitchFamily="34" charset="0"/>
              </a:endParaRPr>
            </a:p>
            <a:p>
              <a:pPr>
                <a:lnSpc>
                  <a:spcPct val="110000"/>
                </a:lnSpc>
                <a:spcBef>
                  <a:spcPts val="900"/>
                </a:spcBef>
              </a:pPr>
              <a:endParaRPr lang="en-GR" sz="800">
                <a:solidFill>
                  <a:schemeClr val="bg1"/>
                </a:solidFill>
                <a:latin typeface="Aptos" panose="020B0004020202020204" pitchFamily="34" charset="0"/>
              </a:endParaRPr>
            </a:p>
          </p:txBody>
        </p:sp>
        <p:sp>
          <p:nvSpPr>
            <p:cNvPr id="12" name="Triangle 11">
              <a:extLst>
                <a:ext uri="{FF2B5EF4-FFF2-40B4-BE49-F238E27FC236}">
                  <a16:creationId xmlns:a16="http://schemas.microsoft.com/office/drawing/2014/main" id="{47E61B41-3AC1-7697-70C0-5F7D9BC5B35B}"/>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
        <p:nvSpPr>
          <p:cNvPr id="3" name="Text Placeholder 30">
            <a:extLst>
              <a:ext uri="{FF2B5EF4-FFF2-40B4-BE49-F238E27FC236}">
                <a16:creationId xmlns:a16="http://schemas.microsoft.com/office/drawing/2014/main" id="{A482AA4C-D716-5BEC-B0B8-8B4A80D68212}"/>
              </a:ext>
            </a:extLst>
          </p:cNvPr>
          <p:cNvSpPr txBox="1">
            <a:spLocks/>
          </p:cNvSpPr>
          <p:nvPr/>
        </p:nvSpPr>
        <p:spPr>
          <a:xfrm>
            <a:off x="331788" y="741363"/>
            <a:ext cx="11531600" cy="334962"/>
          </a:xfrm>
          <a:prstGeom prst="rect">
            <a:avLst/>
          </a:prstGeom>
        </p:spPr>
        <p:txBody>
          <a:bodyPr vert="horz" wrap="square" lIns="0" tIns="0" rIns="0" bIns="0" rtlCol="0" anchor="t" anchorCtr="0">
            <a:normAutofit/>
          </a:bodyPr>
          <a:lstStyle>
            <a:lvl1pPr marL="0" indent="0" algn="l" defTabSz="914400" rtl="0" eaLnBrk="1" latinLnBrk="0" hangingPunct="1">
              <a:lnSpc>
                <a:spcPct val="90000"/>
              </a:lnSpc>
              <a:spcBef>
                <a:spcPts val="0"/>
              </a:spcBef>
              <a:buClr>
                <a:schemeClr val="tx2"/>
              </a:buClr>
              <a:buFontTx/>
              <a:buNone/>
              <a:defRPr sz="2400" b="0" i="0" kern="1200">
                <a:solidFill>
                  <a:schemeClr val="accent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1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R"/>
              <a:t>Line Chart</a:t>
            </a:r>
          </a:p>
        </p:txBody>
      </p:sp>
    </p:spTree>
    <p:extLst>
      <p:ext uri="{BB962C8B-B14F-4D97-AF65-F5344CB8AC3E}">
        <p14:creationId xmlns:p14="http://schemas.microsoft.com/office/powerpoint/2010/main" val="409980777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88971EA-28A0-4EFB-E048-4A3760F753CA}"/>
              </a:ext>
            </a:extLst>
          </p:cNvPr>
          <p:cNvSpPr/>
          <p:nvPr/>
        </p:nvSpPr>
        <p:spPr>
          <a:xfrm>
            <a:off x="341113" y="2270462"/>
            <a:ext cx="11520964" cy="3340673"/>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7" name="Slide Number Placeholder 6">
            <a:extLst>
              <a:ext uri="{FF2B5EF4-FFF2-40B4-BE49-F238E27FC236}">
                <a16:creationId xmlns:a16="http://schemas.microsoft.com/office/drawing/2014/main" id="{5DB06FDB-D2F2-045F-735B-04D0DD7B6F79}"/>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154</a:t>
            </a:fld>
            <a:endParaRPr lang="en-GR"/>
          </a:p>
        </p:txBody>
      </p:sp>
      <p:sp>
        <p:nvSpPr>
          <p:cNvPr id="9" name="Text Placeholder 8">
            <a:extLst>
              <a:ext uri="{FF2B5EF4-FFF2-40B4-BE49-F238E27FC236}">
                <a16:creationId xmlns:a16="http://schemas.microsoft.com/office/drawing/2014/main" id="{431A3C17-AE6E-86DB-5C82-411AAE2887B7}"/>
              </a:ext>
            </a:extLst>
          </p:cNvPr>
          <p:cNvSpPr>
            <a:spLocks noGrp="1"/>
          </p:cNvSpPr>
          <p:nvPr>
            <p:ph type="body" sz="quarter" idx="14"/>
          </p:nvPr>
        </p:nvSpPr>
        <p:spPr>
          <a:xfrm>
            <a:off x="331201" y="1268822"/>
            <a:ext cx="7939039" cy="364908"/>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26" name="Text Placeholder 25">
            <a:extLst>
              <a:ext uri="{FF2B5EF4-FFF2-40B4-BE49-F238E27FC236}">
                <a16:creationId xmlns:a16="http://schemas.microsoft.com/office/drawing/2014/main" id="{CD4A8FCA-027B-C855-5800-749163EDBF0B}"/>
              </a:ext>
            </a:extLst>
          </p:cNvPr>
          <p:cNvSpPr>
            <a:spLocks noGrp="1"/>
          </p:cNvSpPr>
          <p:nvPr>
            <p:ph type="body" sz="quarter" idx="27"/>
          </p:nvPr>
        </p:nvSpPr>
        <p:spPr>
          <a:xfrm>
            <a:off x="331201" y="5821200"/>
            <a:ext cx="7939040" cy="488120"/>
          </a:xfrm>
        </p:spPr>
        <p:txBody>
          <a:bodyPr>
            <a:normAutofit/>
          </a:bodyPr>
          <a:lstStyle/>
          <a:p>
            <a:r>
              <a:rPr lang="en-GB"/>
              <a:t>Aptos 8pt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a:t>
            </a:r>
          </a:p>
        </p:txBody>
      </p:sp>
      <p:graphicFrame>
        <p:nvGraphicFramePr>
          <p:cNvPr id="14" name="Object 7">
            <a:extLst>
              <a:ext uri="{FF2B5EF4-FFF2-40B4-BE49-F238E27FC236}">
                <a16:creationId xmlns:a16="http://schemas.microsoft.com/office/drawing/2014/main" id="{773849D9-ADE2-B07E-9274-A3CCB76692D5}"/>
              </a:ext>
            </a:extLst>
          </p:cNvPr>
          <p:cNvGraphicFramePr>
            <a:graphicFrameLocks/>
          </p:cNvGraphicFramePr>
          <p:nvPr>
            <p:extLst>
              <p:ext uri="{D42A27DB-BD31-4B8C-83A1-F6EECF244321}">
                <p14:modId xmlns:p14="http://schemas.microsoft.com/office/powerpoint/2010/main" val="1437877610"/>
              </p:ext>
            </p:extLst>
          </p:nvPr>
        </p:nvGraphicFramePr>
        <p:xfrm>
          <a:off x="346749" y="2270460"/>
          <a:ext cx="11498505" cy="3313106"/>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 Placeholder 17">
            <a:extLst>
              <a:ext uri="{FF2B5EF4-FFF2-40B4-BE49-F238E27FC236}">
                <a16:creationId xmlns:a16="http://schemas.microsoft.com/office/drawing/2014/main" id="{A9283DF3-63BE-6995-FA68-4574C6C89D51}"/>
              </a:ext>
            </a:extLst>
          </p:cNvPr>
          <p:cNvSpPr txBox="1">
            <a:spLocks/>
          </p:cNvSpPr>
          <p:nvPr/>
        </p:nvSpPr>
        <p:spPr>
          <a:xfrm>
            <a:off x="646022" y="2268000"/>
            <a:ext cx="1562400" cy="333425"/>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accent1"/>
                </a:solidFill>
              </a:rPr>
              <a:t>Lorem ipsum </a:t>
            </a:r>
            <a:r>
              <a:rPr lang="en-GB" sz="1200" err="1">
                <a:solidFill>
                  <a:schemeClr val="accent1"/>
                </a:solidFill>
              </a:rPr>
              <a:t>dolor</a:t>
            </a:r>
            <a:r>
              <a:rPr lang="en-GB" sz="1200">
                <a:solidFill>
                  <a:schemeClr val="accent1"/>
                </a:solidFill>
              </a:rPr>
              <a:t> </a:t>
            </a:r>
            <a:r>
              <a:rPr lang="en-GB" sz="1200" err="1">
                <a:solidFill>
                  <a:schemeClr val="accent1"/>
                </a:solidFill>
              </a:rPr>
              <a:t>amet</a:t>
            </a:r>
            <a:endParaRPr lang="en-GB" sz="1200">
              <a:solidFill>
                <a:schemeClr val="accent1"/>
              </a:solidFill>
            </a:endParaRPr>
          </a:p>
        </p:txBody>
      </p:sp>
      <p:grpSp>
        <p:nvGrpSpPr>
          <p:cNvPr id="2" name="Group 1">
            <a:extLst>
              <a:ext uri="{FF2B5EF4-FFF2-40B4-BE49-F238E27FC236}">
                <a16:creationId xmlns:a16="http://schemas.microsoft.com/office/drawing/2014/main" id="{2DD1002C-AEB0-3361-D2B8-9E5D69BB24A6}"/>
              </a:ext>
            </a:extLst>
          </p:cNvPr>
          <p:cNvGrpSpPr/>
          <p:nvPr/>
        </p:nvGrpSpPr>
        <p:grpSpPr>
          <a:xfrm>
            <a:off x="4166448" y="1511843"/>
            <a:ext cx="2930954" cy="1374046"/>
            <a:chOff x="6300263" y="3749643"/>
            <a:chExt cx="2930954" cy="1374046"/>
          </a:xfrm>
        </p:grpSpPr>
        <p:sp>
          <p:nvSpPr>
            <p:cNvPr id="3" name="Rounded Rectangle 2">
              <a:extLst>
                <a:ext uri="{FF2B5EF4-FFF2-40B4-BE49-F238E27FC236}">
                  <a16:creationId xmlns:a16="http://schemas.microsoft.com/office/drawing/2014/main" id="{65CD163F-0165-C245-BAD5-8A963B10E2BC}"/>
                </a:ext>
              </a:extLst>
            </p:cNvPr>
            <p:cNvSpPr/>
            <p:nvPr/>
          </p:nvSpPr>
          <p:spPr>
            <a:xfrm>
              <a:off x="6300263" y="3749643"/>
              <a:ext cx="2930954" cy="127463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Axis Data</a:t>
              </a:r>
            </a:p>
            <a:p>
              <a:pPr>
                <a:lnSpc>
                  <a:spcPct val="110000"/>
                </a:lnSpc>
                <a:spcBef>
                  <a:spcPts val="900"/>
                </a:spcBef>
              </a:pPr>
              <a:r>
                <a:rPr lang="el-GR" sz="800">
                  <a:solidFill>
                    <a:schemeClr val="bg1"/>
                  </a:solidFill>
                  <a:latin typeface="Aptos" panose="020B0004020202020204" pitchFamily="34" charset="0"/>
                </a:rPr>
                <a:t>Τα </a:t>
              </a:r>
              <a:r>
                <a:rPr lang="el-GR" sz="800" err="1">
                  <a:solidFill>
                    <a:schemeClr val="bg1"/>
                  </a:solidFill>
                  <a:latin typeface="Aptos" panose="020B0004020202020204" pitchFamily="34" charset="0"/>
                </a:rPr>
                <a:t>δεδομ</a:t>
              </a:r>
              <a:r>
                <a:rPr lang="en-US" sz="800" err="1">
                  <a:solidFill>
                    <a:schemeClr val="bg1"/>
                  </a:solidFill>
                  <a:latin typeface="Aptos" panose="020B0004020202020204" pitchFamily="34" charset="0"/>
                </a:rPr>
                <a:t>έ</a:t>
              </a:r>
              <a:r>
                <a:rPr lang="el-GR" sz="800">
                  <a:solidFill>
                    <a:schemeClr val="bg1"/>
                  </a:solidFill>
                  <a:latin typeface="Aptos" panose="020B0004020202020204" pitchFamily="34" charset="0"/>
                </a:rPr>
                <a:t>να στους άξονες ε</a:t>
              </a:r>
              <a:r>
                <a:rPr lang="en-US" sz="800" err="1">
                  <a:solidFill>
                    <a:schemeClr val="bg1"/>
                  </a:solidFill>
                  <a:latin typeface="Aptos" panose="020B0004020202020204" pitchFamily="34" charset="0"/>
                </a:rPr>
                <a:t>ί</a:t>
              </a:r>
              <a:r>
                <a:rPr lang="el-GR" sz="800">
                  <a:solidFill>
                    <a:schemeClr val="bg1"/>
                  </a:solidFill>
                  <a:latin typeface="Aptos" panose="020B0004020202020204" pitchFamily="34" charset="0"/>
                </a:rPr>
                <a:t>ναι πάντα </a:t>
              </a:r>
              <a:r>
                <a:rPr lang="en-US" sz="800">
                  <a:latin typeface="Aptos" panose="020B0004020202020204" pitchFamily="34" charset="0"/>
                </a:rPr>
                <a:t>Aptos</a:t>
              </a:r>
              <a:r>
                <a:rPr lang="el-GR" sz="800">
                  <a:latin typeface="Aptos" panose="020B0004020202020204" pitchFamily="34" charset="0"/>
                </a:rPr>
                <a:t> από 7</a:t>
              </a:r>
              <a:r>
                <a:rPr lang="en-US" sz="800" err="1">
                  <a:latin typeface="Aptos" panose="020B0004020202020204" pitchFamily="34" charset="0"/>
                </a:rPr>
                <a:t>pt</a:t>
              </a:r>
              <a:r>
                <a:rPr lang="el-GR" sz="800">
                  <a:solidFill>
                    <a:schemeClr val="bg1"/>
                  </a:solidFill>
                  <a:latin typeface="Aptos" panose="020B0004020202020204" pitchFamily="34" charset="0"/>
                </a:rPr>
                <a:t> έως 12</a:t>
              </a:r>
              <a:r>
                <a:rPr lang="en-US" sz="800" err="1">
                  <a:solidFill>
                    <a:schemeClr val="bg1"/>
                  </a:solidFill>
                  <a:latin typeface="Aptos" panose="020B0004020202020204" pitchFamily="34" charset="0"/>
                </a:rPr>
                <a:t>pt</a:t>
              </a:r>
              <a:r>
                <a:rPr lang="en-US" sz="800">
                  <a:solidFill>
                    <a:schemeClr val="bg1"/>
                  </a:solidFill>
                  <a:latin typeface="Aptos" panose="020B0004020202020204" pitchFamily="34" charset="0"/>
                </a:rPr>
                <a:t> </a:t>
              </a:r>
              <a:r>
                <a:rPr lang="el-GR" sz="800">
                  <a:solidFill>
                    <a:schemeClr val="bg1"/>
                  </a:solidFill>
                  <a:latin typeface="Aptos" panose="020B0004020202020204" pitchFamily="34" charset="0"/>
                </a:rPr>
                <a:t>και </a:t>
              </a:r>
              <a:r>
                <a:rPr lang="en-US" sz="800">
                  <a:solidFill>
                    <a:schemeClr val="bg1"/>
                  </a:solidFill>
                  <a:latin typeface="Aptos" panose="020B0004020202020204" pitchFamily="34" charset="0"/>
                </a:rPr>
                <a:t>x</a:t>
              </a:r>
              <a:r>
                <a:rPr lang="el-GR" sz="800">
                  <a:solidFill>
                    <a:schemeClr val="bg1"/>
                  </a:solidFill>
                  <a:latin typeface="Aptos" panose="020B0004020202020204" pitchFamily="34" charset="0"/>
                </a:rPr>
                <a:t>ρ</a:t>
              </a:r>
              <a:r>
                <a:rPr lang="en-US" sz="800" err="1">
                  <a:solidFill>
                    <a:schemeClr val="bg1"/>
                  </a:solidFill>
                  <a:latin typeface="Aptos" panose="020B0004020202020204" pitchFamily="34" charset="0"/>
                </a:rPr>
                <a:t>ώ</a:t>
              </a:r>
              <a:r>
                <a:rPr lang="el-GR" sz="800">
                  <a:solidFill>
                    <a:schemeClr val="bg1"/>
                  </a:solidFill>
                  <a:latin typeface="Aptos" panose="020B0004020202020204" pitchFamily="34" charset="0"/>
                </a:rPr>
                <a:t>μα </a:t>
              </a:r>
              <a:r>
                <a:rPr lang="en-US" sz="800">
                  <a:solidFill>
                    <a:schemeClr val="bg1"/>
                  </a:solidFill>
                  <a:latin typeface="Aptos" panose="020B0004020202020204" pitchFamily="34" charset="0"/>
                </a:rPr>
                <a:t>Grey.</a:t>
              </a:r>
              <a:endParaRPr lang="el-GR" sz="800">
                <a:solidFill>
                  <a:schemeClr val="bg1"/>
                </a:solidFill>
                <a:latin typeface="Aptos" panose="020B0004020202020204" pitchFamily="34" charset="0"/>
              </a:endParaRPr>
            </a:p>
            <a:p>
              <a:pPr>
                <a:lnSpc>
                  <a:spcPct val="110000"/>
                </a:lnSpc>
                <a:spcBef>
                  <a:spcPts val="900"/>
                </a:spcBef>
              </a:pPr>
              <a:r>
                <a:rPr lang="en-US" sz="800">
                  <a:solidFill>
                    <a:schemeClr val="bg1"/>
                  </a:solidFill>
                  <a:latin typeface="Aptos" panose="020B0004020202020204" pitchFamily="34" charset="0"/>
                </a:rPr>
                <a:t>The data on the axes is always Aptos Regular, ranging from 9pt to 12pt and the color is Grey.</a:t>
              </a:r>
              <a:endParaRPr lang="en-GR" sz="800">
                <a:solidFill>
                  <a:schemeClr val="bg1"/>
                </a:solidFill>
                <a:latin typeface="Aptos" panose="020B0004020202020204" pitchFamily="34" charset="0"/>
              </a:endParaRPr>
            </a:p>
          </p:txBody>
        </p:sp>
        <p:sp>
          <p:nvSpPr>
            <p:cNvPr id="4" name="Triangle 3">
              <a:extLst>
                <a:ext uri="{FF2B5EF4-FFF2-40B4-BE49-F238E27FC236}">
                  <a16:creationId xmlns:a16="http://schemas.microsoft.com/office/drawing/2014/main" id="{E02DAAF0-8294-1087-997A-21592DE0C893}"/>
                </a:ext>
              </a:extLst>
            </p:cNvPr>
            <p:cNvSpPr/>
            <p:nvPr/>
          </p:nvSpPr>
          <p:spPr>
            <a:xfrm rot="10800000">
              <a:off x="8761102"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11" name="Group 10">
            <a:extLst>
              <a:ext uri="{FF2B5EF4-FFF2-40B4-BE49-F238E27FC236}">
                <a16:creationId xmlns:a16="http://schemas.microsoft.com/office/drawing/2014/main" id="{C7DB08FA-34B1-8519-E4D8-77FF446C45F4}"/>
              </a:ext>
            </a:extLst>
          </p:cNvPr>
          <p:cNvGrpSpPr/>
          <p:nvPr/>
        </p:nvGrpSpPr>
        <p:grpSpPr>
          <a:xfrm>
            <a:off x="8885932" y="1114737"/>
            <a:ext cx="2930954" cy="1092726"/>
            <a:chOff x="6300263" y="4030963"/>
            <a:chExt cx="2930954" cy="1092726"/>
          </a:xfrm>
        </p:grpSpPr>
        <p:sp>
          <p:nvSpPr>
            <p:cNvPr id="12" name="Rounded Rectangle 11">
              <a:extLst>
                <a:ext uri="{FF2B5EF4-FFF2-40B4-BE49-F238E27FC236}">
                  <a16:creationId xmlns:a16="http://schemas.microsoft.com/office/drawing/2014/main" id="{CCE67FA3-0917-BC8C-B01F-69815987EC5D}"/>
                </a:ext>
              </a:extLst>
            </p:cNvPr>
            <p:cNvSpPr/>
            <p:nvPr/>
          </p:nvSpPr>
          <p:spPr>
            <a:xfrm>
              <a:off x="6300263" y="4030963"/>
              <a:ext cx="2930954" cy="99331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Charts &amp; Infographic Background</a:t>
              </a:r>
            </a:p>
            <a:p>
              <a:pPr>
                <a:lnSpc>
                  <a:spcPct val="110000"/>
                </a:lnSpc>
                <a:spcBef>
                  <a:spcPts val="900"/>
                </a:spcBef>
              </a:pPr>
              <a:r>
                <a:rPr lang="en-US" sz="800">
                  <a:solidFill>
                    <a:schemeClr val="bg1"/>
                  </a:solidFill>
                  <a:latin typeface="Aptos" panose="020B0004020202020204" pitchFamily="34" charset="0"/>
                </a:rPr>
                <a:t>To background </a:t>
              </a:r>
              <a:r>
                <a:rPr lang="el-GR" sz="800">
                  <a:solidFill>
                    <a:schemeClr val="bg1"/>
                  </a:solidFill>
                  <a:latin typeface="Aptos" panose="020B0004020202020204" pitchFamily="34" charset="0"/>
                </a:rPr>
                <a:t>των </a:t>
              </a:r>
              <a:r>
                <a:rPr lang="en-US" sz="800">
                  <a:solidFill>
                    <a:schemeClr val="bg1"/>
                  </a:solidFill>
                  <a:latin typeface="Aptos" panose="020B0004020202020204" pitchFamily="34" charset="0"/>
                </a:rPr>
                <a:t>Charts </a:t>
              </a:r>
              <a:r>
                <a:rPr lang="el-GR" sz="800">
                  <a:solidFill>
                    <a:schemeClr val="bg1"/>
                  </a:solidFill>
                  <a:latin typeface="Aptos" panose="020B0004020202020204" pitchFamily="34" charset="0"/>
                </a:rPr>
                <a:t>ε</a:t>
              </a:r>
              <a:r>
                <a:rPr lang="en-US" sz="800" err="1">
                  <a:solidFill>
                    <a:schemeClr val="bg1"/>
                  </a:solidFill>
                  <a:latin typeface="Aptos" panose="020B0004020202020204" pitchFamily="34" charset="0"/>
                </a:rPr>
                <a:t>ί</a:t>
              </a:r>
              <a:r>
                <a:rPr lang="el-GR" sz="800">
                  <a:solidFill>
                    <a:schemeClr val="bg1"/>
                  </a:solidFill>
                  <a:latin typeface="Aptos" panose="020B0004020202020204" pitchFamily="34" charset="0"/>
                </a:rPr>
                <a:t>ναι πάντα </a:t>
              </a:r>
              <a:r>
                <a:rPr lang="en-US" sz="800">
                  <a:solidFill>
                    <a:schemeClr val="bg1"/>
                  </a:solidFill>
                  <a:latin typeface="Aptos" panose="020B0004020202020204" pitchFamily="34" charset="0"/>
                </a:rPr>
                <a:t>Pale Grey.</a:t>
              </a:r>
              <a:endParaRPr lang="el-GR" sz="800">
                <a:solidFill>
                  <a:schemeClr val="bg1"/>
                </a:solidFill>
                <a:latin typeface="Aptos" panose="020B0004020202020204" pitchFamily="34" charset="0"/>
              </a:endParaRPr>
            </a:p>
            <a:p>
              <a:pPr>
                <a:lnSpc>
                  <a:spcPct val="110000"/>
                </a:lnSpc>
                <a:spcBef>
                  <a:spcPts val="900"/>
                </a:spcBef>
              </a:pPr>
              <a:r>
                <a:rPr lang="en-US" sz="800">
                  <a:solidFill>
                    <a:schemeClr val="bg1"/>
                  </a:solidFill>
                  <a:latin typeface="Aptos" panose="020B0004020202020204" pitchFamily="34" charset="0"/>
                </a:rPr>
                <a:t>The background of the charts is always Pale Grey.</a:t>
              </a:r>
              <a:endParaRPr lang="en-GR" sz="800">
                <a:solidFill>
                  <a:schemeClr val="bg1"/>
                </a:solidFill>
                <a:latin typeface="Aptos" panose="020B0004020202020204" pitchFamily="34" charset="0"/>
              </a:endParaRPr>
            </a:p>
          </p:txBody>
        </p:sp>
        <p:sp>
          <p:nvSpPr>
            <p:cNvPr id="13" name="Triangle 12">
              <a:extLst>
                <a:ext uri="{FF2B5EF4-FFF2-40B4-BE49-F238E27FC236}">
                  <a16:creationId xmlns:a16="http://schemas.microsoft.com/office/drawing/2014/main" id="{0DD229B6-C8C5-64B5-DD92-2EA0A69B2C72}"/>
                </a:ext>
              </a:extLst>
            </p:cNvPr>
            <p:cNvSpPr/>
            <p:nvPr/>
          </p:nvSpPr>
          <p:spPr>
            <a:xfrm rot="10800000">
              <a:off x="8761102"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16" name="Group 15">
            <a:extLst>
              <a:ext uri="{FF2B5EF4-FFF2-40B4-BE49-F238E27FC236}">
                <a16:creationId xmlns:a16="http://schemas.microsoft.com/office/drawing/2014/main" id="{70AC047C-35CF-120C-7D1A-EA204C6B9FC1}"/>
              </a:ext>
            </a:extLst>
          </p:cNvPr>
          <p:cNvGrpSpPr/>
          <p:nvPr/>
        </p:nvGrpSpPr>
        <p:grpSpPr>
          <a:xfrm>
            <a:off x="6783942" y="4960036"/>
            <a:ext cx="3030369" cy="1274631"/>
            <a:chOff x="7334152" y="981892"/>
            <a:chExt cx="3030369" cy="1274631"/>
          </a:xfrm>
        </p:grpSpPr>
        <p:sp>
          <p:nvSpPr>
            <p:cNvPr id="17" name="Rounded Rectangle 16">
              <a:extLst>
                <a:ext uri="{FF2B5EF4-FFF2-40B4-BE49-F238E27FC236}">
                  <a16:creationId xmlns:a16="http://schemas.microsoft.com/office/drawing/2014/main" id="{0D455D2A-012C-F567-3685-CB08AB4AE8FE}"/>
                </a:ext>
              </a:extLst>
            </p:cNvPr>
            <p:cNvSpPr/>
            <p:nvPr/>
          </p:nvSpPr>
          <p:spPr>
            <a:xfrm>
              <a:off x="7433567" y="981892"/>
              <a:ext cx="2930954" cy="127463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Axis Texts</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solidFill>
                  <a:latin typeface="Aptos" panose="020B0004020202020204" pitchFamily="34" charset="0"/>
                </a:rPr>
                <a:t>Τα </a:t>
              </a:r>
              <a:r>
                <a:rPr lang="el-GR" sz="800" err="1">
                  <a:solidFill>
                    <a:schemeClr val="bg1"/>
                  </a:solidFill>
                  <a:latin typeface="Aptos" panose="020B0004020202020204" pitchFamily="34" charset="0"/>
                </a:rPr>
                <a:t>κε</a:t>
              </a:r>
              <a:r>
                <a:rPr lang="en-US" sz="800" err="1">
                  <a:solidFill>
                    <a:schemeClr val="bg1"/>
                  </a:solidFill>
                  <a:latin typeface="Aptos" panose="020B0004020202020204" pitchFamily="34" charset="0"/>
                </a:rPr>
                <a:t>ί</a:t>
              </a:r>
              <a:r>
                <a:rPr lang="el-GR" sz="800" err="1">
                  <a:solidFill>
                    <a:schemeClr val="bg1"/>
                  </a:solidFill>
                  <a:latin typeface="Aptos" panose="020B0004020202020204" pitchFamily="34" charset="0"/>
                </a:rPr>
                <a:t>μενα</a:t>
              </a:r>
              <a:r>
                <a:rPr lang="el-GR" sz="800">
                  <a:solidFill>
                    <a:schemeClr val="bg1"/>
                  </a:solidFill>
                  <a:latin typeface="Aptos" panose="020B0004020202020204" pitchFamily="34" charset="0"/>
                </a:rPr>
                <a:t> στους άξονες είναι πάντα </a:t>
              </a:r>
              <a:r>
                <a:rPr lang="en-US" sz="800">
                  <a:latin typeface="Aptos" panose="020B0004020202020204" pitchFamily="34" charset="0"/>
                </a:rPr>
                <a:t>Aptos</a:t>
              </a:r>
              <a:r>
                <a:rPr lang="el-GR" sz="800">
                  <a:latin typeface="Aptos" panose="020B0004020202020204" pitchFamily="34" charset="0"/>
                </a:rPr>
                <a:t> 8</a:t>
              </a:r>
              <a:r>
                <a:rPr lang="en-US" sz="800" err="1">
                  <a:latin typeface="Aptos" panose="020B0004020202020204" pitchFamily="34" charset="0"/>
                </a:rPr>
                <a:t>pt</a:t>
              </a:r>
              <a:r>
                <a:rPr lang="el-GR" sz="800">
                  <a:solidFill>
                    <a:schemeClr val="bg1"/>
                  </a:solidFill>
                  <a:latin typeface="Aptos" panose="020B0004020202020204" pitchFamily="34" charset="0"/>
                </a:rPr>
                <a:t> και</a:t>
              </a:r>
              <a:br>
                <a:rPr lang="el-GR" sz="800">
                  <a:solidFill>
                    <a:schemeClr val="bg1"/>
                  </a:solidFill>
                  <a:latin typeface="Aptos" panose="020B0004020202020204" pitchFamily="34" charset="0"/>
                </a:rPr>
              </a:br>
              <a:r>
                <a:rPr lang="el-GR" sz="800" err="1">
                  <a:solidFill>
                    <a:schemeClr val="bg1"/>
                  </a:solidFill>
                  <a:latin typeface="Aptos" panose="020B0004020202020204" pitchFamily="34" charset="0"/>
                </a:rPr>
                <a:t>χρ</a:t>
              </a:r>
              <a:r>
                <a:rPr lang="en-US" sz="800" err="1">
                  <a:solidFill>
                    <a:schemeClr val="bg1"/>
                  </a:solidFill>
                  <a:latin typeface="Aptos" panose="020B0004020202020204" pitchFamily="34" charset="0"/>
                </a:rPr>
                <a:t>ώ</a:t>
              </a:r>
              <a:r>
                <a:rPr lang="el-GR" sz="800">
                  <a:solidFill>
                    <a:schemeClr val="bg1"/>
                  </a:solidFill>
                  <a:latin typeface="Aptos" panose="020B0004020202020204" pitchFamily="34" charset="0"/>
                </a:rPr>
                <a:t>μα </a:t>
              </a:r>
              <a:r>
                <a:rPr lang="en-US" sz="800">
                  <a:solidFill>
                    <a:schemeClr val="bg1"/>
                  </a:solidFill>
                  <a:latin typeface="Aptos" panose="020B0004020202020204" pitchFamily="34" charset="0"/>
                </a:rPr>
                <a:t>Grey.</a:t>
              </a:r>
              <a:endParaRPr lang="el-GR" sz="800">
                <a:solidFill>
                  <a:schemeClr val="bg1"/>
                </a:solidFill>
                <a:latin typeface="Aptos" panose="020B0004020202020204" pitchFamily="34" charset="0"/>
              </a:endParaRPr>
            </a:p>
            <a:p>
              <a:pPr>
                <a:lnSpc>
                  <a:spcPct val="110000"/>
                </a:lnSpc>
                <a:spcBef>
                  <a:spcPts val="900"/>
                </a:spcBef>
              </a:pPr>
              <a:r>
                <a:rPr lang="en-US" sz="800">
                  <a:solidFill>
                    <a:schemeClr val="bg1"/>
                  </a:solidFill>
                  <a:latin typeface="Aptos" panose="020B0004020202020204" pitchFamily="34" charset="0"/>
                </a:rPr>
                <a:t>The texts on the axes are always Aptos Regular 8pt and the color is Grey.</a:t>
              </a:r>
              <a:endParaRPr lang="en-GR" sz="800">
                <a:solidFill>
                  <a:schemeClr val="bg1"/>
                </a:solidFill>
                <a:latin typeface="Aptos" panose="020B0004020202020204" pitchFamily="34" charset="0"/>
              </a:endParaRPr>
            </a:p>
          </p:txBody>
        </p:sp>
        <p:sp>
          <p:nvSpPr>
            <p:cNvPr id="18" name="Triangle 17">
              <a:extLst>
                <a:ext uri="{FF2B5EF4-FFF2-40B4-BE49-F238E27FC236}">
                  <a16:creationId xmlns:a16="http://schemas.microsoft.com/office/drawing/2014/main" id="{12CC7788-E437-00B4-6440-452911A019C6}"/>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
        <p:nvSpPr>
          <p:cNvPr id="6" name="Text Placeholder 5">
            <a:extLst>
              <a:ext uri="{FF2B5EF4-FFF2-40B4-BE49-F238E27FC236}">
                <a16:creationId xmlns:a16="http://schemas.microsoft.com/office/drawing/2014/main" id="{B8281857-8E6F-360C-DF0C-E2C141E7A07F}"/>
              </a:ext>
            </a:extLst>
          </p:cNvPr>
          <p:cNvSpPr>
            <a:spLocks noGrp="1"/>
          </p:cNvSpPr>
          <p:nvPr>
            <p:ph type="body" sz="quarter" idx="28"/>
          </p:nvPr>
        </p:nvSpPr>
        <p:spPr>
          <a:xfrm>
            <a:off x="332318" y="741496"/>
            <a:ext cx="11531549" cy="334515"/>
          </a:xfrm>
        </p:spPr>
        <p:txBody>
          <a:bodyPr/>
          <a:lstStyle/>
          <a:p>
            <a:r>
              <a:rPr lang="en-GR"/>
              <a:t>Line Chart</a:t>
            </a:r>
          </a:p>
        </p:txBody>
      </p:sp>
    </p:spTree>
    <p:extLst>
      <p:ext uri="{BB962C8B-B14F-4D97-AF65-F5344CB8AC3E}">
        <p14:creationId xmlns:p14="http://schemas.microsoft.com/office/powerpoint/2010/main" val="188628502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2B85EDC-B770-3311-DD52-55BDCDFC0174}"/>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155</a:t>
            </a:fld>
            <a:endParaRPr lang="en-GR"/>
          </a:p>
        </p:txBody>
      </p:sp>
      <p:sp>
        <p:nvSpPr>
          <p:cNvPr id="9" name="Text Placeholder 8">
            <a:extLst>
              <a:ext uri="{FF2B5EF4-FFF2-40B4-BE49-F238E27FC236}">
                <a16:creationId xmlns:a16="http://schemas.microsoft.com/office/drawing/2014/main" id="{880D4051-57F4-A3EF-3D7E-673C34E7748C}"/>
              </a:ext>
            </a:extLst>
          </p:cNvPr>
          <p:cNvSpPr>
            <a:spLocks noGrp="1"/>
          </p:cNvSpPr>
          <p:nvPr>
            <p:ph type="body" sz="quarter" idx="14"/>
          </p:nvPr>
        </p:nvSpPr>
        <p:spPr>
          <a:xfrm>
            <a:off x="331201" y="1268822"/>
            <a:ext cx="7939040" cy="364908"/>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15" name="Text Placeholder 14">
            <a:extLst>
              <a:ext uri="{FF2B5EF4-FFF2-40B4-BE49-F238E27FC236}">
                <a16:creationId xmlns:a16="http://schemas.microsoft.com/office/drawing/2014/main" id="{7FF122CA-9725-E0B9-82D9-D5058E06894D}"/>
              </a:ext>
            </a:extLst>
          </p:cNvPr>
          <p:cNvSpPr>
            <a:spLocks noGrp="1"/>
          </p:cNvSpPr>
          <p:nvPr>
            <p:ph type="body" sz="quarter" idx="27"/>
          </p:nvPr>
        </p:nvSpPr>
        <p:spPr>
          <a:xfrm>
            <a:off x="331788" y="5821363"/>
            <a:ext cx="5614987" cy="265112"/>
          </a:xfrm>
        </p:spPr>
        <p:txBody>
          <a:bodyPr>
            <a:normAutofit/>
          </a:bodyPr>
          <a:lstStyle/>
          <a:p>
            <a:pPr lvl="0"/>
            <a:r>
              <a:rPr lang="en-GB"/>
              <a:t>Aptos 8pt / Line spacing 1,1 / Paragraph spacing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a:t>
            </a:r>
            <a:endParaRPr lang="en-GR"/>
          </a:p>
        </p:txBody>
      </p:sp>
      <p:sp>
        <p:nvSpPr>
          <p:cNvPr id="16" name="Text Placeholder 15">
            <a:extLst>
              <a:ext uri="{FF2B5EF4-FFF2-40B4-BE49-F238E27FC236}">
                <a16:creationId xmlns:a16="http://schemas.microsoft.com/office/drawing/2014/main" id="{4BF04B03-5055-3FD3-B0B3-1EB073AFDF79}"/>
              </a:ext>
            </a:extLst>
          </p:cNvPr>
          <p:cNvSpPr>
            <a:spLocks noGrp="1"/>
          </p:cNvSpPr>
          <p:nvPr>
            <p:ph type="body" sz="quarter" idx="31"/>
          </p:nvPr>
        </p:nvSpPr>
        <p:spPr>
          <a:xfrm>
            <a:off x="6243640" y="5821363"/>
            <a:ext cx="5614987" cy="265112"/>
          </a:xfrm>
        </p:spPr>
        <p:txBody>
          <a:bodyPr>
            <a:normAutofit/>
          </a:bodyPr>
          <a:lstStyle/>
          <a:p>
            <a:pPr lvl="0"/>
            <a:r>
              <a:rPr lang="en-GB"/>
              <a:t>Aptos 8pt / Line spacing 1,1 / Paragraph spacing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a:t>
            </a:r>
            <a:endParaRPr lang="en-GR"/>
          </a:p>
        </p:txBody>
      </p:sp>
      <p:graphicFrame>
        <p:nvGraphicFramePr>
          <p:cNvPr id="10" name="Object 1">
            <a:extLst>
              <a:ext uri="{FF2B5EF4-FFF2-40B4-BE49-F238E27FC236}">
                <a16:creationId xmlns:a16="http://schemas.microsoft.com/office/drawing/2014/main" id="{14DB003A-A4BC-31E8-9837-927BECE7CDD9}"/>
              </a:ext>
            </a:extLst>
          </p:cNvPr>
          <p:cNvGraphicFramePr>
            <a:graphicFrameLocks/>
          </p:cNvGraphicFramePr>
          <p:nvPr>
            <p:extLst>
              <p:ext uri="{D42A27DB-BD31-4B8C-83A1-F6EECF244321}">
                <p14:modId xmlns:p14="http://schemas.microsoft.com/office/powerpoint/2010/main" val="874557030"/>
              </p:ext>
            </p:extLst>
          </p:nvPr>
        </p:nvGraphicFramePr>
        <p:xfrm>
          <a:off x="346748" y="2270456"/>
          <a:ext cx="5604712" cy="333150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Object 6">
            <a:extLst>
              <a:ext uri="{FF2B5EF4-FFF2-40B4-BE49-F238E27FC236}">
                <a16:creationId xmlns:a16="http://schemas.microsoft.com/office/drawing/2014/main" id="{1E079358-1A1F-51F6-1C49-B15B045650F4}"/>
              </a:ext>
            </a:extLst>
          </p:cNvPr>
          <p:cNvGraphicFramePr>
            <a:graphicFrameLocks/>
          </p:cNvGraphicFramePr>
          <p:nvPr>
            <p:extLst>
              <p:ext uri="{D42A27DB-BD31-4B8C-83A1-F6EECF244321}">
                <p14:modId xmlns:p14="http://schemas.microsoft.com/office/powerpoint/2010/main" val="1376938994"/>
              </p:ext>
            </p:extLst>
          </p:nvPr>
        </p:nvGraphicFramePr>
        <p:xfrm>
          <a:off x="6238585" y="2270459"/>
          <a:ext cx="5604712" cy="3331507"/>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 Placeholder 17">
            <a:extLst>
              <a:ext uri="{FF2B5EF4-FFF2-40B4-BE49-F238E27FC236}">
                <a16:creationId xmlns:a16="http://schemas.microsoft.com/office/drawing/2014/main" id="{2D25A46F-6925-57E0-5A5D-1864D5EA6740}"/>
              </a:ext>
            </a:extLst>
          </p:cNvPr>
          <p:cNvSpPr txBox="1">
            <a:spLocks/>
          </p:cNvSpPr>
          <p:nvPr/>
        </p:nvSpPr>
        <p:spPr>
          <a:xfrm>
            <a:off x="645847" y="2268000"/>
            <a:ext cx="1273573" cy="167225"/>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accent1"/>
                </a:solidFill>
              </a:rPr>
              <a:t>Lorem ipsum</a:t>
            </a:r>
          </a:p>
        </p:txBody>
      </p:sp>
      <p:sp>
        <p:nvSpPr>
          <p:cNvPr id="13" name="Text Placeholder 17">
            <a:extLst>
              <a:ext uri="{FF2B5EF4-FFF2-40B4-BE49-F238E27FC236}">
                <a16:creationId xmlns:a16="http://schemas.microsoft.com/office/drawing/2014/main" id="{39FE0782-FE87-8A67-0305-30EB06556130}"/>
              </a:ext>
            </a:extLst>
          </p:cNvPr>
          <p:cNvSpPr txBox="1">
            <a:spLocks/>
          </p:cNvSpPr>
          <p:nvPr/>
        </p:nvSpPr>
        <p:spPr>
          <a:xfrm>
            <a:off x="6550669" y="2268002"/>
            <a:ext cx="1273573" cy="167225"/>
          </a:xfrm>
          <a:prstGeom prst="rect">
            <a:avLst/>
          </a:prstGeom>
        </p:spPr>
        <p:txBody>
          <a:bodyPr wrap="square" lIns="0" tIns="0" rIns="0" bIns="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accent1"/>
                </a:solidFill>
              </a:rPr>
              <a:t>Lorem ipsum</a:t>
            </a:r>
          </a:p>
        </p:txBody>
      </p:sp>
      <p:grpSp>
        <p:nvGrpSpPr>
          <p:cNvPr id="5" name="Group 4">
            <a:extLst>
              <a:ext uri="{FF2B5EF4-FFF2-40B4-BE49-F238E27FC236}">
                <a16:creationId xmlns:a16="http://schemas.microsoft.com/office/drawing/2014/main" id="{86E231EE-37DD-6E9F-A4E3-1E4948EF187F}"/>
              </a:ext>
            </a:extLst>
          </p:cNvPr>
          <p:cNvGrpSpPr/>
          <p:nvPr/>
        </p:nvGrpSpPr>
        <p:grpSpPr>
          <a:xfrm>
            <a:off x="6550667" y="1329481"/>
            <a:ext cx="2930954" cy="1374046"/>
            <a:chOff x="6300263" y="3749643"/>
            <a:chExt cx="2930954" cy="1374046"/>
          </a:xfrm>
        </p:grpSpPr>
        <p:sp>
          <p:nvSpPr>
            <p:cNvPr id="6" name="Rounded Rectangle 5">
              <a:extLst>
                <a:ext uri="{FF2B5EF4-FFF2-40B4-BE49-F238E27FC236}">
                  <a16:creationId xmlns:a16="http://schemas.microsoft.com/office/drawing/2014/main" id="{3690A421-33D0-5BD7-B664-30947B9C5425}"/>
                </a:ext>
              </a:extLst>
            </p:cNvPr>
            <p:cNvSpPr/>
            <p:nvPr/>
          </p:nvSpPr>
          <p:spPr>
            <a:xfrm>
              <a:off x="6300263" y="3749643"/>
              <a:ext cx="2930954" cy="127463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Axis Data</a:t>
              </a:r>
            </a:p>
            <a:p>
              <a:pPr>
                <a:lnSpc>
                  <a:spcPct val="110000"/>
                </a:lnSpc>
                <a:spcBef>
                  <a:spcPts val="900"/>
                </a:spcBef>
              </a:pPr>
              <a:r>
                <a:rPr lang="el-GR" sz="800">
                  <a:solidFill>
                    <a:schemeClr val="bg1"/>
                  </a:solidFill>
                  <a:latin typeface="Aptos" panose="020B0004020202020204" pitchFamily="34" charset="0"/>
                </a:rPr>
                <a:t>Τα </a:t>
              </a:r>
              <a:r>
                <a:rPr lang="el-GR" sz="800" err="1">
                  <a:solidFill>
                    <a:schemeClr val="bg1"/>
                  </a:solidFill>
                  <a:latin typeface="Aptos" panose="020B0004020202020204" pitchFamily="34" charset="0"/>
                </a:rPr>
                <a:t>δεδομ</a:t>
              </a:r>
              <a:r>
                <a:rPr lang="en-US" sz="800" err="1">
                  <a:solidFill>
                    <a:schemeClr val="bg1"/>
                  </a:solidFill>
                  <a:latin typeface="Aptos" panose="020B0004020202020204" pitchFamily="34" charset="0"/>
                </a:rPr>
                <a:t>έ</a:t>
              </a:r>
              <a:r>
                <a:rPr lang="el-GR" sz="800">
                  <a:solidFill>
                    <a:schemeClr val="bg1"/>
                  </a:solidFill>
                  <a:latin typeface="Aptos" panose="020B0004020202020204" pitchFamily="34" charset="0"/>
                </a:rPr>
                <a:t>να στους άξονες ε</a:t>
              </a:r>
              <a:r>
                <a:rPr lang="en-US" sz="800" err="1">
                  <a:solidFill>
                    <a:schemeClr val="bg1"/>
                  </a:solidFill>
                  <a:latin typeface="Aptos" panose="020B0004020202020204" pitchFamily="34" charset="0"/>
                </a:rPr>
                <a:t>ί</a:t>
              </a:r>
              <a:r>
                <a:rPr lang="el-GR" sz="800">
                  <a:solidFill>
                    <a:schemeClr val="bg1"/>
                  </a:solidFill>
                  <a:latin typeface="Aptos" panose="020B0004020202020204" pitchFamily="34" charset="0"/>
                </a:rPr>
                <a:t>ναι πάντα </a:t>
              </a:r>
              <a:r>
                <a:rPr lang="en-US" sz="800">
                  <a:latin typeface="Aptos" panose="020B0004020202020204" pitchFamily="34" charset="0"/>
                </a:rPr>
                <a:t>Aptos</a:t>
              </a:r>
              <a:r>
                <a:rPr lang="el-GR" sz="800">
                  <a:latin typeface="Aptos" panose="020B0004020202020204" pitchFamily="34" charset="0"/>
                </a:rPr>
                <a:t> από 7</a:t>
              </a:r>
              <a:r>
                <a:rPr lang="en-US" sz="800" err="1">
                  <a:latin typeface="Aptos" panose="020B0004020202020204" pitchFamily="34" charset="0"/>
                </a:rPr>
                <a:t>pt</a:t>
              </a:r>
              <a:r>
                <a:rPr lang="el-GR" sz="800">
                  <a:solidFill>
                    <a:schemeClr val="bg1"/>
                  </a:solidFill>
                  <a:latin typeface="Aptos" panose="020B0004020202020204" pitchFamily="34" charset="0"/>
                </a:rPr>
                <a:t> έως 12</a:t>
              </a:r>
              <a:r>
                <a:rPr lang="en-US" sz="800" err="1">
                  <a:solidFill>
                    <a:schemeClr val="bg1"/>
                  </a:solidFill>
                  <a:latin typeface="Aptos" panose="020B0004020202020204" pitchFamily="34" charset="0"/>
                </a:rPr>
                <a:t>pt</a:t>
              </a:r>
              <a:r>
                <a:rPr lang="en-US" sz="800">
                  <a:solidFill>
                    <a:schemeClr val="bg1"/>
                  </a:solidFill>
                  <a:latin typeface="Aptos" panose="020B0004020202020204" pitchFamily="34" charset="0"/>
                </a:rPr>
                <a:t> </a:t>
              </a:r>
              <a:r>
                <a:rPr lang="el-GR" sz="800">
                  <a:solidFill>
                    <a:schemeClr val="bg1"/>
                  </a:solidFill>
                  <a:latin typeface="Aptos" panose="020B0004020202020204" pitchFamily="34" charset="0"/>
                </a:rPr>
                <a:t>και </a:t>
              </a:r>
              <a:r>
                <a:rPr lang="en-US" sz="800">
                  <a:solidFill>
                    <a:schemeClr val="bg1"/>
                  </a:solidFill>
                  <a:latin typeface="Aptos" panose="020B0004020202020204" pitchFamily="34" charset="0"/>
                </a:rPr>
                <a:t>x</a:t>
              </a:r>
              <a:r>
                <a:rPr lang="el-GR" sz="800">
                  <a:solidFill>
                    <a:schemeClr val="bg1"/>
                  </a:solidFill>
                  <a:latin typeface="Aptos" panose="020B0004020202020204" pitchFamily="34" charset="0"/>
                </a:rPr>
                <a:t>ρ</a:t>
              </a:r>
              <a:r>
                <a:rPr lang="en-US" sz="800" err="1">
                  <a:solidFill>
                    <a:schemeClr val="bg1"/>
                  </a:solidFill>
                  <a:latin typeface="Aptos" panose="020B0004020202020204" pitchFamily="34" charset="0"/>
                </a:rPr>
                <a:t>ώ</a:t>
              </a:r>
              <a:r>
                <a:rPr lang="el-GR" sz="800">
                  <a:solidFill>
                    <a:schemeClr val="bg1"/>
                  </a:solidFill>
                  <a:latin typeface="Aptos" panose="020B0004020202020204" pitchFamily="34" charset="0"/>
                </a:rPr>
                <a:t>μα </a:t>
              </a:r>
              <a:r>
                <a:rPr lang="en-US" sz="800">
                  <a:solidFill>
                    <a:schemeClr val="bg1"/>
                  </a:solidFill>
                  <a:latin typeface="Aptos" panose="020B0004020202020204" pitchFamily="34" charset="0"/>
                </a:rPr>
                <a:t>Grey.</a:t>
              </a:r>
              <a:endParaRPr lang="el-GR" sz="800">
                <a:solidFill>
                  <a:schemeClr val="bg1"/>
                </a:solidFill>
                <a:latin typeface="Aptos" panose="020B0004020202020204" pitchFamily="34" charset="0"/>
              </a:endParaRPr>
            </a:p>
            <a:p>
              <a:pPr>
                <a:lnSpc>
                  <a:spcPct val="110000"/>
                </a:lnSpc>
                <a:spcBef>
                  <a:spcPts val="900"/>
                </a:spcBef>
              </a:pPr>
              <a:r>
                <a:rPr lang="en-US" sz="800">
                  <a:solidFill>
                    <a:schemeClr val="bg1"/>
                  </a:solidFill>
                  <a:latin typeface="Aptos" panose="020B0004020202020204" pitchFamily="34" charset="0"/>
                </a:rPr>
                <a:t>The data on the axes is always Aptos Regular, ranging from 9pt to 12pt and the color is Grey.</a:t>
              </a:r>
              <a:endParaRPr lang="en-GR" sz="800">
                <a:solidFill>
                  <a:schemeClr val="bg1"/>
                </a:solidFill>
                <a:latin typeface="Aptos" panose="020B0004020202020204" pitchFamily="34" charset="0"/>
              </a:endParaRPr>
            </a:p>
          </p:txBody>
        </p:sp>
        <p:sp>
          <p:nvSpPr>
            <p:cNvPr id="7" name="Triangle 6">
              <a:extLst>
                <a:ext uri="{FF2B5EF4-FFF2-40B4-BE49-F238E27FC236}">
                  <a16:creationId xmlns:a16="http://schemas.microsoft.com/office/drawing/2014/main" id="{0C651EE9-81DA-4034-BA01-E7EAAF302E81}"/>
                </a:ext>
              </a:extLst>
            </p:cNvPr>
            <p:cNvSpPr/>
            <p:nvPr/>
          </p:nvSpPr>
          <p:spPr>
            <a:xfrm rot="10800000">
              <a:off x="8761102"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
        <p:nvSpPr>
          <p:cNvPr id="3" name="Text Placeholder 2">
            <a:extLst>
              <a:ext uri="{FF2B5EF4-FFF2-40B4-BE49-F238E27FC236}">
                <a16:creationId xmlns:a16="http://schemas.microsoft.com/office/drawing/2014/main" id="{B8DE13FB-6D1E-D9EE-BDC5-74AFECAFC17A}"/>
              </a:ext>
            </a:extLst>
          </p:cNvPr>
          <p:cNvSpPr>
            <a:spLocks noGrp="1"/>
          </p:cNvSpPr>
          <p:nvPr>
            <p:ph type="body" sz="quarter" idx="25"/>
          </p:nvPr>
        </p:nvSpPr>
        <p:spPr>
          <a:xfrm>
            <a:off x="332318" y="741496"/>
            <a:ext cx="11531549" cy="334515"/>
          </a:xfrm>
        </p:spPr>
        <p:txBody>
          <a:bodyPr/>
          <a:lstStyle/>
          <a:p>
            <a:r>
              <a:rPr lang="en-GR"/>
              <a:t>Line Chart</a:t>
            </a:r>
          </a:p>
        </p:txBody>
      </p:sp>
    </p:spTree>
    <p:extLst>
      <p:ext uri="{BB962C8B-B14F-4D97-AF65-F5344CB8AC3E}">
        <p14:creationId xmlns:p14="http://schemas.microsoft.com/office/powerpoint/2010/main" val="187536604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FF66B-6527-3E49-1687-DC49C755AD4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FB1D8A3-256D-26F7-D361-90462435139B}"/>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156</a:t>
            </a:fld>
            <a:endParaRPr lang="en-GR"/>
          </a:p>
        </p:txBody>
      </p:sp>
      <p:grpSp>
        <p:nvGrpSpPr>
          <p:cNvPr id="7" name="Group 6">
            <a:extLst>
              <a:ext uri="{FF2B5EF4-FFF2-40B4-BE49-F238E27FC236}">
                <a16:creationId xmlns:a16="http://schemas.microsoft.com/office/drawing/2014/main" id="{2289EACB-C877-33A8-C752-3B987C8E4541}"/>
              </a:ext>
            </a:extLst>
          </p:cNvPr>
          <p:cNvGrpSpPr/>
          <p:nvPr/>
        </p:nvGrpSpPr>
        <p:grpSpPr>
          <a:xfrm>
            <a:off x="332317" y="1603339"/>
            <a:ext cx="5580264" cy="2237593"/>
            <a:chOff x="336550" y="1244600"/>
            <a:chExt cx="5580264" cy="2432331"/>
          </a:xfrm>
        </p:grpSpPr>
        <p:sp>
          <p:nvSpPr>
            <p:cNvPr id="8" name="Rectangle 7">
              <a:extLst>
                <a:ext uri="{FF2B5EF4-FFF2-40B4-BE49-F238E27FC236}">
                  <a16:creationId xmlns:a16="http://schemas.microsoft.com/office/drawing/2014/main" id="{706CAD85-5F9D-AA26-9DB0-CE18988A3E06}"/>
                </a:ext>
              </a:extLst>
            </p:cNvPr>
            <p:cNvSpPr/>
            <p:nvPr/>
          </p:nvSpPr>
          <p:spPr>
            <a:xfrm>
              <a:off x="336550" y="1247437"/>
              <a:ext cx="5580264" cy="2429494"/>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000">
                <a:latin typeface="Aptos" panose="020B0004020202020204" pitchFamily="34" charset="0"/>
              </a:endParaRPr>
            </a:p>
          </p:txBody>
        </p:sp>
        <p:graphicFrame>
          <p:nvGraphicFramePr>
            <p:cNvPr id="9" name="Chart 8">
              <a:extLst>
                <a:ext uri="{FF2B5EF4-FFF2-40B4-BE49-F238E27FC236}">
                  <a16:creationId xmlns:a16="http://schemas.microsoft.com/office/drawing/2014/main" id="{1A2F343D-793D-C062-3807-F4873E73CA12}"/>
                </a:ext>
              </a:extLst>
            </p:cNvPr>
            <p:cNvGraphicFramePr/>
            <p:nvPr>
              <p:extLst>
                <p:ext uri="{D42A27DB-BD31-4B8C-83A1-F6EECF244321}">
                  <p14:modId xmlns:p14="http://schemas.microsoft.com/office/powerpoint/2010/main" val="186463041"/>
                </p:ext>
              </p:extLst>
            </p:nvPr>
          </p:nvGraphicFramePr>
          <p:xfrm>
            <a:off x="336550" y="1244600"/>
            <a:ext cx="5580264" cy="2429493"/>
          </p:xfrm>
          <a:graphic>
            <a:graphicData uri="http://schemas.openxmlformats.org/drawingml/2006/chart">
              <c:chart xmlns:c="http://schemas.openxmlformats.org/drawingml/2006/chart" xmlns:r="http://schemas.openxmlformats.org/officeDocument/2006/relationships" r:id="rId3"/>
            </a:graphicData>
          </a:graphic>
        </p:graphicFrame>
      </p:grpSp>
      <p:grpSp>
        <p:nvGrpSpPr>
          <p:cNvPr id="10" name="Group 9">
            <a:extLst>
              <a:ext uri="{FF2B5EF4-FFF2-40B4-BE49-F238E27FC236}">
                <a16:creationId xmlns:a16="http://schemas.microsoft.com/office/drawing/2014/main" id="{C4BE1911-A8FE-8ACD-72E5-35C423D356D9}"/>
              </a:ext>
            </a:extLst>
          </p:cNvPr>
          <p:cNvGrpSpPr/>
          <p:nvPr/>
        </p:nvGrpSpPr>
        <p:grpSpPr>
          <a:xfrm>
            <a:off x="6277797" y="1603341"/>
            <a:ext cx="5580264" cy="2237593"/>
            <a:chOff x="6253644" y="1244600"/>
            <a:chExt cx="5580264" cy="2432331"/>
          </a:xfrm>
        </p:grpSpPr>
        <p:sp>
          <p:nvSpPr>
            <p:cNvPr id="11" name="Rectangle 10">
              <a:extLst>
                <a:ext uri="{FF2B5EF4-FFF2-40B4-BE49-F238E27FC236}">
                  <a16:creationId xmlns:a16="http://schemas.microsoft.com/office/drawing/2014/main" id="{51D791E1-1CF9-87B4-6D86-EDAA3CD5433E}"/>
                </a:ext>
              </a:extLst>
            </p:cNvPr>
            <p:cNvSpPr/>
            <p:nvPr/>
          </p:nvSpPr>
          <p:spPr>
            <a:xfrm>
              <a:off x="6253644" y="1247437"/>
              <a:ext cx="5580264" cy="2429494"/>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latin typeface="Aptos" panose="020B0004020202020204" pitchFamily="34" charset="0"/>
              </a:endParaRPr>
            </a:p>
          </p:txBody>
        </p:sp>
        <p:graphicFrame>
          <p:nvGraphicFramePr>
            <p:cNvPr id="12" name="Chart 11">
              <a:extLst>
                <a:ext uri="{FF2B5EF4-FFF2-40B4-BE49-F238E27FC236}">
                  <a16:creationId xmlns:a16="http://schemas.microsoft.com/office/drawing/2014/main" id="{F9B37734-04FA-16AE-48C2-3581C4F77BF1}"/>
                </a:ext>
              </a:extLst>
            </p:cNvPr>
            <p:cNvGraphicFramePr/>
            <p:nvPr>
              <p:extLst>
                <p:ext uri="{D42A27DB-BD31-4B8C-83A1-F6EECF244321}">
                  <p14:modId xmlns:p14="http://schemas.microsoft.com/office/powerpoint/2010/main" val="118566075"/>
                </p:ext>
              </p:extLst>
            </p:nvPr>
          </p:nvGraphicFramePr>
          <p:xfrm>
            <a:off x="6275187" y="1244600"/>
            <a:ext cx="5485592" cy="2429493"/>
          </p:xfrm>
          <a:graphic>
            <a:graphicData uri="http://schemas.openxmlformats.org/drawingml/2006/chart">
              <c:chart xmlns:c="http://schemas.openxmlformats.org/drawingml/2006/chart" xmlns:r="http://schemas.openxmlformats.org/officeDocument/2006/relationships" r:id="rId4"/>
            </a:graphicData>
          </a:graphic>
        </p:graphicFrame>
      </p:grpSp>
      <p:grpSp>
        <p:nvGrpSpPr>
          <p:cNvPr id="13" name="Group 12">
            <a:extLst>
              <a:ext uri="{FF2B5EF4-FFF2-40B4-BE49-F238E27FC236}">
                <a16:creationId xmlns:a16="http://schemas.microsoft.com/office/drawing/2014/main" id="{A08E2F4C-65AD-6728-B2B8-436B32533F4E}"/>
              </a:ext>
            </a:extLst>
          </p:cNvPr>
          <p:cNvGrpSpPr/>
          <p:nvPr/>
        </p:nvGrpSpPr>
        <p:grpSpPr>
          <a:xfrm>
            <a:off x="332317" y="4070847"/>
            <a:ext cx="5580264" cy="2238553"/>
            <a:chOff x="299556" y="3916900"/>
            <a:chExt cx="5580264" cy="2433374"/>
          </a:xfrm>
        </p:grpSpPr>
        <p:sp>
          <p:nvSpPr>
            <p:cNvPr id="14" name="Rectangle 13">
              <a:extLst>
                <a:ext uri="{FF2B5EF4-FFF2-40B4-BE49-F238E27FC236}">
                  <a16:creationId xmlns:a16="http://schemas.microsoft.com/office/drawing/2014/main" id="{16EF4FA5-4732-2E0A-D569-A1357237FA32}"/>
                </a:ext>
              </a:extLst>
            </p:cNvPr>
            <p:cNvSpPr/>
            <p:nvPr/>
          </p:nvSpPr>
          <p:spPr>
            <a:xfrm>
              <a:off x="299556" y="3916900"/>
              <a:ext cx="5580264" cy="2429494"/>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tIns="46800" rtlCol="0" anchor="ctr"/>
            <a:lstStyle/>
            <a:p>
              <a:pPr algn="ctr"/>
              <a:endParaRPr lang="en-GR">
                <a:latin typeface="Aptos" panose="020B0004020202020204" pitchFamily="34" charset="0"/>
              </a:endParaRPr>
            </a:p>
          </p:txBody>
        </p:sp>
        <p:graphicFrame>
          <p:nvGraphicFramePr>
            <p:cNvPr id="15" name="Chart 14">
              <a:extLst>
                <a:ext uri="{FF2B5EF4-FFF2-40B4-BE49-F238E27FC236}">
                  <a16:creationId xmlns:a16="http://schemas.microsoft.com/office/drawing/2014/main" id="{32EFB5ED-EB57-7B89-DCC0-869EF8D3CA9F}"/>
                </a:ext>
              </a:extLst>
            </p:cNvPr>
            <p:cNvGraphicFramePr/>
            <p:nvPr>
              <p:extLst>
                <p:ext uri="{D42A27DB-BD31-4B8C-83A1-F6EECF244321}">
                  <p14:modId xmlns:p14="http://schemas.microsoft.com/office/powerpoint/2010/main" val="4103129927"/>
                </p:ext>
              </p:extLst>
            </p:nvPr>
          </p:nvGraphicFramePr>
          <p:xfrm>
            <a:off x="373544" y="3920781"/>
            <a:ext cx="5452426" cy="2429493"/>
          </p:xfrm>
          <a:graphic>
            <a:graphicData uri="http://schemas.openxmlformats.org/drawingml/2006/chart">
              <c:chart xmlns:c="http://schemas.openxmlformats.org/drawingml/2006/chart" xmlns:r="http://schemas.openxmlformats.org/officeDocument/2006/relationships" r:id="rId5"/>
            </a:graphicData>
          </a:graphic>
        </p:graphicFrame>
      </p:grpSp>
      <p:grpSp>
        <p:nvGrpSpPr>
          <p:cNvPr id="16" name="Group 15">
            <a:extLst>
              <a:ext uri="{FF2B5EF4-FFF2-40B4-BE49-F238E27FC236}">
                <a16:creationId xmlns:a16="http://schemas.microsoft.com/office/drawing/2014/main" id="{8CA7B396-8DB9-E545-398A-0524A680DFE4}"/>
              </a:ext>
            </a:extLst>
          </p:cNvPr>
          <p:cNvGrpSpPr/>
          <p:nvPr/>
        </p:nvGrpSpPr>
        <p:grpSpPr>
          <a:xfrm>
            <a:off x="6277800" y="4071816"/>
            <a:ext cx="5580264" cy="2234984"/>
            <a:chOff x="6253644" y="3916900"/>
            <a:chExt cx="5580264" cy="2429494"/>
          </a:xfrm>
        </p:grpSpPr>
        <p:sp>
          <p:nvSpPr>
            <p:cNvPr id="17" name="Rectangle 16">
              <a:extLst>
                <a:ext uri="{FF2B5EF4-FFF2-40B4-BE49-F238E27FC236}">
                  <a16:creationId xmlns:a16="http://schemas.microsoft.com/office/drawing/2014/main" id="{985DABF3-3572-0F38-703F-C45B3F819011}"/>
                </a:ext>
              </a:extLst>
            </p:cNvPr>
            <p:cNvSpPr/>
            <p:nvPr/>
          </p:nvSpPr>
          <p:spPr>
            <a:xfrm>
              <a:off x="6253644" y="3916900"/>
              <a:ext cx="5580264" cy="2429494"/>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latin typeface="Aptos" panose="020B0004020202020204" pitchFamily="34" charset="0"/>
              </a:endParaRPr>
            </a:p>
          </p:txBody>
        </p:sp>
        <p:graphicFrame>
          <p:nvGraphicFramePr>
            <p:cNvPr id="18" name="Chart 17">
              <a:extLst>
                <a:ext uri="{FF2B5EF4-FFF2-40B4-BE49-F238E27FC236}">
                  <a16:creationId xmlns:a16="http://schemas.microsoft.com/office/drawing/2014/main" id="{BDC343BA-94C9-005C-7733-66D5718DCFF9}"/>
                </a:ext>
              </a:extLst>
            </p:cNvPr>
            <p:cNvGraphicFramePr/>
            <p:nvPr>
              <p:extLst>
                <p:ext uri="{D42A27DB-BD31-4B8C-83A1-F6EECF244321}">
                  <p14:modId xmlns:p14="http://schemas.microsoft.com/office/powerpoint/2010/main" val="3593708631"/>
                </p:ext>
              </p:extLst>
            </p:nvPr>
          </p:nvGraphicFramePr>
          <p:xfrm>
            <a:off x="6253644" y="3916901"/>
            <a:ext cx="5580264" cy="2429493"/>
          </p:xfrm>
          <a:graphic>
            <a:graphicData uri="http://schemas.openxmlformats.org/drawingml/2006/chart">
              <c:chart xmlns:c="http://schemas.openxmlformats.org/drawingml/2006/chart" xmlns:r="http://schemas.openxmlformats.org/officeDocument/2006/relationships" r:id="rId6"/>
            </a:graphicData>
          </a:graphic>
        </p:graphicFrame>
      </p:grpSp>
      <p:sp>
        <p:nvSpPr>
          <p:cNvPr id="3" name="Text Placeholder 2">
            <a:extLst>
              <a:ext uri="{FF2B5EF4-FFF2-40B4-BE49-F238E27FC236}">
                <a16:creationId xmlns:a16="http://schemas.microsoft.com/office/drawing/2014/main" id="{171BF492-8535-4296-8152-C3204A7FFDA2}"/>
              </a:ext>
            </a:extLst>
          </p:cNvPr>
          <p:cNvSpPr>
            <a:spLocks noGrp="1"/>
          </p:cNvSpPr>
          <p:nvPr>
            <p:ph type="body" sz="quarter" idx="25"/>
          </p:nvPr>
        </p:nvSpPr>
        <p:spPr>
          <a:xfrm>
            <a:off x="332318" y="741496"/>
            <a:ext cx="11531549" cy="334515"/>
          </a:xfrm>
        </p:spPr>
        <p:txBody>
          <a:bodyPr/>
          <a:lstStyle/>
          <a:p>
            <a:r>
              <a:rPr lang="en-GR"/>
              <a:t>Chart combination</a:t>
            </a:r>
          </a:p>
        </p:txBody>
      </p:sp>
    </p:spTree>
    <p:extLst>
      <p:ext uri="{BB962C8B-B14F-4D97-AF65-F5344CB8AC3E}">
        <p14:creationId xmlns:p14="http://schemas.microsoft.com/office/powerpoint/2010/main" val="388543363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hart 7">
            <a:extLst>
              <a:ext uri="{FF2B5EF4-FFF2-40B4-BE49-F238E27FC236}">
                <a16:creationId xmlns:a16="http://schemas.microsoft.com/office/drawing/2014/main" id="{20B4B179-685F-897C-712D-DA4475A10DB5}"/>
              </a:ext>
            </a:extLst>
          </p:cNvPr>
          <p:cNvGraphicFramePr/>
          <p:nvPr>
            <p:extLst>
              <p:ext uri="{D42A27DB-BD31-4B8C-83A1-F6EECF244321}">
                <p14:modId xmlns:p14="http://schemas.microsoft.com/office/powerpoint/2010/main" val="1001250227"/>
              </p:ext>
            </p:extLst>
          </p:nvPr>
        </p:nvGraphicFramePr>
        <p:xfrm>
          <a:off x="348366" y="1824269"/>
          <a:ext cx="3564256" cy="331670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4" name="Chart 33">
            <a:extLst>
              <a:ext uri="{FF2B5EF4-FFF2-40B4-BE49-F238E27FC236}">
                <a16:creationId xmlns:a16="http://schemas.microsoft.com/office/drawing/2014/main" id="{6E78FC55-CF96-D42D-8652-5B3B12ADCF67}"/>
              </a:ext>
            </a:extLst>
          </p:cNvPr>
          <p:cNvGraphicFramePr/>
          <p:nvPr>
            <p:extLst>
              <p:ext uri="{D42A27DB-BD31-4B8C-83A1-F6EECF244321}">
                <p14:modId xmlns:p14="http://schemas.microsoft.com/office/powerpoint/2010/main" val="871600436"/>
              </p:ext>
            </p:extLst>
          </p:nvPr>
        </p:nvGraphicFramePr>
        <p:xfrm>
          <a:off x="8270240" y="1923490"/>
          <a:ext cx="3564256" cy="3316707"/>
        </p:xfrm>
        <a:graphic>
          <a:graphicData uri="http://schemas.openxmlformats.org/drawingml/2006/chart">
            <c:chart xmlns:c="http://schemas.openxmlformats.org/drawingml/2006/chart" xmlns:r="http://schemas.openxmlformats.org/officeDocument/2006/relationships" r:id="rId3"/>
          </a:graphicData>
        </a:graphic>
      </p:graphicFrame>
      <p:grpSp>
        <p:nvGrpSpPr>
          <p:cNvPr id="28" name="Group 27">
            <a:extLst>
              <a:ext uri="{FF2B5EF4-FFF2-40B4-BE49-F238E27FC236}">
                <a16:creationId xmlns:a16="http://schemas.microsoft.com/office/drawing/2014/main" id="{06B47C6E-9978-25EC-E241-7A8A39253DFD}"/>
              </a:ext>
            </a:extLst>
          </p:cNvPr>
          <p:cNvGrpSpPr/>
          <p:nvPr/>
        </p:nvGrpSpPr>
        <p:grpSpPr>
          <a:xfrm>
            <a:off x="1810094" y="3147901"/>
            <a:ext cx="640800" cy="485999"/>
            <a:chOff x="14878337" y="-796179"/>
            <a:chExt cx="18158" cy="10823"/>
          </a:xfrm>
          <a:solidFill>
            <a:schemeClr val="accent1"/>
          </a:solidFill>
        </p:grpSpPr>
        <p:sp>
          <p:nvSpPr>
            <p:cNvPr id="29" name="Freeform 28">
              <a:extLst>
                <a:ext uri="{FF2B5EF4-FFF2-40B4-BE49-F238E27FC236}">
                  <a16:creationId xmlns:a16="http://schemas.microsoft.com/office/drawing/2014/main" id="{FDF194AF-EF3D-D387-AAB1-00C2B3797EB2}"/>
                </a:ext>
              </a:extLst>
            </p:cNvPr>
            <p:cNvSpPr/>
            <p:nvPr/>
          </p:nvSpPr>
          <p:spPr>
            <a:xfrm>
              <a:off x="14878337" y="-796179"/>
              <a:ext cx="18154" cy="2706"/>
            </a:xfrm>
            <a:custGeom>
              <a:avLst/>
              <a:gdLst>
                <a:gd name="connsiteX0" fmla="*/ 218919 w 218918"/>
                <a:gd name="connsiteY0" fmla="*/ 26217 h 36348"/>
                <a:gd name="connsiteX1" fmla="*/ 218919 w 218918"/>
                <a:gd name="connsiteY1" fmla="*/ 36349 h 36348"/>
                <a:gd name="connsiteX2" fmla="*/ 0 w 218918"/>
                <a:gd name="connsiteY2" fmla="*/ 36349 h 36348"/>
                <a:gd name="connsiteX3" fmla="*/ 45579 w 218918"/>
                <a:gd name="connsiteY3" fmla="*/ 0 h 36348"/>
                <a:gd name="connsiteX4" fmla="*/ 173194 w 218918"/>
                <a:gd name="connsiteY4" fmla="*/ 0 h 36348"/>
                <a:gd name="connsiteX5" fmla="*/ 218919 w 218918"/>
                <a:gd name="connsiteY5" fmla="*/ 26217 h 36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918" h="36348">
                  <a:moveTo>
                    <a:pt x="218919" y="26217"/>
                  </a:moveTo>
                  <a:lnTo>
                    <a:pt x="218919" y="36349"/>
                  </a:lnTo>
                  <a:lnTo>
                    <a:pt x="0" y="36349"/>
                  </a:lnTo>
                  <a:cubicBezTo>
                    <a:pt x="0" y="9420"/>
                    <a:pt x="20874" y="0"/>
                    <a:pt x="45579" y="0"/>
                  </a:cubicBezTo>
                  <a:lnTo>
                    <a:pt x="173194" y="0"/>
                  </a:lnTo>
                  <a:cubicBezTo>
                    <a:pt x="198337" y="0"/>
                    <a:pt x="218700" y="11723"/>
                    <a:pt x="218919" y="26217"/>
                  </a:cubicBezTo>
                  <a:close/>
                </a:path>
              </a:pathLst>
            </a:custGeom>
            <a:grpFill/>
            <a:ln w="3646" cap="flat">
              <a:noFill/>
              <a:prstDash val="solid"/>
              <a:miter/>
            </a:ln>
          </p:spPr>
          <p:txBody>
            <a:bodyPr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GR">
                <a:solidFill>
                  <a:schemeClr val="tx2"/>
                </a:solidFill>
              </a:endParaRPr>
            </a:p>
          </p:txBody>
        </p:sp>
        <p:sp>
          <p:nvSpPr>
            <p:cNvPr id="30" name="Freeform 29">
              <a:extLst>
                <a:ext uri="{FF2B5EF4-FFF2-40B4-BE49-F238E27FC236}">
                  <a16:creationId xmlns:a16="http://schemas.microsoft.com/office/drawing/2014/main" id="{FFA05959-B4B9-7C1F-CA74-B04D39ED7280}"/>
                </a:ext>
              </a:extLst>
            </p:cNvPr>
            <p:cNvSpPr/>
            <p:nvPr/>
          </p:nvSpPr>
          <p:spPr>
            <a:xfrm>
              <a:off x="14878338" y="-791427"/>
              <a:ext cx="18157" cy="6071"/>
            </a:xfrm>
            <a:custGeom>
              <a:avLst/>
              <a:gdLst>
                <a:gd name="connsiteX0" fmla="*/ 0 w 218955"/>
                <a:gd name="connsiteY0" fmla="*/ 60474 h 81555"/>
                <a:gd name="connsiteX1" fmla="*/ 37 w 218955"/>
                <a:gd name="connsiteY1" fmla="*/ 60521 h 81555"/>
                <a:gd name="connsiteX2" fmla="*/ 37 w 218955"/>
                <a:gd name="connsiteY2" fmla="*/ 0 h 81555"/>
                <a:gd name="connsiteX3" fmla="*/ 218955 w 218955"/>
                <a:gd name="connsiteY3" fmla="*/ 0 h 81555"/>
                <a:gd name="connsiteX4" fmla="*/ 218955 w 218955"/>
                <a:gd name="connsiteY4" fmla="*/ 60430 h 81555"/>
                <a:gd name="connsiteX5" fmla="*/ 182426 w 218955"/>
                <a:gd name="connsiteY5" fmla="*/ 81555 h 81555"/>
                <a:gd name="connsiteX6" fmla="*/ 36420 w 218955"/>
                <a:gd name="connsiteY6" fmla="*/ 81555 h 81555"/>
                <a:gd name="connsiteX7" fmla="*/ 0 w 218955"/>
                <a:gd name="connsiteY7" fmla="*/ 60474 h 81555"/>
                <a:gd name="connsiteX8" fmla="*/ 61453 w 218955"/>
                <a:gd name="connsiteY8" fmla="*/ 50889 h 81555"/>
                <a:gd name="connsiteX9" fmla="*/ 61453 w 218955"/>
                <a:gd name="connsiteY9" fmla="*/ 63156 h 81555"/>
                <a:gd name="connsiteX10" fmla="*/ 102945 w 218955"/>
                <a:gd name="connsiteY10" fmla="*/ 63156 h 81555"/>
                <a:gd name="connsiteX11" fmla="*/ 102945 w 218955"/>
                <a:gd name="connsiteY11" fmla="*/ 50889 h 81555"/>
                <a:gd name="connsiteX12" fmla="*/ 61453 w 218955"/>
                <a:gd name="connsiteY12" fmla="*/ 50889 h 81555"/>
                <a:gd name="connsiteX13" fmla="*/ 22151 w 218955"/>
                <a:gd name="connsiteY13" fmla="*/ 50889 h 81555"/>
                <a:gd name="connsiteX14" fmla="*/ 22151 w 218955"/>
                <a:gd name="connsiteY14" fmla="*/ 63156 h 81555"/>
                <a:gd name="connsiteX15" fmla="*/ 45616 w 218955"/>
                <a:gd name="connsiteY15" fmla="*/ 63156 h 81555"/>
                <a:gd name="connsiteX16" fmla="*/ 45616 w 218955"/>
                <a:gd name="connsiteY16" fmla="*/ 50889 h 81555"/>
                <a:gd name="connsiteX17" fmla="*/ 22151 w 218955"/>
                <a:gd name="connsiteY17" fmla="*/ 50889 h 81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8955" h="81555">
                  <a:moveTo>
                    <a:pt x="0" y="60474"/>
                  </a:moveTo>
                  <a:lnTo>
                    <a:pt x="37" y="60521"/>
                  </a:lnTo>
                  <a:lnTo>
                    <a:pt x="37" y="0"/>
                  </a:lnTo>
                  <a:lnTo>
                    <a:pt x="218955" y="0"/>
                  </a:lnTo>
                  <a:lnTo>
                    <a:pt x="218955" y="60430"/>
                  </a:lnTo>
                  <a:cubicBezTo>
                    <a:pt x="218955" y="76763"/>
                    <a:pt x="194506" y="81555"/>
                    <a:pt x="182426" y="81555"/>
                  </a:cubicBezTo>
                  <a:lnTo>
                    <a:pt x="36420" y="81555"/>
                  </a:lnTo>
                  <a:cubicBezTo>
                    <a:pt x="24304" y="81555"/>
                    <a:pt x="0" y="76770"/>
                    <a:pt x="0" y="60474"/>
                  </a:cubicBezTo>
                  <a:close/>
                  <a:moveTo>
                    <a:pt x="61453" y="50889"/>
                  </a:moveTo>
                  <a:cubicBezTo>
                    <a:pt x="57038" y="51002"/>
                    <a:pt x="57038" y="63043"/>
                    <a:pt x="61453" y="63156"/>
                  </a:cubicBezTo>
                  <a:lnTo>
                    <a:pt x="102945" y="63156"/>
                  </a:lnTo>
                  <a:cubicBezTo>
                    <a:pt x="107361" y="63043"/>
                    <a:pt x="107361" y="51002"/>
                    <a:pt x="102945" y="50889"/>
                  </a:cubicBezTo>
                  <a:lnTo>
                    <a:pt x="61453" y="50889"/>
                  </a:lnTo>
                  <a:close/>
                  <a:moveTo>
                    <a:pt x="22151" y="50889"/>
                  </a:moveTo>
                  <a:cubicBezTo>
                    <a:pt x="17735" y="51002"/>
                    <a:pt x="17772" y="63043"/>
                    <a:pt x="22151" y="63156"/>
                  </a:cubicBezTo>
                  <a:lnTo>
                    <a:pt x="45616" y="63156"/>
                  </a:lnTo>
                  <a:cubicBezTo>
                    <a:pt x="50031" y="63043"/>
                    <a:pt x="50031" y="51002"/>
                    <a:pt x="45616" y="50889"/>
                  </a:cubicBezTo>
                  <a:lnTo>
                    <a:pt x="22151" y="50889"/>
                  </a:lnTo>
                  <a:close/>
                </a:path>
              </a:pathLst>
            </a:custGeom>
            <a:grpFill/>
            <a:ln w="3646" cap="flat">
              <a:noFill/>
              <a:prstDash val="solid"/>
              <a:miter/>
            </a:ln>
          </p:spPr>
          <p:txBody>
            <a:bodyPr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GR">
                <a:solidFill>
                  <a:schemeClr val="tx2"/>
                </a:solidFill>
              </a:endParaRPr>
            </a:p>
          </p:txBody>
        </p:sp>
      </p:grpSp>
      <p:graphicFrame>
        <p:nvGraphicFramePr>
          <p:cNvPr id="33" name="Chart 32">
            <a:extLst>
              <a:ext uri="{FF2B5EF4-FFF2-40B4-BE49-F238E27FC236}">
                <a16:creationId xmlns:a16="http://schemas.microsoft.com/office/drawing/2014/main" id="{188D421E-B01A-5E9D-A144-DE4AE14A3BB4}"/>
              </a:ext>
            </a:extLst>
          </p:cNvPr>
          <p:cNvGraphicFramePr/>
          <p:nvPr>
            <p:extLst>
              <p:ext uri="{D42A27DB-BD31-4B8C-83A1-F6EECF244321}">
                <p14:modId xmlns:p14="http://schemas.microsoft.com/office/powerpoint/2010/main" val="847517695"/>
              </p:ext>
            </p:extLst>
          </p:nvPr>
        </p:nvGraphicFramePr>
        <p:xfrm>
          <a:off x="4275022" y="1770648"/>
          <a:ext cx="3564256" cy="3316707"/>
        </p:xfrm>
        <a:graphic>
          <a:graphicData uri="http://schemas.openxmlformats.org/drawingml/2006/chart">
            <c:chart xmlns:c="http://schemas.openxmlformats.org/drawingml/2006/chart" xmlns:r="http://schemas.openxmlformats.org/officeDocument/2006/relationships" r:id="rId4"/>
          </a:graphicData>
        </a:graphic>
      </p:graphicFrame>
      <p:sp>
        <p:nvSpPr>
          <p:cNvPr id="40" name="Slide Number Placeholder 3">
            <a:extLst>
              <a:ext uri="{FF2B5EF4-FFF2-40B4-BE49-F238E27FC236}">
                <a16:creationId xmlns:a16="http://schemas.microsoft.com/office/drawing/2014/main" id="{63941160-5A25-76F8-2C29-8411C659AD18}"/>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157</a:t>
            </a:fld>
            <a:endParaRPr lang="en-GR"/>
          </a:p>
        </p:txBody>
      </p:sp>
      <p:sp>
        <p:nvSpPr>
          <p:cNvPr id="20" name="Text Placeholder 19">
            <a:extLst>
              <a:ext uri="{FF2B5EF4-FFF2-40B4-BE49-F238E27FC236}">
                <a16:creationId xmlns:a16="http://schemas.microsoft.com/office/drawing/2014/main" id="{7E75915B-D61D-BEBA-EE5B-FA3073F310AA}"/>
              </a:ext>
            </a:extLst>
          </p:cNvPr>
          <p:cNvSpPr>
            <a:spLocks noGrp="1"/>
          </p:cNvSpPr>
          <p:nvPr>
            <p:ph type="body" sz="quarter" idx="14"/>
          </p:nvPr>
        </p:nvSpPr>
        <p:spPr>
          <a:xfrm>
            <a:off x="331200" y="1268822"/>
            <a:ext cx="7939040" cy="364908"/>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11" name="Rectangle 10">
            <a:extLst>
              <a:ext uri="{FF2B5EF4-FFF2-40B4-BE49-F238E27FC236}">
                <a16:creationId xmlns:a16="http://schemas.microsoft.com/office/drawing/2014/main" id="{6065DA29-5410-A781-80E6-35790132086E}"/>
              </a:ext>
            </a:extLst>
          </p:cNvPr>
          <p:cNvSpPr/>
          <p:nvPr/>
        </p:nvSpPr>
        <p:spPr>
          <a:xfrm>
            <a:off x="320675" y="4508729"/>
            <a:ext cx="3600000" cy="1543816"/>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lIns="216000" tIns="46800" rIns="108000" rtlCol="0" anchor="ctr"/>
          <a:lstStyle/>
          <a:p>
            <a:pPr defTabSz="685663">
              <a:lnSpc>
                <a:spcPct val="110000"/>
              </a:lnSpc>
              <a:defRPr/>
            </a:pPr>
            <a:r>
              <a:rPr lang="en-GB" sz="1200">
                <a:solidFill>
                  <a:schemeClr val="bg1"/>
                </a:solidFill>
                <a:latin typeface="Aptos" panose="020B0004020202020204" pitchFamily="34" charset="0"/>
              </a:rPr>
              <a:t>Lorem ipsum </a:t>
            </a:r>
            <a:r>
              <a:rPr lang="en-GB" sz="1200" err="1">
                <a:solidFill>
                  <a:schemeClr val="bg1"/>
                </a:solidFill>
                <a:latin typeface="Aptos" panose="020B0004020202020204" pitchFamily="34" charset="0"/>
              </a:rPr>
              <a:t>dolor</a:t>
            </a:r>
            <a:r>
              <a:rPr lang="en-GB" sz="1200">
                <a:solidFill>
                  <a:schemeClr val="bg1"/>
                </a:solidFill>
                <a:latin typeface="Aptos" panose="020B0004020202020204" pitchFamily="34" charset="0"/>
              </a:rPr>
              <a:t> sit </a:t>
            </a:r>
            <a:r>
              <a:rPr lang="en-GB" sz="1200" err="1">
                <a:solidFill>
                  <a:schemeClr val="bg1"/>
                </a:solidFill>
                <a:latin typeface="Aptos" panose="020B0004020202020204" pitchFamily="34" charset="0"/>
              </a:rPr>
              <a:t>amet</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consectisar</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adipisc</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elit</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sed</a:t>
            </a:r>
            <a:r>
              <a:rPr lang="en-GB" sz="1200">
                <a:solidFill>
                  <a:schemeClr val="bg1"/>
                </a:solidFill>
                <a:latin typeface="Aptos" panose="020B0004020202020204" pitchFamily="34" charset="0"/>
              </a:rPr>
              <a:t> do </a:t>
            </a:r>
            <a:r>
              <a:rPr lang="en-GB" sz="1200" err="1">
                <a:solidFill>
                  <a:schemeClr val="bg1"/>
                </a:solidFill>
                <a:latin typeface="Aptos" panose="020B0004020202020204" pitchFamily="34" charset="0"/>
              </a:rPr>
              <a:t>eiusmod</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templatel</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incididunt</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utarac</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labo</a:t>
            </a:r>
            <a:r>
              <a:rPr lang="en-GB" sz="1200">
                <a:solidFill>
                  <a:schemeClr val="bg1"/>
                </a:solidFill>
                <a:latin typeface="Aptos" panose="020B0004020202020204" pitchFamily="34" charset="0"/>
              </a:rPr>
              <a:t> et dolore </a:t>
            </a:r>
            <a:r>
              <a:rPr lang="en-GB" sz="1200" err="1">
                <a:solidFill>
                  <a:schemeClr val="bg1"/>
                </a:solidFill>
                <a:latin typeface="Aptos" panose="020B0004020202020204" pitchFamily="34" charset="0"/>
              </a:rPr>
              <a:t>magnanisiu</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aliqua</a:t>
            </a:r>
            <a:r>
              <a:rPr lang="en-GB" sz="1200">
                <a:solidFill>
                  <a:schemeClr val="bg1"/>
                </a:solidFill>
                <a:latin typeface="Aptos" panose="020B0004020202020204" pitchFamily="34" charset="0"/>
              </a:rPr>
              <a:t>. Ut </a:t>
            </a:r>
            <a:r>
              <a:rPr lang="en-GB" sz="1200" err="1">
                <a:solidFill>
                  <a:schemeClr val="bg1"/>
                </a:solidFill>
                <a:latin typeface="Aptos" panose="020B0004020202020204" pitchFamily="34" charset="0"/>
              </a:rPr>
              <a:t>enim</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adde</a:t>
            </a:r>
            <a:r>
              <a:rPr lang="en-GB" sz="1200">
                <a:solidFill>
                  <a:schemeClr val="bg1"/>
                </a:solidFill>
                <a:latin typeface="Aptos" panose="020B0004020202020204" pitchFamily="34" charset="0"/>
              </a:rPr>
              <a:t> minimal quit ana </a:t>
            </a:r>
            <a:r>
              <a:rPr lang="en-GB" sz="1200" err="1">
                <a:solidFill>
                  <a:schemeClr val="bg1"/>
                </a:solidFill>
                <a:latin typeface="Aptos" panose="020B0004020202020204" pitchFamily="34" charset="0"/>
              </a:rPr>
              <a:t>nostrud</a:t>
            </a:r>
            <a:r>
              <a:rPr lang="en-GB" sz="1200">
                <a:solidFill>
                  <a:schemeClr val="bg1"/>
                </a:solidFill>
                <a:latin typeface="Aptos" panose="020B0004020202020204" pitchFamily="34" charset="0"/>
              </a:rPr>
              <a:t> exercitation </a:t>
            </a:r>
            <a:r>
              <a:rPr lang="en-GB" sz="1200" err="1">
                <a:solidFill>
                  <a:schemeClr val="bg1"/>
                </a:solidFill>
                <a:latin typeface="Aptos" panose="020B0004020202020204" pitchFamily="34" charset="0"/>
              </a:rPr>
              <a:t>ullamcon</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labor</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Exce</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sintal</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occaecat</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cupidatat</a:t>
            </a:r>
            <a:r>
              <a:rPr lang="en-GB" sz="1200">
                <a:solidFill>
                  <a:schemeClr val="bg1"/>
                </a:solidFill>
                <a:latin typeface="Aptos" panose="020B0004020202020204" pitchFamily="34" charset="0"/>
              </a:rPr>
              <a:t> non. </a:t>
            </a:r>
            <a:endParaRPr lang="en-US" sz="1200">
              <a:solidFill>
                <a:schemeClr val="bg1"/>
              </a:solidFill>
              <a:latin typeface="Aptos" panose="020B0004020202020204" pitchFamily="34" charset="0"/>
            </a:endParaRPr>
          </a:p>
        </p:txBody>
      </p:sp>
      <p:sp>
        <p:nvSpPr>
          <p:cNvPr id="31" name="Rectangle 30">
            <a:extLst>
              <a:ext uri="{FF2B5EF4-FFF2-40B4-BE49-F238E27FC236}">
                <a16:creationId xmlns:a16="http://schemas.microsoft.com/office/drawing/2014/main" id="{993EDD4C-DA0E-2347-C389-85161191AE99}"/>
              </a:ext>
            </a:extLst>
          </p:cNvPr>
          <p:cNvSpPr/>
          <p:nvPr/>
        </p:nvSpPr>
        <p:spPr>
          <a:xfrm>
            <a:off x="4283075" y="4508729"/>
            <a:ext cx="3600000" cy="1543816"/>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lIns="216000" tIns="46800" rIns="108000" rtlCol="0" anchor="ctr"/>
          <a:lstStyle/>
          <a:p>
            <a:pPr defTabSz="685663">
              <a:lnSpc>
                <a:spcPct val="110000"/>
              </a:lnSpc>
              <a:defRPr/>
            </a:pPr>
            <a:r>
              <a:rPr lang="en-GB" sz="1200">
                <a:solidFill>
                  <a:schemeClr val="bg1"/>
                </a:solidFill>
                <a:latin typeface="Aptos" panose="020B0004020202020204" pitchFamily="34" charset="0"/>
              </a:rPr>
              <a:t>august Duis </a:t>
            </a:r>
            <a:r>
              <a:rPr lang="en-GB" sz="1200" err="1">
                <a:solidFill>
                  <a:schemeClr val="bg1"/>
                </a:solidFill>
                <a:latin typeface="Aptos" panose="020B0004020202020204" pitchFamily="34" charset="0"/>
              </a:rPr>
              <a:t>aute</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irure</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dolor</a:t>
            </a:r>
            <a:r>
              <a:rPr lang="en-GB" sz="1200">
                <a:solidFill>
                  <a:schemeClr val="bg1"/>
                </a:solidFill>
                <a:latin typeface="Aptos" panose="020B0004020202020204" pitchFamily="34" charset="0"/>
              </a:rPr>
              <a:t> in </a:t>
            </a:r>
            <a:r>
              <a:rPr lang="en-GB" sz="1200" err="1">
                <a:solidFill>
                  <a:schemeClr val="bg1"/>
                </a:solidFill>
                <a:latin typeface="Aptos" panose="020B0004020202020204" pitchFamily="34" charset="0"/>
              </a:rPr>
              <a:t>reprehenderit</a:t>
            </a:r>
            <a:r>
              <a:rPr lang="en-GB" sz="1200">
                <a:solidFill>
                  <a:schemeClr val="bg1"/>
                </a:solidFill>
                <a:latin typeface="Aptos" panose="020B0004020202020204" pitchFamily="34" charset="0"/>
              </a:rPr>
              <a:t> ink </a:t>
            </a:r>
            <a:r>
              <a:rPr lang="en-GB" sz="1200" err="1">
                <a:solidFill>
                  <a:schemeClr val="bg1"/>
                </a:solidFill>
                <a:latin typeface="Aptos" panose="020B0004020202020204" pitchFamily="34" charset="0"/>
              </a:rPr>
              <a:t>ullamc</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voluptate</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velit</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esse</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cillum</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doloreat</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eupa</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fugiato</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nulla</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pariatur</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Excepteuretal</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sintal</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instell</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occaecat</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atel</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cupidatat</a:t>
            </a:r>
            <a:r>
              <a:rPr lang="en-GB" sz="1200">
                <a:solidFill>
                  <a:schemeClr val="bg1"/>
                </a:solidFill>
                <a:latin typeface="Aptos" panose="020B0004020202020204" pitchFamily="34" charset="0"/>
              </a:rPr>
              <a:t> non </a:t>
            </a:r>
            <a:r>
              <a:rPr lang="en-GB" sz="1200" err="1">
                <a:solidFill>
                  <a:schemeClr val="bg1"/>
                </a:solidFill>
                <a:latin typeface="Aptos" panose="020B0004020202020204" pitchFamily="34" charset="0"/>
              </a:rPr>
              <a:t>proidenti</a:t>
            </a:r>
            <a:r>
              <a:rPr lang="en-GB" sz="1200">
                <a:solidFill>
                  <a:schemeClr val="bg1"/>
                </a:solidFill>
                <a:latin typeface="Aptos" panose="020B0004020202020204" pitchFamily="34" charset="0"/>
              </a:rPr>
              <a:t> sunt </a:t>
            </a:r>
            <a:r>
              <a:rPr lang="en-GB" sz="1200" err="1">
                <a:solidFill>
                  <a:schemeClr val="bg1"/>
                </a:solidFill>
                <a:latin typeface="Aptos" panose="020B0004020202020204" pitchFamily="34" charset="0"/>
              </a:rPr>
              <a:t>inco</a:t>
            </a:r>
            <a:r>
              <a:rPr lang="en-GB" sz="1200">
                <a:solidFill>
                  <a:schemeClr val="bg1"/>
                </a:solidFill>
                <a:latin typeface="Aptos" panose="020B0004020202020204" pitchFamily="34" charset="0"/>
              </a:rPr>
              <a:t> culpa qui </a:t>
            </a:r>
            <a:r>
              <a:rPr lang="en-GB" sz="1200" err="1">
                <a:solidFill>
                  <a:schemeClr val="bg1"/>
                </a:solidFill>
                <a:latin typeface="Aptos" panose="020B0004020202020204" pitchFamily="34" charset="0"/>
              </a:rPr>
              <a:t>officiat</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deserun</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enim</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utarac</a:t>
            </a:r>
            <a:r>
              <a:rPr lang="en-GB" sz="1200">
                <a:solidFill>
                  <a:schemeClr val="bg1"/>
                </a:solidFill>
                <a:latin typeface="Aptos" panose="020B0004020202020204" pitchFamily="34" charset="0"/>
              </a:rPr>
              <a:t>.</a:t>
            </a:r>
            <a:endParaRPr lang="en-US" sz="1200">
              <a:solidFill>
                <a:schemeClr val="bg1"/>
              </a:solidFill>
              <a:latin typeface="Aptos" panose="020B0004020202020204" pitchFamily="34" charset="0"/>
            </a:endParaRPr>
          </a:p>
        </p:txBody>
      </p:sp>
      <p:sp>
        <p:nvSpPr>
          <p:cNvPr id="32" name="Rectangle 31">
            <a:extLst>
              <a:ext uri="{FF2B5EF4-FFF2-40B4-BE49-F238E27FC236}">
                <a16:creationId xmlns:a16="http://schemas.microsoft.com/office/drawing/2014/main" id="{CAFB80F3-AA24-E761-A6C4-44AC6E2545FE}"/>
              </a:ext>
            </a:extLst>
          </p:cNvPr>
          <p:cNvSpPr/>
          <p:nvPr/>
        </p:nvSpPr>
        <p:spPr>
          <a:xfrm>
            <a:off x="8255000" y="4508729"/>
            <a:ext cx="3600000" cy="1543816"/>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lIns="216000" tIns="46800" rIns="108000" rtlCol="0" anchor="ctr"/>
          <a:lstStyle/>
          <a:p>
            <a:pPr defTabSz="685663">
              <a:lnSpc>
                <a:spcPct val="110000"/>
              </a:lnSpc>
              <a:defRPr/>
            </a:pPr>
            <a:r>
              <a:rPr lang="en-GB" sz="1200">
                <a:solidFill>
                  <a:schemeClr val="bg1"/>
                </a:solidFill>
                <a:latin typeface="Aptos" panose="020B0004020202020204" pitchFamily="34" charset="0"/>
              </a:rPr>
              <a:t>Maecenas pharetra </a:t>
            </a:r>
            <a:r>
              <a:rPr lang="en-GB" sz="1200" err="1">
                <a:solidFill>
                  <a:schemeClr val="bg1"/>
                </a:solidFill>
                <a:latin typeface="Aptos" panose="020B0004020202020204" pitchFamily="34" charset="0"/>
              </a:rPr>
              <a:t>convalis</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posuere</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sollepon</a:t>
            </a:r>
            <a:r>
              <a:rPr lang="en-GB" sz="1200">
                <a:solidFill>
                  <a:schemeClr val="bg1"/>
                </a:solidFill>
                <a:latin typeface="Aptos" panose="020B0004020202020204" pitchFamily="34" charset="0"/>
              </a:rPr>
              <a:t> a </a:t>
            </a:r>
            <a:r>
              <a:rPr lang="en-GB" sz="1200" err="1">
                <a:solidFill>
                  <a:schemeClr val="bg1"/>
                </a:solidFill>
                <a:latin typeface="Aptos" panose="020B0004020202020204" pitchFamily="34" charset="0"/>
              </a:rPr>
              <a:t>morbito</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leo</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urna</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excepteuretal</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sint</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oco</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einai</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est</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cupidatat</a:t>
            </a:r>
            <a:r>
              <a:rPr lang="en-GB" sz="1200">
                <a:solidFill>
                  <a:schemeClr val="bg1"/>
                </a:solidFill>
                <a:latin typeface="Aptos" panose="020B0004020202020204" pitchFamily="34" charset="0"/>
              </a:rPr>
              <a:t> non </a:t>
            </a:r>
            <a:r>
              <a:rPr lang="en-GB" sz="1200" err="1">
                <a:solidFill>
                  <a:schemeClr val="bg1"/>
                </a:solidFill>
                <a:latin typeface="Aptos" panose="020B0004020202020204" pitchFamily="34" charset="0"/>
              </a:rPr>
              <a:t>proidenti</a:t>
            </a:r>
            <a:r>
              <a:rPr lang="en-GB" sz="1200">
                <a:solidFill>
                  <a:schemeClr val="bg1"/>
                </a:solidFill>
                <a:latin typeface="Aptos" panose="020B0004020202020204" pitchFamily="34" charset="0"/>
              </a:rPr>
              <a:t> sunt in </a:t>
            </a:r>
            <a:r>
              <a:rPr lang="en-GB" sz="1200" err="1">
                <a:solidFill>
                  <a:schemeClr val="bg1"/>
                </a:solidFill>
                <a:latin typeface="Aptos" panose="020B0004020202020204" pitchFamily="34" charset="0"/>
              </a:rPr>
              <a:t>culpal</a:t>
            </a:r>
            <a:r>
              <a:rPr lang="en-GB" sz="1200">
                <a:solidFill>
                  <a:schemeClr val="bg1"/>
                </a:solidFill>
                <a:latin typeface="Aptos" panose="020B0004020202020204" pitchFamily="34" charset="0"/>
              </a:rPr>
              <a:t> qui </a:t>
            </a:r>
            <a:r>
              <a:rPr lang="en-GB" sz="1200" err="1">
                <a:solidFill>
                  <a:schemeClr val="bg1"/>
                </a:solidFill>
                <a:latin typeface="Aptos" panose="020B0004020202020204" pitchFamily="34" charset="0"/>
              </a:rPr>
              <a:t>officia</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deserun</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labor</a:t>
            </a:r>
            <a:r>
              <a:rPr lang="en-GB" sz="1200">
                <a:solidFill>
                  <a:schemeClr val="bg1"/>
                </a:solidFill>
                <a:latin typeface="Aptos" panose="020B0004020202020204" pitchFamily="34" charset="0"/>
              </a:rPr>
              <a:t> et </a:t>
            </a:r>
            <a:r>
              <a:rPr lang="en-GB" sz="1200" err="1">
                <a:solidFill>
                  <a:schemeClr val="bg1"/>
                </a:solidFill>
                <a:latin typeface="Aptos" panose="020B0004020202020204" pitchFamily="34" charset="0"/>
              </a:rPr>
              <a:t>doloresi</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canakls</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magnaname</a:t>
            </a:r>
            <a:r>
              <a:rPr lang="en-GB" sz="1200">
                <a:solidFill>
                  <a:schemeClr val="bg1"/>
                </a:solidFill>
                <a:latin typeface="Aptos" panose="020B0004020202020204" pitchFamily="34" charset="0"/>
              </a:rPr>
              <a:t> </a:t>
            </a:r>
            <a:r>
              <a:rPr lang="en-GB" sz="1200" err="1">
                <a:solidFill>
                  <a:schemeClr val="bg1"/>
                </a:solidFill>
                <a:latin typeface="Aptos" panose="020B0004020202020204" pitchFamily="34" charset="0"/>
              </a:rPr>
              <a:t>aliqua</a:t>
            </a:r>
            <a:r>
              <a:rPr lang="en-GB" sz="1200">
                <a:solidFill>
                  <a:schemeClr val="bg1"/>
                </a:solidFill>
                <a:latin typeface="Aptos" panose="020B0004020202020204" pitchFamily="34" charset="0"/>
              </a:rPr>
              <a:t>. Ut </a:t>
            </a:r>
            <a:r>
              <a:rPr lang="en-GB" sz="1200" err="1">
                <a:solidFill>
                  <a:schemeClr val="bg1"/>
                </a:solidFill>
                <a:latin typeface="Aptos" panose="020B0004020202020204" pitchFamily="34" charset="0"/>
              </a:rPr>
              <a:t>enim</a:t>
            </a:r>
            <a:r>
              <a:rPr lang="en-GB" sz="1200">
                <a:solidFill>
                  <a:schemeClr val="bg1"/>
                </a:solidFill>
                <a:latin typeface="Aptos" panose="020B0004020202020204" pitchFamily="34" charset="0"/>
              </a:rPr>
              <a:t> ad minim </a:t>
            </a:r>
            <a:r>
              <a:rPr lang="en-GB" sz="1200" err="1">
                <a:solidFill>
                  <a:schemeClr val="bg1"/>
                </a:solidFill>
                <a:latin typeface="Aptos" panose="020B0004020202020204" pitchFamily="34" charset="0"/>
              </a:rPr>
              <a:t>cupidatat</a:t>
            </a:r>
            <a:r>
              <a:rPr lang="en-GB" sz="1200">
                <a:solidFill>
                  <a:schemeClr val="bg1"/>
                </a:solidFill>
                <a:latin typeface="Aptos" panose="020B0004020202020204" pitchFamily="34" charset="0"/>
              </a:rPr>
              <a:t>.</a:t>
            </a:r>
            <a:endParaRPr lang="en-US" sz="1200">
              <a:solidFill>
                <a:schemeClr val="bg1"/>
              </a:solidFill>
              <a:latin typeface="Aptos" panose="020B0004020202020204" pitchFamily="34" charset="0"/>
            </a:endParaRPr>
          </a:p>
        </p:txBody>
      </p:sp>
      <p:grpSp>
        <p:nvGrpSpPr>
          <p:cNvPr id="22" name="Group 21">
            <a:extLst>
              <a:ext uri="{FF2B5EF4-FFF2-40B4-BE49-F238E27FC236}">
                <a16:creationId xmlns:a16="http://schemas.microsoft.com/office/drawing/2014/main" id="{E64B5A0B-2ABE-CA3D-A3E5-394824464B65}"/>
              </a:ext>
            </a:extLst>
          </p:cNvPr>
          <p:cNvGrpSpPr/>
          <p:nvPr/>
        </p:nvGrpSpPr>
        <p:grpSpPr>
          <a:xfrm>
            <a:off x="5775894" y="3142987"/>
            <a:ext cx="640212" cy="486000"/>
            <a:chOff x="15519414" y="-810973"/>
            <a:chExt cx="334060" cy="253221"/>
          </a:xfrm>
          <a:solidFill>
            <a:schemeClr val="accent2"/>
          </a:solidFill>
        </p:grpSpPr>
        <p:sp>
          <p:nvSpPr>
            <p:cNvPr id="23" name="Freeform 22">
              <a:extLst>
                <a:ext uri="{FF2B5EF4-FFF2-40B4-BE49-F238E27FC236}">
                  <a16:creationId xmlns:a16="http://schemas.microsoft.com/office/drawing/2014/main" id="{8DD72041-9A5E-3A0B-F260-0FB8BB58D065}"/>
                </a:ext>
              </a:extLst>
            </p:cNvPr>
            <p:cNvSpPr/>
            <p:nvPr/>
          </p:nvSpPr>
          <p:spPr>
            <a:xfrm>
              <a:off x="15519414" y="-810973"/>
              <a:ext cx="334058" cy="132730"/>
            </a:xfrm>
            <a:custGeom>
              <a:avLst/>
              <a:gdLst>
                <a:gd name="connsiteX0" fmla="*/ 146846 w 204358"/>
                <a:gd name="connsiteY0" fmla="*/ 75689 h 81197"/>
                <a:gd name="connsiteX1" fmla="*/ 146846 w 204358"/>
                <a:gd name="connsiteY1" fmla="*/ 53393 h 81197"/>
                <a:gd name="connsiteX2" fmla="*/ 0 w 204358"/>
                <a:gd name="connsiteY2" fmla="*/ 53393 h 81197"/>
                <a:gd name="connsiteX3" fmla="*/ 0 w 204358"/>
                <a:gd name="connsiteY3" fmla="*/ 27928 h 81197"/>
                <a:gd name="connsiteX4" fmla="*/ 146846 w 204358"/>
                <a:gd name="connsiteY4" fmla="*/ 27826 h 81197"/>
                <a:gd name="connsiteX5" fmla="*/ 146846 w 204358"/>
                <a:gd name="connsiteY5" fmla="*/ 5529 h 81197"/>
                <a:gd name="connsiteX6" fmla="*/ 155641 w 204358"/>
                <a:gd name="connsiteY6" fmla="*/ 1131 h 81197"/>
                <a:gd name="connsiteX7" fmla="*/ 202169 w 204358"/>
                <a:gd name="connsiteY7" fmla="*/ 36213 h 81197"/>
                <a:gd name="connsiteX8" fmla="*/ 202169 w 204358"/>
                <a:gd name="connsiteY8" fmla="*/ 45009 h 81197"/>
                <a:gd name="connsiteX9" fmla="*/ 155641 w 204358"/>
                <a:gd name="connsiteY9" fmla="*/ 80087 h 81197"/>
                <a:gd name="connsiteX10" fmla="*/ 146846 w 204358"/>
                <a:gd name="connsiteY10" fmla="*/ 75689 h 81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58" h="81197">
                  <a:moveTo>
                    <a:pt x="146846" y="75689"/>
                  </a:moveTo>
                  <a:lnTo>
                    <a:pt x="146846" y="53393"/>
                  </a:lnTo>
                  <a:lnTo>
                    <a:pt x="0" y="53393"/>
                  </a:lnTo>
                  <a:lnTo>
                    <a:pt x="0" y="27928"/>
                  </a:lnTo>
                  <a:lnTo>
                    <a:pt x="146846" y="27826"/>
                  </a:lnTo>
                  <a:lnTo>
                    <a:pt x="146846" y="5529"/>
                  </a:lnTo>
                  <a:cubicBezTo>
                    <a:pt x="146846" y="978"/>
                    <a:pt x="151992" y="-1628"/>
                    <a:pt x="155641" y="1131"/>
                  </a:cubicBezTo>
                  <a:lnTo>
                    <a:pt x="202169" y="36213"/>
                  </a:lnTo>
                  <a:cubicBezTo>
                    <a:pt x="205088" y="38410"/>
                    <a:pt x="205088" y="42808"/>
                    <a:pt x="202169" y="45009"/>
                  </a:cubicBezTo>
                  <a:lnTo>
                    <a:pt x="155641" y="80087"/>
                  </a:lnTo>
                  <a:cubicBezTo>
                    <a:pt x="152065" y="82799"/>
                    <a:pt x="146846" y="80241"/>
                    <a:pt x="146846" y="75689"/>
                  </a:cubicBezTo>
                  <a:close/>
                </a:path>
              </a:pathLst>
            </a:custGeom>
            <a:grpFill/>
            <a:ln w="3646" cap="flat">
              <a:noFill/>
              <a:prstDash val="solid"/>
              <a:miter/>
            </a:ln>
          </p:spPr>
          <p:txBody>
            <a:bodyPr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GR">
                <a:solidFill>
                  <a:schemeClr val="tx2"/>
                </a:solidFill>
              </a:endParaRPr>
            </a:p>
          </p:txBody>
        </p:sp>
        <p:sp>
          <p:nvSpPr>
            <p:cNvPr id="24" name="Freeform 23">
              <a:extLst>
                <a:ext uri="{FF2B5EF4-FFF2-40B4-BE49-F238E27FC236}">
                  <a16:creationId xmlns:a16="http://schemas.microsoft.com/office/drawing/2014/main" id="{5D8CDBC4-D7E6-2F23-71DC-FE9C6B4AC427}"/>
                </a:ext>
              </a:extLst>
            </p:cNvPr>
            <p:cNvSpPr/>
            <p:nvPr/>
          </p:nvSpPr>
          <p:spPr>
            <a:xfrm>
              <a:off x="15519436" y="-690482"/>
              <a:ext cx="334038" cy="132730"/>
            </a:xfrm>
            <a:custGeom>
              <a:avLst/>
              <a:gdLst>
                <a:gd name="connsiteX0" fmla="*/ 57507 w 204345"/>
                <a:gd name="connsiteY0" fmla="*/ 5508 h 81197"/>
                <a:gd name="connsiteX1" fmla="*/ 57507 w 204345"/>
                <a:gd name="connsiteY1" fmla="*/ 27805 h 81197"/>
                <a:gd name="connsiteX2" fmla="*/ 204346 w 204345"/>
                <a:gd name="connsiteY2" fmla="*/ 27805 h 81197"/>
                <a:gd name="connsiteX3" fmla="*/ 204346 w 204345"/>
                <a:gd name="connsiteY3" fmla="*/ 53270 h 81197"/>
                <a:gd name="connsiteX4" fmla="*/ 57507 w 204345"/>
                <a:gd name="connsiteY4" fmla="*/ 53372 h 81197"/>
                <a:gd name="connsiteX5" fmla="*/ 57507 w 204345"/>
                <a:gd name="connsiteY5" fmla="*/ 75669 h 81197"/>
                <a:gd name="connsiteX6" fmla="*/ 48712 w 204345"/>
                <a:gd name="connsiteY6" fmla="*/ 80067 h 81197"/>
                <a:gd name="connsiteX7" fmla="*/ 2184 w 204345"/>
                <a:gd name="connsiteY7" fmla="*/ 44985 h 81197"/>
                <a:gd name="connsiteX8" fmla="*/ 2184 w 204345"/>
                <a:gd name="connsiteY8" fmla="*/ 36189 h 81197"/>
                <a:gd name="connsiteX9" fmla="*/ 48712 w 204345"/>
                <a:gd name="connsiteY9" fmla="*/ 1110 h 81197"/>
                <a:gd name="connsiteX10" fmla="*/ 57507 w 204345"/>
                <a:gd name="connsiteY10" fmla="*/ 5508 h 81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45" h="81197">
                  <a:moveTo>
                    <a:pt x="57507" y="5508"/>
                  </a:moveTo>
                  <a:lnTo>
                    <a:pt x="57507" y="27805"/>
                  </a:lnTo>
                  <a:lnTo>
                    <a:pt x="204346" y="27805"/>
                  </a:lnTo>
                  <a:lnTo>
                    <a:pt x="204346" y="53270"/>
                  </a:lnTo>
                  <a:lnTo>
                    <a:pt x="57507" y="53372"/>
                  </a:lnTo>
                  <a:lnTo>
                    <a:pt x="57507" y="75669"/>
                  </a:lnTo>
                  <a:cubicBezTo>
                    <a:pt x="57507" y="80220"/>
                    <a:pt x="52343" y="82826"/>
                    <a:pt x="48712" y="80067"/>
                  </a:cubicBezTo>
                  <a:lnTo>
                    <a:pt x="2184" y="44985"/>
                  </a:lnTo>
                  <a:cubicBezTo>
                    <a:pt x="-728" y="42788"/>
                    <a:pt x="-728" y="38389"/>
                    <a:pt x="2184" y="36189"/>
                  </a:cubicBezTo>
                  <a:lnTo>
                    <a:pt x="48712" y="1110"/>
                  </a:lnTo>
                  <a:cubicBezTo>
                    <a:pt x="52292" y="-1601"/>
                    <a:pt x="57507" y="957"/>
                    <a:pt x="57507" y="5508"/>
                  </a:cubicBezTo>
                  <a:close/>
                </a:path>
              </a:pathLst>
            </a:custGeom>
            <a:grpFill/>
            <a:ln w="3646" cap="flat">
              <a:noFill/>
              <a:prstDash val="solid"/>
              <a:miter/>
            </a:ln>
          </p:spPr>
          <p:txBody>
            <a:bodyPr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GR">
                <a:solidFill>
                  <a:schemeClr val="tx2"/>
                </a:solidFill>
              </a:endParaRPr>
            </a:p>
          </p:txBody>
        </p:sp>
      </p:grpSp>
      <p:grpSp>
        <p:nvGrpSpPr>
          <p:cNvPr id="25" name="Group 24">
            <a:extLst>
              <a:ext uri="{FF2B5EF4-FFF2-40B4-BE49-F238E27FC236}">
                <a16:creationId xmlns:a16="http://schemas.microsoft.com/office/drawing/2014/main" id="{33D14912-81EA-E185-4A94-CAA93A471218}"/>
              </a:ext>
            </a:extLst>
          </p:cNvPr>
          <p:cNvGrpSpPr/>
          <p:nvPr/>
        </p:nvGrpSpPr>
        <p:grpSpPr>
          <a:xfrm>
            <a:off x="9762680" y="3110361"/>
            <a:ext cx="579376" cy="561076"/>
            <a:chOff x="8090857" y="4537605"/>
            <a:chExt cx="181425" cy="152559"/>
          </a:xfrm>
          <a:solidFill>
            <a:schemeClr val="accent3"/>
          </a:solidFill>
        </p:grpSpPr>
        <p:sp>
          <p:nvSpPr>
            <p:cNvPr id="26" name="Freeform 25">
              <a:extLst>
                <a:ext uri="{FF2B5EF4-FFF2-40B4-BE49-F238E27FC236}">
                  <a16:creationId xmlns:a16="http://schemas.microsoft.com/office/drawing/2014/main" id="{58736045-5A2F-276E-A558-49854744353C}"/>
                </a:ext>
              </a:extLst>
            </p:cNvPr>
            <p:cNvSpPr/>
            <p:nvPr/>
          </p:nvSpPr>
          <p:spPr>
            <a:xfrm>
              <a:off x="8090857" y="4537605"/>
              <a:ext cx="181425" cy="22620"/>
            </a:xfrm>
            <a:custGeom>
              <a:avLst/>
              <a:gdLst>
                <a:gd name="connsiteX0" fmla="*/ 6856 w 204910"/>
                <a:gd name="connsiteY0" fmla="*/ 0 h 25548"/>
                <a:gd name="connsiteX1" fmla="*/ 198041 w 204910"/>
                <a:gd name="connsiteY1" fmla="*/ 0 h 25548"/>
                <a:gd name="connsiteX2" fmla="*/ 198041 w 204910"/>
                <a:gd name="connsiteY2" fmla="*/ 25549 h 25548"/>
                <a:gd name="connsiteX3" fmla="*/ 6856 w 204910"/>
                <a:gd name="connsiteY3" fmla="*/ 25549 h 25548"/>
                <a:gd name="connsiteX4" fmla="*/ 6856 w 204910"/>
                <a:gd name="connsiteY4" fmla="*/ 0 h 25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910" h="25548">
                  <a:moveTo>
                    <a:pt x="6856" y="0"/>
                  </a:moveTo>
                  <a:lnTo>
                    <a:pt x="198041" y="0"/>
                  </a:lnTo>
                  <a:cubicBezTo>
                    <a:pt x="207200" y="255"/>
                    <a:pt x="207200" y="25293"/>
                    <a:pt x="198041" y="25549"/>
                  </a:cubicBezTo>
                  <a:lnTo>
                    <a:pt x="6856" y="25549"/>
                  </a:lnTo>
                  <a:cubicBezTo>
                    <a:pt x="-2267" y="25293"/>
                    <a:pt x="-2304" y="255"/>
                    <a:pt x="6856" y="0"/>
                  </a:cubicBezTo>
                  <a:close/>
                </a:path>
              </a:pathLst>
            </a:custGeom>
            <a:grpFill/>
            <a:ln w="3646" cap="flat">
              <a:noFill/>
              <a:prstDash val="solid"/>
              <a:miter/>
            </a:ln>
          </p:spPr>
          <p:txBody>
            <a:bodyPr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GR"/>
            </a:p>
          </p:txBody>
        </p:sp>
        <p:sp>
          <p:nvSpPr>
            <p:cNvPr id="27" name="Freeform 26">
              <a:extLst>
                <a:ext uri="{FF2B5EF4-FFF2-40B4-BE49-F238E27FC236}">
                  <a16:creationId xmlns:a16="http://schemas.microsoft.com/office/drawing/2014/main" id="{E807BDFC-9675-AD96-0A6C-B0C3CB249B2A}"/>
                </a:ext>
              </a:extLst>
            </p:cNvPr>
            <p:cNvSpPr/>
            <p:nvPr/>
          </p:nvSpPr>
          <p:spPr>
            <a:xfrm>
              <a:off x="8102355" y="4578322"/>
              <a:ext cx="158190" cy="111842"/>
            </a:xfrm>
            <a:custGeom>
              <a:avLst/>
              <a:gdLst>
                <a:gd name="connsiteX0" fmla="*/ 25545 w 178667"/>
                <a:gd name="connsiteY0" fmla="*/ 126320 h 126319"/>
                <a:gd name="connsiteX1" fmla="*/ 73 w 178667"/>
                <a:gd name="connsiteY1" fmla="*/ 100808 h 126319"/>
                <a:gd name="connsiteX2" fmla="*/ 0 w 178667"/>
                <a:gd name="connsiteY2" fmla="*/ 100808 h 126319"/>
                <a:gd name="connsiteX3" fmla="*/ 0 w 178667"/>
                <a:gd name="connsiteY3" fmla="*/ 0 h 126319"/>
                <a:gd name="connsiteX4" fmla="*/ 178668 w 178667"/>
                <a:gd name="connsiteY4" fmla="*/ 0 h 126319"/>
                <a:gd name="connsiteX5" fmla="*/ 178668 w 178667"/>
                <a:gd name="connsiteY5" fmla="*/ 100808 h 126319"/>
                <a:gd name="connsiteX6" fmla="*/ 153159 w 178667"/>
                <a:gd name="connsiteY6" fmla="*/ 126320 h 126319"/>
                <a:gd name="connsiteX7" fmla="*/ 25545 w 178667"/>
                <a:gd name="connsiteY7" fmla="*/ 126320 h 126319"/>
                <a:gd name="connsiteX8" fmla="*/ 55031 w 178667"/>
                <a:gd name="connsiteY8" fmla="*/ 20402 h 126319"/>
                <a:gd name="connsiteX9" fmla="*/ 55031 w 178667"/>
                <a:gd name="connsiteY9" fmla="*/ 35732 h 126319"/>
                <a:gd name="connsiteX10" fmla="*/ 123673 w 178667"/>
                <a:gd name="connsiteY10" fmla="*/ 35732 h 126319"/>
                <a:gd name="connsiteX11" fmla="*/ 123673 w 178667"/>
                <a:gd name="connsiteY11" fmla="*/ 20402 h 126319"/>
                <a:gd name="connsiteX12" fmla="*/ 55031 w 178667"/>
                <a:gd name="connsiteY12" fmla="*/ 20402 h 126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667" h="126319">
                  <a:moveTo>
                    <a:pt x="25545" y="126320"/>
                  </a:moveTo>
                  <a:cubicBezTo>
                    <a:pt x="11495" y="126320"/>
                    <a:pt x="73" y="114896"/>
                    <a:pt x="73" y="100808"/>
                  </a:cubicBezTo>
                  <a:lnTo>
                    <a:pt x="0" y="100808"/>
                  </a:lnTo>
                  <a:lnTo>
                    <a:pt x="0" y="0"/>
                  </a:lnTo>
                  <a:lnTo>
                    <a:pt x="178668" y="0"/>
                  </a:lnTo>
                  <a:lnTo>
                    <a:pt x="178668" y="100808"/>
                  </a:lnTo>
                  <a:cubicBezTo>
                    <a:pt x="178668" y="114860"/>
                    <a:pt x="167282" y="126320"/>
                    <a:pt x="153159" y="126320"/>
                  </a:cubicBezTo>
                  <a:lnTo>
                    <a:pt x="25545" y="126320"/>
                  </a:lnTo>
                  <a:close/>
                  <a:moveTo>
                    <a:pt x="55031" y="20402"/>
                  </a:moveTo>
                  <a:cubicBezTo>
                    <a:pt x="49155" y="20695"/>
                    <a:pt x="50213" y="35622"/>
                    <a:pt x="55031" y="35732"/>
                  </a:cubicBezTo>
                  <a:lnTo>
                    <a:pt x="123673" y="35732"/>
                  </a:lnTo>
                  <a:cubicBezTo>
                    <a:pt x="129147" y="35622"/>
                    <a:pt x="129147" y="20548"/>
                    <a:pt x="123673" y="20402"/>
                  </a:cubicBezTo>
                  <a:lnTo>
                    <a:pt x="55031" y="20402"/>
                  </a:lnTo>
                  <a:close/>
                </a:path>
              </a:pathLst>
            </a:custGeom>
            <a:grpFill/>
            <a:ln w="3646" cap="flat">
              <a:noFill/>
              <a:prstDash val="solid"/>
              <a:miter/>
            </a:ln>
          </p:spPr>
          <p:txBody>
            <a:bodyPr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en-GR"/>
            </a:p>
          </p:txBody>
        </p:sp>
      </p:grpSp>
      <p:sp>
        <p:nvSpPr>
          <p:cNvPr id="3" name="Text Placeholder 2">
            <a:extLst>
              <a:ext uri="{FF2B5EF4-FFF2-40B4-BE49-F238E27FC236}">
                <a16:creationId xmlns:a16="http://schemas.microsoft.com/office/drawing/2014/main" id="{C6C5EFB9-6F67-CCAA-CDF3-ED5BAD06AE6F}"/>
              </a:ext>
            </a:extLst>
          </p:cNvPr>
          <p:cNvSpPr>
            <a:spLocks noGrp="1"/>
          </p:cNvSpPr>
          <p:nvPr>
            <p:ph type="body" sz="quarter" idx="25"/>
          </p:nvPr>
        </p:nvSpPr>
        <p:spPr>
          <a:xfrm>
            <a:off x="332318" y="741496"/>
            <a:ext cx="11531549" cy="334515"/>
          </a:xfrm>
        </p:spPr>
        <p:txBody>
          <a:bodyPr/>
          <a:lstStyle/>
          <a:p>
            <a:r>
              <a:rPr lang="en-GR"/>
              <a:t>Infographic</a:t>
            </a:r>
          </a:p>
        </p:txBody>
      </p:sp>
    </p:spTree>
    <p:extLst>
      <p:ext uri="{BB962C8B-B14F-4D97-AF65-F5344CB8AC3E}">
        <p14:creationId xmlns:p14="http://schemas.microsoft.com/office/powerpoint/2010/main" val="342997206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EB0C733-A952-245F-65E4-4B262AE0295C}"/>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158</a:t>
            </a:fld>
            <a:endParaRPr lang="en-GR"/>
          </a:p>
        </p:txBody>
      </p:sp>
      <p:sp>
        <p:nvSpPr>
          <p:cNvPr id="43" name="Text Placeholder 42">
            <a:extLst>
              <a:ext uri="{FF2B5EF4-FFF2-40B4-BE49-F238E27FC236}">
                <a16:creationId xmlns:a16="http://schemas.microsoft.com/office/drawing/2014/main" id="{84D7C5EA-79EC-F31D-62EF-9AF51DE81280}"/>
              </a:ext>
            </a:extLst>
          </p:cNvPr>
          <p:cNvSpPr>
            <a:spLocks noGrp="1"/>
          </p:cNvSpPr>
          <p:nvPr>
            <p:ph type="body" sz="quarter" idx="14"/>
          </p:nvPr>
        </p:nvSpPr>
        <p:spPr>
          <a:xfrm>
            <a:off x="331200" y="1268822"/>
            <a:ext cx="7939040" cy="364908"/>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8" name="Rectangle 7">
            <a:extLst>
              <a:ext uri="{FF2B5EF4-FFF2-40B4-BE49-F238E27FC236}">
                <a16:creationId xmlns:a16="http://schemas.microsoft.com/office/drawing/2014/main" id="{8218588D-05B9-0FB9-525F-92315FB072B1}"/>
              </a:ext>
            </a:extLst>
          </p:cNvPr>
          <p:cNvSpPr/>
          <p:nvPr/>
        </p:nvSpPr>
        <p:spPr>
          <a:xfrm>
            <a:off x="327462" y="1998454"/>
            <a:ext cx="3585738" cy="72326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buClr>
                <a:srgbClr val="047A85"/>
              </a:buClr>
              <a:tabLst>
                <a:tab pos="352425" algn="l"/>
              </a:tabLst>
              <a:defRPr/>
            </a:pPr>
            <a:r>
              <a:rPr lang="en-US" sz="1400" b="1">
                <a:solidFill>
                  <a:srgbClr val="FFFFFF"/>
                </a:solidFill>
                <a:latin typeface="Aptos SemiBold" panose="020B0004020202020204" pitchFamily="34" charset="0"/>
                <a:ea typeface="Lato Semibold" panose="020F0502020204030203" pitchFamily="34" charset="0"/>
                <a:cs typeface="Poppins Medium" pitchFamily="2" charset="77"/>
              </a:rPr>
              <a:t>2021</a:t>
            </a:r>
            <a:endParaRPr lang="en-GB" sz="1400" b="1">
              <a:solidFill>
                <a:schemeClr val="bg1"/>
              </a:solidFill>
              <a:latin typeface="Aptos SemiBold" panose="020B0004020202020204" pitchFamily="34" charset="0"/>
            </a:endParaRPr>
          </a:p>
        </p:txBody>
      </p:sp>
      <p:sp>
        <p:nvSpPr>
          <p:cNvPr id="9" name="Rectangle 8">
            <a:extLst>
              <a:ext uri="{FF2B5EF4-FFF2-40B4-BE49-F238E27FC236}">
                <a16:creationId xmlns:a16="http://schemas.microsoft.com/office/drawing/2014/main" id="{1D397DB1-FB19-8933-B4A1-AD8C4AAFBF49}"/>
              </a:ext>
            </a:extLst>
          </p:cNvPr>
          <p:cNvSpPr/>
          <p:nvPr/>
        </p:nvSpPr>
        <p:spPr>
          <a:xfrm>
            <a:off x="4285687" y="1998456"/>
            <a:ext cx="3585738" cy="72326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600"/>
              </a:spcAft>
              <a:buClr>
                <a:srgbClr val="047A85"/>
              </a:buClr>
              <a:tabLst>
                <a:tab pos="352425" algn="l"/>
              </a:tabLst>
              <a:defRPr/>
            </a:pPr>
            <a:r>
              <a:rPr lang="en-US" sz="1400" b="1">
                <a:solidFill>
                  <a:srgbClr val="FFFFFF"/>
                </a:solidFill>
                <a:latin typeface="Aptos SemiBold" panose="020B0004020202020204" pitchFamily="34" charset="0"/>
                <a:ea typeface="Lato Semibold" panose="020F0502020204030203" pitchFamily="34" charset="0"/>
                <a:cs typeface="Poppins Medium" pitchFamily="2" charset="77"/>
              </a:rPr>
              <a:t>2022</a:t>
            </a:r>
            <a:endParaRPr lang="en-GB" sz="1400" b="1">
              <a:solidFill>
                <a:schemeClr val="bg1"/>
              </a:solidFill>
              <a:latin typeface="Aptos SemiBold" panose="020B0004020202020204" pitchFamily="34" charset="0"/>
            </a:endParaRPr>
          </a:p>
        </p:txBody>
      </p:sp>
      <p:sp>
        <p:nvSpPr>
          <p:cNvPr id="10" name="Rectangle 9">
            <a:extLst>
              <a:ext uri="{FF2B5EF4-FFF2-40B4-BE49-F238E27FC236}">
                <a16:creationId xmlns:a16="http://schemas.microsoft.com/office/drawing/2014/main" id="{86973105-85B1-ABD2-F068-64E12DC9A75C}"/>
              </a:ext>
            </a:extLst>
          </p:cNvPr>
          <p:cNvSpPr/>
          <p:nvPr/>
        </p:nvSpPr>
        <p:spPr>
          <a:xfrm>
            <a:off x="8243912" y="1998456"/>
            <a:ext cx="3585738" cy="72326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400" b="1">
                <a:solidFill>
                  <a:srgbClr val="FFFFFF"/>
                </a:solidFill>
                <a:latin typeface="Aptos SemiBold" panose="020B0004020202020204" pitchFamily="34" charset="0"/>
                <a:ea typeface="Lato Semibold" panose="020F0502020204030203" pitchFamily="34" charset="0"/>
                <a:cs typeface="Poppins Medium" pitchFamily="2" charset="77"/>
              </a:rPr>
              <a:t>2023</a:t>
            </a:r>
            <a:endParaRPr lang="en-GB" sz="1400" b="1">
              <a:solidFill>
                <a:schemeClr val="bg1"/>
              </a:solidFill>
              <a:latin typeface="Aptos SemiBold" panose="020B0004020202020204" pitchFamily="34" charset="0"/>
            </a:endParaRPr>
          </a:p>
        </p:txBody>
      </p:sp>
      <p:sp>
        <p:nvSpPr>
          <p:cNvPr id="11" name="Text Placeholder 2">
            <a:extLst>
              <a:ext uri="{FF2B5EF4-FFF2-40B4-BE49-F238E27FC236}">
                <a16:creationId xmlns:a16="http://schemas.microsoft.com/office/drawing/2014/main" id="{4886F884-B347-8899-8FE4-48A7E6E97604}"/>
              </a:ext>
            </a:extLst>
          </p:cNvPr>
          <p:cNvSpPr txBox="1">
            <a:spLocks/>
          </p:cNvSpPr>
          <p:nvPr/>
        </p:nvSpPr>
        <p:spPr>
          <a:xfrm>
            <a:off x="688933" y="2929061"/>
            <a:ext cx="2868460" cy="1210652"/>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900"/>
              </a:spcBef>
              <a:buClr>
                <a:srgbClr val="047A85"/>
              </a:buClr>
              <a:buNone/>
              <a:tabLst>
                <a:tab pos="352425" algn="l"/>
              </a:tabLst>
              <a:defRPr/>
            </a:pPr>
            <a:r>
              <a:rPr lang="en-GB" sz="1200">
                <a:solidFill>
                  <a:schemeClr val="accent1"/>
                </a:solidFill>
              </a:rPr>
              <a:t>Ut </a:t>
            </a:r>
            <a:r>
              <a:rPr lang="en-GB" sz="1200" err="1">
                <a:solidFill>
                  <a:schemeClr val="accent1"/>
                </a:solidFill>
              </a:rPr>
              <a:t>enim</a:t>
            </a:r>
            <a:r>
              <a:rPr lang="en-GB" sz="1200">
                <a:solidFill>
                  <a:schemeClr val="accent1"/>
                </a:solidFill>
              </a:rPr>
              <a:t> ad minim </a:t>
            </a:r>
            <a:r>
              <a:rPr lang="en-GB" sz="1200" err="1">
                <a:solidFill>
                  <a:schemeClr val="accent1"/>
                </a:solidFill>
              </a:rPr>
              <a:t>veniam</a:t>
            </a:r>
            <a:r>
              <a:rPr lang="en-GB" sz="1200">
                <a:solidFill>
                  <a:schemeClr val="accent1"/>
                </a:solidFill>
              </a:rPr>
              <a:t>, </a:t>
            </a:r>
            <a:r>
              <a:rPr lang="en-GB" sz="1200" err="1">
                <a:solidFill>
                  <a:schemeClr val="accent1"/>
                </a:solidFill>
              </a:rPr>
              <a:t>quisanam</a:t>
            </a:r>
            <a:r>
              <a:rPr lang="el-GR" sz="1200">
                <a:solidFill>
                  <a:schemeClr val="accent1"/>
                </a:solidFill>
              </a:rPr>
              <a:t> </a:t>
            </a:r>
            <a:r>
              <a:rPr lang="en-GB" sz="1200" err="1">
                <a:solidFill>
                  <a:schemeClr val="accent1"/>
                </a:solidFill>
              </a:rPr>
              <a:t>quiso</a:t>
            </a:r>
            <a:r>
              <a:rPr lang="en-GB" sz="1200">
                <a:solidFill>
                  <a:schemeClr val="accent1"/>
                </a:solidFill>
              </a:rPr>
              <a:t> </a:t>
            </a:r>
            <a:r>
              <a:rPr lang="en-GB" sz="1200" err="1">
                <a:solidFill>
                  <a:schemeClr val="accent1"/>
                </a:solidFill>
              </a:rPr>
              <a:t>velu</a:t>
            </a:r>
            <a:r>
              <a:rPr lang="en-GB" sz="1200">
                <a:solidFill>
                  <a:schemeClr val="accent1"/>
                </a:solidFill>
              </a:rPr>
              <a:t> </a:t>
            </a:r>
            <a:r>
              <a:rPr lang="en-GB" sz="1200" err="1">
                <a:solidFill>
                  <a:schemeClr val="accent1"/>
                </a:solidFill>
              </a:rPr>
              <a:t>nostrud</a:t>
            </a:r>
            <a:r>
              <a:rPr lang="el-GR" sz="1200">
                <a:solidFill>
                  <a:schemeClr val="accent1"/>
                </a:solidFill>
              </a:rPr>
              <a:t> </a:t>
            </a:r>
            <a:r>
              <a:rPr lang="en-US" sz="1200" err="1">
                <a:solidFill>
                  <a:schemeClr val="accent1"/>
                </a:solidFill>
              </a:rPr>
              <a:t>thoulin</a:t>
            </a:r>
            <a:r>
              <a:rPr lang="en-GB" sz="1200">
                <a:solidFill>
                  <a:schemeClr val="accent1"/>
                </a:solidFill>
              </a:rPr>
              <a:t> exercitation </a:t>
            </a:r>
            <a:r>
              <a:rPr lang="en-GB" sz="1200" err="1">
                <a:solidFill>
                  <a:schemeClr val="accent1"/>
                </a:solidFill>
              </a:rPr>
              <a:t>veniamo</a:t>
            </a:r>
            <a:r>
              <a:rPr lang="en-US" sz="1200" err="1">
                <a:solidFill>
                  <a:schemeClr val="accent1"/>
                </a:solidFill>
              </a:rPr>
              <a:t>nt</a:t>
            </a:r>
            <a:r>
              <a:rPr lang="en-GB" sz="1200">
                <a:solidFill>
                  <a:schemeClr val="accent1"/>
                </a:solidFill>
              </a:rPr>
              <a:t> </a:t>
            </a:r>
            <a:r>
              <a:rPr lang="en-GB" sz="1200" err="1">
                <a:solidFill>
                  <a:schemeClr val="accent1"/>
                </a:solidFill>
              </a:rPr>
              <a:t>ullamco</a:t>
            </a:r>
            <a:r>
              <a:rPr lang="en-GB" sz="1200">
                <a:solidFill>
                  <a:schemeClr val="accent1"/>
                </a:solidFill>
              </a:rPr>
              <a:t> </a:t>
            </a:r>
            <a:r>
              <a:rPr lang="en-GB" sz="1200" err="1">
                <a:solidFill>
                  <a:schemeClr val="accent1"/>
                </a:solidFill>
              </a:rPr>
              <a:t>laboris</a:t>
            </a:r>
            <a:r>
              <a:rPr lang="en-GB" sz="1200">
                <a:solidFill>
                  <a:schemeClr val="accent1"/>
                </a:solidFill>
              </a:rPr>
              <a:t> nisi </a:t>
            </a:r>
            <a:r>
              <a:rPr lang="en-GB" sz="1200" err="1">
                <a:solidFill>
                  <a:schemeClr val="accent1"/>
                </a:solidFill>
              </a:rPr>
              <a:t>utaliqu</a:t>
            </a:r>
            <a:r>
              <a:rPr lang="en-GB" sz="1200">
                <a:solidFill>
                  <a:schemeClr val="accent1"/>
                </a:solidFill>
              </a:rPr>
              <a:t> ex </a:t>
            </a:r>
            <a:r>
              <a:rPr lang="en-GB" sz="1200" err="1">
                <a:solidFill>
                  <a:schemeClr val="accent1"/>
                </a:solidFill>
              </a:rPr>
              <a:t>eacrat</a:t>
            </a:r>
            <a:r>
              <a:rPr lang="en-GB" sz="1200">
                <a:solidFill>
                  <a:schemeClr val="accent1"/>
                </a:solidFill>
              </a:rPr>
              <a:t> </a:t>
            </a:r>
            <a:r>
              <a:rPr lang="en-GB" sz="1200" err="1">
                <a:solidFill>
                  <a:schemeClr val="accent1"/>
                </a:solidFill>
              </a:rPr>
              <a:t>sagitti</a:t>
            </a:r>
            <a:r>
              <a:rPr lang="en-GB" sz="1200">
                <a:solidFill>
                  <a:schemeClr val="accent1"/>
                </a:solidFill>
              </a:rPr>
              <a:t> </a:t>
            </a:r>
            <a:r>
              <a:rPr lang="en-GB" sz="1200" err="1">
                <a:solidFill>
                  <a:schemeClr val="accent1"/>
                </a:solidFill>
              </a:rPr>
              <a:t>commodo</a:t>
            </a:r>
            <a:r>
              <a:rPr lang="en-GB" sz="1200">
                <a:solidFill>
                  <a:schemeClr val="accent1"/>
                </a:solidFill>
              </a:rPr>
              <a:t> minim </a:t>
            </a:r>
            <a:r>
              <a:rPr lang="en-GB" sz="1200" err="1">
                <a:solidFill>
                  <a:schemeClr val="accent1"/>
                </a:solidFill>
              </a:rPr>
              <a:t>consequat</a:t>
            </a:r>
            <a:r>
              <a:rPr lang="en-GB" sz="1200">
                <a:solidFill>
                  <a:schemeClr val="accent1"/>
                </a:solidFill>
              </a:rPr>
              <a:t>.</a:t>
            </a:r>
            <a:r>
              <a:rPr lang="el-GR" sz="1200">
                <a:solidFill>
                  <a:schemeClr val="accent1"/>
                </a:solidFill>
              </a:rPr>
              <a:t> </a:t>
            </a:r>
            <a:r>
              <a:rPr lang="en-GB" sz="1200" err="1">
                <a:solidFill>
                  <a:schemeClr val="accent1"/>
                </a:solidFill>
              </a:rPr>
              <a:t>Lorema</a:t>
            </a:r>
            <a:r>
              <a:rPr lang="en-GB" sz="1200">
                <a:solidFill>
                  <a:schemeClr val="accent1"/>
                </a:solidFill>
              </a:rPr>
              <a:t> </a:t>
            </a:r>
            <a:r>
              <a:rPr lang="en-GB" sz="1200" err="1">
                <a:solidFill>
                  <a:schemeClr val="accent1"/>
                </a:solidFill>
              </a:rPr>
              <a:t>yaem</a:t>
            </a:r>
            <a:r>
              <a:rPr lang="en-GB" sz="1200">
                <a:solidFill>
                  <a:schemeClr val="accent1"/>
                </a:solidFill>
              </a:rPr>
              <a:t> </a:t>
            </a:r>
            <a:r>
              <a:rPr lang="en-GB" sz="1200" err="1">
                <a:solidFill>
                  <a:schemeClr val="accent1"/>
                </a:solidFill>
              </a:rPr>
              <a:t>mauris</a:t>
            </a:r>
            <a:r>
              <a:rPr lang="en-GB" sz="1200">
                <a:solidFill>
                  <a:schemeClr val="accent1"/>
                </a:solidFill>
              </a:rPr>
              <a:t> </a:t>
            </a:r>
            <a:r>
              <a:rPr lang="en-GB" sz="1200" err="1">
                <a:solidFill>
                  <a:schemeClr val="accent1"/>
                </a:solidFill>
              </a:rPr>
              <a:t>pellentesque</a:t>
            </a:r>
            <a:r>
              <a:rPr lang="en-GB" sz="1200">
                <a:solidFill>
                  <a:schemeClr val="accent1"/>
                </a:solidFill>
              </a:rPr>
              <a:t> ipsum </a:t>
            </a:r>
            <a:r>
              <a:rPr lang="en-GB" sz="1200" err="1">
                <a:solidFill>
                  <a:schemeClr val="accent1"/>
                </a:solidFill>
              </a:rPr>
              <a:t>dolor</a:t>
            </a:r>
            <a:r>
              <a:rPr lang="en-GB" sz="1200">
                <a:solidFill>
                  <a:schemeClr val="accent1"/>
                </a:solidFill>
              </a:rPr>
              <a:t> sit </a:t>
            </a:r>
            <a:r>
              <a:rPr lang="en-GB" sz="1200" err="1">
                <a:solidFill>
                  <a:schemeClr val="accent1"/>
                </a:solidFill>
              </a:rPr>
              <a:t>amet</a:t>
            </a:r>
            <a:r>
              <a:rPr lang="en-GB" sz="1200">
                <a:solidFill>
                  <a:schemeClr val="accent1"/>
                </a:solidFill>
              </a:rPr>
              <a:t>, </a:t>
            </a:r>
            <a:r>
              <a:rPr lang="en-GB" sz="1200" err="1">
                <a:solidFill>
                  <a:schemeClr val="accent1"/>
                </a:solidFill>
              </a:rPr>
              <a:t>consecteturbor</a:t>
            </a:r>
            <a:r>
              <a:rPr lang="en-GB" sz="1200">
                <a:solidFill>
                  <a:schemeClr val="accent1"/>
                </a:solidFill>
              </a:rPr>
              <a:t> </a:t>
            </a:r>
            <a:r>
              <a:rPr lang="en-GB" sz="1200" err="1">
                <a:solidFill>
                  <a:schemeClr val="accent1"/>
                </a:solidFill>
              </a:rPr>
              <a:t>adipiscing</a:t>
            </a:r>
            <a:r>
              <a:rPr lang="en-GB" sz="1200">
                <a:solidFill>
                  <a:schemeClr val="accent1"/>
                </a:solidFill>
              </a:rPr>
              <a:t> </a:t>
            </a:r>
            <a:r>
              <a:rPr lang="en-GB" sz="1200" err="1">
                <a:solidFill>
                  <a:schemeClr val="accent1"/>
                </a:solidFill>
              </a:rPr>
              <a:t>elit</a:t>
            </a:r>
            <a:r>
              <a:rPr lang="en-GB" sz="1200">
                <a:solidFill>
                  <a:schemeClr val="accent1"/>
                </a:solidFill>
              </a:rPr>
              <a:t>, </a:t>
            </a:r>
            <a:r>
              <a:rPr lang="en-GB" sz="1200" err="1">
                <a:solidFill>
                  <a:schemeClr val="accent1"/>
                </a:solidFill>
              </a:rPr>
              <a:t>sed</a:t>
            </a:r>
            <a:r>
              <a:rPr lang="el-GR" sz="1200">
                <a:solidFill>
                  <a:schemeClr val="accent1"/>
                </a:solidFill>
              </a:rPr>
              <a:t>.</a:t>
            </a:r>
            <a:endParaRPr lang="en-GB" sz="1200">
              <a:solidFill>
                <a:schemeClr val="accent1"/>
              </a:solidFill>
            </a:endParaRPr>
          </a:p>
        </p:txBody>
      </p:sp>
      <p:sp>
        <p:nvSpPr>
          <p:cNvPr id="12" name="Text Placeholder 2">
            <a:extLst>
              <a:ext uri="{FF2B5EF4-FFF2-40B4-BE49-F238E27FC236}">
                <a16:creationId xmlns:a16="http://schemas.microsoft.com/office/drawing/2014/main" id="{3A30D8D6-4D21-612E-E171-C1F9570C491F}"/>
              </a:ext>
            </a:extLst>
          </p:cNvPr>
          <p:cNvSpPr txBox="1">
            <a:spLocks/>
          </p:cNvSpPr>
          <p:nvPr/>
        </p:nvSpPr>
        <p:spPr>
          <a:xfrm>
            <a:off x="4642110" y="2971146"/>
            <a:ext cx="2868460" cy="1210652"/>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900"/>
              </a:spcBef>
              <a:buClr>
                <a:srgbClr val="047A85"/>
              </a:buClr>
              <a:buNone/>
              <a:tabLst>
                <a:tab pos="352425" algn="l"/>
              </a:tabLst>
              <a:defRPr/>
            </a:pPr>
            <a:r>
              <a:rPr lang="en-GB" sz="1200">
                <a:solidFill>
                  <a:schemeClr val="accent1"/>
                </a:solidFill>
              </a:rPr>
              <a:t>Libero </a:t>
            </a:r>
            <a:r>
              <a:rPr lang="en-GB" sz="1200" err="1">
                <a:solidFill>
                  <a:schemeClr val="accent1"/>
                </a:solidFill>
              </a:rPr>
              <a:t>justo</a:t>
            </a:r>
            <a:r>
              <a:rPr lang="en-GB" sz="1200">
                <a:solidFill>
                  <a:schemeClr val="accent1"/>
                </a:solidFill>
              </a:rPr>
              <a:t> </a:t>
            </a:r>
            <a:r>
              <a:rPr lang="en-GB" sz="1200" err="1">
                <a:solidFill>
                  <a:schemeClr val="accent1"/>
                </a:solidFill>
              </a:rPr>
              <a:t>laoreet</a:t>
            </a:r>
            <a:r>
              <a:rPr lang="en-GB" sz="1200">
                <a:solidFill>
                  <a:schemeClr val="accent1"/>
                </a:solidFill>
              </a:rPr>
              <a:t> sit </a:t>
            </a:r>
            <a:r>
              <a:rPr lang="en-GB" sz="1200" err="1">
                <a:solidFill>
                  <a:schemeClr val="accent1"/>
                </a:solidFill>
              </a:rPr>
              <a:t>amet</a:t>
            </a:r>
            <a:r>
              <a:rPr lang="en-GB" sz="1200">
                <a:solidFill>
                  <a:schemeClr val="accent1"/>
                </a:solidFill>
              </a:rPr>
              <a:t> </a:t>
            </a:r>
            <a:r>
              <a:rPr lang="en-GB" sz="1200" err="1">
                <a:solidFill>
                  <a:schemeClr val="accent1"/>
                </a:solidFill>
              </a:rPr>
              <a:t>cursuasi</a:t>
            </a:r>
            <a:r>
              <a:rPr lang="en-GB" sz="1200">
                <a:solidFill>
                  <a:schemeClr val="accent1"/>
                </a:solidFill>
              </a:rPr>
              <a:t> </a:t>
            </a:r>
            <a:r>
              <a:rPr lang="en-GB" sz="1200" err="1">
                <a:solidFill>
                  <a:schemeClr val="accent1"/>
                </a:solidFill>
              </a:rPr>
              <a:t>sitari</a:t>
            </a:r>
            <a:r>
              <a:rPr lang="en-GB" sz="1200">
                <a:solidFill>
                  <a:schemeClr val="accent1"/>
                </a:solidFill>
              </a:rPr>
              <a:t> U</a:t>
            </a:r>
            <a:r>
              <a:rPr lang="en-GB" sz="1200" err="1">
                <a:solidFill>
                  <a:schemeClr val="accent1"/>
                </a:solidFill>
              </a:rPr>
              <a:t>taliqu</a:t>
            </a:r>
            <a:r>
              <a:rPr lang="en-GB" sz="1200">
                <a:solidFill>
                  <a:schemeClr val="accent1"/>
                </a:solidFill>
              </a:rPr>
              <a:t> ex </a:t>
            </a:r>
            <a:r>
              <a:rPr lang="en-GB" sz="1200" err="1">
                <a:solidFill>
                  <a:schemeClr val="accent1"/>
                </a:solidFill>
              </a:rPr>
              <a:t>eacrat</a:t>
            </a:r>
            <a:r>
              <a:rPr lang="en-GB" sz="1200">
                <a:solidFill>
                  <a:schemeClr val="accent1"/>
                </a:solidFill>
              </a:rPr>
              <a:t> </a:t>
            </a:r>
            <a:r>
              <a:rPr lang="en-GB" sz="1200" err="1">
                <a:solidFill>
                  <a:schemeClr val="accent1"/>
                </a:solidFill>
              </a:rPr>
              <a:t>sagitti</a:t>
            </a:r>
            <a:r>
              <a:rPr lang="en-GB" sz="1200">
                <a:solidFill>
                  <a:schemeClr val="accent1"/>
                </a:solidFill>
              </a:rPr>
              <a:t> Pharetra magna ac </a:t>
            </a:r>
            <a:r>
              <a:rPr lang="en-GB" sz="1200" err="1">
                <a:solidFill>
                  <a:schemeClr val="accent1"/>
                </a:solidFill>
              </a:rPr>
              <a:t>placeratourol</a:t>
            </a:r>
            <a:r>
              <a:rPr lang="en-GB" sz="1200">
                <a:solidFill>
                  <a:schemeClr val="accent1"/>
                </a:solidFill>
              </a:rPr>
              <a:t> vestibulum </a:t>
            </a:r>
            <a:r>
              <a:rPr lang="en-GB" sz="1200" err="1">
                <a:solidFill>
                  <a:schemeClr val="accent1"/>
                </a:solidFill>
              </a:rPr>
              <a:t>lectus</a:t>
            </a:r>
            <a:r>
              <a:rPr lang="en-GB" sz="1200">
                <a:solidFill>
                  <a:schemeClr val="accent1"/>
                </a:solidFill>
              </a:rPr>
              <a:t>. </a:t>
            </a:r>
            <a:r>
              <a:rPr lang="en-GB" sz="1200" err="1">
                <a:solidFill>
                  <a:schemeClr val="accent1"/>
                </a:solidFill>
              </a:rPr>
              <a:t>Pretiumin</a:t>
            </a:r>
            <a:r>
              <a:rPr lang="en-GB" sz="1200">
                <a:solidFill>
                  <a:schemeClr val="accent1"/>
                </a:solidFill>
              </a:rPr>
              <a:t> </a:t>
            </a:r>
            <a:r>
              <a:rPr lang="en-GB" sz="1200" err="1">
                <a:solidFill>
                  <a:schemeClr val="accent1"/>
                </a:solidFill>
              </a:rPr>
              <a:t>vulputate</a:t>
            </a:r>
            <a:r>
              <a:rPr lang="en-GB" sz="1200">
                <a:solidFill>
                  <a:schemeClr val="accent1"/>
                </a:solidFill>
              </a:rPr>
              <a:t> </a:t>
            </a:r>
            <a:r>
              <a:rPr lang="en-GB" sz="1200" err="1">
                <a:solidFill>
                  <a:schemeClr val="accent1"/>
                </a:solidFill>
              </a:rPr>
              <a:t>sapien</a:t>
            </a:r>
            <a:r>
              <a:rPr lang="en-GB" sz="1200">
                <a:solidFill>
                  <a:schemeClr val="accent1"/>
                </a:solidFill>
              </a:rPr>
              <a:t> </a:t>
            </a:r>
            <a:r>
              <a:rPr lang="en-GB" sz="1200" err="1">
                <a:solidFill>
                  <a:schemeClr val="accent1"/>
                </a:solidFill>
              </a:rPr>
              <a:t>nec</a:t>
            </a:r>
            <a:r>
              <a:rPr lang="en-GB" sz="1200">
                <a:solidFill>
                  <a:schemeClr val="accent1"/>
                </a:solidFill>
              </a:rPr>
              <a:t> </a:t>
            </a:r>
            <a:r>
              <a:rPr lang="en-GB" sz="1200" err="1">
                <a:solidFill>
                  <a:schemeClr val="accent1"/>
                </a:solidFill>
              </a:rPr>
              <a:t>sagittis</a:t>
            </a:r>
            <a:r>
              <a:rPr lang="en-GB" sz="1200">
                <a:solidFill>
                  <a:schemeClr val="accent1"/>
                </a:solidFill>
              </a:rPr>
              <a:t>. Lacinia </a:t>
            </a:r>
            <a:r>
              <a:rPr lang="en-GB" sz="1200" err="1">
                <a:solidFill>
                  <a:schemeClr val="accent1"/>
                </a:solidFill>
              </a:rPr>
              <a:t>quisa</a:t>
            </a:r>
            <a:r>
              <a:rPr lang="en-GB" sz="1200">
                <a:solidFill>
                  <a:schemeClr val="accent1"/>
                </a:solidFill>
              </a:rPr>
              <a:t> </a:t>
            </a:r>
            <a:r>
              <a:rPr lang="en-GB" sz="1200" err="1">
                <a:solidFill>
                  <a:schemeClr val="accent1"/>
                </a:solidFill>
              </a:rPr>
              <a:t>velu</a:t>
            </a:r>
            <a:r>
              <a:rPr lang="en-GB" sz="1200">
                <a:solidFill>
                  <a:schemeClr val="accent1"/>
                </a:solidFill>
              </a:rPr>
              <a:t> eros </a:t>
            </a:r>
            <a:r>
              <a:rPr lang="en-GB" sz="1200" err="1">
                <a:solidFill>
                  <a:schemeClr val="accent1"/>
                </a:solidFill>
              </a:rPr>
              <a:t>donec</a:t>
            </a:r>
            <a:r>
              <a:rPr lang="en-GB" sz="1200">
                <a:solidFill>
                  <a:schemeClr val="accent1"/>
                </a:solidFill>
              </a:rPr>
              <a:t>. </a:t>
            </a:r>
            <a:r>
              <a:rPr lang="en-GB" sz="1200" err="1">
                <a:solidFill>
                  <a:schemeClr val="accent1"/>
                </a:solidFill>
              </a:rPr>
              <a:t>Arcu</a:t>
            </a:r>
            <a:r>
              <a:rPr lang="en-GB" sz="1200">
                <a:solidFill>
                  <a:schemeClr val="accent1"/>
                </a:solidFill>
              </a:rPr>
              <a:t> vitae </a:t>
            </a:r>
            <a:r>
              <a:rPr lang="en-GB" sz="1200" err="1">
                <a:solidFill>
                  <a:schemeClr val="accent1"/>
                </a:solidFill>
              </a:rPr>
              <a:t>elementumonol</a:t>
            </a:r>
            <a:r>
              <a:rPr lang="en-GB" sz="1200">
                <a:solidFill>
                  <a:schemeClr val="accent1"/>
                </a:solidFill>
              </a:rPr>
              <a:t> </a:t>
            </a:r>
            <a:r>
              <a:rPr lang="en-GB" sz="1200" err="1">
                <a:solidFill>
                  <a:schemeClr val="accent1"/>
                </a:solidFill>
              </a:rPr>
              <a:t>curabitur</a:t>
            </a:r>
            <a:r>
              <a:rPr lang="en-GB" sz="1200">
                <a:solidFill>
                  <a:schemeClr val="accent1"/>
                </a:solidFill>
              </a:rPr>
              <a:t> vitae </a:t>
            </a:r>
            <a:r>
              <a:rPr lang="en-GB" sz="1200" err="1">
                <a:solidFill>
                  <a:schemeClr val="accent1"/>
                </a:solidFill>
              </a:rPr>
              <a:t>nunc</a:t>
            </a:r>
            <a:r>
              <a:rPr lang="en-GB" sz="1200">
                <a:solidFill>
                  <a:schemeClr val="accent1"/>
                </a:solidFill>
              </a:rPr>
              <a:t>.</a:t>
            </a:r>
          </a:p>
        </p:txBody>
      </p:sp>
      <p:sp>
        <p:nvSpPr>
          <p:cNvPr id="13" name="Text Placeholder 2">
            <a:extLst>
              <a:ext uri="{FF2B5EF4-FFF2-40B4-BE49-F238E27FC236}">
                <a16:creationId xmlns:a16="http://schemas.microsoft.com/office/drawing/2014/main" id="{17B9949A-13A3-9627-CFA3-81B50F91E727}"/>
              </a:ext>
            </a:extLst>
          </p:cNvPr>
          <p:cNvSpPr txBox="1">
            <a:spLocks/>
          </p:cNvSpPr>
          <p:nvPr/>
        </p:nvSpPr>
        <p:spPr>
          <a:xfrm>
            <a:off x="8633414" y="2971146"/>
            <a:ext cx="2868460" cy="1210652"/>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900"/>
              </a:spcBef>
              <a:buClr>
                <a:srgbClr val="047A85"/>
              </a:buClr>
              <a:buNone/>
              <a:tabLst>
                <a:tab pos="352425" algn="l"/>
              </a:tabLst>
              <a:defRPr/>
            </a:pPr>
            <a:r>
              <a:rPr lang="en-GB" sz="1200" err="1">
                <a:solidFill>
                  <a:schemeClr val="accent1"/>
                </a:solidFill>
              </a:rPr>
              <a:t>Aliquam</a:t>
            </a:r>
            <a:r>
              <a:rPr lang="en-GB" sz="1200">
                <a:solidFill>
                  <a:schemeClr val="accent1"/>
                </a:solidFill>
              </a:rPr>
              <a:t> </a:t>
            </a:r>
            <a:r>
              <a:rPr lang="en-GB" sz="1200" err="1">
                <a:solidFill>
                  <a:schemeClr val="accent1"/>
                </a:solidFill>
              </a:rPr>
              <a:t>sem</a:t>
            </a:r>
            <a:r>
              <a:rPr lang="en-GB" sz="1200">
                <a:solidFill>
                  <a:schemeClr val="accent1"/>
                </a:solidFill>
              </a:rPr>
              <a:t> </a:t>
            </a:r>
            <a:r>
              <a:rPr lang="en-GB" sz="1200" err="1">
                <a:solidFill>
                  <a:schemeClr val="accent1"/>
                </a:solidFill>
              </a:rPr>
              <a:t>fringilla</a:t>
            </a:r>
            <a:r>
              <a:rPr lang="en-GB" sz="1200">
                <a:solidFill>
                  <a:schemeClr val="accent1"/>
                </a:solidFill>
              </a:rPr>
              <a:t> </a:t>
            </a:r>
            <a:r>
              <a:rPr lang="en-GB" sz="1200" err="1">
                <a:solidFill>
                  <a:schemeClr val="accent1"/>
                </a:solidFill>
              </a:rPr>
              <a:t>ut</a:t>
            </a:r>
            <a:r>
              <a:rPr lang="en-GB" sz="1200">
                <a:solidFill>
                  <a:schemeClr val="accent1"/>
                </a:solidFill>
              </a:rPr>
              <a:t> </a:t>
            </a:r>
            <a:r>
              <a:rPr lang="en-GB" sz="1200" err="1">
                <a:solidFill>
                  <a:schemeClr val="accent1"/>
                </a:solidFill>
              </a:rPr>
              <a:t>morbinarator</a:t>
            </a:r>
            <a:r>
              <a:rPr lang="en-GB" sz="1200">
                <a:solidFill>
                  <a:schemeClr val="accent1"/>
                </a:solidFill>
              </a:rPr>
              <a:t> </a:t>
            </a:r>
            <a:r>
              <a:rPr lang="en-GB" sz="1200" err="1">
                <a:solidFill>
                  <a:schemeClr val="accent1"/>
                </a:solidFill>
              </a:rPr>
              <a:t>taliqu</a:t>
            </a:r>
            <a:r>
              <a:rPr lang="en-GB" sz="1200">
                <a:solidFill>
                  <a:schemeClr val="accent1"/>
                </a:solidFill>
              </a:rPr>
              <a:t> ex </a:t>
            </a:r>
            <a:r>
              <a:rPr lang="en-GB" sz="1200" err="1">
                <a:solidFill>
                  <a:schemeClr val="accent1"/>
                </a:solidFill>
              </a:rPr>
              <a:t>eacrat</a:t>
            </a:r>
            <a:r>
              <a:rPr lang="en-GB" sz="1200">
                <a:solidFill>
                  <a:schemeClr val="accent1"/>
                </a:solidFill>
              </a:rPr>
              <a:t> </a:t>
            </a:r>
            <a:r>
              <a:rPr lang="en-GB" sz="1200" err="1">
                <a:solidFill>
                  <a:schemeClr val="accent1"/>
                </a:solidFill>
              </a:rPr>
              <a:t>sagitti</a:t>
            </a:r>
            <a:r>
              <a:rPr lang="en-GB" sz="1200">
                <a:solidFill>
                  <a:schemeClr val="accent1"/>
                </a:solidFill>
              </a:rPr>
              <a:t> Pharetra magna ac </a:t>
            </a:r>
            <a:r>
              <a:rPr lang="en-GB" sz="1200" err="1">
                <a:solidFill>
                  <a:schemeClr val="accent1"/>
                </a:solidFill>
              </a:rPr>
              <a:t>placerat</a:t>
            </a:r>
            <a:r>
              <a:rPr lang="en-GB" sz="1200">
                <a:solidFill>
                  <a:schemeClr val="accent1"/>
                </a:solidFill>
              </a:rPr>
              <a:t> vestibulum </a:t>
            </a:r>
            <a:r>
              <a:rPr lang="en-GB" sz="1200" err="1">
                <a:solidFill>
                  <a:schemeClr val="accent1"/>
                </a:solidFill>
              </a:rPr>
              <a:t>tincidunt</a:t>
            </a:r>
            <a:r>
              <a:rPr lang="en-GB" sz="1200">
                <a:solidFill>
                  <a:schemeClr val="accent1"/>
                </a:solidFill>
              </a:rPr>
              <a:t> </a:t>
            </a:r>
            <a:r>
              <a:rPr lang="en-GB" sz="1200" err="1">
                <a:solidFill>
                  <a:schemeClr val="accent1"/>
                </a:solidFill>
              </a:rPr>
              <a:t>augue</a:t>
            </a:r>
            <a:r>
              <a:rPr lang="en-GB" sz="1200">
                <a:solidFill>
                  <a:schemeClr val="accent1"/>
                </a:solidFill>
              </a:rPr>
              <a:t> </a:t>
            </a:r>
            <a:r>
              <a:rPr lang="en-GB" sz="1200" err="1">
                <a:solidFill>
                  <a:schemeClr val="accent1"/>
                </a:solidFill>
              </a:rPr>
              <a:t>interdum</a:t>
            </a:r>
            <a:r>
              <a:rPr lang="en-GB" sz="1200">
                <a:solidFill>
                  <a:schemeClr val="accent1"/>
                </a:solidFill>
              </a:rPr>
              <a:t> </a:t>
            </a:r>
            <a:r>
              <a:rPr lang="en-GB" sz="1200" err="1">
                <a:solidFill>
                  <a:schemeClr val="accent1"/>
                </a:solidFill>
              </a:rPr>
              <a:t>velitat</a:t>
            </a:r>
            <a:r>
              <a:rPr lang="en-GB" sz="1200">
                <a:solidFill>
                  <a:schemeClr val="accent1"/>
                </a:solidFill>
              </a:rPr>
              <a:t> </a:t>
            </a:r>
            <a:r>
              <a:rPr lang="en-GB" sz="1200" err="1">
                <a:solidFill>
                  <a:schemeClr val="accent1"/>
                </a:solidFill>
              </a:rPr>
              <a:t>sabisa</a:t>
            </a:r>
            <a:r>
              <a:rPr lang="en-GB" sz="1200">
                <a:solidFill>
                  <a:schemeClr val="accent1"/>
                </a:solidFill>
              </a:rPr>
              <a:t> </a:t>
            </a:r>
            <a:r>
              <a:rPr lang="en-GB" sz="1200" err="1">
                <a:solidFill>
                  <a:schemeClr val="accent1"/>
                </a:solidFill>
              </a:rPr>
              <a:t>euismod</a:t>
            </a:r>
            <a:r>
              <a:rPr lang="en-GB" sz="1200">
                <a:solidFill>
                  <a:schemeClr val="accent1"/>
                </a:solidFill>
              </a:rPr>
              <a:t>. </a:t>
            </a:r>
            <a:r>
              <a:rPr lang="en-GB" sz="1200" err="1">
                <a:solidFill>
                  <a:schemeClr val="accent1"/>
                </a:solidFill>
              </a:rPr>
              <a:t>Nascetur</a:t>
            </a:r>
            <a:r>
              <a:rPr lang="en-GB" sz="1200">
                <a:solidFill>
                  <a:schemeClr val="accent1"/>
                </a:solidFill>
              </a:rPr>
              <a:t> </a:t>
            </a:r>
            <a:r>
              <a:rPr lang="en-GB" sz="1200" err="1">
                <a:solidFill>
                  <a:schemeClr val="accent1"/>
                </a:solidFill>
              </a:rPr>
              <a:t>ridiculus</a:t>
            </a:r>
            <a:r>
              <a:rPr lang="en-GB" sz="1200">
                <a:solidFill>
                  <a:schemeClr val="accent1"/>
                </a:solidFill>
              </a:rPr>
              <a:t> mussel </a:t>
            </a:r>
            <a:r>
              <a:rPr lang="en-GB" sz="1200" err="1">
                <a:solidFill>
                  <a:schemeClr val="accent1"/>
                </a:solidFill>
              </a:rPr>
              <a:t>mauris</a:t>
            </a:r>
            <a:r>
              <a:rPr lang="en-GB" sz="1200">
                <a:solidFill>
                  <a:schemeClr val="accent1"/>
                </a:solidFill>
              </a:rPr>
              <a:t> vitae </a:t>
            </a:r>
            <a:r>
              <a:rPr lang="en-GB" sz="1200" err="1">
                <a:solidFill>
                  <a:schemeClr val="accent1"/>
                </a:solidFill>
              </a:rPr>
              <a:t>ultricies</a:t>
            </a:r>
            <a:r>
              <a:rPr lang="en-GB" sz="1200">
                <a:solidFill>
                  <a:schemeClr val="accent1"/>
                </a:solidFill>
              </a:rPr>
              <a:t>. </a:t>
            </a:r>
            <a:r>
              <a:rPr lang="en-GB" sz="1200" err="1">
                <a:solidFill>
                  <a:schemeClr val="accent1"/>
                </a:solidFill>
              </a:rPr>
              <a:t>Scelerisque</a:t>
            </a:r>
            <a:r>
              <a:rPr lang="en-GB" sz="1200">
                <a:solidFill>
                  <a:schemeClr val="accent1"/>
                </a:solidFill>
              </a:rPr>
              <a:t> </a:t>
            </a:r>
            <a:r>
              <a:rPr lang="en-GB" sz="1200" err="1">
                <a:solidFill>
                  <a:schemeClr val="accent1"/>
                </a:solidFill>
              </a:rPr>
              <a:t>yal</a:t>
            </a:r>
            <a:r>
              <a:rPr lang="en-GB" sz="1200">
                <a:solidFill>
                  <a:schemeClr val="accent1"/>
                </a:solidFill>
              </a:rPr>
              <a:t> mauri </a:t>
            </a:r>
            <a:r>
              <a:rPr lang="en-GB" sz="1200" err="1">
                <a:solidFill>
                  <a:schemeClr val="accent1"/>
                </a:solidFill>
              </a:rPr>
              <a:t>pellentesque</a:t>
            </a:r>
            <a:r>
              <a:rPr lang="en-GB" sz="1200">
                <a:solidFill>
                  <a:schemeClr val="accent1"/>
                </a:solidFill>
              </a:rPr>
              <a:t> </a:t>
            </a:r>
            <a:r>
              <a:rPr lang="en-GB" sz="1200" err="1">
                <a:solidFill>
                  <a:schemeClr val="accent1"/>
                </a:solidFill>
              </a:rPr>
              <a:t>pulvin</a:t>
            </a:r>
            <a:r>
              <a:rPr lang="en-GB" sz="1200">
                <a:solidFill>
                  <a:schemeClr val="accent1"/>
                </a:solidFill>
              </a:rPr>
              <a:t> </a:t>
            </a:r>
            <a:r>
              <a:rPr lang="en-GB" sz="1200" err="1">
                <a:solidFill>
                  <a:schemeClr val="accent1"/>
                </a:solidFill>
              </a:rPr>
              <a:t>jignaturie</a:t>
            </a:r>
            <a:r>
              <a:rPr lang="en-GB" sz="1200">
                <a:solidFill>
                  <a:schemeClr val="accent1"/>
                </a:solidFill>
              </a:rPr>
              <a:t> </a:t>
            </a:r>
            <a:r>
              <a:rPr lang="en-GB" sz="1200" err="1">
                <a:solidFill>
                  <a:schemeClr val="accent1"/>
                </a:solidFill>
              </a:rPr>
              <a:t>pellentes</a:t>
            </a:r>
            <a:r>
              <a:rPr lang="en-GB" sz="1200">
                <a:solidFill>
                  <a:schemeClr val="accent1"/>
                </a:solidFill>
              </a:rPr>
              <a:t>.</a:t>
            </a:r>
          </a:p>
        </p:txBody>
      </p:sp>
      <p:grpSp>
        <p:nvGrpSpPr>
          <p:cNvPr id="14" name="Group 13">
            <a:extLst>
              <a:ext uri="{FF2B5EF4-FFF2-40B4-BE49-F238E27FC236}">
                <a16:creationId xmlns:a16="http://schemas.microsoft.com/office/drawing/2014/main" id="{0E74A802-2F8D-D4ED-7241-BE924E10624F}"/>
              </a:ext>
            </a:extLst>
          </p:cNvPr>
          <p:cNvGrpSpPr/>
          <p:nvPr/>
        </p:nvGrpSpPr>
        <p:grpSpPr>
          <a:xfrm>
            <a:off x="998800" y="4692981"/>
            <a:ext cx="2233223" cy="1119465"/>
            <a:chOff x="1885950" y="5205413"/>
            <a:chExt cx="3727450" cy="1868487"/>
          </a:xfrm>
        </p:grpSpPr>
        <p:sp>
          <p:nvSpPr>
            <p:cNvPr id="15" name="Freeform 1">
              <a:extLst>
                <a:ext uri="{FF2B5EF4-FFF2-40B4-BE49-F238E27FC236}">
                  <a16:creationId xmlns:a16="http://schemas.microsoft.com/office/drawing/2014/main" id="{2BEFF9C5-76D2-8A25-D52A-E5FECB232589}"/>
                </a:ext>
              </a:extLst>
            </p:cNvPr>
            <p:cNvSpPr>
              <a:spLocks noChangeArrowheads="1"/>
            </p:cNvSpPr>
            <p:nvPr/>
          </p:nvSpPr>
          <p:spPr bwMode="auto">
            <a:xfrm>
              <a:off x="2432050" y="5205413"/>
              <a:ext cx="1323975" cy="868362"/>
            </a:xfrm>
            <a:custGeom>
              <a:avLst/>
              <a:gdLst>
                <a:gd name="T0" fmla="*/ 898 w 3678"/>
                <a:gd name="T1" fmla="*/ 2412 h 2413"/>
                <a:gd name="T2" fmla="*/ 898 w 3678"/>
                <a:gd name="T3" fmla="*/ 2412 h 2413"/>
                <a:gd name="T4" fmla="*/ 0 w 3678"/>
                <a:gd name="T5" fmla="*/ 1514 h 2413"/>
                <a:gd name="T6" fmla="*/ 3677 w 3678"/>
                <a:gd name="T7" fmla="*/ 0 h 2413"/>
                <a:gd name="T8" fmla="*/ 3677 w 3678"/>
                <a:gd name="T9" fmla="*/ 1261 h 2413"/>
                <a:gd name="T10" fmla="*/ 898 w 3678"/>
                <a:gd name="T11" fmla="*/ 2412 h 2413"/>
              </a:gdLst>
              <a:ahLst/>
              <a:cxnLst>
                <a:cxn ang="0">
                  <a:pos x="T0" y="T1"/>
                </a:cxn>
                <a:cxn ang="0">
                  <a:pos x="T2" y="T3"/>
                </a:cxn>
                <a:cxn ang="0">
                  <a:pos x="T4" y="T5"/>
                </a:cxn>
                <a:cxn ang="0">
                  <a:pos x="T6" y="T7"/>
                </a:cxn>
                <a:cxn ang="0">
                  <a:pos x="T8" y="T9"/>
                </a:cxn>
                <a:cxn ang="0">
                  <a:pos x="T10" y="T11"/>
                </a:cxn>
              </a:cxnLst>
              <a:rect l="0" t="0" r="r" b="b"/>
              <a:pathLst>
                <a:path w="3678" h="2413">
                  <a:moveTo>
                    <a:pt x="898" y="2412"/>
                  </a:moveTo>
                  <a:lnTo>
                    <a:pt x="898" y="2412"/>
                  </a:lnTo>
                  <a:cubicBezTo>
                    <a:pt x="0" y="1514"/>
                    <a:pt x="0" y="1514"/>
                    <a:pt x="0" y="1514"/>
                  </a:cubicBezTo>
                  <a:cubicBezTo>
                    <a:pt x="982" y="560"/>
                    <a:pt x="2302" y="0"/>
                    <a:pt x="3677" y="0"/>
                  </a:cubicBezTo>
                  <a:cubicBezTo>
                    <a:pt x="3677" y="1261"/>
                    <a:pt x="3677" y="1261"/>
                    <a:pt x="3677" y="1261"/>
                  </a:cubicBezTo>
                  <a:cubicBezTo>
                    <a:pt x="2638" y="1261"/>
                    <a:pt x="1628" y="1682"/>
                    <a:pt x="898" y="2412"/>
                  </a:cubicBezTo>
                </a:path>
              </a:pathLst>
            </a:custGeom>
            <a:solidFill>
              <a:schemeClr val="accent3"/>
            </a:solidFill>
            <a:ln w="9525" cap="flat">
              <a:noFill/>
              <a:bevel/>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171416"/>
              <a:endParaRPr lang="en-US" sz="600">
                <a:solidFill>
                  <a:srgbClr val="999999"/>
                </a:solidFill>
              </a:endParaRPr>
            </a:p>
          </p:txBody>
        </p:sp>
        <p:sp>
          <p:nvSpPr>
            <p:cNvPr id="16" name="Freeform 2">
              <a:extLst>
                <a:ext uri="{FF2B5EF4-FFF2-40B4-BE49-F238E27FC236}">
                  <a16:creationId xmlns:a16="http://schemas.microsoft.com/office/drawing/2014/main" id="{67826423-5F64-BD41-752C-4C14D9F6C021}"/>
                </a:ext>
              </a:extLst>
            </p:cNvPr>
            <p:cNvSpPr>
              <a:spLocks noChangeArrowheads="1"/>
            </p:cNvSpPr>
            <p:nvPr/>
          </p:nvSpPr>
          <p:spPr bwMode="auto">
            <a:xfrm>
              <a:off x="3754438" y="5205413"/>
              <a:ext cx="1312862" cy="868362"/>
            </a:xfrm>
            <a:custGeom>
              <a:avLst/>
              <a:gdLst>
                <a:gd name="T0" fmla="*/ 2777 w 3647"/>
                <a:gd name="T1" fmla="*/ 2412 h 2413"/>
                <a:gd name="T2" fmla="*/ 2777 w 3647"/>
                <a:gd name="T3" fmla="*/ 2412 h 2413"/>
                <a:gd name="T4" fmla="*/ 0 w 3647"/>
                <a:gd name="T5" fmla="*/ 1261 h 2413"/>
                <a:gd name="T6" fmla="*/ 0 w 3647"/>
                <a:gd name="T7" fmla="*/ 0 h 2413"/>
                <a:gd name="T8" fmla="*/ 3646 w 3647"/>
                <a:gd name="T9" fmla="*/ 1514 h 2413"/>
                <a:gd name="T10" fmla="*/ 2777 w 3647"/>
                <a:gd name="T11" fmla="*/ 2412 h 2413"/>
              </a:gdLst>
              <a:ahLst/>
              <a:cxnLst>
                <a:cxn ang="0">
                  <a:pos x="T0" y="T1"/>
                </a:cxn>
                <a:cxn ang="0">
                  <a:pos x="T2" y="T3"/>
                </a:cxn>
                <a:cxn ang="0">
                  <a:pos x="T4" y="T5"/>
                </a:cxn>
                <a:cxn ang="0">
                  <a:pos x="T6" y="T7"/>
                </a:cxn>
                <a:cxn ang="0">
                  <a:pos x="T8" y="T9"/>
                </a:cxn>
                <a:cxn ang="0">
                  <a:pos x="T10" y="T11"/>
                </a:cxn>
              </a:cxnLst>
              <a:rect l="0" t="0" r="r" b="b"/>
              <a:pathLst>
                <a:path w="3647" h="2413">
                  <a:moveTo>
                    <a:pt x="2777" y="2412"/>
                  </a:moveTo>
                  <a:lnTo>
                    <a:pt x="2777" y="2412"/>
                  </a:lnTo>
                  <a:cubicBezTo>
                    <a:pt x="2019" y="1682"/>
                    <a:pt x="1037" y="1261"/>
                    <a:pt x="0" y="1261"/>
                  </a:cubicBezTo>
                  <a:cubicBezTo>
                    <a:pt x="0" y="0"/>
                    <a:pt x="0" y="0"/>
                    <a:pt x="0" y="0"/>
                  </a:cubicBezTo>
                  <a:cubicBezTo>
                    <a:pt x="1373" y="0"/>
                    <a:pt x="2665" y="560"/>
                    <a:pt x="3646" y="1514"/>
                  </a:cubicBezTo>
                  <a:lnTo>
                    <a:pt x="2777" y="2412"/>
                  </a:lnTo>
                </a:path>
              </a:pathLst>
            </a:custGeom>
            <a:solidFill>
              <a:schemeClr val="accent2"/>
            </a:solidFill>
            <a:ln w="9525" cap="flat">
              <a:noFill/>
              <a:bevel/>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171416"/>
              <a:endParaRPr lang="en-US" sz="600">
                <a:solidFill>
                  <a:srgbClr val="999999"/>
                </a:solidFill>
              </a:endParaRPr>
            </a:p>
          </p:txBody>
        </p:sp>
        <p:sp>
          <p:nvSpPr>
            <p:cNvPr id="17" name="Freeform 3">
              <a:extLst>
                <a:ext uri="{FF2B5EF4-FFF2-40B4-BE49-F238E27FC236}">
                  <a16:creationId xmlns:a16="http://schemas.microsoft.com/office/drawing/2014/main" id="{9C4F447C-D915-BE23-7885-BF75B8C0C47A}"/>
                </a:ext>
              </a:extLst>
            </p:cNvPr>
            <p:cNvSpPr>
              <a:spLocks noChangeArrowheads="1"/>
            </p:cNvSpPr>
            <p:nvPr/>
          </p:nvSpPr>
          <p:spPr bwMode="auto">
            <a:xfrm>
              <a:off x="1885950" y="5749925"/>
              <a:ext cx="868363" cy="1323975"/>
            </a:xfrm>
            <a:custGeom>
              <a:avLst/>
              <a:gdLst>
                <a:gd name="T0" fmla="*/ 1263 w 2414"/>
                <a:gd name="T1" fmla="*/ 3676 h 3677"/>
                <a:gd name="T2" fmla="*/ 1263 w 2414"/>
                <a:gd name="T3" fmla="*/ 3676 h 3677"/>
                <a:gd name="T4" fmla="*/ 0 w 2414"/>
                <a:gd name="T5" fmla="*/ 3676 h 3677"/>
                <a:gd name="T6" fmla="*/ 1515 w 2414"/>
                <a:gd name="T7" fmla="*/ 0 h 3677"/>
                <a:gd name="T8" fmla="*/ 2413 w 2414"/>
                <a:gd name="T9" fmla="*/ 898 h 3677"/>
                <a:gd name="T10" fmla="*/ 1263 w 2414"/>
                <a:gd name="T11" fmla="*/ 3676 h 3677"/>
              </a:gdLst>
              <a:ahLst/>
              <a:cxnLst>
                <a:cxn ang="0">
                  <a:pos x="T0" y="T1"/>
                </a:cxn>
                <a:cxn ang="0">
                  <a:pos x="T2" y="T3"/>
                </a:cxn>
                <a:cxn ang="0">
                  <a:pos x="T4" y="T5"/>
                </a:cxn>
                <a:cxn ang="0">
                  <a:pos x="T6" y="T7"/>
                </a:cxn>
                <a:cxn ang="0">
                  <a:pos x="T8" y="T9"/>
                </a:cxn>
                <a:cxn ang="0">
                  <a:pos x="T10" y="T11"/>
                </a:cxn>
              </a:cxnLst>
              <a:rect l="0" t="0" r="r" b="b"/>
              <a:pathLst>
                <a:path w="2414" h="3677">
                  <a:moveTo>
                    <a:pt x="1263" y="3676"/>
                  </a:moveTo>
                  <a:lnTo>
                    <a:pt x="1263" y="3676"/>
                  </a:lnTo>
                  <a:cubicBezTo>
                    <a:pt x="0" y="3676"/>
                    <a:pt x="0" y="3676"/>
                    <a:pt x="0" y="3676"/>
                  </a:cubicBezTo>
                  <a:cubicBezTo>
                    <a:pt x="0" y="2301"/>
                    <a:pt x="561" y="982"/>
                    <a:pt x="1515" y="0"/>
                  </a:cubicBezTo>
                  <a:cubicBezTo>
                    <a:pt x="2413" y="898"/>
                    <a:pt x="2413" y="898"/>
                    <a:pt x="2413" y="898"/>
                  </a:cubicBezTo>
                  <a:cubicBezTo>
                    <a:pt x="1684" y="1628"/>
                    <a:pt x="1263" y="2638"/>
                    <a:pt x="1263" y="3676"/>
                  </a:cubicBezTo>
                </a:path>
              </a:pathLst>
            </a:custGeom>
            <a:solidFill>
              <a:schemeClr val="accent4"/>
            </a:solidFill>
            <a:ln w="9525" cap="flat">
              <a:noFill/>
              <a:bevel/>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171416"/>
              <a:endParaRPr lang="en-US" sz="600">
                <a:solidFill>
                  <a:srgbClr val="999999"/>
                </a:solidFill>
              </a:endParaRPr>
            </a:p>
          </p:txBody>
        </p:sp>
        <p:sp>
          <p:nvSpPr>
            <p:cNvPr id="18" name="Freeform 4">
              <a:extLst>
                <a:ext uri="{FF2B5EF4-FFF2-40B4-BE49-F238E27FC236}">
                  <a16:creationId xmlns:a16="http://schemas.microsoft.com/office/drawing/2014/main" id="{36F67B63-C8F7-2BEB-3B26-46C0F68AE686}"/>
                </a:ext>
              </a:extLst>
            </p:cNvPr>
            <p:cNvSpPr>
              <a:spLocks noChangeArrowheads="1"/>
            </p:cNvSpPr>
            <p:nvPr/>
          </p:nvSpPr>
          <p:spPr bwMode="auto">
            <a:xfrm>
              <a:off x="4754563" y="5749925"/>
              <a:ext cx="858837" cy="1323975"/>
            </a:xfrm>
            <a:custGeom>
              <a:avLst/>
              <a:gdLst>
                <a:gd name="T0" fmla="*/ 2385 w 2386"/>
                <a:gd name="T1" fmla="*/ 3676 h 3677"/>
                <a:gd name="T2" fmla="*/ 2385 w 2386"/>
                <a:gd name="T3" fmla="*/ 3676 h 3677"/>
                <a:gd name="T4" fmla="*/ 1150 w 2386"/>
                <a:gd name="T5" fmla="*/ 3676 h 3677"/>
                <a:gd name="T6" fmla="*/ 0 w 2386"/>
                <a:gd name="T7" fmla="*/ 898 h 3677"/>
                <a:gd name="T8" fmla="*/ 869 w 2386"/>
                <a:gd name="T9" fmla="*/ 0 h 3677"/>
                <a:gd name="T10" fmla="*/ 2385 w 2386"/>
                <a:gd name="T11" fmla="*/ 3676 h 3677"/>
              </a:gdLst>
              <a:ahLst/>
              <a:cxnLst>
                <a:cxn ang="0">
                  <a:pos x="T0" y="T1"/>
                </a:cxn>
                <a:cxn ang="0">
                  <a:pos x="T2" y="T3"/>
                </a:cxn>
                <a:cxn ang="0">
                  <a:pos x="T4" y="T5"/>
                </a:cxn>
                <a:cxn ang="0">
                  <a:pos x="T6" y="T7"/>
                </a:cxn>
                <a:cxn ang="0">
                  <a:pos x="T8" y="T9"/>
                </a:cxn>
                <a:cxn ang="0">
                  <a:pos x="T10" y="T11"/>
                </a:cxn>
              </a:cxnLst>
              <a:rect l="0" t="0" r="r" b="b"/>
              <a:pathLst>
                <a:path w="2386" h="3677">
                  <a:moveTo>
                    <a:pt x="2385" y="3676"/>
                  </a:moveTo>
                  <a:lnTo>
                    <a:pt x="2385" y="3676"/>
                  </a:lnTo>
                  <a:cubicBezTo>
                    <a:pt x="1150" y="3676"/>
                    <a:pt x="1150" y="3676"/>
                    <a:pt x="1150" y="3676"/>
                  </a:cubicBezTo>
                  <a:cubicBezTo>
                    <a:pt x="1150" y="2638"/>
                    <a:pt x="729" y="1628"/>
                    <a:pt x="0" y="898"/>
                  </a:cubicBezTo>
                  <a:cubicBezTo>
                    <a:pt x="869" y="0"/>
                    <a:pt x="869" y="0"/>
                    <a:pt x="869" y="0"/>
                  </a:cubicBezTo>
                  <a:cubicBezTo>
                    <a:pt x="1852" y="982"/>
                    <a:pt x="2385" y="2301"/>
                    <a:pt x="2385" y="3676"/>
                  </a:cubicBezTo>
                </a:path>
              </a:pathLst>
            </a:custGeom>
            <a:solidFill>
              <a:schemeClr val="accent1"/>
            </a:solidFill>
            <a:ln w="9525" cap="flat">
              <a:noFill/>
              <a:bevel/>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171416"/>
              <a:endParaRPr lang="en-US" sz="600">
                <a:solidFill>
                  <a:srgbClr val="999999"/>
                </a:solidFill>
              </a:endParaRPr>
            </a:p>
          </p:txBody>
        </p:sp>
      </p:grpSp>
      <p:grpSp>
        <p:nvGrpSpPr>
          <p:cNvPr id="19" name="Group 18">
            <a:extLst>
              <a:ext uri="{FF2B5EF4-FFF2-40B4-BE49-F238E27FC236}">
                <a16:creationId xmlns:a16="http://schemas.microsoft.com/office/drawing/2014/main" id="{1CE27DA3-23EA-4E79-926A-F27A99BC7110}"/>
              </a:ext>
            </a:extLst>
          </p:cNvPr>
          <p:cNvGrpSpPr/>
          <p:nvPr/>
        </p:nvGrpSpPr>
        <p:grpSpPr>
          <a:xfrm>
            <a:off x="4951979" y="4692983"/>
            <a:ext cx="2233223" cy="1119465"/>
            <a:chOff x="1885950" y="5205413"/>
            <a:chExt cx="3727450" cy="1868487"/>
          </a:xfrm>
        </p:grpSpPr>
        <p:sp>
          <p:nvSpPr>
            <p:cNvPr id="20" name="Freeform 1">
              <a:extLst>
                <a:ext uri="{FF2B5EF4-FFF2-40B4-BE49-F238E27FC236}">
                  <a16:creationId xmlns:a16="http://schemas.microsoft.com/office/drawing/2014/main" id="{F9F5E87B-E85D-7ABB-4A34-A9F245DAFDB2}"/>
                </a:ext>
              </a:extLst>
            </p:cNvPr>
            <p:cNvSpPr>
              <a:spLocks noChangeArrowheads="1"/>
            </p:cNvSpPr>
            <p:nvPr/>
          </p:nvSpPr>
          <p:spPr bwMode="auto">
            <a:xfrm>
              <a:off x="2432050" y="5205413"/>
              <a:ext cx="1323975" cy="868362"/>
            </a:xfrm>
            <a:custGeom>
              <a:avLst/>
              <a:gdLst>
                <a:gd name="T0" fmla="*/ 898 w 3678"/>
                <a:gd name="T1" fmla="*/ 2412 h 2413"/>
                <a:gd name="T2" fmla="*/ 898 w 3678"/>
                <a:gd name="T3" fmla="*/ 2412 h 2413"/>
                <a:gd name="T4" fmla="*/ 0 w 3678"/>
                <a:gd name="T5" fmla="*/ 1514 h 2413"/>
                <a:gd name="T6" fmla="*/ 3677 w 3678"/>
                <a:gd name="T7" fmla="*/ 0 h 2413"/>
                <a:gd name="T8" fmla="*/ 3677 w 3678"/>
                <a:gd name="T9" fmla="*/ 1261 h 2413"/>
                <a:gd name="T10" fmla="*/ 898 w 3678"/>
                <a:gd name="T11" fmla="*/ 2412 h 2413"/>
              </a:gdLst>
              <a:ahLst/>
              <a:cxnLst>
                <a:cxn ang="0">
                  <a:pos x="T0" y="T1"/>
                </a:cxn>
                <a:cxn ang="0">
                  <a:pos x="T2" y="T3"/>
                </a:cxn>
                <a:cxn ang="0">
                  <a:pos x="T4" y="T5"/>
                </a:cxn>
                <a:cxn ang="0">
                  <a:pos x="T6" y="T7"/>
                </a:cxn>
                <a:cxn ang="0">
                  <a:pos x="T8" y="T9"/>
                </a:cxn>
                <a:cxn ang="0">
                  <a:pos x="T10" y="T11"/>
                </a:cxn>
              </a:cxnLst>
              <a:rect l="0" t="0" r="r" b="b"/>
              <a:pathLst>
                <a:path w="3678" h="2413">
                  <a:moveTo>
                    <a:pt x="898" y="2412"/>
                  </a:moveTo>
                  <a:lnTo>
                    <a:pt x="898" y="2412"/>
                  </a:lnTo>
                  <a:cubicBezTo>
                    <a:pt x="0" y="1514"/>
                    <a:pt x="0" y="1514"/>
                    <a:pt x="0" y="1514"/>
                  </a:cubicBezTo>
                  <a:cubicBezTo>
                    <a:pt x="982" y="560"/>
                    <a:pt x="2302" y="0"/>
                    <a:pt x="3677" y="0"/>
                  </a:cubicBezTo>
                  <a:cubicBezTo>
                    <a:pt x="3677" y="1261"/>
                    <a:pt x="3677" y="1261"/>
                    <a:pt x="3677" y="1261"/>
                  </a:cubicBezTo>
                  <a:cubicBezTo>
                    <a:pt x="2638" y="1261"/>
                    <a:pt x="1628" y="1682"/>
                    <a:pt x="898" y="2412"/>
                  </a:cubicBezTo>
                </a:path>
              </a:pathLst>
            </a:custGeom>
            <a:solidFill>
              <a:schemeClr val="accent3"/>
            </a:solidFill>
            <a:ln w="9525" cap="flat">
              <a:noFill/>
              <a:bevel/>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171416"/>
              <a:endParaRPr lang="en-US" sz="600">
                <a:solidFill>
                  <a:srgbClr val="999999"/>
                </a:solidFill>
              </a:endParaRPr>
            </a:p>
          </p:txBody>
        </p:sp>
        <p:sp>
          <p:nvSpPr>
            <p:cNvPr id="21" name="Freeform 2">
              <a:extLst>
                <a:ext uri="{FF2B5EF4-FFF2-40B4-BE49-F238E27FC236}">
                  <a16:creationId xmlns:a16="http://schemas.microsoft.com/office/drawing/2014/main" id="{56B2EABA-EAA0-FDDC-4630-56EC93AF2EE0}"/>
                </a:ext>
              </a:extLst>
            </p:cNvPr>
            <p:cNvSpPr>
              <a:spLocks noChangeArrowheads="1"/>
            </p:cNvSpPr>
            <p:nvPr/>
          </p:nvSpPr>
          <p:spPr bwMode="auto">
            <a:xfrm>
              <a:off x="3754438" y="5205413"/>
              <a:ext cx="1312862" cy="868362"/>
            </a:xfrm>
            <a:custGeom>
              <a:avLst/>
              <a:gdLst>
                <a:gd name="T0" fmla="*/ 2777 w 3647"/>
                <a:gd name="T1" fmla="*/ 2412 h 2413"/>
                <a:gd name="T2" fmla="*/ 2777 w 3647"/>
                <a:gd name="T3" fmla="*/ 2412 h 2413"/>
                <a:gd name="T4" fmla="*/ 0 w 3647"/>
                <a:gd name="T5" fmla="*/ 1261 h 2413"/>
                <a:gd name="T6" fmla="*/ 0 w 3647"/>
                <a:gd name="T7" fmla="*/ 0 h 2413"/>
                <a:gd name="T8" fmla="*/ 3646 w 3647"/>
                <a:gd name="T9" fmla="*/ 1514 h 2413"/>
                <a:gd name="T10" fmla="*/ 2777 w 3647"/>
                <a:gd name="T11" fmla="*/ 2412 h 2413"/>
              </a:gdLst>
              <a:ahLst/>
              <a:cxnLst>
                <a:cxn ang="0">
                  <a:pos x="T0" y="T1"/>
                </a:cxn>
                <a:cxn ang="0">
                  <a:pos x="T2" y="T3"/>
                </a:cxn>
                <a:cxn ang="0">
                  <a:pos x="T4" y="T5"/>
                </a:cxn>
                <a:cxn ang="0">
                  <a:pos x="T6" y="T7"/>
                </a:cxn>
                <a:cxn ang="0">
                  <a:pos x="T8" y="T9"/>
                </a:cxn>
                <a:cxn ang="0">
                  <a:pos x="T10" y="T11"/>
                </a:cxn>
              </a:cxnLst>
              <a:rect l="0" t="0" r="r" b="b"/>
              <a:pathLst>
                <a:path w="3647" h="2413">
                  <a:moveTo>
                    <a:pt x="2777" y="2412"/>
                  </a:moveTo>
                  <a:lnTo>
                    <a:pt x="2777" y="2412"/>
                  </a:lnTo>
                  <a:cubicBezTo>
                    <a:pt x="2019" y="1682"/>
                    <a:pt x="1037" y="1261"/>
                    <a:pt x="0" y="1261"/>
                  </a:cubicBezTo>
                  <a:cubicBezTo>
                    <a:pt x="0" y="0"/>
                    <a:pt x="0" y="0"/>
                    <a:pt x="0" y="0"/>
                  </a:cubicBezTo>
                  <a:cubicBezTo>
                    <a:pt x="1373" y="0"/>
                    <a:pt x="2665" y="560"/>
                    <a:pt x="3646" y="1514"/>
                  </a:cubicBezTo>
                  <a:lnTo>
                    <a:pt x="2777" y="2412"/>
                  </a:lnTo>
                </a:path>
              </a:pathLst>
            </a:custGeom>
            <a:solidFill>
              <a:schemeClr val="accent2"/>
            </a:solidFill>
            <a:ln w="9525" cap="flat">
              <a:noFill/>
              <a:bevel/>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171416"/>
              <a:endParaRPr lang="en-US" sz="600">
                <a:solidFill>
                  <a:srgbClr val="999999"/>
                </a:solidFill>
              </a:endParaRPr>
            </a:p>
          </p:txBody>
        </p:sp>
        <p:sp>
          <p:nvSpPr>
            <p:cNvPr id="22" name="Freeform 3">
              <a:extLst>
                <a:ext uri="{FF2B5EF4-FFF2-40B4-BE49-F238E27FC236}">
                  <a16:creationId xmlns:a16="http://schemas.microsoft.com/office/drawing/2014/main" id="{AAC15B38-118C-394D-AE98-DEB742B41730}"/>
                </a:ext>
              </a:extLst>
            </p:cNvPr>
            <p:cNvSpPr>
              <a:spLocks noChangeArrowheads="1"/>
            </p:cNvSpPr>
            <p:nvPr/>
          </p:nvSpPr>
          <p:spPr bwMode="auto">
            <a:xfrm>
              <a:off x="1885950" y="5749925"/>
              <a:ext cx="868363" cy="1323975"/>
            </a:xfrm>
            <a:custGeom>
              <a:avLst/>
              <a:gdLst>
                <a:gd name="T0" fmla="*/ 1263 w 2414"/>
                <a:gd name="T1" fmla="*/ 3676 h 3677"/>
                <a:gd name="T2" fmla="*/ 1263 w 2414"/>
                <a:gd name="T3" fmla="*/ 3676 h 3677"/>
                <a:gd name="T4" fmla="*/ 0 w 2414"/>
                <a:gd name="T5" fmla="*/ 3676 h 3677"/>
                <a:gd name="T6" fmla="*/ 1515 w 2414"/>
                <a:gd name="T7" fmla="*/ 0 h 3677"/>
                <a:gd name="T8" fmla="*/ 2413 w 2414"/>
                <a:gd name="T9" fmla="*/ 898 h 3677"/>
                <a:gd name="T10" fmla="*/ 1263 w 2414"/>
                <a:gd name="T11" fmla="*/ 3676 h 3677"/>
              </a:gdLst>
              <a:ahLst/>
              <a:cxnLst>
                <a:cxn ang="0">
                  <a:pos x="T0" y="T1"/>
                </a:cxn>
                <a:cxn ang="0">
                  <a:pos x="T2" y="T3"/>
                </a:cxn>
                <a:cxn ang="0">
                  <a:pos x="T4" y="T5"/>
                </a:cxn>
                <a:cxn ang="0">
                  <a:pos x="T6" y="T7"/>
                </a:cxn>
                <a:cxn ang="0">
                  <a:pos x="T8" y="T9"/>
                </a:cxn>
                <a:cxn ang="0">
                  <a:pos x="T10" y="T11"/>
                </a:cxn>
              </a:cxnLst>
              <a:rect l="0" t="0" r="r" b="b"/>
              <a:pathLst>
                <a:path w="2414" h="3677">
                  <a:moveTo>
                    <a:pt x="1263" y="3676"/>
                  </a:moveTo>
                  <a:lnTo>
                    <a:pt x="1263" y="3676"/>
                  </a:lnTo>
                  <a:cubicBezTo>
                    <a:pt x="0" y="3676"/>
                    <a:pt x="0" y="3676"/>
                    <a:pt x="0" y="3676"/>
                  </a:cubicBezTo>
                  <a:cubicBezTo>
                    <a:pt x="0" y="2301"/>
                    <a:pt x="561" y="982"/>
                    <a:pt x="1515" y="0"/>
                  </a:cubicBezTo>
                  <a:cubicBezTo>
                    <a:pt x="2413" y="898"/>
                    <a:pt x="2413" y="898"/>
                    <a:pt x="2413" y="898"/>
                  </a:cubicBezTo>
                  <a:cubicBezTo>
                    <a:pt x="1684" y="1628"/>
                    <a:pt x="1263" y="2638"/>
                    <a:pt x="1263" y="3676"/>
                  </a:cubicBezTo>
                </a:path>
              </a:pathLst>
            </a:custGeom>
            <a:solidFill>
              <a:schemeClr val="accent4"/>
            </a:solidFill>
            <a:ln w="9525" cap="flat">
              <a:noFill/>
              <a:bevel/>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171416"/>
              <a:endParaRPr lang="en-US" sz="600">
                <a:solidFill>
                  <a:srgbClr val="999999"/>
                </a:solidFill>
              </a:endParaRPr>
            </a:p>
          </p:txBody>
        </p:sp>
        <p:sp>
          <p:nvSpPr>
            <p:cNvPr id="23" name="Freeform 4">
              <a:extLst>
                <a:ext uri="{FF2B5EF4-FFF2-40B4-BE49-F238E27FC236}">
                  <a16:creationId xmlns:a16="http://schemas.microsoft.com/office/drawing/2014/main" id="{B6562621-ED7C-D1B8-2CF9-8A3E02892498}"/>
                </a:ext>
              </a:extLst>
            </p:cNvPr>
            <p:cNvSpPr>
              <a:spLocks noChangeArrowheads="1"/>
            </p:cNvSpPr>
            <p:nvPr/>
          </p:nvSpPr>
          <p:spPr bwMode="auto">
            <a:xfrm>
              <a:off x="4754563" y="5749925"/>
              <a:ext cx="858837" cy="1323975"/>
            </a:xfrm>
            <a:custGeom>
              <a:avLst/>
              <a:gdLst>
                <a:gd name="T0" fmla="*/ 2385 w 2386"/>
                <a:gd name="T1" fmla="*/ 3676 h 3677"/>
                <a:gd name="T2" fmla="*/ 2385 w 2386"/>
                <a:gd name="T3" fmla="*/ 3676 h 3677"/>
                <a:gd name="T4" fmla="*/ 1150 w 2386"/>
                <a:gd name="T5" fmla="*/ 3676 h 3677"/>
                <a:gd name="T6" fmla="*/ 0 w 2386"/>
                <a:gd name="T7" fmla="*/ 898 h 3677"/>
                <a:gd name="T8" fmla="*/ 869 w 2386"/>
                <a:gd name="T9" fmla="*/ 0 h 3677"/>
                <a:gd name="T10" fmla="*/ 2385 w 2386"/>
                <a:gd name="T11" fmla="*/ 3676 h 3677"/>
              </a:gdLst>
              <a:ahLst/>
              <a:cxnLst>
                <a:cxn ang="0">
                  <a:pos x="T0" y="T1"/>
                </a:cxn>
                <a:cxn ang="0">
                  <a:pos x="T2" y="T3"/>
                </a:cxn>
                <a:cxn ang="0">
                  <a:pos x="T4" y="T5"/>
                </a:cxn>
                <a:cxn ang="0">
                  <a:pos x="T6" y="T7"/>
                </a:cxn>
                <a:cxn ang="0">
                  <a:pos x="T8" y="T9"/>
                </a:cxn>
                <a:cxn ang="0">
                  <a:pos x="T10" y="T11"/>
                </a:cxn>
              </a:cxnLst>
              <a:rect l="0" t="0" r="r" b="b"/>
              <a:pathLst>
                <a:path w="2386" h="3677">
                  <a:moveTo>
                    <a:pt x="2385" y="3676"/>
                  </a:moveTo>
                  <a:lnTo>
                    <a:pt x="2385" y="3676"/>
                  </a:lnTo>
                  <a:cubicBezTo>
                    <a:pt x="1150" y="3676"/>
                    <a:pt x="1150" y="3676"/>
                    <a:pt x="1150" y="3676"/>
                  </a:cubicBezTo>
                  <a:cubicBezTo>
                    <a:pt x="1150" y="2638"/>
                    <a:pt x="729" y="1628"/>
                    <a:pt x="0" y="898"/>
                  </a:cubicBezTo>
                  <a:cubicBezTo>
                    <a:pt x="869" y="0"/>
                    <a:pt x="869" y="0"/>
                    <a:pt x="869" y="0"/>
                  </a:cubicBezTo>
                  <a:cubicBezTo>
                    <a:pt x="1852" y="982"/>
                    <a:pt x="2385" y="2301"/>
                    <a:pt x="2385" y="3676"/>
                  </a:cubicBezTo>
                </a:path>
              </a:pathLst>
            </a:custGeom>
            <a:solidFill>
              <a:schemeClr val="accent1"/>
            </a:solidFill>
            <a:ln w="9525" cap="flat">
              <a:noFill/>
              <a:bevel/>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171416"/>
              <a:endParaRPr lang="en-US" sz="600">
                <a:solidFill>
                  <a:srgbClr val="999999"/>
                </a:solidFill>
              </a:endParaRPr>
            </a:p>
          </p:txBody>
        </p:sp>
      </p:grpSp>
      <p:grpSp>
        <p:nvGrpSpPr>
          <p:cNvPr id="24" name="Group 23">
            <a:extLst>
              <a:ext uri="{FF2B5EF4-FFF2-40B4-BE49-F238E27FC236}">
                <a16:creationId xmlns:a16="http://schemas.microsoft.com/office/drawing/2014/main" id="{298C03C6-A61A-348E-88F1-70C940DCBA01}"/>
              </a:ext>
            </a:extLst>
          </p:cNvPr>
          <p:cNvGrpSpPr/>
          <p:nvPr/>
        </p:nvGrpSpPr>
        <p:grpSpPr>
          <a:xfrm>
            <a:off x="8943283" y="4692983"/>
            <a:ext cx="2233223" cy="1119465"/>
            <a:chOff x="1885950" y="5205413"/>
            <a:chExt cx="3727450" cy="1868487"/>
          </a:xfrm>
        </p:grpSpPr>
        <p:sp>
          <p:nvSpPr>
            <p:cNvPr id="25" name="Freeform 1">
              <a:extLst>
                <a:ext uri="{FF2B5EF4-FFF2-40B4-BE49-F238E27FC236}">
                  <a16:creationId xmlns:a16="http://schemas.microsoft.com/office/drawing/2014/main" id="{004ED59E-F12A-A0AE-C6AE-09300D9BF780}"/>
                </a:ext>
              </a:extLst>
            </p:cNvPr>
            <p:cNvSpPr>
              <a:spLocks noChangeArrowheads="1"/>
            </p:cNvSpPr>
            <p:nvPr/>
          </p:nvSpPr>
          <p:spPr bwMode="auto">
            <a:xfrm>
              <a:off x="2432050" y="5205413"/>
              <a:ext cx="1323975" cy="868362"/>
            </a:xfrm>
            <a:custGeom>
              <a:avLst/>
              <a:gdLst>
                <a:gd name="T0" fmla="*/ 898 w 3678"/>
                <a:gd name="T1" fmla="*/ 2412 h 2413"/>
                <a:gd name="T2" fmla="*/ 898 w 3678"/>
                <a:gd name="T3" fmla="*/ 2412 h 2413"/>
                <a:gd name="T4" fmla="*/ 0 w 3678"/>
                <a:gd name="T5" fmla="*/ 1514 h 2413"/>
                <a:gd name="T6" fmla="*/ 3677 w 3678"/>
                <a:gd name="T7" fmla="*/ 0 h 2413"/>
                <a:gd name="T8" fmla="*/ 3677 w 3678"/>
                <a:gd name="T9" fmla="*/ 1261 h 2413"/>
                <a:gd name="T10" fmla="*/ 898 w 3678"/>
                <a:gd name="T11" fmla="*/ 2412 h 2413"/>
              </a:gdLst>
              <a:ahLst/>
              <a:cxnLst>
                <a:cxn ang="0">
                  <a:pos x="T0" y="T1"/>
                </a:cxn>
                <a:cxn ang="0">
                  <a:pos x="T2" y="T3"/>
                </a:cxn>
                <a:cxn ang="0">
                  <a:pos x="T4" y="T5"/>
                </a:cxn>
                <a:cxn ang="0">
                  <a:pos x="T6" y="T7"/>
                </a:cxn>
                <a:cxn ang="0">
                  <a:pos x="T8" y="T9"/>
                </a:cxn>
                <a:cxn ang="0">
                  <a:pos x="T10" y="T11"/>
                </a:cxn>
              </a:cxnLst>
              <a:rect l="0" t="0" r="r" b="b"/>
              <a:pathLst>
                <a:path w="3678" h="2413">
                  <a:moveTo>
                    <a:pt x="898" y="2412"/>
                  </a:moveTo>
                  <a:lnTo>
                    <a:pt x="898" y="2412"/>
                  </a:lnTo>
                  <a:cubicBezTo>
                    <a:pt x="0" y="1514"/>
                    <a:pt x="0" y="1514"/>
                    <a:pt x="0" y="1514"/>
                  </a:cubicBezTo>
                  <a:cubicBezTo>
                    <a:pt x="982" y="560"/>
                    <a:pt x="2302" y="0"/>
                    <a:pt x="3677" y="0"/>
                  </a:cubicBezTo>
                  <a:cubicBezTo>
                    <a:pt x="3677" y="1261"/>
                    <a:pt x="3677" y="1261"/>
                    <a:pt x="3677" y="1261"/>
                  </a:cubicBezTo>
                  <a:cubicBezTo>
                    <a:pt x="2638" y="1261"/>
                    <a:pt x="1628" y="1682"/>
                    <a:pt x="898" y="2412"/>
                  </a:cubicBezTo>
                </a:path>
              </a:pathLst>
            </a:custGeom>
            <a:solidFill>
              <a:schemeClr val="accent3"/>
            </a:solidFill>
            <a:ln w="9525" cap="flat">
              <a:noFill/>
              <a:bevel/>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171416"/>
              <a:endParaRPr lang="en-US" sz="600">
                <a:solidFill>
                  <a:srgbClr val="999999"/>
                </a:solidFill>
              </a:endParaRPr>
            </a:p>
          </p:txBody>
        </p:sp>
        <p:sp>
          <p:nvSpPr>
            <p:cNvPr id="26" name="Freeform 2">
              <a:extLst>
                <a:ext uri="{FF2B5EF4-FFF2-40B4-BE49-F238E27FC236}">
                  <a16:creationId xmlns:a16="http://schemas.microsoft.com/office/drawing/2014/main" id="{A5FAA383-9C0B-F594-E1C0-63C29B9349A4}"/>
                </a:ext>
              </a:extLst>
            </p:cNvPr>
            <p:cNvSpPr>
              <a:spLocks noChangeArrowheads="1"/>
            </p:cNvSpPr>
            <p:nvPr/>
          </p:nvSpPr>
          <p:spPr bwMode="auto">
            <a:xfrm>
              <a:off x="3754438" y="5205413"/>
              <a:ext cx="1312862" cy="868362"/>
            </a:xfrm>
            <a:custGeom>
              <a:avLst/>
              <a:gdLst>
                <a:gd name="T0" fmla="*/ 2777 w 3647"/>
                <a:gd name="T1" fmla="*/ 2412 h 2413"/>
                <a:gd name="T2" fmla="*/ 2777 w 3647"/>
                <a:gd name="T3" fmla="*/ 2412 h 2413"/>
                <a:gd name="T4" fmla="*/ 0 w 3647"/>
                <a:gd name="T5" fmla="*/ 1261 h 2413"/>
                <a:gd name="T6" fmla="*/ 0 w 3647"/>
                <a:gd name="T7" fmla="*/ 0 h 2413"/>
                <a:gd name="T8" fmla="*/ 3646 w 3647"/>
                <a:gd name="T9" fmla="*/ 1514 h 2413"/>
                <a:gd name="T10" fmla="*/ 2777 w 3647"/>
                <a:gd name="T11" fmla="*/ 2412 h 2413"/>
              </a:gdLst>
              <a:ahLst/>
              <a:cxnLst>
                <a:cxn ang="0">
                  <a:pos x="T0" y="T1"/>
                </a:cxn>
                <a:cxn ang="0">
                  <a:pos x="T2" y="T3"/>
                </a:cxn>
                <a:cxn ang="0">
                  <a:pos x="T4" y="T5"/>
                </a:cxn>
                <a:cxn ang="0">
                  <a:pos x="T6" y="T7"/>
                </a:cxn>
                <a:cxn ang="0">
                  <a:pos x="T8" y="T9"/>
                </a:cxn>
                <a:cxn ang="0">
                  <a:pos x="T10" y="T11"/>
                </a:cxn>
              </a:cxnLst>
              <a:rect l="0" t="0" r="r" b="b"/>
              <a:pathLst>
                <a:path w="3647" h="2413">
                  <a:moveTo>
                    <a:pt x="2777" y="2412"/>
                  </a:moveTo>
                  <a:lnTo>
                    <a:pt x="2777" y="2412"/>
                  </a:lnTo>
                  <a:cubicBezTo>
                    <a:pt x="2019" y="1682"/>
                    <a:pt x="1037" y="1261"/>
                    <a:pt x="0" y="1261"/>
                  </a:cubicBezTo>
                  <a:cubicBezTo>
                    <a:pt x="0" y="0"/>
                    <a:pt x="0" y="0"/>
                    <a:pt x="0" y="0"/>
                  </a:cubicBezTo>
                  <a:cubicBezTo>
                    <a:pt x="1373" y="0"/>
                    <a:pt x="2665" y="560"/>
                    <a:pt x="3646" y="1514"/>
                  </a:cubicBezTo>
                  <a:lnTo>
                    <a:pt x="2777" y="2412"/>
                  </a:lnTo>
                </a:path>
              </a:pathLst>
            </a:custGeom>
            <a:solidFill>
              <a:schemeClr val="accent2"/>
            </a:solidFill>
            <a:ln w="9525" cap="flat">
              <a:noFill/>
              <a:bevel/>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171416"/>
              <a:endParaRPr lang="en-US" sz="600">
                <a:solidFill>
                  <a:srgbClr val="999999"/>
                </a:solidFill>
              </a:endParaRPr>
            </a:p>
          </p:txBody>
        </p:sp>
        <p:sp>
          <p:nvSpPr>
            <p:cNvPr id="27" name="Freeform 3">
              <a:extLst>
                <a:ext uri="{FF2B5EF4-FFF2-40B4-BE49-F238E27FC236}">
                  <a16:creationId xmlns:a16="http://schemas.microsoft.com/office/drawing/2014/main" id="{5A0F37B0-6EF4-32A4-CE8E-8BF2AE40E25B}"/>
                </a:ext>
              </a:extLst>
            </p:cNvPr>
            <p:cNvSpPr>
              <a:spLocks noChangeArrowheads="1"/>
            </p:cNvSpPr>
            <p:nvPr/>
          </p:nvSpPr>
          <p:spPr bwMode="auto">
            <a:xfrm>
              <a:off x="1885950" y="5749925"/>
              <a:ext cx="868363" cy="1323975"/>
            </a:xfrm>
            <a:custGeom>
              <a:avLst/>
              <a:gdLst>
                <a:gd name="T0" fmla="*/ 1263 w 2414"/>
                <a:gd name="T1" fmla="*/ 3676 h 3677"/>
                <a:gd name="T2" fmla="*/ 1263 w 2414"/>
                <a:gd name="T3" fmla="*/ 3676 h 3677"/>
                <a:gd name="T4" fmla="*/ 0 w 2414"/>
                <a:gd name="T5" fmla="*/ 3676 h 3677"/>
                <a:gd name="T6" fmla="*/ 1515 w 2414"/>
                <a:gd name="T7" fmla="*/ 0 h 3677"/>
                <a:gd name="T8" fmla="*/ 2413 w 2414"/>
                <a:gd name="T9" fmla="*/ 898 h 3677"/>
                <a:gd name="T10" fmla="*/ 1263 w 2414"/>
                <a:gd name="T11" fmla="*/ 3676 h 3677"/>
              </a:gdLst>
              <a:ahLst/>
              <a:cxnLst>
                <a:cxn ang="0">
                  <a:pos x="T0" y="T1"/>
                </a:cxn>
                <a:cxn ang="0">
                  <a:pos x="T2" y="T3"/>
                </a:cxn>
                <a:cxn ang="0">
                  <a:pos x="T4" y="T5"/>
                </a:cxn>
                <a:cxn ang="0">
                  <a:pos x="T6" y="T7"/>
                </a:cxn>
                <a:cxn ang="0">
                  <a:pos x="T8" y="T9"/>
                </a:cxn>
                <a:cxn ang="0">
                  <a:pos x="T10" y="T11"/>
                </a:cxn>
              </a:cxnLst>
              <a:rect l="0" t="0" r="r" b="b"/>
              <a:pathLst>
                <a:path w="2414" h="3677">
                  <a:moveTo>
                    <a:pt x="1263" y="3676"/>
                  </a:moveTo>
                  <a:lnTo>
                    <a:pt x="1263" y="3676"/>
                  </a:lnTo>
                  <a:cubicBezTo>
                    <a:pt x="0" y="3676"/>
                    <a:pt x="0" y="3676"/>
                    <a:pt x="0" y="3676"/>
                  </a:cubicBezTo>
                  <a:cubicBezTo>
                    <a:pt x="0" y="2301"/>
                    <a:pt x="561" y="982"/>
                    <a:pt x="1515" y="0"/>
                  </a:cubicBezTo>
                  <a:cubicBezTo>
                    <a:pt x="2413" y="898"/>
                    <a:pt x="2413" y="898"/>
                    <a:pt x="2413" y="898"/>
                  </a:cubicBezTo>
                  <a:cubicBezTo>
                    <a:pt x="1684" y="1628"/>
                    <a:pt x="1263" y="2638"/>
                    <a:pt x="1263" y="3676"/>
                  </a:cubicBezTo>
                </a:path>
              </a:pathLst>
            </a:custGeom>
            <a:solidFill>
              <a:schemeClr val="accent4"/>
            </a:solidFill>
            <a:ln w="9525" cap="flat">
              <a:noFill/>
              <a:bevel/>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171416"/>
              <a:endParaRPr lang="en-US" sz="600">
                <a:solidFill>
                  <a:srgbClr val="999999"/>
                </a:solidFill>
              </a:endParaRPr>
            </a:p>
          </p:txBody>
        </p:sp>
        <p:sp>
          <p:nvSpPr>
            <p:cNvPr id="28" name="Freeform 4">
              <a:extLst>
                <a:ext uri="{FF2B5EF4-FFF2-40B4-BE49-F238E27FC236}">
                  <a16:creationId xmlns:a16="http://schemas.microsoft.com/office/drawing/2014/main" id="{616EA401-56CD-8D76-9A19-A89FC9EA80DE}"/>
                </a:ext>
              </a:extLst>
            </p:cNvPr>
            <p:cNvSpPr>
              <a:spLocks noChangeArrowheads="1"/>
            </p:cNvSpPr>
            <p:nvPr/>
          </p:nvSpPr>
          <p:spPr bwMode="auto">
            <a:xfrm>
              <a:off x="4754563" y="5749925"/>
              <a:ext cx="858837" cy="1323975"/>
            </a:xfrm>
            <a:custGeom>
              <a:avLst/>
              <a:gdLst>
                <a:gd name="T0" fmla="*/ 2385 w 2386"/>
                <a:gd name="T1" fmla="*/ 3676 h 3677"/>
                <a:gd name="T2" fmla="*/ 2385 w 2386"/>
                <a:gd name="T3" fmla="*/ 3676 h 3677"/>
                <a:gd name="T4" fmla="*/ 1150 w 2386"/>
                <a:gd name="T5" fmla="*/ 3676 h 3677"/>
                <a:gd name="T6" fmla="*/ 0 w 2386"/>
                <a:gd name="T7" fmla="*/ 898 h 3677"/>
                <a:gd name="T8" fmla="*/ 869 w 2386"/>
                <a:gd name="T9" fmla="*/ 0 h 3677"/>
                <a:gd name="T10" fmla="*/ 2385 w 2386"/>
                <a:gd name="T11" fmla="*/ 3676 h 3677"/>
              </a:gdLst>
              <a:ahLst/>
              <a:cxnLst>
                <a:cxn ang="0">
                  <a:pos x="T0" y="T1"/>
                </a:cxn>
                <a:cxn ang="0">
                  <a:pos x="T2" y="T3"/>
                </a:cxn>
                <a:cxn ang="0">
                  <a:pos x="T4" y="T5"/>
                </a:cxn>
                <a:cxn ang="0">
                  <a:pos x="T6" y="T7"/>
                </a:cxn>
                <a:cxn ang="0">
                  <a:pos x="T8" y="T9"/>
                </a:cxn>
                <a:cxn ang="0">
                  <a:pos x="T10" y="T11"/>
                </a:cxn>
              </a:cxnLst>
              <a:rect l="0" t="0" r="r" b="b"/>
              <a:pathLst>
                <a:path w="2386" h="3677">
                  <a:moveTo>
                    <a:pt x="2385" y="3676"/>
                  </a:moveTo>
                  <a:lnTo>
                    <a:pt x="2385" y="3676"/>
                  </a:lnTo>
                  <a:cubicBezTo>
                    <a:pt x="1150" y="3676"/>
                    <a:pt x="1150" y="3676"/>
                    <a:pt x="1150" y="3676"/>
                  </a:cubicBezTo>
                  <a:cubicBezTo>
                    <a:pt x="1150" y="2638"/>
                    <a:pt x="729" y="1628"/>
                    <a:pt x="0" y="898"/>
                  </a:cubicBezTo>
                  <a:cubicBezTo>
                    <a:pt x="869" y="0"/>
                    <a:pt x="869" y="0"/>
                    <a:pt x="869" y="0"/>
                  </a:cubicBezTo>
                  <a:cubicBezTo>
                    <a:pt x="1852" y="982"/>
                    <a:pt x="2385" y="2301"/>
                    <a:pt x="2385" y="3676"/>
                  </a:cubicBezTo>
                </a:path>
              </a:pathLst>
            </a:custGeom>
            <a:solidFill>
              <a:schemeClr val="accent1"/>
            </a:solidFill>
            <a:ln w="9525" cap="flat">
              <a:noFill/>
              <a:bevel/>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171416"/>
              <a:endParaRPr lang="en-US" sz="600">
                <a:solidFill>
                  <a:srgbClr val="999999"/>
                </a:solidFill>
              </a:endParaRPr>
            </a:p>
          </p:txBody>
        </p:sp>
      </p:grpSp>
      <p:sp>
        <p:nvSpPr>
          <p:cNvPr id="29" name="TextBox 28">
            <a:extLst>
              <a:ext uri="{FF2B5EF4-FFF2-40B4-BE49-F238E27FC236}">
                <a16:creationId xmlns:a16="http://schemas.microsoft.com/office/drawing/2014/main" id="{3203953E-D23A-DE90-00F8-89DD0DAE3FC1}"/>
              </a:ext>
            </a:extLst>
          </p:cNvPr>
          <p:cNvSpPr txBox="1"/>
          <p:nvPr/>
        </p:nvSpPr>
        <p:spPr>
          <a:xfrm>
            <a:off x="688933" y="4632874"/>
            <a:ext cx="829367" cy="246221"/>
          </a:xfrm>
          <a:prstGeom prst="rect">
            <a:avLst/>
          </a:prstGeom>
          <a:noFill/>
          <a:ln>
            <a:noFill/>
          </a:ln>
        </p:spPr>
        <p:txBody>
          <a:bodyPr wrap="square" rtlCol="0">
            <a:spAutoFit/>
          </a:bodyPr>
          <a:lstStyle/>
          <a:p>
            <a:pPr algn="ctr" defTabSz="171416"/>
            <a:r>
              <a:rPr lang="en-US" sz="1000">
                <a:solidFill>
                  <a:schemeClr val="tx1">
                    <a:lumMod val="65000"/>
                    <a:lumOff val="35000"/>
                  </a:schemeClr>
                </a:solidFill>
                <a:latin typeface="Aptos" panose="020B0004020202020204" pitchFamily="34" charset="0"/>
                <a:ea typeface="Lato" panose="020F0502020204030203" pitchFamily="34" charset="0"/>
                <a:cs typeface="Poppins Light" pitchFamily="2" charset="77"/>
              </a:rPr>
              <a:t>Medium</a:t>
            </a:r>
          </a:p>
        </p:txBody>
      </p:sp>
      <p:sp>
        <p:nvSpPr>
          <p:cNvPr id="30" name="TextBox 29">
            <a:extLst>
              <a:ext uri="{FF2B5EF4-FFF2-40B4-BE49-F238E27FC236}">
                <a16:creationId xmlns:a16="http://schemas.microsoft.com/office/drawing/2014/main" id="{C56AD842-26C2-4D16-E7A1-4E8176358E8F}"/>
              </a:ext>
            </a:extLst>
          </p:cNvPr>
          <p:cNvSpPr txBox="1"/>
          <p:nvPr/>
        </p:nvSpPr>
        <p:spPr>
          <a:xfrm>
            <a:off x="561947" y="5146769"/>
            <a:ext cx="506229" cy="246221"/>
          </a:xfrm>
          <a:prstGeom prst="rect">
            <a:avLst/>
          </a:prstGeom>
          <a:noFill/>
          <a:ln>
            <a:noFill/>
          </a:ln>
        </p:spPr>
        <p:txBody>
          <a:bodyPr wrap="square" rtlCol="0">
            <a:spAutoFit/>
          </a:bodyPr>
          <a:lstStyle/>
          <a:p>
            <a:pPr algn="ctr" defTabSz="171416"/>
            <a:r>
              <a:rPr lang="en-US" sz="1000">
                <a:solidFill>
                  <a:schemeClr val="tx1">
                    <a:lumMod val="65000"/>
                    <a:lumOff val="35000"/>
                  </a:schemeClr>
                </a:solidFill>
                <a:latin typeface="Aptos" panose="020B0004020202020204" pitchFamily="34" charset="0"/>
                <a:ea typeface="Lato" panose="020F0502020204030203" pitchFamily="34" charset="0"/>
                <a:cs typeface="Poppins Light" pitchFamily="2" charset="77"/>
              </a:rPr>
              <a:t>Low</a:t>
            </a:r>
          </a:p>
        </p:txBody>
      </p:sp>
      <p:sp>
        <p:nvSpPr>
          <p:cNvPr id="31" name="TextBox 30">
            <a:extLst>
              <a:ext uri="{FF2B5EF4-FFF2-40B4-BE49-F238E27FC236}">
                <a16:creationId xmlns:a16="http://schemas.microsoft.com/office/drawing/2014/main" id="{26448A22-5883-4CBE-EA60-0633B4A9EFE1}"/>
              </a:ext>
            </a:extLst>
          </p:cNvPr>
          <p:cNvSpPr txBox="1"/>
          <p:nvPr/>
        </p:nvSpPr>
        <p:spPr>
          <a:xfrm>
            <a:off x="2687613" y="4632876"/>
            <a:ext cx="1169806" cy="246221"/>
          </a:xfrm>
          <a:prstGeom prst="rect">
            <a:avLst/>
          </a:prstGeom>
          <a:noFill/>
          <a:ln>
            <a:noFill/>
          </a:ln>
        </p:spPr>
        <p:txBody>
          <a:bodyPr wrap="square" rtlCol="0">
            <a:spAutoFit/>
          </a:bodyPr>
          <a:lstStyle/>
          <a:p>
            <a:pPr algn="ctr" defTabSz="171416"/>
            <a:r>
              <a:rPr lang="en-US" sz="1000">
                <a:solidFill>
                  <a:schemeClr val="tx1">
                    <a:lumMod val="65000"/>
                    <a:lumOff val="35000"/>
                  </a:schemeClr>
                </a:solidFill>
                <a:latin typeface="Aptos" panose="020B0004020202020204" pitchFamily="34" charset="0"/>
                <a:ea typeface="Lato" panose="020F0502020204030203" pitchFamily="34" charset="0"/>
                <a:cs typeface="Poppins Light" pitchFamily="2" charset="77"/>
              </a:rPr>
              <a:t>Medium High</a:t>
            </a:r>
          </a:p>
        </p:txBody>
      </p:sp>
      <p:sp>
        <p:nvSpPr>
          <p:cNvPr id="32" name="TextBox 31">
            <a:extLst>
              <a:ext uri="{FF2B5EF4-FFF2-40B4-BE49-F238E27FC236}">
                <a16:creationId xmlns:a16="http://schemas.microsoft.com/office/drawing/2014/main" id="{116E8E16-8F93-B401-35B4-E9F9E8BE8515}"/>
              </a:ext>
            </a:extLst>
          </p:cNvPr>
          <p:cNvSpPr txBox="1"/>
          <p:nvPr/>
        </p:nvSpPr>
        <p:spPr>
          <a:xfrm>
            <a:off x="3121117" y="5146771"/>
            <a:ext cx="519710" cy="246221"/>
          </a:xfrm>
          <a:prstGeom prst="rect">
            <a:avLst/>
          </a:prstGeom>
          <a:noFill/>
          <a:ln>
            <a:noFill/>
          </a:ln>
        </p:spPr>
        <p:txBody>
          <a:bodyPr wrap="square" rtlCol="0">
            <a:spAutoFit/>
          </a:bodyPr>
          <a:lstStyle/>
          <a:p>
            <a:pPr algn="ctr" defTabSz="171416"/>
            <a:r>
              <a:rPr lang="en-US" sz="1000">
                <a:solidFill>
                  <a:schemeClr val="tx1">
                    <a:lumMod val="65000"/>
                    <a:lumOff val="35000"/>
                  </a:schemeClr>
                </a:solidFill>
                <a:latin typeface="Aptos" panose="020B0004020202020204" pitchFamily="34" charset="0"/>
                <a:ea typeface="Lato" panose="020F0502020204030203" pitchFamily="34" charset="0"/>
                <a:cs typeface="Poppins Light" pitchFamily="2" charset="77"/>
              </a:rPr>
              <a:t>High</a:t>
            </a:r>
          </a:p>
        </p:txBody>
      </p:sp>
      <p:sp>
        <p:nvSpPr>
          <p:cNvPr id="7" name="Freeform 255">
            <a:extLst>
              <a:ext uri="{FF2B5EF4-FFF2-40B4-BE49-F238E27FC236}">
                <a16:creationId xmlns:a16="http://schemas.microsoft.com/office/drawing/2014/main" id="{0B13710F-8FA2-8B81-54DB-211521AA1418}"/>
              </a:ext>
            </a:extLst>
          </p:cNvPr>
          <p:cNvSpPr/>
          <p:nvPr/>
        </p:nvSpPr>
        <p:spPr>
          <a:xfrm rot="12519741">
            <a:off x="1504758" y="5523827"/>
            <a:ext cx="627817" cy="249462"/>
          </a:xfrm>
          <a:custGeom>
            <a:avLst/>
            <a:gdLst>
              <a:gd name="connsiteX0" fmla="*/ 146850 w 204359"/>
              <a:gd name="connsiteY0" fmla="*/ 53396 h 81201"/>
              <a:gd name="connsiteX1" fmla="*/ 146850 w 204359"/>
              <a:gd name="connsiteY1" fmla="*/ 75693 h 81201"/>
              <a:gd name="connsiteX2" fmla="*/ 155645 w 204359"/>
              <a:gd name="connsiteY2" fmla="*/ 80091 h 81201"/>
              <a:gd name="connsiteX3" fmla="*/ 202173 w 204359"/>
              <a:gd name="connsiteY3" fmla="*/ 45009 h 81201"/>
              <a:gd name="connsiteX4" fmla="*/ 202173 w 204359"/>
              <a:gd name="connsiteY4" fmla="*/ 36213 h 81201"/>
              <a:gd name="connsiteX5" fmla="*/ 155645 w 204359"/>
              <a:gd name="connsiteY5" fmla="*/ 1131 h 81201"/>
              <a:gd name="connsiteX6" fmla="*/ 146850 w 204359"/>
              <a:gd name="connsiteY6" fmla="*/ 5529 h 81201"/>
              <a:gd name="connsiteX7" fmla="*/ 146850 w 204359"/>
              <a:gd name="connsiteY7" fmla="*/ 27826 h 81201"/>
              <a:gd name="connsiteX8" fmla="*/ 0 w 204359"/>
              <a:gd name="connsiteY8" fmla="*/ 27928 h 81201"/>
              <a:gd name="connsiteX9" fmla="*/ 0 w 204359"/>
              <a:gd name="connsiteY9" fmla="*/ 53396 h 81201"/>
              <a:gd name="connsiteX10" fmla="*/ 146850 w 204359"/>
              <a:gd name="connsiteY10" fmla="*/ 53396 h 8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59" h="81201">
                <a:moveTo>
                  <a:pt x="146850" y="53396"/>
                </a:moveTo>
                <a:lnTo>
                  <a:pt x="146850" y="75693"/>
                </a:lnTo>
                <a:cubicBezTo>
                  <a:pt x="146850" y="80244"/>
                  <a:pt x="152065" y="82803"/>
                  <a:pt x="155645" y="80091"/>
                </a:cubicBezTo>
                <a:lnTo>
                  <a:pt x="202173" y="45009"/>
                </a:lnTo>
                <a:cubicBezTo>
                  <a:pt x="205088" y="42812"/>
                  <a:pt x="205088" y="38414"/>
                  <a:pt x="202173" y="36213"/>
                </a:cubicBezTo>
                <a:lnTo>
                  <a:pt x="155645" y="1131"/>
                </a:lnTo>
                <a:cubicBezTo>
                  <a:pt x="152014" y="-1628"/>
                  <a:pt x="146850" y="978"/>
                  <a:pt x="146850" y="5529"/>
                </a:cubicBezTo>
                <a:lnTo>
                  <a:pt x="146850" y="27826"/>
                </a:lnTo>
                <a:lnTo>
                  <a:pt x="0" y="27928"/>
                </a:lnTo>
                <a:lnTo>
                  <a:pt x="0" y="53396"/>
                </a:lnTo>
                <a:lnTo>
                  <a:pt x="146850" y="53396"/>
                </a:lnTo>
                <a:close/>
              </a:path>
            </a:pathLst>
          </a:custGeom>
          <a:solidFill>
            <a:schemeClr val="accent1"/>
          </a:solidFill>
          <a:ln w="3646" cap="flat">
            <a:noFill/>
            <a:prstDash val="solid"/>
            <a:miter/>
          </a:ln>
        </p:spPr>
        <p:txBody>
          <a:bodyPr rtlCol="0" anchor="ctr"/>
          <a:lstStyle/>
          <a:p>
            <a:endParaRPr lang="en-GR"/>
          </a:p>
        </p:txBody>
      </p:sp>
      <p:sp>
        <p:nvSpPr>
          <p:cNvPr id="44" name="Freeform 255">
            <a:extLst>
              <a:ext uri="{FF2B5EF4-FFF2-40B4-BE49-F238E27FC236}">
                <a16:creationId xmlns:a16="http://schemas.microsoft.com/office/drawing/2014/main" id="{576A5C34-2462-E574-F712-EE713E56040E}"/>
              </a:ext>
            </a:extLst>
          </p:cNvPr>
          <p:cNvSpPr/>
          <p:nvPr/>
        </p:nvSpPr>
        <p:spPr>
          <a:xfrm rot="14755805">
            <a:off x="5658053" y="5446353"/>
            <a:ext cx="627817" cy="249462"/>
          </a:xfrm>
          <a:custGeom>
            <a:avLst/>
            <a:gdLst>
              <a:gd name="connsiteX0" fmla="*/ 146850 w 204359"/>
              <a:gd name="connsiteY0" fmla="*/ 53396 h 81201"/>
              <a:gd name="connsiteX1" fmla="*/ 146850 w 204359"/>
              <a:gd name="connsiteY1" fmla="*/ 75693 h 81201"/>
              <a:gd name="connsiteX2" fmla="*/ 155645 w 204359"/>
              <a:gd name="connsiteY2" fmla="*/ 80091 h 81201"/>
              <a:gd name="connsiteX3" fmla="*/ 202173 w 204359"/>
              <a:gd name="connsiteY3" fmla="*/ 45009 h 81201"/>
              <a:gd name="connsiteX4" fmla="*/ 202173 w 204359"/>
              <a:gd name="connsiteY4" fmla="*/ 36213 h 81201"/>
              <a:gd name="connsiteX5" fmla="*/ 155645 w 204359"/>
              <a:gd name="connsiteY5" fmla="*/ 1131 h 81201"/>
              <a:gd name="connsiteX6" fmla="*/ 146850 w 204359"/>
              <a:gd name="connsiteY6" fmla="*/ 5529 h 81201"/>
              <a:gd name="connsiteX7" fmla="*/ 146850 w 204359"/>
              <a:gd name="connsiteY7" fmla="*/ 27826 h 81201"/>
              <a:gd name="connsiteX8" fmla="*/ 0 w 204359"/>
              <a:gd name="connsiteY8" fmla="*/ 27928 h 81201"/>
              <a:gd name="connsiteX9" fmla="*/ 0 w 204359"/>
              <a:gd name="connsiteY9" fmla="*/ 53396 h 81201"/>
              <a:gd name="connsiteX10" fmla="*/ 146850 w 204359"/>
              <a:gd name="connsiteY10" fmla="*/ 53396 h 8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59" h="81201">
                <a:moveTo>
                  <a:pt x="146850" y="53396"/>
                </a:moveTo>
                <a:lnTo>
                  <a:pt x="146850" y="75693"/>
                </a:lnTo>
                <a:cubicBezTo>
                  <a:pt x="146850" y="80244"/>
                  <a:pt x="152065" y="82803"/>
                  <a:pt x="155645" y="80091"/>
                </a:cubicBezTo>
                <a:lnTo>
                  <a:pt x="202173" y="45009"/>
                </a:lnTo>
                <a:cubicBezTo>
                  <a:pt x="205088" y="42812"/>
                  <a:pt x="205088" y="38414"/>
                  <a:pt x="202173" y="36213"/>
                </a:cubicBezTo>
                <a:lnTo>
                  <a:pt x="155645" y="1131"/>
                </a:lnTo>
                <a:cubicBezTo>
                  <a:pt x="152014" y="-1628"/>
                  <a:pt x="146850" y="978"/>
                  <a:pt x="146850" y="5529"/>
                </a:cubicBezTo>
                <a:lnTo>
                  <a:pt x="146850" y="27826"/>
                </a:lnTo>
                <a:lnTo>
                  <a:pt x="0" y="27928"/>
                </a:lnTo>
                <a:lnTo>
                  <a:pt x="0" y="53396"/>
                </a:lnTo>
                <a:lnTo>
                  <a:pt x="146850" y="53396"/>
                </a:lnTo>
                <a:close/>
              </a:path>
            </a:pathLst>
          </a:custGeom>
          <a:solidFill>
            <a:schemeClr val="accent1"/>
          </a:solidFill>
          <a:ln w="3646" cap="flat">
            <a:noFill/>
            <a:prstDash val="solid"/>
            <a:miter/>
          </a:ln>
        </p:spPr>
        <p:txBody>
          <a:bodyPr rtlCol="0" anchor="ctr"/>
          <a:lstStyle/>
          <a:p>
            <a:endParaRPr lang="en-GR"/>
          </a:p>
        </p:txBody>
      </p:sp>
      <p:sp>
        <p:nvSpPr>
          <p:cNvPr id="45" name="Freeform 255">
            <a:extLst>
              <a:ext uri="{FF2B5EF4-FFF2-40B4-BE49-F238E27FC236}">
                <a16:creationId xmlns:a16="http://schemas.microsoft.com/office/drawing/2014/main" id="{912247A0-703B-D9CF-A449-EACD6766C0E0}"/>
              </a:ext>
            </a:extLst>
          </p:cNvPr>
          <p:cNvSpPr/>
          <p:nvPr/>
        </p:nvSpPr>
        <p:spPr>
          <a:xfrm rot="17995842">
            <a:off x="9837972" y="5449561"/>
            <a:ext cx="627817" cy="249462"/>
          </a:xfrm>
          <a:custGeom>
            <a:avLst/>
            <a:gdLst>
              <a:gd name="connsiteX0" fmla="*/ 146850 w 204359"/>
              <a:gd name="connsiteY0" fmla="*/ 53396 h 81201"/>
              <a:gd name="connsiteX1" fmla="*/ 146850 w 204359"/>
              <a:gd name="connsiteY1" fmla="*/ 75693 h 81201"/>
              <a:gd name="connsiteX2" fmla="*/ 155645 w 204359"/>
              <a:gd name="connsiteY2" fmla="*/ 80091 h 81201"/>
              <a:gd name="connsiteX3" fmla="*/ 202173 w 204359"/>
              <a:gd name="connsiteY3" fmla="*/ 45009 h 81201"/>
              <a:gd name="connsiteX4" fmla="*/ 202173 w 204359"/>
              <a:gd name="connsiteY4" fmla="*/ 36213 h 81201"/>
              <a:gd name="connsiteX5" fmla="*/ 155645 w 204359"/>
              <a:gd name="connsiteY5" fmla="*/ 1131 h 81201"/>
              <a:gd name="connsiteX6" fmla="*/ 146850 w 204359"/>
              <a:gd name="connsiteY6" fmla="*/ 5529 h 81201"/>
              <a:gd name="connsiteX7" fmla="*/ 146850 w 204359"/>
              <a:gd name="connsiteY7" fmla="*/ 27826 h 81201"/>
              <a:gd name="connsiteX8" fmla="*/ 0 w 204359"/>
              <a:gd name="connsiteY8" fmla="*/ 27928 h 81201"/>
              <a:gd name="connsiteX9" fmla="*/ 0 w 204359"/>
              <a:gd name="connsiteY9" fmla="*/ 53396 h 81201"/>
              <a:gd name="connsiteX10" fmla="*/ 146850 w 204359"/>
              <a:gd name="connsiteY10" fmla="*/ 53396 h 8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59" h="81201">
                <a:moveTo>
                  <a:pt x="146850" y="53396"/>
                </a:moveTo>
                <a:lnTo>
                  <a:pt x="146850" y="75693"/>
                </a:lnTo>
                <a:cubicBezTo>
                  <a:pt x="146850" y="80244"/>
                  <a:pt x="152065" y="82803"/>
                  <a:pt x="155645" y="80091"/>
                </a:cubicBezTo>
                <a:lnTo>
                  <a:pt x="202173" y="45009"/>
                </a:lnTo>
                <a:cubicBezTo>
                  <a:pt x="205088" y="42812"/>
                  <a:pt x="205088" y="38414"/>
                  <a:pt x="202173" y="36213"/>
                </a:cubicBezTo>
                <a:lnTo>
                  <a:pt x="155645" y="1131"/>
                </a:lnTo>
                <a:cubicBezTo>
                  <a:pt x="152014" y="-1628"/>
                  <a:pt x="146850" y="978"/>
                  <a:pt x="146850" y="5529"/>
                </a:cubicBezTo>
                <a:lnTo>
                  <a:pt x="146850" y="27826"/>
                </a:lnTo>
                <a:lnTo>
                  <a:pt x="0" y="27928"/>
                </a:lnTo>
                <a:lnTo>
                  <a:pt x="0" y="53396"/>
                </a:lnTo>
                <a:lnTo>
                  <a:pt x="146850" y="53396"/>
                </a:lnTo>
                <a:close/>
              </a:path>
            </a:pathLst>
          </a:custGeom>
          <a:solidFill>
            <a:schemeClr val="accent1"/>
          </a:solidFill>
          <a:ln w="3646" cap="flat">
            <a:noFill/>
            <a:prstDash val="solid"/>
            <a:miter/>
          </a:ln>
        </p:spPr>
        <p:txBody>
          <a:bodyPr rtlCol="0" anchor="ctr"/>
          <a:lstStyle/>
          <a:p>
            <a:endParaRPr lang="en-GR"/>
          </a:p>
        </p:txBody>
      </p:sp>
      <p:sp>
        <p:nvSpPr>
          <p:cNvPr id="57" name="TextBox 56">
            <a:extLst>
              <a:ext uri="{FF2B5EF4-FFF2-40B4-BE49-F238E27FC236}">
                <a16:creationId xmlns:a16="http://schemas.microsoft.com/office/drawing/2014/main" id="{922BB9AC-CD60-A412-B1DE-6C5F1574689E}"/>
              </a:ext>
            </a:extLst>
          </p:cNvPr>
          <p:cNvSpPr txBox="1"/>
          <p:nvPr/>
        </p:nvSpPr>
        <p:spPr>
          <a:xfrm>
            <a:off x="4656927" y="4632876"/>
            <a:ext cx="829367" cy="246221"/>
          </a:xfrm>
          <a:prstGeom prst="rect">
            <a:avLst/>
          </a:prstGeom>
          <a:noFill/>
          <a:ln>
            <a:noFill/>
          </a:ln>
        </p:spPr>
        <p:txBody>
          <a:bodyPr wrap="square" rtlCol="0">
            <a:spAutoFit/>
          </a:bodyPr>
          <a:lstStyle/>
          <a:p>
            <a:pPr algn="ctr" defTabSz="171416"/>
            <a:r>
              <a:rPr lang="en-US" sz="1000">
                <a:solidFill>
                  <a:schemeClr val="tx1">
                    <a:lumMod val="65000"/>
                    <a:lumOff val="35000"/>
                  </a:schemeClr>
                </a:solidFill>
                <a:latin typeface="Aptos" panose="020B0004020202020204" pitchFamily="34" charset="0"/>
                <a:ea typeface="Lato" panose="020F0502020204030203" pitchFamily="34" charset="0"/>
                <a:cs typeface="Poppins Light" pitchFamily="2" charset="77"/>
              </a:rPr>
              <a:t>Medium</a:t>
            </a:r>
          </a:p>
        </p:txBody>
      </p:sp>
      <p:sp>
        <p:nvSpPr>
          <p:cNvPr id="58" name="TextBox 57">
            <a:extLst>
              <a:ext uri="{FF2B5EF4-FFF2-40B4-BE49-F238E27FC236}">
                <a16:creationId xmlns:a16="http://schemas.microsoft.com/office/drawing/2014/main" id="{BDA7D491-6ED7-DF21-54D4-310F361A2097}"/>
              </a:ext>
            </a:extLst>
          </p:cNvPr>
          <p:cNvSpPr txBox="1"/>
          <p:nvPr/>
        </p:nvSpPr>
        <p:spPr>
          <a:xfrm>
            <a:off x="4529941" y="5146771"/>
            <a:ext cx="506229" cy="246221"/>
          </a:xfrm>
          <a:prstGeom prst="rect">
            <a:avLst/>
          </a:prstGeom>
          <a:noFill/>
          <a:ln>
            <a:noFill/>
          </a:ln>
        </p:spPr>
        <p:txBody>
          <a:bodyPr wrap="square" rtlCol="0">
            <a:spAutoFit/>
          </a:bodyPr>
          <a:lstStyle/>
          <a:p>
            <a:pPr algn="ctr" defTabSz="171416"/>
            <a:r>
              <a:rPr lang="en-US" sz="1000">
                <a:solidFill>
                  <a:schemeClr val="tx1">
                    <a:lumMod val="65000"/>
                    <a:lumOff val="35000"/>
                  </a:schemeClr>
                </a:solidFill>
                <a:latin typeface="Aptos" panose="020B0004020202020204" pitchFamily="34" charset="0"/>
                <a:ea typeface="Lato" panose="020F0502020204030203" pitchFamily="34" charset="0"/>
                <a:cs typeface="Poppins Light" pitchFamily="2" charset="77"/>
              </a:rPr>
              <a:t>Low</a:t>
            </a:r>
          </a:p>
        </p:txBody>
      </p:sp>
      <p:sp>
        <p:nvSpPr>
          <p:cNvPr id="59" name="TextBox 58">
            <a:extLst>
              <a:ext uri="{FF2B5EF4-FFF2-40B4-BE49-F238E27FC236}">
                <a16:creationId xmlns:a16="http://schemas.microsoft.com/office/drawing/2014/main" id="{0EA10C95-1FEA-F5C5-44E0-6268DE88F26A}"/>
              </a:ext>
            </a:extLst>
          </p:cNvPr>
          <p:cNvSpPr txBox="1"/>
          <p:nvPr/>
        </p:nvSpPr>
        <p:spPr>
          <a:xfrm>
            <a:off x="6655605" y="4632876"/>
            <a:ext cx="1169806" cy="246221"/>
          </a:xfrm>
          <a:prstGeom prst="rect">
            <a:avLst/>
          </a:prstGeom>
          <a:noFill/>
          <a:ln>
            <a:noFill/>
          </a:ln>
        </p:spPr>
        <p:txBody>
          <a:bodyPr wrap="square" rtlCol="0">
            <a:spAutoFit/>
          </a:bodyPr>
          <a:lstStyle/>
          <a:p>
            <a:pPr algn="ctr" defTabSz="171416"/>
            <a:r>
              <a:rPr lang="en-US" sz="1000">
                <a:solidFill>
                  <a:schemeClr val="tx1">
                    <a:lumMod val="65000"/>
                    <a:lumOff val="35000"/>
                  </a:schemeClr>
                </a:solidFill>
                <a:latin typeface="Aptos" panose="020B0004020202020204" pitchFamily="34" charset="0"/>
                <a:ea typeface="Lato" panose="020F0502020204030203" pitchFamily="34" charset="0"/>
                <a:cs typeface="Poppins Light" pitchFamily="2" charset="77"/>
              </a:rPr>
              <a:t>Medium High</a:t>
            </a:r>
          </a:p>
        </p:txBody>
      </p:sp>
      <p:sp>
        <p:nvSpPr>
          <p:cNvPr id="60" name="TextBox 59">
            <a:extLst>
              <a:ext uri="{FF2B5EF4-FFF2-40B4-BE49-F238E27FC236}">
                <a16:creationId xmlns:a16="http://schemas.microsoft.com/office/drawing/2014/main" id="{21BBE27A-40F8-CBA7-E725-A43866363F09}"/>
              </a:ext>
            </a:extLst>
          </p:cNvPr>
          <p:cNvSpPr txBox="1"/>
          <p:nvPr/>
        </p:nvSpPr>
        <p:spPr>
          <a:xfrm>
            <a:off x="7089109" y="5146771"/>
            <a:ext cx="519710" cy="246221"/>
          </a:xfrm>
          <a:prstGeom prst="rect">
            <a:avLst/>
          </a:prstGeom>
          <a:noFill/>
          <a:ln>
            <a:noFill/>
          </a:ln>
        </p:spPr>
        <p:txBody>
          <a:bodyPr wrap="square" rtlCol="0">
            <a:spAutoFit/>
          </a:bodyPr>
          <a:lstStyle/>
          <a:p>
            <a:pPr algn="ctr" defTabSz="171416"/>
            <a:r>
              <a:rPr lang="en-US" sz="1000">
                <a:solidFill>
                  <a:schemeClr val="tx1">
                    <a:lumMod val="65000"/>
                    <a:lumOff val="35000"/>
                  </a:schemeClr>
                </a:solidFill>
                <a:latin typeface="Aptos" panose="020B0004020202020204" pitchFamily="34" charset="0"/>
                <a:ea typeface="Lato" panose="020F0502020204030203" pitchFamily="34" charset="0"/>
                <a:cs typeface="Poppins Light" pitchFamily="2" charset="77"/>
              </a:rPr>
              <a:t>High</a:t>
            </a:r>
          </a:p>
        </p:txBody>
      </p:sp>
      <p:sp>
        <p:nvSpPr>
          <p:cNvPr id="61" name="TextBox 60">
            <a:extLst>
              <a:ext uri="{FF2B5EF4-FFF2-40B4-BE49-F238E27FC236}">
                <a16:creationId xmlns:a16="http://schemas.microsoft.com/office/drawing/2014/main" id="{1658EC4B-1898-6B6F-9A0D-077E468174E8}"/>
              </a:ext>
            </a:extLst>
          </p:cNvPr>
          <p:cNvSpPr txBox="1"/>
          <p:nvPr/>
        </p:nvSpPr>
        <p:spPr>
          <a:xfrm>
            <a:off x="8650087" y="4632876"/>
            <a:ext cx="829367" cy="246221"/>
          </a:xfrm>
          <a:prstGeom prst="rect">
            <a:avLst/>
          </a:prstGeom>
          <a:noFill/>
          <a:ln>
            <a:noFill/>
          </a:ln>
        </p:spPr>
        <p:txBody>
          <a:bodyPr wrap="square" rtlCol="0">
            <a:spAutoFit/>
          </a:bodyPr>
          <a:lstStyle/>
          <a:p>
            <a:pPr algn="ctr" defTabSz="171416"/>
            <a:r>
              <a:rPr lang="en-US" sz="1000">
                <a:solidFill>
                  <a:schemeClr val="tx1">
                    <a:lumMod val="65000"/>
                    <a:lumOff val="35000"/>
                  </a:schemeClr>
                </a:solidFill>
                <a:latin typeface="Aptos" panose="020B0004020202020204" pitchFamily="34" charset="0"/>
                <a:ea typeface="Lato" panose="020F0502020204030203" pitchFamily="34" charset="0"/>
                <a:cs typeface="Poppins Light" pitchFamily="2" charset="77"/>
              </a:rPr>
              <a:t>Medium</a:t>
            </a:r>
          </a:p>
        </p:txBody>
      </p:sp>
      <p:sp>
        <p:nvSpPr>
          <p:cNvPr id="62" name="TextBox 61">
            <a:extLst>
              <a:ext uri="{FF2B5EF4-FFF2-40B4-BE49-F238E27FC236}">
                <a16:creationId xmlns:a16="http://schemas.microsoft.com/office/drawing/2014/main" id="{1C066138-4FE1-63BE-6BEE-48EF6AEEBD81}"/>
              </a:ext>
            </a:extLst>
          </p:cNvPr>
          <p:cNvSpPr txBox="1"/>
          <p:nvPr/>
        </p:nvSpPr>
        <p:spPr>
          <a:xfrm>
            <a:off x="8523101" y="5146771"/>
            <a:ext cx="506229" cy="246221"/>
          </a:xfrm>
          <a:prstGeom prst="rect">
            <a:avLst/>
          </a:prstGeom>
          <a:noFill/>
          <a:ln>
            <a:noFill/>
          </a:ln>
        </p:spPr>
        <p:txBody>
          <a:bodyPr wrap="square" rtlCol="0">
            <a:spAutoFit/>
          </a:bodyPr>
          <a:lstStyle/>
          <a:p>
            <a:pPr algn="ctr" defTabSz="171416"/>
            <a:r>
              <a:rPr lang="en-US" sz="1000">
                <a:solidFill>
                  <a:schemeClr val="tx1">
                    <a:lumMod val="65000"/>
                    <a:lumOff val="35000"/>
                  </a:schemeClr>
                </a:solidFill>
                <a:latin typeface="Aptos" panose="020B0004020202020204" pitchFamily="34" charset="0"/>
                <a:ea typeface="Lato" panose="020F0502020204030203" pitchFamily="34" charset="0"/>
                <a:cs typeface="Poppins Light" pitchFamily="2" charset="77"/>
              </a:rPr>
              <a:t>Low</a:t>
            </a:r>
          </a:p>
        </p:txBody>
      </p:sp>
      <p:sp>
        <p:nvSpPr>
          <p:cNvPr id="63" name="TextBox 62">
            <a:extLst>
              <a:ext uri="{FF2B5EF4-FFF2-40B4-BE49-F238E27FC236}">
                <a16:creationId xmlns:a16="http://schemas.microsoft.com/office/drawing/2014/main" id="{89FEB844-0396-E4AA-FB6D-C61E372327EA}"/>
              </a:ext>
            </a:extLst>
          </p:cNvPr>
          <p:cNvSpPr txBox="1"/>
          <p:nvPr/>
        </p:nvSpPr>
        <p:spPr>
          <a:xfrm>
            <a:off x="10648765" y="4632876"/>
            <a:ext cx="1169806" cy="246221"/>
          </a:xfrm>
          <a:prstGeom prst="rect">
            <a:avLst/>
          </a:prstGeom>
          <a:noFill/>
          <a:ln>
            <a:noFill/>
          </a:ln>
        </p:spPr>
        <p:txBody>
          <a:bodyPr wrap="square" rtlCol="0">
            <a:spAutoFit/>
          </a:bodyPr>
          <a:lstStyle/>
          <a:p>
            <a:pPr algn="ctr" defTabSz="171416"/>
            <a:r>
              <a:rPr lang="en-US" sz="1000">
                <a:solidFill>
                  <a:schemeClr val="tx1">
                    <a:lumMod val="65000"/>
                    <a:lumOff val="35000"/>
                  </a:schemeClr>
                </a:solidFill>
                <a:latin typeface="Aptos" panose="020B0004020202020204" pitchFamily="34" charset="0"/>
                <a:ea typeface="Lato" panose="020F0502020204030203" pitchFamily="34" charset="0"/>
                <a:cs typeface="Poppins Light" pitchFamily="2" charset="77"/>
              </a:rPr>
              <a:t>Medium High</a:t>
            </a:r>
          </a:p>
        </p:txBody>
      </p:sp>
      <p:sp>
        <p:nvSpPr>
          <p:cNvPr id="64" name="TextBox 63">
            <a:extLst>
              <a:ext uri="{FF2B5EF4-FFF2-40B4-BE49-F238E27FC236}">
                <a16:creationId xmlns:a16="http://schemas.microsoft.com/office/drawing/2014/main" id="{22196A9F-31BF-A889-CAAE-5E19FCE7644E}"/>
              </a:ext>
            </a:extLst>
          </p:cNvPr>
          <p:cNvSpPr txBox="1"/>
          <p:nvPr/>
        </p:nvSpPr>
        <p:spPr>
          <a:xfrm>
            <a:off x="11082269" y="5146769"/>
            <a:ext cx="519710" cy="246221"/>
          </a:xfrm>
          <a:prstGeom prst="rect">
            <a:avLst/>
          </a:prstGeom>
          <a:noFill/>
          <a:ln>
            <a:noFill/>
          </a:ln>
        </p:spPr>
        <p:txBody>
          <a:bodyPr wrap="square" rtlCol="0">
            <a:spAutoFit/>
          </a:bodyPr>
          <a:lstStyle/>
          <a:p>
            <a:pPr algn="ctr" defTabSz="171416"/>
            <a:r>
              <a:rPr lang="en-US" sz="1000">
                <a:solidFill>
                  <a:schemeClr val="tx1">
                    <a:lumMod val="65000"/>
                    <a:lumOff val="35000"/>
                  </a:schemeClr>
                </a:solidFill>
                <a:latin typeface="Aptos" panose="020B0004020202020204" pitchFamily="34" charset="0"/>
                <a:ea typeface="Lato" panose="020F0502020204030203" pitchFamily="34" charset="0"/>
                <a:cs typeface="Poppins Light" pitchFamily="2" charset="77"/>
              </a:rPr>
              <a:t>High</a:t>
            </a:r>
          </a:p>
        </p:txBody>
      </p:sp>
      <p:sp>
        <p:nvSpPr>
          <p:cNvPr id="3" name="Text Placeholder 2">
            <a:extLst>
              <a:ext uri="{FF2B5EF4-FFF2-40B4-BE49-F238E27FC236}">
                <a16:creationId xmlns:a16="http://schemas.microsoft.com/office/drawing/2014/main" id="{2226D9B7-E4FE-D79F-A78D-AD3A20C323DA}"/>
              </a:ext>
            </a:extLst>
          </p:cNvPr>
          <p:cNvSpPr>
            <a:spLocks noGrp="1"/>
          </p:cNvSpPr>
          <p:nvPr>
            <p:ph type="body" sz="quarter" idx="25"/>
          </p:nvPr>
        </p:nvSpPr>
        <p:spPr>
          <a:xfrm>
            <a:off x="332318" y="741496"/>
            <a:ext cx="11531549" cy="334515"/>
          </a:xfrm>
        </p:spPr>
        <p:txBody>
          <a:bodyPr/>
          <a:lstStyle/>
          <a:p>
            <a:r>
              <a:rPr lang="en-GR"/>
              <a:t>Title Aptos 24pt lines spacing 0,9</a:t>
            </a:r>
          </a:p>
        </p:txBody>
      </p:sp>
    </p:spTree>
    <p:extLst>
      <p:ext uri="{BB962C8B-B14F-4D97-AF65-F5344CB8AC3E}">
        <p14:creationId xmlns:p14="http://schemas.microsoft.com/office/powerpoint/2010/main" val="26756624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376E2EB-D4A1-ADC5-1CF8-3E68B73017B3}"/>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159</a:t>
            </a:fld>
            <a:endParaRPr lang="en-GR"/>
          </a:p>
        </p:txBody>
      </p:sp>
      <p:grpSp>
        <p:nvGrpSpPr>
          <p:cNvPr id="8" name="Group 7">
            <a:extLst>
              <a:ext uri="{FF2B5EF4-FFF2-40B4-BE49-F238E27FC236}">
                <a16:creationId xmlns:a16="http://schemas.microsoft.com/office/drawing/2014/main" id="{D336579D-D0DB-3BB5-54C9-2D30792C4EB4}"/>
              </a:ext>
            </a:extLst>
          </p:cNvPr>
          <p:cNvGrpSpPr/>
          <p:nvPr/>
        </p:nvGrpSpPr>
        <p:grpSpPr>
          <a:xfrm>
            <a:off x="336550" y="1252052"/>
            <a:ext cx="2138054" cy="2401701"/>
            <a:chOff x="395970" y="1967100"/>
            <a:chExt cx="2138054" cy="2401701"/>
          </a:xfrm>
        </p:grpSpPr>
        <p:sp>
          <p:nvSpPr>
            <p:cNvPr id="9" name="Rectangle 8">
              <a:extLst>
                <a:ext uri="{FF2B5EF4-FFF2-40B4-BE49-F238E27FC236}">
                  <a16:creationId xmlns:a16="http://schemas.microsoft.com/office/drawing/2014/main" id="{B243587F-902F-D996-7805-D65413BDFD6D}"/>
                </a:ext>
              </a:extLst>
            </p:cNvPr>
            <p:cNvSpPr/>
            <p:nvPr/>
          </p:nvSpPr>
          <p:spPr>
            <a:xfrm>
              <a:off x="395970" y="1995779"/>
              <a:ext cx="2138054" cy="2373022"/>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latin typeface="Aptos" panose="020B0004020202020204" pitchFamily="34" charset="0"/>
              </a:endParaRPr>
            </a:p>
          </p:txBody>
        </p:sp>
        <p:graphicFrame>
          <p:nvGraphicFramePr>
            <p:cNvPr id="10" name="Chart 9">
              <a:extLst>
                <a:ext uri="{FF2B5EF4-FFF2-40B4-BE49-F238E27FC236}">
                  <a16:creationId xmlns:a16="http://schemas.microsoft.com/office/drawing/2014/main" id="{76770759-A934-C392-9AA0-814D782EE338}"/>
                </a:ext>
              </a:extLst>
            </p:cNvPr>
            <p:cNvGraphicFramePr/>
            <p:nvPr>
              <p:extLst>
                <p:ext uri="{D42A27DB-BD31-4B8C-83A1-F6EECF244321}">
                  <p14:modId xmlns:p14="http://schemas.microsoft.com/office/powerpoint/2010/main" val="2734266073"/>
                </p:ext>
              </p:extLst>
            </p:nvPr>
          </p:nvGraphicFramePr>
          <p:xfrm>
            <a:off x="422591" y="1967100"/>
            <a:ext cx="2084813" cy="1787009"/>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E38E4BEA-8494-0452-91B3-986912BDAB91}"/>
                </a:ext>
              </a:extLst>
            </p:cNvPr>
            <p:cNvSpPr txBox="1"/>
            <p:nvPr/>
          </p:nvSpPr>
          <p:spPr>
            <a:xfrm>
              <a:off x="593405" y="2894044"/>
              <a:ext cx="281965" cy="123111"/>
            </a:xfrm>
            <a:prstGeom prst="rect">
              <a:avLst/>
            </a:prstGeom>
            <a:noFill/>
          </p:spPr>
          <p:txBody>
            <a:bodyPr wrap="square" lIns="0" tIns="0" rIns="0" bIns="0" rtlCol="0">
              <a:spAutoFit/>
            </a:bodyPr>
            <a:lstStyle/>
            <a:p>
              <a:pPr algn="ctr"/>
              <a:r>
                <a:rPr lang="en-US" sz="800">
                  <a:solidFill>
                    <a:schemeClr val="tx1">
                      <a:lumMod val="65000"/>
                      <a:lumOff val="35000"/>
                    </a:schemeClr>
                  </a:solidFill>
                  <a:latin typeface="Aptos" panose="020B0004020202020204" pitchFamily="34" charset="0"/>
                </a:rPr>
                <a:t>0K</a:t>
              </a:r>
            </a:p>
          </p:txBody>
        </p:sp>
        <p:sp>
          <p:nvSpPr>
            <p:cNvPr id="12" name="TextBox 11">
              <a:extLst>
                <a:ext uri="{FF2B5EF4-FFF2-40B4-BE49-F238E27FC236}">
                  <a16:creationId xmlns:a16="http://schemas.microsoft.com/office/drawing/2014/main" id="{92D8513D-B164-C6F9-0C48-17FCCF398D21}"/>
                </a:ext>
              </a:extLst>
            </p:cNvPr>
            <p:cNvSpPr txBox="1"/>
            <p:nvPr/>
          </p:nvSpPr>
          <p:spPr>
            <a:xfrm>
              <a:off x="2085459" y="2897808"/>
              <a:ext cx="281965" cy="123111"/>
            </a:xfrm>
            <a:prstGeom prst="rect">
              <a:avLst/>
            </a:prstGeom>
            <a:noFill/>
          </p:spPr>
          <p:txBody>
            <a:bodyPr wrap="square" lIns="0" tIns="0" rIns="0" bIns="0" rtlCol="0">
              <a:spAutoFit/>
            </a:bodyPr>
            <a:lstStyle/>
            <a:p>
              <a:pPr algn="ctr"/>
              <a:r>
                <a:rPr lang="en-US" sz="800">
                  <a:solidFill>
                    <a:schemeClr val="tx1">
                      <a:lumMod val="65000"/>
                      <a:lumOff val="35000"/>
                    </a:schemeClr>
                  </a:solidFill>
                  <a:latin typeface="Aptos" panose="020B0004020202020204" pitchFamily="34" charset="0"/>
                </a:rPr>
                <a:t>90K</a:t>
              </a:r>
            </a:p>
          </p:txBody>
        </p:sp>
        <p:sp>
          <p:nvSpPr>
            <p:cNvPr id="13" name="TextBox 12">
              <a:extLst>
                <a:ext uri="{FF2B5EF4-FFF2-40B4-BE49-F238E27FC236}">
                  <a16:creationId xmlns:a16="http://schemas.microsoft.com/office/drawing/2014/main" id="{050C96C6-345A-45C7-7036-77BFA6EC20F1}"/>
                </a:ext>
              </a:extLst>
            </p:cNvPr>
            <p:cNvSpPr txBox="1"/>
            <p:nvPr/>
          </p:nvSpPr>
          <p:spPr>
            <a:xfrm>
              <a:off x="1076265" y="2811151"/>
              <a:ext cx="781820" cy="246221"/>
            </a:xfrm>
            <a:prstGeom prst="rect">
              <a:avLst/>
            </a:prstGeom>
            <a:noFill/>
          </p:spPr>
          <p:txBody>
            <a:bodyPr wrap="square" lIns="0" tIns="0" rIns="0" bIns="0" rtlCol="0">
              <a:spAutoFit/>
            </a:bodyPr>
            <a:lstStyle/>
            <a:p>
              <a:pPr algn="ctr"/>
              <a:r>
                <a:rPr lang="en-US" sz="1600" b="1">
                  <a:solidFill>
                    <a:schemeClr val="tx1">
                      <a:lumMod val="65000"/>
                      <a:lumOff val="35000"/>
                    </a:schemeClr>
                  </a:solidFill>
                  <a:latin typeface="Aptos" panose="020B0004020202020204" pitchFamily="34" charset="0"/>
                </a:rPr>
                <a:t>30K</a:t>
              </a:r>
            </a:p>
          </p:txBody>
        </p:sp>
        <p:graphicFrame>
          <p:nvGraphicFramePr>
            <p:cNvPr id="14" name="Chart 13">
              <a:extLst>
                <a:ext uri="{FF2B5EF4-FFF2-40B4-BE49-F238E27FC236}">
                  <a16:creationId xmlns:a16="http://schemas.microsoft.com/office/drawing/2014/main" id="{D7C81D19-8CE4-9A74-5E40-6062603D2731}"/>
                </a:ext>
              </a:extLst>
            </p:cNvPr>
            <p:cNvGraphicFramePr>
              <a:graphicFrameLocks/>
            </p:cNvGraphicFramePr>
            <p:nvPr>
              <p:extLst>
                <p:ext uri="{D42A27DB-BD31-4B8C-83A1-F6EECF244321}">
                  <p14:modId xmlns:p14="http://schemas.microsoft.com/office/powerpoint/2010/main" val="1525379444"/>
                </p:ext>
              </p:extLst>
            </p:nvPr>
          </p:nvGraphicFramePr>
          <p:xfrm>
            <a:off x="527744" y="3213401"/>
            <a:ext cx="1874506" cy="981458"/>
          </p:xfrm>
          <a:graphic>
            <a:graphicData uri="http://schemas.openxmlformats.org/drawingml/2006/chart">
              <c:chart xmlns:c="http://schemas.openxmlformats.org/drawingml/2006/chart" xmlns:r="http://schemas.openxmlformats.org/officeDocument/2006/relationships" r:id="rId3"/>
            </a:graphicData>
          </a:graphic>
        </p:graphicFrame>
      </p:grpSp>
      <p:grpSp>
        <p:nvGrpSpPr>
          <p:cNvPr id="15" name="Group 14">
            <a:extLst>
              <a:ext uri="{FF2B5EF4-FFF2-40B4-BE49-F238E27FC236}">
                <a16:creationId xmlns:a16="http://schemas.microsoft.com/office/drawing/2014/main" id="{1617D7B2-96D3-B4E1-AA7B-2127355052F6}"/>
              </a:ext>
            </a:extLst>
          </p:cNvPr>
          <p:cNvGrpSpPr/>
          <p:nvPr/>
        </p:nvGrpSpPr>
        <p:grpSpPr>
          <a:xfrm>
            <a:off x="2685834" y="1252054"/>
            <a:ext cx="2138054" cy="2401701"/>
            <a:chOff x="395970" y="1967100"/>
            <a:chExt cx="2138054" cy="2401701"/>
          </a:xfrm>
        </p:grpSpPr>
        <p:sp>
          <p:nvSpPr>
            <p:cNvPr id="16" name="Rectangle 15">
              <a:extLst>
                <a:ext uri="{FF2B5EF4-FFF2-40B4-BE49-F238E27FC236}">
                  <a16:creationId xmlns:a16="http://schemas.microsoft.com/office/drawing/2014/main" id="{08C8504B-5CE9-0512-0C7D-8D8CC85881AD}"/>
                </a:ext>
              </a:extLst>
            </p:cNvPr>
            <p:cNvSpPr/>
            <p:nvPr/>
          </p:nvSpPr>
          <p:spPr>
            <a:xfrm>
              <a:off x="395970" y="1995779"/>
              <a:ext cx="2138054" cy="2373022"/>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latin typeface="Aptos" panose="020B0004020202020204" pitchFamily="34" charset="0"/>
              </a:endParaRPr>
            </a:p>
          </p:txBody>
        </p:sp>
        <p:graphicFrame>
          <p:nvGraphicFramePr>
            <p:cNvPr id="17" name="Chart 16">
              <a:extLst>
                <a:ext uri="{FF2B5EF4-FFF2-40B4-BE49-F238E27FC236}">
                  <a16:creationId xmlns:a16="http://schemas.microsoft.com/office/drawing/2014/main" id="{67B66C34-EA62-3025-FE91-BCD16ECDB1F8}"/>
                </a:ext>
              </a:extLst>
            </p:cNvPr>
            <p:cNvGraphicFramePr/>
            <p:nvPr>
              <p:extLst>
                <p:ext uri="{D42A27DB-BD31-4B8C-83A1-F6EECF244321}">
                  <p14:modId xmlns:p14="http://schemas.microsoft.com/office/powerpoint/2010/main" val="4209660118"/>
                </p:ext>
              </p:extLst>
            </p:nvPr>
          </p:nvGraphicFramePr>
          <p:xfrm>
            <a:off x="422591" y="1967100"/>
            <a:ext cx="2084813" cy="1787009"/>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Box 17">
              <a:extLst>
                <a:ext uri="{FF2B5EF4-FFF2-40B4-BE49-F238E27FC236}">
                  <a16:creationId xmlns:a16="http://schemas.microsoft.com/office/drawing/2014/main" id="{C04EB92D-A301-D3BB-07BD-1CE05FF3935E}"/>
                </a:ext>
              </a:extLst>
            </p:cNvPr>
            <p:cNvSpPr txBox="1"/>
            <p:nvPr/>
          </p:nvSpPr>
          <p:spPr>
            <a:xfrm>
              <a:off x="593405" y="2894044"/>
              <a:ext cx="281965" cy="123111"/>
            </a:xfrm>
            <a:prstGeom prst="rect">
              <a:avLst/>
            </a:prstGeom>
            <a:noFill/>
          </p:spPr>
          <p:txBody>
            <a:bodyPr wrap="square" lIns="0" tIns="0" rIns="0" bIns="0" rtlCol="0">
              <a:spAutoFit/>
            </a:bodyPr>
            <a:lstStyle/>
            <a:p>
              <a:pPr algn="ctr"/>
              <a:r>
                <a:rPr lang="en-US" sz="800">
                  <a:solidFill>
                    <a:schemeClr val="tx1">
                      <a:lumMod val="65000"/>
                      <a:lumOff val="35000"/>
                    </a:schemeClr>
                  </a:solidFill>
                  <a:latin typeface="Aptos" panose="020B0004020202020204" pitchFamily="34" charset="0"/>
                </a:rPr>
                <a:t>0K</a:t>
              </a:r>
            </a:p>
          </p:txBody>
        </p:sp>
        <p:sp>
          <p:nvSpPr>
            <p:cNvPr id="19" name="TextBox 18">
              <a:extLst>
                <a:ext uri="{FF2B5EF4-FFF2-40B4-BE49-F238E27FC236}">
                  <a16:creationId xmlns:a16="http://schemas.microsoft.com/office/drawing/2014/main" id="{60674EBF-1AFE-CCE0-552E-A3607BA4B202}"/>
                </a:ext>
              </a:extLst>
            </p:cNvPr>
            <p:cNvSpPr txBox="1"/>
            <p:nvPr/>
          </p:nvSpPr>
          <p:spPr>
            <a:xfrm>
              <a:off x="2085459" y="2897808"/>
              <a:ext cx="281965" cy="123111"/>
            </a:xfrm>
            <a:prstGeom prst="rect">
              <a:avLst/>
            </a:prstGeom>
            <a:noFill/>
          </p:spPr>
          <p:txBody>
            <a:bodyPr wrap="square" lIns="0" tIns="0" rIns="0" bIns="0" rtlCol="0">
              <a:spAutoFit/>
            </a:bodyPr>
            <a:lstStyle/>
            <a:p>
              <a:pPr algn="ctr"/>
              <a:r>
                <a:rPr lang="en-US" sz="800">
                  <a:solidFill>
                    <a:schemeClr val="tx1">
                      <a:lumMod val="65000"/>
                      <a:lumOff val="35000"/>
                    </a:schemeClr>
                  </a:solidFill>
                  <a:latin typeface="Aptos" panose="020B0004020202020204" pitchFamily="34" charset="0"/>
                </a:rPr>
                <a:t>100K</a:t>
              </a:r>
            </a:p>
          </p:txBody>
        </p:sp>
        <p:sp>
          <p:nvSpPr>
            <p:cNvPr id="20" name="TextBox 19">
              <a:extLst>
                <a:ext uri="{FF2B5EF4-FFF2-40B4-BE49-F238E27FC236}">
                  <a16:creationId xmlns:a16="http://schemas.microsoft.com/office/drawing/2014/main" id="{1566323D-53E6-A869-0BD1-630E8EDE2407}"/>
                </a:ext>
              </a:extLst>
            </p:cNvPr>
            <p:cNvSpPr txBox="1"/>
            <p:nvPr/>
          </p:nvSpPr>
          <p:spPr>
            <a:xfrm>
              <a:off x="1076265" y="2811151"/>
              <a:ext cx="781820" cy="246221"/>
            </a:xfrm>
            <a:prstGeom prst="rect">
              <a:avLst/>
            </a:prstGeom>
            <a:noFill/>
          </p:spPr>
          <p:txBody>
            <a:bodyPr wrap="square" lIns="0" tIns="0" rIns="0" bIns="0" rtlCol="0">
              <a:spAutoFit/>
            </a:bodyPr>
            <a:lstStyle/>
            <a:p>
              <a:pPr algn="ctr"/>
              <a:r>
                <a:rPr lang="en-US" sz="1600" b="1">
                  <a:solidFill>
                    <a:schemeClr val="tx1">
                      <a:lumMod val="65000"/>
                      <a:lumOff val="35000"/>
                    </a:schemeClr>
                  </a:solidFill>
                  <a:latin typeface="Aptos" panose="020B0004020202020204" pitchFamily="34" charset="0"/>
                </a:rPr>
                <a:t>50K</a:t>
              </a:r>
            </a:p>
          </p:txBody>
        </p:sp>
        <p:graphicFrame>
          <p:nvGraphicFramePr>
            <p:cNvPr id="21" name="Chart 20">
              <a:extLst>
                <a:ext uri="{FF2B5EF4-FFF2-40B4-BE49-F238E27FC236}">
                  <a16:creationId xmlns:a16="http://schemas.microsoft.com/office/drawing/2014/main" id="{66996092-D5C8-0EBA-D261-21D07EDF176A}"/>
                </a:ext>
              </a:extLst>
            </p:cNvPr>
            <p:cNvGraphicFramePr>
              <a:graphicFrameLocks/>
            </p:cNvGraphicFramePr>
            <p:nvPr>
              <p:extLst>
                <p:ext uri="{D42A27DB-BD31-4B8C-83A1-F6EECF244321}">
                  <p14:modId xmlns:p14="http://schemas.microsoft.com/office/powerpoint/2010/main" val="121598821"/>
                </p:ext>
              </p:extLst>
            </p:nvPr>
          </p:nvGraphicFramePr>
          <p:xfrm>
            <a:off x="527744" y="3213401"/>
            <a:ext cx="1874506" cy="981458"/>
          </p:xfrm>
          <a:graphic>
            <a:graphicData uri="http://schemas.openxmlformats.org/drawingml/2006/chart">
              <c:chart xmlns:c="http://schemas.openxmlformats.org/drawingml/2006/chart" xmlns:r="http://schemas.openxmlformats.org/officeDocument/2006/relationships" r:id="rId5"/>
            </a:graphicData>
          </a:graphic>
        </p:graphicFrame>
      </p:grpSp>
      <p:grpSp>
        <p:nvGrpSpPr>
          <p:cNvPr id="22" name="Group 21">
            <a:extLst>
              <a:ext uri="{FF2B5EF4-FFF2-40B4-BE49-F238E27FC236}">
                <a16:creationId xmlns:a16="http://schemas.microsoft.com/office/drawing/2014/main" id="{A82C9B98-75F9-D90D-0F96-58615CEB9E20}"/>
              </a:ext>
            </a:extLst>
          </p:cNvPr>
          <p:cNvGrpSpPr/>
          <p:nvPr/>
        </p:nvGrpSpPr>
        <p:grpSpPr>
          <a:xfrm>
            <a:off x="5035118" y="1252054"/>
            <a:ext cx="2138054" cy="2401701"/>
            <a:chOff x="395970" y="1967100"/>
            <a:chExt cx="2138054" cy="2401701"/>
          </a:xfrm>
        </p:grpSpPr>
        <p:sp>
          <p:nvSpPr>
            <p:cNvPr id="23" name="Rectangle 22">
              <a:extLst>
                <a:ext uri="{FF2B5EF4-FFF2-40B4-BE49-F238E27FC236}">
                  <a16:creationId xmlns:a16="http://schemas.microsoft.com/office/drawing/2014/main" id="{B36EF522-CBCF-069B-66C6-38FEFA5EABA8}"/>
                </a:ext>
              </a:extLst>
            </p:cNvPr>
            <p:cNvSpPr/>
            <p:nvPr/>
          </p:nvSpPr>
          <p:spPr>
            <a:xfrm>
              <a:off x="395970" y="1995779"/>
              <a:ext cx="2138054" cy="2373022"/>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latin typeface="Aptos" panose="020B0004020202020204" pitchFamily="34" charset="0"/>
              </a:endParaRPr>
            </a:p>
          </p:txBody>
        </p:sp>
        <p:graphicFrame>
          <p:nvGraphicFramePr>
            <p:cNvPr id="24" name="Chart 23">
              <a:extLst>
                <a:ext uri="{FF2B5EF4-FFF2-40B4-BE49-F238E27FC236}">
                  <a16:creationId xmlns:a16="http://schemas.microsoft.com/office/drawing/2014/main" id="{AEE0D450-F7D3-A685-0018-BF09D844C429}"/>
                </a:ext>
              </a:extLst>
            </p:cNvPr>
            <p:cNvGraphicFramePr/>
            <p:nvPr>
              <p:extLst>
                <p:ext uri="{D42A27DB-BD31-4B8C-83A1-F6EECF244321}">
                  <p14:modId xmlns:p14="http://schemas.microsoft.com/office/powerpoint/2010/main" val="2514205185"/>
                </p:ext>
              </p:extLst>
            </p:nvPr>
          </p:nvGraphicFramePr>
          <p:xfrm>
            <a:off x="422591" y="1967100"/>
            <a:ext cx="2084813" cy="1787009"/>
          </p:xfrm>
          <a:graphic>
            <a:graphicData uri="http://schemas.openxmlformats.org/drawingml/2006/chart">
              <c:chart xmlns:c="http://schemas.openxmlformats.org/drawingml/2006/chart" xmlns:r="http://schemas.openxmlformats.org/officeDocument/2006/relationships" r:id="rId6"/>
            </a:graphicData>
          </a:graphic>
        </p:graphicFrame>
        <p:sp>
          <p:nvSpPr>
            <p:cNvPr id="25" name="TextBox 24">
              <a:extLst>
                <a:ext uri="{FF2B5EF4-FFF2-40B4-BE49-F238E27FC236}">
                  <a16:creationId xmlns:a16="http://schemas.microsoft.com/office/drawing/2014/main" id="{1DD812DA-ACE9-02FD-37C0-AC76C4DFBF0B}"/>
                </a:ext>
              </a:extLst>
            </p:cNvPr>
            <p:cNvSpPr txBox="1"/>
            <p:nvPr/>
          </p:nvSpPr>
          <p:spPr>
            <a:xfrm>
              <a:off x="593405" y="2894044"/>
              <a:ext cx="281965" cy="123111"/>
            </a:xfrm>
            <a:prstGeom prst="rect">
              <a:avLst/>
            </a:prstGeom>
            <a:noFill/>
          </p:spPr>
          <p:txBody>
            <a:bodyPr wrap="square" lIns="0" tIns="0" rIns="0" bIns="0" rtlCol="0">
              <a:spAutoFit/>
            </a:bodyPr>
            <a:lstStyle/>
            <a:p>
              <a:pPr algn="ctr"/>
              <a:r>
                <a:rPr lang="en-US" sz="800">
                  <a:solidFill>
                    <a:schemeClr val="tx1">
                      <a:lumMod val="65000"/>
                      <a:lumOff val="35000"/>
                    </a:schemeClr>
                  </a:solidFill>
                  <a:latin typeface="Aptos" panose="020B0004020202020204" pitchFamily="34" charset="0"/>
                </a:rPr>
                <a:t>0K</a:t>
              </a:r>
            </a:p>
          </p:txBody>
        </p:sp>
        <p:sp>
          <p:nvSpPr>
            <p:cNvPr id="26" name="TextBox 25">
              <a:extLst>
                <a:ext uri="{FF2B5EF4-FFF2-40B4-BE49-F238E27FC236}">
                  <a16:creationId xmlns:a16="http://schemas.microsoft.com/office/drawing/2014/main" id="{3CD5B577-F5DC-7C7B-41FF-565F3287292E}"/>
                </a:ext>
              </a:extLst>
            </p:cNvPr>
            <p:cNvSpPr txBox="1"/>
            <p:nvPr/>
          </p:nvSpPr>
          <p:spPr>
            <a:xfrm>
              <a:off x="2085459" y="2897808"/>
              <a:ext cx="281965" cy="123111"/>
            </a:xfrm>
            <a:prstGeom prst="rect">
              <a:avLst/>
            </a:prstGeom>
            <a:noFill/>
          </p:spPr>
          <p:txBody>
            <a:bodyPr wrap="square" lIns="0" tIns="0" rIns="0" bIns="0" rtlCol="0">
              <a:spAutoFit/>
            </a:bodyPr>
            <a:lstStyle/>
            <a:p>
              <a:pPr algn="ctr"/>
              <a:r>
                <a:rPr lang="en-US" sz="800">
                  <a:solidFill>
                    <a:schemeClr val="tx1">
                      <a:lumMod val="65000"/>
                      <a:lumOff val="35000"/>
                    </a:schemeClr>
                  </a:solidFill>
                  <a:latin typeface="Aptos" panose="020B0004020202020204" pitchFamily="34" charset="0"/>
                </a:rPr>
                <a:t>90K</a:t>
              </a:r>
            </a:p>
          </p:txBody>
        </p:sp>
        <p:sp>
          <p:nvSpPr>
            <p:cNvPr id="27" name="TextBox 26">
              <a:extLst>
                <a:ext uri="{FF2B5EF4-FFF2-40B4-BE49-F238E27FC236}">
                  <a16:creationId xmlns:a16="http://schemas.microsoft.com/office/drawing/2014/main" id="{B2FC9D15-FCDC-F91A-6777-B067B40EED24}"/>
                </a:ext>
              </a:extLst>
            </p:cNvPr>
            <p:cNvSpPr txBox="1"/>
            <p:nvPr/>
          </p:nvSpPr>
          <p:spPr>
            <a:xfrm>
              <a:off x="1076265" y="2811151"/>
              <a:ext cx="781820" cy="246221"/>
            </a:xfrm>
            <a:prstGeom prst="rect">
              <a:avLst/>
            </a:prstGeom>
            <a:noFill/>
          </p:spPr>
          <p:txBody>
            <a:bodyPr wrap="square" lIns="0" tIns="0" rIns="0" bIns="0" rtlCol="0">
              <a:spAutoFit/>
            </a:bodyPr>
            <a:lstStyle/>
            <a:p>
              <a:pPr algn="ctr"/>
              <a:r>
                <a:rPr lang="en-US" sz="1600" b="1">
                  <a:solidFill>
                    <a:schemeClr val="tx1">
                      <a:lumMod val="65000"/>
                      <a:lumOff val="35000"/>
                    </a:schemeClr>
                  </a:solidFill>
                  <a:latin typeface="Aptos" panose="020B0004020202020204" pitchFamily="34" charset="0"/>
                </a:rPr>
                <a:t>80K</a:t>
              </a:r>
            </a:p>
          </p:txBody>
        </p:sp>
        <p:graphicFrame>
          <p:nvGraphicFramePr>
            <p:cNvPr id="28" name="Chart 27">
              <a:extLst>
                <a:ext uri="{FF2B5EF4-FFF2-40B4-BE49-F238E27FC236}">
                  <a16:creationId xmlns:a16="http://schemas.microsoft.com/office/drawing/2014/main" id="{96148496-3D8D-52D2-C446-DF2C46BB17F7}"/>
                </a:ext>
              </a:extLst>
            </p:cNvPr>
            <p:cNvGraphicFramePr>
              <a:graphicFrameLocks/>
            </p:cNvGraphicFramePr>
            <p:nvPr>
              <p:extLst>
                <p:ext uri="{D42A27DB-BD31-4B8C-83A1-F6EECF244321}">
                  <p14:modId xmlns:p14="http://schemas.microsoft.com/office/powerpoint/2010/main" val="2221054704"/>
                </p:ext>
              </p:extLst>
            </p:nvPr>
          </p:nvGraphicFramePr>
          <p:xfrm>
            <a:off x="527744" y="3213401"/>
            <a:ext cx="1874506" cy="981458"/>
          </p:xfrm>
          <a:graphic>
            <a:graphicData uri="http://schemas.openxmlformats.org/drawingml/2006/chart">
              <c:chart xmlns:c="http://schemas.openxmlformats.org/drawingml/2006/chart" xmlns:r="http://schemas.openxmlformats.org/officeDocument/2006/relationships" r:id="rId7"/>
            </a:graphicData>
          </a:graphic>
        </p:graphicFrame>
      </p:grpSp>
      <p:grpSp>
        <p:nvGrpSpPr>
          <p:cNvPr id="29" name="Group 28">
            <a:extLst>
              <a:ext uri="{FF2B5EF4-FFF2-40B4-BE49-F238E27FC236}">
                <a16:creationId xmlns:a16="http://schemas.microsoft.com/office/drawing/2014/main" id="{6902F6AB-929D-2F47-79D4-E4A33863F80A}"/>
              </a:ext>
            </a:extLst>
          </p:cNvPr>
          <p:cNvGrpSpPr/>
          <p:nvPr/>
        </p:nvGrpSpPr>
        <p:grpSpPr>
          <a:xfrm>
            <a:off x="7384402" y="1252054"/>
            <a:ext cx="2138054" cy="2401701"/>
            <a:chOff x="395970" y="1967100"/>
            <a:chExt cx="2138054" cy="2401701"/>
          </a:xfrm>
        </p:grpSpPr>
        <p:sp>
          <p:nvSpPr>
            <p:cNvPr id="30" name="Rectangle 29">
              <a:extLst>
                <a:ext uri="{FF2B5EF4-FFF2-40B4-BE49-F238E27FC236}">
                  <a16:creationId xmlns:a16="http://schemas.microsoft.com/office/drawing/2014/main" id="{02DB70A0-C418-7A03-FFE1-3F06A037911E}"/>
                </a:ext>
              </a:extLst>
            </p:cNvPr>
            <p:cNvSpPr/>
            <p:nvPr/>
          </p:nvSpPr>
          <p:spPr>
            <a:xfrm>
              <a:off x="395970" y="1995779"/>
              <a:ext cx="2138054" cy="2373022"/>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latin typeface="Aptos" panose="020B0004020202020204" pitchFamily="34" charset="0"/>
              </a:endParaRPr>
            </a:p>
          </p:txBody>
        </p:sp>
        <p:graphicFrame>
          <p:nvGraphicFramePr>
            <p:cNvPr id="31" name="Chart 30">
              <a:extLst>
                <a:ext uri="{FF2B5EF4-FFF2-40B4-BE49-F238E27FC236}">
                  <a16:creationId xmlns:a16="http://schemas.microsoft.com/office/drawing/2014/main" id="{A64C61BF-F148-1FD5-C4B3-356B16125416}"/>
                </a:ext>
              </a:extLst>
            </p:cNvPr>
            <p:cNvGraphicFramePr/>
            <p:nvPr>
              <p:extLst>
                <p:ext uri="{D42A27DB-BD31-4B8C-83A1-F6EECF244321}">
                  <p14:modId xmlns:p14="http://schemas.microsoft.com/office/powerpoint/2010/main" val="3819412054"/>
                </p:ext>
              </p:extLst>
            </p:nvPr>
          </p:nvGraphicFramePr>
          <p:xfrm>
            <a:off x="422591" y="1967100"/>
            <a:ext cx="2084813" cy="1787009"/>
          </p:xfrm>
          <a:graphic>
            <a:graphicData uri="http://schemas.openxmlformats.org/drawingml/2006/chart">
              <c:chart xmlns:c="http://schemas.openxmlformats.org/drawingml/2006/chart" xmlns:r="http://schemas.openxmlformats.org/officeDocument/2006/relationships" r:id="rId8"/>
            </a:graphicData>
          </a:graphic>
        </p:graphicFrame>
        <p:sp>
          <p:nvSpPr>
            <p:cNvPr id="32" name="TextBox 31">
              <a:extLst>
                <a:ext uri="{FF2B5EF4-FFF2-40B4-BE49-F238E27FC236}">
                  <a16:creationId xmlns:a16="http://schemas.microsoft.com/office/drawing/2014/main" id="{33374C2D-C8AB-05DA-4B7C-B30F0687F8EC}"/>
                </a:ext>
              </a:extLst>
            </p:cNvPr>
            <p:cNvSpPr txBox="1"/>
            <p:nvPr/>
          </p:nvSpPr>
          <p:spPr>
            <a:xfrm>
              <a:off x="593405" y="2894044"/>
              <a:ext cx="281965" cy="123111"/>
            </a:xfrm>
            <a:prstGeom prst="rect">
              <a:avLst/>
            </a:prstGeom>
            <a:noFill/>
          </p:spPr>
          <p:txBody>
            <a:bodyPr wrap="square" lIns="0" tIns="0" rIns="0" bIns="0" rtlCol="0">
              <a:spAutoFit/>
            </a:bodyPr>
            <a:lstStyle/>
            <a:p>
              <a:pPr algn="ctr"/>
              <a:r>
                <a:rPr lang="en-US" sz="800">
                  <a:solidFill>
                    <a:schemeClr val="accent1"/>
                  </a:solidFill>
                  <a:latin typeface="Aptos" panose="020B0004020202020204" pitchFamily="34" charset="0"/>
                </a:rPr>
                <a:t>0</a:t>
              </a:r>
            </a:p>
          </p:txBody>
        </p:sp>
        <p:sp>
          <p:nvSpPr>
            <p:cNvPr id="33" name="TextBox 32">
              <a:extLst>
                <a:ext uri="{FF2B5EF4-FFF2-40B4-BE49-F238E27FC236}">
                  <a16:creationId xmlns:a16="http://schemas.microsoft.com/office/drawing/2014/main" id="{4AE9BD25-E9D5-461B-5072-F712EF46AC6F}"/>
                </a:ext>
              </a:extLst>
            </p:cNvPr>
            <p:cNvSpPr txBox="1"/>
            <p:nvPr/>
          </p:nvSpPr>
          <p:spPr>
            <a:xfrm>
              <a:off x="2085459" y="2897808"/>
              <a:ext cx="281965" cy="123111"/>
            </a:xfrm>
            <a:prstGeom prst="rect">
              <a:avLst/>
            </a:prstGeom>
            <a:noFill/>
          </p:spPr>
          <p:txBody>
            <a:bodyPr wrap="square" lIns="0" tIns="0" rIns="0" bIns="0" rtlCol="0">
              <a:spAutoFit/>
            </a:bodyPr>
            <a:lstStyle/>
            <a:p>
              <a:pPr algn="ctr"/>
              <a:r>
                <a:rPr lang="en-US" sz="800">
                  <a:solidFill>
                    <a:schemeClr val="tx1">
                      <a:lumMod val="65000"/>
                      <a:lumOff val="35000"/>
                    </a:schemeClr>
                  </a:solidFill>
                  <a:latin typeface="Aptos" panose="020B0004020202020204" pitchFamily="34" charset="0"/>
                </a:rPr>
                <a:t>400</a:t>
              </a:r>
            </a:p>
          </p:txBody>
        </p:sp>
        <p:sp>
          <p:nvSpPr>
            <p:cNvPr id="34" name="TextBox 33">
              <a:extLst>
                <a:ext uri="{FF2B5EF4-FFF2-40B4-BE49-F238E27FC236}">
                  <a16:creationId xmlns:a16="http://schemas.microsoft.com/office/drawing/2014/main" id="{4ACD0DF5-C0D5-9A9A-0271-76C871B29627}"/>
                </a:ext>
              </a:extLst>
            </p:cNvPr>
            <p:cNvSpPr txBox="1"/>
            <p:nvPr/>
          </p:nvSpPr>
          <p:spPr>
            <a:xfrm>
              <a:off x="1076265" y="2811151"/>
              <a:ext cx="781820" cy="246221"/>
            </a:xfrm>
            <a:prstGeom prst="rect">
              <a:avLst/>
            </a:prstGeom>
            <a:noFill/>
          </p:spPr>
          <p:txBody>
            <a:bodyPr wrap="square" lIns="0" tIns="0" rIns="0" bIns="0" rtlCol="0">
              <a:spAutoFit/>
            </a:bodyPr>
            <a:lstStyle/>
            <a:p>
              <a:pPr algn="ctr"/>
              <a:r>
                <a:rPr lang="en-US" sz="1600" b="1">
                  <a:solidFill>
                    <a:schemeClr val="tx1">
                      <a:lumMod val="65000"/>
                      <a:lumOff val="35000"/>
                    </a:schemeClr>
                  </a:solidFill>
                  <a:latin typeface="Aptos" panose="020B0004020202020204" pitchFamily="34" charset="0"/>
                </a:rPr>
                <a:t>200</a:t>
              </a:r>
            </a:p>
          </p:txBody>
        </p:sp>
        <p:graphicFrame>
          <p:nvGraphicFramePr>
            <p:cNvPr id="35" name="Chart 34">
              <a:extLst>
                <a:ext uri="{FF2B5EF4-FFF2-40B4-BE49-F238E27FC236}">
                  <a16:creationId xmlns:a16="http://schemas.microsoft.com/office/drawing/2014/main" id="{5C677B43-891D-033F-740C-5B9829330869}"/>
                </a:ext>
              </a:extLst>
            </p:cNvPr>
            <p:cNvGraphicFramePr>
              <a:graphicFrameLocks/>
            </p:cNvGraphicFramePr>
            <p:nvPr>
              <p:extLst>
                <p:ext uri="{D42A27DB-BD31-4B8C-83A1-F6EECF244321}">
                  <p14:modId xmlns:p14="http://schemas.microsoft.com/office/powerpoint/2010/main" val="4214046457"/>
                </p:ext>
              </p:extLst>
            </p:nvPr>
          </p:nvGraphicFramePr>
          <p:xfrm>
            <a:off x="527744" y="3213401"/>
            <a:ext cx="1874506" cy="981458"/>
          </p:xfrm>
          <a:graphic>
            <a:graphicData uri="http://schemas.openxmlformats.org/drawingml/2006/chart">
              <c:chart xmlns:c="http://schemas.openxmlformats.org/drawingml/2006/chart" xmlns:r="http://schemas.openxmlformats.org/officeDocument/2006/relationships" r:id="rId9"/>
            </a:graphicData>
          </a:graphic>
        </p:graphicFrame>
      </p:grpSp>
      <p:grpSp>
        <p:nvGrpSpPr>
          <p:cNvPr id="36" name="Group 35">
            <a:extLst>
              <a:ext uri="{FF2B5EF4-FFF2-40B4-BE49-F238E27FC236}">
                <a16:creationId xmlns:a16="http://schemas.microsoft.com/office/drawing/2014/main" id="{7AAD9B63-B67A-5AED-310F-E07318D1F744}"/>
              </a:ext>
            </a:extLst>
          </p:cNvPr>
          <p:cNvGrpSpPr/>
          <p:nvPr/>
        </p:nvGrpSpPr>
        <p:grpSpPr>
          <a:xfrm>
            <a:off x="9733686" y="1252054"/>
            <a:ext cx="2138054" cy="2401701"/>
            <a:chOff x="395970" y="1967100"/>
            <a:chExt cx="2138054" cy="2401701"/>
          </a:xfrm>
        </p:grpSpPr>
        <p:sp>
          <p:nvSpPr>
            <p:cNvPr id="37" name="Rectangle 36">
              <a:extLst>
                <a:ext uri="{FF2B5EF4-FFF2-40B4-BE49-F238E27FC236}">
                  <a16:creationId xmlns:a16="http://schemas.microsoft.com/office/drawing/2014/main" id="{714E41FB-4A1A-C3FD-2885-AB0676288659}"/>
                </a:ext>
              </a:extLst>
            </p:cNvPr>
            <p:cNvSpPr/>
            <p:nvPr/>
          </p:nvSpPr>
          <p:spPr>
            <a:xfrm>
              <a:off x="395970" y="1995779"/>
              <a:ext cx="2138054" cy="2373022"/>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latin typeface="Aptos" panose="020B0004020202020204" pitchFamily="34" charset="0"/>
              </a:endParaRPr>
            </a:p>
          </p:txBody>
        </p:sp>
        <p:graphicFrame>
          <p:nvGraphicFramePr>
            <p:cNvPr id="38" name="Chart 37">
              <a:extLst>
                <a:ext uri="{FF2B5EF4-FFF2-40B4-BE49-F238E27FC236}">
                  <a16:creationId xmlns:a16="http://schemas.microsoft.com/office/drawing/2014/main" id="{BE974FF6-E8D5-F602-A874-91E20924284B}"/>
                </a:ext>
              </a:extLst>
            </p:cNvPr>
            <p:cNvGraphicFramePr/>
            <p:nvPr>
              <p:extLst>
                <p:ext uri="{D42A27DB-BD31-4B8C-83A1-F6EECF244321}">
                  <p14:modId xmlns:p14="http://schemas.microsoft.com/office/powerpoint/2010/main" val="1955934332"/>
                </p:ext>
              </p:extLst>
            </p:nvPr>
          </p:nvGraphicFramePr>
          <p:xfrm>
            <a:off x="422591" y="1967100"/>
            <a:ext cx="2084813" cy="1787009"/>
          </p:xfrm>
          <a:graphic>
            <a:graphicData uri="http://schemas.openxmlformats.org/drawingml/2006/chart">
              <c:chart xmlns:c="http://schemas.openxmlformats.org/drawingml/2006/chart" xmlns:r="http://schemas.openxmlformats.org/officeDocument/2006/relationships" r:id="rId10"/>
            </a:graphicData>
          </a:graphic>
        </p:graphicFrame>
        <p:sp>
          <p:nvSpPr>
            <p:cNvPr id="39" name="TextBox 38">
              <a:extLst>
                <a:ext uri="{FF2B5EF4-FFF2-40B4-BE49-F238E27FC236}">
                  <a16:creationId xmlns:a16="http://schemas.microsoft.com/office/drawing/2014/main" id="{741F0573-0560-E681-23BD-7A6D0A48B861}"/>
                </a:ext>
              </a:extLst>
            </p:cNvPr>
            <p:cNvSpPr txBox="1"/>
            <p:nvPr/>
          </p:nvSpPr>
          <p:spPr>
            <a:xfrm>
              <a:off x="593405" y="2894044"/>
              <a:ext cx="281965" cy="123111"/>
            </a:xfrm>
            <a:prstGeom prst="rect">
              <a:avLst/>
            </a:prstGeom>
            <a:noFill/>
          </p:spPr>
          <p:txBody>
            <a:bodyPr wrap="square" lIns="0" tIns="0" rIns="0" bIns="0" rtlCol="0">
              <a:spAutoFit/>
            </a:bodyPr>
            <a:lstStyle/>
            <a:p>
              <a:pPr algn="ctr"/>
              <a:r>
                <a:rPr lang="en-US" sz="800">
                  <a:solidFill>
                    <a:schemeClr val="tx1">
                      <a:lumMod val="65000"/>
                      <a:lumOff val="35000"/>
                    </a:schemeClr>
                  </a:solidFill>
                  <a:latin typeface="Aptos" panose="020B0004020202020204" pitchFamily="34" charset="0"/>
                </a:rPr>
                <a:t>0</a:t>
              </a:r>
            </a:p>
          </p:txBody>
        </p:sp>
        <p:sp>
          <p:nvSpPr>
            <p:cNvPr id="40" name="TextBox 39">
              <a:extLst>
                <a:ext uri="{FF2B5EF4-FFF2-40B4-BE49-F238E27FC236}">
                  <a16:creationId xmlns:a16="http://schemas.microsoft.com/office/drawing/2014/main" id="{6C0CF7FB-895C-1D5F-5528-EE24DB3894D6}"/>
                </a:ext>
              </a:extLst>
            </p:cNvPr>
            <p:cNvSpPr txBox="1"/>
            <p:nvPr/>
          </p:nvSpPr>
          <p:spPr>
            <a:xfrm>
              <a:off x="2085459" y="2897808"/>
              <a:ext cx="281965" cy="123111"/>
            </a:xfrm>
            <a:prstGeom prst="rect">
              <a:avLst/>
            </a:prstGeom>
            <a:noFill/>
          </p:spPr>
          <p:txBody>
            <a:bodyPr wrap="square" lIns="0" tIns="0" rIns="0" bIns="0" rtlCol="0">
              <a:spAutoFit/>
            </a:bodyPr>
            <a:lstStyle/>
            <a:p>
              <a:pPr algn="ctr"/>
              <a:r>
                <a:rPr lang="en-US" sz="800">
                  <a:solidFill>
                    <a:schemeClr val="tx1">
                      <a:lumMod val="65000"/>
                      <a:lumOff val="35000"/>
                    </a:schemeClr>
                  </a:solidFill>
                  <a:latin typeface="Aptos" panose="020B0004020202020204" pitchFamily="34" charset="0"/>
                </a:rPr>
                <a:t>4000</a:t>
              </a:r>
            </a:p>
          </p:txBody>
        </p:sp>
        <p:sp>
          <p:nvSpPr>
            <p:cNvPr id="41" name="TextBox 40">
              <a:extLst>
                <a:ext uri="{FF2B5EF4-FFF2-40B4-BE49-F238E27FC236}">
                  <a16:creationId xmlns:a16="http://schemas.microsoft.com/office/drawing/2014/main" id="{FABFFF00-1425-8137-0BD6-9EA7A3951C37}"/>
                </a:ext>
              </a:extLst>
            </p:cNvPr>
            <p:cNvSpPr txBox="1"/>
            <p:nvPr/>
          </p:nvSpPr>
          <p:spPr>
            <a:xfrm>
              <a:off x="1076265" y="2811151"/>
              <a:ext cx="781820" cy="246221"/>
            </a:xfrm>
            <a:prstGeom prst="rect">
              <a:avLst/>
            </a:prstGeom>
            <a:noFill/>
          </p:spPr>
          <p:txBody>
            <a:bodyPr wrap="square" lIns="0" tIns="0" rIns="0" bIns="0" rtlCol="0">
              <a:spAutoFit/>
            </a:bodyPr>
            <a:lstStyle/>
            <a:p>
              <a:pPr algn="ctr"/>
              <a:r>
                <a:rPr lang="en-US" sz="1600" b="1">
                  <a:solidFill>
                    <a:schemeClr val="tx1">
                      <a:lumMod val="65000"/>
                      <a:lumOff val="35000"/>
                    </a:schemeClr>
                  </a:solidFill>
                  <a:latin typeface="Aptos" panose="020B0004020202020204" pitchFamily="34" charset="0"/>
                </a:rPr>
                <a:t>1000</a:t>
              </a:r>
            </a:p>
          </p:txBody>
        </p:sp>
        <p:graphicFrame>
          <p:nvGraphicFramePr>
            <p:cNvPr id="42" name="Chart 41">
              <a:extLst>
                <a:ext uri="{FF2B5EF4-FFF2-40B4-BE49-F238E27FC236}">
                  <a16:creationId xmlns:a16="http://schemas.microsoft.com/office/drawing/2014/main" id="{D4239769-E048-B10B-C984-C15BB3069A5F}"/>
                </a:ext>
              </a:extLst>
            </p:cNvPr>
            <p:cNvGraphicFramePr>
              <a:graphicFrameLocks/>
            </p:cNvGraphicFramePr>
            <p:nvPr>
              <p:extLst>
                <p:ext uri="{D42A27DB-BD31-4B8C-83A1-F6EECF244321}">
                  <p14:modId xmlns:p14="http://schemas.microsoft.com/office/powerpoint/2010/main" val="3322930095"/>
                </p:ext>
              </p:extLst>
            </p:nvPr>
          </p:nvGraphicFramePr>
          <p:xfrm>
            <a:off x="527744" y="3213401"/>
            <a:ext cx="1874506" cy="981458"/>
          </p:xfrm>
          <a:graphic>
            <a:graphicData uri="http://schemas.openxmlformats.org/drawingml/2006/chart">
              <c:chart xmlns:c="http://schemas.openxmlformats.org/drawingml/2006/chart" xmlns:r="http://schemas.openxmlformats.org/officeDocument/2006/relationships" r:id="rId11"/>
            </a:graphicData>
          </a:graphic>
        </p:graphicFrame>
      </p:grpSp>
      <p:graphicFrame>
        <p:nvGraphicFramePr>
          <p:cNvPr id="43" name="Table 7">
            <a:extLst>
              <a:ext uri="{FF2B5EF4-FFF2-40B4-BE49-F238E27FC236}">
                <a16:creationId xmlns:a16="http://schemas.microsoft.com/office/drawing/2014/main" id="{BEE1A604-CFE3-44DB-EE02-92F721CA4DB0}"/>
              </a:ext>
            </a:extLst>
          </p:cNvPr>
          <p:cNvGraphicFramePr>
            <a:graphicFrameLocks noGrp="1"/>
          </p:cNvGraphicFramePr>
          <p:nvPr>
            <p:extLst>
              <p:ext uri="{D42A27DB-BD31-4B8C-83A1-F6EECF244321}">
                <p14:modId xmlns:p14="http://schemas.microsoft.com/office/powerpoint/2010/main" val="3349805345"/>
              </p:ext>
            </p:extLst>
          </p:nvPr>
        </p:nvGraphicFramePr>
        <p:xfrm>
          <a:off x="359302" y="4152881"/>
          <a:ext cx="6813869" cy="1708161"/>
        </p:xfrm>
        <a:graphic>
          <a:graphicData uri="http://schemas.openxmlformats.org/drawingml/2006/table">
            <a:tbl>
              <a:tblPr firstRow="1" bandRow="1">
                <a:tableStyleId>{5C22544A-7EE6-4342-B048-85BDC9FD1C3A}</a:tableStyleId>
              </a:tblPr>
              <a:tblGrid>
                <a:gridCol w="5982563">
                  <a:extLst>
                    <a:ext uri="{9D8B030D-6E8A-4147-A177-3AD203B41FA5}">
                      <a16:colId xmlns:a16="http://schemas.microsoft.com/office/drawing/2014/main" val="2808620213"/>
                    </a:ext>
                  </a:extLst>
                </a:gridCol>
                <a:gridCol w="831306">
                  <a:extLst>
                    <a:ext uri="{9D8B030D-6E8A-4147-A177-3AD203B41FA5}">
                      <a16:colId xmlns:a16="http://schemas.microsoft.com/office/drawing/2014/main" val="2303599194"/>
                    </a:ext>
                  </a:extLst>
                </a:gridCol>
              </a:tblGrid>
              <a:tr h="376506">
                <a:tc>
                  <a:txBody>
                    <a:bodyPr/>
                    <a:lstStyle/>
                    <a:p>
                      <a:r>
                        <a:rPr lang="en-US" sz="1100">
                          <a:latin typeface="Aptos" panose="020B0004020202020204" pitchFamily="34" charset="0"/>
                        </a:rPr>
                        <a:t>Lorem ipsom did du facils verder ventr</a:t>
                      </a:r>
                    </a:p>
                  </a:txBody>
                  <a:tcPr anchor="ctr">
                    <a:lnL w="6350" cap="flat" cmpd="sng" algn="ctr">
                      <a:noFill/>
                      <a:prstDash val="solid"/>
                      <a:round/>
                      <a:headEnd type="none" w="med" len="med"/>
                      <a:tailEnd type="none" w="med" len="med"/>
                    </a:lnL>
                    <a:lnR w="9525"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sz="1100">
                        <a:latin typeface="Aptos" panose="020B0004020202020204" pitchFamily="34" charset="0"/>
                      </a:endParaRPr>
                    </a:p>
                  </a:txBody>
                  <a:tcPr anchor="ctr">
                    <a:lnL w="952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846547700"/>
                  </a:ext>
                </a:extLst>
              </a:tr>
              <a:tr h="266331">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Lorem ipsum dolor sit amet, consectetur adipiscing elit</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AF8"/>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tx2"/>
                          </a:solidFill>
                          <a:effectLst/>
                          <a:uLnTx/>
                          <a:uFillTx/>
                          <a:latin typeface="+mn-lt"/>
                          <a:ea typeface="+mn-ea"/>
                          <a:cs typeface="+mn-cs"/>
                        </a:rPr>
                        <a:t>51.490</a:t>
                      </a:r>
                      <a:endParaRPr kumimoji="0" lang="el-GR" sz="1000" b="0" i="0" u="none" strike="noStrike" kern="1200" cap="none" spc="0" normalizeH="0" baseline="0">
                        <a:ln>
                          <a:noFill/>
                        </a:ln>
                        <a:solidFill>
                          <a:schemeClr val="tx2"/>
                        </a:solidFill>
                        <a:effectLst/>
                        <a:uLnTx/>
                        <a:uFillTx/>
                        <a:latin typeface="+mn-lt"/>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592428306"/>
                  </a:ext>
                </a:extLst>
              </a:tr>
              <a:tr h="266331">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Odio eu feugiat pretium nibh ipsum consequat nisl</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AF8"/>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tx2"/>
                          </a:solidFill>
                          <a:effectLst/>
                          <a:uLnTx/>
                          <a:uFillTx/>
                          <a:latin typeface="+mn-lt"/>
                          <a:ea typeface="+mn-ea"/>
                          <a:cs typeface="+mn-cs"/>
                        </a:rPr>
                        <a:t>72,0</a:t>
                      </a:r>
                      <a:endParaRPr kumimoji="0" lang="el-GR" sz="1000" b="0" i="0" u="none" strike="noStrike" kern="1200" cap="none" spc="0" normalizeH="0" baseline="0">
                        <a:ln>
                          <a:noFill/>
                        </a:ln>
                        <a:solidFill>
                          <a:schemeClr val="tx2"/>
                        </a:solidFill>
                        <a:effectLst/>
                        <a:uLnTx/>
                        <a:uFillTx/>
                        <a:latin typeface="+mn-lt"/>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88359607"/>
                  </a:ext>
                </a:extLst>
              </a:tr>
              <a:tr h="266331">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Consectetur adipiscing elit duis tristique</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AF8"/>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tx2"/>
                          </a:solidFill>
                          <a:effectLst/>
                          <a:uLnTx/>
                          <a:uFillTx/>
                          <a:latin typeface="+mn-lt"/>
                          <a:ea typeface="+mn-ea"/>
                          <a:cs typeface="+mn-cs"/>
                        </a:rPr>
                        <a:t>3.450</a:t>
                      </a:r>
                      <a:endParaRPr kumimoji="0" lang="el-GR" sz="1000" b="0" i="0" u="none" strike="noStrike" kern="1200" cap="none" spc="0" normalizeH="0" baseline="0">
                        <a:ln>
                          <a:noFill/>
                        </a:ln>
                        <a:solidFill>
                          <a:schemeClr val="tx2"/>
                        </a:solidFill>
                        <a:effectLst/>
                        <a:uLnTx/>
                        <a:uFillTx/>
                        <a:latin typeface="+mn-lt"/>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64484502"/>
                  </a:ext>
                </a:extLst>
              </a:tr>
              <a:tr h="266331">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In nulla </a:t>
                      </a:r>
                      <a:r>
                        <a:rPr kumimoji="0" lang="it-IT"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posuere</a:t>
                      </a:r>
                      <a:r>
                        <a:rPr kumimoji="0" lang="it-IT"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it-IT"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sollicitudin</a:t>
                      </a:r>
                      <a:r>
                        <a:rPr kumimoji="0" lang="it-IT"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it-IT"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aliquam</a:t>
                      </a:r>
                      <a:r>
                        <a:rPr kumimoji="0" lang="it-IT"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it-IT"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ultrices</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6FAF8"/>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tx2"/>
                          </a:solidFill>
                          <a:effectLst/>
                          <a:uLnTx/>
                          <a:uFillTx/>
                          <a:latin typeface="+mn-lt"/>
                          <a:ea typeface="+mn-ea"/>
                          <a:cs typeface="+mn-cs"/>
                        </a:rPr>
                        <a:t>1.150</a:t>
                      </a:r>
                      <a:endParaRPr kumimoji="0" lang="el-GR" sz="1000" b="0" i="0" u="none" strike="noStrike" kern="1200" cap="none" spc="0" normalizeH="0" baseline="0">
                        <a:ln>
                          <a:noFill/>
                        </a:ln>
                        <a:solidFill>
                          <a:schemeClr val="tx2"/>
                        </a:solidFill>
                        <a:effectLst/>
                        <a:uLnTx/>
                        <a:uFillTx/>
                        <a:latin typeface="+mn-lt"/>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672181259"/>
                  </a:ext>
                </a:extLst>
              </a:tr>
              <a:tr h="266331">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Consectetur</a:t>
                      </a:r>
                      <a:r>
                        <a:rPr kumimoji="0" lang="fr-F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fr-F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adipiscing</a:t>
                      </a:r>
                      <a:r>
                        <a:rPr kumimoji="0" lang="fr-F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fr-F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elit</a:t>
                      </a:r>
                      <a:r>
                        <a:rPr kumimoji="0" lang="fr-F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duis tristique</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6FAF8"/>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tx2"/>
                          </a:solidFill>
                          <a:effectLst/>
                          <a:uLnTx/>
                          <a:uFillTx/>
                          <a:latin typeface="+mn-lt"/>
                          <a:ea typeface="+mn-ea"/>
                          <a:cs typeface="+mn-cs"/>
                        </a:rPr>
                        <a:t>4,6</a:t>
                      </a:r>
                      <a:endParaRPr kumimoji="0" lang="el-GR" sz="1000" b="0" i="0" u="none" strike="noStrike" kern="1200" cap="none" spc="0" normalizeH="0" baseline="0">
                        <a:ln>
                          <a:noFill/>
                        </a:ln>
                        <a:solidFill>
                          <a:schemeClr val="tx2"/>
                        </a:solidFill>
                        <a:effectLst/>
                        <a:uLnTx/>
                        <a:uFillTx/>
                        <a:latin typeface="+mn-lt"/>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595186566"/>
                  </a:ext>
                </a:extLst>
              </a:tr>
            </a:tbl>
          </a:graphicData>
        </a:graphic>
      </p:graphicFrame>
      <p:grpSp>
        <p:nvGrpSpPr>
          <p:cNvPr id="44" name="Group 43">
            <a:extLst>
              <a:ext uri="{FF2B5EF4-FFF2-40B4-BE49-F238E27FC236}">
                <a16:creationId xmlns:a16="http://schemas.microsoft.com/office/drawing/2014/main" id="{8A62133D-4AC4-624A-C001-D251AA5BBF74}"/>
              </a:ext>
            </a:extLst>
          </p:cNvPr>
          <p:cNvGrpSpPr/>
          <p:nvPr/>
        </p:nvGrpSpPr>
        <p:grpSpPr>
          <a:xfrm>
            <a:off x="5392181" y="4616268"/>
            <a:ext cx="1650050" cy="95089"/>
            <a:chOff x="5392181" y="5053366"/>
            <a:chExt cx="1650050" cy="95089"/>
          </a:xfrm>
        </p:grpSpPr>
        <p:sp>
          <p:nvSpPr>
            <p:cNvPr id="45" name="Flowchart: Connector 64">
              <a:extLst>
                <a:ext uri="{FF2B5EF4-FFF2-40B4-BE49-F238E27FC236}">
                  <a16:creationId xmlns:a16="http://schemas.microsoft.com/office/drawing/2014/main" id="{BF8DE073-D662-68C8-C666-77D5EEA299B4}"/>
                </a:ext>
              </a:extLst>
            </p:cNvPr>
            <p:cNvSpPr/>
            <p:nvPr/>
          </p:nvSpPr>
          <p:spPr>
            <a:xfrm>
              <a:off x="5392181" y="5053366"/>
              <a:ext cx="101109" cy="95089"/>
            </a:xfrm>
            <a:prstGeom prst="flowChartConnector">
              <a:avLst/>
            </a:prstGeom>
            <a:solidFill>
              <a:srgbClr val="AA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6" name="Flowchart: Connector 65">
              <a:extLst>
                <a:ext uri="{FF2B5EF4-FFF2-40B4-BE49-F238E27FC236}">
                  <a16:creationId xmlns:a16="http://schemas.microsoft.com/office/drawing/2014/main" id="{C102028A-D061-C932-E0D3-D31BB1AF3108}"/>
                </a:ext>
              </a:extLst>
            </p:cNvPr>
            <p:cNvSpPr/>
            <p:nvPr/>
          </p:nvSpPr>
          <p:spPr>
            <a:xfrm>
              <a:off x="5564286" y="5053366"/>
              <a:ext cx="101109" cy="95089"/>
            </a:xfrm>
            <a:prstGeom prst="flowChartConnector">
              <a:avLst/>
            </a:prstGeom>
            <a:solidFill>
              <a:srgbClr val="AA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7" name="Flowchart: Connector 67">
              <a:extLst>
                <a:ext uri="{FF2B5EF4-FFF2-40B4-BE49-F238E27FC236}">
                  <a16:creationId xmlns:a16="http://schemas.microsoft.com/office/drawing/2014/main" id="{E676F674-0219-DDCF-43A2-C4A570E37BBA}"/>
                </a:ext>
              </a:extLst>
            </p:cNvPr>
            <p:cNvSpPr/>
            <p:nvPr/>
          </p:nvSpPr>
          <p:spPr>
            <a:xfrm>
              <a:off x="5736391" y="5053366"/>
              <a:ext cx="101109" cy="95089"/>
            </a:xfrm>
            <a:prstGeom prst="flowChartConnector">
              <a:avLst/>
            </a:prstGeom>
            <a:solidFill>
              <a:srgbClr val="AA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8" name="Flowchart: Connector 68">
              <a:extLst>
                <a:ext uri="{FF2B5EF4-FFF2-40B4-BE49-F238E27FC236}">
                  <a16:creationId xmlns:a16="http://schemas.microsoft.com/office/drawing/2014/main" id="{CB18DF5E-A55C-C64C-E508-87568BCF8127}"/>
                </a:ext>
              </a:extLst>
            </p:cNvPr>
            <p:cNvSpPr/>
            <p:nvPr/>
          </p:nvSpPr>
          <p:spPr>
            <a:xfrm>
              <a:off x="5908496" y="5053366"/>
              <a:ext cx="101109" cy="95089"/>
            </a:xfrm>
            <a:prstGeom prst="flowChartConnector">
              <a:avLst/>
            </a:prstGeom>
            <a:solidFill>
              <a:srgbClr val="73A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9" name="Flowchart: Connector 69">
              <a:extLst>
                <a:ext uri="{FF2B5EF4-FFF2-40B4-BE49-F238E27FC236}">
                  <a16:creationId xmlns:a16="http://schemas.microsoft.com/office/drawing/2014/main" id="{765FFC31-5787-69BA-9C25-4470F5C6D81D}"/>
                </a:ext>
              </a:extLst>
            </p:cNvPr>
            <p:cNvSpPr/>
            <p:nvPr/>
          </p:nvSpPr>
          <p:spPr>
            <a:xfrm>
              <a:off x="6080601" y="5053366"/>
              <a:ext cx="101109" cy="95089"/>
            </a:xfrm>
            <a:prstGeom prst="flowChartConnector">
              <a:avLst/>
            </a:prstGeom>
            <a:solidFill>
              <a:srgbClr val="73A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50" name="Flowchart: Connector 70">
              <a:extLst>
                <a:ext uri="{FF2B5EF4-FFF2-40B4-BE49-F238E27FC236}">
                  <a16:creationId xmlns:a16="http://schemas.microsoft.com/office/drawing/2014/main" id="{F3727C3F-F56D-0325-3AA1-AD20B9D262CF}"/>
                </a:ext>
              </a:extLst>
            </p:cNvPr>
            <p:cNvSpPr/>
            <p:nvPr/>
          </p:nvSpPr>
          <p:spPr>
            <a:xfrm>
              <a:off x="6252706" y="5053366"/>
              <a:ext cx="101109" cy="95089"/>
            </a:xfrm>
            <a:prstGeom prst="flowChartConnector">
              <a:avLst/>
            </a:prstGeom>
            <a:solidFill>
              <a:srgbClr val="73A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51" name="Flowchart: Connector 71">
              <a:extLst>
                <a:ext uri="{FF2B5EF4-FFF2-40B4-BE49-F238E27FC236}">
                  <a16:creationId xmlns:a16="http://schemas.microsoft.com/office/drawing/2014/main" id="{8BD06D28-2F03-A00C-9916-CD4121667D63}"/>
                </a:ext>
              </a:extLst>
            </p:cNvPr>
            <p:cNvSpPr/>
            <p:nvPr/>
          </p:nvSpPr>
          <p:spPr>
            <a:xfrm>
              <a:off x="6424811" y="5053366"/>
              <a:ext cx="101109" cy="95089"/>
            </a:xfrm>
            <a:prstGeom prst="flowChartConnector">
              <a:avLst/>
            </a:prstGeom>
            <a:solidFill>
              <a:srgbClr val="73A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52" name="Flowchart: Connector 72">
              <a:extLst>
                <a:ext uri="{FF2B5EF4-FFF2-40B4-BE49-F238E27FC236}">
                  <a16:creationId xmlns:a16="http://schemas.microsoft.com/office/drawing/2014/main" id="{403613B0-28CD-3EEC-E154-E992C9D3E99A}"/>
                </a:ext>
              </a:extLst>
            </p:cNvPr>
            <p:cNvSpPr/>
            <p:nvPr/>
          </p:nvSpPr>
          <p:spPr>
            <a:xfrm>
              <a:off x="6596916" y="5053366"/>
              <a:ext cx="101109" cy="95089"/>
            </a:xfrm>
            <a:prstGeom prst="flowChartConnector">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53" name="Flowchart: Connector 73">
              <a:extLst>
                <a:ext uri="{FF2B5EF4-FFF2-40B4-BE49-F238E27FC236}">
                  <a16:creationId xmlns:a16="http://schemas.microsoft.com/office/drawing/2014/main" id="{DD2F502F-96F4-1EDD-3FC4-E9D8B042DBB1}"/>
                </a:ext>
              </a:extLst>
            </p:cNvPr>
            <p:cNvSpPr/>
            <p:nvPr/>
          </p:nvSpPr>
          <p:spPr>
            <a:xfrm>
              <a:off x="6769021" y="5053366"/>
              <a:ext cx="101109" cy="95089"/>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54" name="Flowchart: Connector 74">
              <a:extLst>
                <a:ext uri="{FF2B5EF4-FFF2-40B4-BE49-F238E27FC236}">
                  <a16:creationId xmlns:a16="http://schemas.microsoft.com/office/drawing/2014/main" id="{47D9E488-C452-FAAF-5EDA-541FD94E315E}"/>
                </a:ext>
              </a:extLst>
            </p:cNvPr>
            <p:cNvSpPr/>
            <p:nvPr/>
          </p:nvSpPr>
          <p:spPr>
            <a:xfrm>
              <a:off x="6941122" y="5053366"/>
              <a:ext cx="101109" cy="95089"/>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grpSp>
      <p:grpSp>
        <p:nvGrpSpPr>
          <p:cNvPr id="55" name="Group 54">
            <a:extLst>
              <a:ext uri="{FF2B5EF4-FFF2-40B4-BE49-F238E27FC236}">
                <a16:creationId xmlns:a16="http://schemas.microsoft.com/office/drawing/2014/main" id="{4515FA17-D2A9-B70C-443C-4444FA696BFE}"/>
              </a:ext>
            </a:extLst>
          </p:cNvPr>
          <p:cNvGrpSpPr/>
          <p:nvPr/>
        </p:nvGrpSpPr>
        <p:grpSpPr>
          <a:xfrm>
            <a:off x="5392181" y="4881389"/>
            <a:ext cx="1650050" cy="95089"/>
            <a:chOff x="5392181" y="5298634"/>
            <a:chExt cx="1650050" cy="95089"/>
          </a:xfrm>
        </p:grpSpPr>
        <p:sp>
          <p:nvSpPr>
            <p:cNvPr id="56" name="Flowchart: Connector 76">
              <a:extLst>
                <a:ext uri="{FF2B5EF4-FFF2-40B4-BE49-F238E27FC236}">
                  <a16:creationId xmlns:a16="http://schemas.microsoft.com/office/drawing/2014/main" id="{6C2D3D14-A006-6EF4-507B-E51EEFF57C12}"/>
                </a:ext>
              </a:extLst>
            </p:cNvPr>
            <p:cNvSpPr/>
            <p:nvPr/>
          </p:nvSpPr>
          <p:spPr>
            <a:xfrm>
              <a:off x="5392181" y="5298634"/>
              <a:ext cx="101109" cy="95089"/>
            </a:xfrm>
            <a:prstGeom prst="flowChartConnector">
              <a:avLst/>
            </a:prstGeom>
            <a:solidFill>
              <a:srgbClr val="AA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57" name="Flowchart: Connector 77">
              <a:extLst>
                <a:ext uri="{FF2B5EF4-FFF2-40B4-BE49-F238E27FC236}">
                  <a16:creationId xmlns:a16="http://schemas.microsoft.com/office/drawing/2014/main" id="{85032786-71CF-346B-5B8F-6F191BC807BD}"/>
                </a:ext>
              </a:extLst>
            </p:cNvPr>
            <p:cNvSpPr/>
            <p:nvPr/>
          </p:nvSpPr>
          <p:spPr>
            <a:xfrm>
              <a:off x="5564286" y="5298634"/>
              <a:ext cx="101109" cy="95089"/>
            </a:xfrm>
            <a:prstGeom prst="flowChartConnector">
              <a:avLst/>
            </a:prstGeom>
            <a:solidFill>
              <a:srgbClr val="AA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58" name="Flowchart: Connector 78">
              <a:extLst>
                <a:ext uri="{FF2B5EF4-FFF2-40B4-BE49-F238E27FC236}">
                  <a16:creationId xmlns:a16="http://schemas.microsoft.com/office/drawing/2014/main" id="{2E3AECF6-3C49-3E73-5309-1231A8B89B39}"/>
                </a:ext>
              </a:extLst>
            </p:cNvPr>
            <p:cNvSpPr/>
            <p:nvPr/>
          </p:nvSpPr>
          <p:spPr>
            <a:xfrm>
              <a:off x="5736391" y="5298634"/>
              <a:ext cx="101109" cy="95089"/>
            </a:xfrm>
            <a:prstGeom prst="flowChartConnector">
              <a:avLst/>
            </a:prstGeom>
            <a:solidFill>
              <a:srgbClr val="AA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59" name="Flowchart: Connector 79">
              <a:extLst>
                <a:ext uri="{FF2B5EF4-FFF2-40B4-BE49-F238E27FC236}">
                  <a16:creationId xmlns:a16="http://schemas.microsoft.com/office/drawing/2014/main" id="{28A82BCE-1A9A-1FFE-96B1-6BBBBBC0D1E1}"/>
                </a:ext>
              </a:extLst>
            </p:cNvPr>
            <p:cNvSpPr/>
            <p:nvPr/>
          </p:nvSpPr>
          <p:spPr>
            <a:xfrm>
              <a:off x="5908496" y="5298634"/>
              <a:ext cx="101109" cy="95089"/>
            </a:xfrm>
            <a:prstGeom prst="flowChartConnector">
              <a:avLst/>
            </a:prstGeom>
            <a:solidFill>
              <a:srgbClr val="73A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60" name="Flowchart: Connector 80">
              <a:extLst>
                <a:ext uri="{FF2B5EF4-FFF2-40B4-BE49-F238E27FC236}">
                  <a16:creationId xmlns:a16="http://schemas.microsoft.com/office/drawing/2014/main" id="{7E143F2C-1D56-2D6F-6E77-441B3AC5BD6C}"/>
                </a:ext>
              </a:extLst>
            </p:cNvPr>
            <p:cNvSpPr/>
            <p:nvPr/>
          </p:nvSpPr>
          <p:spPr>
            <a:xfrm>
              <a:off x="6080601" y="5298634"/>
              <a:ext cx="101109" cy="95089"/>
            </a:xfrm>
            <a:prstGeom prst="flowChartConnector">
              <a:avLst/>
            </a:prstGeom>
            <a:solidFill>
              <a:srgbClr val="73A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61" name="Flowchart: Connector 81">
              <a:extLst>
                <a:ext uri="{FF2B5EF4-FFF2-40B4-BE49-F238E27FC236}">
                  <a16:creationId xmlns:a16="http://schemas.microsoft.com/office/drawing/2014/main" id="{3FA119D0-9348-EFFA-F338-42F4A683D218}"/>
                </a:ext>
              </a:extLst>
            </p:cNvPr>
            <p:cNvSpPr/>
            <p:nvPr/>
          </p:nvSpPr>
          <p:spPr>
            <a:xfrm>
              <a:off x="6252706" y="5298634"/>
              <a:ext cx="101109" cy="95089"/>
            </a:xfrm>
            <a:prstGeom prst="flowChartConnector">
              <a:avLst/>
            </a:prstGeom>
            <a:solidFill>
              <a:srgbClr val="73A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62" name="Flowchart: Connector 82">
              <a:extLst>
                <a:ext uri="{FF2B5EF4-FFF2-40B4-BE49-F238E27FC236}">
                  <a16:creationId xmlns:a16="http://schemas.microsoft.com/office/drawing/2014/main" id="{B8A91911-E677-069E-359C-4630F9BA3DCF}"/>
                </a:ext>
              </a:extLst>
            </p:cNvPr>
            <p:cNvSpPr/>
            <p:nvPr/>
          </p:nvSpPr>
          <p:spPr>
            <a:xfrm>
              <a:off x="6424811" y="5298634"/>
              <a:ext cx="101109" cy="95089"/>
            </a:xfrm>
            <a:prstGeom prst="flowChartConnector">
              <a:avLst/>
            </a:prstGeom>
            <a:solidFill>
              <a:srgbClr val="73A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63" name="Flowchart: Connector 83">
              <a:extLst>
                <a:ext uri="{FF2B5EF4-FFF2-40B4-BE49-F238E27FC236}">
                  <a16:creationId xmlns:a16="http://schemas.microsoft.com/office/drawing/2014/main" id="{5303C269-7DDA-098C-5EA9-279AE0D828CF}"/>
                </a:ext>
              </a:extLst>
            </p:cNvPr>
            <p:cNvSpPr/>
            <p:nvPr/>
          </p:nvSpPr>
          <p:spPr>
            <a:xfrm>
              <a:off x="6596916" y="5298634"/>
              <a:ext cx="101109" cy="95089"/>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64" name="Flowchart: Connector 84">
              <a:extLst>
                <a:ext uri="{FF2B5EF4-FFF2-40B4-BE49-F238E27FC236}">
                  <a16:creationId xmlns:a16="http://schemas.microsoft.com/office/drawing/2014/main" id="{F862E6D1-C807-F45C-ADB7-0EDD2425AB7D}"/>
                </a:ext>
              </a:extLst>
            </p:cNvPr>
            <p:cNvSpPr/>
            <p:nvPr/>
          </p:nvSpPr>
          <p:spPr>
            <a:xfrm>
              <a:off x="6769021" y="5298634"/>
              <a:ext cx="101109" cy="95089"/>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65" name="Flowchart: Connector 85">
              <a:extLst>
                <a:ext uri="{FF2B5EF4-FFF2-40B4-BE49-F238E27FC236}">
                  <a16:creationId xmlns:a16="http://schemas.microsoft.com/office/drawing/2014/main" id="{29B447D1-B21F-DC98-F7AE-C2A739DB3A3F}"/>
                </a:ext>
              </a:extLst>
            </p:cNvPr>
            <p:cNvSpPr/>
            <p:nvPr/>
          </p:nvSpPr>
          <p:spPr>
            <a:xfrm>
              <a:off x="6941122" y="5298634"/>
              <a:ext cx="101109" cy="95089"/>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grpSp>
      <p:grpSp>
        <p:nvGrpSpPr>
          <p:cNvPr id="66" name="Group 65">
            <a:extLst>
              <a:ext uri="{FF2B5EF4-FFF2-40B4-BE49-F238E27FC236}">
                <a16:creationId xmlns:a16="http://schemas.microsoft.com/office/drawing/2014/main" id="{43BC4F3F-FC1F-6949-8C27-B1FC6C4A8C13}"/>
              </a:ext>
            </a:extLst>
          </p:cNvPr>
          <p:cNvGrpSpPr/>
          <p:nvPr/>
        </p:nvGrpSpPr>
        <p:grpSpPr>
          <a:xfrm>
            <a:off x="5392181" y="5146510"/>
            <a:ext cx="1650050" cy="95089"/>
            <a:chOff x="5392181" y="5548926"/>
            <a:chExt cx="1650050" cy="95089"/>
          </a:xfrm>
        </p:grpSpPr>
        <p:sp>
          <p:nvSpPr>
            <p:cNvPr id="67" name="Flowchart: Connector 86">
              <a:extLst>
                <a:ext uri="{FF2B5EF4-FFF2-40B4-BE49-F238E27FC236}">
                  <a16:creationId xmlns:a16="http://schemas.microsoft.com/office/drawing/2014/main" id="{C7571510-E150-AAC4-C449-031AFBE7FEEF}"/>
                </a:ext>
              </a:extLst>
            </p:cNvPr>
            <p:cNvSpPr/>
            <p:nvPr/>
          </p:nvSpPr>
          <p:spPr>
            <a:xfrm>
              <a:off x="5392181" y="5548926"/>
              <a:ext cx="101109" cy="95089"/>
            </a:xfrm>
            <a:prstGeom prst="flowChartConnector">
              <a:avLst/>
            </a:prstGeom>
            <a:solidFill>
              <a:srgbClr val="AA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68" name="Flowchart: Connector 87">
              <a:extLst>
                <a:ext uri="{FF2B5EF4-FFF2-40B4-BE49-F238E27FC236}">
                  <a16:creationId xmlns:a16="http://schemas.microsoft.com/office/drawing/2014/main" id="{F8344041-6603-C3BC-5178-EB1075B6E365}"/>
                </a:ext>
              </a:extLst>
            </p:cNvPr>
            <p:cNvSpPr/>
            <p:nvPr/>
          </p:nvSpPr>
          <p:spPr>
            <a:xfrm>
              <a:off x="5564286" y="5548926"/>
              <a:ext cx="101109" cy="95089"/>
            </a:xfrm>
            <a:prstGeom prst="flowChartConnector">
              <a:avLst/>
            </a:prstGeom>
            <a:solidFill>
              <a:srgbClr val="AA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69" name="Flowchart: Connector 88">
              <a:extLst>
                <a:ext uri="{FF2B5EF4-FFF2-40B4-BE49-F238E27FC236}">
                  <a16:creationId xmlns:a16="http://schemas.microsoft.com/office/drawing/2014/main" id="{2CC13802-A4DA-23C9-418E-B6C1AD860830}"/>
                </a:ext>
              </a:extLst>
            </p:cNvPr>
            <p:cNvSpPr/>
            <p:nvPr/>
          </p:nvSpPr>
          <p:spPr>
            <a:xfrm>
              <a:off x="5736391" y="5548926"/>
              <a:ext cx="101109" cy="95089"/>
            </a:xfrm>
            <a:prstGeom prst="flowChartConnector">
              <a:avLst/>
            </a:prstGeom>
            <a:solidFill>
              <a:srgbClr val="AA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70" name="Flowchart: Connector 89">
              <a:extLst>
                <a:ext uri="{FF2B5EF4-FFF2-40B4-BE49-F238E27FC236}">
                  <a16:creationId xmlns:a16="http://schemas.microsoft.com/office/drawing/2014/main" id="{49899DCF-F60D-E745-5D9B-6B18BE5D4075}"/>
                </a:ext>
              </a:extLst>
            </p:cNvPr>
            <p:cNvSpPr/>
            <p:nvPr/>
          </p:nvSpPr>
          <p:spPr>
            <a:xfrm>
              <a:off x="5908496" y="5548926"/>
              <a:ext cx="101109" cy="95089"/>
            </a:xfrm>
            <a:prstGeom prst="flowChartConnector">
              <a:avLst/>
            </a:prstGeom>
            <a:solidFill>
              <a:srgbClr val="73A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71" name="Flowchart: Connector 90">
              <a:extLst>
                <a:ext uri="{FF2B5EF4-FFF2-40B4-BE49-F238E27FC236}">
                  <a16:creationId xmlns:a16="http://schemas.microsoft.com/office/drawing/2014/main" id="{9489650D-499C-EC13-0DEF-7B3F3C74AE47}"/>
                </a:ext>
              </a:extLst>
            </p:cNvPr>
            <p:cNvSpPr/>
            <p:nvPr/>
          </p:nvSpPr>
          <p:spPr>
            <a:xfrm>
              <a:off x="6080601" y="5548926"/>
              <a:ext cx="101109" cy="95089"/>
            </a:xfrm>
            <a:prstGeom prst="flowChartConnector">
              <a:avLst/>
            </a:prstGeom>
            <a:solidFill>
              <a:srgbClr val="73A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72" name="Flowchart: Connector 91">
              <a:extLst>
                <a:ext uri="{FF2B5EF4-FFF2-40B4-BE49-F238E27FC236}">
                  <a16:creationId xmlns:a16="http://schemas.microsoft.com/office/drawing/2014/main" id="{314F7EA6-7B23-25E4-0F67-A9A3CE81BBB9}"/>
                </a:ext>
              </a:extLst>
            </p:cNvPr>
            <p:cNvSpPr/>
            <p:nvPr/>
          </p:nvSpPr>
          <p:spPr>
            <a:xfrm>
              <a:off x="6252706" y="5548926"/>
              <a:ext cx="101109" cy="95089"/>
            </a:xfrm>
            <a:prstGeom prst="flowChartConnector">
              <a:avLst/>
            </a:prstGeom>
            <a:solidFill>
              <a:srgbClr val="73A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73" name="Flowchart: Connector 92">
              <a:extLst>
                <a:ext uri="{FF2B5EF4-FFF2-40B4-BE49-F238E27FC236}">
                  <a16:creationId xmlns:a16="http://schemas.microsoft.com/office/drawing/2014/main" id="{D29D04B5-A8F7-DD70-5A24-4120C0347136}"/>
                </a:ext>
              </a:extLst>
            </p:cNvPr>
            <p:cNvSpPr/>
            <p:nvPr/>
          </p:nvSpPr>
          <p:spPr>
            <a:xfrm>
              <a:off x="6424811" y="5548926"/>
              <a:ext cx="101109" cy="95089"/>
            </a:xfrm>
            <a:prstGeom prst="flowChartConnector">
              <a:avLst/>
            </a:prstGeom>
            <a:solidFill>
              <a:srgbClr val="73A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74" name="Flowchart: Connector 93">
              <a:extLst>
                <a:ext uri="{FF2B5EF4-FFF2-40B4-BE49-F238E27FC236}">
                  <a16:creationId xmlns:a16="http://schemas.microsoft.com/office/drawing/2014/main" id="{7C8A9446-724A-3FEB-AB9A-92286A5A925B}"/>
                </a:ext>
              </a:extLst>
            </p:cNvPr>
            <p:cNvSpPr/>
            <p:nvPr/>
          </p:nvSpPr>
          <p:spPr>
            <a:xfrm>
              <a:off x="6596916" y="5548926"/>
              <a:ext cx="101109" cy="95089"/>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75" name="Flowchart: Connector 94">
              <a:extLst>
                <a:ext uri="{FF2B5EF4-FFF2-40B4-BE49-F238E27FC236}">
                  <a16:creationId xmlns:a16="http://schemas.microsoft.com/office/drawing/2014/main" id="{597FF021-07E6-6AD5-675F-7EE28FB1A4EE}"/>
                </a:ext>
              </a:extLst>
            </p:cNvPr>
            <p:cNvSpPr/>
            <p:nvPr/>
          </p:nvSpPr>
          <p:spPr>
            <a:xfrm>
              <a:off x="6769021" y="5548926"/>
              <a:ext cx="101109" cy="95089"/>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76" name="Flowchart: Connector 95">
              <a:extLst>
                <a:ext uri="{FF2B5EF4-FFF2-40B4-BE49-F238E27FC236}">
                  <a16:creationId xmlns:a16="http://schemas.microsoft.com/office/drawing/2014/main" id="{D33FC361-9A06-9D93-08C3-764E5AE9C4BD}"/>
                </a:ext>
              </a:extLst>
            </p:cNvPr>
            <p:cNvSpPr/>
            <p:nvPr/>
          </p:nvSpPr>
          <p:spPr>
            <a:xfrm>
              <a:off x="6941122" y="5548926"/>
              <a:ext cx="101109" cy="95089"/>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grpSp>
      <p:grpSp>
        <p:nvGrpSpPr>
          <p:cNvPr id="77" name="Group 76">
            <a:extLst>
              <a:ext uri="{FF2B5EF4-FFF2-40B4-BE49-F238E27FC236}">
                <a16:creationId xmlns:a16="http://schemas.microsoft.com/office/drawing/2014/main" id="{6F342214-7A1B-DB6D-6BB7-C5D5F4B1286B}"/>
              </a:ext>
            </a:extLst>
          </p:cNvPr>
          <p:cNvGrpSpPr/>
          <p:nvPr/>
        </p:nvGrpSpPr>
        <p:grpSpPr>
          <a:xfrm>
            <a:off x="5392181" y="5411631"/>
            <a:ext cx="1650050" cy="95089"/>
            <a:chOff x="5392181" y="5799218"/>
            <a:chExt cx="1650050" cy="95089"/>
          </a:xfrm>
        </p:grpSpPr>
        <p:sp>
          <p:nvSpPr>
            <p:cNvPr id="78" name="Flowchart: Connector 96">
              <a:extLst>
                <a:ext uri="{FF2B5EF4-FFF2-40B4-BE49-F238E27FC236}">
                  <a16:creationId xmlns:a16="http://schemas.microsoft.com/office/drawing/2014/main" id="{031B8B22-C51F-4572-233C-7125BE7ACA07}"/>
                </a:ext>
              </a:extLst>
            </p:cNvPr>
            <p:cNvSpPr/>
            <p:nvPr/>
          </p:nvSpPr>
          <p:spPr>
            <a:xfrm>
              <a:off x="5392181" y="5799218"/>
              <a:ext cx="101109" cy="95089"/>
            </a:xfrm>
            <a:prstGeom prst="flowChartConnector">
              <a:avLst/>
            </a:prstGeom>
            <a:solidFill>
              <a:srgbClr val="AA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79" name="Flowchart: Connector 97">
              <a:extLst>
                <a:ext uri="{FF2B5EF4-FFF2-40B4-BE49-F238E27FC236}">
                  <a16:creationId xmlns:a16="http://schemas.microsoft.com/office/drawing/2014/main" id="{349CA845-B2CB-6AC6-6E60-368B01E67D35}"/>
                </a:ext>
              </a:extLst>
            </p:cNvPr>
            <p:cNvSpPr/>
            <p:nvPr/>
          </p:nvSpPr>
          <p:spPr>
            <a:xfrm>
              <a:off x="5564286" y="5799218"/>
              <a:ext cx="101109" cy="95089"/>
            </a:xfrm>
            <a:prstGeom prst="flowChartConnector">
              <a:avLst/>
            </a:prstGeom>
            <a:solidFill>
              <a:srgbClr val="AA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80" name="Flowchart: Connector 98">
              <a:extLst>
                <a:ext uri="{FF2B5EF4-FFF2-40B4-BE49-F238E27FC236}">
                  <a16:creationId xmlns:a16="http://schemas.microsoft.com/office/drawing/2014/main" id="{12E5E75F-0165-8F5A-EE95-369453CF2606}"/>
                </a:ext>
              </a:extLst>
            </p:cNvPr>
            <p:cNvSpPr/>
            <p:nvPr/>
          </p:nvSpPr>
          <p:spPr>
            <a:xfrm>
              <a:off x="5736391" y="5799218"/>
              <a:ext cx="101109" cy="95089"/>
            </a:xfrm>
            <a:prstGeom prst="flowChartConnector">
              <a:avLst/>
            </a:prstGeom>
            <a:solidFill>
              <a:srgbClr val="73A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81" name="Flowchart: Connector 99">
              <a:extLst>
                <a:ext uri="{FF2B5EF4-FFF2-40B4-BE49-F238E27FC236}">
                  <a16:creationId xmlns:a16="http://schemas.microsoft.com/office/drawing/2014/main" id="{3A86995E-26E5-4D7E-E247-FF871D2DECA4}"/>
                </a:ext>
              </a:extLst>
            </p:cNvPr>
            <p:cNvSpPr/>
            <p:nvPr/>
          </p:nvSpPr>
          <p:spPr>
            <a:xfrm>
              <a:off x="5908496" y="5799218"/>
              <a:ext cx="101109" cy="95089"/>
            </a:xfrm>
            <a:prstGeom prst="flowChartConnector">
              <a:avLst/>
            </a:prstGeom>
            <a:solidFill>
              <a:srgbClr val="73A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82" name="Flowchart: Connector 100">
              <a:extLst>
                <a:ext uri="{FF2B5EF4-FFF2-40B4-BE49-F238E27FC236}">
                  <a16:creationId xmlns:a16="http://schemas.microsoft.com/office/drawing/2014/main" id="{F8606142-4466-9E90-3AE5-386EF907DCB3}"/>
                </a:ext>
              </a:extLst>
            </p:cNvPr>
            <p:cNvSpPr/>
            <p:nvPr/>
          </p:nvSpPr>
          <p:spPr>
            <a:xfrm>
              <a:off x="6080601" y="5799218"/>
              <a:ext cx="101109" cy="95089"/>
            </a:xfrm>
            <a:prstGeom prst="flowChartConnector">
              <a:avLst/>
            </a:prstGeom>
            <a:solidFill>
              <a:srgbClr val="73A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83" name="Flowchart: Connector 101">
              <a:extLst>
                <a:ext uri="{FF2B5EF4-FFF2-40B4-BE49-F238E27FC236}">
                  <a16:creationId xmlns:a16="http://schemas.microsoft.com/office/drawing/2014/main" id="{8976D5AA-4A20-C268-192F-11C902FD1036}"/>
                </a:ext>
              </a:extLst>
            </p:cNvPr>
            <p:cNvSpPr/>
            <p:nvPr/>
          </p:nvSpPr>
          <p:spPr>
            <a:xfrm>
              <a:off x="6252706" y="5799218"/>
              <a:ext cx="101109" cy="95089"/>
            </a:xfrm>
            <a:prstGeom prst="flowChartConnector">
              <a:avLst/>
            </a:prstGeom>
            <a:solidFill>
              <a:srgbClr val="73A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84" name="Flowchart: Connector 102">
              <a:extLst>
                <a:ext uri="{FF2B5EF4-FFF2-40B4-BE49-F238E27FC236}">
                  <a16:creationId xmlns:a16="http://schemas.microsoft.com/office/drawing/2014/main" id="{F2A6EE15-8F7E-510F-D6F2-15A04E7F9549}"/>
                </a:ext>
              </a:extLst>
            </p:cNvPr>
            <p:cNvSpPr/>
            <p:nvPr/>
          </p:nvSpPr>
          <p:spPr>
            <a:xfrm>
              <a:off x="6424811" y="5799218"/>
              <a:ext cx="101109" cy="95089"/>
            </a:xfrm>
            <a:prstGeom prst="flowChartConnector">
              <a:avLst/>
            </a:prstGeom>
            <a:solidFill>
              <a:srgbClr val="73A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85" name="Flowchart: Connector 103">
              <a:extLst>
                <a:ext uri="{FF2B5EF4-FFF2-40B4-BE49-F238E27FC236}">
                  <a16:creationId xmlns:a16="http://schemas.microsoft.com/office/drawing/2014/main" id="{47E4BFD1-D244-7E3E-B416-FDE27ABA7FFE}"/>
                </a:ext>
              </a:extLst>
            </p:cNvPr>
            <p:cNvSpPr/>
            <p:nvPr/>
          </p:nvSpPr>
          <p:spPr>
            <a:xfrm>
              <a:off x="6596916" y="5799218"/>
              <a:ext cx="101109" cy="95089"/>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86" name="Flowchart: Connector 104">
              <a:extLst>
                <a:ext uri="{FF2B5EF4-FFF2-40B4-BE49-F238E27FC236}">
                  <a16:creationId xmlns:a16="http://schemas.microsoft.com/office/drawing/2014/main" id="{921447FB-B807-02C9-00E0-E253B83E1160}"/>
                </a:ext>
              </a:extLst>
            </p:cNvPr>
            <p:cNvSpPr/>
            <p:nvPr/>
          </p:nvSpPr>
          <p:spPr>
            <a:xfrm>
              <a:off x="6769021" y="5799218"/>
              <a:ext cx="101109" cy="95089"/>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87" name="Flowchart: Connector 105">
              <a:extLst>
                <a:ext uri="{FF2B5EF4-FFF2-40B4-BE49-F238E27FC236}">
                  <a16:creationId xmlns:a16="http://schemas.microsoft.com/office/drawing/2014/main" id="{D1B56805-17BA-1EDE-BAD2-F4A44E5377B7}"/>
                </a:ext>
              </a:extLst>
            </p:cNvPr>
            <p:cNvSpPr/>
            <p:nvPr/>
          </p:nvSpPr>
          <p:spPr>
            <a:xfrm>
              <a:off x="6941122" y="5799218"/>
              <a:ext cx="101109" cy="95089"/>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grpSp>
      <p:grpSp>
        <p:nvGrpSpPr>
          <p:cNvPr id="88" name="Group 87">
            <a:extLst>
              <a:ext uri="{FF2B5EF4-FFF2-40B4-BE49-F238E27FC236}">
                <a16:creationId xmlns:a16="http://schemas.microsoft.com/office/drawing/2014/main" id="{05048F93-9202-D66C-0E29-367127BF1D99}"/>
              </a:ext>
            </a:extLst>
          </p:cNvPr>
          <p:cNvGrpSpPr/>
          <p:nvPr/>
        </p:nvGrpSpPr>
        <p:grpSpPr>
          <a:xfrm>
            <a:off x="5392181" y="5681696"/>
            <a:ext cx="1650050" cy="95089"/>
            <a:chOff x="5392181" y="6093998"/>
            <a:chExt cx="1650050" cy="95089"/>
          </a:xfrm>
        </p:grpSpPr>
        <p:sp>
          <p:nvSpPr>
            <p:cNvPr id="89" name="Flowchart: Connector 106">
              <a:extLst>
                <a:ext uri="{FF2B5EF4-FFF2-40B4-BE49-F238E27FC236}">
                  <a16:creationId xmlns:a16="http://schemas.microsoft.com/office/drawing/2014/main" id="{6546763E-0CE2-686C-393A-23C799272CC1}"/>
                </a:ext>
              </a:extLst>
            </p:cNvPr>
            <p:cNvSpPr/>
            <p:nvPr/>
          </p:nvSpPr>
          <p:spPr>
            <a:xfrm>
              <a:off x="5392181" y="6093998"/>
              <a:ext cx="101109" cy="95089"/>
            </a:xfrm>
            <a:prstGeom prst="flowChartConnector">
              <a:avLst/>
            </a:prstGeom>
            <a:solidFill>
              <a:srgbClr val="AA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90" name="Flowchart: Connector 107">
              <a:extLst>
                <a:ext uri="{FF2B5EF4-FFF2-40B4-BE49-F238E27FC236}">
                  <a16:creationId xmlns:a16="http://schemas.microsoft.com/office/drawing/2014/main" id="{1C891F08-D73B-CEA5-F7BA-D77B3C226595}"/>
                </a:ext>
              </a:extLst>
            </p:cNvPr>
            <p:cNvSpPr/>
            <p:nvPr/>
          </p:nvSpPr>
          <p:spPr>
            <a:xfrm>
              <a:off x="5564286" y="6093998"/>
              <a:ext cx="101109" cy="95089"/>
            </a:xfrm>
            <a:prstGeom prst="flowChartConnector">
              <a:avLst/>
            </a:prstGeom>
            <a:solidFill>
              <a:srgbClr val="AA0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91" name="Flowchart: Connector 108">
              <a:extLst>
                <a:ext uri="{FF2B5EF4-FFF2-40B4-BE49-F238E27FC236}">
                  <a16:creationId xmlns:a16="http://schemas.microsoft.com/office/drawing/2014/main" id="{61935CB3-95E9-B2C1-5323-0D4E54BE69B3}"/>
                </a:ext>
              </a:extLst>
            </p:cNvPr>
            <p:cNvSpPr/>
            <p:nvPr/>
          </p:nvSpPr>
          <p:spPr>
            <a:xfrm>
              <a:off x="5736391" y="6093998"/>
              <a:ext cx="101109" cy="95089"/>
            </a:xfrm>
            <a:prstGeom prst="flowChartConnector">
              <a:avLst/>
            </a:prstGeom>
            <a:solidFill>
              <a:srgbClr val="73A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92" name="Flowchart: Connector 109">
              <a:extLst>
                <a:ext uri="{FF2B5EF4-FFF2-40B4-BE49-F238E27FC236}">
                  <a16:creationId xmlns:a16="http://schemas.microsoft.com/office/drawing/2014/main" id="{8B3C0729-B1B5-9FC1-520B-9E130D48C2D6}"/>
                </a:ext>
              </a:extLst>
            </p:cNvPr>
            <p:cNvSpPr/>
            <p:nvPr/>
          </p:nvSpPr>
          <p:spPr>
            <a:xfrm>
              <a:off x="5908496" y="6093998"/>
              <a:ext cx="101109" cy="95089"/>
            </a:xfrm>
            <a:prstGeom prst="flowChartConnector">
              <a:avLst/>
            </a:prstGeom>
            <a:solidFill>
              <a:srgbClr val="73A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93" name="Flowchart: Connector 110">
              <a:extLst>
                <a:ext uri="{FF2B5EF4-FFF2-40B4-BE49-F238E27FC236}">
                  <a16:creationId xmlns:a16="http://schemas.microsoft.com/office/drawing/2014/main" id="{4B6A7FD5-ED4B-A358-B9B2-51C2057DAFEF}"/>
                </a:ext>
              </a:extLst>
            </p:cNvPr>
            <p:cNvSpPr/>
            <p:nvPr/>
          </p:nvSpPr>
          <p:spPr>
            <a:xfrm>
              <a:off x="6080601" y="6093998"/>
              <a:ext cx="101109" cy="95089"/>
            </a:xfrm>
            <a:prstGeom prst="flowChartConnector">
              <a:avLst/>
            </a:prstGeom>
            <a:solidFill>
              <a:srgbClr val="73A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94" name="Flowchart: Connector 111">
              <a:extLst>
                <a:ext uri="{FF2B5EF4-FFF2-40B4-BE49-F238E27FC236}">
                  <a16:creationId xmlns:a16="http://schemas.microsoft.com/office/drawing/2014/main" id="{0BB1B64A-0E24-4DC8-55FF-A9C7A40F482F}"/>
                </a:ext>
              </a:extLst>
            </p:cNvPr>
            <p:cNvSpPr/>
            <p:nvPr/>
          </p:nvSpPr>
          <p:spPr>
            <a:xfrm>
              <a:off x="6252706" y="6093998"/>
              <a:ext cx="101109" cy="95089"/>
            </a:xfrm>
            <a:prstGeom prst="flowChartConnector">
              <a:avLst/>
            </a:prstGeom>
            <a:solidFill>
              <a:srgbClr val="73AF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95" name="Flowchart: Connector 112">
              <a:extLst>
                <a:ext uri="{FF2B5EF4-FFF2-40B4-BE49-F238E27FC236}">
                  <a16:creationId xmlns:a16="http://schemas.microsoft.com/office/drawing/2014/main" id="{B52A9767-1DE1-5F0B-3473-96C447E889A4}"/>
                </a:ext>
              </a:extLst>
            </p:cNvPr>
            <p:cNvSpPr/>
            <p:nvPr/>
          </p:nvSpPr>
          <p:spPr>
            <a:xfrm>
              <a:off x="6424811" y="6093998"/>
              <a:ext cx="101109" cy="95089"/>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96" name="Flowchart: Connector 113">
              <a:extLst>
                <a:ext uri="{FF2B5EF4-FFF2-40B4-BE49-F238E27FC236}">
                  <a16:creationId xmlns:a16="http://schemas.microsoft.com/office/drawing/2014/main" id="{CC3CE78A-EBBE-0F44-229B-B78B8E800B03}"/>
                </a:ext>
              </a:extLst>
            </p:cNvPr>
            <p:cNvSpPr/>
            <p:nvPr/>
          </p:nvSpPr>
          <p:spPr>
            <a:xfrm>
              <a:off x="6596916" y="6093998"/>
              <a:ext cx="101109" cy="95089"/>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97" name="Flowchart: Connector 114">
              <a:extLst>
                <a:ext uri="{FF2B5EF4-FFF2-40B4-BE49-F238E27FC236}">
                  <a16:creationId xmlns:a16="http://schemas.microsoft.com/office/drawing/2014/main" id="{7AC91263-6C2A-FB73-1832-918A09EDF59A}"/>
                </a:ext>
              </a:extLst>
            </p:cNvPr>
            <p:cNvSpPr/>
            <p:nvPr/>
          </p:nvSpPr>
          <p:spPr>
            <a:xfrm>
              <a:off x="6769021" y="6093998"/>
              <a:ext cx="101109" cy="95089"/>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98" name="Flowchart: Connector 115">
              <a:extLst>
                <a:ext uri="{FF2B5EF4-FFF2-40B4-BE49-F238E27FC236}">
                  <a16:creationId xmlns:a16="http://schemas.microsoft.com/office/drawing/2014/main" id="{78077B31-D972-DEEB-E3A1-D0E0DEFE350B}"/>
                </a:ext>
              </a:extLst>
            </p:cNvPr>
            <p:cNvSpPr/>
            <p:nvPr/>
          </p:nvSpPr>
          <p:spPr>
            <a:xfrm>
              <a:off x="6941122" y="6093998"/>
              <a:ext cx="101109" cy="95089"/>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grpSp>
      <p:sp>
        <p:nvSpPr>
          <p:cNvPr id="99" name="Text Placeholder 2">
            <a:extLst>
              <a:ext uri="{FF2B5EF4-FFF2-40B4-BE49-F238E27FC236}">
                <a16:creationId xmlns:a16="http://schemas.microsoft.com/office/drawing/2014/main" id="{374F7094-951F-F0F8-492A-8C77E36B9195}"/>
              </a:ext>
            </a:extLst>
          </p:cNvPr>
          <p:cNvSpPr txBox="1">
            <a:spLocks/>
          </p:cNvSpPr>
          <p:nvPr/>
        </p:nvSpPr>
        <p:spPr>
          <a:xfrm>
            <a:off x="7514552" y="4152883"/>
            <a:ext cx="4318147" cy="1585049"/>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7325" lvl="1" indent="-187325">
              <a:spcBef>
                <a:spcPts val="0"/>
              </a:spcBef>
              <a:spcAft>
                <a:spcPts val="600"/>
              </a:spcAft>
              <a:buClr>
                <a:srgbClr val="047A85"/>
              </a:buClr>
            </a:pPr>
            <a:r>
              <a:rPr lang="en-GB" sz="1100"/>
              <a:t>Lorem ipsum, </a:t>
            </a:r>
            <a:r>
              <a:rPr lang="en-GB" sz="1100" err="1"/>
              <a:t>consectetur</a:t>
            </a:r>
            <a:r>
              <a:rPr lang="en-GB" sz="1100"/>
              <a:t> </a:t>
            </a:r>
            <a:r>
              <a:rPr lang="en-GB" sz="1100" err="1"/>
              <a:t>adipiscing</a:t>
            </a:r>
            <a:r>
              <a:rPr lang="en-GB" sz="1100"/>
              <a:t> </a:t>
            </a:r>
            <a:r>
              <a:rPr lang="en-GB" sz="1100" err="1"/>
              <a:t>elit</a:t>
            </a:r>
            <a:r>
              <a:rPr lang="en-GB" sz="1100"/>
              <a:t>, </a:t>
            </a:r>
            <a:r>
              <a:rPr lang="en-GB" sz="1100" err="1"/>
              <a:t>incididunt</a:t>
            </a:r>
            <a:r>
              <a:rPr lang="en-GB" sz="1100"/>
              <a:t> </a:t>
            </a:r>
            <a:r>
              <a:rPr lang="en-GB" sz="1100" err="1"/>
              <a:t>ut</a:t>
            </a:r>
            <a:r>
              <a:rPr lang="en-GB" sz="1100"/>
              <a:t> labore et dolore magna </a:t>
            </a:r>
            <a:r>
              <a:rPr lang="en-GB" sz="1100" err="1"/>
              <a:t>aliqua</a:t>
            </a:r>
            <a:r>
              <a:rPr lang="en-GB" sz="1100"/>
              <a:t>. </a:t>
            </a:r>
          </a:p>
          <a:p>
            <a:pPr marL="187325" lvl="1" indent="-187325">
              <a:spcBef>
                <a:spcPts val="0"/>
              </a:spcBef>
              <a:spcAft>
                <a:spcPts val="600"/>
              </a:spcAft>
              <a:buClr>
                <a:srgbClr val="047A85"/>
              </a:buClr>
            </a:pPr>
            <a:r>
              <a:rPr lang="en-GB" sz="1100"/>
              <a:t>Ut </a:t>
            </a:r>
            <a:r>
              <a:rPr lang="en-GB" sz="1100" err="1"/>
              <a:t>enim</a:t>
            </a:r>
            <a:r>
              <a:rPr lang="en-GB" sz="1100"/>
              <a:t> ad minim </a:t>
            </a:r>
            <a:r>
              <a:rPr lang="en-GB" sz="1100" err="1"/>
              <a:t>veniam</a:t>
            </a:r>
            <a:r>
              <a:rPr lang="en-GB" sz="1100"/>
              <a:t>, </a:t>
            </a:r>
            <a:r>
              <a:rPr lang="en-GB" sz="1100" err="1"/>
              <a:t>quis</a:t>
            </a:r>
            <a:r>
              <a:rPr lang="en-GB" sz="1100"/>
              <a:t> </a:t>
            </a:r>
            <a:r>
              <a:rPr lang="en-GB" sz="1100" err="1"/>
              <a:t>nostrud</a:t>
            </a:r>
            <a:r>
              <a:rPr lang="en-GB" sz="1100"/>
              <a:t> exercitation </a:t>
            </a:r>
            <a:r>
              <a:rPr lang="en-GB" sz="1100" err="1"/>
              <a:t>laboris</a:t>
            </a:r>
            <a:r>
              <a:rPr lang="en-GB" sz="1100"/>
              <a:t> nisi </a:t>
            </a:r>
            <a:r>
              <a:rPr lang="en-GB" sz="1100" err="1"/>
              <a:t>ut</a:t>
            </a:r>
            <a:r>
              <a:rPr lang="en-GB" sz="1100"/>
              <a:t> </a:t>
            </a:r>
            <a:r>
              <a:rPr lang="en-GB" sz="1100" err="1"/>
              <a:t>consequat</a:t>
            </a:r>
            <a:r>
              <a:rPr lang="en-GB" sz="1100"/>
              <a:t>. Ad minim </a:t>
            </a:r>
            <a:r>
              <a:rPr lang="en-GB" sz="1100" err="1"/>
              <a:t>veniam</a:t>
            </a:r>
            <a:r>
              <a:rPr lang="en-GB" sz="1100"/>
              <a:t>, </a:t>
            </a:r>
            <a:r>
              <a:rPr lang="en-GB" sz="1100" err="1"/>
              <a:t>quis</a:t>
            </a:r>
            <a:r>
              <a:rPr lang="en-GB" sz="1100"/>
              <a:t> </a:t>
            </a:r>
            <a:r>
              <a:rPr lang="en-GB" sz="1100" err="1"/>
              <a:t>nostrud</a:t>
            </a:r>
            <a:r>
              <a:rPr lang="en-GB" sz="1100"/>
              <a:t> exercitation </a:t>
            </a:r>
            <a:r>
              <a:rPr lang="en-GB" sz="1100" err="1"/>
              <a:t>ullamco</a:t>
            </a:r>
            <a:r>
              <a:rPr lang="en-GB" sz="1100"/>
              <a:t> </a:t>
            </a:r>
            <a:r>
              <a:rPr lang="en-GB" sz="1100" err="1"/>
              <a:t>laboris</a:t>
            </a:r>
            <a:r>
              <a:rPr lang="en-GB" sz="1100"/>
              <a:t> nisi </a:t>
            </a:r>
            <a:r>
              <a:rPr lang="en-GB" sz="1100" err="1"/>
              <a:t>ut</a:t>
            </a:r>
            <a:r>
              <a:rPr lang="en-GB" sz="1100"/>
              <a:t> </a:t>
            </a:r>
            <a:r>
              <a:rPr lang="en-GB" sz="1100" err="1"/>
              <a:t>aliquip</a:t>
            </a:r>
            <a:r>
              <a:rPr lang="en-GB" sz="1100"/>
              <a:t>  </a:t>
            </a:r>
            <a:r>
              <a:rPr lang="en-GB" sz="1100" err="1"/>
              <a:t>consequat</a:t>
            </a:r>
            <a:r>
              <a:rPr lang="en-GB" sz="1100"/>
              <a:t>. </a:t>
            </a:r>
          </a:p>
          <a:p>
            <a:pPr marL="187325" lvl="1" indent="-187325">
              <a:spcBef>
                <a:spcPts val="0"/>
              </a:spcBef>
              <a:spcAft>
                <a:spcPts val="600"/>
              </a:spcAft>
              <a:buClr>
                <a:srgbClr val="047A85"/>
              </a:buClr>
            </a:pPr>
            <a:r>
              <a:rPr lang="en-GB" sz="1100"/>
              <a:t>Duis in </a:t>
            </a:r>
            <a:r>
              <a:rPr lang="en-GB" sz="1100" err="1"/>
              <a:t>reprehenderit</a:t>
            </a:r>
            <a:r>
              <a:rPr lang="en-GB" sz="1100"/>
              <a:t> in </a:t>
            </a:r>
            <a:r>
              <a:rPr lang="en-GB" sz="1100" err="1"/>
              <a:t>voluptate</a:t>
            </a:r>
            <a:r>
              <a:rPr lang="en-GB" sz="1100"/>
              <a:t> </a:t>
            </a:r>
            <a:r>
              <a:rPr lang="en-GB" sz="1100" err="1"/>
              <a:t>velit</a:t>
            </a:r>
            <a:r>
              <a:rPr lang="en-GB" sz="1100"/>
              <a:t> </a:t>
            </a:r>
            <a:r>
              <a:rPr lang="en-GB" sz="1100" err="1"/>
              <a:t>eu</a:t>
            </a:r>
            <a:r>
              <a:rPr lang="en-GB" sz="1100"/>
              <a:t> </a:t>
            </a:r>
            <a:r>
              <a:rPr lang="en-GB" sz="1100" err="1"/>
              <a:t>fugiat</a:t>
            </a:r>
            <a:r>
              <a:rPr lang="en-GB" sz="1100"/>
              <a:t> </a:t>
            </a:r>
            <a:r>
              <a:rPr lang="en-GB" sz="1100" err="1"/>
              <a:t>nulla</a:t>
            </a:r>
            <a:r>
              <a:rPr lang="en-GB" sz="1100"/>
              <a:t> </a:t>
            </a:r>
            <a:r>
              <a:rPr lang="en-GB" sz="1100" err="1"/>
              <a:t>pariatur</a:t>
            </a:r>
            <a:r>
              <a:rPr lang="en-GB" sz="1100"/>
              <a:t>. Lorem </a:t>
            </a:r>
            <a:r>
              <a:rPr lang="en-GB" sz="1100" err="1"/>
              <a:t>ielit</a:t>
            </a:r>
            <a:r>
              <a:rPr lang="en-GB" sz="1100"/>
              <a:t>, </a:t>
            </a:r>
            <a:r>
              <a:rPr lang="en-GB" sz="1100" err="1"/>
              <a:t>incididunt</a:t>
            </a:r>
            <a:r>
              <a:rPr lang="en-GB" sz="1100"/>
              <a:t> </a:t>
            </a:r>
            <a:r>
              <a:rPr lang="en-GB" sz="1100" err="1"/>
              <a:t>ut</a:t>
            </a:r>
            <a:r>
              <a:rPr lang="en-GB" sz="1100"/>
              <a:t> labore et dolore magna </a:t>
            </a:r>
            <a:r>
              <a:rPr lang="en-GB" sz="1100" err="1"/>
              <a:t>aliqua</a:t>
            </a:r>
            <a:r>
              <a:rPr lang="en-GB" sz="1100"/>
              <a:t>. </a:t>
            </a:r>
          </a:p>
          <a:p>
            <a:pPr marL="187325" lvl="1" indent="-187325">
              <a:spcBef>
                <a:spcPts val="0"/>
              </a:spcBef>
              <a:spcAft>
                <a:spcPts val="600"/>
              </a:spcAft>
              <a:buClr>
                <a:srgbClr val="047A85"/>
              </a:buClr>
            </a:pPr>
            <a:r>
              <a:rPr lang="en-GB" sz="1100"/>
              <a:t> </a:t>
            </a:r>
            <a:r>
              <a:rPr lang="en-GB" sz="1100" err="1"/>
              <a:t>Consectetu</a:t>
            </a:r>
            <a:r>
              <a:rPr lang="en-GB" sz="1100"/>
              <a:t> </a:t>
            </a:r>
            <a:r>
              <a:rPr lang="en-GB" sz="1100" err="1"/>
              <a:t>elit</a:t>
            </a:r>
            <a:r>
              <a:rPr lang="en-GB" sz="1100"/>
              <a:t>, </a:t>
            </a:r>
            <a:r>
              <a:rPr lang="en-GB" sz="1100" err="1"/>
              <a:t>tempor</a:t>
            </a:r>
            <a:r>
              <a:rPr lang="en-GB" sz="1100"/>
              <a:t> </a:t>
            </a:r>
            <a:r>
              <a:rPr lang="en-GB" sz="1100" err="1"/>
              <a:t>incididunt</a:t>
            </a:r>
            <a:r>
              <a:rPr lang="en-GB" sz="1100"/>
              <a:t> </a:t>
            </a:r>
            <a:r>
              <a:rPr lang="en-GB" sz="1100" err="1"/>
              <a:t>ut</a:t>
            </a:r>
            <a:r>
              <a:rPr lang="en-GB" sz="1100"/>
              <a:t> magna </a:t>
            </a:r>
            <a:r>
              <a:rPr lang="en-GB" sz="1100" err="1"/>
              <a:t>aliqua</a:t>
            </a:r>
            <a:r>
              <a:rPr lang="en-GB" sz="1100"/>
              <a:t>.</a:t>
            </a:r>
          </a:p>
        </p:txBody>
      </p:sp>
      <p:grpSp>
        <p:nvGrpSpPr>
          <p:cNvPr id="106" name="Group 105">
            <a:extLst>
              <a:ext uri="{FF2B5EF4-FFF2-40B4-BE49-F238E27FC236}">
                <a16:creationId xmlns:a16="http://schemas.microsoft.com/office/drawing/2014/main" id="{BA1CD28D-63CD-DEC7-8B34-C7B892ABFE26}"/>
              </a:ext>
            </a:extLst>
          </p:cNvPr>
          <p:cNvGrpSpPr/>
          <p:nvPr/>
        </p:nvGrpSpPr>
        <p:grpSpPr>
          <a:xfrm>
            <a:off x="912021" y="2705119"/>
            <a:ext cx="2930954" cy="1358061"/>
            <a:chOff x="2723823" y="3765628"/>
            <a:chExt cx="2930954" cy="1358061"/>
          </a:xfrm>
        </p:grpSpPr>
        <p:sp>
          <p:nvSpPr>
            <p:cNvPr id="107" name="Rounded Rectangle 106">
              <a:extLst>
                <a:ext uri="{FF2B5EF4-FFF2-40B4-BE49-F238E27FC236}">
                  <a16:creationId xmlns:a16="http://schemas.microsoft.com/office/drawing/2014/main" id="{D7FF96AC-FE10-2152-93F6-032EBDB0A78D}"/>
                </a:ext>
              </a:extLst>
            </p:cNvPr>
            <p:cNvSpPr/>
            <p:nvPr/>
          </p:nvSpPr>
          <p:spPr>
            <a:xfrm>
              <a:off x="2723823" y="3765628"/>
              <a:ext cx="2930954" cy="127463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Table Title</a:t>
              </a:r>
              <a:endParaRPr lang="en-US" sz="800">
                <a:solidFill>
                  <a:schemeClr val="bg1">
                    <a:lumMod val="95000"/>
                  </a:schemeClr>
                </a:solidFill>
                <a:latin typeface="Aptos" panose="020B0004020202020204" pitchFamily="34" charset="0"/>
              </a:endParaRPr>
            </a:p>
            <a:p>
              <a:pPr>
                <a:lnSpc>
                  <a:spcPct val="110000"/>
                </a:lnSpc>
                <a:spcBef>
                  <a:spcPts val="900"/>
                </a:spcBef>
              </a:pPr>
              <a:r>
                <a:rPr lang="el-GR" sz="800" err="1">
                  <a:latin typeface="Aptos" panose="020B0004020202020204" pitchFamily="34" charset="0"/>
                </a:rPr>
                <a:t>Αυτ</a:t>
              </a:r>
              <a:r>
                <a:rPr lang="en-US" sz="800" err="1">
                  <a:latin typeface="Aptos" panose="020B0004020202020204" pitchFamily="34" charset="0"/>
                </a:rPr>
                <a:t>ό</a:t>
              </a:r>
              <a:r>
                <a:rPr lang="el-GR" sz="800">
                  <a:latin typeface="Aptos" panose="020B0004020202020204" pitchFamily="34" charset="0"/>
                </a:rPr>
                <a:t>ς ο τύπος πίνακα </a:t>
              </a:r>
              <a:r>
                <a:rPr lang="en-US" sz="800" err="1">
                  <a:latin typeface="Aptos" panose="020B0004020202020204" pitchFamily="34" charset="0"/>
                </a:rPr>
                <a:t>έ</a:t>
              </a:r>
              <a:r>
                <a:rPr lang="el-GR" sz="800" err="1">
                  <a:latin typeface="Aptos" panose="020B0004020202020204" pitchFamily="34" charset="0"/>
                </a:rPr>
                <a:t>χει</a:t>
              </a:r>
              <a:r>
                <a:rPr lang="el-GR" sz="800">
                  <a:latin typeface="Aptos" panose="020B0004020202020204" pitchFamily="34" charset="0"/>
                </a:rPr>
                <a:t> τίτλο </a:t>
              </a:r>
              <a:r>
                <a:rPr lang="en-US" sz="800">
                  <a:latin typeface="Aptos" panose="020B0004020202020204" pitchFamily="34" charset="0"/>
                </a:rPr>
                <a:t>Aptos </a:t>
              </a:r>
              <a:r>
                <a:rPr lang="el-GR" sz="800">
                  <a:latin typeface="Aptos" panose="020B0004020202020204" pitchFamily="34" charset="0"/>
                </a:rPr>
                <a:t>11</a:t>
              </a:r>
              <a:r>
                <a:rPr lang="en-US" sz="800" err="1">
                  <a:latin typeface="Aptos" panose="020B0004020202020204" pitchFamily="34" charset="0"/>
                </a:rPr>
                <a:t>pt</a:t>
              </a:r>
              <a:r>
                <a:rPr lang="en-US" sz="800">
                  <a:latin typeface="Aptos" panose="020B0004020202020204" pitchFamily="34" charset="0"/>
                </a:rPr>
                <a:t> </a:t>
              </a:r>
              <a:r>
                <a:rPr lang="el-GR" sz="800">
                  <a:latin typeface="Aptos" panose="020B0004020202020204" pitchFamily="34" charset="0"/>
                </a:rPr>
                <a:t>και το </a:t>
              </a:r>
              <a:r>
                <a:rPr lang="en-GR" sz="800">
                  <a:solidFill>
                    <a:schemeClr val="bg1"/>
                  </a:solidFill>
                  <a:latin typeface="Aptos" panose="020B0004020202020204" pitchFamily="34" charset="0"/>
                </a:rPr>
                <a:t>background</a:t>
              </a:r>
              <a:r>
                <a:rPr lang="el-GR" sz="800">
                  <a:solidFill>
                    <a:schemeClr val="bg1"/>
                  </a:solidFill>
                  <a:latin typeface="Aptos" panose="020B0004020202020204" pitchFamily="34" charset="0"/>
                </a:rPr>
                <a:t> ε</a:t>
              </a:r>
              <a:r>
                <a:rPr lang="en-US" sz="800" err="1">
                  <a:solidFill>
                    <a:schemeClr val="bg1"/>
                  </a:solidFill>
                  <a:latin typeface="Aptos" panose="020B0004020202020204" pitchFamily="34" charset="0"/>
                </a:rPr>
                <a:t>ί</a:t>
              </a:r>
              <a:r>
                <a:rPr lang="el-GR" sz="800">
                  <a:solidFill>
                    <a:schemeClr val="bg1"/>
                  </a:solidFill>
                  <a:latin typeface="Aptos" panose="020B0004020202020204" pitchFamily="34" charset="0"/>
                </a:rPr>
                <a:t>ναι χρώμα </a:t>
              </a:r>
              <a:r>
                <a:rPr lang="en-US" sz="800">
                  <a:solidFill>
                    <a:schemeClr val="bg1"/>
                  </a:solidFill>
                  <a:latin typeface="Aptos" panose="020B0004020202020204" pitchFamily="34" charset="0"/>
                </a:rPr>
                <a:t>Dark Teal.</a:t>
              </a:r>
              <a:endParaRPr lang="el-GR" sz="800">
                <a:solidFill>
                  <a:schemeClr val="bg1"/>
                </a:solidFill>
                <a:latin typeface="Aptos" panose="020B0004020202020204" pitchFamily="34" charset="0"/>
              </a:endParaRPr>
            </a:p>
            <a:p>
              <a:pPr>
                <a:lnSpc>
                  <a:spcPct val="110000"/>
                </a:lnSpc>
                <a:spcBef>
                  <a:spcPts val="900"/>
                </a:spcBef>
              </a:pPr>
              <a:r>
                <a:rPr lang="en-US" sz="800">
                  <a:solidFill>
                    <a:schemeClr val="bg1"/>
                  </a:solidFill>
                  <a:latin typeface="Aptos" panose="020B0004020202020204" pitchFamily="34" charset="0"/>
                </a:rPr>
                <a:t>This table type has a title in Aptos Regular 11pt and the background color is Dark Teal.</a:t>
              </a:r>
              <a:endParaRPr lang="en-GR" sz="800">
                <a:latin typeface="Aptos" panose="020B0004020202020204" pitchFamily="34" charset="0"/>
              </a:endParaRPr>
            </a:p>
          </p:txBody>
        </p:sp>
        <p:sp>
          <p:nvSpPr>
            <p:cNvPr id="108" name="Triangle 107">
              <a:extLst>
                <a:ext uri="{FF2B5EF4-FFF2-40B4-BE49-F238E27FC236}">
                  <a16:creationId xmlns:a16="http://schemas.microsoft.com/office/drawing/2014/main" id="{55523603-916C-20F6-D1A4-15BC33F29AAD}"/>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109" name="Group 108">
            <a:extLst>
              <a:ext uri="{FF2B5EF4-FFF2-40B4-BE49-F238E27FC236}">
                <a16:creationId xmlns:a16="http://schemas.microsoft.com/office/drawing/2014/main" id="{E2D68B07-48DB-7101-7AD6-7B6E8861FA5E}"/>
              </a:ext>
            </a:extLst>
          </p:cNvPr>
          <p:cNvGrpSpPr/>
          <p:nvPr/>
        </p:nvGrpSpPr>
        <p:grpSpPr>
          <a:xfrm>
            <a:off x="3939942" y="4973360"/>
            <a:ext cx="3030369" cy="1555952"/>
            <a:chOff x="7334152" y="981892"/>
            <a:chExt cx="3030369" cy="1555952"/>
          </a:xfrm>
        </p:grpSpPr>
        <p:sp>
          <p:nvSpPr>
            <p:cNvPr id="110" name="Rounded Rectangle 109">
              <a:extLst>
                <a:ext uri="{FF2B5EF4-FFF2-40B4-BE49-F238E27FC236}">
                  <a16:creationId xmlns:a16="http://schemas.microsoft.com/office/drawing/2014/main" id="{C91F350E-FCE7-896C-60D2-C344277EFB3A}"/>
                </a:ext>
              </a:extLst>
            </p:cNvPr>
            <p:cNvSpPr/>
            <p:nvPr/>
          </p:nvSpPr>
          <p:spPr>
            <a:xfrm>
              <a:off x="7433567" y="981892"/>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Table Text</a:t>
              </a:r>
            </a:p>
            <a:p>
              <a:pPr>
                <a:lnSpc>
                  <a:spcPct val="110000"/>
                </a:lnSpc>
                <a:spcBef>
                  <a:spcPts val="900"/>
                </a:spcBef>
              </a:pPr>
              <a:r>
                <a:rPr lang="el-GR" sz="800">
                  <a:solidFill>
                    <a:schemeClr val="bg1">
                      <a:lumMod val="95000"/>
                    </a:schemeClr>
                  </a:solidFill>
                  <a:latin typeface="Aptos" panose="020B0004020202020204" pitchFamily="34" charset="0"/>
                </a:rPr>
                <a:t>Σε αυτόν τον τύπο πίνακα το κείμενο </a:t>
              </a:r>
              <a:r>
                <a:rPr lang="el-GR" sz="800">
                  <a:latin typeface="Aptos" panose="020B0004020202020204" pitchFamily="34" charset="0"/>
                </a:rPr>
                <a:t>των κελιών είναι  </a:t>
              </a:r>
              <a:r>
                <a:rPr lang="en-US" sz="800">
                  <a:latin typeface="Aptos" panose="020B0004020202020204" pitchFamily="34" charset="0"/>
                </a:rPr>
                <a:t>Aptos </a:t>
              </a:r>
              <a:r>
                <a:rPr lang="el-GR" sz="800">
                  <a:latin typeface="Aptos" panose="020B0004020202020204" pitchFamily="34" charset="0"/>
                </a:rPr>
                <a:t>10</a:t>
              </a:r>
              <a:r>
                <a:rPr lang="en-US" sz="800" err="1">
                  <a:latin typeface="Aptos" panose="020B0004020202020204" pitchFamily="34" charset="0"/>
                </a:rPr>
                <a:t>pt</a:t>
              </a:r>
              <a:r>
                <a:rPr lang="en-US" sz="800">
                  <a:latin typeface="Aptos" panose="020B0004020202020204" pitchFamily="34" charset="0"/>
                </a:rPr>
                <a:t>,</a:t>
              </a:r>
              <a:r>
                <a:rPr lang="el-GR" sz="800">
                  <a:latin typeface="Aptos" panose="020B0004020202020204" pitchFamily="34" charset="0"/>
                </a:rPr>
                <a:t>το </a:t>
              </a:r>
              <a:r>
                <a:rPr lang="en-GR" sz="800">
                  <a:solidFill>
                    <a:schemeClr val="bg1"/>
                  </a:solidFill>
                  <a:latin typeface="Aptos" panose="020B0004020202020204" pitchFamily="34" charset="0"/>
                </a:rPr>
                <a:t>Background</a:t>
              </a:r>
              <a:r>
                <a:rPr lang="el-GR" sz="800">
                  <a:solidFill>
                    <a:schemeClr val="bg1"/>
                  </a:solidFill>
                  <a:latin typeface="Aptos" panose="020B0004020202020204" pitchFamily="34" charset="0"/>
                </a:rPr>
                <a:t> έχει χρώμα </a:t>
              </a:r>
              <a:r>
                <a:rPr lang="en-GR" sz="800">
                  <a:solidFill>
                    <a:schemeClr val="bg1"/>
                  </a:solidFill>
                  <a:latin typeface="Aptos" panose="020B0004020202020204" pitchFamily="34" charset="0"/>
                </a:rPr>
                <a:t>Pale Grey</a:t>
              </a:r>
              <a:r>
                <a:rPr lang="en-US" sz="800">
                  <a:solidFill>
                    <a:schemeClr val="bg1"/>
                  </a:solidFill>
                  <a:latin typeface="Aptos" panose="020B0004020202020204" pitchFamily="34" charset="0"/>
                </a:rPr>
                <a:t>, border line color </a:t>
              </a:r>
              <a:r>
                <a:rPr lang="el-GR" sz="800">
                  <a:solidFill>
                    <a:schemeClr val="bg1"/>
                  </a:solidFill>
                  <a:latin typeface="Aptos" panose="020B0004020202020204" pitchFamily="34" charset="0"/>
                </a:rPr>
                <a:t>είναι </a:t>
              </a:r>
              <a:r>
                <a:rPr lang="en-US" sz="800">
                  <a:solidFill>
                    <a:schemeClr val="bg1"/>
                  </a:solidFill>
                  <a:latin typeface="Aptos" panose="020B0004020202020204" pitchFamily="34" charset="0"/>
                </a:rPr>
                <a:t>White </a:t>
              </a:r>
              <a:r>
                <a:rPr lang="el-GR" sz="800">
                  <a:solidFill>
                    <a:schemeClr val="bg1"/>
                  </a:solidFill>
                  <a:latin typeface="Aptos" panose="020B0004020202020204" pitchFamily="34" charset="0"/>
                </a:rPr>
                <a:t>και το </a:t>
              </a:r>
              <a:r>
                <a:rPr lang="en-US" sz="800">
                  <a:solidFill>
                    <a:schemeClr val="bg1"/>
                  </a:solidFill>
                  <a:latin typeface="Aptos" panose="020B0004020202020204" pitchFamily="34" charset="0"/>
                </a:rPr>
                <a:t>border line width </a:t>
              </a:r>
              <a:r>
                <a:rPr lang="el-GR" sz="800">
                  <a:solidFill>
                    <a:schemeClr val="bg1"/>
                  </a:solidFill>
                  <a:latin typeface="Aptos" panose="020B0004020202020204" pitchFamily="34" charset="0"/>
                </a:rPr>
                <a:t>είναι 1</a:t>
              </a:r>
              <a:r>
                <a:rPr lang="en-US" sz="800">
                  <a:solidFill>
                    <a:schemeClr val="bg1"/>
                  </a:solidFill>
                  <a:latin typeface="Aptos" panose="020B0004020202020204" pitchFamily="34" charset="0"/>
                </a:rPr>
                <a:t>pt.</a:t>
              </a:r>
              <a:r>
                <a:rPr lang="el-GR" sz="800">
                  <a:latin typeface="Aptos" panose="020B0004020202020204" pitchFamily="34" charset="0"/>
                </a:rPr>
                <a:t> </a:t>
              </a:r>
            </a:p>
            <a:p>
              <a:pPr>
                <a:lnSpc>
                  <a:spcPct val="110000"/>
                </a:lnSpc>
                <a:spcBef>
                  <a:spcPts val="900"/>
                </a:spcBef>
              </a:pPr>
              <a:r>
                <a:rPr lang="en-US" sz="800">
                  <a:latin typeface="Aptos" panose="020B0004020202020204" pitchFamily="34" charset="0"/>
                </a:rPr>
                <a:t>In this table type, the text in the cells is Aptos Regular 10pt, the background color is Pale Grey, the border line color is White and the border line width is 1pt.</a:t>
              </a:r>
              <a:endParaRPr lang="en-GR" sz="800">
                <a:latin typeface="Aptos" panose="020B0004020202020204" pitchFamily="34" charset="0"/>
              </a:endParaRPr>
            </a:p>
          </p:txBody>
        </p:sp>
        <p:sp>
          <p:nvSpPr>
            <p:cNvPr id="111" name="Triangle 110">
              <a:extLst>
                <a:ext uri="{FF2B5EF4-FFF2-40B4-BE49-F238E27FC236}">
                  <a16:creationId xmlns:a16="http://schemas.microsoft.com/office/drawing/2014/main" id="{8915860D-0A1B-A0A5-7FE8-ECA059CE637E}"/>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
        <p:nvSpPr>
          <p:cNvPr id="3" name="Text Placeholder 2">
            <a:extLst>
              <a:ext uri="{FF2B5EF4-FFF2-40B4-BE49-F238E27FC236}">
                <a16:creationId xmlns:a16="http://schemas.microsoft.com/office/drawing/2014/main" id="{48B81E30-8364-EA48-435E-F972CFD607B0}"/>
              </a:ext>
            </a:extLst>
          </p:cNvPr>
          <p:cNvSpPr>
            <a:spLocks noGrp="1"/>
          </p:cNvSpPr>
          <p:nvPr>
            <p:ph type="body" sz="quarter" idx="25"/>
          </p:nvPr>
        </p:nvSpPr>
        <p:spPr>
          <a:xfrm>
            <a:off x="332318" y="741496"/>
            <a:ext cx="11531549" cy="334515"/>
          </a:xfrm>
        </p:spPr>
        <p:txBody>
          <a:bodyPr/>
          <a:lstStyle/>
          <a:p>
            <a:r>
              <a:rPr lang="en-GR"/>
              <a:t>Infographic and Chart Combination</a:t>
            </a:r>
          </a:p>
        </p:txBody>
      </p:sp>
    </p:spTree>
    <p:extLst>
      <p:ext uri="{BB962C8B-B14F-4D97-AF65-F5344CB8AC3E}">
        <p14:creationId xmlns:p14="http://schemas.microsoft.com/office/powerpoint/2010/main" val="79019464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DD28251-B91D-5DB7-842B-19658B09E951}"/>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160</a:t>
            </a:fld>
            <a:endParaRPr lang="en-GR"/>
          </a:p>
        </p:txBody>
      </p:sp>
      <p:sp>
        <p:nvSpPr>
          <p:cNvPr id="7" name="Text Placeholder 2">
            <a:extLst>
              <a:ext uri="{FF2B5EF4-FFF2-40B4-BE49-F238E27FC236}">
                <a16:creationId xmlns:a16="http://schemas.microsoft.com/office/drawing/2014/main" id="{FE828910-562D-95EF-7855-B73585318BFB}"/>
              </a:ext>
            </a:extLst>
          </p:cNvPr>
          <p:cNvSpPr txBox="1">
            <a:spLocks/>
          </p:cNvSpPr>
          <p:nvPr/>
        </p:nvSpPr>
        <p:spPr>
          <a:xfrm>
            <a:off x="2732739" y="1260151"/>
            <a:ext cx="3363262" cy="2077492"/>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7325" lvl="1" indent="-187325">
              <a:spcBef>
                <a:spcPts val="0"/>
              </a:spcBef>
              <a:spcAft>
                <a:spcPts val="600"/>
              </a:spcAft>
              <a:buClr>
                <a:srgbClr val="047A85"/>
              </a:buClr>
            </a:pPr>
            <a:r>
              <a:rPr lang="en-GB" sz="1100"/>
              <a:t>Lorem ipsum </a:t>
            </a:r>
            <a:r>
              <a:rPr lang="en-GB" sz="1100" err="1"/>
              <a:t>dolor</a:t>
            </a:r>
            <a:r>
              <a:rPr lang="en-GB" sz="1100"/>
              <a:t> sit </a:t>
            </a:r>
            <a:r>
              <a:rPr lang="en-GB" sz="1100" err="1"/>
              <a:t>amet</a:t>
            </a:r>
            <a:r>
              <a:rPr lang="en-GB" sz="1100"/>
              <a:t>, </a:t>
            </a:r>
            <a:r>
              <a:rPr lang="en-GB" sz="1100" err="1"/>
              <a:t>consectetur</a:t>
            </a:r>
            <a:r>
              <a:rPr lang="en-GB" sz="1100"/>
              <a:t> </a:t>
            </a:r>
            <a:r>
              <a:rPr lang="en-GB" sz="1100" err="1"/>
              <a:t>adipiscing</a:t>
            </a:r>
            <a:r>
              <a:rPr lang="en-GB" sz="1100"/>
              <a:t> </a:t>
            </a:r>
            <a:r>
              <a:rPr lang="en-GB" sz="1100" err="1"/>
              <a:t>elit</a:t>
            </a:r>
            <a:r>
              <a:rPr lang="en-GB" sz="1100"/>
              <a:t>, </a:t>
            </a:r>
            <a:r>
              <a:rPr lang="en-GB" sz="1100" err="1"/>
              <a:t>incididunt</a:t>
            </a:r>
            <a:r>
              <a:rPr lang="en-GB" sz="1100"/>
              <a:t> </a:t>
            </a:r>
            <a:r>
              <a:rPr lang="en-GB" sz="1100" err="1"/>
              <a:t>ut</a:t>
            </a:r>
            <a:r>
              <a:rPr lang="en-GB" sz="1100"/>
              <a:t> labore et dolore magna </a:t>
            </a:r>
            <a:r>
              <a:rPr lang="en-GB" sz="1100" err="1"/>
              <a:t>aliqua</a:t>
            </a:r>
            <a:r>
              <a:rPr lang="en-GB" sz="1100"/>
              <a:t>. </a:t>
            </a:r>
          </a:p>
          <a:p>
            <a:pPr marL="187325" lvl="1" indent="-187325">
              <a:spcBef>
                <a:spcPts val="0"/>
              </a:spcBef>
              <a:spcAft>
                <a:spcPts val="600"/>
              </a:spcAft>
              <a:buClr>
                <a:srgbClr val="047A85"/>
              </a:buClr>
            </a:pPr>
            <a:r>
              <a:rPr lang="en-GB" sz="1100"/>
              <a:t>Ad minim </a:t>
            </a:r>
            <a:r>
              <a:rPr lang="en-GB" sz="1100" err="1"/>
              <a:t>veniam</a:t>
            </a:r>
            <a:r>
              <a:rPr lang="en-GB" sz="1100"/>
              <a:t>, </a:t>
            </a:r>
            <a:r>
              <a:rPr lang="en-GB" sz="1100" err="1"/>
              <a:t>quis</a:t>
            </a:r>
            <a:r>
              <a:rPr lang="en-GB" sz="1100"/>
              <a:t> </a:t>
            </a:r>
            <a:r>
              <a:rPr lang="en-GB" sz="1100" err="1"/>
              <a:t>nostrud</a:t>
            </a:r>
            <a:r>
              <a:rPr lang="en-GB" sz="1100"/>
              <a:t> exercitation </a:t>
            </a:r>
            <a:r>
              <a:rPr lang="en-GB" sz="1100" err="1"/>
              <a:t>ullamco</a:t>
            </a:r>
            <a:r>
              <a:rPr lang="en-GB" sz="1100"/>
              <a:t> </a:t>
            </a:r>
            <a:r>
              <a:rPr lang="en-GB" sz="1100" err="1"/>
              <a:t>laboris</a:t>
            </a:r>
            <a:r>
              <a:rPr lang="en-GB" sz="1100"/>
              <a:t> nisi </a:t>
            </a:r>
            <a:r>
              <a:rPr lang="en-GB" sz="1100" err="1"/>
              <a:t>ut</a:t>
            </a:r>
            <a:r>
              <a:rPr lang="en-GB" sz="1100"/>
              <a:t> </a:t>
            </a:r>
            <a:r>
              <a:rPr lang="en-GB" sz="1100" err="1"/>
              <a:t>aliquip</a:t>
            </a:r>
            <a:r>
              <a:rPr lang="en-GB" sz="1100"/>
              <a:t> ex </a:t>
            </a:r>
            <a:r>
              <a:rPr lang="en-GB" sz="1100" err="1"/>
              <a:t>ea</a:t>
            </a:r>
            <a:r>
              <a:rPr lang="en-GB" sz="1100"/>
              <a:t> </a:t>
            </a:r>
            <a:r>
              <a:rPr lang="en-GB" sz="1100" err="1"/>
              <a:t>commodo</a:t>
            </a:r>
            <a:r>
              <a:rPr lang="en-GB" sz="1100"/>
              <a:t> </a:t>
            </a:r>
            <a:r>
              <a:rPr lang="en-GB" sz="1100" err="1"/>
              <a:t>consequat</a:t>
            </a:r>
            <a:r>
              <a:rPr lang="en-GB" sz="1100"/>
              <a:t>. </a:t>
            </a:r>
          </a:p>
          <a:p>
            <a:pPr marL="187325" lvl="1" indent="-187325">
              <a:spcBef>
                <a:spcPts val="0"/>
              </a:spcBef>
              <a:spcAft>
                <a:spcPts val="600"/>
              </a:spcAft>
              <a:buClr>
                <a:srgbClr val="047A85"/>
              </a:buClr>
            </a:pPr>
            <a:r>
              <a:rPr lang="en-GB" sz="1100"/>
              <a:t>Ut </a:t>
            </a:r>
            <a:r>
              <a:rPr lang="en-GB" sz="1100" err="1"/>
              <a:t>enim</a:t>
            </a:r>
            <a:r>
              <a:rPr lang="en-GB" sz="1100"/>
              <a:t> ad minim </a:t>
            </a:r>
            <a:r>
              <a:rPr lang="en-GB" sz="1100" err="1"/>
              <a:t>veniam</a:t>
            </a:r>
            <a:r>
              <a:rPr lang="en-GB" sz="1100"/>
              <a:t>, </a:t>
            </a:r>
            <a:r>
              <a:rPr lang="en-GB" sz="1100" err="1"/>
              <a:t>quis</a:t>
            </a:r>
            <a:r>
              <a:rPr lang="en-GB" sz="1100"/>
              <a:t> </a:t>
            </a:r>
            <a:r>
              <a:rPr lang="en-GB" sz="1100" err="1"/>
              <a:t>nostrud</a:t>
            </a:r>
            <a:r>
              <a:rPr lang="en-GB" sz="1100"/>
              <a:t> exercitation </a:t>
            </a:r>
            <a:r>
              <a:rPr lang="en-GB" sz="1100" err="1"/>
              <a:t>laboris</a:t>
            </a:r>
            <a:r>
              <a:rPr lang="en-GB" sz="1100"/>
              <a:t> nisi </a:t>
            </a:r>
            <a:r>
              <a:rPr lang="en-GB" sz="1100" err="1"/>
              <a:t>ut</a:t>
            </a:r>
            <a:r>
              <a:rPr lang="en-GB" sz="1100"/>
              <a:t> </a:t>
            </a:r>
            <a:r>
              <a:rPr lang="en-GB" sz="1100" err="1"/>
              <a:t>consequat</a:t>
            </a:r>
            <a:r>
              <a:rPr lang="en-GB" sz="1100"/>
              <a:t>. </a:t>
            </a:r>
          </a:p>
          <a:p>
            <a:pPr marL="187325" lvl="1" indent="-187325">
              <a:spcBef>
                <a:spcPts val="0"/>
              </a:spcBef>
              <a:spcAft>
                <a:spcPts val="600"/>
              </a:spcAft>
              <a:buClr>
                <a:srgbClr val="047A85"/>
              </a:buClr>
            </a:pPr>
            <a:r>
              <a:rPr lang="en-GB" sz="1100"/>
              <a:t>Duis </a:t>
            </a:r>
            <a:r>
              <a:rPr lang="en-GB" sz="1100" err="1"/>
              <a:t>aute</a:t>
            </a:r>
            <a:r>
              <a:rPr lang="en-GB" sz="1100"/>
              <a:t> </a:t>
            </a:r>
            <a:r>
              <a:rPr lang="en-GB" sz="1100" err="1"/>
              <a:t>irure</a:t>
            </a:r>
            <a:r>
              <a:rPr lang="en-GB" sz="1100"/>
              <a:t> </a:t>
            </a:r>
            <a:r>
              <a:rPr lang="en-GB" sz="1100" err="1"/>
              <a:t>dolor</a:t>
            </a:r>
            <a:r>
              <a:rPr lang="en-GB" sz="1100"/>
              <a:t> </a:t>
            </a:r>
            <a:r>
              <a:rPr lang="en-GB" sz="1100" err="1"/>
              <a:t>ullamco</a:t>
            </a:r>
            <a:r>
              <a:rPr lang="en-GB" sz="1100"/>
              <a:t> </a:t>
            </a:r>
            <a:r>
              <a:rPr lang="en-GB" sz="1100" err="1"/>
              <a:t>laboris</a:t>
            </a:r>
            <a:r>
              <a:rPr lang="en-GB" sz="1100"/>
              <a:t> nisi </a:t>
            </a:r>
            <a:r>
              <a:rPr lang="en-GB" sz="1100" err="1"/>
              <a:t>ut</a:t>
            </a:r>
            <a:r>
              <a:rPr lang="en-GB" sz="1100"/>
              <a:t> </a:t>
            </a:r>
            <a:r>
              <a:rPr lang="en-GB" sz="1100" err="1"/>
              <a:t>aliquip</a:t>
            </a:r>
            <a:r>
              <a:rPr lang="en-GB" sz="1100"/>
              <a:t>.</a:t>
            </a:r>
          </a:p>
          <a:p>
            <a:pPr marL="187325" lvl="1" indent="-187325">
              <a:spcBef>
                <a:spcPts val="0"/>
              </a:spcBef>
              <a:spcAft>
                <a:spcPts val="600"/>
              </a:spcAft>
              <a:buClr>
                <a:srgbClr val="047A85"/>
              </a:buClr>
            </a:pPr>
            <a:r>
              <a:rPr lang="en-GB" sz="1100" err="1"/>
              <a:t>Venitian</a:t>
            </a:r>
            <a:r>
              <a:rPr lang="en-GB" sz="1100"/>
              <a:t>, </a:t>
            </a:r>
            <a:r>
              <a:rPr lang="en-GB" sz="1100" err="1"/>
              <a:t>quis</a:t>
            </a:r>
            <a:r>
              <a:rPr lang="en-GB" sz="1100"/>
              <a:t> </a:t>
            </a:r>
            <a:r>
              <a:rPr lang="en-GB" sz="1100" err="1"/>
              <a:t>nostrud</a:t>
            </a:r>
            <a:r>
              <a:rPr lang="en-GB" sz="1100"/>
              <a:t> exercitation </a:t>
            </a:r>
            <a:r>
              <a:rPr lang="en-GB" sz="1100" err="1"/>
              <a:t>ullamco</a:t>
            </a:r>
            <a:r>
              <a:rPr lang="en-GB" sz="1100"/>
              <a:t> </a:t>
            </a:r>
            <a:r>
              <a:rPr lang="en-GB" sz="1100" err="1"/>
              <a:t>laboris</a:t>
            </a:r>
            <a:r>
              <a:rPr lang="en-GB" sz="1100"/>
              <a:t> nisi </a:t>
            </a:r>
            <a:r>
              <a:rPr lang="en-GB" sz="1100" err="1"/>
              <a:t>ut</a:t>
            </a:r>
            <a:r>
              <a:rPr lang="en-GB" sz="1100"/>
              <a:t> </a:t>
            </a:r>
            <a:r>
              <a:rPr lang="en-GB" sz="1100" err="1"/>
              <a:t>aliquip</a:t>
            </a:r>
            <a:r>
              <a:rPr lang="en-GB" sz="1100"/>
              <a:t>.</a:t>
            </a:r>
          </a:p>
          <a:p>
            <a:pPr marL="0" lvl="1" indent="0">
              <a:spcBef>
                <a:spcPts val="0"/>
              </a:spcBef>
              <a:spcAft>
                <a:spcPts val="600"/>
              </a:spcAft>
              <a:buClr>
                <a:srgbClr val="047A85"/>
              </a:buClr>
              <a:buNone/>
            </a:pPr>
            <a:endParaRPr lang="en-GB" sz="1100"/>
          </a:p>
        </p:txBody>
      </p:sp>
      <p:sp>
        <p:nvSpPr>
          <p:cNvPr id="8" name="Text Placeholder 2">
            <a:extLst>
              <a:ext uri="{FF2B5EF4-FFF2-40B4-BE49-F238E27FC236}">
                <a16:creationId xmlns:a16="http://schemas.microsoft.com/office/drawing/2014/main" id="{432E986A-5F5D-F578-2BE3-3B2BE724774A}"/>
              </a:ext>
            </a:extLst>
          </p:cNvPr>
          <p:cNvSpPr txBox="1">
            <a:spLocks/>
          </p:cNvSpPr>
          <p:nvPr/>
        </p:nvSpPr>
        <p:spPr>
          <a:xfrm>
            <a:off x="2732739" y="3869739"/>
            <a:ext cx="3363262" cy="2246769"/>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7325" lvl="1" indent="-187325">
              <a:spcBef>
                <a:spcPts val="0"/>
              </a:spcBef>
              <a:spcAft>
                <a:spcPts val="600"/>
              </a:spcAft>
              <a:buClr>
                <a:srgbClr val="047A85"/>
              </a:buClr>
            </a:pPr>
            <a:r>
              <a:rPr lang="en-GB" sz="1100" err="1"/>
              <a:t>Dollor</a:t>
            </a:r>
            <a:r>
              <a:rPr lang="en-GB" sz="1100"/>
              <a:t> sit </a:t>
            </a:r>
            <a:r>
              <a:rPr lang="en-GB" sz="1100" err="1"/>
              <a:t>amet</a:t>
            </a:r>
            <a:r>
              <a:rPr lang="en-GB" sz="1100"/>
              <a:t>, </a:t>
            </a:r>
            <a:r>
              <a:rPr lang="en-GB" sz="1100" err="1"/>
              <a:t>consectetur</a:t>
            </a:r>
            <a:r>
              <a:rPr lang="en-GB" sz="1100"/>
              <a:t> </a:t>
            </a:r>
            <a:r>
              <a:rPr lang="en-GB" sz="1100" err="1"/>
              <a:t>adipiscing</a:t>
            </a:r>
            <a:r>
              <a:rPr lang="en-GB" sz="1100"/>
              <a:t> </a:t>
            </a:r>
            <a:r>
              <a:rPr lang="en-GB" sz="1100" err="1"/>
              <a:t>elit</a:t>
            </a:r>
            <a:r>
              <a:rPr lang="en-GB" sz="1100"/>
              <a:t>, </a:t>
            </a:r>
            <a:r>
              <a:rPr lang="en-GB" sz="1100" err="1"/>
              <a:t>sed</a:t>
            </a:r>
            <a:r>
              <a:rPr lang="en-GB" sz="1100"/>
              <a:t> do </a:t>
            </a:r>
            <a:r>
              <a:rPr lang="en-GB" sz="1100" err="1"/>
              <a:t>eiusmod</a:t>
            </a:r>
            <a:r>
              <a:rPr lang="en-GB" sz="1100"/>
              <a:t> </a:t>
            </a:r>
            <a:r>
              <a:rPr lang="en-GB" sz="1100" err="1"/>
              <a:t>tempor</a:t>
            </a:r>
            <a:r>
              <a:rPr lang="en-GB" sz="1100"/>
              <a:t> </a:t>
            </a:r>
            <a:r>
              <a:rPr lang="en-GB" sz="1100" err="1"/>
              <a:t>incididunt</a:t>
            </a:r>
            <a:r>
              <a:rPr lang="en-GB" sz="1100"/>
              <a:t> </a:t>
            </a:r>
            <a:r>
              <a:rPr lang="en-GB" sz="1100" err="1"/>
              <a:t>ut</a:t>
            </a:r>
            <a:r>
              <a:rPr lang="en-GB" sz="1100"/>
              <a:t> labore et dolore magna </a:t>
            </a:r>
            <a:r>
              <a:rPr lang="en-GB" sz="1100" err="1"/>
              <a:t>aliqua</a:t>
            </a:r>
            <a:r>
              <a:rPr lang="en-GB" sz="1100"/>
              <a:t> seter. </a:t>
            </a:r>
          </a:p>
          <a:p>
            <a:pPr marL="187325" lvl="1" indent="-187325">
              <a:spcBef>
                <a:spcPts val="0"/>
              </a:spcBef>
              <a:spcAft>
                <a:spcPts val="600"/>
              </a:spcAft>
              <a:buClr>
                <a:srgbClr val="047A85"/>
              </a:buClr>
            </a:pPr>
            <a:r>
              <a:rPr lang="en-GB" sz="1100"/>
              <a:t>Ut </a:t>
            </a:r>
            <a:r>
              <a:rPr lang="en-GB" sz="1100" err="1"/>
              <a:t>enim</a:t>
            </a:r>
            <a:r>
              <a:rPr lang="en-GB" sz="1100"/>
              <a:t> ad minim </a:t>
            </a:r>
            <a:r>
              <a:rPr lang="en-GB" sz="1100" err="1"/>
              <a:t>veniam</a:t>
            </a:r>
            <a:r>
              <a:rPr lang="en-GB" sz="1100"/>
              <a:t>, </a:t>
            </a:r>
            <a:r>
              <a:rPr lang="en-GB" sz="1100" err="1"/>
              <a:t>quis</a:t>
            </a:r>
            <a:r>
              <a:rPr lang="en-GB" sz="1100"/>
              <a:t> </a:t>
            </a:r>
            <a:r>
              <a:rPr lang="en-GB" sz="1100" err="1"/>
              <a:t>nostrud</a:t>
            </a:r>
            <a:r>
              <a:rPr lang="en-GB" sz="1100"/>
              <a:t> exercitation nisi </a:t>
            </a:r>
            <a:r>
              <a:rPr lang="en-GB" sz="1100" err="1"/>
              <a:t>ut</a:t>
            </a:r>
            <a:r>
              <a:rPr lang="en-GB" sz="1100"/>
              <a:t> </a:t>
            </a:r>
            <a:r>
              <a:rPr lang="en-GB" sz="1100" err="1"/>
              <a:t>aliquip</a:t>
            </a:r>
            <a:r>
              <a:rPr lang="en-GB" sz="1100"/>
              <a:t> ex </a:t>
            </a:r>
            <a:r>
              <a:rPr lang="en-GB" sz="1100" err="1"/>
              <a:t>ea</a:t>
            </a:r>
            <a:r>
              <a:rPr lang="en-GB" sz="1100"/>
              <a:t> </a:t>
            </a:r>
            <a:r>
              <a:rPr lang="en-GB" sz="1100" err="1"/>
              <a:t>commodo</a:t>
            </a:r>
            <a:r>
              <a:rPr lang="en-GB" sz="1100"/>
              <a:t> </a:t>
            </a:r>
            <a:r>
              <a:rPr lang="en-GB" sz="1100" err="1"/>
              <a:t>consequat</a:t>
            </a:r>
            <a:r>
              <a:rPr lang="en-GB" sz="1100"/>
              <a:t>. </a:t>
            </a:r>
          </a:p>
          <a:p>
            <a:pPr marL="187325" lvl="1" indent="-187325">
              <a:spcBef>
                <a:spcPts val="0"/>
              </a:spcBef>
              <a:spcAft>
                <a:spcPts val="600"/>
              </a:spcAft>
              <a:buClr>
                <a:srgbClr val="047A85"/>
              </a:buClr>
            </a:pPr>
            <a:r>
              <a:rPr lang="en-GB" sz="1100" err="1"/>
              <a:t>Venitian</a:t>
            </a:r>
            <a:r>
              <a:rPr lang="en-GB" sz="1100"/>
              <a:t>, </a:t>
            </a:r>
            <a:r>
              <a:rPr lang="en-GB" sz="1100" err="1"/>
              <a:t>quis</a:t>
            </a:r>
            <a:r>
              <a:rPr lang="en-GB" sz="1100"/>
              <a:t> </a:t>
            </a:r>
            <a:r>
              <a:rPr lang="en-GB" sz="1100" err="1"/>
              <a:t>nostrud</a:t>
            </a:r>
            <a:r>
              <a:rPr lang="en-GB" sz="1100"/>
              <a:t> exercitation </a:t>
            </a:r>
            <a:r>
              <a:rPr lang="en-GB" sz="1100" err="1"/>
              <a:t>ullamco</a:t>
            </a:r>
            <a:r>
              <a:rPr lang="en-GB" sz="1100"/>
              <a:t> </a:t>
            </a:r>
            <a:r>
              <a:rPr lang="en-GB" sz="1100" err="1"/>
              <a:t>laboris</a:t>
            </a:r>
            <a:r>
              <a:rPr lang="en-GB" sz="1100"/>
              <a:t> nisi </a:t>
            </a:r>
            <a:r>
              <a:rPr lang="en-GB" sz="1100" err="1"/>
              <a:t>ut</a:t>
            </a:r>
            <a:r>
              <a:rPr lang="en-GB" sz="1100"/>
              <a:t> </a:t>
            </a:r>
            <a:r>
              <a:rPr lang="en-GB" sz="1100" err="1"/>
              <a:t>aliquip</a:t>
            </a:r>
            <a:r>
              <a:rPr lang="en-GB" sz="1100"/>
              <a:t>.</a:t>
            </a:r>
          </a:p>
          <a:p>
            <a:pPr marL="187325" lvl="1" indent="-187325">
              <a:spcBef>
                <a:spcPts val="0"/>
              </a:spcBef>
              <a:spcAft>
                <a:spcPts val="600"/>
              </a:spcAft>
              <a:buClr>
                <a:srgbClr val="047A85"/>
              </a:buClr>
            </a:pPr>
            <a:r>
              <a:rPr lang="en-GB" sz="1100"/>
              <a:t>Ad minim </a:t>
            </a:r>
            <a:r>
              <a:rPr lang="en-GB" sz="1100" err="1"/>
              <a:t>veniam</a:t>
            </a:r>
            <a:r>
              <a:rPr lang="en-GB" sz="1100"/>
              <a:t>, </a:t>
            </a:r>
            <a:r>
              <a:rPr lang="en-GB" sz="1100" err="1"/>
              <a:t>quis</a:t>
            </a:r>
            <a:r>
              <a:rPr lang="en-GB" sz="1100"/>
              <a:t> </a:t>
            </a:r>
            <a:r>
              <a:rPr lang="en-GB" sz="1100" err="1"/>
              <a:t>nostrud</a:t>
            </a:r>
            <a:r>
              <a:rPr lang="en-GB" sz="1100"/>
              <a:t> exercitation </a:t>
            </a:r>
            <a:r>
              <a:rPr lang="en-GB" sz="1100" err="1"/>
              <a:t>ullamco</a:t>
            </a:r>
            <a:r>
              <a:rPr lang="en-GB" sz="1100"/>
              <a:t> </a:t>
            </a:r>
            <a:r>
              <a:rPr lang="en-GB" sz="1100" err="1"/>
              <a:t>laboris</a:t>
            </a:r>
            <a:r>
              <a:rPr lang="en-GB" sz="1100"/>
              <a:t> nisi </a:t>
            </a:r>
            <a:r>
              <a:rPr lang="en-GB" sz="1100" err="1"/>
              <a:t>ut</a:t>
            </a:r>
            <a:r>
              <a:rPr lang="en-GB" sz="1100"/>
              <a:t> </a:t>
            </a:r>
            <a:r>
              <a:rPr lang="en-GB" sz="1100" err="1"/>
              <a:t>aliquip</a:t>
            </a:r>
            <a:r>
              <a:rPr lang="en-GB" sz="1100"/>
              <a:t> ex ea.</a:t>
            </a:r>
          </a:p>
          <a:p>
            <a:pPr marL="187325" lvl="1" indent="-187325">
              <a:spcBef>
                <a:spcPts val="0"/>
              </a:spcBef>
              <a:spcAft>
                <a:spcPts val="600"/>
              </a:spcAft>
              <a:buClr>
                <a:srgbClr val="047A85"/>
              </a:buClr>
            </a:pPr>
            <a:r>
              <a:rPr lang="en-GB" sz="1100"/>
              <a:t>Duis </a:t>
            </a:r>
            <a:r>
              <a:rPr lang="en-GB" sz="1100" err="1"/>
              <a:t>aute</a:t>
            </a:r>
            <a:r>
              <a:rPr lang="en-GB" sz="1100"/>
              <a:t> </a:t>
            </a:r>
            <a:r>
              <a:rPr lang="en-GB" sz="1100" err="1"/>
              <a:t>irure</a:t>
            </a:r>
            <a:r>
              <a:rPr lang="en-GB" sz="1100"/>
              <a:t> </a:t>
            </a:r>
            <a:r>
              <a:rPr lang="en-GB" sz="1100" err="1"/>
              <a:t>dolor</a:t>
            </a:r>
            <a:r>
              <a:rPr lang="en-GB" sz="1100"/>
              <a:t> </a:t>
            </a:r>
            <a:r>
              <a:rPr lang="en-GB" sz="1100" err="1"/>
              <a:t>ullamco</a:t>
            </a:r>
            <a:r>
              <a:rPr lang="en-GB" sz="1100"/>
              <a:t> </a:t>
            </a:r>
            <a:r>
              <a:rPr lang="en-GB" sz="1100" err="1"/>
              <a:t>laboris</a:t>
            </a:r>
            <a:r>
              <a:rPr lang="en-GB" sz="1100"/>
              <a:t> nisi </a:t>
            </a:r>
            <a:r>
              <a:rPr lang="en-GB" sz="1100" err="1"/>
              <a:t>ut</a:t>
            </a:r>
            <a:r>
              <a:rPr lang="en-GB" sz="1100"/>
              <a:t> </a:t>
            </a:r>
            <a:r>
              <a:rPr lang="en-GB" sz="1100" err="1"/>
              <a:t>aliquip</a:t>
            </a:r>
            <a:r>
              <a:rPr lang="en-GB" sz="1100"/>
              <a:t>.</a:t>
            </a:r>
          </a:p>
          <a:p>
            <a:pPr marL="187325" lvl="1" indent="-187325">
              <a:spcBef>
                <a:spcPts val="0"/>
              </a:spcBef>
              <a:spcAft>
                <a:spcPts val="600"/>
              </a:spcAft>
              <a:buClr>
                <a:srgbClr val="047A85"/>
              </a:buClr>
            </a:pPr>
            <a:endParaRPr lang="en-GB" sz="1100"/>
          </a:p>
        </p:txBody>
      </p:sp>
      <p:sp>
        <p:nvSpPr>
          <p:cNvPr id="10" name="Rectangle 9">
            <a:extLst>
              <a:ext uri="{FF2B5EF4-FFF2-40B4-BE49-F238E27FC236}">
                <a16:creationId xmlns:a16="http://schemas.microsoft.com/office/drawing/2014/main" id="{BED14C9D-E3FF-1085-CE37-AA64A9FA7EB9}"/>
              </a:ext>
            </a:extLst>
          </p:cNvPr>
          <p:cNvSpPr/>
          <p:nvPr/>
        </p:nvSpPr>
        <p:spPr>
          <a:xfrm>
            <a:off x="6490870" y="1242248"/>
            <a:ext cx="5366642" cy="2227890"/>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latin typeface="Aptos" panose="020B0004020202020204" pitchFamily="34" charset="0"/>
            </a:endParaRPr>
          </a:p>
        </p:txBody>
      </p:sp>
      <p:graphicFrame>
        <p:nvGraphicFramePr>
          <p:cNvPr id="11" name="Chart 10">
            <a:extLst>
              <a:ext uri="{FF2B5EF4-FFF2-40B4-BE49-F238E27FC236}">
                <a16:creationId xmlns:a16="http://schemas.microsoft.com/office/drawing/2014/main" id="{AE03FD8E-64DC-3C65-045C-D30D606B4FB0}"/>
              </a:ext>
            </a:extLst>
          </p:cNvPr>
          <p:cNvGraphicFramePr/>
          <p:nvPr>
            <p:extLst>
              <p:ext uri="{D42A27DB-BD31-4B8C-83A1-F6EECF244321}">
                <p14:modId xmlns:p14="http://schemas.microsoft.com/office/powerpoint/2010/main" val="1897259959"/>
              </p:ext>
            </p:extLst>
          </p:nvPr>
        </p:nvGraphicFramePr>
        <p:xfrm>
          <a:off x="6490275" y="1258214"/>
          <a:ext cx="5221194" cy="2211925"/>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11">
            <a:extLst>
              <a:ext uri="{FF2B5EF4-FFF2-40B4-BE49-F238E27FC236}">
                <a16:creationId xmlns:a16="http://schemas.microsoft.com/office/drawing/2014/main" id="{019FB91D-893D-8333-040A-115C35E5D6E2}"/>
              </a:ext>
            </a:extLst>
          </p:cNvPr>
          <p:cNvSpPr/>
          <p:nvPr/>
        </p:nvSpPr>
        <p:spPr>
          <a:xfrm>
            <a:off x="6488482" y="3869738"/>
            <a:ext cx="5366642" cy="2133089"/>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latin typeface="Aptos" panose="020B0004020202020204" pitchFamily="34" charset="0"/>
            </a:endParaRPr>
          </a:p>
        </p:txBody>
      </p:sp>
      <p:graphicFrame>
        <p:nvGraphicFramePr>
          <p:cNvPr id="13" name="Chart 12">
            <a:extLst>
              <a:ext uri="{FF2B5EF4-FFF2-40B4-BE49-F238E27FC236}">
                <a16:creationId xmlns:a16="http://schemas.microsoft.com/office/drawing/2014/main" id="{E461B8A4-93D7-DFD7-34C7-39D7F00B35D0}"/>
              </a:ext>
            </a:extLst>
          </p:cNvPr>
          <p:cNvGraphicFramePr/>
          <p:nvPr>
            <p:extLst>
              <p:ext uri="{D42A27DB-BD31-4B8C-83A1-F6EECF244321}">
                <p14:modId xmlns:p14="http://schemas.microsoft.com/office/powerpoint/2010/main" val="946533049"/>
              </p:ext>
            </p:extLst>
          </p:nvPr>
        </p:nvGraphicFramePr>
        <p:xfrm>
          <a:off x="6509182" y="3869736"/>
          <a:ext cx="5202289" cy="2014618"/>
        </p:xfrm>
        <a:graphic>
          <a:graphicData uri="http://schemas.openxmlformats.org/drawingml/2006/chart">
            <c:chart xmlns:c="http://schemas.openxmlformats.org/drawingml/2006/chart" xmlns:r="http://schemas.openxmlformats.org/officeDocument/2006/relationships" r:id="rId3"/>
          </a:graphicData>
        </a:graphic>
      </p:graphicFrame>
      <p:sp>
        <p:nvSpPr>
          <p:cNvPr id="15" name="Rectangle 14">
            <a:extLst>
              <a:ext uri="{FF2B5EF4-FFF2-40B4-BE49-F238E27FC236}">
                <a16:creationId xmlns:a16="http://schemas.microsoft.com/office/drawing/2014/main" id="{B265FC66-B08A-4AD8-2B93-A3993CB65044}"/>
              </a:ext>
            </a:extLst>
          </p:cNvPr>
          <p:cNvSpPr/>
          <p:nvPr/>
        </p:nvSpPr>
        <p:spPr>
          <a:xfrm>
            <a:off x="331200" y="3869737"/>
            <a:ext cx="2176799" cy="212676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108000" rIns="180000" bIns="108000" rtlCol="0" anchor="ctr" anchorCtr="0"/>
          <a:lstStyle/>
          <a:p>
            <a:pPr>
              <a:spcAft>
                <a:spcPts val="600"/>
              </a:spcAft>
              <a:buClr>
                <a:srgbClr val="047A85"/>
              </a:buClr>
              <a:tabLst>
                <a:tab pos="352425" algn="l"/>
              </a:tabLst>
              <a:defRPr/>
            </a:pPr>
            <a:r>
              <a:rPr lang="en-GB" sz="1100">
                <a:solidFill>
                  <a:schemeClr val="bg1"/>
                </a:solidFill>
                <a:latin typeface="Aptos" panose="020B0004020202020204" pitchFamily="34" charset="0"/>
              </a:rPr>
              <a:t>Ut </a:t>
            </a:r>
            <a:r>
              <a:rPr lang="en-GB" sz="1100" err="1">
                <a:solidFill>
                  <a:schemeClr val="bg1"/>
                </a:solidFill>
                <a:latin typeface="Aptos" panose="020B0004020202020204" pitchFamily="34" charset="0"/>
              </a:rPr>
              <a:t>enim</a:t>
            </a:r>
            <a:r>
              <a:rPr lang="en-GB" sz="1100">
                <a:solidFill>
                  <a:schemeClr val="bg1"/>
                </a:solidFill>
                <a:latin typeface="Aptos" panose="020B0004020202020204" pitchFamily="34" charset="0"/>
              </a:rPr>
              <a:t> ad minim </a:t>
            </a:r>
            <a:r>
              <a:rPr lang="en-GB" sz="1100" err="1">
                <a:solidFill>
                  <a:schemeClr val="bg1"/>
                </a:solidFill>
                <a:latin typeface="Aptos" panose="020B0004020202020204" pitchFamily="34" charset="0"/>
              </a:rPr>
              <a:t>venil</a:t>
            </a:r>
            <a:r>
              <a:rPr lang="en-GB" sz="1100">
                <a:solidFill>
                  <a:schemeClr val="bg1"/>
                </a:solidFill>
                <a:latin typeface="Aptos" panose="020B0004020202020204" pitchFamily="34" charset="0"/>
              </a:rPr>
              <a:t> her </a:t>
            </a:r>
            <a:r>
              <a:rPr lang="en-GB" sz="1100" err="1">
                <a:solidFill>
                  <a:schemeClr val="bg1"/>
                </a:solidFill>
                <a:latin typeface="Aptos" panose="020B0004020202020204" pitchFamily="34" charset="0"/>
              </a:rPr>
              <a:t>quis</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nostrud</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exercit</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ulla</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lat</a:t>
            </a:r>
            <a:r>
              <a:rPr lang="en-GB" sz="1100">
                <a:solidFill>
                  <a:schemeClr val="bg1"/>
                </a:solidFill>
                <a:latin typeface="Aptos" panose="020B0004020202020204" pitchFamily="34" charset="0"/>
              </a:rPr>
              <a:t> nisi </a:t>
            </a:r>
            <a:r>
              <a:rPr lang="en-GB" sz="1100" err="1">
                <a:solidFill>
                  <a:schemeClr val="bg1"/>
                </a:solidFill>
                <a:latin typeface="Aptos" panose="020B0004020202020204" pitchFamily="34" charset="0"/>
              </a:rPr>
              <a:t>ut</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aliqp</a:t>
            </a:r>
            <a:r>
              <a:rPr lang="en-GB" sz="1100">
                <a:solidFill>
                  <a:schemeClr val="bg1"/>
                </a:solidFill>
                <a:latin typeface="Aptos" panose="020B0004020202020204" pitchFamily="34" charset="0"/>
              </a:rPr>
              <a:t> ex </a:t>
            </a:r>
            <a:r>
              <a:rPr lang="en-GB" sz="1100" err="1">
                <a:solidFill>
                  <a:schemeClr val="bg1"/>
                </a:solidFill>
                <a:latin typeface="Aptos" panose="020B0004020202020204" pitchFamily="34" charset="0"/>
              </a:rPr>
              <a:t>esant</a:t>
            </a:r>
            <a:r>
              <a:rPr lang="en-GB" sz="1100">
                <a:solidFill>
                  <a:schemeClr val="bg1"/>
                </a:solidFill>
                <a:latin typeface="Aptos" panose="020B0004020202020204" pitchFamily="34" charset="0"/>
              </a:rPr>
              <a:t> coma </a:t>
            </a:r>
            <a:r>
              <a:rPr lang="en-GB" sz="1100" err="1">
                <a:solidFill>
                  <a:schemeClr val="bg1"/>
                </a:solidFill>
                <a:latin typeface="Aptos" panose="020B0004020202020204" pitchFamily="34" charset="0"/>
              </a:rPr>
              <a:t>Dollor</a:t>
            </a:r>
            <a:r>
              <a:rPr lang="en-GB" sz="1100">
                <a:solidFill>
                  <a:schemeClr val="bg1"/>
                </a:solidFill>
                <a:latin typeface="Aptos" panose="020B0004020202020204" pitchFamily="34" charset="0"/>
              </a:rPr>
              <a:t> sit </a:t>
            </a:r>
            <a:r>
              <a:rPr lang="en-GB" sz="1100" err="1">
                <a:solidFill>
                  <a:schemeClr val="bg1"/>
                </a:solidFill>
                <a:latin typeface="Aptos" panose="020B0004020202020204" pitchFamily="34" charset="0"/>
              </a:rPr>
              <a:t>amet</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consec</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adi</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elit</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sed</a:t>
            </a:r>
            <a:r>
              <a:rPr lang="en-GB" sz="1100">
                <a:solidFill>
                  <a:schemeClr val="bg1"/>
                </a:solidFill>
                <a:latin typeface="Aptos" panose="020B0004020202020204" pitchFamily="34" charset="0"/>
              </a:rPr>
              <a:t> do </a:t>
            </a:r>
            <a:r>
              <a:rPr lang="en-GB" sz="1100" err="1">
                <a:solidFill>
                  <a:schemeClr val="bg1"/>
                </a:solidFill>
                <a:latin typeface="Aptos" panose="020B0004020202020204" pitchFamily="34" charset="0"/>
              </a:rPr>
              <a:t>eiu</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temporo</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inl</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didunt</a:t>
            </a:r>
            <a:r>
              <a:rPr lang="en-GB" sz="1100">
                <a:solidFill>
                  <a:schemeClr val="bg1"/>
                </a:solidFill>
                <a:latin typeface="Aptos" panose="020B0004020202020204" pitchFamily="34" charset="0"/>
              </a:rPr>
              <a:t> uta labore et </a:t>
            </a:r>
            <a:r>
              <a:rPr lang="en-GB" sz="1100" err="1">
                <a:solidFill>
                  <a:schemeClr val="bg1"/>
                </a:solidFill>
                <a:latin typeface="Aptos" panose="020B0004020202020204" pitchFamily="34" charset="0"/>
              </a:rPr>
              <a:t>dolort</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eu</a:t>
            </a:r>
            <a:r>
              <a:rPr lang="en-GB" sz="1100">
                <a:solidFill>
                  <a:schemeClr val="bg1"/>
                </a:solidFill>
                <a:latin typeface="Aptos" panose="020B0004020202020204" pitchFamily="34" charset="0"/>
              </a:rPr>
              <a:t>t </a:t>
            </a:r>
            <a:r>
              <a:rPr lang="en-GB" sz="1100" err="1">
                <a:solidFill>
                  <a:schemeClr val="bg1"/>
                </a:solidFill>
                <a:latin typeface="Aptos" panose="020B0004020202020204" pitchFamily="34" charset="0"/>
              </a:rPr>
              <a:t>enim</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aderhe</a:t>
            </a:r>
            <a:r>
              <a:rPr lang="en-GB" sz="1100">
                <a:solidFill>
                  <a:schemeClr val="bg1"/>
                </a:solidFill>
                <a:latin typeface="Aptos" panose="020B0004020202020204" pitchFamily="34" charset="0"/>
              </a:rPr>
              <a:t> minimum </a:t>
            </a:r>
            <a:r>
              <a:rPr lang="en-GB" sz="1100" err="1">
                <a:solidFill>
                  <a:schemeClr val="bg1"/>
                </a:solidFill>
                <a:latin typeface="Aptos" panose="020B0004020202020204" pitchFamily="34" charset="0"/>
              </a:rPr>
              <a:t>veniam</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quis</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noi</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veniam</a:t>
            </a:r>
            <a:r>
              <a:rPr lang="en-GB" sz="1100">
                <a:solidFill>
                  <a:schemeClr val="bg1"/>
                </a:solidFill>
                <a:latin typeface="Aptos" panose="020B0004020202020204" pitchFamily="34" charset="0"/>
              </a:rPr>
              <a:t>as exercitation.</a:t>
            </a:r>
            <a:endParaRPr lang="en-GR" sz="1100">
              <a:solidFill>
                <a:schemeClr val="bg1"/>
              </a:solidFill>
              <a:latin typeface="Aptos" panose="020B0004020202020204" pitchFamily="34" charset="0"/>
            </a:endParaRPr>
          </a:p>
        </p:txBody>
      </p:sp>
      <p:sp>
        <p:nvSpPr>
          <p:cNvPr id="16" name="Text Placeholder 17">
            <a:extLst>
              <a:ext uri="{FF2B5EF4-FFF2-40B4-BE49-F238E27FC236}">
                <a16:creationId xmlns:a16="http://schemas.microsoft.com/office/drawing/2014/main" id="{BD88FD7E-FBC7-ADCE-20CA-3C06DC1BB043}"/>
              </a:ext>
            </a:extLst>
          </p:cNvPr>
          <p:cNvSpPr txBox="1">
            <a:spLocks/>
          </p:cNvSpPr>
          <p:nvPr/>
        </p:nvSpPr>
        <p:spPr>
          <a:xfrm>
            <a:off x="6744092" y="1471025"/>
            <a:ext cx="1129553" cy="259558"/>
          </a:xfrm>
          <a:prstGeom prst="rect">
            <a:avLst/>
          </a:prstGeom>
        </p:spPr>
        <p:txBody>
          <a:bodyPr wrap="square" lIns="3600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accent1"/>
                </a:solidFill>
              </a:rPr>
              <a:t>Lorem ipsum</a:t>
            </a:r>
          </a:p>
        </p:txBody>
      </p:sp>
      <p:sp>
        <p:nvSpPr>
          <p:cNvPr id="17" name="Text Placeholder 17">
            <a:extLst>
              <a:ext uri="{FF2B5EF4-FFF2-40B4-BE49-F238E27FC236}">
                <a16:creationId xmlns:a16="http://schemas.microsoft.com/office/drawing/2014/main" id="{4E2D886A-D808-117D-31FF-0B07E26FD6F2}"/>
              </a:ext>
            </a:extLst>
          </p:cNvPr>
          <p:cNvSpPr txBox="1">
            <a:spLocks/>
          </p:cNvSpPr>
          <p:nvPr/>
        </p:nvSpPr>
        <p:spPr>
          <a:xfrm>
            <a:off x="6744092" y="4035975"/>
            <a:ext cx="1129553" cy="259558"/>
          </a:xfrm>
          <a:prstGeom prst="rect">
            <a:avLst/>
          </a:prstGeom>
        </p:spPr>
        <p:txBody>
          <a:bodyPr wrap="square" lIns="36000" anchor="t"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1400" b="1" i="0" kern="1200">
                <a:solidFill>
                  <a:schemeClr val="bg2"/>
                </a:solidFill>
                <a:latin typeface="Aptos SemiBold" panose="020B0004020202020204" pitchFamily="34" charset="0"/>
                <a:ea typeface="+mn-ea"/>
                <a:cs typeface="+mn-cs"/>
              </a:defRPr>
            </a:lvl1pPr>
            <a:lvl2pPr marL="457200" indent="0" algn="l" defTabSz="914400" rtl="0" eaLnBrk="1" latinLnBrk="0" hangingPunct="1">
              <a:lnSpc>
                <a:spcPct val="90000"/>
              </a:lnSpc>
              <a:spcBef>
                <a:spcPts val="500"/>
              </a:spcBef>
              <a:buClr>
                <a:schemeClr val="tx2"/>
              </a:buClr>
              <a:buFont typeface="Arial" panose="020B0604020202020204" pitchFamily="34" charset="0"/>
              <a:buNone/>
              <a:defRPr sz="1200" b="0" i="0" kern="1200">
                <a:solidFill>
                  <a:schemeClr val="tx2"/>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000" b="0" i="0" kern="1200">
                <a:solidFill>
                  <a:schemeClr val="tx2"/>
                </a:solidFill>
                <a:latin typeface="Aptos" panose="020B0004020202020204" pitchFamily="34" charset="0"/>
                <a:ea typeface="+mn-ea"/>
                <a:cs typeface="+mn-cs"/>
              </a:defRPr>
            </a:lvl3pPr>
            <a:lvl4pPr marL="13716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4pPr>
            <a:lvl5pPr marL="1828800" indent="0" algn="l" defTabSz="914400" rtl="0" eaLnBrk="1" latinLnBrk="0" hangingPunct="1">
              <a:lnSpc>
                <a:spcPct val="90000"/>
              </a:lnSpc>
              <a:spcBef>
                <a:spcPts val="500"/>
              </a:spcBef>
              <a:buClr>
                <a:schemeClr val="tx2"/>
              </a:buClr>
              <a:buFont typeface="Arial" panose="020B0604020202020204" pitchFamily="34" charset="0"/>
              <a:buNone/>
              <a:defRPr sz="800" b="0" i="0" kern="1200">
                <a:solidFill>
                  <a:schemeClr val="tx2"/>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a:solidFill>
                  <a:schemeClr val="accent1"/>
                </a:solidFill>
              </a:rPr>
              <a:t>Lorem ipsum</a:t>
            </a:r>
          </a:p>
        </p:txBody>
      </p:sp>
      <p:sp>
        <p:nvSpPr>
          <p:cNvPr id="6" name="Rectangle 5">
            <a:extLst>
              <a:ext uri="{FF2B5EF4-FFF2-40B4-BE49-F238E27FC236}">
                <a16:creationId xmlns:a16="http://schemas.microsoft.com/office/drawing/2014/main" id="{B69CCAE0-3E0D-A8FF-75F2-673C5AF07F4F}"/>
              </a:ext>
            </a:extLst>
          </p:cNvPr>
          <p:cNvSpPr/>
          <p:nvPr/>
        </p:nvSpPr>
        <p:spPr>
          <a:xfrm>
            <a:off x="331200" y="1260151"/>
            <a:ext cx="2176799" cy="2209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108000" rIns="180000" bIns="108000" rtlCol="0" anchor="ctr" anchorCtr="0"/>
          <a:lstStyle/>
          <a:p>
            <a:pPr>
              <a:spcAft>
                <a:spcPts val="600"/>
              </a:spcAft>
              <a:buClr>
                <a:srgbClr val="047A85"/>
              </a:buClr>
              <a:tabLst>
                <a:tab pos="352425" algn="l"/>
              </a:tabLst>
              <a:defRPr/>
            </a:pPr>
            <a:r>
              <a:rPr lang="en-GB" sz="1100">
                <a:solidFill>
                  <a:schemeClr val="bg1"/>
                </a:solidFill>
                <a:latin typeface="Aptos" panose="020B0004020202020204" pitchFamily="34" charset="0"/>
              </a:rPr>
              <a:t>Lorem </a:t>
            </a:r>
            <a:r>
              <a:rPr lang="en-GB" sz="1100" err="1">
                <a:solidFill>
                  <a:schemeClr val="bg1"/>
                </a:solidFill>
                <a:latin typeface="Aptos" panose="020B0004020202020204" pitchFamily="34" charset="0"/>
              </a:rPr>
              <a:t>ipad</a:t>
            </a:r>
            <a:r>
              <a:rPr lang="en-GB" sz="1100">
                <a:solidFill>
                  <a:schemeClr val="bg1"/>
                </a:solidFill>
                <a:latin typeface="Aptos" panose="020B0004020202020204" pitchFamily="34" charset="0"/>
              </a:rPr>
              <a:t> minim </a:t>
            </a:r>
            <a:r>
              <a:rPr lang="en-GB" sz="1100" err="1">
                <a:solidFill>
                  <a:schemeClr val="bg1"/>
                </a:solidFill>
                <a:latin typeface="Aptos" panose="020B0004020202020204" pitchFamily="34" charset="0"/>
              </a:rPr>
              <a:t>venil</a:t>
            </a:r>
            <a:r>
              <a:rPr lang="en-GB" sz="1100">
                <a:solidFill>
                  <a:schemeClr val="bg1"/>
                </a:solidFill>
                <a:latin typeface="Aptos" panose="020B0004020202020204" pitchFamily="34" charset="0"/>
              </a:rPr>
              <a:t> her </a:t>
            </a:r>
            <a:r>
              <a:rPr lang="en-GB" sz="1100" err="1">
                <a:solidFill>
                  <a:schemeClr val="bg1"/>
                </a:solidFill>
                <a:latin typeface="Aptos" panose="020B0004020202020204" pitchFamily="34" charset="0"/>
              </a:rPr>
              <a:t>quis</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nostrud</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exercit</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ulla</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lat</a:t>
            </a:r>
            <a:r>
              <a:rPr lang="en-GB" sz="1100">
                <a:solidFill>
                  <a:schemeClr val="bg1"/>
                </a:solidFill>
                <a:latin typeface="Aptos" panose="020B0004020202020204" pitchFamily="34" charset="0"/>
              </a:rPr>
              <a:t> nisi </a:t>
            </a:r>
            <a:r>
              <a:rPr lang="en-GB" sz="1100" err="1">
                <a:solidFill>
                  <a:schemeClr val="bg1"/>
                </a:solidFill>
                <a:latin typeface="Aptos" panose="020B0004020202020204" pitchFamily="34" charset="0"/>
              </a:rPr>
              <a:t>ut</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aliqp</a:t>
            </a:r>
            <a:r>
              <a:rPr lang="en-GB" sz="1100">
                <a:solidFill>
                  <a:schemeClr val="bg1"/>
                </a:solidFill>
                <a:latin typeface="Aptos" panose="020B0004020202020204" pitchFamily="34" charset="0"/>
              </a:rPr>
              <a:t> ex </a:t>
            </a:r>
            <a:r>
              <a:rPr lang="en-GB" sz="1100" err="1">
                <a:solidFill>
                  <a:schemeClr val="bg1"/>
                </a:solidFill>
                <a:latin typeface="Aptos" panose="020B0004020202020204" pitchFamily="34" charset="0"/>
              </a:rPr>
              <a:t>esant</a:t>
            </a:r>
            <a:r>
              <a:rPr lang="en-GB" sz="1100">
                <a:solidFill>
                  <a:schemeClr val="bg1"/>
                </a:solidFill>
                <a:latin typeface="Aptos" panose="020B0004020202020204" pitchFamily="34" charset="0"/>
              </a:rPr>
              <a:t> coma </a:t>
            </a:r>
            <a:r>
              <a:rPr lang="en-GB" sz="1100" err="1">
                <a:solidFill>
                  <a:schemeClr val="bg1"/>
                </a:solidFill>
                <a:latin typeface="Aptos" panose="020B0004020202020204" pitchFamily="34" charset="0"/>
              </a:rPr>
              <a:t>Dollor</a:t>
            </a:r>
            <a:r>
              <a:rPr lang="en-GB" sz="1100">
                <a:solidFill>
                  <a:schemeClr val="bg1"/>
                </a:solidFill>
                <a:latin typeface="Aptos" panose="020B0004020202020204" pitchFamily="34" charset="0"/>
              </a:rPr>
              <a:t> sit </a:t>
            </a:r>
            <a:r>
              <a:rPr lang="en-GB" sz="1100" err="1">
                <a:solidFill>
                  <a:schemeClr val="bg1"/>
                </a:solidFill>
                <a:latin typeface="Aptos" panose="020B0004020202020204" pitchFamily="34" charset="0"/>
              </a:rPr>
              <a:t>amet</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consec</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adi</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elit</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sed</a:t>
            </a:r>
            <a:r>
              <a:rPr lang="en-GB" sz="1100">
                <a:solidFill>
                  <a:schemeClr val="bg1"/>
                </a:solidFill>
                <a:latin typeface="Aptos" panose="020B0004020202020204" pitchFamily="34" charset="0"/>
              </a:rPr>
              <a:t> do </a:t>
            </a:r>
            <a:r>
              <a:rPr lang="en-GB" sz="1100" err="1">
                <a:solidFill>
                  <a:schemeClr val="bg1"/>
                </a:solidFill>
                <a:latin typeface="Aptos" panose="020B0004020202020204" pitchFamily="34" charset="0"/>
              </a:rPr>
              <a:t>eiu</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temporo</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inl</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didunt</a:t>
            </a:r>
            <a:r>
              <a:rPr lang="en-GB" sz="1100">
                <a:solidFill>
                  <a:schemeClr val="bg1"/>
                </a:solidFill>
                <a:latin typeface="Aptos" panose="020B0004020202020204" pitchFamily="34" charset="0"/>
              </a:rPr>
              <a:t> uta labore et </a:t>
            </a:r>
            <a:r>
              <a:rPr lang="en-GB" sz="1100" err="1">
                <a:solidFill>
                  <a:schemeClr val="bg1"/>
                </a:solidFill>
                <a:latin typeface="Aptos" panose="020B0004020202020204" pitchFamily="34" charset="0"/>
              </a:rPr>
              <a:t>dolort</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eu</a:t>
            </a:r>
            <a:r>
              <a:rPr lang="en-GB" sz="1100">
                <a:solidFill>
                  <a:schemeClr val="bg1"/>
                </a:solidFill>
                <a:latin typeface="Aptos" panose="020B0004020202020204" pitchFamily="34" charset="0"/>
              </a:rPr>
              <a:t>t </a:t>
            </a:r>
            <a:r>
              <a:rPr lang="en-GB" sz="1100" err="1">
                <a:solidFill>
                  <a:schemeClr val="bg1"/>
                </a:solidFill>
                <a:latin typeface="Aptos" panose="020B0004020202020204" pitchFamily="34" charset="0"/>
              </a:rPr>
              <a:t>enim</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aderhe</a:t>
            </a:r>
            <a:r>
              <a:rPr lang="en-GB" sz="1100">
                <a:solidFill>
                  <a:schemeClr val="bg1"/>
                </a:solidFill>
                <a:latin typeface="Aptos" panose="020B0004020202020204" pitchFamily="34" charset="0"/>
              </a:rPr>
              <a:t> minimum </a:t>
            </a:r>
            <a:r>
              <a:rPr lang="en-GB" sz="1100" err="1">
                <a:solidFill>
                  <a:schemeClr val="bg1"/>
                </a:solidFill>
                <a:latin typeface="Aptos" panose="020B0004020202020204" pitchFamily="34" charset="0"/>
              </a:rPr>
              <a:t>veniam</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quis</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noi</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veniam</a:t>
            </a:r>
            <a:r>
              <a:rPr lang="en-GB" sz="1100">
                <a:solidFill>
                  <a:schemeClr val="bg1"/>
                </a:solidFill>
                <a:latin typeface="Aptos" panose="020B0004020202020204" pitchFamily="34" charset="0"/>
              </a:rPr>
              <a:t>as exercitation </a:t>
            </a:r>
            <a:r>
              <a:rPr lang="en-GB" sz="1100" err="1">
                <a:solidFill>
                  <a:schemeClr val="bg1"/>
                </a:solidFill>
                <a:latin typeface="Aptos" panose="020B0004020202020204" pitchFamily="34" charset="0"/>
              </a:rPr>
              <a:t>ullamco</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kathe</a:t>
            </a:r>
            <a:r>
              <a:rPr lang="en-GB" sz="1100">
                <a:solidFill>
                  <a:schemeClr val="bg1"/>
                </a:solidFill>
                <a:latin typeface="Aptos" panose="020B0004020202020204" pitchFamily="34" charset="0"/>
              </a:rPr>
              <a:t> </a:t>
            </a:r>
            <a:r>
              <a:rPr lang="en-GB" sz="1100" err="1">
                <a:solidFill>
                  <a:schemeClr val="bg1"/>
                </a:solidFill>
                <a:latin typeface="Aptos" panose="020B0004020202020204" pitchFamily="34" charset="0"/>
              </a:rPr>
              <a:t>laborise</a:t>
            </a:r>
            <a:r>
              <a:rPr lang="en-GB" sz="1100">
                <a:solidFill>
                  <a:schemeClr val="bg1"/>
                </a:solidFill>
                <a:latin typeface="Aptos" panose="020B0004020202020204" pitchFamily="34" charset="0"/>
              </a:rPr>
              <a:t> nisi cons.</a:t>
            </a:r>
            <a:endParaRPr lang="en-GR" sz="1100">
              <a:solidFill>
                <a:schemeClr val="bg1"/>
              </a:solidFill>
              <a:latin typeface="Aptos" panose="020B0004020202020204" pitchFamily="34" charset="0"/>
            </a:endParaRPr>
          </a:p>
        </p:txBody>
      </p:sp>
      <p:sp>
        <p:nvSpPr>
          <p:cNvPr id="3" name="Text Placeholder 2">
            <a:extLst>
              <a:ext uri="{FF2B5EF4-FFF2-40B4-BE49-F238E27FC236}">
                <a16:creationId xmlns:a16="http://schemas.microsoft.com/office/drawing/2014/main" id="{A1EA61F3-F87A-6A32-C372-476D90CE560F}"/>
              </a:ext>
            </a:extLst>
          </p:cNvPr>
          <p:cNvSpPr>
            <a:spLocks noGrp="1"/>
          </p:cNvSpPr>
          <p:nvPr>
            <p:ph type="body" sz="quarter" idx="25"/>
          </p:nvPr>
        </p:nvSpPr>
        <p:spPr>
          <a:xfrm>
            <a:off x="332318" y="741496"/>
            <a:ext cx="11531549" cy="334515"/>
          </a:xfrm>
        </p:spPr>
        <p:txBody>
          <a:bodyPr/>
          <a:lstStyle/>
          <a:p>
            <a:r>
              <a:rPr lang="en-GR"/>
              <a:t>Text and Charts</a:t>
            </a:r>
          </a:p>
        </p:txBody>
      </p:sp>
    </p:spTree>
    <p:extLst>
      <p:ext uri="{BB962C8B-B14F-4D97-AF65-F5344CB8AC3E}">
        <p14:creationId xmlns:p14="http://schemas.microsoft.com/office/powerpoint/2010/main" val="250361841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4C162F2-B028-8CC7-A3C6-7E96B08E75D7}"/>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161</a:t>
            </a:fld>
            <a:endParaRPr lang="en-GR"/>
          </a:p>
        </p:txBody>
      </p:sp>
      <p:sp>
        <p:nvSpPr>
          <p:cNvPr id="130" name="Rectangle 129">
            <a:extLst>
              <a:ext uri="{FF2B5EF4-FFF2-40B4-BE49-F238E27FC236}">
                <a16:creationId xmlns:a16="http://schemas.microsoft.com/office/drawing/2014/main" id="{BAC8FD0C-2152-7824-E3F1-8252FC24C32F}"/>
              </a:ext>
            </a:extLst>
          </p:cNvPr>
          <p:cNvSpPr/>
          <p:nvPr/>
        </p:nvSpPr>
        <p:spPr>
          <a:xfrm>
            <a:off x="342420" y="1275422"/>
            <a:ext cx="11509155" cy="5033938"/>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latin typeface="Aptos" panose="020B0004020202020204" pitchFamily="34" charset="0"/>
            </a:endParaRPr>
          </a:p>
        </p:txBody>
      </p:sp>
      <p:sp>
        <p:nvSpPr>
          <p:cNvPr id="131" name="Rectangle 130">
            <a:extLst>
              <a:ext uri="{FF2B5EF4-FFF2-40B4-BE49-F238E27FC236}">
                <a16:creationId xmlns:a16="http://schemas.microsoft.com/office/drawing/2014/main" id="{D8ADCE53-2B9D-C5F8-AF8F-25FD3BEDCFD1}"/>
              </a:ext>
            </a:extLst>
          </p:cNvPr>
          <p:cNvSpPr/>
          <p:nvPr/>
        </p:nvSpPr>
        <p:spPr>
          <a:xfrm>
            <a:off x="605642" y="2742675"/>
            <a:ext cx="1028583" cy="355942"/>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nchorCtr="0"/>
          <a:lstStyle/>
          <a:p>
            <a:pPr algn="ctr" defTabSz="913943">
              <a:defRPr/>
            </a:pPr>
            <a:r>
              <a:rPr lang="en-US" sz="1000">
                <a:solidFill>
                  <a:schemeClr val="tx1">
                    <a:lumMod val="65000"/>
                    <a:lumOff val="35000"/>
                  </a:schemeClr>
                </a:solidFill>
                <a:latin typeface="Aptos" panose="020B0004020202020204" pitchFamily="34" charset="0"/>
              </a:rPr>
              <a:t>Research</a:t>
            </a:r>
          </a:p>
        </p:txBody>
      </p:sp>
      <p:sp>
        <p:nvSpPr>
          <p:cNvPr id="132" name="Rectangle 131">
            <a:extLst>
              <a:ext uri="{FF2B5EF4-FFF2-40B4-BE49-F238E27FC236}">
                <a16:creationId xmlns:a16="http://schemas.microsoft.com/office/drawing/2014/main" id="{B4C8150D-3626-11D1-6379-DBF40114F52B}"/>
              </a:ext>
            </a:extLst>
          </p:cNvPr>
          <p:cNvSpPr/>
          <p:nvPr/>
        </p:nvSpPr>
        <p:spPr>
          <a:xfrm>
            <a:off x="605642" y="3928152"/>
            <a:ext cx="1028583" cy="355942"/>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nchorCtr="0"/>
          <a:lstStyle/>
          <a:p>
            <a:pPr algn="ctr" defTabSz="913943">
              <a:defRPr/>
            </a:pPr>
            <a:r>
              <a:rPr lang="en-US" sz="1000">
                <a:solidFill>
                  <a:schemeClr val="tx1">
                    <a:lumMod val="65000"/>
                    <a:lumOff val="35000"/>
                  </a:schemeClr>
                </a:solidFill>
                <a:latin typeface="Aptos" panose="020B0004020202020204" pitchFamily="34" charset="0"/>
              </a:rPr>
              <a:t>Design System</a:t>
            </a:r>
          </a:p>
        </p:txBody>
      </p:sp>
      <p:sp>
        <p:nvSpPr>
          <p:cNvPr id="133" name="Rectangle 132">
            <a:extLst>
              <a:ext uri="{FF2B5EF4-FFF2-40B4-BE49-F238E27FC236}">
                <a16:creationId xmlns:a16="http://schemas.microsoft.com/office/drawing/2014/main" id="{385430D2-C478-8E23-B20A-67851FEC1814}"/>
              </a:ext>
            </a:extLst>
          </p:cNvPr>
          <p:cNvSpPr/>
          <p:nvPr/>
        </p:nvSpPr>
        <p:spPr>
          <a:xfrm>
            <a:off x="605642" y="4323311"/>
            <a:ext cx="1028583" cy="355942"/>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nchorCtr="0"/>
          <a:lstStyle/>
          <a:p>
            <a:pPr algn="ctr" defTabSz="913943">
              <a:defRPr/>
            </a:pPr>
            <a:r>
              <a:rPr lang="en-US" sz="1000">
                <a:solidFill>
                  <a:schemeClr val="tx1">
                    <a:lumMod val="65000"/>
                    <a:lumOff val="35000"/>
                  </a:schemeClr>
                </a:solidFill>
                <a:latin typeface="Aptos" panose="020B0004020202020204" pitchFamily="34" charset="0"/>
              </a:rPr>
              <a:t>Info Arch</a:t>
            </a:r>
          </a:p>
        </p:txBody>
      </p:sp>
      <p:sp>
        <p:nvSpPr>
          <p:cNvPr id="134" name="Rectangle 133">
            <a:extLst>
              <a:ext uri="{FF2B5EF4-FFF2-40B4-BE49-F238E27FC236}">
                <a16:creationId xmlns:a16="http://schemas.microsoft.com/office/drawing/2014/main" id="{2BCC9578-B2A5-0AA2-1998-6F9614BE9CD8}"/>
              </a:ext>
            </a:extLst>
          </p:cNvPr>
          <p:cNvSpPr/>
          <p:nvPr/>
        </p:nvSpPr>
        <p:spPr>
          <a:xfrm>
            <a:off x="848376" y="1934854"/>
            <a:ext cx="683050" cy="3111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r" defTabSz="913943">
              <a:defRPr/>
            </a:pPr>
            <a:r>
              <a:rPr lang="en-US" sz="999">
                <a:solidFill>
                  <a:schemeClr val="tx1">
                    <a:lumMod val="65000"/>
                    <a:lumOff val="35000"/>
                  </a:schemeClr>
                </a:solidFill>
                <a:latin typeface="Aptos" panose="020B0004020202020204" pitchFamily="34" charset="0"/>
              </a:rPr>
              <a:t>Project</a:t>
            </a:r>
          </a:p>
          <a:p>
            <a:pPr algn="r" defTabSz="913943">
              <a:defRPr/>
            </a:pPr>
            <a:r>
              <a:rPr lang="en-US" sz="999">
                <a:solidFill>
                  <a:schemeClr val="tx1">
                    <a:lumMod val="65000"/>
                    <a:lumOff val="35000"/>
                  </a:schemeClr>
                </a:solidFill>
                <a:latin typeface="Aptos" panose="020B0004020202020204" pitchFamily="34" charset="0"/>
              </a:rPr>
              <a:t>Alignment</a:t>
            </a:r>
          </a:p>
        </p:txBody>
      </p:sp>
      <p:sp>
        <p:nvSpPr>
          <p:cNvPr id="135" name="Rectangle 134">
            <a:extLst>
              <a:ext uri="{FF2B5EF4-FFF2-40B4-BE49-F238E27FC236}">
                <a16:creationId xmlns:a16="http://schemas.microsoft.com/office/drawing/2014/main" id="{C23B1CB4-B546-24FF-6581-30C0DE32D9A9}"/>
              </a:ext>
            </a:extLst>
          </p:cNvPr>
          <p:cNvSpPr/>
          <p:nvPr/>
        </p:nvSpPr>
        <p:spPr>
          <a:xfrm>
            <a:off x="605642" y="3137834"/>
            <a:ext cx="1028583" cy="355942"/>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nchorCtr="0"/>
          <a:lstStyle/>
          <a:p>
            <a:pPr algn="ctr" defTabSz="913943">
              <a:defRPr/>
            </a:pPr>
            <a:r>
              <a:rPr lang="en-US" sz="1000">
                <a:solidFill>
                  <a:schemeClr val="tx1">
                    <a:lumMod val="65000"/>
                    <a:lumOff val="35000"/>
                  </a:schemeClr>
                </a:solidFill>
                <a:latin typeface="Aptos" panose="020B0004020202020204" pitchFamily="34" charset="0"/>
              </a:rPr>
              <a:t>Content</a:t>
            </a:r>
          </a:p>
        </p:txBody>
      </p:sp>
      <p:sp>
        <p:nvSpPr>
          <p:cNvPr id="136" name="Rectangle 135">
            <a:extLst>
              <a:ext uri="{FF2B5EF4-FFF2-40B4-BE49-F238E27FC236}">
                <a16:creationId xmlns:a16="http://schemas.microsoft.com/office/drawing/2014/main" id="{B3F37460-2EAB-A4A0-CB2D-4CB701FC7A54}"/>
              </a:ext>
            </a:extLst>
          </p:cNvPr>
          <p:cNvSpPr/>
          <p:nvPr/>
        </p:nvSpPr>
        <p:spPr>
          <a:xfrm>
            <a:off x="605642" y="3532994"/>
            <a:ext cx="1028583" cy="355942"/>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nchorCtr="0"/>
          <a:lstStyle/>
          <a:p>
            <a:pPr algn="ctr" defTabSz="913943">
              <a:defRPr/>
            </a:pPr>
            <a:r>
              <a:rPr lang="en-US" sz="1000">
                <a:solidFill>
                  <a:schemeClr val="tx1">
                    <a:lumMod val="65000"/>
                    <a:lumOff val="35000"/>
                  </a:schemeClr>
                </a:solidFill>
                <a:latin typeface="Aptos" panose="020B0004020202020204" pitchFamily="34" charset="0"/>
              </a:rPr>
              <a:t>Design</a:t>
            </a:r>
          </a:p>
        </p:txBody>
      </p:sp>
      <p:sp>
        <p:nvSpPr>
          <p:cNvPr id="137" name="Rectangle 136">
            <a:extLst>
              <a:ext uri="{FF2B5EF4-FFF2-40B4-BE49-F238E27FC236}">
                <a16:creationId xmlns:a16="http://schemas.microsoft.com/office/drawing/2014/main" id="{EB29753A-6C58-EC12-61D6-ABB996119C73}"/>
              </a:ext>
            </a:extLst>
          </p:cNvPr>
          <p:cNvSpPr/>
          <p:nvPr/>
        </p:nvSpPr>
        <p:spPr>
          <a:xfrm>
            <a:off x="605642" y="4718469"/>
            <a:ext cx="1028583" cy="355942"/>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nchorCtr="0"/>
          <a:lstStyle/>
          <a:p>
            <a:pPr algn="ctr" defTabSz="913943">
              <a:defRPr/>
            </a:pPr>
            <a:r>
              <a:rPr lang="en-US" sz="1000">
                <a:solidFill>
                  <a:schemeClr val="tx1">
                    <a:lumMod val="65000"/>
                    <a:lumOff val="35000"/>
                  </a:schemeClr>
                </a:solidFill>
                <a:latin typeface="Aptos" panose="020B0004020202020204" pitchFamily="34" charset="0"/>
              </a:rPr>
              <a:t>Front-End</a:t>
            </a:r>
          </a:p>
          <a:p>
            <a:pPr algn="ctr" defTabSz="913943">
              <a:defRPr/>
            </a:pPr>
            <a:r>
              <a:rPr lang="en-US" sz="1000">
                <a:solidFill>
                  <a:schemeClr val="tx1">
                    <a:lumMod val="65000"/>
                    <a:lumOff val="35000"/>
                  </a:schemeClr>
                </a:solidFill>
                <a:latin typeface="Aptos" panose="020B0004020202020204" pitchFamily="34" charset="0"/>
              </a:rPr>
              <a:t>Development</a:t>
            </a:r>
          </a:p>
        </p:txBody>
      </p:sp>
      <p:sp>
        <p:nvSpPr>
          <p:cNvPr id="138" name="Rectangle 137">
            <a:extLst>
              <a:ext uri="{FF2B5EF4-FFF2-40B4-BE49-F238E27FC236}">
                <a16:creationId xmlns:a16="http://schemas.microsoft.com/office/drawing/2014/main" id="{1905BE07-2ED2-43BE-435B-02AE8A2D3728}"/>
              </a:ext>
            </a:extLst>
          </p:cNvPr>
          <p:cNvSpPr/>
          <p:nvPr/>
        </p:nvSpPr>
        <p:spPr>
          <a:xfrm>
            <a:off x="605642" y="5113628"/>
            <a:ext cx="1028583" cy="355942"/>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nchorCtr="0"/>
          <a:lstStyle/>
          <a:p>
            <a:pPr algn="ctr" defTabSz="913943">
              <a:defRPr/>
            </a:pPr>
            <a:r>
              <a:rPr lang="en-US" sz="1000">
                <a:solidFill>
                  <a:schemeClr val="tx1">
                    <a:lumMod val="65000"/>
                    <a:lumOff val="35000"/>
                  </a:schemeClr>
                </a:solidFill>
                <a:latin typeface="Aptos" panose="020B0004020202020204" pitchFamily="34" charset="0"/>
              </a:rPr>
              <a:t>Content</a:t>
            </a:r>
          </a:p>
        </p:txBody>
      </p:sp>
      <p:sp>
        <p:nvSpPr>
          <p:cNvPr id="139" name="Rectangle 138">
            <a:extLst>
              <a:ext uri="{FF2B5EF4-FFF2-40B4-BE49-F238E27FC236}">
                <a16:creationId xmlns:a16="http://schemas.microsoft.com/office/drawing/2014/main" id="{3DD8103C-1367-9E1D-9B20-1B7A75A70FB9}"/>
              </a:ext>
            </a:extLst>
          </p:cNvPr>
          <p:cNvSpPr/>
          <p:nvPr/>
        </p:nvSpPr>
        <p:spPr>
          <a:xfrm>
            <a:off x="2600788" y="1934854"/>
            <a:ext cx="921170" cy="3111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defTabSz="913943">
              <a:defRPr/>
            </a:pPr>
            <a:r>
              <a:rPr lang="en-US" sz="999">
                <a:solidFill>
                  <a:schemeClr val="tx1">
                    <a:lumMod val="65000"/>
                    <a:lumOff val="35000"/>
                  </a:schemeClr>
                </a:solidFill>
                <a:latin typeface="Aptos" panose="020B0004020202020204" pitchFamily="34" charset="0"/>
              </a:rPr>
              <a:t>Concept</a:t>
            </a:r>
          </a:p>
          <a:p>
            <a:pPr algn="ctr" defTabSz="913943">
              <a:defRPr/>
            </a:pPr>
            <a:r>
              <a:rPr lang="en-US" sz="999">
                <a:solidFill>
                  <a:schemeClr val="tx1">
                    <a:lumMod val="65000"/>
                    <a:lumOff val="35000"/>
                  </a:schemeClr>
                </a:solidFill>
                <a:latin typeface="Aptos" panose="020B0004020202020204" pitchFamily="34" charset="0"/>
              </a:rPr>
              <a:t>Design</a:t>
            </a:r>
          </a:p>
        </p:txBody>
      </p:sp>
      <p:sp>
        <p:nvSpPr>
          <p:cNvPr id="140" name="Rectangle 139">
            <a:extLst>
              <a:ext uri="{FF2B5EF4-FFF2-40B4-BE49-F238E27FC236}">
                <a16:creationId xmlns:a16="http://schemas.microsoft.com/office/drawing/2014/main" id="{F7B60520-A82F-3D02-3846-A30910B29AF3}"/>
              </a:ext>
            </a:extLst>
          </p:cNvPr>
          <p:cNvSpPr/>
          <p:nvPr/>
        </p:nvSpPr>
        <p:spPr>
          <a:xfrm>
            <a:off x="3541676" y="1934854"/>
            <a:ext cx="707844" cy="28469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defTabSz="913943">
              <a:defRPr/>
            </a:pPr>
            <a:r>
              <a:rPr lang="en-US" sz="999">
                <a:solidFill>
                  <a:schemeClr val="tx1">
                    <a:lumMod val="65000"/>
                    <a:lumOff val="35000"/>
                  </a:schemeClr>
                </a:solidFill>
                <a:latin typeface="Aptos" panose="020B0004020202020204" pitchFamily="34" charset="0"/>
              </a:rPr>
              <a:t>Concept</a:t>
            </a:r>
          </a:p>
          <a:p>
            <a:pPr algn="ctr" defTabSz="913943">
              <a:defRPr/>
            </a:pPr>
            <a:r>
              <a:rPr lang="en-US" sz="999">
                <a:solidFill>
                  <a:schemeClr val="tx1">
                    <a:lumMod val="65000"/>
                    <a:lumOff val="35000"/>
                  </a:schemeClr>
                </a:solidFill>
                <a:latin typeface="Aptos" panose="020B0004020202020204" pitchFamily="34" charset="0"/>
              </a:rPr>
              <a:t>Testing</a:t>
            </a:r>
          </a:p>
        </p:txBody>
      </p:sp>
      <p:sp>
        <p:nvSpPr>
          <p:cNvPr id="141" name="Rectangle 140">
            <a:extLst>
              <a:ext uri="{FF2B5EF4-FFF2-40B4-BE49-F238E27FC236}">
                <a16:creationId xmlns:a16="http://schemas.microsoft.com/office/drawing/2014/main" id="{38A3742E-1F07-F75E-44AE-4092CCD1D204}"/>
              </a:ext>
            </a:extLst>
          </p:cNvPr>
          <p:cNvSpPr/>
          <p:nvPr/>
        </p:nvSpPr>
        <p:spPr>
          <a:xfrm>
            <a:off x="1977000" y="1934854"/>
            <a:ext cx="528490" cy="3111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defTabSz="913943">
              <a:defRPr/>
            </a:pPr>
            <a:r>
              <a:rPr lang="en-US" sz="999">
                <a:solidFill>
                  <a:schemeClr val="tx1">
                    <a:lumMod val="65000"/>
                    <a:lumOff val="35000"/>
                  </a:schemeClr>
                </a:solidFill>
                <a:latin typeface="Aptos" panose="020B0004020202020204" pitchFamily="34" charset="0"/>
              </a:rPr>
              <a:t>Project</a:t>
            </a:r>
          </a:p>
          <a:p>
            <a:pPr algn="ctr" defTabSz="913943">
              <a:defRPr/>
            </a:pPr>
            <a:r>
              <a:rPr lang="en-US" sz="999">
                <a:solidFill>
                  <a:schemeClr val="tx1">
                    <a:lumMod val="65000"/>
                    <a:lumOff val="35000"/>
                  </a:schemeClr>
                </a:solidFill>
                <a:latin typeface="Aptos" panose="020B0004020202020204" pitchFamily="34" charset="0"/>
              </a:rPr>
              <a:t>Kick-off</a:t>
            </a:r>
          </a:p>
        </p:txBody>
      </p:sp>
      <p:grpSp>
        <p:nvGrpSpPr>
          <p:cNvPr id="142" name="Group 141">
            <a:extLst>
              <a:ext uri="{FF2B5EF4-FFF2-40B4-BE49-F238E27FC236}">
                <a16:creationId xmlns:a16="http://schemas.microsoft.com/office/drawing/2014/main" id="{CE460320-1AD4-5BEB-53BA-F2FAE5EB221B}"/>
              </a:ext>
            </a:extLst>
          </p:cNvPr>
          <p:cNvGrpSpPr/>
          <p:nvPr/>
        </p:nvGrpSpPr>
        <p:grpSpPr>
          <a:xfrm>
            <a:off x="1665971" y="1801043"/>
            <a:ext cx="6896980" cy="4104001"/>
            <a:chOff x="1665971" y="2579601"/>
            <a:chExt cx="6896980" cy="3900638"/>
          </a:xfrm>
        </p:grpSpPr>
        <p:cxnSp>
          <p:nvCxnSpPr>
            <p:cNvPr id="143" name="Straight Connector 142">
              <a:extLst>
                <a:ext uri="{FF2B5EF4-FFF2-40B4-BE49-F238E27FC236}">
                  <a16:creationId xmlns:a16="http://schemas.microsoft.com/office/drawing/2014/main" id="{BBEDA0CC-0370-C030-1315-93BD5A327648}"/>
                </a:ext>
              </a:extLst>
            </p:cNvPr>
            <p:cNvCxnSpPr>
              <a:cxnSpLocks/>
            </p:cNvCxnSpPr>
            <p:nvPr/>
          </p:nvCxnSpPr>
          <p:spPr>
            <a:xfrm>
              <a:off x="5417517" y="2579602"/>
              <a:ext cx="0" cy="3900637"/>
            </a:xfrm>
            <a:prstGeom prst="line">
              <a:avLst/>
            </a:prstGeom>
            <a:ln w="25400" cap="rnd">
              <a:solidFill>
                <a:schemeClr val="accent6"/>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886F03FB-9297-1482-9092-2CF076A3D500}"/>
                </a:ext>
              </a:extLst>
            </p:cNvPr>
            <p:cNvCxnSpPr>
              <a:cxnSpLocks/>
            </p:cNvCxnSpPr>
            <p:nvPr/>
          </p:nvCxnSpPr>
          <p:spPr>
            <a:xfrm>
              <a:off x="3533515" y="2579602"/>
              <a:ext cx="0" cy="3900637"/>
            </a:xfrm>
            <a:prstGeom prst="line">
              <a:avLst/>
            </a:prstGeom>
            <a:ln w="25400" cap="rnd">
              <a:solidFill>
                <a:schemeClr val="accent6"/>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D032BB51-8C4B-059D-B82A-7432A81E8510}"/>
                </a:ext>
              </a:extLst>
            </p:cNvPr>
            <p:cNvCxnSpPr>
              <a:cxnSpLocks/>
            </p:cNvCxnSpPr>
            <p:nvPr/>
          </p:nvCxnSpPr>
          <p:spPr>
            <a:xfrm>
              <a:off x="1665971" y="2579601"/>
              <a:ext cx="0" cy="3900637"/>
            </a:xfrm>
            <a:prstGeom prst="line">
              <a:avLst/>
            </a:prstGeom>
            <a:ln w="25400" cap="rnd">
              <a:solidFill>
                <a:schemeClr val="accent6"/>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022CBB3F-B35D-0362-B2DD-A4B318ACBBCA}"/>
                </a:ext>
              </a:extLst>
            </p:cNvPr>
            <p:cNvCxnSpPr>
              <a:cxnSpLocks/>
            </p:cNvCxnSpPr>
            <p:nvPr/>
          </p:nvCxnSpPr>
          <p:spPr>
            <a:xfrm>
              <a:off x="2598699" y="2579602"/>
              <a:ext cx="0" cy="3900637"/>
            </a:xfrm>
            <a:prstGeom prst="line">
              <a:avLst/>
            </a:prstGeom>
            <a:ln w="25400" cap="rnd">
              <a:solidFill>
                <a:schemeClr val="accent6"/>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8114BE24-E183-28DD-9479-C030AF5FDAB8}"/>
                </a:ext>
              </a:extLst>
            </p:cNvPr>
            <p:cNvCxnSpPr>
              <a:cxnSpLocks/>
            </p:cNvCxnSpPr>
            <p:nvPr/>
          </p:nvCxnSpPr>
          <p:spPr>
            <a:xfrm>
              <a:off x="4711400" y="2579602"/>
              <a:ext cx="0" cy="3900637"/>
            </a:xfrm>
            <a:prstGeom prst="line">
              <a:avLst/>
            </a:prstGeom>
            <a:ln w="25400" cap="rnd">
              <a:solidFill>
                <a:schemeClr val="accent6"/>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018FD523-A6B0-7DC5-C76F-50277B1743FA}"/>
                </a:ext>
              </a:extLst>
            </p:cNvPr>
            <p:cNvCxnSpPr>
              <a:cxnSpLocks/>
            </p:cNvCxnSpPr>
            <p:nvPr/>
          </p:nvCxnSpPr>
          <p:spPr>
            <a:xfrm>
              <a:off x="8232448" y="2579602"/>
              <a:ext cx="0" cy="3900637"/>
            </a:xfrm>
            <a:prstGeom prst="line">
              <a:avLst/>
            </a:prstGeom>
            <a:ln w="25400" cap="rnd">
              <a:solidFill>
                <a:schemeClr val="accent6"/>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9B35D395-40BA-355D-A1B3-8F201E567E24}"/>
                </a:ext>
              </a:extLst>
            </p:cNvPr>
            <p:cNvCxnSpPr>
              <a:cxnSpLocks/>
            </p:cNvCxnSpPr>
            <p:nvPr/>
          </p:nvCxnSpPr>
          <p:spPr>
            <a:xfrm>
              <a:off x="4243697" y="2579602"/>
              <a:ext cx="0" cy="3900637"/>
            </a:xfrm>
            <a:prstGeom prst="line">
              <a:avLst/>
            </a:prstGeom>
            <a:ln w="25400" cap="rnd">
              <a:solidFill>
                <a:schemeClr val="accent6"/>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81BB6AEB-0CFB-CEAE-ADC2-9FB306FAE64A}"/>
                </a:ext>
              </a:extLst>
            </p:cNvPr>
            <p:cNvCxnSpPr>
              <a:cxnSpLocks/>
            </p:cNvCxnSpPr>
            <p:nvPr/>
          </p:nvCxnSpPr>
          <p:spPr>
            <a:xfrm>
              <a:off x="1888186" y="2579602"/>
              <a:ext cx="0" cy="3900637"/>
            </a:xfrm>
            <a:prstGeom prst="line">
              <a:avLst/>
            </a:prstGeom>
            <a:ln w="25400" cap="rnd">
              <a:solidFill>
                <a:schemeClr val="accent6"/>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50C15D28-4DBA-6B6F-2F1B-6410B75A24D6}"/>
                </a:ext>
              </a:extLst>
            </p:cNvPr>
            <p:cNvCxnSpPr>
              <a:cxnSpLocks/>
            </p:cNvCxnSpPr>
            <p:nvPr/>
          </p:nvCxnSpPr>
          <p:spPr>
            <a:xfrm>
              <a:off x="8562951" y="2579602"/>
              <a:ext cx="0" cy="3900637"/>
            </a:xfrm>
            <a:prstGeom prst="line">
              <a:avLst/>
            </a:prstGeom>
            <a:ln w="25400" cap="rnd">
              <a:solidFill>
                <a:schemeClr val="accent6"/>
              </a:solidFill>
              <a:prstDash val="sysDot"/>
              <a:tailEnd type="none"/>
            </a:ln>
          </p:spPr>
          <p:style>
            <a:lnRef idx="1">
              <a:schemeClr val="accent1"/>
            </a:lnRef>
            <a:fillRef idx="0">
              <a:schemeClr val="accent1"/>
            </a:fillRef>
            <a:effectRef idx="0">
              <a:schemeClr val="accent1"/>
            </a:effectRef>
            <a:fontRef idx="minor">
              <a:schemeClr val="tx1"/>
            </a:fontRef>
          </p:style>
        </p:cxnSp>
      </p:grpSp>
      <p:sp>
        <p:nvSpPr>
          <p:cNvPr id="152" name="Rectangle 151">
            <a:extLst>
              <a:ext uri="{FF2B5EF4-FFF2-40B4-BE49-F238E27FC236}">
                <a16:creationId xmlns:a16="http://schemas.microsoft.com/office/drawing/2014/main" id="{4455E1B3-5F03-926C-E2C3-5EA072E3AA99}"/>
              </a:ext>
            </a:extLst>
          </p:cNvPr>
          <p:cNvSpPr/>
          <p:nvPr/>
        </p:nvSpPr>
        <p:spPr>
          <a:xfrm>
            <a:off x="1930852" y="2747849"/>
            <a:ext cx="857179" cy="353997"/>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bg1"/>
                </a:solidFill>
                <a:latin typeface="Aptos" panose="020B0004020202020204" pitchFamily="34" charset="0"/>
              </a:rPr>
              <a:t>Benchmark</a:t>
            </a:r>
          </a:p>
          <a:p>
            <a:pPr algn="ctr" defTabSz="913943">
              <a:defRPr/>
            </a:pPr>
            <a:r>
              <a:rPr lang="en-US" sz="1000">
                <a:solidFill>
                  <a:schemeClr val="bg1"/>
                </a:solidFill>
                <a:latin typeface="Aptos" panose="020B0004020202020204" pitchFamily="34" charset="0"/>
              </a:rPr>
              <a:t>Interviews</a:t>
            </a:r>
          </a:p>
        </p:txBody>
      </p:sp>
      <p:sp>
        <p:nvSpPr>
          <p:cNvPr id="153" name="Rectangle 152">
            <a:extLst>
              <a:ext uri="{FF2B5EF4-FFF2-40B4-BE49-F238E27FC236}">
                <a16:creationId xmlns:a16="http://schemas.microsoft.com/office/drawing/2014/main" id="{730B5D7F-CCAB-27E2-569D-EAC4D424E2E7}"/>
              </a:ext>
            </a:extLst>
          </p:cNvPr>
          <p:cNvSpPr/>
          <p:nvPr/>
        </p:nvSpPr>
        <p:spPr>
          <a:xfrm>
            <a:off x="5464391" y="3919345"/>
            <a:ext cx="2748323" cy="353997"/>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bg1"/>
                </a:solidFill>
                <a:latin typeface="Aptos" panose="020B0004020202020204" pitchFamily="34" charset="0"/>
              </a:rPr>
              <a:t>Design System</a:t>
            </a:r>
          </a:p>
        </p:txBody>
      </p:sp>
      <p:sp>
        <p:nvSpPr>
          <p:cNvPr id="154" name="Rectangle 153">
            <a:extLst>
              <a:ext uri="{FF2B5EF4-FFF2-40B4-BE49-F238E27FC236}">
                <a16:creationId xmlns:a16="http://schemas.microsoft.com/office/drawing/2014/main" id="{401659C8-33AE-AFEF-66B3-C96733792813}"/>
              </a:ext>
            </a:extLst>
          </p:cNvPr>
          <p:cNvSpPr/>
          <p:nvPr/>
        </p:nvSpPr>
        <p:spPr>
          <a:xfrm>
            <a:off x="2352730" y="3130976"/>
            <a:ext cx="1156254" cy="353997"/>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bg1"/>
                </a:solidFill>
                <a:latin typeface="Aptos" panose="020B0004020202020204" pitchFamily="34" charset="0"/>
              </a:rPr>
              <a:t>Content Audit/Strategy</a:t>
            </a:r>
          </a:p>
        </p:txBody>
      </p:sp>
      <p:sp>
        <p:nvSpPr>
          <p:cNvPr id="155" name="Rectangle 154">
            <a:extLst>
              <a:ext uri="{FF2B5EF4-FFF2-40B4-BE49-F238E27FC236}">
                <a16:creationId xmlns:a16="http://schemas.microsoft.com/office/drawing/2014/main" id="{799CDFDF-AB42-6A21-08EC-EC934D5B2E72}"/>
              </a:ext>
            </a:extLst>
          </p:cNvPr>
          <p:cNvSpPr/>
          <p:nvPr/>
        </p:nvSpPr>
        <p:spPr>
          <a:xfrm>
            <a:off x="4741640" y="4309438"/>
            <a:ext cx="3471086" cy="353997"/>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bg1"/>
                </a:solidFill>
                <a:latin typeface="Aptos" panose="020B0004020202020204" pitchFamily="34" charset="0"/>
              </a:rPr>
              <a:t>Information Architecture</a:t>
            </a:r>
          </a:p>
        </p:txBody>
      </p:sp>
      <p:sp>
        <p:nvSpPr>
          <p:cNvPr id="156" name="Rectangle 155">
            <a:extLst>
              <a:ext uri="{FF2B5EF4-FFF2-40B4-BE49-F238E27FC236}">
                <a16:creationId xmlns:a16="http://schemas.microsoft.com/office/drawing/2014/main" id="{ABE9259B-1EFC-1776-562E-66860148D193}"/>
              </a:ext>
            </a:extLst>
          </p:cNvPr>
          <p:cNvSpPr/>
          <p:nvPr/>
        </p:nvSpPr>
        <p:spPr>
          <a:xfrm>
            <a:off x="2969311" y="3526617"/>
            <a:ext cx="900934" cy="353997"/>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913943">
              <a:defRPr/>
            </a:pPr>
            <a:r>
              <a:rPr lang="en-US" sz="1000">
                <a:solidFill>
                  <a:schemeClr val="bg1"/>
                </a:solidFill>
                <a:latin typeface="Aptos" panose="020B0004020202020204" pitchFamily="34" charset="0"/>
              </a:rPr>
              <a:t>Concept </a:t>
            </a:r>
          </a:p>
          <a:p>
            <a:pPr algn="ctr" defTabSz="913943">
              <a:defRPr/>
            </a:pPr>
            <a:r>
              <a:rPr lang="en-US" sz="1000">
                <a:solidFill>
                  <a:schemeClr val="bg1"/>
                </a:solidFill>
                <a:latin typeface="Aptos" panose="020B0004020202020204" pitchFamily="34" charset="0"/>
              </a:rPr>
              <a:t>Design</a:t>
            </a:r>
          </a:p>
        </p:txBody>
      </p:sp>
      <p:sp>
        <p:nvSpPr>
          <p:cNvPr id="157" name="Rectangle 156">
            <a:extLst>
              <a:ext uri="{FF2B5EF4-FFF2-40B4-BE49-F238E27FC236}">
                <a16:creationId xmlns:a16="http://schemas.microsoft.com/office/drawing/2014/main" id="{A4B30CBC-5D25-41B2-92F2-F29ED242BE8F}"/>
              </a:ext>
            </a:extLst>
          </p:cNvPr>
          <p:cNvSpPr/>
          <p:nvPr/>
        </p:nvSpPr>
        <p:spPr>
          <a:xfrm>
            <a:off x="5464390" y="3526616"/>
            <a:ext cx="2748316" cy="361383"/>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bg1"/>
                </a:solidFill>
                <a:latin typeface="Aptos" panose="020B0004020202020204" pitchFamily="34" charset="0"/>
              </a:rPr>
              <a:t>Design Sprints 0-5</a:t>
            </a:r>
          </a:p>
          <a:p>
            <a:pPr algn="ctr" defTabSz="913943">
              <a:defRPr/>
            </a:pPr>
            <a:r>
              <a:rPr lang="en-US" sz="1000">
                <a:solidFill>
                  <a:schemeClr val="bg1"/>
                </a:solidFill>
                <a:latin typeface="Aptos" panose="020B0004020202020204" pitchFamily="34" charset="0"/>
              </a:rPr>
              <a:t>(wireframes, templates, prototype, test)</a:t>
            </a:r>
          </a:p>
        </p:txBody>
      </p:sp>
      <p:sp>
        <p:nvSpPr>
          <p:cNvPr id="158" name="Rectangle 157">
            <a:extLst>
              <a:ext uri="{FF2B5EF4-FFF2-40B4-BE49-F238E27FC236}">
                <a16:creationId xmlns:a16="http://schemas.microsoft.com/office/drawing/2014/main" id="{A020D1B1-559B-BABB-7108-9A980F76728D}"/>
              </a:ext>
            </a:extLst>
          </p:cNvPr>
          <p:cNvSpPr/>
          <p:nvPr/>
        </p:nvSpPr>
        <p:spPr>
          <a:xfrm>
            <a:off x="2828951" y="4158109"/>
            <a:ext cx="679392" cy="26627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defTabSz="913943">
              <a:defRPr/>
            </a:pPr>
            <a:r>
              <a:rPr lang="en-US" sz="999">
                <a:solidFill>
                  <a:schemeClr val="tx1"/>
                </a:solidFill>
                <a:latin typeface="Aptos" panose="020B0004020202020204" pitchFamily="34" charset="0"/>
              </a:rPr>
              <a:t>Ideation</a:t>
            </a:r>
          </a:p>
          <a:p>
            <a:pPr defTabSz="913943">
              <a:defRPr/>
            </a:pPr>
            <a:r>
              <a:rPr lang="en-US" sz="999">
                <a:solidFill>
                  <a:schemeClr val="tx1"/>
                </a:solidFill>
                <a:latin typeface="Aptos" panose="020B0004020202020204" pitchFamily="34" charset="0"/>
              </a:rPr>
              <a:t>Workshops</a:t>
            </a:r>
          </a:p>
        </p:txBody>
      </p:sp>
      <p:sp>
        <p:nvSpPr>
          <p:cNvPr id="159" name="Rectangle 158">
            <a:extLst>
              <a:ext uri="{FF2B5EF4-FFF2-40B4-BE49-F238E27FC236}">
                <a16:creationId xmlns:a16="http://schemas.microsoft.com/office/drawing/2014/main" id="{8D00F7D8-FDFC-D60E-3387-065CE5898DAF}"/>
              </a:ext>
            </a:extLst>
          </p:cNvPr>
          <p:cNvSpPr/>
          <p:nvPr/>
        </p:nvSpPr>
        <p:spPr>
          <a:xfrm rot="5400000">
            <a:off x="2931193" y="4102867"/>
            <a:ext cx="3100672" cy="386203"/>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200">
                <a:solidFill>
                  <a:schemeClr val="tx1"/>
                </a:solidFill>
                <a:latin typeface="Aptos" panose="020B0004020202020204" pitchFamily="34" charset="0"/>
              </a:rPr>
              <a:t>Christmas and New Year Vacation</a:t>
            </a:r>
          </a:p>
        </p:txBody>
      </p:sp>
      <p:cxnSp>
        <p:nvCxnSpPr>
          <p:cNvPr id="160" name="Straight Connector 159">
            <a:extLst>
              <a:ext uri="{FF2B5EF4-FFF2-40B4-BE49-F238E27FC236}">
                <a16:creationId xmlns:a16="http://schemas.microsoft.com/office/drawing/2014/main" id="{0D3EB412-5AF0-AF93-1DDA-4F37E9DB619B}"/>
              </a:ext>
            </a:extLst>
          </p:cNvPr>
          <p:cNvCxnSpPr>
            <a:cxnSpLocks/>
          </p:cNvCxnSpPr>
          <p:nvPr/>
        </p:nvCxnSpPr>
        <p:spPr>
          <a:xfrm>
            <a:off x="2686094" y="3802167"/>
            <a:ext cx="0" cy="266278"/>
          </a:xfrm>
          <a:prstGeom prst="line">
            <a:avLst/>
          </a:prstGeom>
          <a:ln w="12700" cap="rnd" cmpd="sng">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161" name="Rectangle 160">
            <a:extLst>
              <a:ext uri="{FF2B5EF4-FFF2-40B4-BE49-F238E27FC236}">
                <a16:creationId xmlns:a16="http://schemas.microsoft.com/office/drawing/2014/main" id="{58E138CF-1443-1B03-5BCE-5BDE8F08D9B8}"/>
              </a:ext>
            </a:extLst>
          </p:cNvPr>
          <p:cNvSpPr/>
          <p:nvPr/>
        </p:nvSpPr>
        <p:spPr>
          <a:xfrm rot="5400000">
            <a:off x="6854665" y="4200749"/>
            <a:ext cx="3100669" cy="19044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200">
                <a:solidFill>
                  <a:schemeClr val="tx1"/>
                </a:solidFill>
                <a:latin typeface="Aptos" panose="020B0004020202020204" pitchFamily="34" charset="0"/>
              </a:rPr>
              <a:t>Easter Vacation</a:t>
            </a:r>
          </a:p>
        </p:txBody>
      </p:sp>
      <p:sp>
        <p:nvSpPr>
          <p:cNvPr id="162" name="Rectangle 161">
            <a:extLst>
              <a:ext uri="{FF2B5EF4-FFF2-40B4-BE49-F238E27FC236}">
                <a16:creationId xmlns:a16="http://schemas.microsoft.com/office/drawing/2014/main" id="{C6374C51-F796-2F9E-D9CC-A124C6683F9F}"/>
              </a:ext>
            </a:extLst>
          </p:cNvPr>
          <p:cNvSpPr/>
          <p:nvPr/>
        </p:nvSpPr>
        <p:spPr>
          <a:xfrm>
            <a:off x="8608346" y="4309438"/>
            <a:ext cx="2419302" cy="353997"/>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bg1"/>
                </a:solidFill>
                <a:latin typeface="Aptos" panose="020B0004020202020204" pitchFamily="34" charset="0"/>
              </a:rPr>
              <a:t>Information Architecture</a:t>
            </a:r>
          </a:p>
        </p:txBody>
      </p:sp>
      <p:grpSp>
        <p:nvGrpSpPr>
          <p:cNvPr id="163" name="Group 162">
            <a:extLst>
              <a:ext uri="{FF2B5EF4-FFF2-40B4-BE49-F238E27FC236}">
                <a16:creationId xmlns:a16="http://schemas.microsoft.com/office/drawing/2014/main" id="{CCFE6FCA-F79D-2E40-90A0-7CB1B1C52096}"/>
              </a:ext>
            </a:extLst>
          </p:cNvPr>
          <p:cNvGrpSpPr/>
          <p:nvPr/>
        </p:nvGrpSpPr>
        <p:grpSpPr>
          <a:xfrm>
            <a:off x="1695063" y="2352369"/>
            <a:ext cx="9882809" cy="295757"/>
            <a:chOff x="2185997" y="2308614"/>
            <a:chExt cx="12004483" cy="282883"/>
          </a:xfrm>
          <a:solidFill>
            <a:schemeClr val="accent2">
              <a:lumMod val="20000"/>
              <a:lumOff val="80000"/>
            </a:schemeClr>
          </a:solidFill>
        </p:grpSpPr>
        <p:sp>
          <p:nvSpPr>
            <p:cNvPr id="164" name="Rectangle 163">
              <a:extLst>
                <a:ext uri="{FF2B5EF4-FFF2-40B4-BE49-F238E27FC236}">
                  <a16:creationId xmlns:a16="http://schemas.microsoft.com/office/drawing/2014/main" id="{383103E2-851E-65CD-822B-F7762894B218}"/>
                </a:ext>
              </a:extLst>
            </p:cNvPr>
            <p:cNvSpPr/>
            <p:nvPr/>
          </p:nvSpPr>
          <p:spPr>
            <a:xfrm>
              <a:off x="2185997" y="2308614"/>
              <a:ext cx="1066915" cy="282883"/>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tx1">
                      <a:lumMod val="65000"/>
                      <a:lumOff val="35000"/>
                    </a:schemeClr>
                  </a:solidFill>
                  <a:latin typeface="Aptos" panose="020B0004020202020204" pitchFamily="34" charset="0"/>
                </a:rPr>
                <a:t>OCT 23</a:t>
              </a:r>
            </a:p>
          </p:txBody>
        </p:sp>
        <p:sp>
          <p:nvSpPr>
            <p:cNvPr id="165" name="Rectangle 164">
              <a:extLst>
                <a:ext uri="{FF2B5EF4-FFF2-40B4-BE49-F238E27FC236}">
                  <a16:creationId xmlns:a16="http://schemas.microsoft.com/office/drawing/2014/main" id="{12D2732A-27F8-9AB3-EE24-6C91C0326126}"/>
                </a:ext>
              </a:extLst>
            </p:cNvPr>
            <p:cNvSpPr/>
            <p:nvPr/>
          </p:nvSpPr>
          <p:spPr>
            <a:xfrm>
              <a:off x="3308115" y="2308614"/>
              <a:ext cx="1092794" cy="282883"/>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tx1">
                      <a:lumMod val="65000"/>
                      <a:lumOff val="35000"/>
                    </a:schemeClr>
                  </a:solidFill>
                  <a:latin typeface="Aptos" panose="020B0004020202020204" pitchFamily="34" charset="0"/>
                </a:rPr>
                <a:t>NOV 23</a:t>
              </a:r>
            </a:p>
          </p:txBody>
        </p:sp>
        <p:sp>
          <p:nvSpPr>
            <p:cNvPr id="166" name="Rectangle 165">
              <a:extLst>
                <a:ext uri="{FF2B5EF4-FFF2-40B4-BE49-F238E27FC236}">
                  <a16:creationId xmlns:a16="http://schemas.microsoft.com/office/drawing/2014/main" id="{7ABF4F95-9646-B334-367A-4DE8903B8B3F}"/>
                </a:ext>
              </a:extLst>
            </p:cNvPr>
            <p:cNvSpPr/>
            <p:nvPr/>
          </p:nvSpPr>
          <p:spPr>
            <a:xfrm>
              <a:off x="4456112" y="2308614"/>
              <a:ext cx="1066915" cy="282883"/>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tx1">
                      <a:lumMod val="65000"/>
                      <a:lumOff val="35000"/>
                    </a:schemeClr>
                  </a:solidFill>
                  <a:latin typeface="Aptos" panose="020B0004020202020204" pitchFamily="34" charset="0"/>
                </a:rPr>
                <a:t>DEC 23</a:t>
              </a:r>
            </a:p>
          </p:txBody>
        </p:sp>
        <p:sp>
          <p:nvSpPr>
            <p:cNvPr id="167" name="Rectangle 166">
              <a:extLst>
                <a:ext uri="{FF2B5EF4-FFF2-40B4-BE49-F238E27FC236}">
                  <a16:creationId xmlns:a16="http://schemas.microsoft.com/office/drawing/2014/main" id="{8500DED1-3A64-5D5A-2388-A0461CC2FC2A}"/>
                </a:ext>
              </a:extLst>
            </p:cNvPr>
            <p:cNvSpPr/>
            <p:nvPr/>
          </p:nvSpPr>
          <p:spPr>
            <a:xfrm>
              <a:off x="5578230" y="2308614"/>
              <a:ext cx="1099673" cy="282883"/>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tx1">
                      <a:lumMod val="65000"/>
                      <a:lumOff val="35000"/>
                    </a:schemeClr>
                  </a:solidFill>
                  <a:latin typeface="Aptos" panose="020B0004020202020204" pitchFamily="34" charset="0"/>
                </a:rPr>
                <a:t>JAN 24</a:t>
              </a:r>
            </a:p>
          </p:txBody>
        </p:sp>
        <p:sp>
          <p:nvSpPr>
            <p:cNvPr id="168" name="Rectangle 167">
              <a:extLst>
                <a:ext uri="{FF2B5EF4-FFF2-40B4-BE49-F238E27FC236}">
                  <a16:creationId xmlns:a16="http://schemas.microsoft.com/office/drawing/2014/main" id="{280BF49F-AD5B-4884-08EF-BE516EA0CC6F}"/>
                </a:ext>
              </a:extLst>
            </p:cNvPr>
            <p:cNvSpPr/>
            <p:nvPr/>
          </p:nvSpPr>
          <p:spPr>
            <a:xfrm>
              <a:off x="6733106" y="2308614"/>
              <a:ext cx="1099673" cy="282883"/>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tx1">
                      <a:lumMod val="65000"/>
                      <a:lumOff val="35000"/>
                    </a:schemeClr>
                  </a:solidFill>
                  <a:latin typeface="Aptos" panose="020B0004020202020204" pitchFamily="34" charset="0"/>
                </a:rPr>
                <a:t>FEB 24</a:t>
              </a:r>
            </a:p>
          </p:txBody>
        </p:sp>
        <p:sp>
          <p:nvSpPr>
            <p:cNvPr id="169" name="Rectangle 168">
              <a:extLst>
                <a:ext uri="{FF2B5EF4-FFF2-40B4-BE49-F238E27FC236}">
                  <a16:creationId xmlns:a16="http://schemas.microsoft.com/office/drawing/2014/main" id="{F638385D-3384-771B-86C6-00F52AD8CD36}"/>
                </a:ext>
              </a:extLst>
            </p:cNvPr>
            <p:cNvSpPr/>
            <p:nvPr/>
          </p:nvSpPr>
          <p:spPr>
            <a:xfrm>
              <a:off x="7887982" y="2308614"/>
              <a:ext cx="1066915" cy="282883"/>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tx1">
                      <a:lumMod val="65000"/>
                      <a:lumOff val="35000"/>
                    </a:schemeClr>
                  </a:solidFill>
                  <a:latin typeface="Aptos" panose="020B0004020202020204" pitchFamily="34" charset="0"/>
                </a:rPr>
                <a:t>MAR 24</a:t>
              </a:r>
            </a:p>
          </p:txBody>
        </p:sp>
        <p:sp>
          <p:nvSpPr>
            <p:cNvPr id="170" name="Rectangle 169">
              <a:extLst>
                <a:ext uri="{FF2B5EF4-FFF2-40B4-BE49-F238E27FC236}">
                  <a16:creationId xmlns:a16="http://schemas.microsoft.com/office/drawing/2014/main" id="{952D7D4A-A604-6F20-57F8-3A7CEDB9F7C2}"/>
                </a:ext>
              </a:extLst>
            </p:cNvPr>
            <p:cNvSpPr/>
            <p:nvPr/>
          </p:nvSpPr>
          <p:spPr>
            <a:xfrm>
              <a:off x="9010100" y="2308614"/>
              <a:ext cx="1092794" cy="282883"/>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tx1">
                      <a:lumMod val="65000"/>
                      <a:lumOff val="35000"/>
                    </a:schemeClr>
                  </a:solidFill>
                  <a:latin typeface="Aptos" panose="020B0004020202020204" pitchFamily="34" charset="0"/>
                </a:rPr>
                <a:t>APR 24</a:t>
              </a:r>
            </a:p>
          </p:txBody>
        </p:sp>
        <p:sp>
          <p:nvSpPr>
            <p:cNvPr id="171" name="Rectangle 170">
              <a:extLst>
                <a:ext uri="{FF2B5EF4-FFF2-40B4-BE49-F238E27FC236}">
                  <a16:creationId xmlns:a16="http://schemas.microsoft.com/office/drawing/2014/main" id="{8FA6A062-C7F4-7045-2A8D-9D14ECFDAB80}"/>
                </a:ext>
              </a:extLst>
            </p:cNvPr>
            <p:cNvSpPr/>
            <p:nvPr/>
          </p:nvSpPr>
          <p:spPr>
            <a:xfrm>
              <a:off x="10158097" y="2308614"/>
              <a:ext cx="1092794" cy="282883"/>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tx1">
                      <a:lumMod val="65000"/>
                      <a:lumOff val="35000"/>
                    </a:schemeClr>
                  </a:solidFill>
                  <a:latin typeface="Aptos" panose="020B0004020202020204" pitchFamily="34" charset="0"/>
                </a:rPr>
                <a:t>MAY 24</a:t>
              </a:r>
            </a:p>
          </p:txBody>
        </p:sp>
        <p:sp>
          <p:nvSpPr>
            <p:cNvPr id="172" name="Rectangle 171">
              <a:extLst>
                <a:ext uri="{FF2B5EF4-FFF2-40B4-BE49-F238E27FC236}">
                  <a16:creationId xmlns:a16="http://schemas.microsoft.com/office/drawing/2014/main" id="{24E219DF-A939-5A1D-8F49-AF4FD7DE572F}"/>
                </a:ext>
              </a:extLst>
            </p:cNvPr>
            <p:cNvSpPr/>
            <p:nvPr/>
          </p:nvSpPr>
          <p:spPr>
            <a:xfrm>
              <a:off x="11306092" y="2308614"/>
              <a:ext cx="1092794" cy="282883"/>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tx1">
                      <a:lumMod val="65000"/>
                      <a:lumOff val="35000"/>
                    </a:schemeClr>
                  </a:solidFill>
                  <a:latin typeface="Aptos" panose="020B0004020202020204" pitchFamily="34" charset="0"/>
                </a:rPr>
                <a:t>JUN 24</a:t>
              </a:r>
            </a:p>
          </p:txBody>
        </p:sp>
        <p:sp>
          <p:nvSpPr>
            <p:cNvPr id="173" name="Rectangle 172">
              <a:extLst>
                <a:ext uri="{FF2B5EF4-FFF2-40B4-BE49-F238E27FC236}">
                  <a16:creationId xmlns:a16="http://schemas.microsoft.com/office/drawing/2014/main" id="{A6E4F08C-6005-8CB5-DCBB-2668DF4968B5}"/>
                </a:ext>
              </a:extLst>
            </p:cNvPr>
            <p:cNvSpPr/>
            <p:nvPr/>
          </p:nvSpPr>
          <p:spPr>
            <a:xfrm>
              <a:off x="12457817" y="2308614"/>
              <a:ext cx="1092794" cy="282883"/>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tx1">
                      <a:lumMod val="65000"/>
                      <a:lumOff val="35000"/>
                    </a:schemeClr>
                  </a:solidFill>
                  <a:latin typeface="Aptos" panose="020B0004020202020204" pitchFamily="34" charset="0"/>
                </a:rPr>
                <a:t>JUL 24</a:t>
              </a:r>
            </a:p>
          </p:txBody>
        </p:sp>
        <p:sp>
          <p:nvSpPr>
            <p:cNvPr id="174" name="Rectangle 173">
              <a:extLst>
                <a:ext uri="{FF2B5EF4-FFF2-40B4-BE49-F238E27FC236}">
                  <a16:creationId xmlns:a16="http://schemas.microsoft.com/office/drawing/2014/main" id="{63946A97-F391-C94C-7D76-D1AEB6124557}"/>
                </a:ext>
              </a:extLst>
            </p:cNvPr>
            <p:cNvSpPr/>
            <p:nvPr/>
          </p:nvSpPr>
          <p:spPr>
            <a:xfrm>
              <a:off x="13609543" y="2308614"/>
              <a:ext cx="580937" cy="282883"/>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tx1"/>
                  </a:solidFill>
                  <a:latin typeface="Aptos" panose="020B0004020202020204" pitchFamily="34" charset="0"/>
                </a:rPr>
                <a:t>&gt;</a:t>
              </a:r>
            </a:p>
          </p:txBody>
        </p:sp>
      </p:grpSp>
      <p:sp>
        <p:nvSpPr>
          <p:cNvPr id="175" name="Rectangle 174">
            <a:extLst>
              <a:ext uri="{FF2B5EF4-FFF2-40B4-BE49-F238E27FC236}">
                <a16:creationId xmlns:a16="http://schemas.microsoft.com/office/drawing/2014/main" id="{87983003-763F-3975-BFED-FCAB0D289C99}"/>
              </a:ext>
            </a:extLst>
          </p:cNvPr>
          <p:cNvSpPr/>
          <p:nvPr/>
        </p:nvSpPr>
        <p:spPr>
          <a:xfrm>
            <a:off x="8607904" y="5097237"/>
            <a:ext cx="2969970" cy="353997"/>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bg1"/>
                </a:solidFill>
                <a:latin typeface="Aptos" panose="020B0004020202020204" pitchFamily="34" charset="0"/>
              </a:rPr>
              <a:t>Content Development</a:t>
            </a:r>
          </a:p>
        </p:txBody>
      </p:sp>
      <p:sp>
        <p:nvSpPr>
          <p:cNvPr id="176" name="Rectangle 175">
            <a:extLst>
              <a:ext uri="{FF2B5EF4-FFF2-40B4-BE49-F238E27FC236}">
                <a16:creationId xmlns:a16="http://schemas.microsoft.com/office/drawing/2014/main" id="{0A298022-E843-1AD9-5EC9-6C468022AFEF}"/>
              </a:ext>
            </a:extLst>
          </p:cNvPr>
          <p:cNvSpPr/>
          <p:nvPr/>
        </p:nvSpPr>
        <p:spPr>
          <a:xfrm>
            <a:off x="5438520" y="1934854"/>
            <a:ext cx="2773174" cy="3111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defTabSz="913943">
              <a:defRPr/>
            </a:pPr>
            <a:r>
              <a:rPr lang="en-US" sz="999">
                <a:solidFill>
                  <a:schemeClr val="tx1">
                    <a:lumMod val="65000"/>
                    <a:lumOff val="35000"/>
                  </a:schemeClr>
                </a:solidFill>
                <a:latin typeface="Aptos" panose="020B0004020202020204" pitchFamily="34" charset="0"/>
              </a:rPr>
              <a:t>Design Sprints </a:t>
            </a:r>
          </a:p>
          <a:p>
            <a:pPr algn="ctr" defTabSz="913943">
              <a:defRPr/>
            </a:pPr>
            <a:r>
              <a:rPr lang="en-US" sz="999">
                <a:solidFill>
                  <a:schemeClr val="tx1">
                    <a:lumMod val="65000"/>
                    <a:lumOff val="35000"/>
                  </a:schemeClr>
                </a:solidFill>
                <a:latin typeface="Aptos" panose="020B0004020202020204" pitchFamily="34" charset="0"/>
              </a:rPr>
              <a:t>and Design System</a:t>
            </a:r>
          </a:p>
        </p:txBody>
      </p:sp>
      <p:sp>
        <p:nvSpPr>
          <p:cNvPr id="177" name="Rectangle 176">
            <a:extLst>
              <a:ext uri="{FF2B5EF4-FFF2-40B4-BE49-F238E27FC236}">
                <a16:creationId xmlns:a16="http://schemas.microsoft.com/office/drawing/2014/main" id="{C696C54A-2841-FF39-CB66-D49D8A6A3D84}"/>
              </a:ext>
            </a:extLst>
          </p:cNvPr>
          <p:cNvSpPr/>
          <p:nvPr/>
        </p:nvSpPr>
        <p:spPr>
          <a:xfrm>
            <a:off x="4735933" y="3526616"/>
            <a:ext cx="651347" cy="353997"/>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nchorCtr="0"/>
          <a:lstStyle/>
          <a:p>
            <a:pPr algn="ctr" defTabSz="913943">
              <a:defRPr/>
            </a:pPr>
            <a:r>
              <a:rPr lang="en-US" sz="1000">
                <a:solidFill>
                  <a:schemeClr val="bg1"/>
                </a:solidFill>
                <a:latin typeface="Aptos" panose="020B0004020202020204" pitchFamily="34" charset="0"/>
              </a:rPr>
              <a:t>Concept</a:t>
            </a:r>
          </a:p>
          <a:p>
            <a:pPr algn="ctr" defTabSz="913943">
              <a:defRPr/>
            </a:pPr>
            <a:r>
              <a:rPr lang="en-US" sz="1000">
                <a:solidFill>
                  <a:schemeClr val="bg1"/>
                </a:solidFill>
                <a:latin typeface="Aptos" panose="020B0004020202020204" pitchFamily="34" charset="0"/>
              </a:rPr>
              <a:t>Refined</a:t>
            </a:r>
          </a:p>
        </p:txBody>
      </p:sp>
      <p:sp>
        <p:nvSpPr>
          <p:cNvPr id="178" name="Rectangle 177">
            <a:extLst>
              <a:ext uri="{FF2B5EF4-FFF2-40B4-BE49-F238E27FC236}">
                <a16:creationId xmlns:a16="http://schemas.microsoft.com/office/drawing/2014/main" id="{F0E1B547-C02E-CFD2-C1DE-7A9508AE46E2}"/>
              </a:ext>
            </a:extLst>
          </p:cNvPr>
          <p:cNvSpPr/>
          <p:nvPr/>
        </p:nvSpPr>
        <p:spPr>
          <a:xfrm>
            <a:off x="3562027" y="3130976"/>
            <a:ext cx="653859" cy="353997"/>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bg1"/>
                </a:solidFill>
                <a:latin typeface="Aptos" panose="020B0004020202020204" pitchFamily="34" charset="0"/>
              </a:rPr>
              <a:t>Tone of Voice</a:t>
            </a:r>
          </a:p>
        </p:txBody>
      </p:sp>
      <p:sp>
        <p:nvSpPr>
          <p:cNvPr id="179" name="Rectangle 178">
            <a:extLst>
              <a:ext uri="{FF2B5EF4-FFF2-40B4-BE49-F238E27FC236}">
                <a16:creationId xmlns:a16="http://schemas.microsoft.com/office/drawing/2014/main" id="{1E677BDB-A9B8-C3C7-936D-DBEE18AA1B24}"/>
              </a:ext>
            </a:extLst>
          </p:cNvPr>
          <p:cNvSpPr/>
          <p:nvPr/>
        </p:nvSpPr>
        <p:spPr>
          <a:xfrm>
            <a:off x="3541190" y="4140201"/>
            <a:ext cx="539887" cy="26627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defTabSz="913943">
              <a:defRPr/>
            </a:pPr>
            <a:r>
              <a:rPr lang="en-US" sz="999">
                <a:solidFill>
                  <a:schemeClr val="tx1"/>
                </a:solidFill>
                <a:latin typeface="Aptos" panose="020B0004020202020204" pitchFamily="34" charset="0"/>
              </a:rPr>
              <a:t>Concept</a:t>
            </a:r>
          </a:p>
          <a:p>
            <a:pPr algn="r" defTabSz="913943">
              <a:defRPr/>
            </a:pPr>
            <a:r>
              <a:rPr lang="en-US" sz="999">
                <a:solidFill>
                  <a:schemeClr val="tx1"/>
                </a:solidFill>
                <a:latin typeface="Aptos" panose="020B0004020202020204" pitchFamily="34" charset="0"/>
              </a:rPr>
              <a:t>Testing</a:t>
            </a:r>
          </a:p>
        </p:txBody>
      </p:sp>
      <p:cxnSp>
        <p:nvCxnSpPr>
          <p:cNvPr id="180" name="Straight Connector 179">
            <a:extLst>
              <a:ext uri="{FF2B5EF4-FFF2-40B4-BE49-F238E27FC236}">
                <a16:creationId xmlns:a16="http://schemas.microsoft.com/office/drawing/2014/main" id="{8ABF1962-1511-18FD-2CBF-EED6FB9C393E}"/>
              </a:ext>
            </a:extLst>
          </p:cNvPr>
          <p:cNvCxnSpPr>
            <a:cxnSpLocks/>
          </p:cNvCxnSpPr>
          <p:nvPr/>
        </p:nvCxnSpPr>
        <p:spPr>
          <a:xfrm>
            <a:off x="4036171" y="3802167"/>
            <a:ext cx="0" cy="266278"/>
          </a:xfrm>
          <a:prstGeom prst="line">
            <a:avLst/>
          </a:prstGeom>
          <a:ln w="12700" cap="rnd" cmpd="sng">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181" name="Rectangle 180">
            <a:extLst>
              <a:ext uri="{FF2B5EF4-FFF2-40B4-BE49-F238E27FC236}">
                <a16:creationId xmlns:a16="http://schemas.microsoft.com/office/drawing/2014/main" id="{5D801E24-A559-F05C-C866-091F5B278AC0}"/>
              </a:ext>
            </a:extLst>
          </p:cNvPr>
          <p:cNvSpPr/>
          <p:nvPr/>
        </p:nvSpPr>
        <p:spPr>
          <a:xfrm>
            <a:off x="605642" y="5508788"/>
            <a:ext cx="1028583" cy="355942"/>
          </a:xfrm>
          <a:prstGeom prst="rect">
            <a:avLst/>
          </a:prstGeom>
          <a:solidFill>
            <a:schemeClr val="accent5">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nchorCtr="0"/>
          <a:lstStyle/>
          <a:p>
            <a:pPr algn="ctr" defTabSz="913943">
              <a:defRPr/>
            </a:pPr>
            <a:r>
              <a:rPr lang="en-US" sz="1000">
                <a:solidFill>
                  <a:schemeClr val="tx1">
                    <a:lumMod val="65000"/>
                    <a:lumOff val="35000"/>
                  </a:schemeClr>
                </a:solidFill>
                <a:latin typeface="Aptos" panose="020B0004020202020204" pitchFamily="34" charset="0"/>
              </a:rPr>
              <a:t>Development</a:t>
            </a:r>
          </a:p>
        </p:txBody>
      </p:sp>
      <p:sp>
        <p:nvSpPr>
          <p:cNvPr id="182" name="Rectangle 181">
            <a:extLst>
              <a:ext uri="{FF2B5EF4-FFF2-40B4-BE49-F238E27FC236}">
                <a16:creationId xmlns:a16="http://schemas.microsoft.com/office/drawing/2014/main" id="{94507502-98E5-DF70-75AA-2FB01E29D19D}"/>
              </a:ext>
            </a:extLst>
          </p:cNvPr>
          <p:cNvSpPr/>
          <p:nvPr/>
        </p:nvSpPr>
        <p:spPr>
          <a:xfrm>
            <a:off x="8607905" y="5492307"/>
            <a:ext cx="2970536" cy="353997"/>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bg1"/>
                </a:solidFill>
                <a:latin typeface="Aptos" panose="020B0004020202020204" pitchFamily="34" charset="0"/>
              </a:rPr>
              <a:t>Sitecore Development</a:t>
            </a:r>
          </a:p>
        </p:txBody>
      </p:sp>
      <p:sp>
        <p:nvSpPr>
          <p:cNvPr id="183" name="Rectangle 182">
            <a:extLst>
              <a:ext uri="{FF2B5EF4-FFF2-40B4-BE49-F238E27FC236}">
                <a16:creationId xmlns:a16="http://schemas.microsoft.com/office/drawing/2014/main" id="{53897707-C56C-E3DE-82BA-8DAB62D4C3AB}"/>
              </a:ext>
            </a:extLst>
          </p:cNvPr>
          <p:cNvSpPr/>
          <p:nvPr/>
        </p:nvSpPr>
        <p:spPr>
          <a:xfrm>
            <a:off x="6425414" y="5097237"/>
            <a:ext cx="1801215" cy="353997"/>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bg1"/>
                </a:solidFill>
                <a:latin typeface="Aptos" panose="020B0004020202020204" pitchFamily="34" charset="0"/>
              </a:rPr>
              <a:t>Content Development</a:t>
            </a:r>
          </a:p>
        </p:txBody>
      </p:sp>
      <p:sp>
        <p:nvSpPr>
          <p:cNvPr id="184" name="Rectangle 183">
            <a:extLst>
              <a:ext uri="{FF2B5EF4-FFF2-40B4-BE49-F238E27FC236}">
                <a16:creationId xmlns:a16="http://schemas.microsoft.com/office/drawing/2014/main" id="{66DD3568-98E1-74EE-124F-DC858C45FF5B}"/>
              </a:ext>
            </a:extLst>
          </p:cNvPr>
          <p:cNvSpPr/>
          <p:nvPr/>
        </p:nvSpPr>
        <p:spPr>
          <a:xfrm>
            <a:off x="6963782" y="5492307"/>
            <a:ext cx="1247912" cy="353997"/>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bg1"/>
                </a:solidFill>
                <a:latin typeface="Aptos" panose="020B0004020202020204" pitchFamily="34" charset="0"/>
              </a:rPr>
              <a:t>Sitecore Development</a:t>
            </a:r>
          </a:p>
        </p:txBody>
      </p:sp>
      <p:sp>
        <p:nvSpPr>
          <p:cNvPr id="185" name="Rectangle 184">
            <a:extLst>
              <a:ext uri="{FF2B5EF4-FFF2-40B4-BE49-F238E27FC236}">
                <a16:creationId xmlns:a16="http://schemas.microsoft.com/office/drawing/2014/main" id="{3E1FDE3F-124E-DFEA-A025-939DFB9DE8D6}"/>
              </a:ext>
            </a:extLst>
          </p:cNvPr>
          <p:cNvSpPr/>
          <p:nvPr/>
        </p:nvSpPr>
        <p:spPr>
          <a:xfrm>
            <a:off x="5113856" y="4702167"/>
            <a:ext cx="3098873" cy="353997"/>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bg1"/>
                </a:solidFill>
                <a:latin typeface="Aptos" panose="020B0004020202020204" pitchFamily="34" charset="0"/>
              </a:rPr>
              <a:t>Front-End Development (HTML, CSS, </a:t>
            </a:r>
            <a:r>
              <a:rPr lang="en-US" sz="1000" err="1">
                <a:solidFill>
                  <a:schemeClr val="bg1"/>
                </a:solidFill>
                <a:latin typeface="Aptos" panose="020B0004020202020204" pitchFamily="34" charset="0"/>
              </a:rPr>
              <a:t>Javascript</a:t>
            </a:r>
            <a:r>
              <a:rPr lang="en-US" sz="1000">
                <a:solidFill>
                  <a:schemeClr val="bg1"/>
                </a:solidFill>
                <a:latin typeface="Aptos" panose="020B0004020202020204" pitchFamily="34" charset="0"/>
              </a:rPr>
              <a:t>)</a:t>
            </a:r>
          </a:p>
        </p:txBody>
      </p:sp>
      <p:sp>
        <p:nvSpPr>
          <p:cNvPr id="186" name="Rectangle 185">
            <a:extLst>
              <a:ext uri="{FF2B5EF4-FFF2-40B4-BE49-F238E27FC236}">
                <a16:creationId xmlns:a16="http://schemas.microsoft.com/office/drawing/2014/main" id="{64F9E818-3D2A-5569-E684-605D379ADBAC}"/>
              </a:ext>
            </a:extLst>
          </p:cNvPr>
          <p:cNvSpPr/>
          <p:nvPr/>
        </p:nvSpPr>
        <p:spPr>
          <a:xfrm>
            <a:off x="8608346" y="4702167"/>
            <a:ext cx="2419308" cy="353997"/>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bg1"/>
                </a:solidFill>
                <a:latin typeface="Aptos" panose="020B0004020202020204" pitchFamily="34" charset="0"/>
              </a:rPr>
              <a:t>Front-End Development</a:t>
            </a:r>
          </a:p>
        </p:txBody>
      </p:sp>
      <p:cxnSp>
        <p:nvCxnSpPr>
          <p:cNvPr id="187" name="Straight Connector 186">
            <a:extLst>
              <a:ext uri="{FF2B5EF4-FFF2-40B4-BE49-F238E27FC236}">
                <a16:creationId xmlns:a16="http://schemas.microsoft.com/office/drawing/2014/main" id="{6A524B5F-0436-8090-27AB-0BE656431261}"/>
              </a:ext>
            </a:extLst>
          </p:cNvPr>
          <p:cNvCxnSpPr>
            <a:cxnSpLocks/>
          </p:cNvCxnSpPr>
          <p:nvPr/>
        </p:nvCxnSpPr>
        <p:spPr>
          <a:xfrm>
            <a:off x="2843544" y="3802167"/>
            <a:ext cx="0" cy="266278"/>
          </a:xfrm>
          <a:prstGeom prst="line">
            <a:avLst/>
          </a:prstGeom>
          <a:ln w="12700" cap="rnd" cmpd="sng">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188" name="Rectangle 187">
            <a:extLst>
              <a:ext uri="{FF2B5EF4-FFF2-40B4-BE49-F238E27FC236}">
                <a16:creationId xmlns:a16="http://schemas.microsoft.com/office/drawing/2014/main" id="{84BFC7C6-649D-6D6F-E3D0-14D5669D6859}"/>
              </a:ext>
            </a:extLst>
          </p:cNvPr>
          <p:cNvSpPr/>
          <p:nvPr/>
        </p:nvSpPr>
        <p:spPr>
          <a:xfrm>
            <a:off x="2039425" y="4158109"/>
            <a:ext cx="679392" cy="266278"/>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defTabSz="913943">
              <a:defRPr/>
            </a:pPr>
            <a:r>
              <a:rPr lang="en-US" sz="999">
                <a:solidFill>
                  <a:schemeClr val="tx1"/>
                </a:solidFill>
                <a:latin typeface="Aptos" panose="020B0004020202020204" pitchFamily="34" charset="0"/>
              </a:rPr>
              <a:t>Design </a:t>
            </a:r>
          </a:p>
          <a:p>
            <a:pPr algn="r" defTabSz="913943">
              <a:defRPr/>
            </a:pPr>
            <a:r>
              <a:rPr lang="en-US" sz="999">
                <a:solidFill>
                  <a:schemeClr val="tx1"/>
                </a:solidFill>
                <a:latin typeface="Aptos" panose="020B0004020202020204" pitchFamily="34" charset="0"/>
              </a:rPr>
              <a:t>Workshop</a:t>
            </a:r>
          </a:p>
        </p:txBody>
      </p:sp>
      <p:sp>
        <p:nvSpPr>
          <p:cNvPr id="189" name="Rectangle 188">
            <a:extLst>
              <a:ext uri="{FF2B5EF4-FFF2-40B4-BE49-F238E27FC236}">
                <a16:creationId xmlns:a16="http://schemas.microsoft.com/office/drawing/2014/main" id="{EBFA60C6-B22A-98EE-6BB1-73B710F20D35}"/>
              </a:ext>
            </a:extLst>
          </p:cNvPr>
          <p:cNvSpPr/>
          <p:nvPr/>
        </p:nvSpPr>
        <p:spPr>
          <a:xfrm>
            <a:off x="4703118" y="1934854"/>
            <a:ext cx="714400" cy="28469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defTabSz="913943">
              <a:defRPr/>
            </a:pPr>
            <a:r>
              <a:rPr lang="en-US" sz="999">
                <a:solidFill>
                  <a:schemeClr val="tx1">
                    <a:lumMod val="65000"/>
                    <a:lumOff val="35000"/>
                  </a:schemeClr>
                </a:solidFill>
                <a:latin typeface="Aptos" panose="020B0004020202020204" pitchFamily="34" charset="0"/>
              </a:rPr>
              <a:t>Concept</a:t>
            </a:r>
          </a:p>
          <a:p>
            <a:pPr algn="ctr" defTabSz="913943">
              <a:defRPr/>
            </a:pPr>
            <a:r>
              <a:rPr lang="en-US" sz="999">
                <a:solidFill>
                  <a:schemeClr val="tx1">
                    <a:lumMod val="65000"/>
                    <a:lumOff val="35000"/>
                  </a:schemeClr>
                </a:solidFill>
                <a:latin typeface="Aptos" panose="020B0004020202020204" pitchFamily="34" charset="0"/>
              </a:rPr>
              <a:t>finalized</a:t>
            </a:r>
          </a:p>
        </p:txBody>
      </p:sp>
      <p:sp>
        <p:nvSpPr>
          <p:cNvPr id="190" name="Rectangle 189">
            <a:extLst>
              <a:ext uri="{FF2B5EF4-FFF2-40B4-BE49-F238E27FC236}">
                <a16:creationId xmlns:a16="http://schemas.microsoft.com/office/drawing/2014/main" id="{6C065F9A-267A-FC73-9D47-C9EAA07A0FB1}"/>
              </a:ext>
            </a:extLst>
          </p:cNvPr>
          <p:cNvSpPr/>
          <p:nvPr/>
        </p:nvSpPr>
        <p:spPr>
          <a:xfrm>
            <a:off x="4740611" y="3130976"/>
            <a:ext cx="3471085" cy="353997"/>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bg1"/>
                </a:solidFill>
                <a:latin typeface="Aptos" panose="020B0004020202020204" pitchFamily="34" charset="0"/>
              </a:rPr>
              <a:t>Content for Sprints</a:t>
            </a:r>
          </a:p>
        </p:txBody>
      </p:sp>
      <p:sp>
        <p:nvSpPr>
          <p:cNvPr id="191" name="Rectangle 190">
            <a:extLst>
              <a:ext uri="{FF2B5EF4-FFF2-40B4-BE49-F238E27FC236}">
                <a16:creationId xmlns:a16="http://schemas.microsoft.com/office/drawing/2014/main" id="{9BDA693D-130C-5054-AE6C-94E30430B6F0}"/>
              </a:ext>
            </a:extLst>
          </p:cNvPr>
          <p:cNvSpPr/>
          <p:nvPr/>
        </p:nvSpPr>
        <p:spPr>
          <a:xfrm>
            <a:off x="8604515" y="3130976"/>
            <a:ext cx="882736" cy="353997"/>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bg1"/>
                </a:solidFill>
                <a:latin typeface="Aptos" panose="020B0004020202020204" pitchFamily="34" charset="0"/>
              </a:rPr>
              <a:t>Content for Sprints</a:t>
            </a:r>
          </a:p>
        </p:txBody>
      </p:sp>
      <p:sp>
        <p:nvSpPr>
          <p:cNvPr id="192" name="Rectangle 191">
            <a:extLst>
              <a:ext uri="{FF2B5EF4-FFF2-40B4-BE49-F238E27FC236}">
                <a16:creationId xmlns:a16="http://schemas.microsoft.com/office/drawing/2014/main" id="{24DD24B7-7001-6BB6-0E7C-E133D8F81638}"/>
              </a:ext>
            </a:extLst>
          </p:cNvPr>
          <p:cNvSpPr/>
          <p:nvPr/>
        </p:nvSpPr>
        <p:spPr>
          <a:xfrm>
            <a:off x="8602937" y="3919345"/>
            <a:ext cx="1499988" cy="353997"/>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bg1"/>
                </a:solidFill>
                <a:latin typeface="Aptos" panose="020B0004020202020204" pitchFamily="34" charset="0"/>
              </a:rPr>
              <a:t>Design System</a:t>
            </a:r>
          </a:p>
        </p:txBody>
      </p:sp>
      <p:sp>
        <p:nvSpPr>
          <p:cNvPr id="193" name="Rectangle 192">
            <a:extLst>
              <a:ext uri="{FF2B5EF4-FFF2-40B4-BE49-F238E27FC236}">
                <a16:creationId xmlns:a16="http://schemas.microsoft.com/office/drawing/2014/main" id="{136BECC9-A531-BD78-EB4F-F34C8BA1BF6F}"/>
              </a:ext>
            </a:extLst>
          </p:cNvPr>
          <p:cNvSpPr/>
          <p:nvPr/>
        </p:nvSpPr>
        <p:spPr>
          <a:xfrm>
            <a:off x="8602941" y="3526616"/>
            <a:ext cx="882737" cy="361383"/>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913943">
              <a:defRPr/>
            </a:pPr>
            <a:r>
              <a:rPr lang="en-US" sz="1000">
                <a:solidFill>
                  <a:schemeClr val="bg1"/>
                </a:solidFill>
                <a:latin typeface="Aptos" panose="020B0004020202020204" pitchFamily="34" charset="0"/>
              </a:rPr>
              <a:t>Sprints 6</a:t>
            </a:r>
          </a:p>
        </p:txBody>
      </p:sp>
      <p:sp>
        <p:nvSpPr>
          <p:cNvPr id="194" name="Rectangle 193">
            <a:extLst>
              <a:ext uri="{FF2B5EF4-FFF2-40B4-BE49-F238E27FC236}">
                <a16:creationId xmlns:a16="http://schemas.microsoft.com/office/drawing/2014/main" id="{7EB15533-B96E-CA38-B0F2-8C6DD67F9DD7}"/>
              </a:ext>
            </a:extLst>
          </p:cNvPr>
          <p:cNvSpPr/>
          <p:nvPr/>
        </p:nvSpPr>
        <p:spPr>
          <a:xfrm>
            <a:off x="8745378" y="1934854"/>
            <a:ext cx="824907" cy="31115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defTabSz="913943">
              <a:defRPr/>
            </a:pPr>
            <a:r>
              <a:rPr lang="en-US" sz="999">
                <a:solidFill>
                  <a:schemeClr val="tx1">
                    <a:lumMod val="65000"/>
                    <a:lumOff val="35000"/>
                  </a:schemeClr>
                </a:solidFill>
                <a:latin typeface="Aptos" panose="020B0004020202020204" pitchFamily="34" charset="0"/>
              </a:rPr>
              <a:t>Design Sprints completed</a:t>
            </a:r>
          </a:p>
        </p:txBody>
      </p:sp>
      <p:sp>
        <p:nvSpPr>
          <p:cNvPr id="195" name="TextBox 194">
            <a:extLst>
              <a:ext uri="{FF2B5EF4-FFF2-40B4-BE49-F238E27FC236}">
                <a16:creationId xmlns:a16="http://schemas.microsoft.com/office/drawing/2014/main" id="{B33E7E63-D397-37BC-098A-B2032DFB57EB}"/>
              </a:ext>
            </a:extLst>
          </p:cNvPr>
          <p:cNvSpPr txBox="1"/>
          <p:nvPr/>
        </p:nvSpPr>
        <p:spPr>
          <a:xfrm flipV="1">
            <a:off x="9889077" y="2049541"/>
            <a:ext cx="0" cy="38759"/>
          </a:xfrm>
          <a:prstGeom prst="rect">
            <a:avLst/>
          </a:prstGeom>
        </p:spPr>
        <p:txBody>
          <a:bodyPr vert="horz" wrap="none" lIns="180000" tIns="0" rIns="180000" bIns="0" rtlCol="0" anchor="t" anchorCtr="0">
            <a:noAutofit/>
          </a:bodyPr>
          <a:lstStyle/>
          <a:p>
            <a:pPr>
              <a:defRPr/>
            </a:pPr>
            <a:endParaRPr lang="en-GR" sz="1400">
              <a:latin typeface="Aptos" panose="020B0004020202020204" pitchFamily="34" charset="0"/>
            </a:endParaRPr>
          </a:p>
        </p:txBody>
      </p:sp>
      <p:sp>
        <p:nvSpPr>
          <p:cNvPr id="196" name="Oval 195">
            <a:extLst>
              <a:ext uri="{FF2B5EF4-FFF2-40B4-BE49-F238E27FC236}">
                <a16:creationId xmlns:a16="http://schemas.microsoft.com/office/drawing/2014/main" id="{9B5ED61B-6B9B-49F8-970D-4FA958885E63}"/>
              </a:ext>
            </a:extLst>
          </p:cNvPr>
          <p:cNvSpPr/>
          <p:nvPr/>
        </p:nvSpPr>
        <p:spPr>
          <a:xfrm>
            <a:off x="2783207" y="3647983"/>
            <a:ext cx="118550" cy="116304"/>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defRPr/>
            </a:pPr>
            <a:endParaRPr lang="en-GR" sz="1000">
              <a:solidFill>
                <a:schemeClr val="tx1"/>
              </a:solidFill>
              <a:latin typeface="Aptos" panose="020B0004020202020204" pitchFamily="34" charset="0"/>
            </a:endParaRPr>
          </a:p>
        </p:txBody>
      </p:sp>
      <p:sp>
        <p:nvSpPr>
          <p:cNvPr id="197" name="Oval 196">
            <a:extLst>
              <a:ext uri="{FF2B5EF4-FFF2-40B4-BE49-F238E27FC236}">
                <a16:creationId xmlns:a16="http://schemas.microsoft.com/office/drawing/2014/main" id="{7E82B836-1E8D-57C1-4BB3-E5FDA895AFF3}"/>
              </a:ext>
            </a:extLst>
          </p:cNvPr>
          <p:cNvSpPr/>
          <p:nvPr/>
        </p:nvSpPr>
        <p:spPr>
          <a:xfrm>
            <a:off x="2626819" y="3647983"/>
            <a:ext cx="118550" cy="116304"/>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defRPr/>
            </a:pPr>
            <a:endParaRPr lang="en-GR" sz="1000">
              <a:solidFill>
                <a:schemeClr val="tx1"/>
              </a:solidFill>
              <a:latin typeface="Aptos" panose="020B0004020202020204" pitchFamily="34" charset="0"/>
            </a:endParaRPr>
          </a:p>
        </p:txBody>
      </p:sp>
      <p:sp>
        <p:nvSpPr>
          <p:cNvPr id="198" name="Oval 197">
            <a:extLst>
              <a:ext uri="{FF2B5EF4-FFF2-40B4-BE49-F238E27FC236}">
                <a16:creationId xmlns:a16="http://schemas.microsoft.com/office/drawing/2014/main" id="{DB8A17CC-605F-FFC7-C0EA-9BCF26A8EDDD}"/>
              </a:ext>
            </a:extLst>
          </p:cNvPr>
          <p:cNvSpPr/>
          <p:nvPr/>
        </p:nvSpPr>
        <p:spPr>
          <a:xfrm>
            <a:off x="3971753" y="3647983"/>
            <a:ext cx="118550" cy="116304"/>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defRPr/>
            </a:pPr>
            <a:endParaRPr lang="en-GR" sz="1000">
              <a:solidFill>
                <a:schemeClr val="tx1"/>
              </a:solidFill>
              <a:latin typeface="Aptos" panose="020B0004020202020204" pitchFamily="34" charset="0"/>
            </a:endParaRPr>
          </a:p>
        </p:txBody>
      </p:sp>
      <p:grpSp>
        <p:nvGrpSpPr>
          <p:cNvPr id="199" name="Group 198">
            <a:extLst>
              <a:ext uri="{FF2B5EF4-FFF2-40B4-BE49-F238E27FC236}">
                <a16:creationId xmlns:a16="http://schemas.microsoft.com/office/drawing/2014/main" id="{1A314686-1D6F-0C1F-A30A-E4CB1B11CF1C}"/>
              </a:ext>
            </a:extLst>
          </p:cNvPr>
          <p:cNvGrpSpPr/>
          <p:nvPr/>
        </p:nvGrpSpPr>
        <p:grpSpPr>
          <a:xfrm>
            <a:off x="5281865" y="1343301"/>
            <a:ext cx="577623" cy="4561740"/>
            <a:chOff x="7749614" y="540000"/>
            <a:chExt cx="577623" cy="4521429"/>
          </a:xfrm>
        </p:grpSpPr>
        <p:cxnSp>
          <p:nvCxnSpPr>
            <p:cNvPr id="200" name="Straight Connector 199">
              <a:extLst>
                <a:ext uri="{FF2B5EF4-FFF2-40B4-BE49-F238E27FC236}">
                  <a16:creationId xmlns:a16="http://schemas.microsoft.com/office/drawing/2014/main" id="{5918B3A6-7A1F-1533-6DC0-9EC04C62CCEB}"/>
                </a:ext>
              </a:extLst>
            </p:cNvPr>
            <p:cNvCxnSpPr>
              <a:cxnSpLocks/>
              <a:stCxn id="201" idx="2"/>
            </p:cNvCxnSpPr>
            <p:nvPr/>
          </p:nvCxnSpPr>
          <p:spPr>
            <a:xfrm>
              <a:off x="8038426" y="767758"/>
              <a:ext cx="0" cy="4293671"/>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01" name="TextBox 200">
              <a:extLst>
                <a:ext uri="{FF2B5EF4-FFF2-40B4-BE49-F238E27FC236}">
                  <a16:creationId xmlns:a16="http://schemas.microsoft.com/office/drawing/2014/main" id="{CEEEDCC3-B7A1-4E4A-22A4-E063A5A561D8}"/>
                </a:ext>
              </a:extLst>
            </p:cNvPr>
            <p:cNvSpPr txBox="1"/>
            <p:nvPr/>
          </p:nvSpPr>
          <p:spPr>
            <a:xfrm>
              <a:off x="7749614" y="540000"/>
              <a:ext cx="577623" cy="227758"/>
            </a:xfrm>
            <a:prstGeom prst="rect">
              <a:avLst/>
            </a:prstGeom>
            <a:solidFill>
              <a:schemeClr val="accent3"/>
            </a:solidFill>
          </p:spPr>
          <p:txBody>
            <a:bodyPr wrap="square" lIns="0" tIns="0" rIns="0" bIns="0" rtlCol="0" anchor="ctr">
              <a:noAutofit/>
            </a:bodyPr>
            <a:lstStyle/>
            <a:p>
              <a:pPr algn="ctr"/>
              <a:r>
                <a:rPr lang="en-US" sz="900" b="1">
                  <a:solidFill>
                    <a:schemeClr val="bg1"/>
                  </a:solidFill>
                  <a:latin typeface="Aptos" panose="020B0004020202020204" pitchFamily="34" charset="0"/>
                </a:rPr>
                <a:t>Today</a:t>
              </a:r>
              <a:endParaRPr lang="el-GR" sz="900" b="1">
                <a:solidFill>
                  <a:schemeClr val="bg1"/>
                </a:solidFill>
                <a:latin typeface="Aptos" panose="020B0004020202020204" pitchFamily="34" charset="0"/>
              </a:endParaRPr>
            </a:p>
          </p:txBody>
        </p:sp>
      </p:grpSp>
      <p:sp>
        <p:nvSpPr>
          <p:cNvPr id="3" name="Text Placeholder 2">
            <a:extLst>
              <a:ext uri="{FF2B5EF4-FFF2-40B4-BE49-F238E27FC236}">
                <a16:creationId xmlns:a16="http://schemas.microsoft.com/office/drawing/2014/main" id="{100E03C6-6DE7-57A3-BE03-AA4CD91FBA59}"/>
              </a:ext>
            </a:extLst>
          </p:cNvPr>
          <p:cNvSpPr>
            <a:spLocks noGrp="1"/>
          </p:cNvSpPr>
          <p:nvPr>
            <p:ph type="body" sz="quarter" idx="25"/>
          </p:nvPr>
        </p:nvSpPr>
        <p:spPr>
          <a:xfrm>
            <a:off x="332318" y="741496"/>
            <a:ext cx="11531549" cy="334515"/>
          </a:xfrm>
        </p:spPr>
        <p:txBody>
          <a:bodyPr/>
          <a:lstStyle/>
          <a:p>
            <a:r>
              <a:rPr lang="en-GR"/>
              <a:t>Project Timeline</a:t>
            </a:r>
          </a:p>
        </p:txBody>
      </p:sp>
    </p:spTree>
    <p:extLst>
      <p:ext uri="{BB962C8B-B14F-4D97-AF65-F5344CB8AC3E}">
        <p14:creationId xmlns:p14="http://schemas.microsoft.com/office/powerpoint/2010/main" val="140230182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F62034E8-2AF3-7576-FC3D-6C29DE7F209A}"/>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162</a:t>
            </a:fld>
            <a:endParaRPr lang="en-GR"/>
          </a:p>
        </p:txBody>
      </p:sp>
      <p:graphicFrame>
        <p:nvGraphicFramePr>
          <p:cNvPr id="2" name="table637826035544500073">
            <a:extLst>
              <a:ext uri="{FF2B5EF4-FFF2-40B4-BE49-F238E27FC236}">
                <a16:creationId xmlns:a16="http://schemas.microsoft.com/office/drawing/2014/main" id="{10845734-0B61-864C-F045-91B5C5815F55}"/>
              </a:ext>
            </a:extLst>
          </p:cNvPr>
          <p:cNvGraphicFramePr>
            <a:graphicFrameLocks noGrp="1"/>
          </p:cNvGraphicFramePr>
          <p:nvPr>
            <p:custDataLst>
              <p:tags r:id="rId1"/>
            </p:custDataLst>
            <p:extLst>
              <p:ext uri="{D42A27DB-BD31-4B8C-83A1-F6EECF244321}">
                <p14:modId xmlns:p14="http://schemas.microsoft.com/office/powerpoint/2010/main" val="3106662859"/>
              </p:ext>
            </p:extLst>
          </p:nvPr>
        </p:nvGraphicFramePr>
        <p:xfrm>
          <a:off x="342420" y="1267477"/>
          <a:ext cx="11515095" cy="2622243"/>
        </p:xfrm>
        <a:graphic>
          <a:graphicData uri="http://schemas.openxmlformats.org/drawingml/2006/table">
            <a:tbl>
              <a:tblPr firstRow="1" bandRow="1"/>
              <a:tblGrid>
                <a:gridCol w="378017">
                  <a:extLst>
                    <a:ext uri="{9D8B030D-6E8A-4147-A177-3AD203B41FA5}">
                      <a16:colId xmlns:a16="http://schemas.microsoft.com/office/drawing/2014/main" val="2432815659"/>
                    </a:ext>
                  </a:extLst>
                </a:gridCol>
                <a:gridCol w="2198255">
                  <a:extLst>
                    <a:ext uri="{9D8B030D-6E8A-4147-A177-3AD203B41FA5}">
                      <a16:colId xmlns:a16="http://schemas.microsoft.com/office/drawing/2014/main" val="3895013508"/>
                    </a:ext>
                  </a:extLst>
                </a:gridCol>
                <a:gridCol w="646312">
                  <a:extLst>
                    <a:ext uri="{9D8B030D-6E8A-4147-A177-3AD203B41FA5}">
                      <a16:colId xmlns:a16="http://schemas.microsoft.com/office/drawing/2014/main" val="1956578037"/>
                    </a:ext>
                  </a:extLst>
                </a:gridCol>
                <a:gridCol w="914848">
                  <a:extLst>
                    <a:ext uri="{9D8B030D-6E8A-4147-A177-3AD203B41FA5}">
                      <a16:colId xmlns:a16="http://schemas.microsoft.com/office/drawing/2014/main" val="1538532937"/>
                    </a:ext>
                  </a:extLst>
                </a:gridCol>
                <a:gridCol w="629477">
                  <a:extLst>
                    <a:ext uri="{9D8B030D-6E8A-4147-A177-3AD203B41FA5}">
                      <a16:colId xmlns:a16="http://schemas.microsoft.com/office/drawing/2014/main" val="3348680014"/>
                    </a:ext>
                  </a:extLst>
                </a:gridCol>
                <a:gridCol w="612742">
                  <a:extLst>
                    <a:ext uri="{9D8B030D-6E8A-4147-A177-3AD203B41FA5}">
                      <a16:colId xmlns:a16="http://schemas.microsoft.com/office/drawing/2014/main" val="1376972838"/>
                    </a:ext>
                  </a:extLst>
                </a:gridCol>
                <a:gridCol w="612742">
                  <a:extLst>
                    <a:ext uri="{9D8B030D-6E8A-4147-A177-3AD203B41FA5}">
                      <a16:colId xmlns:a16="http://schemas.microsoft.com/office/drawing/2014/main" val="278346405"/>
                    </a:ext>
                  </a:extLst>
                </a:gridCol>
                <a:gridCol w="622169">
                  <a:extLst>
                    <a:ext uri="{9D8B030D-6E8A-4147-A177-3AD203B41FA5}">
                      <a16:colId xmlns:a16="http://schemas.microsoft.com/office/drawing/2014/main" val="2088455442"/>
                    </a:ext>
                  </a:extLst>
                </a:gridCol>
                <a:gridCol w="612743">
                  <a:extLst>
                    <a:ext uri="{9D8B030D-6E8A-4147-A177-3AD203B41FA5}">
                      <a16:colId xmlns:a16="http://schemas.microsoft.com/office/drawing/2014/main" val="942145877"/>
                    </a:ext>
                  </a:extLst>
                </a:gridCol>
                <a:gridCol w="612742">
                  <a:extLst>
                    <a:ext uri="{9D8B030D-6E8A-4147-A177-3AD203B41FA5}">
                      <a16:colId xmlns:a16="http://schemas.microsoft.com/office/drawing/2014/main" val="2570218375"/>
                    </a:ext>
                  </a:extLst>
                </a:gridCol>
                <a:gridCol w="612742">
                  <a:extLst>
                    <a:ext uri="{9D8B030D-6E8A-4147-A177-3AD203B41FA5}">
                      <a16:colId xmlns:a16="http://schemas.microsoft.com/office/drawing/2014/main" val="1685425321"/>
                    </a:ext>
                  </a:extLst>
                </a:gridCol>
                <a:gridCol w="603316">
                  <a:extLst>
                    <a:ext uri="{9D8B030D-6E8A-4147-A177-3AD203B41FA5}">
                      <a16:colId xmlns:a16="http://schemas.microsoft.com/office/drawing/2014/main" val="948969275"/>
                    </a:ext>
                  </a:extLst>
                </a:gridCol>
                <a:gridCol w="622169">
                  <a:extLst>
                    <a:ext uri="{9D8B030D-6E8A-4147-A177-3AD203B41FA5}">
                      <a16:colId xmlns:a16="http://schemas.microsoft.com/office/drawing/2014/main" val="1712235701"/>
                    </a:ext>
                  </a:extLst>
                </a:gridCol>
                <a:gridCol w="612742">
                  <a:extLst>
                    <a:ext uri="{9D8B030D-6E8A-4147-A177-3AD203B41FA5}">
                      <a16:colId xmlns:a16="http://schemas.microsoft.com/office/drawing/2014/main" val="3258057802"/>
                    </a:ext>
                  </a:extLst>
                </a:gridCol>
                <a:gridCol w="612742">
                  <a:extLst>
                    <a:ext uri="{9D8B030D-6E8A-4147-A177-3AD203B41FA5}">
                      <a16:colId xmlns:a16="http://schemas.microsoft.com/office/drawing/2014/main" val="461278636"/>
                    </a:ext>
                  </a:extLst>
                </a:gridCol>
                <a:gridCol w="611337">
                  <a:extLst>
                    <a:ext uri="{9D8B030D-6E8A-4147-A177-3AD203B41FA5}">
                      <a16:colId xmlns:a16="http://schemas.microsoft.com/office/drawing/2014/main" val="2205748202"/>
                    </a:ext>
                  </a:extLst>
                </a:gridCol>
              </a:tblGrid>
              <a:tr h="429319">
                <a:tc>
                  <a:txBody>
                    <a:bodyPr/>
                    <a:lstStyle>
                      <a:lvl1pPr marL="0" algn="l" defTabSz="913943" rtl="0" eaLnBrk="1" latinLnBrk="0" hangingPunct="1">
                        <a:defRPr sz="1799" kern="1200">
                          <a:solidFill>
                            <a:schemeClr val="tx1"/>
                          </a:solidFill>
                          <a:latin typeface="Arial"/>
                        </a:defRPr>
                      </a:lvl1pPr>
                      <a:lvl2pPr marL="456971" algn="l" defTabSz="913943" rtl="0" eaLnBrk="1" latinLnBrk="0" hangingPunct="1">
                        <a:defRPr sz="1799" kern="1200">
                          <a:solidFill>
                            <a:schemeClr val="tx1"/>
                          </a:solidFill>
                          <a:latin typeface="Arial"/>
                        </a:defRPr>
                      </a:lvl2pPr>
                      <a:lvl3pPr marL="913943" algn="l" defTabSz="913943" rtl="0" eaLnBrk="1" latinLnBrk="0" hangingPunct="1">
                        <a:defRPr sz="1799" kern="1200">
                          <a:solidFill>
                            <a:schemeClr val="tx1"/>
                          </a:solidFill>
                          <a:latin typeface="Arial"/>
                        </a:defRPr>
                      </a:lvl3pPr>
                      <a:lvl4pPr marL="1370914" algn="l" defTabSz="913943" rtl="0" eaLnBrk="1" latinLnBrk="0" hangingPunct="1">
                        <a:defRPr sz="1799" kern="1200">
                          <a:solidFill>
                            <a:schemeClr val="tx1"/>
                          </a:solidFill>
                          <a:latin typeface="Arial"/>
                        </a:defRPr>
                      </a:lvl4pPr>
                      <a:lvl5pPr marL="1827886" algn="l" defTabSz="913943" rtl="0" eaLnBrk="1" latinLnBrk="0" hangingPunct="1">
                        <a:defRPr sz="1799" kern="1200">
                          <a:solidFill>
                            <a:schemeClr val="tx1"/>
                          </a:solidFill>
                          <a:latin typeface="Arial"/>
                        </a:defRPr>
                      </a:lvl5pPr>
                      <a:lvl6pPr marL="2284857" algn="l" defTabSz="913943" rtl="0" eaLnBrk="1" latinLnBrk="0" hangingPunct="1">
                        <a:defRPr sz="1799" kern="1200">
                          <a:solidFill>
                            <a:schemeClr val="tx1"/>
                          </a:solidFill>
                          <a:latin typeface="Arial"/>
                        </a:defRPr>
                      </a:lvl6pPr>
                      <a:lvl7pPr marL="2741828" algn="l" defTabSz="913943" rtl="0" eaLnBrk="1" latinLnBrk="0" hangingPunct="1">
                        <a:defRPr sz="1799" kern="1200">
                          <a:solidFill>
                            <a:schemeClr val="tx1"/>
                          </a:solidFill>
                          <a:latin typeface="Arial"/>
                        </a:defRPr>
                      </a:lvl7pPr>
                      <a:lvl8pPr marL="3198800" algn="l" defTabSz="913943" rtl="0" eaLnBrk="1" latinLnBrk="0" hangingPunct="1">
                        <a:defRPr sz="1799" kern="1200">
                          <a:solidFill>
                            <a:schemeClr val="tx1"/>
                          </a:solidFill>
                          <a:latin typeface="Arial"/>
                        </a:defRPr>
                      </a:lvl8pPr>
                      <a:lvl9pPr marL="3655771" algn="l" defTabSz="913943" rtl="0" eaLnBrk="1" latinLnBrk="0" hangingPunct="1">
                        <a:defRPr sz="1799" kern="1200">
                          <a:solidFill>
                            <a:schemeClr val="tx1"/>
                          </a:solidFill>
                          <a:latin typeface="Arial"/>
                        </a:defRPr>
                      </a:lvl9pPr>
                    </a:lstStyle>
                    <a:p>
                      <a:pPr algn="ctr">
                        <a:lnSpc>
                          <a:spcPct val="80000"/>
                        </a:lnSpc>
                        <a:spcAft>
                          <a:spcPts val="0"/>
                        </a:spcAft>
                      </a:pPr>
                      <a:r>
                        <a:rPr lang="en-US" sz="1000" b="1" i="0" u="none" baseline="0">
                          <a:solidFill>
                            <a:schemeClr val="bg1"/>
                          </a:solidFill>
                          <a:latin typeface="Aptos" panose="020B0004020202020204" pitchFamily="34" charset="0"/>
                        </a:rPr>
                        <a:t># </a:t>
                      </a:r>
                      <a:endParaRPr lang="el-GR" sz="1000" b="1" i="0" u="none" baseline="0">
                        <a:solidFill>
                          <a:schemeClr val="bg1"/>
                        </a:solidFill>
                        <a:latin typeface="Aptos" panose="020B0004020202020204" pitchFamily="34" charset="0"/>
                      </a:endParaRPr>
                    </a:p>
                  </a:txBody>
                  <a:tcPr marL="108000" marR="108000" marT="0" marB="0" anchor="ctr">
                    <a:lnL w="9525" cap="flat" cmpd="sng" algn="ctr">
                      <a:noFill/>
                      <a:prstDash val="solid"/>
                      <a:round/>
                      <a:headEnd type="none" w="med" len="med"/>
                      <a:tailEnd type="none" w="med" len="med"/>
                    </a:lnL>
                    <a:lnR w="6350" cap="flat" cmpd="sng" algn="ctr">
                      <a:noFill/>
                      <a:prstDash val="sysDot"/>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457200" rtl="0" eaLnBrk="1" latinLnBrk="0" hangingPunct="1">
                        <a:defRPr sz="1800" b="1" kern="1200">
                          <a:solidFill>
                            <a:schemeClr val="bg1"/>
                          </a:solidFill>
                          <a:latin typeface="Calibri" panose="020F0502020204030204"/>
                        </a:defRPr>
                      </a:lvl1pPr>
                      <a:lvl2pPr marL="457200" algn="l" defTabSz="457200" rtl="0" eaLnBrk="1" latinLnBrk="0" hangingPunct="1">
                        <a:defRPr sz="1800" b="1" kern="1200">
                          <a:solidFill>
                            <a:schemeClr val="bg1"/>
                          </a:solidFill>
                          <a:latin typeface="Calibri" panose="020F0502020204030204"/>
                        </a:defRPr>
                      </a:lvl2pPr>
                      <a:lvl3pPr marL="914400" algn="l" defTabSz="457200" rtl="0" eaLnBrk="1" latinLnBrk="0" hangingPunct="1">
                        <a:defRPr sz="1800" b="1" kern="1200">
                          <a:solidFill>
                            <a:schemeClr val="bg1"/>
                          </a:solidFill>
                          <a:latin typeface="Calibri" panose="020F0502020204030204"/>
                        </a:defRPr>
                      </a:lvl3pPr>
                      <a:lvl4pPr marL="1371600" algn="l" defTabSz="457200" rtl="0" eaLnBrk="1" latinLnBrk="0" hangingPunct="1">
                        <a:defRPr sz="1800" b="1" kern="1200">
                          <a:solidFill>
                            <a:schemeClr val="bg1"/>
                          </a:solidFill>
                          <a:latin typeface="Calibri" panose="020F0502020204030204"/>
                        </a:defRPr>
                      </a:lvl4pPr>
                      <a:lvl5pPr marL="1828800" algn="l" defTabSz="457200" rtl="0" eaLnBrk="1" latinLnBrk="0" hangingPunct="1">
                        <a:defRPr sz="1800" b="1" kern="1200">
                          <a:solidFill>
                            <a:schemeClr val="bg1"/>
                          </a:solidFill>
                          <a:latin typeface="Calibri" panose="020F0502020204030204"/>
                        </a:defRPr>
                      </a:lvl5pPr>
                      <a:lvl6pPr marL="2286000" algn="l" defTabSz="457200" rtl="0" eaLnBrk="1" latinLnBrk="0" hangingPunct="1">
                        <a:defRPr sz="1800" b="1" kern="1200">
                          <a:solidFill>
                            <a:schemeClr val="bg1"/>
                          </a:solidFill>
                          <a:latin typeface="Calibri" panose="020F0502020204030204"/>
                        </a:defRPr>
                      </a:lvl6pPr>
                      <a:lvl7pPr marL="2743200" algn="l" defTabSz="457200" rtl="0" eaLnBrk="1" latinLnBrk="0" hangingPunct="1">
                        <a:defRPr sz="1800" b="1" kern="1200">
                          <a:solidFill>
                            <a:schemeClr val="bg1"/>
                          </a:solidFill>
                          <a:latin typeface="Calibri" panose="020F0502020204030204"/>
                        </a:defRPr>
                      </a:lvl7pPr>
                      <a:lvl8pPr marL="3200400" algn="l" defTabSz="457200" rtl="0" eaLnBrk="1" latinLnBrk="0" hangingPunct="1">
                        <a:defRPr sz="1800" b="1" kern="1200">
                          <a:solidFill>
                            <a:schemeClr val="bg1"/>
                          </a:solidFill>
                          <a:latin typeface="Calibri" panose="020F0502020204030204"/>
                        </a:defRPr>
                      </a:lvl8pPr>
                      <a:lvl9pPr marL="3657600" algn="l" defTabSz="457200" rtl="0" eaLnBrk="1" latinLnBrk="0" hangingPunct="1">
                        <a:defRPr sz="1800" b="1" kern="1200">
                          <a:solidFill>
                            <a:schemeClr val="bg1"/>
                          </a:solidFill>
                          <a:latin typeface="Calibri" panose="020F0502020204030204"/>
                        </a:defRPr>
                      </a:lvl9pPr>
                    </a:lstStyle>
                    <a:p>
                      <a:pPr algn="l"/>
                      <a:r>
                        <a:rPr lang="en-US" sz="1000" b="1" i="0" u="none" baseline="0">
                          <a:solidFill>
                            <a:schemeClr val="bg1"/>
                          </a:solidFill>
                          <a:latin typeface="Aptos" panose="020B0004020202020204" pitchFamily="34" charset="0"/>
                          <a:cs typeface="Aptos Display" panose="020F0502020204030204" pitchFamily="34" charset="0"/>
                        </a:rPr>
                        <a:t>Description</a:t>
                      </a:r>
                      <a:endParaRPr lang="el-GR" sz="1000" b="1" i="0" u="none" baseline="0">
                        <a:solidFill>
                          <a:schemeClr val="bg1"/>
                        </a:solidFill>
                        <a:latin typeface="Aptos" panose="020B0004020202020204" pitchFamily="34" charset="0"/>
                        <a:cs typeface="Aptos Display" panose="020F050202020403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marL="0" marR="0" lvl="0" indent="0" algn="ctr" defTabSz="914400" rtl="0" eaLnBrk="1" fontAlgn="auto" latinLnBrk="0" hangingPunct="1">
                        <a:lnSpc>
                          <a:spcPct val="80000"/>
                        </a:lnSpc>
                        <a:spcBef>
                          <a:spcPts val="0"/>
                        </a:spcBef>
                        <a:spcAft>
                          <a:spcPts val="0"/>
                        </a:spcAft>
                        <a:buClr>
                          <a:srgbClr val="047A85"/>
                        </a:buClr>
                        <a:buSzTx/>
                        <a:buFont typeface="Arial" panose="020B0604020202020204" pitchFamily="34" charset="0"/>
                        <a:buNone/>
                        <a:tabLst>
                          <a:tab pos="352425" algn="l"/>
                        </a:tabLst>
                        <a:defRPr/>
                      </a:pPr>
                      <a:r>
                        <a:rPr kumimoji="0" lang="en-US" sz="1000" b="1" i="0" u="none" strike="noStrike" kern="1200" cap="none" spc="0" normalizeH="0" baseline="0">
                          <a:ln>
                            <a:noFill/>
                          </a:ln>
                          <a:solidFill>
                            <a:schemeClr val="bg1"/>
                          </a:solidFill>
                          <a:effectLst/>
                          <a:uLnTx/>
                          <a:uFillTx/>
                          <a:latin typeface="Aptos" panose="020B0004020202020204" pitchFamily="34" charset="0"/>
                          <a:ea typeface="+mn-ea"/>
                          <a:cs typeface="+mn-cs"/>
                        </a:rPr>
                        <a:t>Status</a:t>
                      </a:r>
                      <a:endParaRPr kumimoji="0" lang="el-GR" sz="1000" b="1" i="0" u="none" strike="noStrike" kern="1200" cap="none" spc="0" normalizeH="0" baseline="0">
                        <a:ln>
                          <a:noFill/>
                        </a:ln>
                        <a:solidFill>
                          <a:schemeClr val="bg1"/>
                        </a:solidFill>
                        <a:effectLst/>
                        <a:uLnTx/>
                        <a:uFillTx/>
                        <a:latin typeface="Aptos" panose="020B0004020202020204" pitchFamily="34" charset="0"/>
                        <a:ea typeface="+mn-ea"/>
                        <a:cs typeface="+mn-cs"/>
                      </a:endParaRPr>
                    </a:p>
                  </a:txBody>
                  <a:tcPr marL="108000" marR="108000" marT="0" marB="0"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457200" rtl="0" eaLnBrk="1" latinLnBrk="0" hangingPunct="1">
                        <a:defRPr sz="1800" b="1" kern="1200">
                          <a:solidFill>
                            <a:schemeClr val="bg1"/>
                          </a:solidFill>
                          <a:latin typeface="Calibri" panose="020F0502020204030204"/>
                        </a:defRPr>
                      </a:lvl1pPr>
                      <a:lvl2pPr marL="457200" algn="l" defTabSz="457200" rtl="0" eaLnBrk="1" latinLnBrk="0" hangingPunct="1">
                        <a:defRPr sz="1800" b="1" kern="1200">
                          <a:solidFill>
                            <a:schemeClr val="bg1"/>
                          </a:solidFill>
                          <a:latin typeface="Calibri" panose="020F0502020204030204"/>
                        </a:defRPr>
                      </a:lvl2pPr>
                      <a:lvl3pPr marL="914400" algn="l" defTabSz="457200" rtl="0" eaLnBrk="1" latinLnBrk="0" hangingPunct="1">
                        <a:defRPr sz="1800" b="1" kern="1200">
                          <a:solidFill>
                            <a:schemeClr val="bg1"/>
                          </a:solidFill>
                          <a:latin typeface="Calibri" panose="020F0502020204030204"/>
                        </a:defRPr>
                      </a:lvl3pPr>
                      <a:lvl4pPr marL="1371600" algn="l" defTabSz="457200" rtl="0" eaLnBrk="1" latinLnBrk="0" hangingPunct="1">
                        <a:defRPr sz="1800" b="1" kern="1200">
                          <a:solidFill>
                            <a:schemeClr val="bg1"/>
                          </a:solidFill>
                          <a:latin typeface="Calibri" panose="020F0502020204030204"/>
                        </a:defRPr>
                      </a:lvl4pPr>
                      <a:lvl5pPr marL="1828800" algn="l" defTabSz="457200" rtl="0" eaLnBrk="1" latinLnBrk="0" hangingPunct="1">
                        <a:defRPr sz="1800" b="1" kern="1200">
                          <a:solidFill>
                            <a:schemeClr val="bg1"/>
                          </a:solidFill>
                          <a:latin typeface="Calibri" panose="020F0502020204030204"/>
                        </a:defRPr>
                      </a:lvl5pPr>
                      <a:lvl6pPr marL="2286000" algn="l" defTabSz="457200" rtl="0" eaLnBrk="1" latinLnBrk="0" hangingPunct="1">
                        <a:defRPr sz="1800" b="1" kern="1200">
                          <a:solidFill>
                            <a:schemeClr val="bg1"/>
                          </a:solidFill>
                          <a:latin typeface="Calibri" panose="020F0502020204030204"/>
                        </a:defRPr>
                      </a:lvl6pPr>
                      <a:lvl7pPr marL="2743200" algn="l" defTabSz="457200" rtl="0" eaLnBrk="1" latinLnBrk="0" hangingPunct="1">
                        <a:defRPr sz="1800" b="1" kern="1200">
                          <a:solidFill>
                            <a:schemeClr val="bg1"/>
                          </a:solidFill>
                          <a:latin typeface="Calibri" panose="020F0502020204030204"/>
                        </a:defRPr>
                      </a:lvl7pPr>
                      <a:lvl8pPr marL="3200400" algn="l" defTabSz="457200" rtl="0" eaLnBrk="1" latinLnBrk="0" hangingPunct="1">
                        <a:defRPr sz="1800" b="1" kern="1200">
                          <a:solidFill>
                            <a:schemeClr val="bg1"/>
                          </a:solidFill>
                          <a:latin typeface="Calibri" panose="020F0502020204030204"/>
                        </a:defRPr>
                      </a:lvl8pPr>
                      <a:lvl9pPr marL="3657600" algn="l" defTabSz="457200" rtl="0" eaLnBrk="1" latinLnBrk="0" hangingPunct="1">
                        <a:defRPr sz="1800" b="1" kern="1200">
                          <a:solidFill>
                            <a:schemeClr val="bg1"/>
                          </a:solidFill>
                          <a:latin typeface="Calibri" panose="020F0502020204030204"/>
                        </a:defRPr>
                      </a:lvl9pPr>
                    </a:lstStyle>
                    <a:p>
                      <a:pPr marL="0" marR="0" lvl="0" indent="0" algn="ctr" defTabSz="914400" rtl="0" eaLnBrk="1" fontAlgn="auto" latinLnBrk="0" hangingPunct="1">
                        <a:lnSpc>
                          <a:spcPct val="80000"/>
                        </a:lnSpc>
                        <a:spcBef>
                          <a:spcPts val="0"/>
                        </a:spcBef>
                        <a:spcAft>
                          <a:spcPts val="0"/>
                        </a:spcAft>
                        <a:buClr>
                          <a:srgbClr val="047A85"/>
                        </a:buClr>
                        <a:buSzTx/>
                        <a:buFont typeface="Arial" panose="020B0604020202020204" pitchFamily="34" charset="0"/>
                        <a:buNone/>
                        <a:tabLst>
                          <a:tab pos="352425" algn="l"/>
                        </a:tabLst>
                        <a:defRPr/>
                      </a:pPr>
                      <a:r>
                        <a:rPr kumimoji="0" lang="en-US" sz="1000" b="1" i="0" u="none" strike="noStrike" kern="1200" cap="none" spc="0" normalizeH="0" baseline="0">
                          <a:ln>
                            <a:noFill/>
                          </a:ln>
                          <a:solidFill>
                            <a:schemeClr val="bg1"/>
                          </a:solidFill>
                          <a:effectLst/>
                          <a:uLnTx/>
                          <a:uFillTx/>
                          <a:latin typeface="Aptos" panose="020B0004020202020204" pitchFamily="34" charset="0"/>
                          <a:ea typeface="+mn-ea"/>
                          <a:cs typeface="+mn-cs"/>
                        </a:rPr>
                        <a:t>Owner</a:t>
                      </a:r>
                      <a:endParaRPr kumimoji="0" lang="el-GR" sz="1000" b="1" i="0" u="none" strike="noStrike" kern="1200" cap="none" spc="0" normalizeH="0" baseline="0">
                        <a:ln>
                          <a:noFill/>
                        </a:ln>
                        <a:solidFill>
                          <a:schemeClr val="bg1"/>
                        </a:solidFill>
                        <a:effectLst/>
                        <a:uLnTx/>
                        <a:uFillTx/>
                        <a:latin typeface="Aptos" panose="020B0004020202020204" pitchFamily="34" charset="0"/>
                        <a:ea typeface="+mn-ea"/>
                        <a:cs typeface="+mn-cs"/>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ctr"/>
                      <a:r>
                        <a:rPr lang="en-US" sz="900" b="1" i="0" u="none" baseline="0">
                          <a:solidFill>
                            <a:schemeClr val="bg1"/>
                          </a:solidFill>
                          <a:latin typeface="Aptos" panose="020B0004020202020204" pitchFamily="34" charset="0"/>
                        </a:rPr>
                        <a:t>WK 1</a:t>
                      </a:r>
                    </a:p>
                    <a:p>
                      <a:pPr algn="ctr"/>
                      <a:r>
                        <a:rPr lang="en-US" sz="900" b="1" i="0" u="none" baseline="0">
                          <a:solidFill>
                            <a:schemeClr val="bg1"/>
                          </a:solidFill>
                          <a:latin typeface="Aptos" panose="020B0004020202020204" pitchFamily="34" charset="0"/>
                        </a:rPr>
                        <a:t>01/01</a:t>
                      </a:r>
                      <a:endParaRPr lang="el-GR" sz="900" b="1" i="0" u="none" baseline="0">
                        <a:solidFill>
                          <a:schemeClr val="bg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pitchFamily="34" charset="0"/>
                          <a:ea typeface="+mn-ea"/>
                          <a:cs typeface="+mn-cs"/>
                        </a:rPr>
                        <a:t>WK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pitchFamily="34" charset="0"/>
                          <a:ea typeface="+mn-ea"/>
                          <a:cs typeface="+mn-cs"/>
                        </a:rPr>
                        <a:t>07/01</a:t>
                      </a:r>
                      <a:endParaRPr kumimoji="0" lang="el-GR" sz="900" b="1" i="0" u="none" strike="noStrike" kern="1200" cap="none" spc="0" normalizeH="0" baseline="0" noProof="0">
                        <a:ln>
                          <a:noFill/>
                        </a:ln>
                        <a:solidFill>
                          <a:srgbClr val="FFFFFF"/>
                        </a:solidFill>
                        <a:effectLst/>
                        <a:uLnTx/>
                        <a:uFillTx/>
                        <a:latin typeface="Aptos" panose="020B0004020202020204" pitchFamily="34" charset="0"/>
                        <a:ea typeface="+mn-ea"/>
                        <a:cs typeface="+mn-cs"/>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pitchFamily="34" charset="0"/>
                          <a:ea typeface="+mn-ea"/>
                          <a:cs typeface="+mn-cs"/>
                        </a:rPr>
                        <a:t>WK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pitchFamily="34" charset="0"/>
                          <a:ea typeface="+mn-ea"/>
                          <a:cs typeface="+mn-cs"/>
                        </a:rPr>
                        <a:t>14/01</a:t>
                      </a:r>
                      <a:endParaRPr kumimoji="0" lang="el-GR" sz="900" b="1" i="0" u="none" strike="noStrike" kern="1200" cap="none" spc="0" normalizeH="0" baseline="0" noProof="0">
                        <a:ln>
                          <a:noFill/>
                        </a:ln>
                        <a:solidFill>
                          <a:srgbClr val="FFFFFF"/>
                        </a:solidFill>
                        <a:effectLst/>
                        <a:uLnTx/>
                        <a:uFillTx/>
                        <a:latin typeface="Aptos" panose="020B0004020202020204" pitchFamily="34" charset="0"/>
                        <a:ea typeface="+mn-ea"/>
                        <a:cs typeface="+mn-cs"/>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pitchFamily="34" charset="0"/>
                          <a:ea typeface="+mn-ea"/>
                          <a:cs typeface="+mn-cs"/>
                        </a:rPr>
                        <a:t>WK 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pitchFamily="34" charset="0"/>
                          <a:ea typeface="+mn-ea"/>
                          <a:cs typeface="+mn-cs"/>
                        </a:rPr>
                        <a:t>21/01</a:t>
                      </a:r>
                      <a:endParaRPr kumimoji="0" lang="el-GR" sz="900" b="1" i="0" u="none" strike="noStrike" kern="1200" cap="none" spc="0" normalizeH="0" baseline="0" noProof="0">
                        <a:ln>
                          <a:noFill/>
                        </a:ln>
                        <a:solidFill>
                          <a:srgbClr val="FFFFFF"/>
                        </a:solidFill>
                        <a:effectLst/>
                        <a:uLnTx/>
                        <a:uFillTx/>
                        <a:latin typeface="Aptos" panose="020B0004020202020204" pitchFamily="34" charset="0"/>
                        <a:ea typeface="+mn-ea"/>
                        <a:cs typeface="+mn-cs"/>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pitchFamily="34" charset="0"/>
                          <a:ea typeface="+mn-ea"/>
                          <a:cs typeface="+mn-cs"/>
                        </a:rPr>
                        <a:t>WK 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pitchFamily="34" charset="0"/>
                          <a:ea typeface="+mn-ea"/>
                          <a:cs typeface="+mn-cs"/>
                        </a:rPr>
                        <a:t>28/01</a:t>
                      </a:r>
                      <a:endParaRPr kumimoji="0" lang="el-GR" sz="900" b="1" i="0" u="none" strike="noStrike" kern="1200" cap="none" spc="0" normalizeH="0" baseline="0" noProof="0">
                        <a:ln>
                          <a:noFill/>
                        </a:ln>
                        <a:solidFill>
                          <a:srgbClr val="FFFFFF"/>
                        </a:solidFill>
                        <a:effectLst/>
                        <a:uLnTx/>
                        <a:uFillTx/>
                        <a:latin typeface="Aptos" panose="020B0004020202020204" pitchFamily="34" charset="0"/>
                        <a:ea typeface="+mn-ea"/>
                        <a:cs typeface="+mn-cs"/>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pitchFamily="34" charset="0"/>
                          <a:ea typeface="+mn-ea"/>
                          <a:cs typeface="+mn-cs"/>
                        </a:rPr>
                        <a:t>WK 6</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pitchFamily="34" charset="0"/>
                          <a:ea typeface="+mn-ea"/>
                          <a:cs typeface="+mn-cs"/>
                        </a:rPr>
                        <a:t>03/02</a:t>
                      </a:r>
                      <a:endParaRPr kumimoji="0" lang="el-GR" sz="900" b="1" i="0" u="none" strike="noStrike" kern="1200" cap="none" spc="0" normalizeH="0" baseline="0" noProof="0">
                        <a:ln>
                          <a:noFill/>
                        </a:ln>
                        <a:solidFill>
                          <a:srgbClr val="FFFFFF"/>
                        </a:solidFill>
                        <a:effectLst/>
                        <a:uLnTx/>
                        <a:uFillTx/>
                        <a:latin typeface="Aptos" panose="020B0004020202020204" pitchFamily="34" charset="0"/>
                        <a:ea typeface="+mn-ea"/>
                        <a:cs typeface="+mn-cs"/>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pitchFamily="34" charset="0"/>
                          <a:ea typeface="+mn-ea"/>
                          <a:cs typeface="+mn-cs"/>
                        </a:rPr>
                        <a:t>WK 7</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pitchFamily="34" charset="0"/>
                          <a:ea typeface="+mn-ea"/>
                          <a:cs typeface="+mn-cs"/>
                        </a:rPr>
                        <a:t>10/02</a:t>
                      </a:r>
                      <a:endParaRPr kumimoji="0" lang="el-GR" sz="900" b="1" i="0" u="none" strike="noStrike" kern="1200" cap="none" spc="0" normalizeH="0" baseline="0" noProof="0">
                        <a:ln>
                          <a:noFill/>
                        </a:ln>
                        <a:solidFill>
                          <a:srgbClr val="FFFFFF"/>
                        </a:solidFill>
                        <a:effectLst/>
                        <a:uLnTx/>
                        <a:uFillTx/>
                        <a:latin typeface="Aptos" panose="020B0004020202020204" pitchFamily="34" charset="0"/>
                        <a:ea typeface="+mn-ea"/>
                        <a:cs typeface="+mn-cs"/>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pitchFamily="34" charset="0"/>
                          <a:ea typeface="+mn-ea"/>
                          <a:cs typeface="+mn-cs"/>
                        </a:rPr>
                        <a:t>WK 8</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pitchFamily="34" charset="0"/>
                          <a:ea typeface="+mn-ea"/>
                          <a:cs typeface="+mn-cs"/>
                        </a:rPr>
                        <a:t>17/02</a:t>
                      </a:r>
                      <a:endParaRPr kumimoji="0" lang="el-GR" sz="900" b="1" i="0" u="none" strike="noStrike" kern="1200" cap="none" spc="0" normalizeH="0" baseline="0" noProof="0">
                        <a:ln>
                          <a:noFill/>
                        </a:ln>
                        <a:solidFill>
                          <a:srgbClr val="FFFFFF"/>
                        </a:solidFill>
                        <a:effectLst/>
                        <a:uLnTx/>
                        <a:uFillTx/>
                        <a:latin typeface="Aptos" panose="020B0004020202020204" pitchFamily="34" charset="0"/>
                        <a:ea typeface="+mn-ea"/>
                        <a:cs typeface="+mn-cs"/>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pitchFamily="34" charset="0"/>
                          <a:ea typeface="+mn-ea"/>
                          <a:cs typeface="+mn-cs"/>
                        </a:rPr>
                        <a:t>WK 9</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pitchFamily="34" charset="0"/>
                          <a:ea typeface="+mn-ea"/>
                          <a:cs typeface="+mn-cs"/>
                        </a:rPr>
                        <a:t>23/02</a:t>
                      </a:r>
                      <a:endParaRPr kumimoji="0" lang="el-GR" sz="900" b="1" i="0" u="none" strike="noStrike" kern="1200" cap="none" spc="0" normalizeH="0" baseline="0" noProof="0">
                        <a:ln>
                          <a:noFill/>
                        </a:ln>
                        <a:solidFill>
                          <a:srgbClr val="FFFFFF"/>
                        </a:solidFill>
                        <a:effectLst/>
                        <a:uLnTx/>
                        <a:uFillTx/>
                        <a:latin typeface="Aptos" panose="020B0004020202020204" pitchFamily="34" charset="0"/>
                        <a:ea typeface="+mn-ea"/>
                        <a:cs typeface="+mn-cs"/>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pitchFamily="34" charset="0"/>
                          <a:ea typeface="+mn-ea"/>
                          <a:cs typeface="+mn-cs"/>
                        </a:rPr>
                        <a:t>WK 10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pitchFamily="34" charset="0"/>
                          <a:ea typeface="+mn-ea"/>
                          <a:cs typeface="+mn-cs"/>
                        </a:rPr>
                        <a:t>03/03</a:t>
                      </a:r>
                      <a:endParaRPr kumimoji="0" lang="el-GR" sz="900" b="1" i="0" u="none" strike="noStrike" kern="1200" cap="none" spc="0" normalizeH="0" baseline="0" noProof="0">
                        <a:ln>
                          <a:noFill/>
                        </a:ln>
                        <a:solidFill>
                          <a:srgbClr val="FFFFFF"/>
                        </a:solidFill>
                        <a:effectLst/>
                        <a:uLnTx/>
                        <a:uFillTx/>
                        <a:latin typeface="Aptos" panose="020B0004020202020204" pitchFamily="34" charset="0"/>
                        <a:ea typeface="+mn-ea"/>
                        <a:cs typeface="+mn-cs"/>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pitchFamily="34" charset="0"/>
                          <a:ea typeface="+mn-ea"/>
                          <a:cs typeface="+mn-cs"/>
                        </a:rPr>
                        <a:t>WK 11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pitchFamily="34" charset="0"/>
                          <a:ea typeface="+mn-ea"/>
                          <a:cs typeface="+mn-cs"/>
                        </a:rPr>
                        <a:t>10/03</a:t>
                      </a:r>
                      <a:endParaRPr kumimoji="0" lang="el-GR" sz="900" b="1" i="0" u="none" strike="noStrike" kern="1200" cap="none" spc="0" normalizeH="0" baseline="0" noProof="0">
                        <a:ln>
                          <a:noFill/>
                        </a:ln>
                        <a:solidFill>
                          <a:srgbClr val="FFFFFF"/>
                        </a:solidFill>
                        <a:effectLst/>
                        <a:uLnTx/>
                        <a:uFillTx/>
                        <a:latin typeface="Aptos" panose="020B0004020202020204" pitchFamily="34" charset="0"/>
                        <a:ea typeface="+mn-ea"/>
                        <a:cs typeface="+mn-cs"/>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pitchFamily="34" charset="0"/>
                          <a:ea typeface="+mn-ea"/>
                          <a:cs typeface="+mn-cs"/>
                        </a:rPr>
                        <a:t>WK 12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ptos" panose="020B0004020202020204" pitchFamily="34" charset="0"/>
                          <a:ea typeface="+mn-ea"/>
                          <a:cs typeface="+mn-cs"/>
                        </a:rPr>
                        <a:t>17/03</a:t>
                      </a:r>
                      <a:endParaRPr kumimoji="0" lang="el-GR" sz="900" b="1" i="0" u="none" strike="noStrike" kern="1200" cap="none" spc="0" normalizeH="0" baseline="0" noProof="0">
                        <a:ln>
                          <a:noFill/>
                        </a:ln>
                        <a:solidFill>
                          <a:srgbClr val="FFFFFF"/>
                        </a:solidFill>
                        <a:effectLst/>
                        <a:uLnTx/>
                        <a:uFillTx/>
                        <a:latin typeface="Aptos" panose="020B0004020202020204" pitchFamily="34" charset="0"/>
                        <a:ea typeface="+mn-ea"/>
                        <a:cs typeface="+mn-cs"/>
                      </a:endParaRPr>
                    </a:p>
                  </a:txBody>
                  <a:tcPr marL="108000" marR="108000" marT="0" marB="0" anchor="ctr">
                    <a:lnL w="6350" cap="flat" cmpd="sng" algn="ctr">
                      <a:noFill/>
                      <a:prstDash val="sysDot"/>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758565032"/>
                  </a:ext>
                </a:extLst>
              </a:tr>
              <a:tr h="452477">
                <a:tc>
                  <a:txBody>
                    <a:bodyPr/>
                    <a:lstStyle>
                      <a:lvl1pPr marL="0" algn="l" defTabSz="913943" rtl="0" eaLnBrk="1" latinLnBrk="0" hangingPunct="1">
                        <a:defRPr sz="1799" kern="1200">
                          <a:solidFill>
                            <a:schemeClr val="tx1"/>
                          </a:solidFill>
                          <a:latin typeface="Arial"/>
                        </a:defRPr>
                      </a:lvl1pPr>
                      <a:lvl2pPr marL="456971" algn="l" defTabSz="913943" rtl="0" eaLnBrk="1" latinLnBrk="0" hangingPunct="1">
                        <a:defRPr sz="1799" kern="1200">
                          <a:solidFill>
                            <a:schemeClr val="tx1"/>
                          </a:solidFill>
                          <a:latin typeface="Arial"/>
                        </a:defRPr>
                      </a:lvl2pPr>
                      <a:lvl3pPr marL="913943" algn="l" defTabSz="913943" rtl="0" eaLnBrk="1" latinLnBrk="0" hangingPunct="1">
                        <a:defRPr sz="1799" kern="1200">
                          <a:solidFill>
                            <a:schemeClr val="tx1"/>
                          </a:solidFill>
                          <a:latin typeface="Arial"/>
                        </a:defRPr>
                      </a:lvl3pPr>
                      <a:lvl4pPr marL="1370914" algn="l" defTabSz="913943" rtl="0" eaLnBrk="1" latinLnBrk="0" hangingPunct="1">
                        <a:defRPr sz="1799" kern="1200">
                          <a:solidFill>
                            <a:schemeClr val="tx1"/>
                          </a:solidFill>
                          <a:latin typeface="Arial"/>
                        </a:defRPr>
                      </a:lvl4pPr>
                      <a:lvl5pPr marL="1827886" algn="l" defTabSz="913943" rtl="0" eaLnBrk="1" latinLnBrk="0" hangingPunct="1">
                        <a:defRPr sz="1799" kern="1200">
                          <a:solidFill>
                            <a:schemeClr val="tx1"/>
                          </a:solidFill>
                          <a:latin typeface="Arial"/>
                        </a:defRPr>
                      </a:lvl5pPr>
                      <a:lvl6pPr marL="2284857" algn="l" defTabSz="913943" rtl="0" eaLnBrk="1" latinLnBrk="0" hangingPunct="1">
                        <a:defRPr sz="1799" kern="1200">
                          <a:solidFill>
                            <a:schemeClr val="tx1"/>
                          </a:solidFill>
                          <a:latin typeface="Arial"/>
                        </a:defRPr>
                      </a:lvl6pPr>
                      <a:lvl7pPr marL="2741828" algn="l" defTabSz="913943" rtl="0" eaLnBrk="1" latinLnBrk="0" hangingPunct="1">
                        <a:defRPr sz="1799" kern="1200">
                          <a:solidFill>
                            <a:schemeClr val="tx1"/>
                          </a:solidFill>
                          <a:latin typeface="Arial"/>
                        </a:defRPr>
                      </a:lvl7pPr>
                      <a:lvl8pPr marL="3198800" algn="l" defTabSz="913943" rtl="0" eaLnBrk="1" latinLnBrk="0" hangingPunct="1">
                        <a:defRPr sz="1799" kern="1200">
                          <a:solidFill>
                            <a:schemeClr val="tx1"/>
                          </a:solidFill>
                          <a:latin typeface="Arial"/>
                        </a:defRPr>
                      </a:lvl8pPr>
                      <a:lvl9pPr marL="3655771" algn="l" defTabSz="913943" rtl="0" eaLnBrk="1" latinLnBrk="0" hangingPunct="1">
                        <a:defRPr sz="1799" kern="1200">
                          <a:solidFill>
                            <a:schemeClr val="tx1"/>
                          </a:solidFill>
                          <a:latin typeface="Arial"/>
                        </a:defRPr>
                      </a:lvl9pPr>
                    </a:lstStyle>
                    <a:p>
                      <a:pPr marL="0" algn="ctr" defTabSz="1005304" rtl="0" eaLnBrk="1" latinLnBrk="0" hangingPunct="1">
                        <a:spcAft>
                          <a:spcPts val="0"/>
                        </a:spcAft>
                      </a:pPr>
                      <a:r>
                        <a:rPr lang="en-US" sz="1100" b="1" i="0" u="none" kern="1200" baseline="0">
                          <a:solidFill>
                            <a:schemeClr val="tx1"/>
                          </a:solidFill>
                          <a:latin typeface="Aptos" panose="020B0004020202020204" pitchFamily="34" charset="0"/>
                          <a:ea typeface="+mn-ea"/>
                          <a:cs typeface="Calibri"/>
                        </a:rPr>
                        <a:t>1</a:t>
                      </a:r>
                    </a:p>
                  </a:txBody>
                  <a:tcPr marL="108000" marR="108000" marT="0" marB="0" anchor="ctr">
                    <a:lnL w="9525"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r>
                        <a:rPr lang="en-US" sz="1000" b="0" i="0" u="none" baseline="0">
                          <a:solidFill>
                            <a:schemeClr val="tx1">
                              <a:lumMod val="65000"/>
                              <a:lumOff val="35000"/>
                            </a:schemeClr>
                          </a:solidFill>
                          <a:latin typeface="Aptos" panose="020B0004020202020204" pitchFamily="34" charset="0"/>
                          <a:cs typeface="Calibri"/>
                        </a:rPr>
                        <a:t>Ut enim ad minim veniam laboris nisi ut aliquip ex ea </a:t>
                      </a:r>
                    </a:p>
                  </a:txBody>
                  <a:tcPr marL="108000" marR="108000" marT="0" marB="0"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913943" rtl="0" eaLnBrk="1" latinLnBrk="0" hangingPunct="1">
                        <a:defRPr sz="1799" kern="1200">
                          <a:solidFill>
                            <a:schemeClr val="tx1"/>
                          </a:solidFill>
                          <a:latin typeface="Arial"/>
                        </a:defRPr>
                      </a:lvl1pPr>
                      <a:lvl2pPr marL="456971" algn="l" defTabSz="913943" rtl="0" eaLnBrk="1" latinLnBrk="0" hangingPunct="1">
                        <a:defRPr sz="1799" kern="1200">
                          <a:solidFill>
                            <a:schemeClr val="tx1"/>
                          </a:solidFill>
                          <a:latin typeface="Arial"/>
                        </a:defRPr>
                      </a:lvl2pPr>
                      <a:lvl3pPr marL="913943" algn="l" defTabSz="913943" rtl="0" eaLnBrk="1" latinLnBrk="0" hangingPunct="1">
                        <a:defRPr sz="1799" kern="1200">
                          <a:solidFill>
                            <a:schemeClr val="tx1"/>
                          </a:solidFill>
                          <a:latin typeface="Arial"/>
                        </a:defRPr>
                      </a:lvl3pPr>
                      <a:lvl4pPr marL="1370914" algn="l" defTabSz="913943" rtl="0" eaLnBrk="1" latinLnBrk="0" hangingPunct="1">
                        <a:defRPr sz="1799" kern="1200">
                          <a:solidFill>
                            <a:schemeClr val="tx1"/>
                          </a:solidFill>
                          <a:latin typeface="Arial"/>
                        </a:defRPr>
                      </a:lvl4pPr>
                      <a:lvl5pPr marL="1827886" algn="l" defTabSz="913943" rtl="0" eaLnBrk="1" latinLnBrk="0" hangingPunct="1">
                        <a:defRPr sz="1799" kern="1200">
                          <a:solidFill>
                            <a:schemeClr val="tx1"/>
                          </a:solidFill>
                          <a:latin typeface="Arial"/>
                        </a:defRPr>
                      </a:lvl5pPr>
                      <a:lvl6pPr marL="2284857" algn="l" defTabSz="913943" rtl="0" eaLnBrk="1" latinLnBrk="0" hangingPunct="1">
                        <a:defRPr sz="1799" kern="1200">
                          <a:solidFill>
                            <a:schemeClr val="tx1"/>
                          </a:solidFill>
                          <a:latin typeface="Arial"/>
                        </a:defRPr>
                      </a:lvl6pPr>
                      <a:lvl7pPr marL="2741828" algn="l" defTabSz="913943" rtl="0" eaLnBrk="1" latinLnBrk="0" hangingPunct="1">
                        <a:defRPr sz="1799" kern="1200">
                          <a:solidFill>
                            <a:schemeClr val="tx1"/>
                          </a:solidFill>
                          <a:latin typeface="Arial"/>
                        </a:defRPr>
                      </a:lvl7pPr>
                      <a:lvl8pPr marL="3198800" algn="l" defTabSz="913943" rtl="0" eaLnBrk="1" latinLnBrk="0" hangingPunct="1">
                        <a:defRPr sz="1799" kern="1200">
                          <a:solidFill>
                            <a:schemeClr val="tx1"/>
                          </a:solidFill>
                          <a:latin typeface="Arial"/>
                        </a:defRPr>
                      </a:lvl8pPr>
                      <a:lvl9pPr marL="3655771" algn="l" defTabSz="913943" rtl="0" eaLnBrk="1" latinLnBrk="0" hangingPunct="1">
                        <a:defRPr sz="1799" kern="1200">
                          <a:solidFill>
                            <a:schemeClr val="tx1"/>
                          </a:solidFill>
                          <a:latin typeface="Arial"/>
                        </a:defRPr>
                      </a:lvl9pPr>
                    </a:lstStyle>
                    <a:p>
                      <a:pPr marL="0" algn="l" defTabSz="1005304" rtl="0" eaLnBrk="1" fontAlgn="ctr" latinLnBrk="0" hangingPunct="1">
                        <a:spcAft>
                          <a:spcPts val="0"/>
                        </a:spcAft>
                      </a:pPr>
                      <a:endParaRPr lang="en-US" sz="1100" b="0" i="0" u="none" kern="1200" baseline="0">
                        <a:solidFill>
                          <a:schemeClr val="tx1"/>
                        </a:solidFill>
                        <a:latin typeface="Aptos" panose="020B0004020202020204" pitchFamily="34" charset="0"/>
                        <a:ea typeface="+mn-ea"/>
                        <a:cs typeface="+mn-cs"/>
                      </a:endParaRPr>
                    </a:p>
                  </a:txBody>
                  <a:tcPr marL="108000" marR="108000" marT="7616" marB="0"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913943" rtl="0" eaLnBrk="1" latinLnBrk="0" hangingPunct="1">
                        <a:defRPr sz="1799" kern="1200">
                          <a:solidFill>
                            <a:schemeClr val="tx1"/>
                          </a:solidFill>
                          <a:latin typeface="Arial"/>
                        </a:defRPr>
                      </a:lvl1pPr>
                      <a:lvl2pPr marL="456971" algn="l" defTabSz="913943" rtl="0" eaLnBrk="1" latinLnBrk="0" hangingPunct="1">
                        <a:defRPr sz="1799" kern="1200">
                          <a:solidFill>
                            <a:schemeClr val="tx1"/>
                          </a:solidFill>
                          <a:latin typeface="Arial"/>
                        </a:defRPr>
                      </a:lvl2pPr>
                      <a:lvl3pPr marL="913943" algn="l" defTabSz="913943" rtl="0" eaLnBrk="1" latinLnBrk="0" hangingPunct="1">
                        <a:defRPr sz="1799" kern="1200">
                          <a:solidFill>
                            <a:schemeClr val="tx1"/>
                          </a:solidFill>
                          <a:latin typeface="Arial"/>
                        </a:defRPr>
                      </a:lvl3pPr>
                      <a:lvl4pPr marL="1370914" algn="l" defTabSz="913943" rtl="0" eaLnBrk="1" latinLnBrk="0" hangingPunct="1">
                        <a:defRPr sz="1799" kern="1200">
                          <a:solidFill>
                            <a:schemeClr val="tx1"/>
                          </a:solidFill>
                          <a:latin typeface="Arial"/>
                        </a:defRPr>
                      </a:lvl4pPr>
                      <a:lvl5pPr marL="1827886" algn="l" defTabSz="913943" rtl="0" eaLnBrk="1" latinLnBrk="0" hangingPunct="1">
                        <a:defRPr sz="1799" kern="1200">
                          <a:solidFill>
                            <a:schemeClr val="tx1"/>
                          </a:solidFill>
                          <a:latin typeface="Arial"/>
                        </a:defRPr>
                      </a:lvl5pPr>
                      <a:lvl6pPr marL="2284857" algn="l" defTabSz="913943" rtl="0" eaLnBrk="1" latinLnBrk="0" hangingPunct="1">
                        <a:defRPr sz="1799" kern="1200">
                          <a:solidFill>
                            <a:schemeClr val="tx1"/>
                          </a:solidFill>
                          <a:latin typeface="Arial"/>
                        </a:defRPr>
                      </a:lvl6pPr>
                      <a:lvl7pPr marL="2741828" algn="l" defTabSz="913943" rtl="0" eaLnBrk="1" latinLnBrk="0" hangingPunct="1">
                        <a:defRPr sz="1799" kern="1200">
                          <a:solidFill>
                            <a:schemeClr val="tx1"/>
                          </a:solidFill>
                          <a:latin typeface="Arial"/>
                        </a:defRPr>
                      </a:lvl7pPr>
                      <a:lvl8pPr marL="3198800" algn="l" defTabSz="913943" rtl="0" eaLnBrk="1" latinLnBrk="0" hangingPunct="1">
                        <a:defRPr sz="1799" kern="1200">
                          <a:solidFill>
                            <a:schemeClr val="tx1"/>
                          </a:solidFill>
                          <a:latin typeface="Arial"/>
                        </a:defRPr>
                      </a:lvl8pPr>
                      <a:lvl9pPr marL="3655771" algn="l" defTabSz="913943" rtl="0" eaLnBrk="1" latinLnBrk="0" hangingPunct="1">
                        <a:defRPr sz="1799" kern="1200">
                          <a:solidFill>
                            <a:schemeClr val="tx1"/>
                          </a:solidFill>
                          <a:latin typeface="Arial"/>
                        </a:defRPr>
                      </a:lvl9pPr>
                    </a:lstStyle>
                    <a:p>
                      <a:pPr algn="ctr" rtl="0" fontAlgn="ctr">
                        <a:spcAft>
                          <a:spcPts val="0"/>
                        </a:spcAft>
                      </a:pPr>
                      <a:r>
                        <a:rPr lang="en-US" sz="1100" b="1" i="0" u="none" kern="1200" baseline="0">
                          <a:solidFill>
                            <a:schemeClr val="tx1"/>
                          </a:solidFill>
                          <a:latin typeface="Aptos" panose="020B0004020202020204" pitchFamily="34" charset="0"/>
                          <a:ea typeface="+mn-ea"/>
                          <a:cs typeface="Calibri"/>
                        </a:rPr>
                        <a:t>Team 1</a:t>
                      </a:r>
                    </a:p>
                  </a:txBody>
                  <a:tcPr marL="108000" marR="108000" marT="7616"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952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extLst>
                  <a:ext uri="{0D108BD9-81ED-4DB2-BD59-A6C34878D82A}">
                    <a16:rowId xmlns:a16="http://schemas.microsoft.com/office/drawing/2014/main" val="2095626049"/>
                  </a:ext>
                </a:extLst>
              </a:tr>
              <a:tr h="430148">
                <a:tc>
                  <a:txBody>
                    <a:bodyPr/>
                    <a:lstStyle>
                      <a:lvl1pPr marL="0" algn="l" defTabSz="913943" rtl="0" eaLnBrk="1" latinLnBrk="0" hangingPunct="1">
                        <a:defRPr sz="1799" kern="1200">
                          <a:solidFill>
                            <a:schemeClr val="tx1"/>
                          </a:solidFill>
                          <a:latin typeface="Arial"/>
                        </a:defRPr>
                      </a:lvl1pPr>
                      <a:lvl2pPr marL="456971" algn="l" defTabSz="913943" rtl="0" eaLnBrk="1" latinLnBrk="0" hangingPunct="1">
                        <a:defRPr sz="1799" kern="1200">
                          <a:solidFill>
                            <a:schemeClr val="tx1"/>
                          </a:solidFill>
                          <a:latin typeface="Arial"/>
                        </a:defRPr>
                      </a:lvl2pPr>
                      <a:lvl3pPr marL="913943" algn="l" defTabSz="913943" rtl="0" eaLnBrk="1" latinLnBrk="0" hangingPunct="1">
                        <a:defRPr sz="1799" kern="1200">
                          <a:solidFill>
                            <a:schemeClr val="tx1"/>
                          </a:solidFill>
                          <a:latin typeface="Arial"/>
                        </a:defRPr>
                      </a:lvl3pPr>
                      <a:lvl4pPr marL="1370914" algn="l" defTabSz="913943" rtl="0" eaLnBrk="1" latinLnBrk="0" hangingPunct="1">
                        <a:defRPr sz="1799" kern="1200">
                          <a:solidFill>
                            <a:schemeClr val="tx1"/>
                          </a:solidFill>
                          <a:latin typeface="Arial"/>
                        </a:defRPr>
                      </a:lvl4pPr>
                      <a:lvl5pPr marL="1827886" algn="l" defTabSz="913943" rtl="0" eaLnBrk="1" latinLnBrk="0" hangingPunct="1">
                        <a:defRPr sz="1799" kern="1200">
                          <a:solidFill>
                            <a:schemeClr val="tx1"/>
                          </a:solidFill>
                          <a:latin typeface="Arial"/>
                        </a:defRPr>
                      </a:lvl5pPr>
                      <a:lvl6pPr marL="2284857" algn="l" defTabSz="913943" rtl="0" eaLnBrk="1" latinLnBrk="0" hangingPunct="1">
                        <a:defRPr sz="1799" kern="1200">
                          <a:solidFill>
                            <a:schemeClr val="tx1"/>
                          </a:solidFill>
                          <a:latin typeface="Arial"/>
                        </a:defRPr>
                      </a:lvl6pPr>
                      <a:lvl7pPr marL="2741828" algn="l" defTabSz="913943" rtl="0" eaLnBrk="1" latinLnBrk="0" hangingPunct="1">
                        <a:defRPr sz="1799" kern="1200">
                          <a:solidFill>
                            <a:schemeClr val="tx1"/>
                          </a:solidFill>
                          <a:latin typeface="Arial"/>
                        </a:defRPr>
                      </a:lvl7pPr>
                      <a:lvl8pPr marL="3198800" algn="l" defTabSz="913943" rtl="0" eaLnBrk="1" latinLnBrk="0" hangingPunct="1">
                        <a:defRPr sz="1799" kern="1200">
                          <a:solidFill>
                            <a:schemeClr val="tx1"/>
                          </a:solidFill>
                          <a:latin typeface="Arial"/>
                        </a:defRPr>
                      </a:lvl8pPr>
                      <a:lvl9pPr marL="3655771" algn="l" defTabSz="913943" rtl="0" eaLnBrk="1" latinLnBrk="0" hangingPunct="1">
                        <a:defRPr sz="1799" kern="1200">
                          <a:solidFill>
                            <a:schemeClr val="tx1"/>
                          </a:solidFill>
                          <a:latin typeface="Arial"/>
                        </a:defRPr>
                      </a:lvl9pPr>
                    </a:lstStyle>
                    <a:p>
                      <a:pPr marL="0" algn="ctr" defTabSz="1005304" rtl="0" eaLnBrk="1" latinLnBrk="0" hangingPunct="1">
                        <a:spcAft>
                          <a:spcPts val="0"/>
                        </a:spcAft>
                      </a:pPr>
                      <a:r>
                        <a:rPr lang="en-US" sz="1100" b="1" i="0" u="none" kern="1200" baseline="0">
                          <a:solidFill>
                            <a:schemeClr val="tx1"/>
                          </a:solidFill>
                          <a:latin typeface="Aptos" panose="020B0004020202020204" pitchFamily="34" charset="0"/>
                          <a:ea typeface="+mn-ea"/>
                          <a:cs typeface="Calibri"/>
                        </a:rPr>
                        <a:t>2</a:t>
                      </a:r>
                    </a:p>
                  </a:txBody>
                  <a:tcPr marL="108000" marR="108000" marT="0" marB="0" anchor="ctr">
                    <a:lnL w="9525" cap="flat" cmpd="sng" algn="ctr">
                      <a:noFill/>
                      <a:prstDash val="solid"/>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marL="0" marR="0" lvl="0" indent="0" algn="l" defTabSz="1005304" rtl="0" eaLnBrk="1" fontAlgn="auto" latinLnBrk="0" hangingPunct="1">
                        <a:lnSpc>
                          <a:spcPct val="100000"/>
                        </a:lnSpc>
                        <a:spcBef>
                          <a:spcPts val="0"/>
                        </a:spcBef>
                        <a:spcAft>
                          <a:spcPts val="0"/>
                        </a:spcAft>
                        <a:buClrTx/>
                        <a:buSzTx/>
                        <a:buFontTx/>
                        <a:buNone/>
                        <a:tabLst/>
                        <a:defRPr/>
                      </a:pPr>
                      <a:r>
                        <a:rPr lang="en-US" sz="1000" b="0" i="0" u="none" baseline="0">
                          <a:solidFill>
                            <a:schemeClr val="tx1">
                              <a:lumMod val="65000"/>
                              <a:lumOff val="35000"/>
                            </a:schemeClr>
                          </a:solidFill>
                          <a:latin typeface="Aptos" panose="020B0004020202020204" pitchFamily="34" charset="0"/>
                          <a:cs typeface="Calibri" panose="020F0502020204030204" pitchFamily="34" charset="0"/>
                        </a:rPr>
                        <a:t>Lorem </a:t>
                      </a:r>
                      <a:r>
                        <a:rPr kumimoji="0" lang="en-US" sz="1000" b="0" i="0" u="none" strike="noStrike" kern="1200" cap="none" spc="0" normalizeH="0" baseline="0" noProof="0">
                          <a:ln>
                            <a:noFill/>
                          </a:ln>
                          <a:solidFill>
                            <a:schemeClr val="tx1">
                              <a:lumMod val="65000"/>
                              <a:lumOff val="35000"/>
                            </a:schemeClr>
                          </a:solidFill>
                          <a:effectLst/>
                          <a:uLnTx/>
                          <a:uFillTx/>
                          <a:latin typeface="Aptos" panose="020B0004020202020204" pitchFamily="34" charset="0"/>
                        </a:rPr>
                        <a:t>ipsum dolor sit amet, consectetur adipiscing elit</a:t>
                      </a:r>
                    </a:p>
                  </a:txBody>
                  <a:tcPr marL="108000" marR="108000" marT="0" marB="0"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913943" rtl="0" eaLnBrk="1" latinLnBrk="0" hangingPunct="1">
                        <a:defRPr sz="1799" kern="1200">
                          <a:solidFill>
                            <a:schemeClr val="tx1"/>
                          </a:solidFill>
                          <a:latin typeface="Arial"/>
                        </a:defRPr>
                      </a:lvl1pPr>
                      <a:lvl2pPr marL="456971" algn="l" defTabSz="913943" rtl="0" eaLnBrk="1" latinLnBrk="0" hangingPunct="1">
                        <a:defRPr sz="1799" kern="1200">
                          <a:solidFill>
                            <a:schemeClr val="tx1"/>
                          </a:solidFill>
                          <a:latin typeface="Arial"/>
                        </a:defRPr>
                      </a:lvl2pPr>
                      <a:lvl3pPr marL="913943" algn="l" defTabSz="913943" rtl="0" eaLnBrk="1" latinLnBrk="0" hangingPunct="1">
                        <a:defRPr sz="1799" kern="1200">
                          <a:solidFill>
                            <a:schemeClr val="tx1"/>
                          </a:solidFill>
                          <a:latin typeface="Arial"/>
                        </a:defRPr>
                      </a:lvl3pPr>
                      <a:lvl4pPr marL="1370914" algn="l" defTabSz="913943" rtl="0" eaLnBrk="1" latinLnBrk="0" hangingPunct="1">
                        <a:defRPr sz="1799" kern="1200">
                          <a:solidFill>
                            <a:schemeClr val="tx1"/>
                          </a:solidFill>
                          <a:latin typeface="Arial"/>
                        </a:defRPr>
                      </a:lvl4pPr>
                      <a:lvl5pPr marL="1827886" algn="l" defTabSz="913943" rtl="0" eaLnBrk="1" latinLnBrk="0" hangingPunct="1">
                        <a:defRPr sz="1799" kern="1200">
                          <a:solidFill>
                            <a:schemeClr val="tx1"/>
                          </a:solidFill>
                          <a:latin typeface="Arial"/>
                        </a:defRPr>
                      </a:lvl5pPr>
                      <a:lvl6pPr marL="2284857" algn="l" defTabSz="913943" rtl="0" eaLnBrk="1" latinLnBrk="0" hangingPunct="1">
                        <a:defRPr sz="1799" kern="1200">
                          <a:solidFill>
                            <a:schemeClr val="tx1"/>
                          </a:solidFill>
                          <a:latin typeface="Arial"/>
                        </a:defRPr>
                      </a:lvl6pPr>
                      <a:lvl7pPr marL="2741828" algn="l" defTabSz="913943" rtl="0" eaLnBrk="1" latinLnBrk="0" hangingPunct="1">
                        <a:defRPr sz="1799" kern="1200">
                          <a:solidFill>
                            <a:schemeClr val="tx1"/>
                          </a:solidFill>
                          <a:latin typeface="Arial"/>
                        </a:defRPr>
                      </a:lvl7pPr>
                      <a:lvl8pPr marL="3198800" algn="l" defTabSz="913943" rtl="0" eaLnBrk="1" latinLnBrk="0" hangingPunct="1">
                        <a:defRPr sz="1799" kern="1200">
                          <a:solidFill>
                            <a:schemeClr val="tx1"/>
                          </a:solidFill>
                          <a:latin typeface="Arial"/>
                        </a:defRPr>
                      </a:lvl8pPr>
                      <a:lvl9pPr marL="3655771" algn="l" defTabSz="913943" rtl="0" eaLnBrk="1" latinLnBrk="0" hangingPunct="1">
                        <a:defRPr sz="1799" kern="1200">
                          <a:solidFill>
                            <a:schemeClr val="tx1"/>
                          </a:solidFill>
                          <a:latin typeface="Arial"/>
                        </a:defRPr>
                      </a:lvl9pPr>
                    </a:lstStyle>
                    <a:p>
                      <a:pPr marL="0" marR="0" lvl="0" indent="0" algn="l" defTabSz="1005304" rtl="0" eaLnBrk="1" fontAlgn="ctr" latinLnBrk="0" hangingPunct="1">
                        <a:lnSpc>
                          <a:spcPct val="100000"/>
                        </a:lnSpc>
                        <a:spcBef>
                          <a:spcPts val="0"/>
                        </a:spcBef>
                        <a:spcAft>
                          <a:spcPts val="0"/>
                        </a:spcAft>
                        <a:buClrTx/>
                        <a:buSzTx/>
                        <a:buFontTx/>
                        <a:buNone/>
                        <a:tabLst/>
                        <a:defRPr/>
                      </a:pPr>
                      <a:endParaRPr lang="en-US" sz="1100" b="0" i="0" u="none" kern="1200" baseline="0">
                        <a:solidFill>
                          <a:schemeClr val="tx1"/>
                        </a:solidFill>
                        <a:latin typeface="Aptos" panose="020B0004020202020204" pitchFamily="34" charset="0"/>
                        <a:ea typeface="+mn-ea"/>
                        <a:cs typeface="+mn-cs"/>
                      </a:endParaRPr>
                    </a:p>
                  </a:txBody>
                  <a:tcPr marL="108000" marR="108000" marT="0" marB="0"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913943" rtl="0" eaLnBrk="1" latinLnBrk="0" hangingPunct="1">
                        <a:defRPr sz="1799" kern="1200">
                          <a:solidFill>
                            <a:schemeClr val="tx1"/>
                          </a:solidFill>
                          <a:latin typeface="Arial"/>
                        </a:defRPr>
                      </a:lvl1pPr>
                      <a:lvl2pPr marL="456971" algn="l" defTabSz="913943" rtl="0" eaLnBrk="1" latinLnBrk="0" hangingPunct="1">
                        <a:defRPr sz="1799" kern="1200">
                          <a:solidFill>
                            <a:schemeClr val="tx1"/>
                          </a:solidFill>
                          <a:latin typeface="Arial"/>
                        </a:defRPr>
                      </a:lvl2pPr>
                      <a:lvl3pPr marL="913943" algn="l" defTabSz="913943" rtl="0" eaLnBrk="1" latinLnBrk="0" hangingPunct="1">
                        <a:defRPr sz="1799" kern="1200">
                          <a:solidFill>
                            <a:schemeClr val="tx1"/>
                          </a:solidFill>
                          <a:latin typeface="Arial"/>
                        </a:defRPr>
                      </a:lvl3pPr>
                      <a:lvl4pPr marL="1370914" algn="l" defTabSz="913943" rtl="0" eaLnBrk="1" latinLnBrk="0" hangingPunct="1">
                        <a:defRPr sz="1799" kern="1200">
                          <a:solidFill>
                            <a:schemeClr val="tx1"/>
                          </a:solidFill>
                          <a:latin typeface="Arial"/>
                        </a:defRPr>
                      </a:lvl4pPr>
                      <a:lvl5pPr marL="1827886" algn="l" defTabSz="913943" rtl="0" eaLnBrk="1" latinLnBrk="0" hangingPunct="1">
                        <a:defRPr sz="1799" kern="1200">
                          <a:solidFill>
                            <a:schemeClr val="tx1"/>
                          </a:solidFill>
                          <a:latin typeface="Arial"/>
                        </a:defRPr>
                      </a:lvl5pPr>
                      <a:lvl6pPr marL="2284857" algn="l" defTabSz="913943" rtl="0" eaLnBrk="1" latinLnBrk="0" hangingPunct="1">
                        <a:defRPr sz="1799" kern="1200">
                          <a:solidFill>
                            <a:schemeClr val="tx1"/>
                          </a:solidFill>
                          <a:latin typeface="Arial"/>
                        </a:defRPr>
                      </a:lvl6pPr>
                      <a:lvl7pPr marL="2741828" algn="l" defTabSz="913943" rtl="0" eaLnBrk="1" latinLnBrk="0" hangingPunct="1">
                        <a:defRPr sz="1799" kern="1200">
                          <a:solidFill>
                            <a:schemeClr val="tx1"/>
                          </a:solidFill>
                          <a:latin typeface="Arial"/>
                        </a:defRPr>
                      </a:lvl7pPr>
                      <a:lvl8pPr marL="3198800" algn="l" defTabSz="913943" rtl="0" eaLnBrk="1" latinLnBrk="0" hangingPunct="1">
                        <a:defRPr sz="1799" kern="1200">
                          <a:solidFill>
                            <a:schemeClr val="tx1"/>
                          </a:solidFill>
                          <a:latin typeface="Arial"/>
                        </a:defRPr>
                      </a:lvl8pPr>
                      <a:lvl9pPr marL="3655771" algn="l" defTabSz="913943" rtl="0" eaLnBrk="1" latinLnBrk="0" hangingPunct="1">
                        <a:defRPr sz="1799" kern="1200">
                          <a:solidFill>
                            <a:schemeClr val="tx1"/>
                          </a:solidFill>
                          <a:latin typeface="Arial"/>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kern="1200" baseline="0">
                          <a:solidFill>
                            <a:schemeClr val="tx1"/>
                          </a:solidFill>
                          <a:latin typeface="Aptos" panose="020B0004020202020204" pitchFamily="34" charset="0"/>
                          <a:ea typeface="+mn-ea"/>
                          <a:cs typeface="Calibri"/>
                        </a:rPr>
                        <a:t>Team 2</a:t>
                      </a: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952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extLst>
                  <a:ext uri="{0D108BD9-81ED-4DB2-BD59-A6C34878D82A}">
                    <a16:rowId xmlns:a16="http://schemas.microsoft.com/office/drawing/2014/main" val="2178809182"/>
                  </a:ext>
                </a:extLst>
              </a:tr>
              <a:tr h="432387">
                <a:tc>
                  <a:txBody>
                    <a:bodyPr/>
                    <a:lstStyle>
                      <a:lvl1pPr marL="0" algn="l" defTabSz="913943" rtl="0" eaLnBrk="1" latinLnBrk="0" hangingPunct="1">
                        <a:defRPr sz="1799" kern="1200">
                          <a:solidFill>
                            <a:schemeClr val="tx1"/>
                          </a:solidFill>
                          <a:latin typeface="Arial"/>
                        </a:defRPr>
                      </a:lvl1pPr>
                      <a:lvl2pPr marL="456971" algn="l" defTabSz="913943" rtl="0" eaLnBrk="1" latinLnBrk="0" hangingPunct="1">
                        <a:defRPr sz="1799" kern="1200">
                          <a:solidFill>
                            <a:schemeClr val="tx1"/>
                          </a:solidFill>
                          <a:latin typeface="Arial"/>
                        </a:defRPr>
                      </a:lvl2pPr>
                      <a:lvl3pPr marL="913943" algn="l" defTabSz="913943" rtl="0" eaLnBrk="1" latinLnBrk="0" hangingPunct="1">
                        <a:defRPr sz="1799" kern="1200">
                          <a:solidFill>
                            <a:schemeClr val="tx1"/>
                          </a:solidFill>
                          <a:latin typeface="Arial"/>
                        </a:defRPr>
                      </a:lvl3pPr>
                      <a:lvl4pPr marL="1370914" algn="l" defTabSz="913943" rtl="0" eaLnBrk="1" latinLnBrk="0" hangingPunct="1">
                        <a:defRPr sz="1799" kern="1200">
                          <a:solidFill>
                            <a:schemeClr val="tx1"/>
                          </a:solidFill>
                          <a:latin typeface="Arial"/>
                        </a:defRPr>
                      </a:lvl4pPr>
                      <a:lvl5pPr marL="1827886" algn="l" defTabSz="913943" rtl="0" eaLnBrk="1" latinLnBrk="0" hangingPunct="1">
                        <a:defRPr sz="1799" kern="1200">
                          <a:solidFill>
                            <a:schemeClr val="tx1"/>
                          </a:solidFill>
                          <a:latin typeface="Arial"/>
                        </a:defRPr>
                      </a:lvl5pPr>
                      <a:lvl6pPr marL="2284857" algn="l" defTabSz="913943" rtl="0" eaLnBrk="1" latinLnBrk="0" hangingPunct="1">
                        <a:defRPr sz="1799" kern="1200">
                          <a:solidFill>
                            <a:schemeClr val="tx1"/>
                          </a:solidFill>
                          <a:latin typeface="Arial"/>
                        </a:defRPr>
                      </a:lvl6pPr>
                      <a:lvl7pPr marL="2741828" algn="l" defTabSz="913943" rtl="0" eaLnBrk="1" latinLnBrk="0" hangingPunct="1">
                        <a:defRPr sz="1799" kern="1200">
                          <a:solidFill>
                            <a:schemeClr val="tx1"/>
                          </a:solidFill>
                          <a:latin typeface="Arial"/>
                        </a:defRPr>
                      </a:lvl7pPr>
                      <a:lvl8pPr marL="3198800" algn="l" defTabSz="913943" rtl="0" eaLnBrk="1" latinLnBrk="0" hangingPunct="1">
                        <a:defRPr sz="1799" kern="1200">
                          <a:solidFill>
                            <a:schemeClr val="tx1"/>
                          </a:solidFill>
                          <a:latin typeface="Arial"/>
                        </a:defRPr>
                      </a:lvl8pPr>
                      <a:lvl9pPr marL="3655771" algn="l" defTabSz="913943" rtl="0" eaLnBrk="1" latinLnBrk="0" hangingPunct="1">
                        <a:defRPr sz="1799" kern="1200">
                          <a:solidFill>
                            <a:schemeClr val="tx1"/>
                          </a:solidFill>
                          <a:latin typeface="Arial"/>
                        </a:defRPr>
                      </a:lvl9pPr>
                    </a:lstStyle>
                    <a:p>
                      <a:pPr marL="0" algn="ctr" defTabSz="1005304" rtl="0" eaLnBrk="1" latinLnBrk="0" hangingPunct="1">
                        <a:spcAft>
                          <a:spcPts val="0"/>
                        </a:spcAft>
                      </a:pPr>
                      <a:r>
                        <a:rPr lang="en-US" sz="1100" b="1" i="0" u="none" kern="1200" baseline="0">
                          <a:solidFill>
                            <a:schemeClr val="tx1"/>
                          </a:solidFill>
                          <a:latin typeface="Aptos" panose="020B0004020202020204" pitchFamily="34" charset="0"/>
                          <a:ea typeface="+mn-ea"/>
                          <a:cs typeface="Calibri"/>
                        </a:rPr>
                        <a:t>3</a:t>
                      </a:r>
                    </a:p>
                  </a:txBody>
                  <a:tcPr marL="108000" marR="108000" marT="0" marB="0" anchor="ctr">
                    <a:lnL w="9525" cap="flat" cmpd="sng" algn="ctr">
                      <a:noFill/>
                      <a:prstDash val="solid"/>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r>
                        <a:rPr kumimoji="0" lang="en-US" sz="1000" b="0" i="0" u="none" strike="noStrike" kern="1200" cap="none" spc="0" normalizeH="0" baseline="0" noProof="0">
                          <a:ln>
                            <a:noFill/>
                          </a:ln>
                          <a:solidFill>
                            <a:schemeClr val="tx1">
                              <a:lumMod val="65000"/>
                              <a:lumOff val="35000"/>
                            </a:schemeClr>
                          </a:solidFill>
                          <a:effectLst/>
                          <a:uLnTx/>
                          <a:uFillTx/>
                          <a:latin typeface="Aptos" panose="020B0004020202020204" pitchFamily="34" charset="0"/>
                        </a:rPr>
                        <a:t>Sed do eiusmod tempor incididunt ut labore et dolore magna aliqua. </a:t>
                      </a:r>
                      <a:endParaRPr lang="en-US" sz="1000" b="0" i="0" u="none" baseline="0">
                        <a:solidFill>
                          <a:schemeClr val="tx1">
                            <a:lumMod val="65000"/>
                            <a:lumOff val="35000"/>
                          </a:schemeClr>
                        </a:solidFill>
                        <a:latin typeface="Aptos" panose="020B0004020202020204" pitchFamily="34" charset="0"/>
                        <a:cs typeface="Calibri"/>
                      </a:endParaRPr>
                    </a:p>
                  </a:txBody>
                  <a:tcPr marL="108000" marR="108000" marT="0" marB="0"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913943" rtl="0" eaLnBrk="1" latinLnBrk="0" hangingPunct="1">
                        <a:defRPr sz="1799" kern="1200">
                          <a:solidFill>
                            <a:schemeClr val="tx1"/>
                          </a:solidFill>
                          <a:latin typeface="Arial"/>
                        </a:defRPr>
                      </a:lvl1pPr>
                      <a:lvl2pPr marL="456971" algn="l" defTabSz="913943" rtl="0" eaLnBrk="1" latinLnBrk="0" hangingPunct="1">
                        <a:defRPr sz="1799" kern="1200">
                          <a:solidFill>
                            <a:schemeClr val="tx1"/>
                          </a:solidFill>
                          <a:latin typeface="Arial"/>
                        </a:defRPr>
                      </a:lvl2pPr>
                      <a:lvl3pPr marL="913943" algn="l" defTabSz="913943" rtl="0" eaLnBrk="1" latinLnBrk="0" hangingPunct="1">
                        <a:defRPr sz="1799" kern="1200">
                          <a:solidFill>
                            <a:schemeClr val="tx1"/>
                          </a:solidFill>
                          <a:latin typeface="Arial"/>
                        </a:defRPr>
                      </a:lvl3pPr>
                      <a:lvl4pPr marL="1370914" algn="l" defTabSz="913943" rtl="0" eaLnBrk="1" latinLnBrk="0" hangingPunct="1">
                        <a:defRPr sz="1799" kern="1200">
                          <a:solidFill>
                            <a:schemeClr val="tx1"/>
                          </a:solidFill>
                          <a:latin typeface="Arial"/>
                        </a:defRPr>
                      </a:lvl4pPr>
                      <a:lvl5pPr marL="1827886" algn="l" defTabSz="913943" rtl="0" eaLnBrk="1" latinLnBrk="0" hangingPunct="1">
                        <a:defRPr sz="1799" kern="1200">
                          <a:solidFill>
                            <a:schemeClr val="tx1"/>
                          </a:solidFill>
                          <a:latin typeface="Arial"/>
                        </a:defRPr>
                      </a:lvl5pPr>
                      <a:lvl6pPr marL="2284857" algn="l" defTabSz="913943" rtl="0" eaLnBrk="1" latinLnBrk="0" hangingPunct="1">
                        <a:defRPr sz="1799" kern="1200">
                          <a:solidFill>
                            <a:schemeClr val="tx1"/>
                          </a:solidFill>
                          <a:latin typeface="Arial"/>
                        </a:defRPr>
                      </a:lvl6pPr>
                      <a:lvl7pPr marL="2741828" algn="l" defTabSz="913943" rtl="0" eaLnBrk="1" latinLnBrk="0" hangingPunct="1">
                        <a:defRPr sz="1799" kern="1200">
                          <a:solidFill>
                            <a:schemeClr val="tx1"/>
                          </a:solidFill>
                          <a:latin typeface="Arial"/>
                        </a:defRPr>
                      </a:lvl7pPr>
                      <a:lvl8pPr marL="3198800" algn="l" defTabSz="913943" rtl="0" eaLnBrk="1" latinLnBrk="0" hangingPunct="1">
                        <a:defRPr sz="1799" kern="1200">
                          <a:solidFill>
                            <a:schemeClr val="tx1"/>
                          </a:solidFill>
                          <a:latin typeface="Arial"/>
                        </a:defRPr>
                      </a:lvl8pPr>
                      <a:lvl9pPr marL="3655771" algn="l" defTabSz="913943" rtl="0" eaLnBrk="1" latinLnBrk="0" hangingPunct="1">
                        <a:defRPr sz="1799" kern="1200">
                          <a:solidFill>
                            <a:schemeClr val="tx1"/>
                          </a:solidFill>
                          <a:latin typeface="Arial"/>
                        </a:defRPr>
                      </a:lvl9pPr>
                    </a:lstStyle>
                    <a:p>
                      <a:pPr marL="0" marR="0" lvl="0" indent="0" algn="l" defTabSz="1005304" rtl="0" eaLnBrk="1" fontAlgn="ctr" latinLnBrk="0" hangingPunct="1">
                        <a:lnSpc>
                          <a:spcPct val="100000"/>
                        </a:lnSpc>
                        <a:spcBef>
                          <a:spcPts val="0"/>
                        </a:spcBef>
                        <a:spcAft>
                          <a:spcPts val="0"/>
                        </a:spcAft>
                        <a:buClrTx/>
                        <a:buSzTx/>
                        <a:buFontTx/>
                        <a:buNone/>
                        <a:tabLst/>
                        <a:defRPr/>
                      </a:pPr>
                      <a:endParaRPr lang="en-US" sz="1100" b="0" i="0" u="none" kern="1200" baseline="0">
                        <a:solidFill>
                          <a:schemeClr val="tx1"/>
                        </a:solidFill>
                        <a:latin typeface="Aptos" panose="020B0004020202020204" pitchFamily="34" charset="0"/>
                        <a:ea typeface="+mn-ea"/>
                        <a:cs typeface="+mn-cs"/>
                      </a:endParaRPr>
                    </a:p>
                  </a:txBody>
                  <a:tcPr marL="108000" marR="108000" marT="0" marB="0"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913943" rtl="0" eaLnBrk="1" latinLnBrk="0" hangingPunct="1">
                        <a:defRPr sz="1799" kern="1200">
                          <a:solidFill>
                            <a:schemeClr val="tx1"/>
                          </a:solidFill>
                          <a:latin typeface="Arial"/>
                        </a:defRPr>
                      </a:lvl1pPr>
                      <a:lvl2pPr marL="456971" algn="l" defTabSz="913943" rtl="0" eaLnBrk="1" latinLnBrk="0" hangingPunct="1">
                        <a:defRPr sz="1799" kern="1200">
                          <a:solidFill>
                            <a:schemeClr val="tx1"/>
                          </a:solidFill>
                          <a:latin typeface="Arial"/>
                        </a:defRPr>
                      </a:lvl2pPr>
                      <a:lvl3pPr marL="913943" algn="l" defTabSz="913943" rtl="0" eaLnBrk="1" latinLnBrk="0" hangingPunct="1">
                        <a:defRPr sz="1799" kern="1200">
                          <a:solidFill>
                            <a:schemeClr val="tx1"/>
                          </a:solidFill>
                          <a:latin typeface="Arial"/>
                        </a:defRPr>
                      </a:lvl3pPr>
                      <a:lvl4pPr marL="1370914" algn="l" defTabSz="913943" rtl="0" eaLnBrk="1" latinLnBrk="0" hangingPunct="1">
                        <a:defRPr sz="1799" kern="1200">
                          <a:solidFill>
                            <a:schemeClr val="tx1"/>
                          </a:solidFill>
                          <a:latin typeface="Arial"/>
                        </a:defRPr>
                      </a:lvl4pPr>
                      <a:lvl5pPr marL="1827886" algn="l" defTabSz="913943" rtl="0" eaLnBrk="1" latinLnBrk="0" hangingPunct="1">
                        <a:defRPr sz="1799" kern="1200">
                          <a:solidFill>
                            <a:schemeClr val="tx1"/>
                          </a:solidFill>
                          <a:latin typeface="Arial"/>
                        </a:defRPr>
                      </a:lvl5pPr>
                      <a:lvl6pPr marL="2284857" algn="l" defTabSz="913943" rtl="0" eaLnBrk="1" latinLnBrk="0" hangingPunct="1">
                        <a:defRPr sz="1799" kern="1200">
                          <a:solidFill>
                            <a:schemeClr val="tx1"/>
                          </a:solidFill>
                          <a:latin typeface="Arial"/>
                        </a:defRPr>
                      </a:lvl6pPr>
                      <a:lvl7pPr marL="2741828" algn="l" defTabSz="913943" rtl="0" eaLnBrk="1" latinLnBrk="0" hangingPunct="1">
                        <a:defRPr sz="1799" kern="1200">
                          <a:solidFill>
                            <a:schemeClr val="tx1"/>
                          </a:solidFill>
                          <a:latin typeface="Arial"/>
                        </a:defRPr>
                      </a:lvl7pPr>
                      <a:lvl8pPr marL="3198800" algn="l" defTabSz="913943" rtl="0" eaLnBrk="1" latinLnBrk="0" hangingPunct="1">
                        <a:defRPr sz="1799" kern="1200">
                          <a:solidFill>
                            <a:schemeClr val="tx1"/>
                          </a:solidFill>
                          <a:latin typeface="Arial"/>
                        </a:defRPr>
                      </a:lvl8pPr>
                      <a:lvl9pPr marL="3655771" algn="l" defTabSz="913943" rtl="0" eaLnBrk="1" latinLnBrk="0" hangingPunct="1">
                        <a:defRPr sz="1799" kern="1200">
                          <a:solidFill>
                            <a:schemeClr val="tx1"/>
                          </a:solidFill>
                          <a:latin typeface="Arial"/>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kern="1200" baseline="0">
                          <a:solidFill>
                            <a:schemeClr val="tx1"/>
                          </a:solidFill>
                          <a:latin typeface="Aptos" panose="020B0004020202020204" pitchFamily="34" charset="0"/>
                          <a:ea typeface="+mn-ea"/>
                          <a:cs typeface="Calibri"/>
                        </a:rPr>
                        <a:t>Team 3</a:t>
                      </a: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952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extLst>
                  <a:ext uri="{0D108BD9-81ED-4DB2-BD59-A6C34878D82A}">
                    <a16:rowId xmlns:a16="http://schemas.microsoft.com/office/drawing/2014/main" val="2211685619"/>
                  </a:ext>
                </a:extLst>
              </a:tr>
              <a:tr h="447764">
                <a:tc>
                  <a:txBody>
                    <a:bodyPr/>
                    <a:lstStyle>
                      <a:lvl1pPr marL="0" algn="l" defTabSz="913943" rtl="0" eaLnBrk="1" latinLnBrk="0" hangingPunct="1">
                        <a:defRPr sz="1799" kern="1200">
                          <a:solidFill>
                            <a:schemeClr val="tx1"/>
                          </a:solidFill>
                          <a:latin typeface="Arial"/>
                        </a:defRPr>
                      </a:lvl1pPr>
                      <a:lvl2pPr marL="456971" algn="l" defTabSz="913943" rtl="0" eaLnBrk="1" latinLnBrk="0" hangingPunct="1">
                        <a:defRPr sz="1799" kern="1200">
                          <a:solidFill>
                            <a:schemeClr val="tx1"/>
                          </a:solidFill>
                          <a:latin typeface="Arial"/>
                        </a:defRPr>
                      </a:lvl2pPr>
                      <a:lvl3pPr marL="913943" algn="l" defTabSz="913943" rtl="0" eaLnBrk="1" latinLnBrk="0" hangingPunct="1">
                        <a:defRPr sz="1799" kern="1200">
                          <a:solidFill>
                            <a:schemeClr val="tx1"/>
                          </a:solidFill>
                          <a:latin typeface="Arial"/>
                        </a:defRPr>
                      </a:lvl3pPr>
                      <a:lvl4pPr marL="1370914" algn="l" defTabSz="913943" rtl="0" eaLnBrk="1" latinLnBrk="0" hangingPunct="1">
                        <a:defRPr sz="1799" kern="1200">
                          <a:solidFill>
                            <a:schemeClr val="tx1"/>
                          </a:solidFill>
                          <a:latin typeface="Arial"/>
                        </a:defRPr>
                      </a:lvl4pPr>
                      <a:lvl5pPr marL="1827886" algn="l" defTabSz="913943" rtl="0" eaLnBrk="1" latinLnBrk="0" hangingPunct="1">
                        <a:defRPr sz="1799" kern="1200">
                          <a:solidFill>
                            <a:schemeClr val="tx1"/>
                          </a:solidFill>
                          <a:latin typeface="Arial"/>
                        </a:defRPr>
                      </a:lvl5pPr>
                      <a:lvl6pPr marL="2284857" algn="l" defTabSz="913943" rtl="0" eaLnBrk="1" latinLnBrk="0" hangingPunct="1">
                        <a:defRPr sz="1799" kern="1200">
                          <a:solidFill>
                            <a:schemeClr val="tx1"/>
                          </a:solidFill>
                          <a:latin typeface="Arial"/>
                        </a:defRPr>
                      </a:lvl6pPr>
                      <a:lvl7pPr marL="2741828" algn="l" defTabSz="913943" rtl="0" eaLnBrk="1" latinLnBrk="0" hangingPunct="1">
                        <a:defRPr sz="1799" kern="1200">
                          <a:solidFill>
                            <a:schemeClr val="tx1"/>
                          </a:solidFill>
                          <a:latin typeface="Arial"/>
                        </a:defRPr>
                      </a:lvl7pPr>
                      <a:lvl8pPr marL="3198800" algn="l" defTabSz="913943" rtl="0" eaLnBrk="1" latinLnBrk="0" hangingPunct="1">
                        <a:defRPr sz="1799" kern="1200">
                          <a:solidFill>
                            <a:schemeClr val="tx1"/>
                          </a:solidFill>
                          <a:latin typeface="Arial"/>
                        </a:defRPr>
                      </a:lvl8pPr>
                      <a:lvl9pPr marL="3655771" algn="l" defTabSz="913943" rtl="0" eaLnBrk="1" latinLnBrk="0" hangingPunct="1">
                        <a:defRPr sz="1799" kern="1200">
                          <a:solidFill>
                            <a:schemeClr val="tx1"/>
                          </a:solidFill>
                          <a:latin typeface="Arial"/>
                        </a:defRPr>
                      </a:lvl9pPr>
                    </a:lstStyle>
                    <a:p>
                      <a:pPr marL="0" marR="0" lvl="0" indent="0" algn="ctr" defTabSz="1005304" rtl="0" eaLnBrk="1" fontAlgn="auto" latinLnBrk="0" hangingPunct="1">
                        <a:lnSpc>
                          <a:spcPct val="100000"/>
                        </a:lnSpc>
                        <a:spcBef>
                          <a:spcPts val="0"/>
                        </a:spcBef>
                        <a:spcAft>
                          <a:spcPts val="0"/>
                        </a:spcAft>
                        <a:buClrTx/>
                        <a:buSzTx/>
                        <a:buFontTx/>
                        <a:buNone/>
                        <a:tabLst/>
                        <a:defRPr/>
                      </a:pPr>
                      <a:r>
                        <a:rPr lang="en-US" sz="1100" b="1" i="0" u="none" kern="1200" baseline="0">
                          <a:solidFill>
                            <a:schemeClr val="tx1"/>
                          </a:solidFill>
                          <a:latin typeface="Aptos" panose="020B0004020202020204" pitchFamily="34" charset="0"/>
                          <a:ea typeface="+mn-ea"/>
                          <a:cs typeface="Calibri"/>
                        </a:rPr>
                        <a:t>4</a:t>
                      </a:r>
                    </a:p>
                  </a:txBody>
                  <a:tcPr marL="108000" marR="108000" marT="0" marB="0" anchor="ctr">
                    <a:lnL w="9525" cap="flat" cmpd="sng" algn="ctr">
                      <a:noFill/>
                      <a:prstDash val="solid"/>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00" b="0" i="0" u="none" baseline="0">
                          <a:solidFill>
                            <a:schemeClr val="tx1">
                              <a:lumMod val="65000"/>
                              <a:lumOff val="35000"/>
                            </a:schemeClr>
                          </a:solidFill>
                          <a:latin typeface="Aptos" panose="020B0004020202020204" pitchFamily="34" charset="0"/>
                          <a:cs typeface="Calibri"/>
                        </a:rPr>
                        <a:t>Ut</a:t>
                      </a:r>
                      <a:r>
                        <a:rPr kumimoji="0" lang="en-US" sz="1000" b="0" i="0" u="none" strike="noStrike" kern="1200" cap="none" spc="0" normalizeH="0" baseline="0" noProof="0">
                          <a:ln>
                            <a:noFill/>
                          </a:ln>
                          <a:solidFill>
                            <a:schemeClr val="tx1">
                              <a:lumMod val="65000"/>
                              <a:lumOff val="35000"/>
                            </a:schemeClr>
                          </a:solidFill>
                          <a:effectLst/>
                          <a:uLnTx/>
                          <a:uFillTx/>
                          <a:latin typeface="Aptos" panose="020B0004020202020204" pitchFamily="34" charset="0"/>
                        </a:rPr>
                        <a:t>enim ad minim veniam, quis nostrud exercitation ullamco</a:t>
                      </a:r>
                      <a:endParaRPr lang="en-US" sz="1000" b="0" i="0" u="none" baseline="0">
                        <a:solidFill>
                          <a:schemeClr val="tx1">
                            <a:lumMod val="65000"/>
                            <a:lumOff val="35000"/>
                          </a:schemeClr>
                        </a:solidFill>
                        <a:latin typeface="Aptos" panose="020B0004020202020204" pitchFamily="34" charset="0"/>
                        <a:cs typeface="Calibri"/>
                      </a:endParaRPr>
                    </a:p>
                  </a:txBody>
                  <a:tcPr marL="108000" marR="108000" marT="0" marB="0"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913943" rtl="0" eaLnBrk="1" latinLnBrk="0" hangingPunct="1">
                        <a:defRPr sz="1799" kern="1200">
                          <a:solidFill>
                            <a:schemeClr val="tx1"/>
                          </a:solidFill>
                          <a:latin typeface="Arial"/>
                        </a:defRPr>
                      </a:lvl1pPr>
                      <a:lvl2pPr marL="456971" algn="l" defTabSz="913943" rtl="0" eaLnBrk="1" latinLnBrk="0" hangingPunct="1">
                        <a:defRPr sz="1799" kern="1200">
                          <a:solidFill>
                            <a:schemeClr val="tx1"/>
                          </a:solidFill>
                          <a:latin typeface="Arial"/>
                        </a:defRPr>
                      </a:lvl2pPr>
                      <a:lvl3pPr marL="913943" algn="l" defTabSz="913943" rtl="0" eaLnBrk="1" latinLnBrk="0" hangingPunct="1">
                        <a:defRPr sz="1799" kern="1200">
                          <a:solidFill>
                            <a:schemeClr val="tx1"/>
                          </a:solidFill>
                          <a:latin typeface="Arial"/>
                        </a:defRPr>
                      </a:lvl3pPr>
                      <a:lvl4pPr marL="1370914" algn="l" defTabSz="913943" rtl="0" eaLnBrk="1" latinLnBrk="0" hangingPunct="1">
                        <a:defRPr sz="1799" kern="1200">
                          <a:solidFill>
                            <a:schemeClr val="tx1"/>
                          </a:solidFill>
                          <a:latin typeface="Arial"/>
                        </a:defRPr>
                      </a:lvl4pPr>
                      <a:lvl5pPr marL="1827886" algn="l" defTabSz="913943" rtl="0" eaLnBrk="1" latinLnBrk="0" hangingPunct="1">
                        <a:defRPr sz="1799" kern="1200">
                          <a:solidFill>
                            <a:schemeClr val="tx1"/>
                          </a:solidFill>
                          <a:latin typeface="Arial"/>
                        </a:defRPr>
                      </a:lvl5pPr>
                      <a:lvl6pPr marL="2284857" algn="l" defTabSz="913943" rtl="0" eaLnBrk="1" latinLnBrk="0" hangingPunct="1">
                        <a:defRPr sz="1799" kern="1200">
                          <a:solidFill>
                            <a:schemeClr val="tx1"/>
                          </a:solidFill>
                          <a:latin typeface="Arial"/>
                        </a:defRPr>
                      </a:lvl6pPr>
                      <a:lvl7pPr marL="2741828" algn="l" defTabSz="913943" rtl="0" eaLnBrk="1" latinLnBrk="0" hangingPunct="1">
                        <a:defRPr sz="1799" kern="1200">
                          <a:solidFill>
                            <a:schemeClr val="tx1"/>
                          </a:solidFill>
                          <a:latin typeface="Arial"/>
                        </a:defRPr>
                      </a:lvl7pPr>
                      <a:lvl8pPr marL="3198800" algn="l" defTabSz="913943" rtl="0" eaLnBrk="1" latinLnBrk="0" hangingPunct="1">
                        <a:defRPr sz="1799" kern="1200">
                          <a:solidFill>
                            <a:schemeClr val="tx1"/>
                          </a:solidFill>
                          <a:latin typeface="Arial"/>
                        </a:defRPr>
                      </a:lvl8pPr>
                      <a:lvl9pPr marL="3655771" algn="l" defTabSz="913943" rtl="0" eaLnBrk="1" latinLnBrk="0" hangingPunct="1">
                        <a:defRPr sz="1799" kern="1200">
                          <a:solidFill>
                            <a:schemeClr val="tx1"/>
                          </a:solidFill>
                          <a:latin typeface="Arial"/>
                        </a:defRPr>
                      </a:lvl9pPr>
                    </a:lstStyle>
                    <a:p>
                      <a:pPr marL="0" marR="0" lvl="0" indent="0" algn="l" defTabSz="1005304" rtl="0" eaLnBrk="1" fontAlgn="ctr" latinLnBrk="0" hangingPunct="1">
                        <a:lnSpc>
                          <a:spcPct val="100000"/>
                        </a:lnSpc>
                        <a:spcBef>
                          <a:spcPts val="0"/>
                        </a:spcBef>
                        <a:spcAft>
                          <a:spcPts val="0"/>
                        </a:spcAft>
                        <a:buClrTx/>
                        <a:buSzTx/>
                        <a:buFontTx/>
                        <a:buNone/>
                        <a:tabLst/>
                        <a:defRPr/>
                      </a:pPr>
                      <a:endParaRPr lang="en-US" sz="1100" b="0" i="0" u="none" kern="1200" baseline="0">
                        <a:solidFill>
                          <a:schemeClr val="tx1"/>
                        </a:solidFill>
                        <a:latin typeface="Aptos" panose="020B0004020202020204" pitchFamily="34" charset="0"/>
                        <a:ea typeface="+mn-ea"/>
                        <a:cs typeface="+mn-cs"/>
                      </a:endParaRPr>
                    </a:p>
                  </a:txBody>
                  <a:tcPr marL="108000" marR="108000" marT="0" marB="0"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913943" rtl="0" eaLnBrk="1" latinLnBrk="0" hangingPunct="1">
                        <a:defRPr sz="1799" kern="1200">
                          <a:solidFill>
                            <a:schemeClr val="tx1"/>
                          </a:solidFill>
                          <a:latin typeface="Arial"/>
                        </a:defRPr>
                      </a:lvl1pPr>
                      <a:lvl2pPr marL="456971" algn="l" defTabSz="913943" rtl="0" eaLnBrk="1" latinLnBrk="0" hangingPunct="1">
                        <a:defRPr sz="1799" kern="1200">
                          <a:solidFill>
                            <a:schemeClr val="tx1"/>
                          </a:solidFill>
                          <a:latin typeface="Arial"/>
                        </a:defRPr>
                      </a:lvl2pPr>
                      <a:lvl3pPr marL="913943" algn="l" defTabSz="913943" rtl="0" eaLnBrk="1" latinLnBrk="0" hangingPunct="1">
                        <a:defRPr sz="1799" kern="1200">
                          <a:solidFill>
                            <a:schemeClr val="tx1"/>
                          </a:solidFill>
                          <a:latin typeface="Arial"/>
                        </a:defRPr>
                      </a:lvl3pPr>
                      <a:lvl4pPr marL="1370914" algn="l" defTabSz="913943" rtl="0" eaLnBrk="1" latinLnBrk="0" hangingPunct="1">
                        <a:defRPr sz="1799" kern="1200">
                          <a:solidFill>
                            <a:schemeClr val="tx1"/>
                          </a:solidFill>
                          <a:latin typeface="Arial"/>
                        </a:defRPr>
                      </a:lvl4pPr>
                      <a:lvl5pPr marL="1827886" algn="l" defTabSz="913943" rtl="0" eaLnBrk="1" latinLnBrk="0" hangingPunct="1">
                        <a:defRPr sz="1799" kern="1200">
                          <a:solidFill>
                            <a:schemeClr val="tx1"/>
                          </a:solidFill>
                          <a:latin typeface="Arial"/>
                        </a:defRPr>
                      </a:lvl5pPr>
                      <a:lvl6pPr marL="2284857" algn="l" defTabSz="913943" rtl="0" eaLnBrk="1" latinLnBrk="0" hangingPunct="1">
                        <a:defRPr sz="1799" kern="1200">
                          <a:solidFill>
                            <a:schemeClr val="tx1"/>
                          </a:solidFill>
                          <a:latin typeface="Arial"/>
                        </a:defRPr>
                      </a:lvl6pPr>
                      <a:lvl7pPr marL="2741828" algn="l" defTabSz="913943" rtl="0" eaLnBrk="1" latinLnBrk="0" hangingPunct="1">
                        <a:defRPr sz="1799" kern="1200">
                          <a:solidFill>
                            <a:schemeClr val="tx1"/>
                          </a:solidFill>
                          <a:latin typeface="Arial"/>
                        </a:defRPr>
                      </a:lvl7pPr>
                      <a:lvl8pPr marL="3198800" algn="l" defTabSz="913943" rtl="0" eaLnBrk="1" latinLnBrk="0" hangingPunct="1">
                        <a:defRPr sz="1799" kern="1200">
                          <a:solidFill>
                            <a:schemeClr val="tx1"/>
                          </a:solidFill>
                          <a:latin typeface="Arial"/>
                        </a:defRPr>
                      </a:lvl8pPr>
                      <a:lvl9pPr marL="3655771" algn="l" defTabSz="913943" rtl="0" eaLnBrk="1" latinLnBrk="0" hangingPunct="1">
                        <a:defRPr sz="1799" kern="1200">
                          <a:solidFill>
                            <a:schemeClr val="tx1"/>
                          </a:solidFill>
                          <a:latin typeface="Arial"/>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kern="1200" baseline="0">
                          <a:solidFill>
                            <a:schemeClr val="tx1"/>
                          </a:solidFill>
                          <a:latin typeface="Aptos" panose="020B0004020202020204" pitchFamily="34" charset="0"/>
                          <a:ea typeface="+mn-ea"/>
                          <a:cs typeface="Calibri"/>
                        </a:rPr>
                        <a:t>Team 4</a:t>
                      </a: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lvl1pPr marL="0" algn="l" defTabSz="1005304" rtl="0" eaLnBrk="1" latinLnBrk="0" hangingPunct="1">
                        <a:defRPr sz="2000" kern="1200">
                          <a:solidFill>
                            <a:schemeClr val="tx1"/>
                          </a:solidFill>
                          <a:latin typeface="Arial" panose="020B0604020202020204"/>
                        </a:defRPr>
                      </a:lvl1pPr>
                      <a:lvl2pPr marL="502652" algn="l" defTabSz="1005304" rtl="0" eaLnBrk="1" latinLnBrk="0" hangingPunct="1">
                        <a:defRPr sz="2000" kern="1200">
                          <a:solidFill>
                            <a:schemeClr val="tx1"/>
                          </a:solidFill>
                          <a:latin typeface="Arial" panose="020B0604020202020204"/>
                        </a:defRPr>
                      </a:lvl2pPr>
                      <a:lvl3pPr marL="1005304" algn="l" defTabSz="1005304" rtl="0" eaLnBrk="1" latinLnBrk="0" hangingPunct="1">
                        <a:defRPr sz="2000" kern="1200">
                          <a:solidFill>
                            <a:schemeClr val="tx1"/>
                          </a:solidFill>
                          <a:latin typeface="Arial" panose="020B0604020202020204"/>
                        </a:defRPr>
                      </a:lvl3pPr>
                      <a:lvl4pPr marL="1507955" algn="l" defTabSz="1005304" rtl="0" eaLnBrk="1" latinLnBrk="0" hangingPunct="1">
                        <a:defRPr sz="2000" kern="1200">
                          <a:solidFill>
                            <a:schemeClr val="tx1"/>
                          </a:solidFill>
                          <a:latin typeface="Arial" panose="020B0604020202020204"/>
                        </a:defRPr>
                      </a:lvl4pPr>
                      <a:lvl5pPr marL="2010607" algn="l" defTabSz="1005304" rtl="0" eaLnBrk="1" latinLnBrk="0" hangingPunct="1">
                        <a:defRPr sz="2000" kern="1200">
                          <a:solidFill>
                            <a:schemeClr val="tx1"/>
                          </a:solidFill>
                          <a:latin typeface="Arial" panose="020B0604020202020204"/>
                        </a:defRPr>
                      </a:lvl5pPr>
                      <a:lvl6pPr marL="2513258" algn="l" defTabSz="1005304" rtl="0" eaLnBrk="1" latinLnBrk="0" hangingPunct="1">
                        <a:defRPr sz="2000" kern="1200">
                          <a:solidFill>
                            <a:schemeClr val="tx1"/>
                          </a:solidFill>
                          <a:latin typeface="Arial" panose="020B0604020202020204"/>
                        </a:defRPr>
                      </a:lvl6pPr>
                      <a:lvl7pPr marL="3015909" algn="l" defTabSz="1005304" rtl="0" eaLnBrk="1" latinLnBrk="0" hangingPunct="1">
                        <a:defRPr sz="2000" kern="1200">
                          <a:solidFill>
                            <a:schemeClr val="tx1"/>
                          </a:solidFill>
                          <a:latin typeface="Arial" panose="020B0604020202020204"/>
                        </a:defRPr>
                      </a:lvl7pPr>
                      <a:lvl8pPr marL="3518561" algn="l" defTabSz="1005304" rtl="0" eaLnBrk="1" latinLnBrk="0" hangingPunct="1">
                        <a:defRPr sz="2000" kern="1200">
                          <a:solidFill>
                            <a:schemeClr val="tx1"/>
                          </a:solidFill>
                          <a:latin typeface="Arial" panose="020B0604020202020204"/>
                        </a:defRPr>
                      </a:lvl8pPr>
                      <a:lvl9pPr marL="4021212" algn="l" defTabSz="1005304" rtl="0" eaLnBrk="1" latinLnBrk="0" hangingPunct="1">
                        <a:defRPr sz="2000" kern="1200">
                          <a:solidFill>
                            <a:schemeClr val="tx1"/>
                          </a:solidFill>
                          <a:latin typeface="Arial" panose="020B0604020202020204"/>
                        </a:defRPr>
                      </a:lvl9p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952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9F6"/>
                    </a:solidFill>
                  </a:tcPr>
                </a:tc>
                <a:extLst>
                  <a:ext uri="{0D108BD9-81ED-4DB2-BD59-A6C34878D82A}">
                    <a16:rowId xmlns:a16="http://schemas.microsoft.com/office/drawing/2014/main" val="2762745165"/>
                  </a:ext>
                </a:extLst>
              </a:tr>
              <a:tr h="430148">
                <a:tc>
                  <a:txBody>
                    <a:bodyPr/>
                    <a:lstStyle/>
                    <a:p>
                      <a:pPr marL="0" marR="0" lvl="0" indent="0" algn="ctr" defTabSz="1005304" rtl="0" eaLnBrk="1" fontAlgn="auto" latinLnBrk="0" hangingPunct="1">
                        <a:lnSpc>
                          <a:spcPct val="100000"/>
                        </a:lnSpc>
                        <a:spcBef>
                          <a:spcPts val="0"/>
                        </a:spcBef>
                        <a:spcAft>
                          <a:spcPts val="0"/>
                        </a:spcAft>
                        <a:buClrTx/>
                        <a:buSzTx/>
                        <a:buFontTx/>
                        <a:buNone/>
                        <a:tabLst/>
                        <a:defRPr/>
                      </a:pPr>
                      <a:r>
                        <a:rPr lang="en-US" sz="1100" b="1" i="0" u="none" kern="1200" baseline="0">
                          <a:solidFill>
                            <a:schemeClr val="tx1"/>
                          </a:solidFill>
                          <a:latin typeface="Aptos" panose="020B0004020202020204" pitchFamily="34" charset="0"/>
                          <a:ea typeface="+mn-ea"/>
                          <a:cs typeface="Calibri"/>
                        </a:rPr>
                        <a:t>5</a:t>
                      </a:r>
                    </a:p>
                  </a:txBody>
                  <a:tcPr marL="108000" marR="108000" marT="0" marB="0" anchor="ctr">
                    <a:lnL w="9525" cap="flat" cmpd="sng" algn="ctr">
                      <a:noFill/>
                      <a:prstDash val="solid"/>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lumMod val="65000"/>
                              <a:lumOff val="35000"/>
                            </a:schemeClr>
                          </a:solidFill>
                          <a:effectLst/>
                          <a:uLnTx/>
                          <a:uFillTx/>
                          <a:latin typeface="Aptos" panose="020B0004020202020204" pitchFamily="34" charset="0"/>
                        </a:rPr>
                        <a:t>Laboris nisi ut aliquip ex ea commodo consequat. </a:t>
                      </a:r>
                      <a:endParaRPr lang="en-GR" sz="1000">
                        <a:solidFill>
                          <a:schemeClr val="tx1">
                            <a:lumMod val="65000"/>
                            <a:lumOff val="35000"/>
                          </a:schemeClr>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marL="0" marR="0" lvl="0" indent="0" algn="l" defTabSz="1005304" rtl="0" eaLnBrk="1" fontAlgn="ctr" latinLnBrk="0" hangingPunct="1">
                        <a:lnSpc>
                          <a:spcPct val="100000"/>
                        </a:lnSpc>
                        <a:spcBef>
                          <a:spcPts val="0"/>
                        </a:spcBef>
                        <a:spcAft>
                          <a:spcPts val="0"/>
                        </a:spcAft>
                        <a:buClrTx/>
                        <a:buSzTx/>
                        <a:buFontTx/>
                        <a:buNone/>
                        <a:tabLst/>
                        <a:defRPr/>
                      </a:pPr>
                      <a:endParaRPr lang="en-US" sz="1100" b="0" i="0" u="none" kern="1200" baseline="0">
                        <a:solidFill>
                          <a:schemeClr val="tx1"/>
                        </a:solidFill>
                        <a:latin typeface="Aptos" panose="020B0004020202020204" pitchFamily="34" charset="0"/>
                        <a:ea typeface="+mn-ea"/>
                        <a:cs typeface="+mn-cs"/>
                      </a:endParaRPr>
                    </a:p>
                  </a:txBody>
                  <a:tcPr marL="108000" marR="108000" marT="0" marB="0" anchor="ctr">
                    <a:lnL w="6350" cap="flat" cmpd="sng" algn="ctr">
                      <a:noFill/>
                      <a:prstDash val="solid"/>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kern="1200" baseline="0">
                          <a:solidFill>
                            <a:schemeClr val="tx1"/>
                          </a:solidFill>
                          <a:latin typeface="Aptos" panose="020B0004020202020204" pitchFamily="34" charset="0"/>
                          <a:ea typeface="+mn-ea"/>
                          <a:cs typeface="Calibri"/>
                        </a:rPr>
                        <a:t>Team 5</a:t>
                      </a: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9F6"/>
                    </a:solidFill>
                  </a:tcPr>
                </a:tc>
                <a:tc>
                  <a:txBody>
                    <a:bodyPr/>
                    <a:lstStyle/>
                    <a:p>
                      <a:pPr algn="l">
                        <a:spcAft>
                          <a:spcPts val="0"/>
                        </a:spcAft>
                      </a:pPr>
                      <a:endParaRPr lang="el-GR" sz="1100" b="0" i="0" u="none" baseline="0">
                        <a:solidFill>
                          <a:schemeClr val="tx1"/>
                        </a:solidFill>
                        <a:latin typeface="Aptos" panose="020B0004020202020204" pitchFamily="34" charset="0"/>
                      </a:endParaRPr>
                    </a:p>
                  </a:txBody>
                  <a:tcPr marL="108000" marR="108000" marT="0" marB="0" anchor="ctr">
                    <a:lnL w="6350" cap="flat" cmpd="sng" algn="ctr">
                      <a:noFill/>
                      <a:prstDash val="sysDot"/>
                      <a:round/>
                      <a:headEnd type="none" w="med" len="med"/>
                      <a:tailEnd type="none" w="med" len="med"/>
                    </a:lnL>
                    <a:lnR w="952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9F6"/>
                    </a:solidFill>
                  </a:tcPr>
                </a:tc>
                <a:extLst>
                  <a:ext uri="{0D108BD9-81ED-4DB2-BD59-A6C34878D82A}">
                    <a16:rowId xmlns:a16="http://schemas.microsoft.com/office/drawing/2014/main" val="952569082"/>
                  </a:ext>
                </a:extLst>
              </a:tr>
            </a:tbl>
          </a:graphicData>
        </a:graphic>
      </p:graphicFrame>
      <p:sp>
        <p:nvSpPr>
          <p:cNvPr id="3" name="TextBox 2">
            <a:extLst>
              <a:ext uri="{FF2B5EF4-FFF2-40B4-BE49-F238E27FC236}">
                <a16:creationId xmlns:a16="http://schemas.microsoft.com/office/drawing/2014/main" id="{23316E20-4314-2609-B838-1B948F6000C8}"/>
              </a:ext>
            </a:extLst>
          </p:cNvPr>
          <p:cNvSpPr txBox="1"/>
          <p:nvPr/>
        </p:nvSpPr>
        <p:spPr>
          <a:xfrm>
            <a:off x="9933721" y="3428820"/>
            <a:ext cx="1722783" cy="216000"/>
          </a:xfrm>
          <a:prstGeom prst="rect">
            <a:avLst/>
          </a:prstGeom>
          <a:solidFill>
            <a:schemeClr val="accent5">
              <a:lumMod val="40000"/>
              <a:lumOff val="60000"/>
            </a:schemeClr>
          </a:solidFill>
        </p:spPr>
        <p:txBody>
          <a:bodyPr wrap="square">
            <a:noAutofit/>
          </a:bodyPr>
          <a:lstStyle>
            <a:defPPr>
              <a:defRPr lang="el-GR"/>
            </a:defPPr>
            <a:lvl1pPr marR="0" lvl="0" indent="0" algn="ctr" fontAlgn="auto">
              <a:lnSpc>
                <a:spcPct val="100000"/>
              </a:lnSpc>
              <a:spcBef>
                <a:spcPts val="0"/>
              </a:spcBef>
              <a:spcAft>
                <a:spcPts val="0"/>
              </a:spcAft>
              <a:buClr>
                <a:srgbClr val="1E478E"/>
              </a:buClr>
              <a:buSzPct val="75000"/>
              <a:buFontTx/>
              <a:buNone/>
              <a:tabLst/>
              <a:defRPr kumimoji="0" sz="700" b="0" i="1" u="none" strike="noStrike" cap="none" spc="0" normalizeH="0" baseline="0">
                <a:ln>
                  <a:noFill/>
                </a:ln>
                <a:effectLst/>
                <a:uLnTx/>
                <a:uFillTx/>
                <a:latin typeface="Calibri" panose="020F0502020204030204" pitchFamily="34" charset="0"/>
                <a:cs typeface="Calibri" panose="020F0502020204030204" pitchFamily="34" charset="0"/>
              </a:defRPr>
            </a:lvl1pPr>
          </a:lstStyle>
          <a:p>
            <a:pPr>
              <a:defRPr/>
            </a:pPr>
            <a:r>
              <a:rPr lang="en-US" altLang="de-DE">
                <a:solidFill>
                  <a:srgbClr val="0A091B"/>
                </a:solidFill>
                <a:latin typeface="Aptos" panose="020B0004020202020204" pitchFamily="34" charset="0"/>
              </a:rPr>
              <a:t>                                                                 </a:t>
            </a:r>
          </a:p>
        </p:txBody>
      </p:sp>
      <p:sp>
        <p:nvSpPr>
          <p:cNvPr id="4" name="Arc 3">
            <a:extLst>
              <a:ext uri="{FF2B5EF4-FFF2-40B4-BE49-F238E27FC236}">
                <a16:creationId xmlns:a16="http://schemas.microsoft.com/office/drawing/2014/main" id="{565675BC-8F93-77DE-968C-CE63C32FC9F1}"/>
              </a:ext>
            </a:extLst>
          </p:cNvPr>
          <p:cNvSpPr>
            <a:spLocks/>
          </p:cNvSpPr>
          <p:nvPr>
            <p:custDataLst>
              <p:tags r:id="rId2"/>
            </p:custDataLst>
          </p:nvPr>
        </p:nvSpPr>
        <p:spPr>
          <a:xfrm>
            <a:off x="3123570" y="1784233"/>
            <a:ext cx="216000" cy="216000"/>
          </a:xfrm>
          <a:prstGeom prst="arc">
            <a:avLst>
              <a:gd name="adj1" fmla="val 16200000"/>
              <a:gd name="adj2" fmla="val 16200000"/>
            </a:avLst>
          </a:prstGeom>
          <a:solidFill>
            <a:srgbClr val="00B0F0"/>
          </a:solidFill>
          <a:ln w="6350" cap="flat" cmpd="sng" algn="ctr">
            <a:noFill/>
            <a:prstDash val="solid"/>
            <a:miter lim="800000"/>
            <a:tailEnd type="none"/>
          </a:ln>
          <a:effectLst/>
        </p:spPr>
        <p:txBody>
          <a:bodyPr rtlCol="0" anchor="ctr">
            <a:noAutofit/>
          </a:bodyPr>
          <a:lstStyle/>
          <a:p>
            <a:pPr algn="ctr">
              <a:defRPr/>
            </a:pPr>
            <a:endParaRPr lang="en-US" sz="1000" kern="0">
              <a:solidFill>
                <a:srgbClr val="000000"/>
              </a:solidFill>
              <a:latin typeface="Aptos" panose="020B0004020202020204" pitchFamily="34" charset="0"/>
              <a:cs typeface="Calibri" panose="020F0502020204030204" pitchFamily="34" charset="0"/>
            </a:endParaRPr>
          </a:p>
        </p:txBody>
      </p:sp>
      <p:sp>
        <p:nvSpPr>
          <p:cNvPr id="5" name="Arc 4">
            <a:extLst>
              <a:ext uri="{FF2B5EF4-FFF2-40B4-BE49-F238E27FC236}">
                <a16:creationId xmlns:a16="http://schemas.microsoft.com/office/drawing/2014/main" id="{3A940909-3CDD-1AE6-CA53-CD676A5B95C0}"/>
              </a:ext>
            </a:extLst>
          </p:cNvPr>
          <p:cNvSpPr>
            <a:spLocks/>
          </p:cNvSpPr>
          <p:nvPr>
            <p:custDataLst>
              <p:tags r:id="rId3"/>
            </p:custDataLst>
          </p:nvPr>
        </p:nvSpPr>
        <p:spPr>
          <a:xfrm>
            <a:off x="3123570" y="2199136"/>
            <a:ext cx="216000" cy="216000"/>
          </a:xfrm>
          <a:prstGeom prst="arc">
            <a:avLst>
              <a:gd name="adj1" fmla="val 16200000"/>
              <a:gd name="adj2" fmla="val 16200000"/>
            </a:avLst>
          </a:prstGeom>
          <a:solidFill>
            <a:srgbClr val="73AF3C"/>
          </a:solidFill>
          <a:ln w="6350" cap="flat" cmpd="sng" algn="ctr">
            <a:noFill/>
            <a:prstDash val="solid"/>
            <a:miter lim="800000"/>
            <a:tailEnd type="none"/>
          </a:ln>
          <a:effectLst/>
        </p:spPr>
        <p:txBody>
          <a:bodyPr rtlCol="0" anchor="ctr">
            <a:noAutofit/>
          </a:bodyPr>
          <a:lstStyle/>
          <a:p>
            <a:pPr algn="ctr">
              <a:defRPr/>
            </a:pPr>
            <a:endParaRPr lang="en-US" sz="1000" kern="0">
              <a:solidFill>
                <a:srgbClr val="000000"/>
              </a:solidFill>
              <a:latin typeface="Aptos" panose="020B0004020202020204" pitchFamily="34" charset="0"/>
              <a:cs typeface="Calibri" panose="020F0502020204030204" pitchFamily="34" charset="0"/>
            </a:endParaRPr>
          </a:p>
        </p:txBody>
      </p:sp>
      <p:sp>
        <p:nvSpPr>
          <p:cNvPr id="6" name="Arc 5">
            <a:extLst>
              <a:ext uri="{FF2B5EF4-FFF2-40B4-BE49-F238E27FC236}">
                <a16:creationId xmlns:a16="http://schemas.microsoft.com/office/drawing/2014/main" id="{0963F733-241F-7908-D1EC-87FB7916CE2E}"/>
              </a:ext>
            </a:extLst>
          </p:cNvPr>
          <p:cNvSpPr>
            <a:spLocks/>
          </p:cNvSpPr>
          <p:nvPr>
            <p:custDataLst>
              <p:tags r:id="rId4"/>
            </p:custDataLst>
          </p:nvPr>
        </p:nvSpPr>
        <p:spPr>
          <a:xfrm>
            <a:off x="3123570" y="2608160"/>
            <a:ext cx="216000" cy="216000"/>
          </a:xfrm>
          <a:prstGeom prst="arc">
            <a:avLst>
              <a:gd name="adj1" fmla="val 16200000"/>
              <a:gd name="adj2" fmla="val 16200000"/>
            </a:avLst>
          </a:prstGeom>
          <a:solidFill>
            <a:schemeClr val="accent6"/>
          </a:solidFill>
          <a:ln w="6350" cap="flat" cmpd="sng" algn="ctr">
            <a:noFill/>
            <a:prstDash val="solid"/>
            <a:miter lim="800000"/>
            <a:tailEnd type="none"/>
          </a:ln>
          <a:effectLst/>
        </p:spPr>
        <p:txBody>
          <a:bodyPr rtlCol="0" anchor="ctr">
            <a:noAutofit/>
          </a:bodyPr>
          <a:lstStyle/>
          <a:p>
            <a:pPr algn="ctr">
              <a:defRPr/>
            </a:pPr>
            <a:endParaRPr lang="en-US" sz="1000" kern="0">
              <a:solidFill>
                <a:srgbClr val="000000"/>
              </a:solidFill>
              <a:latin typeface="Aptos" panose="020B0004020202020204" pitchFamily="34" charset="0"/>
              <a:cs typeface="Calibri" panose="020F0502020204030204" pitchFamily="34" charset="0"/>
            </a:endParaRPr>
          </a:p>
        </p:txBody>
      </p:sp>
      <p:sp>
        <p:nvSpPr>
          <p:cNvPr id="18" name="Arc 17">
            <a:extLst>
              <a:ext uri="{FF2B5EF4-FFF2-40B4-BE49-F238E27FC236}">
                <a16:creationId xmlns:a16="http://schemas.microsoft.com/office/drawing/2014/main" id="{4FFE8138-7132-8539-2206-7148D8843D3E}"/>
              </a:ext>
            </a:extLst>
          </p:cNvPr>
          <p:cNvSpPr>
            <a:spLocks/>
          </p:cNvSpPr>
          <p:nvPr>
            <p:custDataLst>
              <p:tags r:id="rId5"/>
            </p:custDataLst>
          </p:nvPr>
        </p:nvSpPr>
        <p:spPr>
          <a:xfrm>
            <a:off x="3123570" y="3016040"/>
            <a:ext cx="216000" cy="216000"/>
          </a:xfrm>
          <a:prstGeom prst="arc">
            <a:avLst>
              <a:gd name="adj1" fmla="val 16200000"/>
              <a:gd name="adj2" fmla="val 16200000"/>
            </a:avLst>
          </a:prstGeom>
          <a:solidFill>
            <a:srgbClr val="AA0028"/>
          </a:solidFill>
          <a:ln w="6350" cap="flat" cmpd="sng" algn="ctr">
            <a:noFill/>
            <a:prstDash val="solid"/>
            <a:miter lim="800000"/>
            <a:tailEnd type="none"/>
          </a:ln>
          <a:effectLst/>
        </p:spPr>
        <p:txBody>
          <a:bodyPr rtlCol="0" anchor="ctr">
            <a:noAutofit/>
          </a:bodyPr>
          <a:lstStyle/>
          <a:p>
            <a:pPr algn="ctr">
              <a:defRPr/>
            </a:pPr>
            <a:endParaRPr lang="en-US" sz="1000" kern="0">
              <a:solidFill>
                <a:srgbClr val="000000"/>
              </a:solidFill>
              <a:latin typeface="Aptos" panose="020B0004020202020204" pitchFamily="34" charset="0"/>
              <a:cs typeface="Calibri" panose="020F0502020204030204" pitchFamily="34" charset="0"/>
            </a:endParaRPr>
          </a:p>
        </p:txBody>
      </p:sp>
      <p:sp>
        <p:nvSpPr>
          <p:cNvPr id="19" name="Arc 18">
            <a:extLst>
              <a:ext uri="{FF2B5EF4-FFF2-40B4-BE49-F238E27FC236}">
                <a16:creationId xmlns:a16="http://schemas.microsoft.com/office/drawing/2014/main" id="{2E3B2C3A-3799-D635-FF26-07442E2F62D9}"/>
              </a:ext>
            </a:extLst>
          </p:cNvPr>
          <p:cNvSpPr>
            <a:spLocks/>
          </p:cNvSpPr>
          <p:nvPr>
            <p:custDataLst>
              <p:tags r:id="rId6"/>
            </p:custDataLst>
          </p:nvPr>
        </p:nvSpPr>
        <p:spPr>
          <a:xfrm>
            <a:off x="3123570" y="3430826"/>
            <a:ext cx="216000" cy="216000"/>
          </a:xfrm>
          <a:prstGeom prst="arc">
            <a:avLst>
              <a:gd name="adj1" fmla="val 16200000"/>
              <a:gd name="adj2" fmla="val 16200000"/>
            </a:avLst>
          </a:prstGeom>
          <a:solidFill>
            <a:srgbClr val="FFC000"/>
          </a:solidFill>
          <a:ln w="6350" cap="flat" cmpd="sng" algn="ctr">
            <a:noFill/>
            <a:prstDash val="solid"/>
            <a:miter lim="800000"/>
            <a:tailEnd type="none"/>
          </a:ln>
          <a:effectLst/>
        </p:spPr>
        <p:txBody>
          <a:bodyPr rtlCol="0" anchor="ctr">
            <a:noAutofit/>
          </a:bodyPr>
          <a:lstStyle/>
          <a:p>
            <a:pPr algn="ctr">
              <a:defRPr/>
            </a:pPr>
            <a:endParaRPr lang="en-US" sz="1000" kern="0">
              <a:solidFill>
                <a:srgbClr val="000000"/>
              </a:solidFill>
              <a:latin typeface="Aptos" panose="020B000402020202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FDE1A1F0-F0BC-97FB-4B07-0FD8EA2E0098}"/>
              </a:ext>
            </a:extLst>
          </p:cNvPr>
          <p:cNvSpPr txBox="1"/>
          <p:nvPr/>
        </p:nvSpPr>
        <p:spPr>
          <a:xfrm>
            <a:off x="4476919" y="1768916"/>
            <a:ext cx="900978" cy="216000"/>
          </a:xfrm>
          <a:prstGeom prst="rect">
            <a:avLst/>
          </a:prstGeom>
          <a:solidFill>
            <a:schemeClr val="accent2"/>
          </a:solidFill>
        </p:spPr>
        <p:txBody>
          <a:bodyPr wrap="square">
            <a:noAutofit/>
          </a:bodyPr>
          <a:lstStyle>
            <a:defPPr>
              <a:defRPr lang="el-GR"/>
            </a:defPPr>
            <a:lvl1pPr marR="0" lvl="0" indent="0" algn="ctr" fontAlgn="auto">
              <a:lnSpc>
                <a:spcPct val="100000"/>
              </a:lnSpc>
              <a:spcBef>
                <a:spcPts val="0"/>
              </a:spcBef>
              <a:spcAft>
                <a:spcPts val="0"/>
              </a:spcAft>
              <a:buClr>
                <a:srgbClr val="1E478E"/>
              </a:buClr>
              <a:buSzPct val="75000"/>
              <a:buFontTx/>
              <a:buNone/>
              <a:tabLst/>
              <a:defRPr kumimoji="0" sz="700" b="0" i="1" u="none" strike="noStrike" cap="none" spc="0" normalizeH="0" baseline="0">
                <a:ln>
                  <a:noFill/>
                </a:ln>
                <a:effectLst/>
                <a:uLnTx/>
                <a:uFillTx/>
                <a:latin typeface="Calibri" panose="020F0502020204030204" pitchFamily="34" charset="0"/>
                <a:cs typeface="Calibri" panose="020F0502020204030204" pitchFamily="34" charset="0"/>
              </a:defRPr>
            </a:lvl1pPr>
          </a:lstStyle>
          <a:p>
            <a:pPr>
              <a:defRPr/>
            </a:pPr>
            <a:r>
              <a:rPr lang="en-US" altLang="de-DE">
                <a:solidFill>
                  <a:srgbClr val="0A091B"/>
                </a:solidFill>
                <a:latin typeface="Aptos" panose="020B0004020202020204" pitchFamily="34" charset="0"/>
              </a:rPr>
              <a:t>                                                                 </a:t>
            </a:r>
          </a:p>
        </p:txBody>
      </p:sp>
      <p:sp>
        <p:nvSpPr>
          <p:cNvPr id="21" name="TextBox 20">
            <a:extLst>
              <a:ext uri="{FF2B5EF4-FFF2-40B4-BE49-F238E27FC236}">
                <a16:creationId xmlns:a16="http://schemas.microsoft.com/office/drawing/2014/main" id="{0E8F5DE5-A9B2-1A0B-60BD-B2E78C4E62F5}"/>
              </a:ext>
            </a:extLst>
          </p:cNvPr>
          <p:cNvSpPr txBox="1"/>
          <p:nvPr/>
        </p:nvSpPr>
        <p:spPr>
          <a:xfrm>
            <a:off x="7134685" y="2632982"/>
            <a:ext cx="701496" cy="211533"/>
          </a:xfrm>
          <a:prstGeom prst="rect">
            <a:avLst/>
          </a:prstGeom>
          <a:noFill/>
        </p:spPr>
        <p:txBody>
          <a:bodyPr wrap="square" lIns="0" tIns="0" rIns="0" bIns="0" rtlCol="0">
            <a:spAutoFit/>
          </a:bodyPr>
          <a:lstStyle/>
          <a:p>
            <a:pPr>
              <a:lnSpc>
                <a:spcPct val="85000"/>
              </a:lnSpc>
              <a:spcAft>
                <a:spcPts val="600"/>
              </a:spcAft>
              <a:buClr>
                <a:srgbClr val="C0C0C8"/>
              </a:buClr>
              <a:buSzPct val="70000"/>
              <a:defRPr/>
            </a:pPr>
            <a:r>
              <a:rPr lang="en-US" sz="800">
                <a:solidFill>
                  <a:srgbClr val="858591">
                    <a:lumMod val="50000"/>
                  </a:srgbClr>
                </a:solidFill>
                <a:latin typeface="Aptos" panose="020B0004020202020204" pitchFamily="34" charset="0"/>
              </a:rPr>
              <a:t>Key deliverable or milestone</a:t>
            </a:r>
            <a:endParaRPr lang="en-GB" sz="800">
              <a:solidFill>
                <a:srgbClr val="0A091B"/>
              </a:solidFill>
              <a:latin typeface="Aptos" panose="020B0004020202020204" pitchFamily="34" charset="0"/>
            </a:endParaRPr>
          </a:p>
        </p:txBody>
      </p:sp>
      <p:sp>
        <p:nvSpPr>
          <p:cNvPr id="27" name="TextBox 26">
            <a:extLst>
              <a:ext uri="{FF2B5EF4-FFF2-40B4-BE49-F238E27FC236}">
                <a16:creationId xmlns:a16="http://schemas.microsoft.com/office/drawing/2014/main" id="{B543A670-51A5-34D6-93B5-3E6909483A01}"/>
              </a:ext>
            </a:extLst>
          </p:cNvPr>
          <p:cNvSpPr txBox="1"/>
          <p:nvPr/>
        </p:nvSpPr>
        <p:spPr>
          <a:xfrm>
            <a:off x="6516434" y="2185983"/>
            <a:ext cx="744826" cy="216000"/>
          </a:xfrm>
          <a:prstGeom prst="rect">
            <a:avLst/>
          </a:prstGeom>
          <a:noFill/>
        </p:spPr>
        <p:txBody>
          <a:bodyPr wrap="square" lIns="0" tIns="0" rIns="0" bIns="0" rtlCol="0">
            <a:spAutoFit/>
          </a:bodyPr>
          <a:lstStyle/>
          <a:p>
            <a:pPr>
              <a:lnSpc>
                <a:spcPct val="85000"/>
              </a:lnSpc>
              <a:spcAft>
                <a:spcPts val="600"/>
              </a:spcAft>
              <a:buClr>
                <a:srgbClr val="C0C0C8"/>
              </a:buClr>
              <a:buSzPct val="70000"/>
              <a:defRPr/>
            </a:pPr>
            <a:r>
              <a:rPr lang="en-US" sz="800">
                <a:solidFill>
                  <a:srgbClr val="858591">
                    <a:lumMod val="50000"/>
                  </a:srgbClr>
                </a:solidFill>
                <a:latin typeface="Aptos" panose="020B0004020202020204" pitchFamily="34" charset="0"/>
              </a:rPr>
              <a:t>Key deliverable or milestone</a:t>
            </a:r>
            <a:endParaRPr lang="en-GB" sz="800">
              <a:solidFill>
                <a:srgbClr val="0A091B"/>
              </a:solidFill>
              <a:latin typeface="Aptos" panose="020B0004020202020204" pitchFamily="34" charset="0"/>
            </a:endParaRPr>
          </a:p>
        </p:txBody>
      </p:sp>
      <p:sp>
        <p:nvSpPr>
          <p:cNvPr id="28" name="TextBox 27">
            <a:extLst>
              <a:ext uri="{FF2B5EF4-FFF2-40B4-BE49-F238E27FC236}">
                <a16:creationId xmlns:a16="http://schemas.microsoft.com/office/drawing/2014/main" id="{D37E1747-025B-8116-211C-6AC6AF1751CD}"/>
              </a:ext>
            </a:extLst>
          </p:cNvPr>
          <p:cNvSpPr txBox="1"/>
          <p:nvPr/>
        </p:nvSpPr>
        <p:spPr>
          <a:xfrm>
            <a:off x="8539343" y="3008645"/>
            <a:ext cx="682194" cy="211533"/>
          </a:xfrm>
          <a:prstGeom prst="rect">
            <a:avLst/>
          </a:prstGeom>
          <a:noFill/>
        </p:spPr>
        <p:txBody>
          <a:bodyPr wrap="square" lIns="0" tIns="0" rIns="0" bIns="0" rtlCol="0">
            <a:spAutoFit/>
          </a:bodyPr>
          <a:lstStyle/>
          <a:p>
            <a:pPr>
              <a:lnSpc>
                <a:spcPct val="85000"/>
              </a:lnSpc>
              <a:spcAft>
                <a:spcPts val="600"/>
              </a:spcAft>
              <a:buClr>
                <a:srgbClr val="C0C0C8"/>
              </a:buClr>
              <a:buSzPct val="70000"/>
              <a:defRPr/>
            </a:pPr>
            <a:r>
              <a:rPr lang="en-US" sz="800">
                <a:solidFill>
                  <a:srgbClr val="858591">
                    <a:lumMod val="50000"/>
                  </a:srgbClr>
                </a:solidFill>
                <a:latin typeface="Aptos" panose="020B0004020202020204" pitchFamily="34" charset="0"/>
              </a:rPr>
              <a:t>Key deliverable or milestone</a:t>
            </a:r>
            <a:endParaRPr lang="en-GB" sz="800">
              <a:solidFill>
                <a:srgbClr val="0A091B"/>
              </a:solidFill>
              <a:latin typeface="Aptos" panose="020B0004020202020204" pitchFamily="34" charset="0"/>
            </a:endParaRPr>
          </a:p>
        </p:txBody>
      </p:sp>
      <p:sp>
        <p:nvSpPr>
          <p:cNvPr id="29" name="TextBox 28">
            <a:extLst>
              <a:ext uri="{FF2B5EF4-FFF2-40B4-BE49-F238E27FC236}">
                <a16:creationId xmlns:a16="http://schemas.microsoft.com/office/drawing/2014/main" id="{1AB55210-E403-F3B1-47B0-1B770BB08BA5}"/>
              </a:ext>
            </a:extLst>
          </p:cNvPr>
          <p:cNvSpPr txBox="1"/>
          <p:nvPr/>
        </p:nvSpPr>
        <p:spPr>
          <a:xfrm>
            <a:off x="9235038" y="3181394"/>
            <a:ext cx="698688" cy="211533"/>
          </a:xfrm>
          <a:prstGeom prst="rect">
            <a:avLst/>
          </a:prstGeom>
          <a:noFill/>
        </p:spPr>
        <p:txBody>
          <a:bodyPr wrap="square" lIns="0" tIns="0" rIns="0" bIns="0" rtlCol="0">
            <a:spAutoFit/>
          </a:bodyPr>
          <a:lstStyle/>
          <a:p>
            <a:pPr algn="r">
              <a:lnSpc>
                <a:spcPct val="85000"/>
              </a:lnSpc>
              <a:spcAft>
                <a:spcPts val="600"/>
              </a:spcAft>
              <a:buClr>
                <a:srgbClr val="C0C0C8"/>
              </a:buClr>
              <a:buSzPct val="70000"/>
              <a:defRPr/>
            </a:pPr>
            <a:r>
              <a:rPr lang="en-US" sz="800">
                <a:solidFill>
                  <a:srgbClr val="858591">
                    <a:lumMod val="50000"/>
                  </a:srgbClr>
                </a:solidFill>
                <a:latin typeface="Aptos" panose="020B0004020202020204" pitchFamily="34" charset="0"/>
              </a:rPr>
              <a:t>Key deliverable or milestone</a:t>
            </a:r>
            <a:endParaRPr lang="en-GB" sz="800">
              <a:solidFill>
                <a:srgbClr val="0A091B"/>
              </a:solidFill>
              <a:latin typeface="Aptos" panose="020B0004020202020204" pitchFamily="34" charset="0"/>
            </a:endParaRPr>
          </a:p>
        </p:txBody>
      </p:sp>
      <p:sp>
        <p:nvSpPr>
          <p:cNvPr id="30" name="TextBox 29">
            <a:extLst>
              <a:ext uri="{FF2B5EF4-FFF2-40B4-BE49-F238E27FC236}">
                <a16:creationId xmlns:a16="http://schemas.microsoft.com/office/drawing/2014/main" id="{24F6888E-6DF3-B2FB-25F9-7023E9D8CF7A}"/>
              </a:ext>
            </a:extLst>
          </p:cNvPr>
          <p:cNvSpPr txBox="1"/>
          <p:nvPr/>
        </p:nvSpPr>
        <p:spPr>
          <a:xfrm>
            <a:off x="10164763" y="3181394"/>
            <a:ext cx="698688" cy="211533"/>
          </a:xfrm>
          <a:prstGeom prst="rect">
            <a:avLst/>
          </a:prstGeom>
          <a:noFill/>
        </p:spPr>
        <p:txBody>
          <a:bodyPr wrap="square" lIns="0" tIns="0" rIns="0" bIns="0" rtlCol="0">
            <a:spAutoFit/>
          </a:bodyPr>
          <a:lstStyle/>
          <a:p>
            <a:pPr algn="r">
              <a:lnSpc>
                <a:spcPct val="85000"/>
              </a:lnSpc>
              <a:spcAft>
                <a:spcPts val="600"/>
              </a:spcAft>
              <a:buClr>
                <a:srgbClr val="C0C0C8"/>
              </a:buClr>
              <a:buSzPct val="70000"/>
              <a:defRPr/>
            </a:pPr>
            <a:r>
              <a:rPr lang="en-US" sz="800">
                <a:solidFill>
                  <a:srgbClr val="858591">
                    <a:lumMod val="50000"/>
                  </a:srgbClr>
                </a:solidFill>
                <a:latin typeface="Aptos" panose="020B0004020202020204" pitchFamily="34" charset="0"/>
              </a:rPr>
              <a:t>Key deliverable or milestone</a:t>
            </a:r>
            <a:endParaRPr lang="en-GB" sz="800">
              <a:solidFill>
                <a:srgbClr val="0A091B"/>
              </a:solidFill>
              <a:latin typeface="Aptos" panose="020B0004020202020204" pitchFamily="34" charset="0"/>
            </a:endParaRPr>
          </a:p>
        </p:txBody>
      </p:sp>
      <p:sp>
        <p:nvSpPr>
          <p:cNvPr id="31" name="TextBox 30">
            <a:extLst>
              <a:ext uri="{FF2B5EF4-FFF2-40B4-BE49-F238E27FC236}">
                <a16:creationId xmlns:a16="http://schemas.microsoft.com/office/drawing/2014/main" id="{1399C93A-97A2-B245-3B46-68D9FFE02CC7}"/>
              </a:ext>
            </a:extLst>
          </p:cNvPr>
          <p:cNvSpPr txBox="1"/>
          <p:nvPr/>
        </p:nvSpPr>
        <p:spPr>
          <a:xfrm>
            <a:off x="11000852" y="3181394"/>
            <a:ext cx="769788" cy="211533"/>
          </a:xfrm>
          <a:prstGeom prst="rect">
            <a:avLst/>
          </a:prstGeom>
          <a:noFill/>
        </p:spPr>
        <p:txBody>
          <a:bodyPr wrap="square" lIns="0" tIns="0" rIns="0" bIns="0" rtlCol="0">
            <a:spAutoFit/>
          </a:bodyPr>
          <a:lstStyle/>
          <a:p>
            <a:pPr algn="r">
              <a:lnSpc>
                <a:spcPct val="85000"/>
              </a:lnSpc>
              <a:spcAft>
                <a:spcPts val="600"/>
              </a:spcAft>
              <a:buClr>
                <a:srgbClr val="C0C0C8"/>
              </a:buClr>
              <a:buSzPct val="70000"/>
              <a:defRPr/>
            </a:pPr>
            <a:r>
              <a:rPr lang="en-US" sz="800">
                <a:solidFill>
                  <a:srgbClr val="858591">
                    <a:lumMod val="50000"/>
                  </a:srgbClr>
                </a:solidFill>
                <a:latin typeface="Aptos" panose="020B0004020202020204" pitchFamily="34" charset="0"/>
              </a:rPr>
              <a:t>Key deliverable or milestone</a:t>
            </a:r>
            <a:endParaRPr lang="en-GB" sz="800">
              <a:solidFill>
                <a:srgbClr val="0A091B"/>
              </a:solidFill>
              <a:latin typeface="Aptos" panose="020B0004020202020204" pitchFamily="34" charset="0"/>
            </a:endParaRPr>
          </a:p>
        </p:txBody>
      </p:sp>
      <p:sp>
        <p:nvSpPr>
          <p:cNvPr id="32" name="TextBox 31">
            <a:extLst>
              <a:ext uri="{FF2B5EF4-FFF2-40B4-BE49-F238E27FC236}">
                <a16:creationId xmlns:a16="http://schemas.microsoft.com/office/drawing/2014/main" id="{2B334B5E-2664-99B2-854E-6D735A1CAA15}"/>
              </a:ext>
            </a:extLst>
          </p:cNvPr>
          <p:cNvSpPr txBox="1"/>
          <p:nvPr/>
        </p:nvSpPr>
        <p:spPr>
          <a:xfrm>
            <a:off x="5056976" y="2185983"/>
            <a:ext cx="1308979" cy="216000"/>
          </a:xfrm>
          <a:prstGeom prst="rect">
            <a:avLst/>
          </a:prstGeom>
          <a:solidFill>
            <a:schemeClr val="accent1"/>
          </a:solidFill>
        </p:spPr>
        <p:txBody>
          <a:bodyPr wrap="square">
            <a:noAutofit/>
          </a:bodyPr>
          <a:lstStyle>
            <a:defPPr>
              <a:defRPr lang="el-GR"/>
            </a:defPPr>
            <a:lvl1pPr marR="0" lvl="0" indent="0" algn="ctr" fontAlgn="auto">
              <a:lnSpc>
                <a:spcPct val="100000"/>
              </a:lnSpc>
              <a:spcBef>
                <a:spcPts val="0"/>
              </a:spcBef>
              <a:spcAft>
                <a:spcPts val="0"/>
              </a:spcAft>
              <a:buClr>
                <a:srgbClr val="1E478E"/>
              </a:buClr>
              <a:buSzPct val="75000"/>
              <a:buFontTx/>
              <a:buNone/>
              <a:tabLst/>
              <a:defRPr kumimoji="0" sz="700" b="0" i="1" u="none" strike="noStrike" cap="none" spc="0" normalizeH="0" baseline="0">
                <a:ln>
                  <a:noFill/>
                </a:ln>
                <a:effectLst/>
                <a:uLnTx/>
                <a:uFillTx/>
                <a:latin typeface="Calibri" panose="020F0502020204030204" pitchFamily="34" charset="0"/>
                <a:cs typeface="Calibri" panose="020F0502020204030204" pitchFamily="34" charset="0"/>
              </a:defRPr>
            </a:lvl1pPr>
          </a:lstStyle>
          <a:p>
            <a:pPr>
              <a:defRPr/>
            </a:pPr>
            <a:r>
              <a:rPr lang="en-US" altLang="de-DE">
                <a:solidFill>
                  <a:srgbClr val="0A091B"/>
                </a:solidFill>
                <a:latin typeface="Aptos" panose="020B0004020202020204" pitchFamily="34" charset="0"/>
              </a:rPr>
              <a:t>                                                                 </a:t>
            </a:r>
          </a:p>
        </p:txBody>
      </p:sp>
      <p:sp>
        <p:nvSpPr>
          <p:cNvPr id="33" name="TextBox 32">
            <a:extLst>
              <a:ext uri="{FF2B5EF4-FFF2-40B4-BE49-F238E27FC236}">
                <a16:creationId xmlns:a16="http://schemas.microsoft.com/office/drawing/2014/main" id="{44C011A1-74C8-0B8B-A5B6-6BA6363C4468}"/>
              </a:ext>
            </a:extLst>
          </p:cNvPr>
          <p:cNvSpPr txBox="1"/>
          <p:nvPr/>
        </p:nvSpPr>
        <p:spPr>
          <a:xfrm>
            <a:off x="5784574" y="2606943"/>
            <a:ext cx="1147296" cy="216000"/>
          </a:xfrm>
          <a:prstGeom prst="rect">
            <a:avLst/>
          </a:prstGeom>
          <a:solidFill>
            <a:schemeClr val="accent2"/>
          </a:solidFill>
        </p:spPr>
        <p:txBody>
          <a:bodyPr wrap="square">
            <a:noAutofit/>
          </a:bodyPr>
          <a:lstStyle>
            <a:defPPr>
              <a:defRPr lang="el-GR"/>
            </a:defPPr>
            <a:lvl1pPr marR="0" lvl="0" indent="0" algn="ctr" fontAlgn="auto">
              <a:lnSpc>
                <a:spcPct val="100000"/>
              </a:lnSpc>
              <a:spcBef>
                <a:spcPts val="0"/>
              </a:spcBef>
              <a:spcAft>
                <a:spcPts val="0"/>
              </a:spcAft>
              <a:buClr>
                <a:srgbClr val="1E478E"/>
              </a:buClr>
              <a:buSzPct val="75000"/>
              <a:buFontTx/>
              <a:buNone/>
              <a:tabLst/>
              <a:defRPr kumimoji="0" sz="700" b="0" i="1" u="none" strike="noStrike" cap="none" spc="0" normalizeH="0" baseline="0">
                <a:ln>
                  <a:noFill/>
                </a:ln>
                <a:effectLst/>
                <a:uLnTx/>
                <a:uFillTx/>
                <a:latin typeface="Calibri" panose="020F0502020204030204" pitchFamily="34" charset="0"/>
                <a:cs typeface="Calibri" panose="020F0502020204030204" pitchFamily="34" charset="0"/>
              </a:defRPr>
            </a:lvl1pPr>
          </a:lstStyle>
          <a:p>
            <a:pPr>
              <a:defRPr/>
            </a:pPr>
            <a:r>
              <a:rPr lang="en-US" altLang="de-DE">
                <a:solidFill>
                  <a:srgbClr val="0A091B"/>
                </a:solidFill>
                <a:latin typeface="Aptos" panose="020B0004020202020204" pitchFamily="34" charset="0"/>
              </a:rPr>
              <a:t>                                                                 </a:t>
            </a:r>
          </a:p>
        </p:txBody>
      </p:sp>
      <p:sp>
        <p:nvSpPr>
          <p:cNvPr id="34" name="TextBox 33">
            <a:extLst>
              <a:ext uri="{FF2B5EF4-FFF2-40B4-BE49-F238E27FC236}">
                <a16:creationId xmlns:a16="http://schemas.microsoft.com/office/drawing/2014/main" id="{39ECC682-0F0D-88D4-E636-9F253DDA6D4B}"/>
              </a:ext>
            </a:extLst>
          </p:cNvPr>
          <p:cNvSpPr txBox="1"/>
          <p:nvPr/>
        </p:nvSpPr>
        <p:spPr>
          <a:xfrm>
            <a:off x="6814360" y="3020116"/>
            <a:ext cx="1553961" cy="216000"/>
          </a:xfrm>
          <a:prstGeom prst="rect">
            <a:avLst/>
          </a:prstGeom>
          <a:solidFill>
            <a:schemeClr val="accent1"/>
          </a:solidFill>
        </p:spPr>
        <p:txBody>
          <a:bodyPr wrap="square">
            <a:noAutofit/>
          </a:bodyPr>
          <a:lstStyle>
            <a:defPPr>
              <a:defRPr lang="el-GR"/>
            </a:defPPr>
            <a:lvl1pPr marR="0" lvl="0" indent="0" algn="ctr" fontAlgn="auto">
              <a:lnSpc>
                <a:spcPct val="100000"/>
              </a:lnSpc>
              <a:spcBef>
                <a:spcPts val="0"/>
              </a:spcBef>
              <a:spcAft>
                <a:spcPts val="0"/>
              </a:spcAft>
              <a:buClr>
                <a:srgbClr val="1E478E"/>
              </a:buClr>
              <a:buSzPct val="75000"/>
              <a:buFontTx/>
              <a:buNone/>
              <a:tabLst/>
              <a:defRPr kumimoji="0" sz="700" b="0" i="1" u="none" strike="noStrike" cap="none" spc="0" normalizeH="0" baseline="0">
                <a:ln>
                  <a:noFill/>
                </a:ln>
                <a:effectLst/>
                <a:uLnTx/>
                <a:uFillTx/>
                <a:latin typeface="Calibri" panose="020F0502020204030204" pitchFamily="34" charset="0"/>
                <a:cs typeface="Calibri" panose="020F0502020204030204" pitchFamily="34" charset="0"/>
              </a:defRPr>
            </a:lvl1pPr>
          </a:lstStyle>
          <a:p>
            <a:pPr>
              <a:defRPr/>
            </a:pPr>
            <a:r>
              <a:rPr lang="en-US" altLang="de-DE">
                <a:solidFill>
                  <a:srgbClr val="0A091B"/>
                </a:solidFill>
                <a:latin typeface="Aptos" panose="020B0004020202020204" pitchFamily="34" charset="0"/>
              </a:rPr>
              <a:t>                                                                 </a:t>
            </a:r>
          </a:p>
        </p:txBody>
      </p:sp>
      <p:sp>
        <p:nvSpPr>
          <p:cNvPr id="35" name="TextBox 34">
            <a:extLst>
              <a:ext uri="{FF2B5EF4-FFF2-40B4-BE49-F238E27FC236}">
                <a16:creationId xmlns:a16="http://schemas.microsoft.com/office/drawing/2014/main" id="{11C72A18-1790-6732-9698-7FC8DC80DB56}"/>
              </a:ext>
            </a:extLst>
          </p:cNvPr>
          <p:cNvSpPr txBox="1"/>
          <p:nvPr/>
        </p:nvSpPr>
        <p:spPr>
          <a:xfrm>
            <a:off x="7520616" y="3428820"/>
            <a:ext cx="2413104" cy="216000"/>
          </a:xfrm>
          <a:prstGeom prst="rect">
            <a:avLst/>
          </a:prstGeom>
          <a:solidFill>
            <a:schemeClr val="accent2"/>
          </a:solidFill>
        </p:spPr>
        <p:txBody>
          <a:bodyPr wrap="square">
            <a:noAutofit/>
          </a:bodyPr>
          <a:lstStyle>
            <a:defPPr>
              <a:defRPr lang="el-GR"/>
            </a:defPPr>
            <a:lvl1pPr marR="0" lvl="0" indent="0" algn="ctr" fontAlgn="auto">
              <a:lnSpc>
                <a:spcPct val="100000"/>
              </a:lnSpc>
              <a:spcBef>
                <a:spcPts val="0"/>
              </a:spcBef>
              <a:spcAft>
                <a:spcPts val="0"/>
              </a:spcAft>
              <a:buClr>
                <a:srgbClr val="1E478E"/>
              </a:buClr>
              <a:buSzPct val="75000"/>
              <a:buFontTx/>
              <a:buNone/>
              <a:tabLst/>
              <a:defRPr kumimoji="0" sz="700" b="0" i="1" u="none" strike="noStrike" cap="none" spc="0" normalizeH="0" baseline="0">
                <a:ln>
                  <a:noFill/>
                </a:ln>
                <a:effectLst/>
                <a:uLnTx/>
                <a:uFillTx/>
                <a:latin typeface="Calibri" panose="020F0502020204030204" pitchFamily="34" charset="0"/>
                <a:cs typeface="Calibri" panose="020F0502020204030204" pitchFamily="34" charset="0"/>
              </a:defRPr>
            </a:lvl1pPr>
          </a:lstStyle>
          <a:p>
            <a:pPr>
              <a:defRPr/>
            </a:pPr>
            <a:r>
              <a:rPr lang="en-US" altLang="de-DE">
                <a:solidFill>
                  <a:srgbClr val="0A091B"/>
                </a:solidFill>
                <a:latin typeface="Aptos" panose="020B0004020202020204" pitchFamily="34" charset="0"/>
              </a:rPr>
              <a:t>                                                                 </a:t>
            </a:r>
          </a:p>
        </p:txBody>
      </p:sp>
      <p:sp>
        <p:nvSpPr>
          <p:cNvPr id="36" name="Rectangle 35">
            <a:extLst>
              <a:ext uri="{FF2B5EF4-FFF2-40B4-BE49-F238E27FC236}">
                <a16:creationId xmlns:a16="http://schemas.microsoft.com/office/drawing/2014/main" id="{A3B519C5-6A1F-9C8C-2CC8-E9CA90C389F4}"/>
              </a:ext>
            </a:extLst>
          </p:cNvPr>
          <p:cNvSpPr/>
          <p:nvPr/>
        </p:nvSpPr>
        <p:spPr>
          <a:xfrm>
            <a:off x="342419" y="4638517"/>
            <a:ext cx="2636137" cy="1435588"/>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rIns="180000" bIns="180000" rtlCol="0" anchor="t"/>
          <a:lstStyle/>
          <a:p>
            <a:pPr marL="171450" lvl="1" indent="-171450">
              <a:spcAft>
                <a:spcPts val="600"/>
              </a:spcAft>
              <a:buClr>
                <a:schemeClr val="accent3"/>
              </a:buClr>
              <a:buFont typeface="Arial" panose="020B0604020202020204" pitchFamily="34" charset="0"/>
              <a:buChar char="•"/>
            </a:pPr>
            <a:r>
              <a:rPr lang="en-US" sz="1100">
                <a:solidFill>
                  <a:schemeClr val="accent1"/>
                </a:solidFill>
                <a:latin typeface="Aptos" panose="020B0004020202020204" pitchFamily="34" charset="0"/>
              </a:rPr>
              <a:t>Lorem ipsum dolor sit </a:t>
            </a:r>
            <a:r>
              <a:rPr lang="en-US" sz="1100" err="1">
                <a:solidFill>
                  <a:schemeClr val="accent1"/>
                </a:solidFill>
                <a:latin typeface="Aptos" panose="020B0004020202020204" pitchFamily="34" charset="0"/>
              </a:rPr>
              <a:t>amet</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consectetur</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adipiscing</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elit</a:t>
            </a:r>
            <a:r>
              <a:rPr lang="en-US" sz="1100">
                <a:solidFill>
                  <a:schemeClr val="accent1"/>
                </a:solidFill>
                <a:latin typeface="Aptos" panose="020B0004020202020204" pitchFamily="34" charset="0"/>
              </a:rPr>
              <a:t>, sed do </a:t>
            </a:r>
            <a:r>
              <a:rPr lang="en-US" sz="1100" err="1">
                <a:solidFill>
                  <a:schemeClr val="accent1"/>
                </a:solidFill>
                <a:latin typeface="Aptos" panose="020B0004020202020204" pitchFamily="34" charset="0"/>
              </a:rPr>
              <a:t>eiusmod</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tempor</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incididunt</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ut</a:t>
            </a:r>
            <a:r>
              <a:rPr lang="en-US" sz="1100">
                <a:solidFill>
                  <a:schemeClr val="accent1"/>
                </a:solidFill>
                <a:latin typeface="Aptos" panose="020B0004020202020204" pitchFamily="34" charset="0"/>
              </a:rPr>
              <a:t> labore et dolore magna </a:t>
            </a:r>
            <a:r>
              <a:rPr lang="en-US" sz="1100" err="1">
                <a:solidFill>
                  <a:schemeClr val="accent1"/>
                </a:solidFill>
                <a:latin typeface="Aptos" panose="020B0004020202020204" pitchFamily="34" charset="0"/>
              </a:rPr>
              <a:t>aliqua</a:t>
            </a:r>
            <a:r>
              <a:rPr lang="en-US" sz="1100">
                <a:solidFill>
                  <a:schemeClr val="accent1"/>
                </a:solidFill>
                <a:latin typeface="Aptos" panose="020B0004020202020204" pitchFamily="34" charset="0"/>
              </a:rPr>
              <a:t> </a:t>
            </a:r>
          </a:p>
          <a:p>
            <a:pPr marL="171450" lvl="1" indent="-171450">
              <a:spcAft>
                <a:spcPts val="600"/>
              </a:spcAft>
              <a:buClr>
                <a:schemeClr val="accent3"/>
              </a:buClr>
              <a:buFont typeface="Arial" panose="020B0604020202020204" pitchFamily="34" charset="0"/>
              <a:buChar char="•"/>
            </a:pPr>
            <a:r>
              <a:rPr lang="en-US" sz="1100">
                <a:solidFill>
                  <a:schemeClr val="accent1"/>
                </a:solidFill>
                <a:latin typeface="Aptos" panose="020B0004020202020204" pitchFamily="34" charset="0"/>
              </a:rPr>
              <a:t>Ut </a:t>
            </a:r>
            <a:r>
              <a:rPr lang="en-US" sz="1100" err="1">
                <a:solidFill>
                  <a:schemeClr val="accent1"/>
                </a:solidFill>
                <a:latin typeface="Aptos" panose="020B0004020202020204" pitchFamily="34" charset="0"/>
              </a:rPr>
              <a:t>enim</a:t>
            </a:r>
            <a:r>
              <a:rPr lang="en-US" sz="1100">
                <a:solidFill>
                  <a:schemeClr val="accent1"/>
                </a:solidFill>
                <a:latin typeface="Aptos" panose="020B0004020202020204" pitchFamily="34" charset="0"/>
              </a:rPr>
              <a:t> ad minim </a:t>
            </a:r>
            <a:r>
              <a:rPr lang="en-US" sz="1100" err="1">
                <a:solidFill>
                  <a:schemeClr val="accent1"/>
                </a:solidFill>
                <a:latin typeface="Aptos" panose="020B0004020202020204" pitchFamily="34" charset="0"/>
              </a:rPr>
              <a:t>veniam</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quis</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nostrud</a:t>
            </a:r>
            <a:r>
              <a:rPr lang="en-US" sz="1100">
                <a:solidFill>
                  <a:schemeClr val="accent1"/>
                </a:solidFill>
                <a:latin typeface="Aptos" panose="020B0004020202020204" pitchFamily="34" charset="0"/>
              </a:rPr>
              <a:t> exercitation</a:t>
            </a:r>
            <a:endParaRPr lang="en-GR" sz="1100">
              <a:solidFill>
                <a:schemeClr val="accent1"/>
              </a:solidFill>
              <a:latin typeface="Aptos" panose="020B0004020202020204" pitchFamily="34" charset="0"/>
            </a:endParaRPr>
          </a:p>
        </p:txBody>
      </p:sp>
      <p:sp>
        <p:nvSpPr>
          <p:cNvPr id="37" name="Rectangle 36">
            <a:extLst>
              <a:ext uri="{FF2B5EF4-FFF2-40B4-BE49-F238E27FC236}">
                <a16:creationId xmlns:a16="http://schemas.microsoft.com/office/drawing/2014/main" id="{7161C529-89CC-65BD-7BAA-68EA41BF7E28}"/>
              </a:ext>
            </a:extLst>
          </p:cNvPr>
          <p:cNvSpPr/>
          <p:nvPr/>
        </p:nvSpPr>
        <p:spPr>
          <a:xfrm>
            <a:off x="342419" y="4153759"/>
            <a:ext cx="2636137" cy="484758"/>
          </a:xfrm>
          <a:prstGeom prst="rect">
            <a:avLst/>
          </a:prstGeom>
          <a:solidFill>
            <a:srgbClr val="00384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0" rIns="180000" bIns="0" rtlCol="0" anchor="ctr"/>
          <a:lstStyle/>
          <a:p>
            <a:r>
              <a:rPr lang="en-GB" sz="1100" b="1">
                <a:latin typeface="Aptos" panose="020B0004020202020204" pitchFamily="34" charset="0"/>
              </a:rPr>
              <a:t>Key workstream 1</a:t>
            </a:r>
          </a:p>
          <a:p>
            <a:r>
              <a:rPr lang="en-GB" sz="1100" b="1" err="1">
                <a:latin typeface="Aptos" panose="020B0004020202020204" pitchFamily="34" charset="0"/>
              </a:rPr>
              <a:t>orem</a:t>
            </a:r>
            <a:r>
              <a:rPr lang="en-GB" sz="1100" b="1">
                <a:latin typeface="Aptos" panose="020B0004020202020204" pitchFamily="34" charset="0"/>
              </a:rPr>
              <a:t> </a:t>
            </a:r>
            <a:r>
              <a:rPr lang="en-GB" sz="1100" b="1" err="1">
                <a:latin typeface="Aptos" panose="020B0004020202020204" pitchFamily="34" charset="0"/>
              </a:rPr>
              <a:t>ipsom</a:t>
            </a:r>
            <a:r>
              <a:rPr lang="en-GB" sz="1100" b="1">
                <a:latin typeface="Aptos" panose="020B0004020202020204" pitchFamily="34" charset="0"/>
              </a:rPr>
              <a:t> did du facilis </a:t>
            </a:r>
            <a:r>
              <a:rPr lang="en-GB" sz="1100" b="1" err="1">
                <a:latin typeface="Aptos" panose="020B0004020202020204" pitchFamily="34" charset="0"/>
              </a:rPr>
              <a:t>verde</a:t>
            </a:r>
            <a:endParaRPr lang="en-GB" sz="1100" b="1">
              <a:latin typeface="Aptos" panose="020B0004020202020204" pitchFamily="34" charset="0"/>
            </a:endParaRPr>
          </a:p>
        </p:txBody>
      </p:sp>
      <p:sp>
        <p:nvSpPr>
          <p:cNvPr id="38" name="Rectangle 37">
            <a:extLst>
              <a:ext uri="{FF2B5EF4-FFF2-40B4-BE49-F238E27FC236}">
                <a16:creationId xmlns:a16="http://schemas.microsoft.com/office/drawing/2014/main" id="{F26EBB94-3D82-DA61-9009-27EF61F1D577}"/>
              </a:ext>
            </a:extLst>
          </p:cNvPr>
          <p:cNvSpPr/>
          <p:nvPr/>
        </p:nvSpPr>
        <p:spPr>
          <a:xfrm>
            <a:off x="3302437" y="4638517"/>
            <a:ext cx="2636137" cy="1435588"/>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rIns="180000" bIns="180000" rtlCol="0" anchor="t"/>
          <a:lstStyle/>
          <a:p>
            <a:pPr marL="171450" lvl="1" indent="-171450">
              <a:spcAft>
                <a:spcPts val="600"/>
              </a:spcAft>
              <a:buClr>
                <a:schemeClr val="accent3"/>
              </a:buClr>
              <a:buFont typeface="Arial" panose="020B0604020202020204" pitchFamily="34" charset="0"/>
              <a:buChar char="•"/>
            </a:pPr>
            <a:r>
              <a:rPr lang="en-US" sz="1100">
                <a:solidFill>
                  <a:schemeClr val="accent1"/>
                </a:solidFill>
                <a:latin typeface="Aptos" panose="020B0004020202020204" pitchFamily="34" charset="0"/>
              </a:rPr>
              <a:t>Lorem ipsum dolor sit </a:t>
            </a:r>
            <a:r>
              <a:rPr lang="en-US" sz="1100" err="1">
                <a:solidFill>
                  <a:schemeClr val="accent1"/>
                </a:solidFill>
                <a:latin typeface="Aptos" panose="020B0004020202020204" pitchFamily="34" charset="0"/>
              </a:rPr>
              <a:t>amet</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consectetur</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adipiscing</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elit</a:t>
            </a:r>
            <a:endParaRPr lang="en-US" sz="1100">
              <a:solidFill>
                <a:schemeClr val="accent1"/>
              </a:solidFill>
              <a:latin typeface="Aptos" panose="020B0004020202020204" pitchFamily="34" charset="0"/>
            </a:endParaRPr>
          </a:p>
          <a:p>
            <a:pPr marL="171450" lvl="1" indent="-171450">
              <a:spcAft>
                <a:spcPts val="600"/>
              </a:spcAft>
              <a:buClr>
                <a:schemeClr val="accent3"/>
              </a:buClr>
              <a:buFont typeface="Arial" panose="020B0604020202020204" pitchFamily="34" charset="0"/>
              <a:buChar char="•"/>
            </a:pPr>
            <a:r>
              <a:rPr lang="en-US" sz="1100">
                <a:solidFill>
                  <a:schemeClr val="accent1"/>
                </a:solidFill>
                <a:latin typeface="Aptos" panose="020B0004020202020204" pitchFamily="34" charset="0"/>
              </a:rPr>
              <a:t>Sed do </a:t>
            </a:r>
            <a:r>
              <a:rPr lang="en-US" sz="1100" err="1">
                <a:solidFill>
                  <a:schemeClr val="accent1"/>
                </a:solidFill>
                <a:latin typeface="Aptos" panose="020B0004020202020204" pitchFamily="34" charset="0"/>
              </a:rPr>
              <a:t>eiusmod</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tempor</a:t>
            </a:r>
            <a:r>
              <a:rPr lang="en-US" sz="1100">
                <a:solidFill>
                  <a:schemeClr val="accent1"/>
                </a:solidFill>
                <a:latin typeface="Aptos" panose="020B0004020202020204" pitchFamily="34" charset="0"/>
              </a:rPr>
              <a:t> inc.</a:t>
            </a:r>
          </a:p>
          <a:p>
            <a:pPr marL="171450" lvl="1" indent="-171450">
              <a:spcAft>
                <a:spcPts val="600"/>
              </a:spcAft>
              <a:buClr>
                <a:schemeClr val="accent3"/>
              </a:buClr>
              <a:buFont typeface="Arial" panose="020B0604020202020204" pitchFamily="34" charset="0"/>
              <a:buChar char="•"/>
            </a:pPr>
            <a:r>
              <a:rPr lang="en-US" sz="1100">
                <a:solidFill>
                  <a:schemeClr val="accent1"/>
                </a:solidFill>
                <a:latin typeface="Aptos" panose="020B0004020202020204" pitchFamily="34" charset="0"/>
              </a:rPr>
              <a:t>Ut </a:t>
            </a:r>
            <a:r>
              <a:rPr lang="en-US" sz="1100" err="1">
                <a:solidFill>
                  <a:schemeClr val="accent1"/>
                </a:solidFill>
                <a:latin typeface="Aptos" panose="020B0004020202020204" pitchFamily="34" charset="0"/>
              </a:rPr>
              <a:t>enim</a:t>
            </a:r>
            <a:r>
              <a:rPr lang="en-US" sz="1100">
                <a:solidFill>
                  <a:schemeClr val="accent1"/>
                </a:solidFill>
                <a:latin typeface="Aptos" panose="020B0004020202020204" pitchFamily="34" charset="0"/>
              </a:rPr>
              <a:t> ad minim </a:t>
            </a:r>
            <a:r>
              <a:rPr lang="en-US" sz="1100" err="1">
                <a:solidFill>
                  <a:schemeClr val="accent1"/>
                </a:solidFill>
                <a:latin typeface="Aptos" panose="020B0004020202020204" pitchFamily="34" charset="0"/>
              </a:rPr>
              <a:t>veniam</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quis</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nostrud</a:t>
            </a:r>
            <a:r>
              <a:rPr lang="en-US" sz="1100">
                <a:solidFill>
                  <a:schemeClr val="accent1"/>
                </a:solidFill>
                <a:latin typeface="Aptos" panose="020B0004020202020204" pitchFamily="34" charset="0"/>
              </a:rPr>
              <a:t> exercitation</a:t>
            </a:r>
          </a:p>
        </p:txBody>
      </p:sp>
      <p:sp>
        <p:nvSpPr>
          <p:cNvPr id="39" name="Rectangle 38">
            <a:extLst>
              <a:ext uri="{FF2B5EF4-FFF2-40B4-BE49-F238E27FC236}">
                <a16:creationId xmlns:a16="http://schemas.microsoft.com/office/drawing/2014/main" id="{734E41D3-EBD2-3332-64E4-5270D68BADC3}"/>
              </a:ext>
            </a:extLst>
          </p:cNvPr>
          <p:cNvSpPr/>
          <p:nvPr/>
        </p:nvSpPr>
        <p:spPr>
          <a:xfrm>
            <a:off x="3302437" y="4153759"/>
            <a:ext cx="2636137" cy="484758"/>
          </a:xfrm>
          <a:prstGeom prst="rect">
            <a:avLst/>
          </a:prstGeom>
          <a:solidFill>
            <a:srgbClr val="00384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0" rIns="180000" bIns="0" rtlCol="0" anchor="ctr"/>
          <a:lstStyle/>
          <a:p>
            <a:r>
              <a:rPr lang="en-GB" sz="1100" b="1">
                <a:latin typeface="Aptos" panose="020B0004020202020204" pitchFamily="34" charset="0"/>
              </a:rPr>
              <a:t>Key workstream 2</a:t>
            </a:r>
          </a:p>
          <a:p>
            <a:r>
              <a:rPr lang="en-GB" sz="1100" b="1">
                <a:latin typeface="Aptos" panose="020B0004020202020204" pitchFamily="34" charset="0"/>
              </a:rPr>
              <a:t>lorem </a:t>
            </a:r>
            <a:r>
              <a:rPr lang="en-GB" sz="1100" b="1" err="1">
                <a:latin typeface="Aptos" panose="020B0004020202020204" pitchFamily="34" charset="0"/>
              </a:rPr>
              <a:t>ipsom</a:t>
            </a:r>
            <a:r>
              <a:rPr lang="en-GB" sz="1100" b="1">
                <a:latin typeface="Aptos" panose="020B0004020202020204" pitchFamily="34" charset="0"/>
              </a:rPr>
              <a:t> did du facilis </a:t>
            </a:r>
            <a:r>
              <a:rPr lang="en-GB" sz="1100" b="1" err="1">
                <a:latin typeface="Aptos" panose="020B0004020202020204" pitchFamily="34" charset="0"/>
              </a:rPr>
              <a:t>verde</a:t>
            </a:r>
            <a:endParaRPr lang="en-GB" sz="1100" b="1">
              <a:latin typeface="Aptos" panose="020B0004020202020204" pitchFamily="34" charset="0"/>
            </a:endParaRPr>
          </a:p>
        </p:txBody>
      </p:sp>
      <p:sp>
        <p:nvSpPr>
          <p:cNvPr id="40" name="Rectangle 39">
            <a:extLst>
              <a:ext uri="{FF2B5EF4-FFF2-40B4-BE49-F238E27FC236}">
                <a16:creationId xmlns:a16="http://schemas.microsoft.com/office/drawing/2014/main" id="{387D785C-5F35-D401-B05E-3C32712681A8}"/>
              </a:ext>
            </a:extLst>
          </p:cNvPr>
          <p:cNvSpPr/>
          <p:nvPr/>
        </p:nvSpPr>
        <p:spPr>
          <a:xfrm>
            <a:off x="6262453" y="4638518"/>
            <a:ext cx="2636137" cy="1435587"/>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rIns="180000" bIns="180000" rtlCol="0" anchor="t"/>
          <a:lstStyle/>
          <a:p>
            <a:pPr marL="171450" lvl="1" indent="-171450">
              <a:spcAft>
                <a:spcPts val="600"/>
              </a:spcAft>
              <a:buClr>
                <a:schemeClr val="accent3"/>
              </a:buClr>
              <a:buFont typeface="Arial" panose="020B0604020202020204" pitchFamily="34" charset="0"/>
              <a:buChar char="•"/>
            </a:pPr>
            <a:r>
              <a:rPr lang="en-US" sz="1100">
                <a:solidFill>
                  <a:schemeClr val="accent1"/>
                </a:solidFill>
                <a:latin typeface="Aptos" panose="020B0004020202020204" pitchFamily="34" charset="0"/>
              </a:rPr>
              <a:t>Lorem ipsum dolor sit </a:t>
            </a:r>
            <a:r>
              <a:rPr lang="en-US" sz="1100" err="1">
                <a:solidFill>
                  <a:schemeClr val="accent1"/>
                </a:solidFill>
                <a:latin typeface="Aptos" panose="020B0004020202020204" pitchFamily="34" charset="0"/>
              </a:rPr>
              <a:t>amet</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consectetur</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adipiscing</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elit</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enim</a:t>
            </a:r>
            <a:r>
              <a:rPr lang="en-US" sz="1100">
                <a:solidFill>
                  <a:schemeClr val="accent1"/>
                </a:solidFill>
                <a:latin typeface="Aptos" panose="020B0004020202020204" pitchFamily="34" charset="0"/>
              </a:rPr>
              <a:t> ad </a:t>
            </a:r>
            <a:r>
              <a:rPr lang="el-GR" sz="1100">
                <a:solidFill>
                  <a:schemeClr val="accent1"/>
                </a:solidFill>
                <a:latin typeface="Aptos" panose="020B0004020202020204" pitchFamily="34" charset="0"/>
              </a:rPr>
              <a:t> </a:t>
            </a:r>
            <a:r>
              <a:rPr lang="en-US" sz="1100">
                <a:solidFill>
                  <a:schemeClr val="accent1"/>
                </a:solidFill>
                <a:latin typeface="Aptos" panose="020B0004020202020204" pitchFamily="34" charset="0"/>
              </a:rPr>
              <a:t>minim </a:t>
            </a:r>
            <a:r>
              <a:rPr lang="en-US" sz="1100" err="1">
                <a:solidFill>
                  <a:schemeClr val="accent1"/>
                </a:solidFill>
                <a:latin typeface="Aptos" panose="020B0004020202020204" pitchFamily="34" charset="0"/>
              </a:rPr>
              <a:t>veniam</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quis</a:t>
            </a:r>
            <a:r>
              <a:rPr lang="en-US" sz="1100">
                <a:solidFill>
                  <a:schemeClr val="accent1"/>
                </a:solidFill>
                <a:latin typeface="Aptos" panose="020B0004020202020204" pitchFamily="34" charset="0"/>
              </a:rPr>
              <a:t> quo pro</a:t>
            </a:r>
          </a:p>
          <a:p>
            <a:pPr marL="171450" lvl="1" indent="-171450">
              <a:spcAft>
                <a:spcPts val="600"/>
              </a:spcAft>
              <a:buClr>
                <a:schemeClr val="accent3"/>
              </a:buClr>
              <a:buFont typeface="Arial" panose="020B0604020202020204" pitchFamily="34" charset="0"/>
              <a:buChar char="•"/>
            </a:pPr>
            <a:r>
              <a:rPr lang="en-US" sz="1100">
                <a:solidFill>
                  <a:schemeClr val="accent1"/>
                </a:solidFill>
                <a:latin typeface="Aptos" panose="020B0004020202020204" pitchFamily="34" charset="0"/>
              </a:rPr>
              <a:t>U</a:t>
            </a:r>
            <a:r>
              <a:rPr lang="en-US" sz="1100" err="1">
                <a:solidFill>
                  <a:schemeClr val="accent1"/>
                </a:solidFill>
                <a:latin typeface="Aptos" panose="020B0004020202020204" pitchFamily="34" charset="0"/>
              </a:rPr>
              <a:t>llamco</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laboris</a:t>
            </a:r>
            <a:r>
              <a:rPr lang="en-US" sz="1100">
                <a:solidFill>
                  <a:schemeClr val="accent1"/>
                </a:solidFill>
                <a:latin typeface="Aptos" panose="020B0004020202020204" pitchFamily="34" charset="0"/>
              </a:rPr>
              <a:t> nisi </a:t>
            </a:r>
            <a:r>
              <a:rPr lang="en-US" sz="1100" err="1">
                <a:solidFill>
                  <a:schemeClr val="accent1"/>
                </a:solidFill>
                <a:latin typeface="Aptos" panose="020B0004020202020204" pitchFamily="34" charset="0"/>
              </a:rPr>
              <a:t>ut</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aliquip</a:t>
            </a:r>
            <a:r>
              <a:rPr lang="en-US" sz="1100">
                <a:solidFill>
                  <a:schemeClr val="accent1"/>
                </a:solidFill>
                <a:latin typeface="Aptos" panose="020B0004020202020204" pitchFamily="34" charset="0"/>
              </a:rPr>
              <a:t> ex </a:t>
            </a:r>
            <a:r>
              <a:rPr lang="en-US" sz="1100" err="1">
                <a:solidFill>
                  <a:schemeClr val="accent1"/>
                </a:solidFill>
                <a:latin typeface="Aptos" panose="020B0004020202020204" pitchFamily="34" charset="0"/>
              </a:rPr>
              <a:t>ea</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commodo</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consequat</a:t>
            </a:r>
            <a:endParaRPr lang="en-US" sz="1100">
              <a:solidFill>
                <a:schemeClr val="accent1"/>
              </a:solidFill>
              <a:latin typeface="Aptos" panose="020B0004020202020204" pitchFamily="34" charset="0"/>
            </a:endParaRPr>
          </a:p>
          <a:p>
            <a:pPr marL="171450" lvl="1" indent="-171450">
              <a:spcAft>
                <a:spcPts val="600"/>
              </a:spcAft>
              <a:buClr>
                <a:schemeClr val="accent3"/>
              </a:buClr>
              <a:buFont typeface="Arial" panose="020B0604020202020204" pitchFamily="34" charset="0"/>
              <a:buChar char="•"/>
            </a:pPr>
            <a:r>
              <a:rPr lang="en-US" sz="1100">
                <a:solidFill>
                  <a:schemeClr val="accent1"/>
                </a:solidFill>
                <a:latin typeface="Aptos" panose="020B0004020202020204" pitchFamily="34" charset="0"/>
              </a:rPr>
              <a:t>Sed do </a:t>
            </a:r>
            <a:r>
              <a:rPr lang="en-US" sz="1100" err="1">
                <a:solidFill>
                  <a:schemeClr val="accent1"/>
                </a:solidFill>
                <a:latin typeface="Aptos" panose="020B0004020202020204" pitchFamily="34" charset="0"/>
              </a:rPr>
              <a:t>eiusmod</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tempor</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inc</a:t>
            </a:r>
            <a:r>
              <a:rPr lang="en-US" sz="1100">
                <a:solidFill>
                  <a:schemeClr val="accent1"/>
                </a:solidFill>
                <a:latin typeface="Aptos" panose="020B0004020202020204" pitchFamily="34" charset="0"/>
              </a:rPr>
              <a:t> uta</a:t>
            </a:r>
          </a:p>
        </p:txBody>
      </p:sp>
      <p:sp>
        <p:nvSpPr>
          <p:cNvPr id="41" name="Rectangle 40">
            <a:extLst>
              <a:ext uri="{FF2B5EF4-FFF2-40B4-BE49-F238E27FC236}">
                <a16:creationId xmlns:a16="http://schemas.microsoft.com/office/drawing/2014/main" id="{C5536956-3690-DF5B-7819-03182AB5B40A}"/>
              </a:ext>
            </a:extLst>
          </p:cNvPr>
          <p:cNvSpPr/>
          <p:nvPr/>
        </p:nvSpPr>
        <p:spPr>
          <a:xfrm>
            <a:off x="6262453" y="4153759"/>
            <a:ext cx="2636137" cy="484758"/>
          </a:xfrm>
          <a:prstGeom prst="rect">
            <a:avLst/>
          </a:prstGeom>
          <a:solidFill>
            <a:srgbClr val="00384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0" rIns="180000" bIns="0" rtlCol="0" anchor="ctr"/>
          <a:lstStyle/>
          <a:p>
            <a:r>
              <a:rPr lang="en-GB" sz="1100" b="1">
                <a:latin typeface="Aptos" panose="020B0004020202020204" pitchFamily="34" charset="0"/>
              </a:rPr>
              <a:t>Key workstream lorem </a:t>
            </a:r>
            <a:r>
              <a:rPr lang="en-GB" sz="1100" b="1" err="1">
                <a:latin typeface="Aptos" panose="020B0004020202020204" pitchFamily="34" charset="0"/>
              </a:rPr>
              <a:t>ipsom</a:t>
            </a:r>
            <a:r>
              <a:rPr lang="en-GB" sz="1100" b="1">
                <a:latin typeface="Aptos" panose="020B0004020202020204" pitchFamily="34" charset="0"/>
              </a:rPr>
              <a:t> did du facilis </a:t>
            </a:r>
            <a:r>
              <a:rPr lang="en-GB" sz="1100" b="1" err="1">
                <a:latin typeface="Aptos" panose="020B0004020202020204" pitchFamily="34" charset="0"/>
              </a:rPr>
              <a:t>verde</a:t>
            </a:r>
            <a:endParaRPr lang="en-GB" sz="1100" b="1">
              <a:latin typeface="Aptos" panose="020B0004020202020204" pitchFamily="34" charset="0"/>
            </a:endParaRPr>
          </a:p>
        </p:txBody>
      </p:sp>
      <p:sp>
        <p:nvSpPr>
          <p:cNvPr id="42" name="Rectangle 41">
            <a:extLst>
              <a:ext uri="{FF2B5EF4-FFF2-40B4-BE49-F238E27FC236}">
                <a16:creationId xmlns:a16="http://schemas.microsoft.com/office/drawing/2014/main" id="{E5D84C90-A613-EBEC-B657-43065ECB7BCD}"/>
              </a:ext>
            </a:extLst>
          </p:cNvPr>
          <p:cNvSpPr/>
          <p:nvPr/>
        </p:nvSpPr>
        <p:spPr>
          <a:xfrm>
            <a:off x="9222470" y="4638517"/>
            <a:ext cx="2636137" cy="1435586"/>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rIns="180000" bIns="180000" rtlCol="0" anchor="t"/>
          <a:lstStyle/>
          <a:p>
            <a:pPr marL="171450" lvl="1" indent="-171450">
              <a:spcAft>
                <a:spcPts val="600"/>
              </a:spcAft>
              <a:buClr>
                <a:schemeClr val="accent3"/>
              </a:buClr>
              <a:buFont typeface="Arial" panose="020B0604020202020204" pitchFamily="34" charset="0"/>
              <a:buChar char="•"/>
            </a:pPr>
            <a:r>
              <a:rPr lang="en-US" sz="1100" err="1">
                <a:solidFill>
                  <a:schemeClr val="accent1"/>
                </a:solidFill>
                <a:latin typeface="Aptos" panose="020B0004020202020204" pitchFamily="34" charset="0"/>
              </a:rPr>
              <a:t>Elit</a:t>
            </a:r>
            <a:r>
              <a:rPr lang="en-US" sz="1100">
                <a:solidFill>
                  <a:schemeClr val="accent1"/>
                </a:solidFill>
                <a:latin typeface="Aptos" panose="020B0004020202020204" pitchFamily="34" charset="0"/>
              </a:rPr>
              <a:t> sed do </a:t>
            </a:r>
            <a:r>
              <a:rPr lang="en-US" sz="1100" err="1">
                <a:solidFill>
                  <a:schemeClr val="accent1"/>
                </a:solidFill>
                <a:latin typeface="Aptos" panose="020B0004020202020204" pitchFamily="34" charset="0"/>
              </a:rPr>
              <a:t>eiusmod</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tempor</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incididunt</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ut</a:t>
            </a:r>
            <a:r>
              <a:rPr lang="en-US" sz="1100">
                <a:solidFill>
                  <a:schemeClr val="accent1"/>
                </a:solidFill>
                <a:latin typeface="Aptos" panose="020B0004020202020204" pitchFamily="34" charset="0"/>
              </a:rPr>
              <a:t> labore et dolore magna </a:t>
            </a:r>
            <a:r>
              <a:rPr lang="en-US" sz="1100" err="1">
                <a:solidFill>
                  <a:schemeClr val="accent1"/>
                </a:solidFill>
                <a:latin typeface="Aptos" panose="020B0004020202020204" pitchFamily="34" charset="0"/>
              </a:rPr>
              <a:t>aliqua</a:t>
            </a:r>
            <a:r>
              <a:rPr lang="en-US" sz="1100">
                <a:solidFill>
                  <a:schemeClr val="accent1"/>
                </a:solidFill>
                <a:latin typeface="Aptos" panose="020B0004020202020204" pitchFamily="34" charset="0"/>
              </a:rPr>
              <a:t> </a:t>
            </a:r>
          </a:p>
          <a:p>
            <a:pPr marL="171450" lvl="1" indent="-171450">
              <a:spcAft>
                <a:spcPts val="600"/>
              </a:spcAft>
              <a:buClr>
                <a:schemeClr val="accent3"/>
              </a:buClr>
              <a:buFont typeface="Arial" panose="020B0604020202020204" pitchFamily="34" charset="0"/>
              <a:buChar char="•"/>
            </a:pPr>
            <a:r>
              <a:rPr lang="en-US" sz="1100">
                <a:solidFill>
                  <a:schemeClr val="accent1"/>
                </a:solidFill>
                <a:latin typeface="Aptos" panose="020B0004020202020204" pitchFamily="34" charset="0"/>
              </a:rPr>
              <a:t>U</a:t>
            </a:r>
            <a:r>
              <a:rPr lang="en-US" sz="1100" err="1">
                <a:solidFill>
                  <a:schemeClr val="accent1"/>
                </a:solidFill>
                <a:latin typeface="Aptos" panose="020B0004020202020204" pitchFamily="34" charset="0"/>
              </a:rPr>
              <a:t>llamco</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laboris</a:t>
            </a:r>
            <a:r>
              <a:rPr lang="en-US" sz="1100">
                <a:solidFill>
                  <a:schemeClr val="accent1"/>
                </a:solidFill>
                <a:latin typeface="Aptos" panose="020B0004020202020204" pitchFamily="34" charset="0"/>
              </a:rPr>
              <a:t> nisi </a:t>
            </a:r>
            <a:r>
              <a:rPr lang="en-US" sz="1100" err="1">
                <a:solidFill>
                  <a:schemeClr val="accent1"/>
                </a:solidFill>
                <a:latin typeface="Aptos" panose="020B0004020202020204" pitchFamily="34" charset="0"/>
              </a:rPr>
              <a:t>ut</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aliquip</a:t>
            </a:r>
            <a:r>
              <a:rPr lang="en-US" sz="1100">
                <a:solidFill>
                  <a:schemeClr val="accent1"/>
                </a:solidFill>
                <a:latin typeface="Aptos" panose="020B0004020202020204" pitchFamily="34" charset="0"/>
              </a:rPr>
              <a:t> ex </a:t>
            </a:r>
            <a:r>
              <a:rPr lang="en-US" sz="1100" err="1">
                <a:solidFill>
                  <a:schemeClr val="accent1"/>
                </a:solidFill>
                <a:latin typeface="Aptos" panose="020B0004020202020204" pitchFamily="34" charset="0"/>
              </a:rPr>
              <a:t>ea</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commodo</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consequat</a:t>
            </a:r>
            <a:endParaRPr lang="en-US" sz="1100">
              <a:solidFill>
                <a:schemeClr val="accent1"/>
              </a:solidFill>
              <a:latin typeface="Aptos" panose="020B0004020202020204" pitchFamily="34" charset="0"/>
            </a:endParaRPr>
          </a:p>
          <a:p>
            <a:pPr marL="171450" lvl="1" indent="-171450">
              <a:spcAft>
                <a:spcPts val="600"/>
              </a:spcAft>
              <a:buClr>
                <a:schemeClr val="accent3"/>
              </a:buClr>
              <a:buFont typeface="Arial" panose="020B0604020202020204" pitchFamily="34" charset="0"/>
              <a:buChar char="•"/>
            </a:pPr>
            <a:r>
              <a:rPr lang="en-US" sz="1100">
                <a:solidFill>
                  <a:schemeClr val="accent1"/>
                </a:solidFill>
                <a:latin typeface="Aptos" panose="020B0004020202020204" pitchFamily="34" charset="0"/>
              </a:rPr>
              <a:t>Sed do </a:t>
            </a:r>
            <a:r>
              <a:rPr lang="en-US" sz="1100" err="1">
                <a:solidFill>
                  <a:schemeClr val="accent1"/>
                </a:solidFill>
                <a:latin typeface="Aptos" panose="020B0004020202020204" pitchFamily="34" charset="0"/>
              </a:rPr>
              <a:t>eiusmod</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tempor</a:t>
            </a:r>
            <a:r>
              <a:rPr lang="en-US" sz="1100">
                <a:solidFill>
                  <a:schemeClr val="accent1"/>
                </a:solidFill>
                <a:latin typeface="Aptos" panose="020B0004020202020204" pitchFamily="34" charset="0"/>
              </a:rPr>
              <a:t> </a:t>
            </a:r>
            <a:r>
              <a:rPr lang="en-US" sz="1100" err="1">
                <a:solidFill>
                  <a:schemeClr val="accent1"/>
                </a:solidFill>
                <a:latin typeface="Aptos" panose="020B0004020202020204" pitchFamily="34" charset="0"/>
              </a:rPr>
              <a:t>inc</a:t>
            </a:r>
            <a:r>
              <a:rPr lang="en-US" sz="1100">
                <a:solidFill>
                  <a:schemeClr val="accent1"/>
                </a:solidFill>
                <a:latin typeface="Aptos" panose="020B0004020202020204" pitchFamily="34" charset="0"/>
              </a:rPr>
              <a:t> uta</a:t>
            </a:r>
          </a:p>
        </p:txBody>
      </p:sp>
      <p:sp>
        <p:nvSpPr>
          <p:cNvPr id="43" name="Rectangle 42">
            <a:extLst>
              <a:ext uri="{FF2B5EF4-FFF2-40B4-BE49-F238E27FC236}">
                <a16:creationId xmlns:a16="http://schemas.microsoft.com/office/drawing/2014/main" id="{FDAD42D7-A6DB-0D0E-DAAF-C473C33A60AD}"/>
              </a:ext>
            </a:extLst>
          </p:cNvPr>
          <p:cNvSpPr/>
          <p:nvPr/>
        </p:nvSpPr>
        <p:spPr>
          <a:xfrm>
            <a:off x="9222470" y="4153759"/>
            <a:ext cx="2636137" cy="484758"/>
          </a:xfrm>
          <a:prstGeom prst="rect">
            <a:avLst/>
          </a:prstGeom>
          <a:solidFill>
            <a:srgbClr val="00384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0" rIns="180000" bIns="0" rtlCol="0" anchor="ctr"/>
          <a:lstStyle/>
          <a:p>
            <a:r>
              <a:rPr lang="en-GB" sz="1100" b="1">
                <a:latin typeface="Aptos" panose="020B0004020202020204" pitchFamily="34" charset="0"/>
              </a:rPr>
              <a:t>Key workstream lorem </a:t>
            </a:r>
            <a:r>
              <a:rPr lang="en-GB" sz="1100" b="1" err="1">
                <a:latin typeface="Aptos" panose="020B0004020202020204" pitchFamily="34" charset="0"/>
              </a:rPr>
              <a:t>ipsom</a:t>
            </a:r>
            <a:r>
              <a:rPr lang="en-GB" sz="1100" b="1">
                <a:latin typeface="Aptos" panose="020B0004020202020204" pitchFamily="34" charset="0"/>
              </a:rPr>
              <a:t> did du facilis </a:t>
            </a:r>
            <a:r>
              <a:rPr lang="en-GB" sz="1100" b="1" err="1">
                <a:latin typeface="Aptos" panose="020B0004020202020204" pitchFamily="34" charset="0"/>
              </a:rPr>
              <a:t>verde</a:t>
            </a:r>
            <a:endParaRPr lang="en-GB" sz="1100" b="1">
              <a:latin typeface="Aptos" panose="020B0004020202020204" pitchFamily="34" charset="0"/>
            </a:endParaRPr>
          </a:p>
        </p:txBody>
      </p:sp>
      <p:sp>
        <p:nvSpPr>
          <p:cNvPr id="44" name="Arc 43">
            <a:extLst>
              <a:ext uri="{FF2B5EF4-FFF2-40B4-BE49-F238E27FC236}">
                <a16:creationId xmlns:a16="http://schemas.microsoft.com/office/drawing/2014/main" id="{8CF64D41-1FF2-63AE-5597-B3763598DC10}"/>
              </a:ext>
            </a:extLst>
          </p:cNvPr>
          <p:cNvSpPr>
            <a:spLocks/>
          </p:cNvSpPr>
          <p:nvPr>
            <p:custDataLst>
              <p:tags r:id="rId7"/>
            </p:custDataLst>
          </p:nvPr>
        </p:nvSpPr>
        <p:spPr>
          <a:xfrm>
            <a:off x="6275470" y="2203401"/>
            <a:ext cx="180966" cy="180966"/>
          </a:xfrm>
          <a:prstGeom prst="arc">
            <a:avLst>
              <a:gd name="adj1" fmla="val 16200000"/>
              <a:gd name="adj2" fmla="val 16200000"/>
            </a:avLst>
          </a:prstGeom>
          <a:solidFill>
            <a:schemeClr val="accent3"/>
          </a:solidFill>
          <a:ln w="6350" cap="flat" cmpd="sng" algn="ctr">
            <a:noFill/>
            <a:prstDash val="solid"/>
            <a:miter lim="800000"/>
            <a:tailEnd type="none"/>
          </a:ln>
          <a:effectLst/>
        </p:spPr>
        <p:txBody>
          <a:bodyPr rtlCol="0" anchor="ctr">
            <a:noAutofit/>
          </a:bodyPr>
          <a:lstStyle/>
          <a:p>
            <a:pPr algn="ctr">
              <a:defRPr/>
            </a:pPr>
            <a:endParaRPr lang="en-US" sz="1000" kern="0">
              <a:solidFill>
                <a:srgbClr val="000000"/>
              </a:solidFill>
              <a:latin typeface="Aptos" panose="020B0004020202020204" pitchFamily="34" charset="0"/>
              <a:cs typeface="Calibri" panose="020F0502020204030204" pitchFamily="34" charset="0"/>
            </a:endParaRPr>
          </a:p>
        </p:txBody>
      </p:sp>
      <p:sp>
        <p:nvSpPr>
          <p:cNvPr id="45" name="Arc 44">
            <a:extLst>
              <a:ext uri="{FF2B5EF4-FFF2-40B4-BE49-F238E27FC236}">
                <a16:creationId xmlns:a16="http://schemas.microsoft.com/office/drawing/2014/main" id="{FAA2BE4A-86BD-53F8-CFE8-062DA50F1EA2}"/>
              </a:ext>
            </a:extLst>
          </p:cNvPr>
          <p:cNvSpPr>
            <a:spLocks/>
          </p:cNvSpPr>
          <p:nvPr>
            <p:custDataLst>
              <p:tags r:id="rId8"/>
            </p:custDataLst>
          </p:nvPr>
        </p:nvSpPr>
        <p:spPr>
          <a:xfrm>
            <a:off x="6851392" y="2624460"/>
            <a:ext cx="180966" cy="180966"/>
          </a:xfrm>
          <a:prstGeom prst="arc">
            <a:avLst>
              <a:gd name="adj1" fmla="val 16200000"/>
              <a:gd name="adj2" fmla="val 16200000"/>
            </a:avLst>
          </a:prstGeom>
          <a:solidFill>
            <a:schemeClr val="accent3"/>
          </a:solidFill>
          <a:ln w="6350" cap="flat" cmpd="sng" algn="ctr">
            <a:noFill/>
            <a:prstDash val="solid"/>
            <a:miter lim="800000"/>
            <a:tailEnd type="none"/>
          </a:ln>
          <a:effectLst/>
        </p:spPr>
        <p:txBody>
          <a:bodyPr rtlCol="0" anchor="ctr">
            <a:noAutofit/>
          </a:bodyPr>
          <a:lstStyle/>
          <a:p>
            <a:pPr algn="ctr">
              <a:defRPr/>
            </a:pPr>
            <a:endParaRPr lang="en-US" sz="1000" kern="0">
              <a:solidFill>
                <a:srgbClr val="000000"/>
              </a:solidFill>
              <a:latin typeface="Aptos" panose="020B0004020202020204" pitchFamily="34" charset="0"/>
              <a:cs typeface="Calibri" panose="020F0502020204030204" pitchFamily="34" charset="0"/>
            </a:endParaRPr>
          </a:p>
        </p:txBody>
      </p:sp>
      <p:sp>
        <p:nvSpPr>
          <p:cNvPr id="46" name="Arc 45">
            <a:extLst>
              <a:ext uri="{FF2B5EF4-FFF2-40B4-BE49-F238E27FC236}">
                <a16:creationId xmlns:a16="http://schemas.microsoft.com/office/drawing/2014/main" id="{C4E35598-A43D-EE93-C6BE-A86B9BF5046C}"/>
              </a:ext>
            </a:extLst>
          </p:cNvPr>
          <p:cNvSpPr>
            <a:spLocks/>
          </p:cNvSpPr>
          <p:nvPr>
            <p:custDataLst>
              <p:tags r:id="rId9"/>
            </p:custDataLst>
          </p:nvPr>
        </p:nvSpPr>
        <p:spPr>
          <a:xfrm>
            <a:off x="8277447" y="3036867"/>
            <a:ext cx="180966" cy="180966"/>
          </a:xfrm>
          <a:prstGeom prst="arc">
            <a:avLst>
              <a:gd name="adj1" fmla="val 16200000"/>
              <a:gd name="adj2" fmla="val 16200000"/>
            </a:avLst>
          </a:prstGeom>
          <a:solidFill>
            <a:schemeClr val="accent3"/>
          </a:solidFill>
          <a:ln w="6350" cap="flat" cmpd="sng" algn="ctr">
            <a:noFill/>
            <a:prstDash val="solid"/>
            <a:miter lim="800000"/>
            <a:tailEnd type="none"/>
          </a:ln>
          <a:effectLst/>
        </p:spPr>
        <p:txBody>
          <a:bodyPr rtlCol="0" anchor="ctr">
            <a:noAutofit/>
          </a:bodyPr>
          <a:lstStyle/>
          <a:p>
            <a:pPr algn="ctr">
              <a:defRPr/>
            </a:pPr>
            <a:endParaRPr lang="en-US" sz="1000" kern="0">
              <a:solidFill>
                <a:srgbClr val="000000"/>
              </a:solidFill>
              <a:latin typeface="Aptos" panose="020B0004020202020204" pitchFamily="34" charset="0"/>
              <a:cs typeface="Calibri" panose="020F0502020204030204" pitchFamily="34" charset="0"/>
            </a:endParaRPr>
          </a:p>
        </p:txBody>
      </p:sp>
      <p:sp>
        <p:nvSpPr>
          <p:cNvPr id="47" name="Arc 46">
            <a:extLst>
              <a:ext uri="{FF2B5EF4-FFF2-40B4-BE49-F238E27FC236}">
                <a16:creationId xmlns:a16="http://schemas.microsoft.com/office/drawing/2014/main" id="{39F4FA61-0A98-0075-C114-882E74F53AD7}"/>
              </a:ext>
            </a:extLst>
          </p:cNvPr>
          <p:cNvSpPr>
            <a:spLocks/>
          </p:cNvSpPr>
          <p:nvPr>
            <p:custDataLst>
              <p:tags r:id="rId10"/>
            </p:custDataLst>
          </p:nvPr>
        </p:nvSpPr>
        <p:spPr>
          <a:xfrm>
            <a:off x="9841363" y="3446337"/>
            <a:ext cx="180966" cy="180966"/>
          </a:xfrm>
          <a:prstGeom prst="arc">
            <a:avLst>
              <a:gd name="adj1" fmla="val 16200000"/>
              <a:gd name="adj2" fmla="val 16200000"/>
            </a:avLst>
          </a:prstGeom>
          <a:solidFill>
            <a:schemeClr val="accent3"/>
          </a:solidFill>
          <a:ln w="6350" cap="flat" cmpd="sng" algn="ctr">
            <a:noFill/>
            <a:prstDash val="solid"/>
            <a:miter lim="800000"/>
            <a:tailEnd type="none"/>
          </a:ln>
          <a:effectLst/>
        </p:spPr>
        <p:txBody>
          <a:bodyPr rtlCol="0" anchor="ctr">
            <a:noAutofit/>
          </a:bodyPr>
          <a:lstStyle/>
          <a:p>
            <a:pPr algn="ctr">
              <a:defRPr/>
            </a:pPr>
            <a:endParaRPr lang="en-US" sz="1000" kern="0">
              <a:solidFill>
                <a:srgbClr val="000000"/>
              </a:solidFill>
              <a:latin typeface="Aptos" panose="020B0004020202020204" pitchFamily="34" charset="0"/>
              <a:cs typeface="Calibri" panose="020F0502020204030204" pitchFamily="34" charset="0"/>
            </a:endParaRPr>
          </a:p>
        </p:txBody>
      </p:sp>
      <p:sp>
        <p:nvSpPr>
          <p:cNvPr id="48" name="Arc 47">
            <a:extLst>
              <a:ext uri="{FF2B5EF4-FFF2-40B4-BE49-F238E27FC236}">
                <a16:creationId xmlns:a16="http://schemas.microsoft.com/office/drawing/2014/main" id="{BA7C7651-CE3E-B674-5DA8-6D072FC0D04C}"/>
              </a:ext>
            </a:extLst>
          </p:cNvPr>
          <p:cNvSpPr>
            <a:spLocks/>
          </p:cNvSpPr>
          <p:nvPr>
            <p:custDataLst>
              <p:tags r:id="rId11"/>
            </p:custDataLst>
          </p:nvPr>
        </p:nvSpPr>
        <p:spPr>
          <a:xfrm>
            <a:off x="10772968" y="3446337"/>
            <a:ext cx="180966" cy="180966"/>
          </a:xfrm>
          <a:prstGeom prst="arc">
            <a:avLst>
              <a:gd name="adj1" fmla="val 16200000"/>
              <a:gd name="adj2" fmla="val 16200000"/>
            </a:avLst>
          </a:prstGeom>
          <a:solidFill>
            <a:schemeClr val="accent3"/>
          </a:solidFill>
          <a:ln w="6350" cap="flat" cmpd="sng" algn="ctr">
            <a:noFill/>
            <a:prstDash val="solid"/>
            <a:miter lim="800000"/>
            <a:tailEnd type="none"/>
          </a:ln>
          <a:effectLst/>
        </p:spPr>
        <p:txBody>
          <a:bodyPr rtlCol="0" anchor="ctr">
            <a:noAutofit/>
          </a:bodyPr>
          <a:lstStyle/>
          <a:p>
            <a:pPr algn="ctr">
              <a:defRPr/>
            </a:pPr>
            <a:endParaRPr lang="en-US" sz="1000" kern="0">
              <a:solidFill>
                <a:srgbClr val="000000"/>
              </a:solidFill>
              <a:latin typeface="Aptos" panose="020B0004020202020204" pitchFamily="34" charset="0"/>
              <a:cs typeface="Calibri" panose="020F0502020204030204" pitchFamily="34" charset="0"/>
            </a:endParaRPr>
          </a:p>
        </p:txBody>
      </p:sp>
      <p:sp>
        <p:nvSpPr>
          <p:cNvPr id="49" name="Arc 48">
            <a:extLst>
              <a:ext uri="{FF2B5EF4-FFF2-40B4-BE49-F238E27FC236}">
                <a16:creationId xmlns:a16="http://schemas.microsoft.com/office/drawing/2014/main" id="{AC9504B1-3BD2-7750-1CC4-1DCE2A1E206A}"/>
              </a:ext>
            </a:extLst>
          </p:cNvPr>
          <p:cNvSpPr>
            <a:spLocks/>
          </p:cNvSpPr>
          <p:nvPr>
            <p:custDataLst>
              <p:tags r:id="rId12"/>
            </p:custDataLst>
          </p:nvPr>
        </p:nvSpPr>
        <p:spPr>
          <a:xfrm>
            <a:off x="11558200" y="3446337"/>
            <a:ext cx="180966" cy="180966"/>
          </a:xfrm>
          <a:prstGeom prst="arc">
            <a:avLst>
              <a:gd name="adj1" fmla="val 16200000"/>
              <a:gd name="adj2" fmla="val 16200000"/>
            </a:avLst>
          </a:prstGeom>
          <a:solidFill>
            <a:schemeClr val="accent3"/>
          </a:solidFill>
          <a:ln w="6350" cap="flat" cmpd="sng" algn="ctr">
            <a:noFill/>
            <a:prstDash val="solid"/>
            <a:miter lim="800000"/>
            <a:tailEnd type="none"/>
          </a:ln>
          <a:effectLst/>
        </p:spPr>
        <p:txBody>
          <a:bodyPr rtlCol="0" anchor="ctr">
            <a:noAutofit/>
          </a:bodyPr>
          <a:lstStyle/>
          <a:p>
            <a:pPr algn="ctr">
              <a:defRPr/>
            </a:pPr>
            <a:endParaRPr lang="en-US" sz="1000" kern="0">
              <a:solidFill>
                <a:srgbClr val="000000"/>
              </a:solidFill>
              <a:latin typeface="Aptos" panose="020B0004020202020204" pitchFamily="34" charset="0"/>
              <a:cs typeface="Calibri" panose="020F0502020204030204" pitchFamily="34" charset="0"/>
            </a:endParaRPr>
          </a:p>
        </p:txBody>
      </p:sp>
      <p:sp>
        <p:nvSpPr>
          <p:cNvPr id="50" name="TextBox 49">
            <a:extLst>
              <a:ext uri="{FF2B5EF4-FFF2-40B4-BE49-F238E27FC236}">
                <a16:creationId xmlns:a16="http://schemas.microsoft.com/office/drawing/2014/main" id="{73456EE3-79E2-C644-C5D7-CF48A5F11891}"/>
              </a:ext>
            </a:extLst>
          </p:cNvPr>
          <p:cNvSpPr txBox="1"/>
          <p:nvPr/>
        </p:nvSpPr>
        <p:spPr>
          <a:xfrm>
            <a:off x="5058814" y="2606943"/>
            <a:ext cx="725761" cy="216000"/>
          </a:xfrm>
          <a:prstGeom prst="rect">
            <a:avLst/>
          </a:prstGeom>
          <a:solidFill>
            <a:schemeClr val="accent5">
              <a:lumMod val="40000"/>
              <a:lumOff val="60000"/>
            </a:schemeClr>
          </a:solidFill>
        </p:spPr>
        <p:txBody>
          <a:bodyPr wrap="square">
            <a:noAutofit/>
          </a:bodyPr>
          <a:lstStyle>
            <a:defPPr>
              <a:defRPr lang="el-GR"/>
            </a:defPPr>
            <a:lvl1pPr marR="0" lvl="0" indent="0" algn="ctr" fontAlgn="auto">
              <a:lnSpc>
                <a:spcPct val="100000"/>
              </a:lnSpc>
              <a:spcBef>
                <a:spcPts val="0"/>
              </a:spcBef>
              <a:spcAft>
                <a:spcPts val="0"/>
              </a:spcAft>
              <a:buClr>
                <a:srgbClr val="1E478E"/>
              </a:buClr>
              <a:buSzPct val="75000"/>
              <a:buFontTx/>
              <a:buNone/>
              <a:tabLst/>
              <a:defRPr kumimoji="0" sz="700" b="0" i="1" u="none" strike="noStrike" cap="none" spc="0" normalizeH="0" baseline="0">
                <a:ln>
                  <a:noFill/>
                </a:ln>
                <a:effectLst/>
                <a:uLnTx/>
                <a:uFillTx/>
                <a:latin typeface="Calibri" panose="020F0502020204030204" pitchFamily="34" charset="0"/>
                <a:cs typeface="Calibri" panose="020F0502020204030204" pitchFamily="34" charset="0"/>
              </a:defRPr>
            </a:lvl1pPr>
          </a:lstStyle>
          <a:p>
            <a:pPr>
              <a:defRPr/>
            </a:pPr>
            <a:r>
              <a:rPr lang="en-US" altLang="de-DE">
                <a:solidFill>
                  <a:srgbClr val="0A091B"/>
                </a:solidFill>
                <a:latin typeface="Aptos" panose="020B0004020202020204" pitchFamily="34" charset="0"/>
              </a:rPr>
              <a:t>                                                                 </a:t>
            </a:r>
          </a:p>
        </p:txBody>
      </p:sp>
      <p:sp>
        <p:nvSpPr>
          <p:cNvPr id="51" name="TextBox 50">
            <a:extLst>
              <a:ext uri="{FF2B5EF4-FFF2-40B4-BE49-F238E27FC236}">
                <a16:creationId xmlns:a16="http://schemas.microsoft.com/office/drawing/2014/main" id="{E8A9333E-5FAE-4053-4A38-2B9E5BDFFDF7}"/>
              </a:ext>
            </a:extLst>
          </p:cNvPr>
          <p:cNvSpPr txBox="1"/>
          <p:nvPr/>
        </p:nvSpPr>
        <p:spPr>
          <a:xfrm>
            <a:off x="5377643" y="3020116"/>
            <a:ext cx="1436540" cy="216000"/>
          </a:xfrm>
          <a:prstGeom prst="rect">
            <a:avLst/>
          </a:prstGeom>
          <a:solidFill>
            <a:schemeClr val="accent5">
              <a:lumMod val="40000"/>
              <a:lumOff val="60000"/>
            </a:schemeClr>
          </a:solidFill>
        </p:spPr>
        <p:txBody>
          <a:bodyPr wrap="square">
            <a:noAutofit/>
          </a:bodyPr>
          <a:lstStyle>
            <a:defPPr>
              <a:defRPr lang="el-GR"/>
            </a:defPPr>
            <a:lvl1pPr marR="0" lvl="0" indent="0" algn="ctr" fontAlgn="auto">
              <a:lnSpc>
                <a:spcPct val="100000"/>
              </a:lnSpc>
              <a:spcBef>
                <a:spcPts val="0"/>
              </a:spcBef>
              <a:spcAft>
                <a:spcPts val="0"/>
              </a:spcAft>
              <a:buClr>
                <a:srgbClr val="1E478E"/>
              </a:buClr>
              <a:buSzPct val="75000"/>
              <a:buFontTx/>
              <a:buNone/>
              <a:tabLst/>
              <a:defRPr kumimoji="0" sz="700" b="0" i="1" u="none" strike="noStrike" cap="none" spc="0" normalizeH="0" baseline="0">
                <a:ln>
                  <a:noFill/>
                </a:ln>
                <a:effectLst/>
                <a:uLnTx/>
                <a:uFillTx/>
                <a:latin typeface="Calibri" panose="020F0502020204030204" pitchFamily="34" charset="0"/>
                <a:cs typeface="Calibri" panose="020F0502020204030204" pitchFamily="34" charset="0"/>
              </a:defRPr>
            </a:lvl1pPr>
          </a:lstStyle>
          <a:p>
            <a:pPr>
              <a:defRPr/>
            </a:pPr>
            <a:r>
              <a:rPr lang="en-US" altLang="de-DE">
                <a:solidFill>
                  <a:srgbClr val="0A091B"/>
                </a:solidFill>
                <a:latin typeface="Aptos" panose="020B0004020202020204" pitchFamily="34" charset="0"/>
              </a:rPr>
              <a:t>                                                                 </a:t>
            </a:r>
          </a:p>
        </p:txBody>
      </p:sp>
      <p:grpSp>
        <p:nvGrpSpPr>
          <p:cNvPr id="22" name="Group 21">
            <a:extLst>
              <a:ext uri="{FF2B5EF4-FFF2-40B4-BE49-F238E27FC236}">
                <a16:creationId xmlns:a16="http://schemas.microsoft.com/office/drawing/2014/main" id="{A7734720-5027-F57D-8D58-2F2E604A5219}"/>
              </a:ext>
            </a:extLst>
          </p:cNvPr>
          <p:cNvGrpSpPr/>
          <p:nvPr/>
        </p:nvGrpSpPr>
        <p:grpSpPr>
          <a:xfrm>
            <a:off x="7749616" y="848232"/>
            <a:ext cx="577623" cy="3041486"/>
            <a:chOff x="7749614" y="540000"/>
            <a:chExt cx="577623" cy="2888998"/>
          </a:xfrm>
        </p:grpSpPr>
        <p:cxnSp>
          <p:nvCxnSpPr>
            <p:cNvPr id="23" name="Straight Connector 22">
              <a:extLst>
                <a:ext uri="{FF2B5EF4-FFF2-40B4-BE49-F238E27FC236}">
                  <a16:creationId xmlns:a16="http://schemas.microsoft.com/office/drawing/2014/main" id="{68378DB0-B030-87B1-D517-6CD67B6AA4E0}"/>
                </a:ext>
              </a:extLst>
            </p:cNvPr>
            <p:cNvCxnSpPr>
              <a:cxnSpLocks/>
              <a:stCxn id="26" idx="2"/>
            </p:cNvCxnSpPr>
            <p:nvPr/>
          </p:nvCxnSpPr>
          <p:spPr>
            <a:xfrm>
              <a:off x="8038426" y="767758"/>
              <a:ext cx="0" cy="266124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DE5E701-A4B9-B7A2-7AC6-1956FEEFF08A}"/>
                </a:ext>
              </a:extLst>
            </p:cNvPr>
            <p:cNvSpPr txBox="1"/>
            <p:nvPr/>
          </p:nvSpPr>
          <p:spPr>
            <a:xfrm>
              <a:off x="7749614" y="540000"/>
              <a:ext cx="577623" cy="227758"/>
            </a:xfrm>
            <a:prstGeom prst="rect">
              <a:avLst/>
            </a:prstGeom>
            <a:solidFill>
              <a:schemeClr val="accent3"/>
            </a:solidFill>
          </p:spPr>
          <p:txBody>
            <a:bodyPr wrap="square" lIns="0" tIns="0" rIns="0" bIns="0" rtlCol="0" anchor="ctr">
              <a:noAutofit/>
            </a:bodyPr>
            <a:lstStyle/>
            <a:p>
              <a:pPr algn="ctr"/>
              <a:r>
                <a:rPr lang="en-US" sz="900" b="1">
                  <a:solidFill>
                    <a:schemeClr val="bg2"/>
                  </a:solidFill>
                  <a:latin typeface="Aptos" panose="020B0004020202020204" pitchFamily="34" charset="0"/>
                </a:rPr>
                <a:t>Today</a:t>
              </a:r>
              <a:endParaRPr lang="el-GR" sz="900" b="1">
                <a:solidFill>
                  <a:schemeClr val="bg2"/>
                </a:solidFill>
                <a:latin typeface="Aptos" panose="020B0004020202020204" pitchFamily="34" charset="0"/>
              </a:endParaRPr>
            </a:p>
          </p:txBody>
        </p:sp>
      </p:grpSp>
      <p:sp>
        <p:nvSpPr>
          <p:cNvPr id="8" name="Text Placeholder 7">
            <a:extLst>
              <a:ext uri="{FF2B5EF4-FFF2-40B4-BE49-F238E27FC236}">
                <a16:creationId xmlns:a16="http://schemas.microsoft.com/office/drawing/2014/main" id="{B1923A30-40C2-2542-7633-658E834EAA9D}"/>
              </a:ext>
            </a:extLst>
          </p:cNvPr>
          <p:cNvSpPr>
            <a:spLocks noGrp="1"/>
          </p:cNvSpPr>
          <p:nvPr>
            <p:ph type="body" sz="quarter" idx="25"/>
          </p:nvPr>
        </p:nvSpPr>
        <p:spPr>
          <a:xfrm>
            <a:off x="332318" y="741496"/>
            <a:ext cx="11531549" cy="334515"/>
          </a:xfrm>
        </p:spPr>
        <p:txBody>
          <a:bodyPr/>
          <a:lstStyle/>
          <a:p>
            <a:r>
              <a:rPr lang="en-GR"/>
              <a:t>Project Status</a:t>
            </a:r>
          </a:p>
        </p:txBody>
      </p:sp>
    </p:spTree>
    <p:extLst>
      <p:ext uri="{BB962C8B-B14F-4D97-AF65-F5344CB8AC3E}">
        <p14:creationId xmlns:p14="http://schemas.microsoft.com/office/powerpoint/2010/main" val="205103164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8B41968-9D76-BCF9-303B-1500273942A5}"/>
              </a:ext>
            </a:extLst>
          </p:cNvPr>
          <p:cNvSpPr/>
          <p:nvPr/>
        </p:nvSpPr>
        <p:spPr>
          <a:xfrm>
            <a:off x="342419" y="1990578"/>
            <a:ext cx="11513031" cy="4325816"/>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latin typeface="Aptos" panose="020B0004020202020204" pitchFamily="34" charset="0"/>
            </a:endParaRPr>
          </a:p>
        </p:txBody>
      </p:sp>
      <p:sp>
        <p:nvSpPr>
          <p:cNvPr id="16" name="Text Placeholder 15">
            <a:extLst>
              <a:ext uri="{FF2B5EF4-FFF2-40B4-BE49-F238E27FC236}">
                <a16:creationId xmlns:a16="http://schemas.microsoft.com/office/drawing/2014/main" id="{2DC99650-CA76-73AA-4A08-4E4881C465AD}"/>
              </a:ext>
            </a:extLst>
          </p:cNvPr>
          <p:cNvSpPr>
            <a:spLocks noGrp="1"/>
          </p:cNvSpPr>
          <p:nvPr>
            <p:ph type="body" sz="quarter" idx="14"/>
          </p:nvPr>
        </p:nvSpPr>
        <p:spPr>
          <a:xfrm>
            <a:off x="331201" y="1268822"/>
            <a:ext cx="7939040" cy="364908"/>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4" name="Slide Number Placeholder 3">
            <a:extLst>
              <a:ext uri="{FF2B5EF4-FFF2-40B4-BE49-F238E27FC236}">
                <a16:creationId xmlns:a16="http://schemas.microsoft.com/office/drawing/2014/main" id="{D8FD2DEF-4CEE-51AA-10CE-9E7870D13450}"/>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163</a:t>
            </a:fld>
            <a:endParaRPr lang="en-GR"/>
          </a:p>
        </p:txBody>
      </p:sp>
      <p:sp>
        <p:nvSpPr>
          <p:cNvPr id="22" name="Right Arrow 21">
            <a:extLst>
              <a:ext uri="{FF2B5EF4-FFF2-40B4-BE49-F238E27FC236}">
                <a16:creationId xmlns:a16="http://schemas.microsoft.com/office/drawing/2014/main" id="{DEA7027B-30FD-C17A-13C1-C198AD661599}"/>
              </a:ext>
            </a:extLst>
          </p:cNvPr>
          <p:cNvSpPr/>
          <p:nvPr/>
        </p:nvSpPr>
        <p:spPr>
          <a:xfrm>
            <a:off x="8500263" y="3290145"/>
            <a:ext cx="1390149" cy="742950"/>
          </a:xfrm>
          <a:prstGeom prst="rightArrow">
            <a:avLst/>
          </a:prstGeom>
          <a:solidFill>
            <a:srgbClr val="F5F9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endParaRPr lang="en-US">
              <a:solidFill>
                <a:srgbClr val="FFFFFF"/>
              </a:solidFill>
            </a:endParaRPr>
          </a:p>
        </p:txBody>
      </p:sp>
      <p:grpSp>
        <p:nvGrpSpPr>
          <p:cNvPr id="38" name="Group 37">
            <a:extLst>
              <a:ext uri="{FF2B5EF4-FFF2-40B4-BE49-F238E27FC236}">
                <a16:creationId xmlns:a16="http://schemas.microsoft.com/office/drawing/2014/main" id="{16C18890-181B-FDA9-4EA0-3F7F222BB3CD}"/>
              </a:ext>
            </a:extLst>
          </p:cNvPr>
          <p:cNvGrpSpPr/>
          <p:nvPr/>
        </p:nvGrpSpPr>
        <p:grpSpPr>
          <a:xfrm>
            <a:off x="2038382" y="2846966"/>
            <a:ext cx="8115241" cy="2638137"/>
            <a:chOff x="1954341" y="2846964"/>
            <a:chExt cx="8115241" cy="2638137"/>
          </a:xfrm>
        </p:grpSpPr>
        <p:grpSp>
          <p:nvGrpSpPr>
            <p:cNvPr id="23" name="Group 22">
              <a:extLst>
                <a:ext uri="{FF2B5EF4-FFF2-40B4-BE49-F238E27FC236}">
                  <a16:creationId xmlns:a16="http://schemas.microsoft.com/office/drawing/2014/main" id="{D7377829-F87A-331B-9E9E-28FBE187665D}"/>
                </a:ext>
              </a:extLst>
            </p:cNvPr>
            <p:cNvGrpSpPr/>
            <p:nvPr/>
          </p:nvGrpSpPr>
          <p:grpSpPr>
            <a:xfrm>
              <a:off x="7685045" y="2846964"/>
              <a:ext cx="2384537" cy="2638137"/>
              <a:chOff x="7685045" y="2846964"/>
              <a:chExt cx="2384537" cy="2638137"/>
            </a:xfrm>
          </p:grpSpPr>
          <p:sp>
            <p:nvSpPr>
              <p:cNvPr id="21" name="TextBox 20">
                <a:extLst>
                  <a:ext uri="{FF2B5EF4-FFF2-40B4-BE49-F238E27FC236}">
                    <a16:creationId xmlns:a16="http://schemas.microsoft.com/office/drawing/2014/main" id="{5104157D-4C2F-9E63-98EF-6A3FC5F028BA}"/>
                  </a:ext>
                </a:extLst>
              </p:cNvPr>
              <p:cNvSpPr txBox="1"/>
              <p:nvPr/>
            </p:nvSpPr>
            <p:spPr>
              <a:xfrm>
                <a:off x="8321089" y="4655450"/>
                <a:ext cx="1748493" cy="829651"/>
              </a:xfrm>
              <a:prstGeom prst="rect">
                <a:avLst/>
              </a:prstGeom>
              <a:noFill/>
            </p:spPr>
            <p:txBody>
              <a:bodyPr wrap="square" rtlCol="0">
                <a:spAutoFit/>
              </a:bodyPr>
              <a:lstStyle/>
              <a:p>
                <a:pPr algn="ctr">
                  <a:lnSpc>
                    <a:spcPct val="110000"/>
                  </a:lnSpc>
                  <a:spcBef>
                    <a:spcPts val="900"/>
                  </a:spcBef>
                  <a:spcAft>
                    <a:spcPts val="1200"/>
                  </a:spcAft>
                  <a:buClr>
                    <a:srgbClr val="047A85"/>
                  </a:buClr>
                  <a:tabLst>
                    <a:tab pos="352425" algn="l"/>
                  </a:tabLst>
                  <a:defRPr/>
                </a:pPr>
                <a:r>
                  <a:rPr lang="en-GB" sz="1100" err="1">
                    <a:solidFill>
                      <a:schemeClr val="tx1">
                        <a:lumMod val="65000"/>
                        <a:lumOff val="35000"/>
                      </a:schemeClr>
                    </a:solidFill>
                    <a:latin typeface="Aptos" panose="020B0004020202020204" pitchFamily="34" charset="0"/>
                  </a:rPr>
                  <a:t>Elit</a:t>
                </a:r>
                <a:r>
                  <a:rPr lang="en-GB" sz="1100">
                    <a:solidFill>
                      <a:schemeClr val="tx1">
                        <a:lumMod val="65000"/>
                        <a:lumOff val="35000"/>
                      </a:schemeClr>
                    </a:solidFill>
                  </a:rPr>
                  <a:t> </a:t>
                </a:r>
                <a:r>
                  <a:rPr lang="en-GB" sz="1100" err="1">
                    <a:solidFill>
                      <a:schemeClr val="tx1">
                        <a:lumMod val="65000"/>
                        <a:lumOff val="35000"/>
                      </a:schemeClr>
                    </a:solidFill>
                    <a:latin typeface="Aptos" panose="020B0004020202020204" pitchFamily="34" charset="0"/>
                  </a:rPr>
                  <a:t>sed</a:t>
                </a:r>
                <a:r>
                  <a:rPr lang="en-GB" sz="1100">
                    <a:solidFill>
                      <a:schemeClr val="tx1">
                        <a:lumMod val="65000"/>
                        <a:lumOff val="35000"/>
                      </a:schemeClr>
                    </a:solidFill>
                    <a:latin typeface="Aptos" panose="020B0004020202020204" pitchFamily="34" charset="0"/>
                  </a:rPr>
                  <a:t> do </a:t>
                </a:r>
                <a:r>
                  <a:rPr lang="en-GB" sz="1100" err="1">
                    <a:solidFill>
                      <a:schemeClr val="tx1">
                        <a:lumMod val="65000"/>
                        <a:lumOff val="35000"/>
                      </a:schemeClr>
                    </a:solidFill>
                    <a:latin typeface="Aptos" panose="020B0004020202020204" pitchFamily="34" charset="0"/>
                  </a:rPr>
                  <a:t>eiusmod</a:t>
                </a:r>
                <a:r>
                  <a:rPr lang="en-GB" sz="1100">
                    <a:solidFill>
                      <a:schemeClr val="tx1">
                        <a:lumMod val="65000"/>
                        <a:lumOff val="35000"/>
                      </a:schemeClr>
                    </a:solidFill>
                    <a:latin typeface="Aptos" panose="020B0004020202020204" pitchFamily="34" charset="0"/>
                  </a:rPr>
                  <a:t> </a:t>
                </a:r>
                <a:r>
                  <a:rPr lang="en-GB" sz="1100" err="1">
                    <a:solidFill>
                      <a:schemeClr val="tx1">
                        <a:lumMod val="65000"/>
                        <a:lumOff val="35000"/>
                      </a:schemeClr>
                    </a:solidFill>
                    <a:latin typeface="Aptos" panose="020B0004020202020204" pitchFamily="34" charset="0"/>
                  </a:rPr>
                  <a:t>tempor</a:t>
                </a:r>
                <a:r>
                  <a:rPr lang="en-GB" sz="1100">
                    <a:solidFill>
                      <a:schemeClr val="tx1">
                        <a:lumMod val="65000"/>
                        <a:lumOff val="35000"/>
                      </a:schemeClr>
                    </a:solidFill>
                    <a:latin typeface="Aptos" panose="020B0004020202020204" pitchFamily="34" charset="0"/>
                  </a:rPr>
                  <a:t> </a:t>
                </a:r>
                <a:r>
                  <a:rPr lang="en-GB" sz="1100" err="1">
                    <a:solidFill>
                      <a:schemeClr val="tx1">
                        <a:lumMod val="65000"/>
                        <a:lumOff val="35000"/>
                      </a:schemeClr>
                    </a:solidFill>
                    <a:latin typeface="Aptos" panose="020B0004020202020204" pitchFamily="34" charset="0"/>
                  </a:rPr>
                  <a:t>incidunt</a:t>
                </a:r>
                <a:r>
                  <a:rPr lang="en-GB" sz="1100">
                    <a:solidFill>
                      <a:schemeClr val="tx1">
                        <a:lumMod val="65000"/>
                        <a:lumOff val="35000"/>
                      </a:schemeClr>
                    </a:solidFill>
                    <a:latin typeface="Aptos" panose="020B0004020202020204" pitchFamily="34" charset="0"/>
                  </a:rPr>
                  <a:t> </a:t>
                </a:r>
                <a:r>
                  <a:rPr lang="en-GB" sz="1100" err="1">
                    <a:solidFill>
                      <a:schemeClr val="tx1">
                        <a:lumMod val="65000"/>
                        <a:lumOff val="35000"/>
                      </a:schemeClr>
                    </a:solidFill>
                    <a:latin typeface="Aptos" panose="020B0004020202020204" pitchFamily="34" charset="0"/>
                  </a:rPr>
                  <a:t>uto</a:t>
                </a:r>
                <a:r>
                  <a:rPr lang="en-GB" sz="1100">
                    <a:solidFill>
                      <a:schemeClr val="tx1">
                        <a:lumMod val="65000"/>
                        <a:lumOff val="35000"/>
                      </a:schemeClr>
                    </a:solidFill>
                    <a:latin typeface="Aptos" panose="020B0004020202020204" pitchFamily="34" charset="0"/>
                  </a:rPr>
                  <a:t> </a:t>
                </a:r>
                <a:r>
                  <a:rPr lang="en-GB" sz="1100" err="1">
                    <a:solidFill>
                      <a:schemeClr val="tx1">
                        <a:lumMod val="65000"/>
                        <a:lumOff val="35000"/>
                      </a:schemeClr>
                    </a:solidFill>
                    <a:latin typeface="Aptos" panose="020B0004020202020204" pitchFamily="34" charset="0"/>
                  </a:rPr>
                  <a:t>aliqua</a:t>
                </a:r>
                <a:r>
                  <a:rPr lang="en-GB" sz="1100">
                    <a:solidFill>
                      <a:schemeClr val="tx1">
                        <a:lumMod val="65000"/>
                        <a:lumOff val="35000"/>
                      </a:schemeClr>
                    </a:solidFill>
                    <a:latin typeface="Aptos" panose="020B0004020202020204" pitchFamily="34" charset="0"/>
                  </a:rPr>
                  <a:t> n</a:t>
                </a:r>
                <a:r>
                  <a:rPr lang="en-GB" sz="1100">
                    <a:solidFill>
                      <a:schemeClr val="tx1">
                        <a:lumMod val="65000"/>
                        <a:lumOff val="35000"/>
                      </a:schemeClr>
                    </a:solidFill>
                  </a:rPr>
                  <a:t>ostros </a:t>
                </a:r>
                <a:r>
                  <a:rPr lang="en-GB" sz="1100" err="1">
                    <a:solidFill>
                      <a:schemeClr val="tx1">
                        <a:lumMod val="65000"/>
                        <a:lumOff val="35000"/>
                      </a:schemeClr>
                    </a:solidFill>
                    <a:latin typeface="Aptos" panose="020B0004020202020204" pitchFamily="34" charset="0"/>
                  </a:rPr>
                  <a:t>exere</a:t>
                </a:r>
                <a:r>
                  <a:rPr lang="en-GB" sz="1100">
                    <a:solidFill>
                      <a:schemeClr val="tx1">
                        <a:lumMod val="65000"/>
                        <a:lumOff val="35000"/>
                      </a:schemeClr>
                    </a:solidFill>
                    <a:latin typeface="Aptos" panose="020B0004020202020204" pitchFamily="34" charset="0"/>
                  </a:rPr>
                  <a:t> </a:t>
                </a:r>
                <a:r>
                  <a:rPr lang="en-GB" sz="1100" err="1">
                    <a:solidFill>
                      <a:schemeClr val="tx1">
                        <a:lumMod val="65000"/>
                        <a:lumOff val="35000"/>
                      </a:schemeClr>
                    </a:solidFill>
                    <a:latin typeface="Aptos" panose="020B0004020202020204" pitchFamily="34" charset="0"/>
                  </a:rPr>
                  <a:t>ullamco</a:t>
                </a:r>
                <a:r>
                  <a:rPr lang="en-GB" sz="1100">
                    <a:solidFill>
                      <a:schemeClr val="tx1">
                        <a:lumMod val="65000"/>
                        <a:lumOff val="35000"/>
                      </a:schemeClr>
                    </a:solidFill>
                    <a:latin typeface="Aptos" panose="020B0004020202020204" pitchFamily="34" charset="0"/>
                  </a:rPr>
                  <a:t>.</a:t>
                </a:r>
              </a:p>
            </p:txBody>
          </p:sp>
          <p:grpSp>
            <p:nvGrpSpPr>
              <p:cNvPr id="18" name="Group 17">
                <a:extLst>
                  <a:ext uri="{FF2B5EF4-FFF2-40B4-BE49-F238E27FC236}">
                    <a16:creationId xmlns:a16="http://schemas.microsoft.com/office/drawing/2014/main" id="{1CA73ABC-542F-4DEC-D194-EC288B862BAF}"/>
                  </a:ext>
                </a:extLst>
              </p:cNvPr>
              <p:cNvGrpSpPr/>
              <p:nvPr/>
            </p:nvGrpSpPr>
            <p:grpSpPr>
              <a:xfrm>
                <a:off x="7685045" y="2846964"/>
                <a:ext cx="2324946" cy="1629312"/>
                <a:chOff x="7685045" y="2846964"/>
                <a:chExt cx="2324946" cy="1629312"/>
              </a:xfrm>
            </p:grpSpPr>
            <p:grpSp>
              <p:nvGrpSpPr>
                <p:cNvPr id="9" name="Group 8">
                  <a:extLst>
                    <a:ext uri="{FF2B5EF4-FFF2-40B4-BE49-F238E27FC236}">
                      <a16:creationId xmlns:a16="http://schemas.microsoft.com/office/drawing/2014/main" id="{2A313DC8-0A03-25E4-582D-2497DC8EB790}"/>
                    </a:ext>
                  </a:extLst>
                </p:cNvPr>
                <p:cNvGrpSpPr/>
                <p:nvPr/>
              </p:nvGrpSpPr>
              <p:grpSpPr>
                <a:xfrm>
                  <a:off x="7685045" y="2846964"/>
                  <a:ext cx="2324946" cy="1629312"/>
                  <a:chOff x="7685045" y="2846964"/>
                  <a:chExt cx="2324946" cy="1629312"/>
                </a:xfrm>
              </p:grpSpPr>
              <p:sp>
                <p:nvSpPr>
                  <p:cNvPr id="10" name="Oval 9">
                    <a:extLst>
                      <a:ext uri="{FF2B5EF4-FFF2-40B4-BE49-F238E27FC236}">
                        <a16:creationId xmlns:a16="http://schemas.microsoft.com/office/drawing/2014/main" id="{56662B85-391D-E733-7FBD-B96E81E69D71}"/>
                      </a:ext>
                    </a:extLst>
                  </p:cNvPr>
                  <p:cNvSpPr/>
                  <p:nvPr/>
                </p:nvSpPr>
                <p:spPr>
                  <a:xfrm>
                    <a:off x="8380680" y="2846964"/>
                    <a:ext cx="1629311" cy="1629312"/>
                  </a:xfrm>
                  <a:prstGeom prst="ellipse">
                    <a:avLst/>
                  </a:pr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endParaRPr lang="en-US" sz="1400">
                      <a:solidFill>
                        <a:srgbClr val="FFFFFF"/>
                      </a:solidFill>
                    </a:endParaRPr>
                  </a:p>
                </p:txBody>
              </p:sp>
              <p:sp>
                <p:nvSpPr>
                  <p:cNvPr id="39" name="Freeform 255">
                    <a:extLst>
                      <a:ext uri="{FF2B5EF4-FFF2-40B4-BE49-F238E27FC236}">
                        <a16:creationId xmlns:a16="http://schemas.microsoft.com/office/drawing/2014/main" id="{68F48A1E-4406-5EAE-13E4-6E5F75E6C40D}"/>
                      </a:ext>
                    </a:extLst>
                  </p:cNvPr>
                  <p:cNvSpPr/>
                  <p:nvPr/>
                </p:nvSpPr>
                <p:spPr>
                  <a:xfrm>
                    <a:off x="7685045" y="3241939"/>
                    <a:ext cx="2167954" cy="861432"/>
                  </a:xfrm>
                  <a:custGeom>
                    <a:avLst/>
                    <a:gdLst>
                      <a:gd name="connsiteX0" fmla="*/ 146850 w 204359"/>
                      <a:gd name="connsiteY0" fmla="*/ 53396 h 81201"/>
                      <a:gd name="connsiteX1" fmla="*/ 146850 w 204359"/>
                      <a:gd name="connsiteY1" fmla="*/ 75693 h 81201"/>
                      <a:gd name="connsiteX2" fmla="*/ 155645 w 204359"/>
                      <a:gd name="connsiteY2" fmla="*/ 80091 h 81201"/>
                      <a:gd name="connsiteX3" fmla="*/ 202173 w 204359"/>
                      <a:gd name="connsiteY3" fmla="*/ 45009 h 81201"/>
                      <a:gd name="connsiteX4" fmla="*/ 202173 w 204359"/>
                      <a:gd name="connsiteY4" fmla="*/ 36213 h 81201"/>
                      <a:gd name="connsiteX5" fmla="*/ 155645 w 204359"/>
                      <a:gd name="connsiteY5" fmla="*/ 1131 h 81201"/>
                      <a:gd name="connsiteX6" fmla="*/ 146850 w 204359"/>
                      <a:gd name="connsiteY6" fmla="*/ 5529 h 81201"/>
                      <a:gd name="connsiteX7" fmla="*/ 146850 w 204359"/>
                      <a:gd name="connsiteY7" fmla="*/ 27826 h 81201"/>
                      <a:gd name="connsiteX8" fmla="*/ 0 w 204359"/>
                      <a:gd name="connsiteY8" fmla="*/ 27928 h 81201"/>
                      <a:gd name="connsiteX9" fmla="*/ 0 w 204359"/>
                      <a:gd name="connsiteY9" fmla="*/ 53396 h 81201"/>
                      <a:gd name="connsiteX10" fmla="*/ 146850 w 204359"/>
                      <a:gd name="connsiteY10" fmla="*/ 53396 h 8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59" h="81201">
                        <a:moveTo>
                          <a:pt x="146850" y="53396"/>
                        </a:moveTo>
                        <a:lnTo>
                          <a:pt x="146850" y="75693"/>
                        </a:lnTo>
                        <a:cubicBezTo>
                          <a:pt x="146850" y="80244"/>
                          <a:pt x="152065" y="82803"/>
                          <a:pt x="155645" y="80091"/>
                        </a:cubicBezTo>
                        <a:lnTo>
                          <a:pt x="202173" y="45009"/>
                        </a:lnTo>
                        <a:cubicBezTo>
                          <a:pt x="205088" y="42812"/>
                          <a:pt x="205088" y="38414"/>
                          <a:pt x="202173" y="36213"/>
                        </a:cubicBezTo>
                        <a:lnTo>
                          <a:pt x="155645" y="1131"/>
                        </a:lnTo>
                        <a:cubicBezTo>
                          <a:pt x="152014" y="-1628"/>
                          <a:pt x="146850" y="978"/>
                          <a:pt x="146850" y="5529"/>
                        </a:cubicBezTo>
                        <a:lnTo>
                          <a:pt x="146850" y="27826"/>
                        </a:lnTo>
                        <a:lnTo>
                          <a:pt x="0" y="27928"/>
                        </a:lnTo>
                        <a:lnTo>
                          <a:pt x="0" y="53396"/>
                        </a:lnTo>
                        <a:lnTo>
                          <a:pt x="146850" y="53396"/>
                        </a:lnTo>
                        <a:close/>
                      </a:path>
                    </a:pathLst>
                  </a:custGeom>
                  <a:solidFill>
                    <a:srgbClr val="F5F9F6"/>
                  </a:solidFill>
                  <a:ln w="3646" cap="flat">
                    <a:noFill/>
                    <a:prstDash val="solid"/>
                    <a:miter/>
                  </a:ln>
                </p:spPr>
                <p:txBody>
                  <a:bodyPr rtlCol="0" anchor="ctr"/>
                  <a:lstStyle/>
                  <a:p>
                    <a:endParaRPr lang="en-GR"/>
                  </a:p>
                </p:txBody>
              </p:sp>
            </p:grpSp>
            <p:sp>
              <p:nvSpPr>
                <p:cNvPr id="40" name="CuadroTexto 395">
                  <a:extLst>
                    <a:ext uri="{FF2B5EF4-FFF2-40B4-BE49-F238E27FC236}">
                      <a16:creationId xmlns:a16="http://schemas.microsoft.com/office/drawing/2014/main" id="{E1C2695C-CB7F-9E59-044F-12115C8B0066}"/>
                    </a:ext>
                  </a:extLst>
                </p:cNvPr>
                <p:cNvSpPr txBox="1"/>
                <p:nvPr/>
              </p:nvSpPr>
              <p:spPr>
                <a:xfrm>
                  <a:off x="8561032" y="3498651"/>
                  <a:ext cx="1268606" cy="338554"/>
                </a:xfrm>
                <a:prstGeom prst="rect">
                  <a:avLst/>
                </a:prstGeom>
                <a:noFill/>
              </p:spPr>
              <p:txBody>
                <a:bodyPr wrap="square" rtlCol="0">
                  <a:spAutoFit/>
                </a:bodyPr>
                <a:lstStyle/>
                <a:p>
                  <a:pPr defTabSz="685663"/>
                  <a:r>
                    <a:rPr lang="en-US" sz="1600" b="1">
                      <a:solidFill>
                        <a:schemeClr val="accent1"/>
                      </a:solidFill>
                      <a:latin typeface="Aptos" panose="020B0004020202020204" pitchFamily="34" charset="0"/>
                      <a:ea typeface="Roboto Medium" panose="02000000000000000000" pitchFamily="2" charset="0"/>
                      <a:cs typeface="Poppins Medium" pitchFamily="2" charset="77"/>
                    </a:rPr>
                    <a:t>Control</a:t>
                  </a:r>
                </a:p>
              </p:txBody>
            </p:sp>
          </p:grpSp>
        </p:grpSp>
        <p:grpSp>
          <p:nvGrpSpPr>
            <p:cNvPr id="31" name="Group 30">
              <a:extLst>
                <a:ext uri="{FF2B5EF4-FFF2-40B4-BE49-F238E27FC236}">
                  <a16:creationId xmlns:a16="http://schemas.microsoft.com/office/drawing/2014/main" id="{17B826FD-7ECD-2508-4F85-DCD250FBBFA3}"/>
                </a:ext>
              </a:extLst>
            </p:cNvPr>
            <p:cNvGrpSpPr/>
            <p:nvPr/>
          </p:nvGrpSpPr>
          <p:grpSpPr>
            <a:xfrm>
              <a:off x="5759003" y="2846964"/>
              <a:ext cx="2329037" cy="2638137"/>
              <a:chOff x="5782868" y="2846964"/>
              <a:chExt cx="2329037" cy="2638137"/>
            </a:xfrm>
          </p:grpSpPr>
          <p:sp>
            <p:nvSpPr>
              <p:cNvPr id="24" name="Right Arrow 23">
                <a:extLst>
                  <a:ext uri="{FF2B5EF4-FFF2-40B4-BE49-F238E27FC236}">
                    <a16:creationId xmlns:a16="http://schemas.microsoft.com/office/drawing/2014/main" id="{F7D60B25-4064-3623-61C2-13B279312AEA}"/>
                  </a:ext>
                </a:extLst>
              </p:cNvPr>
              <p:cNvSpPr/>
              <p:nvPr/>
            </p:nvSpPr>
            <p:spPr>
              <a:xfrm>
                <a:off x="6505854" y="3290145"/>
                <a:ext cx="1390149" cy="742950"/>
              </a:xfrm>
              <a:prstGeom prst="rightArrow">
                <a:avLst/>
              </a:prstGeom>
              <a:solidFill>
                <a:srgbClr val="F5F9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endParaRPr lang="en-US">
                  <a:solidFill>
                    <a:srgbClr val="FFFFFF"/>
                  </a:solidFill>
                </a:endParaRPr>
              </a:p>
            </p:txBody>
          </p:sp>
          <p:sp>
            <p:nvSpPr>
              <p:cNvPr id="20" name="TextBox 19">
                <a:extLst>
                  <a:ext uri="{FF2B5EF4-FFF2-40B4-BE49-F238E27FC236}">
                    <a16:creationId xmlns:a16="http://schemas.microsoft.com/office/drawing/2014/main" id="{25ECBF55-A3AF-34CE-69FE-93802F8827E2}"/>
                  </a:ext>
                </a:extLst>
              </p:cNvPr>
              <p:cNvSpPr txBox="1"/>
              <p:nvPr/>
            </p:nvSpPr>
            <p:spPr>
              <a:xfrm>
                <a:off x="6363412" y="4655450"/>
                <a:ext cx="1748493" cy="829651"/>
              </a:xfrm>
              <a:prstGeom prst="rect">
                <a:avLst/>
              </a:prstGeom>
              <a:noFill/>
            </p:spPr>
            <p:txBody>
              <a:bodyPr wrap="square" rtlCol="0">
                <a:spAutoFit/>
              </a:bodyPr>
              <a:lstStyle/>
              <a:p>
                <a:pPr algn="ctr">
                  <a:lnSpc>
                    <a:spcPct val="110000"/>
                  </a:lnSpc>
                  <a:spcBef>
                    <a:spcPts val="900"/>
                  </a:spcBef>
                  <a:spcAft>
                    <a:spcPts val="1200"/>
                  </a:spcAft>
                  <a:buClr>
                    <a:srgbClr val="047A85"/>
                  </a:buClr>
                  <a:tabLst>
                    <a:tab pos="352425" algn="l"/>
                  </a:tabLst>
                  <a:defRPr/>
                </a:pPr>
                <a:r>
                  <a:rPr lang="en-GB" sz="1100">
                    <a:solidFill>
                      <a:schemeClr val="tx1">
                        <a:lumMod val="65000"/>
                        <a:lumOff val="35000"/>
                      </a:schemeClr>
                    </a:solidFill>
                    <a:latin typeface="Aptos" panose="020B0004020202020204" pitchFamily="34" charset="0"/>
                  </a:rPr>
                  <a:t>Ad minim </a:t>
                </a:r>
                <a:r>
                  <a:rPr lang="en-GB" sz="1100" err="1">
                    <a:solidFill>
                      <a:schemeClr val="tx1">
                        <a:lumMod val="65000"/>
                        <a:lumOff val="35000"/>
                      </a:schemeClr>
                    </a:solidFill>
                    <a:latin typeface="Aptos" panose="020B0004020202020204" pitchFamily="34" charset="0"/>
                  </a:rPr>
                  <a:t>veniamim</a:t>
                </a:r>
                <a:r>
                  <a:rPr lang="en-GB" sz="1100">
                    <a:solidFill>
                      <a:schemeClr val="tx1">
                        <a:lumMod val="65000"/>
                        <a:lumOff val="35000"/>
                      </a:schemeClr>
                    </a:solidFill>
                    <a:latin typeface="Aptos" panose="020B0004020202020204" pitchFamily="34" charset="0"/>
                  </a:rPr>
                  <a:t> </a:t>
                </a:r>
                <a:r>
                  <a:rPr lang="en-GB" sz="1100" err="1">
                    <a:solidFill>
                      <a:schemeClr val="tx1">
                        <a:lumMod val="65000"/>
                        <a:lumOff val="35000"/>
                      </a:schemeClr>
                    </a:solidFill>
                    <a:latin typeface="Aptos" panose="020B0004020202020204" pitchFamily="34" charset="0"/>
                  </a:rPr>
                  <a:t>nostrud</a:t>
                </a:r>
                <a:r>
                  <a:rPr lang="en-GB" sz="1100">
                    <a:solidFill>
                      <a:schemeClr val="tx1">
                        <a:lumMod val="65000"/>
                        <a:lumOff val="35000"/>
                      </a:schemeClr>
                    </a:solidFill>
                    <a:latin typeface="Aptos" panose="020B0004020202020204" pitchFamily="34" charset="0"/>
                  </a:rPr>
                  <a:t> exercitation </a:t>
                </a:r>
                <a:r>
                  <a:rPr lang="en-GB" sz="1100" err="1">
                    <a:solidFill>
                      <a:schemeClr val="tx1">
                        <a:lumMod val="65000"/>
                        <a:lumOff val="35000"/>
                      </a:schemeClr>
                    </a:solidFill>
                    <a:latin typeface="Aptos" panose="020B0004020202020204" pitchFamily="34" charset="0"/>
                  </a:rPr>
                  <a:t>eagalpe</a:t>
                </a:r>
                <a:r>
                  <a:rPr lang="en-GB" sz="1100">
                    <a:solidFill>
                      <a:schemeClr val="tx1">
                        <a:lumMod val="65000"/>
                        <a:lumOff val="35000"/>
                      </a:schemeClr>
                    </a:solidFill>
                    <a:latin typeface="Aptos" panose="020B0004020202020204" pitchFamily="34" charset="0"/>
                  </a:rPr>
                  <a:t> </a:t>
                </a:r>
                <a:r>
                  <a:rPr lang="en-GB" sz="1100" err="1">
                    <a:solidFill>
                      <a:schemeClr val="tx1">
                        <a:lumMod val="65000"/>
                        <a:lumOff val="35000"/>
                      </a:schemeClr>
                    </a:solidFill>
                    <a:latin typeface="Aptos" panose="020B0004020202020204" pitchFamily="34" charset="0"/>
                  </a:rPr>
                  <a:t>commodoc</a:t>
                </a:r>
                <a:r>
                  <a:rPr lang="en-GB" sz="1100">
                    <a:solidFill>
                      <a:schemeClr val="tx1">
                        <a:lumMod val="65000"/>
                        <a:lumOff val="35000"/>
                      </a:schemeClr>
                    </a:solidFill>
                    <a:latin typeface="Aptos" panose="020B0004020202020204" pitchFamily="34" charset="0"/>
                  </a:rPr>
                  <a:t> </a:t>
                </a:r>
                <a:r>
                  <a:rPr lang="en-GB" sz="1100" err="1">
                    <a:solidFill>
                      <a:schemeClr val="tx1">
                        <a:lumMod val="65000"/>
                        <a:lumOff val="35000"/>
                      </a:schemeClr>
                    </a:solidFill>
                    <a:latin typeface="Aptos" panose="020B0004020202020204" pitchFamily="34" charset="0"/>
                  </a:rPr>
                  <a:t>aute</a:t>
                </a:r>
                <a:r>
                  <a:rPr lang="en-GB" sz="1100">
                    <a:solidFill>
                      <a:schemeClr val="tx1">
                        <a:lumMod val="65000"/>
                        <a:lumOff val="35000"/>
                      </a:schemeClr>
                    </a:solidFill>
                    <a:latin typeface="Aptos" panose="020B0004020202020204" pitchFamily="34" charset="0"/>
                  </a:rPr>
                  <a:t> </a:t>
                </a:r>
                <a:r>
                  <a:rPr lang="en-GB" sz="1100" err="1">
                    <a:solidFill>
                      <a:schemeClr val="tx1">
                        <a:lumMod val="65000"/>
                        <a:lumOff val="35000"/>
                      </a:schemeClr>
                    </a:solidFill>
                    <a:latin typeface="Aptos" panose="020B0004020202020204" pitchFamily="34" charset="0"/>
                  </a:rPr>
                  <a:t>irure</a:t>
                </a:r>
                <a:r>
                  <a:rPr lang="en-GB" sz="1100">
                    <a:solidFill>
                      <a:schemeClr val="tx1">
                        <a:lumMod val="65000"/>
                        <a:lumOff val="35000"/>
                      </a:schemeClr>
                    </a:solidFill>
                    <a:latin typeface="Aptos" panose="020B0004020202020204" pitchFamily="34" charset="0"/>
                  </a:rPr>
                  <a:t> </a:t>
                </a:r>
                <a:r>
                  <a:rPr lang="en-GB" sz="1100" err="1">
                    <a:solidFill>
                      <a:schemeClr val="tx1">
                        <a:lumMod val="65000"/>
                        <a:lumOff val="35000"/>
                      </a:schemeClr>
                    </a:solidFill>
                    <a:latin typeface="Aptos" panose="020B0004020202020204" pitchFamily="34" charset="0"/>
                  </a:rPr>
                  <a:t>dolor</a:t>
                </a:r>
                <a:r>
                  <a:rPr lang="en-GB" sz="1100">
                    <a:solidFill>
                      <a:schemeClr val="tx1">
                        <a:lumMod val="65000"/>
                        <a:lumOff val="35000"/>
                      </a:schemeClr>
                    </a:solidFill>
                    <a:latin typeface="Aptos" panose="020B0004020202020204" pitchFamily="34" charset="0"/>
                  </a:rPr>
                  <a:t>.</a:t>
                </a:r>
              </a:p>
            </p:txBody>
          </p:sp>
          <p:grpSp>
            <p:nvGrpSpPr>
              <p:cNvPr id="25" name="Group 24">
                <a:extLst>
                  <a:ext uri="{FF2B5EF4-FFF2-40B4-BE49-F238E27FC236}">
                    <a16:creationId xmlns:a16="http://schemas.microsoft.com/office/drawing/2014/main" id="{A1672A92-FE03-FDA4-528E-47412D3B2AFF}"/>
                  </a:ext>
                </a:extLst>
              </p:cNvPr>
              <p:cNvGrpSpPr/>
              <p:nvPr/>
            </p:nvGrpSpPr>
            <p:grpSpPr>
              <a:xfrm>
                <a:off x="5782868" y="2846964"/>
                <a:ext cx="2232716" cy="1629312"/>
                <a:chOff x="5782868" y="2846964"/>
                <a:chExt cx="2232716" cy="1629312"/>
              </a:xfrm>
            </p:grpSpPr>
            <p:sp>
              <p:nvSpPr>
                <p:cNvPr id="11" name="Oval 10">
                  <a:extLst>
                    <a:ext uri="{FF2B5EF4-FFF2-40B4-BE49-F238E27FC236}">
                      <a16:creationId xmlns:a16="http://schemas.microsoft.com/office/drawing/2014/main" id="{CAC3B1AD-6640-7953-B749-37B2813D5AC4}"/>
                    </a:ext>
                  </a:extLst>
                </p:cNvPr>
                <p:cNvSpPr/>
                <p:nvPr/>
              </p:nvSpPr>
              <p:spPr>
                <a:xfrm>
                  <a:off x="6386273" y="2846964"/>
                  <a:ext cx="1629311" cy="1629312"/>
                </a:xfrm>
                <a:prstGeom prst="ellipse">
                  <a:avLst/>
                </a:prstGeom>
                <a:solidFill>
                  <a:schemeClr val="accent3"/>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endParaRPr lang="en-US" sz="1400">
                    <a:solidFill>
                      <a:srgbClr val="FFFFFF"/>
                    </a:solidFill>
                  </a:endParaRPr>
                </a:p>
              </p:txBody>
            </p:sp>
            <p:sp>
              <p:nvSpPr>
                <p:cNvPr id="34" name="Freeform 255">
                  <a:extLst>
                    <a:ext uri="{FF2B5EF4-FFF2-40B4-BE49-F238E27FC236}">
                      <a16:creationId xmlns:a16="http://schemas.microsoft.com/office/drawing/2014/main" id="{07D280FF-44FB-6A37-FA28-1B397C20532C}"/>
                    </a:ext>
                  </a:extLst>
                </p:cNvPr>
                <p:cNvSpPr/>
                <p:nvPr/>
              </p:nvSpPr>
              <p:spPr>
                <a:xfrm>
                  <a:off x="5782868" y="3241939"/>
                  <a:ext cx="2167954" cy="861432"/>
                </a:xfrm>
                <a:custGeom>
                  <a:avLst/>
                  <a:gdLst>
                    <a:gd name="connsiteX0" fmla="*/ 146850 w 204359"/>
                    <a:gd name="connsiteY0" fmla="*/ 53396 h 81201"/>
                    <a:gd name="connsiteX1" fmla="*/ 146850 w 204359"/>
                    <a:gd name="connsiteY1" fmla="*/ 75693 h 81201"/>
                    <a:gd name="connsiteX2" fmla="*/ 155645 w 204359"/>
                    <a:gd name="connsiteY2" fmla="*/ 80091 h 81201"/>
                    <a:gd name="connsiteX3" fmla="*/ 202173 w 204359"/>
                    <a:gd name="connsiteY3" fmla="*/ 45009 h 81201"/>
                    <a:gd name="connsiteX4" fmla="*/ 202173 w 204359"/>
                    <a:gd name="connsiteY4" fmla="*/ 36213 h 81201"/>
                    <a:gd name="connsiteX5" fmla="*/ 155645 w 204359"/>
                    <a:gd name="connsiteY5" fmla="*/ 1131 h 81201"/>
                    <a:gd name="connsiteX6" fmla="*/ 146850 w 204359"/>
                    <a:gd name="connsiteY6" fmla="*/ 5529 h 81201"/>
                    <a:gd name="connsiteX7" fmla="*/ 146850 w 204359"/>
                    <a:gd name="connsiteY7" fmla="*/ 27826 h 81201"/>
                    <a:gd name="connsiteX8" fmla="*/ 0 w 204359"/>
                    <a:gd name="connsiteY8" fmla="*/ 27928 h 81201"/>
                    <a:gd name="connsiteX9" fmla="*/ 0 w 204359"/>
                    <a:gd name="connsiteY9" fmla="*/ 53396 h 81201"/>
                    <a:gd name="connsiteX10" fmla="*/ 146850 w 204359"/>
                    <a:gd name="connsiteY10" fmla="*/ 53396 h 8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59" h="81201">
                      <a:moveTo>
                        <a:pt x="146850" y="53396"/>
                      </a:moveTo>
                      <a:lnTo>
                        <a:pt x="146850" y="75693"/>
                      </a:lnTo>
                      <a:cubicBezTo>
                        <a:pt x="146850" y="80244"/>
                        <a:pt x="152065" y="82803"/>
                        <a:pt x="155645" y="80091"/>
                      </a:cubicBezTo>
                      <a:lnTo>
                        <a:pt x="202173" y="45009"/>
                      </a:lnTo>
                      <a:cubicBezTo>
                        <a:pt x="205088" y="42812"/>
                        <a:pt x="205088" y="38414"/>
                        <a:pt x="202173" y="36213"/>
                      </a:cubicBezTo>
                      <a:lnTo>
                        <a:pt x="155645" y="1131"/>
                      </a:lnTo>
                      <a:cubicBezTo>
                        <a:pt x="152014" y="-1628"/>
                        <a:pt x="146850" y="978"/>
                        <a:pt x="146850" y="5529"/>
                      </a:cubicBezTo>
                      <a:lnTo>
                        <a:pt x="146850" y="27826"/>
                      </a:lnTo>
                      <a:lnTo>
                        <a:pt x="0" y="27928"/>
                      </a:lnTo>
                      <a:lnTo>
                        <a:pt x="0" y="53396"/>
                      </a:lnTo>
                      <a:lnTo>
                        <a:pt x="146850" y="53396"/>
                      </a:lnTo>
                      <a:close/>
                    </a:path>
                  </a:pathLst>
                </a:custGeom>
                <a:solidFill>
                  <a:srgbClr val="F5F9F6"/>
                </a:solidFill>
                <a:ln w="3646" cap="flat">
                  <a:noFill/>
                  <a:prstDash val="solid"/>
                  <a:miter/>
                </a:ln>
              </p:spPr>
              <p:txBody>
                <a:bodyPr rtlCol="0" anchor="ctr"/>
                <a:lstStyle/>
                <a:p>
                  <a:endParaRPr lang="en-GR"/>
                </a:p>
              </p:txBody>
            </p:sp>
          </p:grpSp>
          <p:sp>
            <p:nvSpPr>
              <p:cNvPr id="35" name="CuadroTexto 395">
                <a:extLst>
                  <a:ext uri="{FF2B5EF4-FFF2-40B4-BE49-F238E27FC236}">
                    <a16:creationId xmlns:a16="http://schemas.microsoft.com/office/drawing/2014/main" id="{23D9E5D7-6006-B274-065A-0582023C3D6E}"/>
                  </a:ext>
                </a:extLst>
              </p:cNvPr>
              <p:cNvSpPr txBox="1"/>
              <p:nvPr/>
            </p:nvSpPr>
            <p:spPr>
              <a:xfrm>
                <a:off x="6566625" y="3498651"/>
                <a:ext cx="1268606" cy="338554"/>
              </a:xfrm>
              <a:prstGeom prst="rect">
                <a:avLst/>
              </a:prstGeom>
              <a:noFill/>
            </p:spPr>
            <p:txBody>
              <a:bodyPr wrap="square" rtlCol="0">
                <a:spAutoFit/>
              </a:bodyPr>
              <a:lstStyle/>
              <a:p>
                <a:pPr defTabSz="685663"/>
                <a:r>
                  <a:rPr lang="en-US" sz="1600" b="1">
                    <a:solidFill>
                      <a:schemeClr val="accent1"/>
                    </a:solidFill>
                    <a:latin typeface="Aptos" panose="020B0004020202020204" pitchFamily="34" charset="0"/>
                    <a:ea typeface="Roboto Medium" panose="02000000000000000000" pitchFamily="2" charset="0"/>
                    <a:cs typeface="Poppins Medium" pitchFamily="2" charset="77"/>
                  </a:rPr>
                  <a:t>Execution</a:t>
                </a:r>
              </a:p>
            </p:txBody>
          </p:sp>
        </p:grpSp>
        <p:grpSp>
          <p:nvGrpSpPr>
            <p:cNvPr id="36" name="Group 35">
              <a:extLst>
                <a:ext uri="{FF2B5EF4-FFF2-40B4-BE49-F238E27FC236}">
                  <a16:creationId xmlns:a16="http://schemas.microsoft.com/office/drawing/2014/main" id="{33732C4C-8A45-A191-E35D-CEEBFB1424E8}"/>
                </a:ext>
              </a:extLst>
            </p:cNvPr>
            <p:cNvGrpSpPr/>
            <p:nvPr/>
          </p:nvGrpSpPr>
          <p:grpSpPr>
            <a:xfrm>
              <a:off x="3824610" y="2846964"/>
              <a:ext cx="2337389" cy="2638137"/>
              <a:chOff x="3862163" y="2846964"/>
              <a:chExt cx="2337389" cy="2638137"/>
            </a:xfrm>
          </p:grpSpPr>
          <p:sp>
            <p:nvSpPr>
              <p:cNvPr id="26" name="Right Arrow 25">
                <a:extLst>
                  <a:ext uri="{FF2B5EF4-FFF2-40B4-BE49-F238E27FC236}">
                    <a16:creationId xmlns:a16="http://schemas.microsoft.com/office/drawing/2014/main" id="{6DE0459F-ADF4-FAE5-D847-DDEAFDA7C38D}"/>
                  </a:ext>
                </a:extLst>
              </p:cNvPr>
              <p:cNvSpPr/>
              <p:nvPr/>
            </p:nvSpPr>
            <p:spPr>
              <a:xfrm>
                <a:off x="4630231" y="3290145"/>
                <a:ext cx="1390149" cy="742950"/>
              </a:xfrm>
              <a:prstGeom prst="rightArrow">
                <a:avLst/>
              </a:prstGeom>
              <a:solidFill>
                <a:srgbClr val="F5F9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endParaRPr lang="en-US">
                  <a:solidFill>
                    <a:srgbClr val="FFFFFF"/>
                  </a:solidFill>
                </a:endParaRPr>
              </a:p>
            </p:txBody>
          </p:sp>
          <p:sp>
            <p:nvSpPr>
              <p:cNvPr id="19" name="TextBox 18">
                <a:extLst>
                  <a:ext uri="{FF2B5EF4-FFF2-40B4-BE49-F238E27FC236}">
                    <a16:creationId xmlns:a16="http://schemas.microsoft.com/office/drawing/2014/main" id="{B24E8904-600C-5F1D-9171-BA7B2490FF95}"/>
                  </a:ext>
                </a:extLst>
              </p:cNvPr>
              <p:cNvSpPr txBox="1"/>
              <p:nvPr/>
            </p:nvSpPr>
            <p:spPr>
              <a:xfrm>
                <a:off x="4451059" y="4655450"/>
                <a:ext cx="1748493" cy="829651"/>
              </a:xfrm>
              <a:prstGeom prst="rect">
                <a:avLst/>
              </a:prstGeom>
              <a:noFill/>
            </p:spPr>
            <p:txBody>
              <a:bodyPr wrap="square" rtlCol="0">
                <a:spAutoFit/>
              </a:bodyPr>
              <a:lstStyle/>
              <a:p>
                <a:pPr algn="ctr">
                  <a:lnSpc>
                    <a:spcPct val="110000"/>
                  </a:lnSpc>
                  <a:spcBef>
                    <a:spcPts val="900"/>
                  </a:spcBef>
                  <a:spcAft>
                    <a:spcPts val="1200"/>
                  </a:spcAft>
                  <a:buClr>
                    <a:srgbClr val="047A85"/>
                  </a:buClr>
                  <a:tabLst>
                    <a:tab pos="352425" algn="l"/>
                  </a:tabLst>
                  <a:defRPr/>
                </a:pPr>
                <a:r>
                  <a:rPr lang="en-GB" sz="1100">
                    <a:solidFill>
                      <a:schemeClr val="tx1">
                        <a:lumMod val="65000"/>
                        <a:lumOff val="35000"/>
                      </a:schemeClr>
                    </a:solidFill>
                    <a:latin typeface="Aptos" panose="020B0004020202020204" pitchFamily="34" charset="0"/>
                  </a:rPr>
                  <a:t>Lorem ipsum </a:t>
                </a:r>
                <a:r>
                  <a:rPr lang="en-GB" sz="1100" err="1">
                    <a:solidFill>
                      <a:schemeClr val="tx1">
                        <a:lumMod val="65000"/>
                        <a:lumOff val="35000"/>
                      </a:schemeClr>
                    </a:solidFill>
                    <a:latin typeface="Aptos" panose="020B0004020202020204" pitchFamily="34" charset="0"/>
                  </a:rPr>
                  <a:t>dolor</a:t>
                </a:r>
                <a:r>
                  <a:rPr lang="en-GB" sz="1100">
                    <a:solidFill>
                      <a:schemeClr val="tx1">
                        <a:lumMod val="65000"/>
                        <a:lumOff val="35000"/>
                      </a:schemeClr>
                    </a:solidFill>
                    <a:latin typeface="Aptos" panose="020B0004020202020204" pitchFamily="34" charset="0"/>
                  </a:rPr>
                  <a:t> sit amen </a:t>
                </a:r>
                <a:r>
                  <a:rPr lang="en-GB" sz="1100" err="1">
                    <a:solidFill>
                      <a:schemeClr val="tx1">
                        <a:lumMod val="65000"/>
                        <a:lumOff val="35000"/>
                      </a:schemeClr>
                    </a:solidFill>
                    <a:latin typeface="Aptos" panose="020B0004020202020204" pitchFamily="34" charset="0"/>
                  </a:rPr>
                  <a:t>consectet</a:t>
                </a:r>
                <a:r>
                  <a:rPr lang="en-GB" sz="1100">
                    <a:solidFill>
                      <a:schemeClr val="tx1">
                        <a:lumMod val="65000"/>
                        <a:lumOff val="35000"/>
                      </a:schemeClr>
                    </a:solidFill>
                    <a:latin typeface="Aptos" panose="020B0004020202020204" pitchFamily="34" charset="0"/>
                  </a:rPr>
                  <a:t> </a:t>
                </a:r>
                <a:r>
                  <a:rPr lang="en-GB" sz="1100" err="1">
                    <a:solidFill>
                      <a:schemeClr val="tx1">
                        <a:lumMod val="65000"/>
                        <a:lumOff val="35000"/>
                      </a:schemeClr>
                    </a:solidFill>
                    <a:latin typeface="Aptos" panose="020B0004020202020204" pitchFamily="34" charset="0"/>
                  </a:rPr>
                  <a:t>adipiscing</a:t>
                </a:r>
                <a:r>
                  <a:rPr lang="en-GB" sz="1100">
                    <a:solidFill>
                      <a:schemeClr val="tx1">
                        <a:lumMod val="65000"/>
                        <a:lumOff val="35000"/>
                      </a:schemeClr>
                    </a:solidFill>
                    <a:latin typeface="Aptos" panose="020B0004020202020204" pitchFamily="34" charset="0"/>
                  </a:rPr>
                  <a:t> </a:t>
                </a:r>
                <a:r>
                  <a:rPr lang="en-GB" sz="1100" err="1">
                    <a:solidFill>
                      <a:schemeClr val="tx1">
                        <a:lumMod val="65000"/>
                        <a:lumOff val="35000"/>
                      </a:schemeClr>
                    </a:solidFill>
                    <a:latin typeface="Aptos" panose="020B0004020202020204" pitchFamily="34" charset="0"/>
                  </a:rPr>
                  <a:t>elit</a:t>
                </a:r>
                <a:r>
                  <a:rPr lang="en-GB" sz="1100">
                    <a:solidFill>
                      <a:schemeClr val="tx1">
                        <a:lumMod val="65000"/>
                        <a:lumOff val="35000"/>
                      </a:schemeClr>
                    </a:solidFill>
                  </a:rPr>
                  <a:t>o</a:t>
                </a:r>
                <a:r>
                  <a:rPr lang="en-GB" sz="1100">
                    <a:solidFill>
                      <a:schemeClr val="tx1">
                        <a:lumMod val="65000"/>
                        <a:lumOff val="35000"/>
                      </a:schemeClr>
                    </a:solidFill>
                    <a:latin typeface="Aptos" panose="020B0004020202020204" pitchFamily="34" charset="0"/>
                  </a:rPr>
                  <a:t> </a:t>
                </a:r>
                <a:r>
                  <a:rPr lang="en-GB" sz="1100" err="1">
                    <a:solidFill>
                      <a:schemeClr val="tx1">
                        <a:lumMod val="65000"/>
                        <a:lumOff val="35000"/>
                      </a:schemeClr>
                    </a:solidFill>
                    <a:latin typeface="Aptos" panose="020B0004020202020204" pitchFamily="34" charset="0"/>
                  </a:rPr>
                  <a:t>sed</a:t>
                </a:r>
                <a:r>
                  <a:rPr lang="en-GB" sz="1100">
                    <a:solidFill>
                      <a:schemeClr val="tx1">
                        <a:lumMod val="65000"/>
                        <a:lumOff val="35000"/>
                      </a:schemeClr>
                    </a:solidFill>
                    <a:latin typeface="Aptos" panose="020B0004020202020204" pitchFamily="34" charset="0"/>
                  </a:rPr>
                  <a:t> do </a:t>
                </a:r>
                <a:r>
                  <a:rPr lang="en-GB" sz="1100" err="1">
                    <a:solidFill>
                      <a:schemeClr val="tx1">
                        <a:lumMod val="65000"/>
                        <a:lumOff val="35000"/>
                      </a:schemeClr>
                    </a:solidFill>
                    <a:latin typeface="Aptos" panose="020B0004020202020204" pitchFamily="34" charset="0"/>
                  </a:rPr>
                  <a:t>eiusmod</a:t>
                </a:r>
                <a:r>
                  <a:rPr lang="en-GB" sz="1100">
                    <a:solidFill>
                      <a:schemeClr val="tx1">
                        <a:lumMod val="65000"/>
                        <a:lumOff val="35000"/>
                      </a:schemeClr>
                    </a:solidFill>
                    <a:latin typeface="Aptos" panose="020B0004020202020204" pitchFamily="34" charset="0"/>
                  </a:rPr>
                  <a:t>.</a:t>
                </a:r>
              </a:p>
            </p:txBody>
          </p:sp>
          <p:grpSp>
            <p:nvGrpSpPr>
              <p:cNvPr id="27" name="Group 26">
                <a:extLst>
                  <a:ext uri="{FF2B5EF4-FFF2-40B4-BE49-F238E27FC236}">
                    <a16:creationId xmlns:a16="http://schemas.microsoft.com/office/drawing/2014/main" id="{A4589235-2DA6-0E67-76BC-3476FBE6E03D}"/>
                  </a:ext>
                </a:extLst>
              </p:cNvPr>
              <p:cNvGrpSpPr/>
              <p:nvPr/>
            </p:nvGrpSpPr>
            <p:grpSpPr>
              <a:xfrm>
                <a:off x="3862163" y="2846964"/>
                <a:ext cx="2277798" cy="1629312"/>
                <a:chOff x="3862163" y="2846964"/>
                <a:chExt cx="2277798" cy="1629312"/>
              </a:xfrm>
            </p:grpSpPr>
            <p:sp>
              <p:nvSpPr>
                <p:cNvPr id="12" name="Oval 11">
                  <a:extLst>
                    <a:ext uri="{FF2B5EF4-FFF2-40B4-BE49-F238E27FC236}">
                      <a16:creationId xmlns:a16="http://schemas.microsoft.com/office/drawing/2014/main" id="{CE0C78A6-6991-BB69-DF73-9849D32278AC}"/>
                    </a:ext>
                  </a:extLst>
                </p:cNvPr>
                <p:cNvSpPr/>
                <p:nvPr/>
              </p:nvSpPr>
              <p:spPr>
                <a:xfrm>
                  <a:off x="4510650" y="2846964"/>
                  <a:ext cx="1629311" cy="1629312"/>
                </a:xfrm>
                <a:prstGeom prst="ellipse">
                  <a:avLst/>
                </a:pr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endParaRPr lang="en-US" sz="1400">
                    <a:solidFill>
                      <a:srgbClr val="FFFFFF"/>
                    </a:solidFill>
                  </a:endParaRPr>
                </a:p>
              </p:txBody>
            </p:sp>
            <p:sp>
              <p:nvSpPr>
                <p:cNvPr id="32" name="Freeform 255">
                  <a:extLst>
                    <a:ext uri="{FF2B5EF4-FFF2-40B4-BE49-F238E27FC236}">
                      <a16:creationId xmlns:a16="http://schemas.microsoft.com/office/drawing/2014/main" id="{E2B0A6BA-87FE-4C62-ED2C-4F71C955BBBE}"/>
                    </a:ext>
                  </a:extLst>
                </p:cNvPr>
                <p:cNvSpPr/>
                <p:nvPr/>
              </p:nvSpPr>
              <p:spPr>
                <a:xfrm>
                  <a:off x="3862163" y="3241939"/>
                  <a:ext cx="2167954" cy="861432"/>
                </a:xfrm>
                <a:custGeom>
                  <a:avLst/>
                  <a:gdLst>
                    <a:gd name="connsiteX0" fmla="*/ 146850 w 204359"/>
                    <a:gd name="connsiteY0" fmla="*/ 53396 h 81201"/>
                    <a:gd name="connsiteX1" fmla="*/ 146850 w 204359"/>
                    <a:gd name="connsiteY1" fmla="*/ 75693 h 81201"/>
                    <a:gd name="connsiteX2" fmla="*/ 155645 w 204359"/>
                    <a:gd name="connsiteY2" fmla="*/ 80091 h 81201"/>
                    <a:gd name="connsiteX3" fmla="*/ 202173 w 204359"/>
                    <a:gd name="connsiteY3" fmla="*/ 45009 h 81201"/>
                    <a:gd name="connsiteX4" fmla="*/ 202173 w 204359"/>
                    <a:gd name="connsiteY4" fmla="*/ 36213 h 81201"/>
                    <a:gd name="connsiteX5" fmla="*/ 155645 w 204359"/>
                    <a:gd name="connsiteY5" fmla="*/ 1131 h 81201"/>
                    <a:gd name="connsiteX6" fmla="*/ 146850 w 204359"/>
                    <a:gd name="connsiteY6" fmla="*/ 5529 h 81201"/>
                    <a:gd name="connsiteX7" fmla="*/ 146850 w 204359"/>
                    <a:gd name="connsiteY7" fmla="*/ 27826 h 81201"/>
                    <a:gd name="connsiteX8" fmla="*/ 0 w 204359"/>
                    <a:gd name="connsiteY8" fmla="*/ 27928 h 81201"/>
                    <a:gd name="connsiteX9" fmla="*/ 0 w 204359"/>
                    <a:gd name="connsiteY9" fmla="*/ 53396 h 81201"/>
                    <a:gd name="connsiteX10" fmla="*/ 146850 w 204359"/>
                    <a:gd name="connsiteY10" fmla="*/ 53396 h 8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59" h="81201">
                      <a:moveTo>
                        <a:pt x="146850" y="53396"/>
                      </a:moveTo>
                      <a:lnTo>
                        <a:pt x="146850" y="75693"/>
                      </a:lnTo>
                      <a:cubicBezTo>
                        <a:pt x="146850" y="80244"/>
                        <a:pt x="152065" y="82803"/>
                        <a:pt x="155645" y="80091"/>
                      </a:cubicBezTo>
                      <a:lnTo>
                        <a:pt x="202173" y="45009"/>
                      </a:lnTo>
                      <a:cubicBezTo>
                        <a:pt x="205088" y="42812"/>
                        <a:pt x="205088" y="38414"/>
                        <a:pt x="202173" y="36213"/>
                      </a:cubicBezTo>
                      <a:lnTo>
                        <a:pt x="155645" y="1131"/>
                      </a:lnTo>
                      <a:cubicBezTo>
                        <a:pt x="152014" y="-1628"/>
                        <a:pt x="146850" y="978"/>
                        <a:pt x="146850" y="5529"/>
                      </a:cubicBezTo>
                      <a:lnTo>
                        <a:pt x="146850" y="27826"/>
                      </a:lnTo>
                      <a:lnTo>
                        <a:pt x="0" y="27928"/>
                      </a:lnTo>
                      <a:lnTo>
                        <a:pt x="0" y="53396"/>
                      </a:lnTo>
                      <a:lnTo>
                        <a:pt x="146850" y="53396"/>
                      </a:lnTo>
                      <a:close/>
                    </a:path>
                  </a:pathLst>
                </a:custGeom>
                <a:solidFill>
                  <a:srgbClr val="F5F9F6"/>
                </a:solidFill>
                <a:ln w="3646" cap="flat">
                  <a:noFill/>
                  <a:prstDash val="solid"/>
                  <a:miter/>
                </a:ln>
              </p:spPr>
              <p:txBody>
                <a:bodyPr rtlCol="0" anchor="ctr"/>
                <a:lstStyle/>
                <a:p>
                  <a:endParaRPr lang="en-GR"/>
                </a:p>
              </p:txBody>
            </p:sp>
          </p:grpSp>
          <p:sp>
            <p:nvSpPr>
              <p:cNvPr id="33" name="CuadroTexto 395">
                <a:extLst>
                  <a:ext uri="{FF2B5EF4-FFF2-40B4-BE49-F238E27FC236}">
                    <a16:creationId xmlns:a16="http://schemas.microsoft.com/office/drawing/2014/main" id="{E487CC47-9AF7-809C-4463-6D8A8596F767}"/>
                  </a:ext>
                </a:extLst>
              </p:cNvPr>
              <p:cNvSpPr txBox="1"/>
              <p:nvPr/>
            </p:nvSpPr>
            <p:spPr>
              <a:xfrm>
                <a:off x="4691002" y="3498651"/>
                <a:ext cx="1268606" cy="338554"/>
              </a:xfrm>
              <a:prstGeom prst="rect">
                <a:avLst/>
              </a:prstGeom>
              <a:noFill/>
            </p:spPr>
            <p:txBody>
              <a:bodyPr wrap="square" rtlCol="0">
                <a:spAutoFit/>
              </a:bodyPr>
              <a:lstStyle/>
              <a:p>
                <a:pPr defTabSz="685663"/>
                <a:r>
                  <a:rPr lang="en-US" sz="1600" b="1">
                    <a:solidFill>
                      <a:schemeClr val="accent1"/>
                    </a:solidFill>
                    <a:latin typeface="Aptos" panose="020B0004020202020204" pitchFamily="34" charset="0"/>
                    <a:ea typeface="Roboto Medium" panose="02000000000000000000" pitchFamily="2" charset="0"/>
                    <a:cs typeface="Poppins Medium" pitchFamily="2" charset="77"/>
                  </a:rPr>
                  <a:t>Planning</a:t>
                </a:r>
              </a:p>
            </p:txBody>
          </p:sp>
        </p:grpSp>
        <p:grpSp>
          <p:nvGrpSpPr>
            <p:cNvPr id="37" name="Group 36">
              <a:extLst>
                <a:ext uri="{FF2B5EF4-FFF2-40B4-BE49-F238E27FC236}">
                  <a16:creationId xmlns:a16="http://schemas.microsoft.com/office/drawing/2014/main" id="{8C4E6C7C-D9C2-4709-72BE-5447E440338C}"/>
                </a:ext>
              </a:extLst>
            </p:cNvPr>
            <p:cNvGrpSpPr/>
            <p:nvPr/>
          </p:nvGrpSpPr>
          <p:grpSpPr>
            <a:xfrm>
              <a:off x="1954341" y="2846964"/>
              <a:ext cx="2273265" cy="2638137"/>
              <a:chOff x="1954341" y="2846964"/>
              <a:chExt cx="2273265" cy="2638137"/>
            </a:xfrm>
          </p:grpSpPr>
          <p:sp>
            <p:nvSpPr>
              <p:cNvPr id="13" name="TextBox 12">
                <a:extLst>
                  <a:ext uri="{FF2B5EF4-FFF2-40B4-BE49-F238E27FC236}">
                    <a16:creationId xmlns:a16="http://schemas.microsoft.com/office/drawing/2014/main" id="{FE90885B-FD4E-0E7E-ACC1-4E3788E83E10}"/>
                  </a:ext>
                </a:extLst>
              </p:cNvPr>
              <p:cNvSpPr txBox="1"/>
              <p:nvPr/>
            </p:nvSpPr>
            <p:spPr>
              <a:xfrm>
                <a:off x="2479113" y="4655450"/>
                <a:ext cx="1748493" cy="829651"/>
              </a:xfrm>
              <a:prstGeom prst="rect">
                <a:avLst/>
              </a:prstGeom>
              <a:noFill/>
            </p:spPr>
            <p:txBody>
              <a:bodyPr wrap="square" rtlCol="0">
                <a:spAutoFit/>
              </a:bodyPr>
              <a:lstStyle/>
              <a:p>
                <a:pPr algn="ctr">
                  <a:lnSpc>
                    <a:spcPct val="110000"/>
                  </a:lnSpc>
                  <a:spcBef>
                    <a:spcPts val="900"/>
                  </a:spcBef>
                  <a:spcAft>
                    <a:spcPts val="1200"/>
                  </a:spcAft>
                  <a:buClr>
                    <a:srgbClr val="047A85"/>
                  </a:buClr>
                  <a:tabLst>
                    <a:tab pos="352425" algn="l"/>
                  </a:tabLst>
                  <a:defRPr/>
                </a:pPr>
                <a:r>
                  <a:rPr lang="en-GB" sz="1100">
                    <a:solidFill>
                      <a:schemeClr val="tx1">
                        <a:lumMod val="65000"/>
                        <a:lumOff val="35000"/>
                      </a:schemeClr>
                    </a:solidFill>
                    <a:latin typeface="Aptos" panose="020B0004020202020204" pitchFamily="34" charset="0"/>
                  </a:rPr>
                  <a:t>Ut </a:t>
                </a:r>
                <a:r>
                  <a:rPr lang="en-GB" sz="1100" err="1">
                    <a:solidFill>
                      <a:schemeClr val="tx1">
                        <a:lumMod val="65000"/>
                        <a:lumOff val="35000"/>
                      </a:schemeClr>
                    </a:solidFill>
                    <a:latin typeface="Aptos" panose="020B0004020202020204" pitchFamily="34" charset="0"/>
                  </a:rPr>
                  <a:t>enim</a:t>
                </a:r>
                <a:r>
                  <a:rPr lang="en-GB" sz="1100">
                    <a:solidFill>
                      <a:schemeClr val="tx1">
                        <a:lumMod val="65000"/>
                        <a:lumOff val="35000"/>
                      </a:schemeClr>
                    </a:solidFill>
                    <a:latin typeface="Aptos" panose="020B0004020202020204" pitchFamily="34" charset="0"/>
                  </a:rPr>
                  <a:t> ad minim</a:t>
                </a:r>
                <a:r>
                  <a:rPr lang="en-US" sz="1100">
                    <a:solidFill>
                      <a:schemeClr val="tx1">
                        <a:lumMod val="65000"/>
                        <a:lumOff val="35000"/>
                      </a:schemeClr>
                    </a:solidFill>
                    <a:latin typeface="Aptos" panose="020B0004020202020204" pitchFamily="34" charset="0"/>
                  </a:rPr>
                  <a:t>al</a:t>
                </a:r>
                <a:r>
                  <a:rPr lang="en-GB" sz="1100">
                    <a:solidFill>
                      <a:schemeClr val="tx1">
                        <a:lumMod val="65000"/>
                        <a:lumOff val="35000"/>
                      </a:schemeClr>
                    </a:solidFill>
                    <a:latin typeface="Aptos" panose="020B0004020202020204" pitchFamily="34" charset="0"/>
                  </a:rPr>
                  <a:t> </a:t>
                </a:r>
                <a:r>
                  <a:rPr lang="en-GB" sz="1100" err="1">
                    <a:solidFill>
                      <a:schemeClr val="tx1">
                        <a:lumMod val="65000"/>
                        <a:lumOff val="35000"/>
                      </a:schemeClr>
                    </a:solidFill>
                    <a:latin typeface="Aptos" panose="020B0004020202020204" pitchFamily="34" charset="0"/>
                  </a:rPr>
                  <a:t>veniam</a:t>
                </a:r>
                <a:r>
                  <a:rPr lang="el-GR" sz="1100">
                    <a:solidFill>
                      <a:schemeClr val="tx1">
                        <a:lumMod val="65000"/>
                        <a:lumOff val="35000"/>
                      </a:schemeClr>
                    </a:solidFill>
                    <a:latin typeface="Aptos" panose="020B0004020202020204" pitchFamily="34" charset="0"/>
                  </a:rPr>
                  <a:t> </a:t>
                </a:r>
                <a:r>
                  <a:rPr lang="en-US" sz="1100">
                    <a:solidFill>
                      <a:schemeClr val="tx1">
                        <a:lumMod val="65000"/>
                        <a:lumOff val="35000"/>
                      </a:schemeClr>
                    </a:solidFill>
                    <a:latin typeface="Aptos" panose="020B0004020202020204" pitchFamily="34" charset="0"/>
                  </a:rPr>
                  <a:t>et</a:t>
                </a:r>
                <a:r>
                  <a:rPr lang="en-GB" sz="1100">
                    <a:solidFill>
                      <a:schemeClr val="tx1">
                        <a:lumMod val="65000"/>
                        <a:lumOff val="35000"/>
                      </a:schemeClr>
                    </a:solidFill>
                    <a:latin typeface="Aptos" panose="020B0004020202020204" pitchFamily="34" charset="0"/>
                  </a:rPr>
                  <a:t> </a:t>
                </a:r>
                <a:r>
                  <a:rPr lang="en-GB" sz="1100" err="1">
                    <a:solidFill>
                      <a:schemeClr val="tx1">
                        <a:lumMod val="65000"/>
                        <a:lumOff val="35000"/>
                      </a:schemeClr>
                    </a:solidFill>
                    <a:latin typeface="Aptos" panose="020B0004020202020204" pitchFamily="34" charset="0"/>
                  </a:rPr>
                  <a:t>quis</a:t>
                </a:r>
                <a:r>
                  <a:rPr lang="en-GB" sz="1100">
                    <a:solidFill>
                      <a:schemeClr val="tx1">
                        <a:lumMod val="65000"/>
                        <a:lumOff val="35000"/>
                      </a:schemeClr>
                    </a:solidFill>
                    <a:latin typeface="Aptos" panose="020B0004020202020204" pitchFamily="34" charset="0"/>
                  </a:rPr>
                  <a:t> </a:t>
                </a:r>
                <a:r>
                  <a:rPr lang="en-GB" sz="1100" err="1">
                    <a:solidFill>
                      <a:schemeClr val="tx1">
                        <a:lumMod val="65000"/>
                        <a:lumOff val="35000"/>
                      </a:schemeClr>
                    </a:solidFill>
                    <a:latin typeface="Aptos" panose="020B0004020202020204" pitchFamily="34" charset="0"/>
                  </a:rPr>
                  <a:t>nost</a:t>
                </a:r>
                <a:r>
                  <a:rPr lang="en-GB" sz="1100">
                    <a:solidFill>
                      <a:schemeClr val="tx1">
                        <a:lumMod val="65000"/>
                        <a:lumOff val="35000"/>
                      </a:schemeClr>
                    </a:solidFill>
                    <a:latin typeface="Aptos" panose="020B0004020202020204" pitchFamily="34" charset="0"/>
                  </a:rPr>
                  <a:t> exercitation </a:t>
                </a:r>
                <a:r>
                  <a:rPr lang="en-GB" sz="1100" err="1">
                    <a:solidFill>
                      <a:schemeClr val="tx1">
                        <a:lumMod val="65000"/>
                        <a:lumOff val="35000"/>
                      </a:schemeClr>
                    </a:solidFill>
                    <a:latin typeface="Aptos" panose="020B0004020202020204" pitchFamily="34" charset="0"/>
                  </a:rPr>
                  <a:t>celveni</a:t>
                </a:r>
                <a:r>
                  <a:rPr lang="en-GB" sz="1100">
                    <a:solidFill>
                      <a:schemeClr val="tx1">
                        <a:lumMod val="65000"/>
                        <a:lumOff val="35000"/>
                      </a:schemeClr>
                    </a:solidFill>
                    <a:latin typeface="Aptos" panose="020B0004020202020204" pitchFamily="34" charset="0"/>
                  </a:rPr>
                  <a:t> </a:t>
                </a:r>
                <a:r>
                  <a:rPr lang="en-GB" sz="1100" err="1">
                    <a:solidFill>
                      <a:schemeClr val="tx1">
                        <a:lumMod val="65000"/>
                        <a:lumOff val="35000"/>
                      </a:schemeClr>
                    </a:solidFill>
                    <a:latin typeface="Aptos" panose="020B0004020202020204" pitchFamily="34" charset="0"/>
                  </a:rPr>
                  <a:t>ullamco</a:t>
                </a:r>
                <a:r>
                  <a:rPr lang="en-GB" sz="1100">
                    <a:solidFill>
                      <a:schemeClr val="tx1">
                        <a:lumMod val="65000"/>
                        <a:lumOff val="35000"/>
                      </a:schemeClr>
                    </a:solidFill>
                    <a:latin typeface="Aptos" panose="020B0004020202020204" pitchFamily="34" charset="0"/>
                  </a:rPr>
                  <a:t>.</a:t>
                </a:r>
              </a:p>
            </p:txBody>
          </p:sp>
          <p:sp>
            <p:nvSpPr>
              <p:cNvPr id="28" name="Right Arrow 27">
                <a:extLst>
                  <a:ext uri="{FF2B5EF4-FFF2-40B4-BE49-F238E27FC236}">
                    <a16:creationId xmlns:a16="http://schemas.microsoft.com/office/drawing/2014/main" id="{83250AC0-9361-E2D8-62C9-092AC6832350}"/>
                  </a:ext>
                </a:extLst>
              </p:cNvPr>
              <p:cNvSpPr/>
              <p:nvPr/>
            </p:nvSpPr>
            <p:spPr>
              <a:xfrm>
                <a:off x="2658285" y="3290145"/>
                <a:ext cx="1390149" cy="742950"/>
              </a:xfrm>
              <a:prstGeom prst="rightArrow">
                <a:avLst/>
              </a:prstGeom>
              <a:solidFill>
                <a:srgbClr val="F5F9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endParaRPr lang="en-US">
                  <a:solidFill>
                    <a:srgbClr val="FFFFFF"/>
                  </a:solidFill>
                </a:endParaRPr>
              </a:p>
            </p:txBody>
          </p:sp>
          <p:grpSp>
            <p:nvGrpSpPr>
              <p:cNvPr id="29" name="Group 28">
                <a:extLst>
                  <a:ext uri="{FF2B5EF4-FFF2-40B4-BE49-F238E27FC236}">
                    <a16:creationId xmlns:a16="http://schemas.microsoft.com/office/drawing/2014/main" id="{4D6E2894-62C6-CE93-9484-C05710976EBD}"/>
                  </a:ext>
                </a:extLst>
              </p:cNvPr>
              <p:cNvGrpSpPr/>
              <p:nvPr/>
            </p:nvGrpSpPr>
            <p:grpSpPr>
              <a:xfrm>
                <a:off x="1954341" y="2846964"/>
                <a:ext cx="2213674" cy="1629312"/>
                <a:chOff x="1954341" y="2846964"/>
                <a:chExt cx="2213674" cy="1629312"/>
              </a:xfrm>
            </p:grpSpPr>
            <p:sp>
              <p:nvSpPr>
                <p:cNvPr id="14" name="Oval 13">
                  <a:extLst>
                    <a:ext uri="{FF2B5EF4-FFF2-40B4-BE49-F238E27FC236}">
                      <a16:creationId xmlns:a16="http://schemas.microsoft.com/office/drawing/2014/main" id="{E5D488E5-39FB-B1DF-C78E-610B8DD5EC00}"/>
                    </a:ext>
                  </a:extLst>
                </p:cNvPr>
                <p:cNvSpPr/>
                <p:nvPr/>
              </p:nvSpPr>
              <p:spPr>
                <a:xfrm>
                  <a:off x="2538704" y="2846964"/>
                  <a:ext cx="1629311" cy="1629312"/>
                </a:xfrm>
                <a:prstGeom prst="ellipse">
                  <a:avLst/>
                </a:prstGeom>
                <a:solidFill>
                  <a:schemeClr val="accent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endParaRPr lang="en-US" sz="1400">
                    <a:solidFill>
                      <a:srgbClr val="FFFFFF"/>
                    </a:solidFill>
                  </a:endParaRPr>
                </a:p>
              </p:txBody>
            </p:sp>
            <p:sp>
              <p:nvSpPr>
                <p:cNvPr id="7" name="Freeform 255">
                  <a:extLst>
                    <a:ext uri="{FF2B5EF4-FFF2-40B4-BE49-F238E27FC236}">
                      <a16:creationId xmlns:a16="http://schemas.microsoft.com/office/drawing/2014/main" id="{A87A0BC7-9210-AA60-A234-F5EDFBCC3D48}"/>
                    </a:ext>
                  </a:extLst>
                </p:cNvPr>
                <p:cNvSpPr/>
                <p:nvPr/>
              </p:nvSpPr>
              <p:spPr>
                <a:xfrm>
                  <a:off x="1954341" y="3241939"/>
                  <a:ext cx="2167954" cy="861432"/>
                </a:xfrm>
                <a:custGeom>
                  <a:avLst/>
                  <a:gdLst>
                    <a:gd name="connsiteX0" fmla="*/ 146850 w 204359"/>
                    <a:gd name="connsiteY0" fmla="*/ 53396 h 81201"/>
                    <a:gd name="connsiteX1" fmla="*/ 146850 w 204359"/>
                    <a:gd name="connsiteY1" fmla="*/ 75693 h 81201"/>
                    <a:gd name="connsiteX2" fmla="*/ 155645 w 204359"/>
                    <a:gd name="connsiteY2" fmla="*/ 80091 h 81201"/>
                    <a:gd name="connsiteX3" fmla="*/ 202173 w 204359"/>
                    <a:gd name="connsiteY3" fmla="*/ 45009 h 81201"/>
                    <a:gd name="connsiteX4" fmla="*/ 202173 w 204359"/>
                    <a:gd name="connsiteY4" fmla="*/ 36213 h 81201"/>
                    <a:gd name="connsiteX5" fmla="*/ 155645 w 204359"/>
                    <a:gd name="connsiteY5" fmla="*/ 1131 h 81201"/>
                    <a:gd name="connsiteX6" fmla="*/ 146850 w 204359"/>
                    <a:gd name="connsiteY6" fmla="*/ 5529 h 81201"/>
                    <a:gd name="connsiteX7" fmla="*/ 146850 w 204359"/>
                    <a:gd name="connsiteY7" fmla="*/ 27826 h 81201"/>
                    <a:gd name="connsiteX8" fmla="*/ 0 w 204359"/>
                    <a:gd name="connsiteY8" fmla="*/ 27928 h 81201"/>
                    <a:gd name="connsiteX9" fmla="*/ 0 w 204359"/>
                    <a:gd name="connsiteY9" fmla="*/ 53396 h 81201"/>
                    <a:gd name="connsiteX10" fmla="*/ 146850 w 204359"/>
                    <a:gd name="connsiteY10" fmla="*/ 53396 h 8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59" h="81201">
                      <a:moveTo>
                        <a:pt x="146850" y="53396"/>
                      </a:moveTo>
                      <a:lnTo>
                        <a:pt x="146850" y="75693"/>
                      </a:lnTo>
                      <a:cubicBezTo>
                        <a:pt x="146850" y="80244"/>
                        <a:pt x="152065" y="82803"/>
                        <a:pt x="155645" y="80091"/>
                      </a:cubicBezTo>
                      <a:lnTo>
                        <a:pt x="202173" y="45009"/>
                      </a:lnTo>
                      <a:cubicBezTo>
                        <a:pt x="205088" y="42812"/>
                        <a:pt x="205088" y="38414"/>
                        <a:pt x="202173" y="36213"/>
                      </a:cubicBezTo>
                      <a:lnTo>
                        <a:pt x="155645" y="1131"/>
                      </a:lnTo>
                      <a:cubicBezTo>
                        <a:pt x="152014" y="-1628"/>
                        <a:pt x="146850" y="978"/>
                        <a:pt x="146850" y="5529"/>
                      </a:cubicBezTo>
                      <a:lnTo>
                        <a:pt x="146850" y="27826"/>
                      </a:lnTo>
                      <a:lnTo>
                        <a:pt x="0" y="27928"/>
                      </a:lnTo>
                      <a:lnTo>
                        <a:pt x="0" y="53396"/>
                      </a:lnTo>
                      <a:lnTo>
                        <a:pt x="146850" y="53396"/>
                      </a:lnTo>
                      <a:close/>
                    </a:path>
                  </a:pathLst>
                </a:custGeom>
                <a:solidFill>
                  <a:srgbClr val="F5F9F6"/>
                </a:solidFill>
                <a:ln w="3646" cap="flat">
                  <a:noFill/>
                  <a:prstDash val="solid"/>
                  <a:miter/>
                </a:ln>
              </p:spPr>
              <p:txBody>
                <a:bodyPr rtlCol="0" anchor="ctr"/>
                <a:lstStyle/>
                <a:p>
                  <a:endParaRPr lang="en-GR"/>
                </a:p>
              </p:txBody>
            </p:sp>
          </p:grpSp>
          <p:sp>
            <p:nvSpPr>
              <p:cNvPr id="30" name="CuadroTexto 395">
                <a:extLst>
                  <a:ext uri="{FF2B5EF4-FFF2-40B4-BE49-F238E27FC236}">
                    <a16:creationId xmlns:a16="http://schemas.microsoft.com/office/drawing/2014/main" id="{0E0AC3E2-6846-9415-1126-118B6F4C4C72}"/>
                  </a:ext>
                </a:extLst>
              </p:cNvPr>
              <p:cNvSpPr txBox="1"/>
              <p:nvPr/>
            </p:nvSpPr>
            <p:spPr>
              <a:xfrm>
                <a:off x="2719056" y="3498651"/>
                <a:ext cx="1268606" cy="338554"/>
              </a:xfrm>
              <a:prstGeom prst="rect">
                <a:avLst/>
              </a:prstGeom>
              <a:noFill/>
            </p:spPr>
            <p:txBody>
              <a:bodyPr wrap="square" rtlCol="0">
                <a:spAutoFit/>
              </a:bodyPr>
              <a:lstStyle/>
              <a:p>
                <a:pPr defTabSz="685663"/>
                <a:r>
                  <a:rPr lang="en-US" sz="1600" b="1">
                    <a:solidFill>
                      <a:schemeClr val="accent1"/>
                    </a:solidFill>
                    <a:latin typeface="Aptos" panose="020B0004020202020204" pitchFamily="34" charset="0"/>
                    <a:ea typeface="Roboto Medium" panose="02000000000000000000" pitchFamily="2" charset="0"/>
                    <a:cs typeface="Poppins Medium" pitchFamily="2" charset="77"/>
                  </a:rPr>
                  <a:t>Initiating</a:t>
                </a:r>
              </a:p>
            </p:txBody>
          </p:sp>
        </p:grpSp>
      </p:grpSp>
      <p:grpSp>
        <p:nvGrpSpPr>
          <p:cNvPr id="5" name="Group 4">
            <a:extLst>
              <a:ext uri="{FF2B5EF4-FFF2-40B4-BE49-F238E27FC236}">
                <a16:creationId xmlns:a16="http://schemas.microsoft.com/office/drawing/2014/main" id="{C300B4BB-4508-7766-D773-1694A6715D7A}"/>
              </a:ext>
            </a:extLst>
          </p:cNvPr>
          <p:cNvGrpSpPr/>
          <p:nvPr/>
        </p:nvGrpSpPr>
        <p:grpSpPr>
          <a:xfrm>
            <a:off x="2870857" y="1761081"/>
            <a:ext cx="2930954" cy="1639382"/>
            <a:chOff x="2723823" y="3484307"/>
            <a:chExt cx="2930954" cy="1639382"/>
          </a:xfrm>
        </p:grpSpPr>
        <p:sp>
          <p:nvSpPr>
            <p:cNvPr id="6" name="Rounded Rectangle 5">
              <a:extLst>
                <a:ext uri="{FF2B5EF4-FFF2-40B4-BE49-F238E27FC236}">
                  <a16:creationId xmlns:a16="http://schemas.microsoft.com/office/drawing/2014/main" id="{F5284727-7DE1-4F9B-C30C-B17BC650D073}"/>
                </a:ext>
              </a:extLst>
            </p:cNvPr>
            <p:cNvSpPr/>
            <p:nvPr/>
          </p:nvSpPr>
          <p:spPr>
            <a:xfrm>
              <a:off x="2723823" y="3484307"/>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Title</a:t>
              </a:r>
              <a:endParaRPr lang="en-US" sz="800">
                <a:solidFill>
                  <a:schemeClr val="bg1">
                    <a:lumMod val="95000"/>
                  </a:schemeClr>
                </a:solidFill>
                <a:latin typeface="Aptos" panose="020B0004020202020204" pitchFamily="34" charset="0"/>
              </a:endParaRPr>
            </a:p>
            <a:p>
              <a:pPr>
                <a:lnSpc>
                  <a:spcPct val="110000"/>
                </a:lnSpc>
                <a:spcBef>
                  <a:spcPts val="900"/>
                </a:spcBef>
              </a:pPr>
              <a:r>
                <a:rPr lang="el-GR" sz="800">
                  <a:latin typeface="Aptos" panose="020B0004020202020204" pitchFamily="34" charset="0"/>
                </a:rPr>
                <a:t>Στα </a:t>
              </a:r>
              <a:r>
                <a:rPr lang="en-US" sz="800">
                  <a:latin typeface="Aptos" panose="020B0004020202020204" pitchFamily="34" charset="0"/>
                </a:rPr>
                <a:t>infographics </a:t>
              </a:r>
              <a:r>
                <a:rPr lang="el-GR" sz="800">
                  <a:latin typeface="Aptos" panose="020B0004020202020204" pitchFamily="34" charset="0"/>
                </a:rPr>
                <a:t>οι τ</a:t>
              </a:r>
              <a:r>
                <a:rPr lang="en-US" sz="800" err="1">
                  <a:latin typeface="Aptos" panose="020B0004020202020204" pitchFamily="34" charset="0"/>
                </a:rPr>
                <a:t>ί</a:t>
              </a:r>
              <a:r>
                <a:rPr lang="el-GR" sz="800" err="1">
                  <a:latin typeface="Aptos" panose="020B0004020202020204" pitchFamily="34" charset="0"/>
                </a:rPr>
                <a:t>τλοι</a:t>
              </a:r>
              <a:r>
                <a:rPr lang="el-GR" sz="800">
                  <a:latin typeface="Aptos" panose="020B0004020202020204" pitchFamily="34" charset="0"/>
                </a:rPr>
                <a:t> είναι από 12</a:t>
              </a:r>
              <a:r>
                <a:rPr lang="en-US" sz="800" err="1">
                  <a:latin typeface="Aptos" panose="020B0004020202020204" pitchFamily="34" charset="0"/>
                </a:rPr>
                <a:t>pt</a:t>
              </a:r>
              <a:r>
                <a:rPr lang="en-US" sz="800">
                  <a:latin typeface="Aptos" panose="020B0004020202020204" pitchFamily="34" charset="0"/>
                </a:rPr>
                <a:t> </a:t>
              </a:r>
              <a:r>
                <a:rPr lang="en-US" sz="800" err="1">
                  <a:latin typeface="Aptos" panose="020B0004020202020204" pitchFamily="34" charset="0"/>
                </a:rPr>
                <a:t>έ</a:t>
              </a:r>
              <a:r>
                <a:rPr lang="el-GR" sz="800">
                  <a:latin typeface="Aptos" panose="020B0004020202020204" pitchFamily="34" charset="0"/>
                </a:rPr>
                <a:t>ως </a:t>
              </a:r>
              <a:r>
                <a:rPr lang="en-US" sz="800">
                  <a:latin typeface="Aptos" panose="020B0004020202020204" pitchFamily="34" charset="0"/>
                </a:rPr>
                <a:t>18pt </a:t>
              </a:r>
              <a:r>
                <a:rPr lang="el-GR" sz="800">
                  <a:latin typeface="Aptos" panose="020B0004020202020204" pitchFamily="34" charset="0"/>
                </a:rPr>
                <a:t>και το χρώμα είναι </a:t>
              </a:r>
              <a:r>
                <a:rPr lang="en-US" sz="800">
                  <a:latin typeface="Aptos" panose="020B0004020202020204" pitchFamily="34" charset="0"/>
                </a:rPr>
                <a:t>Dark Teal. </a:t>
              </a:r>
              <a:r>
                <a:rPr lang="el-GR" sz="800">
                  <a:latin typeface="Aptos" panose="020B0004020202020204" pitchFamily="34" charset="0"/>
                </a:rPr>
                <a:t>Εκτός και αν είναι πάνω σε σκούρο </a:t>
              </a:r>
              <a:r>
                <a:rPr lang="en-US" sz="800">
                  <a:latin typeface="Aptos" panose="020B0004020202020204" pitchFamily="34" charset="0"/>
                </a:rPr>
                <a:t>background </a:t>
              </a:r>
              <a:r>
                <a:rPr lang="en-US" sz="800" err="1">
                  <a:latin typeface="Aptos" panose="020B0004020202020204" pitchFamily="34" charset="0"/>
                </a:rPr>
                <a:t>ό</a:t>
              </a:r>
              <a:r>
                <a:rPr lang="el-GR" sz="800">
                  <a:latin typeface="Aptos" panose="020B0004020202020204" pitchFamily="34" charset="0"/>
                </a:rPr>
                <a:t>που τότε είναι </a:t>
              </a:r>
              <a:r>
                <a:rPr lang="en-US" sz="800">
                  <a:latin typeface="Aptos" panose="020B0004020202020204" pitchFamily="34" charset="0"/>
                </a:rPr>
                <a:t>white</a:t>
              </a:r>
              <a:r>
                <a:rPr lang="el-GR" sz="800">
                  <a:latin typeface="Aptos" panose="020B0004020202020204" pitchFamily="34" charset="0"/>
                </a:rPr>
                <a:t>.</a:t>
              </a:r>
            </a:p>
            <a:p>
              <a:pPr>
                <a:lnSpc>
                  <a:spcPct val="110000"/>
                </a:lnSpc>
                <a:spcBef>
                  <a:spcPts val="900"/>
                </a:spcBef>
              </a:pPr>
              <a:r>
                <a:rPr lang="en-US" sz="800">
                  <a:latin typeface="Aptos" panose="020B0004020202020204" pitchFamily="34" charset="0"/>
                </a:rPr>
                <a:t>In infographics, the titles range from 12pt to 18pt and the color is Dark Teal, except when they are on a dark background, in which case the color is White.</a:t>
              </a:r>
              <a:endParaRPr lang="en-GR" sz="800">
                <a:latin typeface="Aptos" panose="020B0004020202020204" pitchFamily="34" charset="0"/>
              </a:endParaRPr>
            </a:p>
          </p:txBody>
        </p:sp>
        <p:sp>
          <p:nvSpPr>
            <p:cNvPr id="43" name="Triangle 42">
              <a:extLst>
                <a:ext uri="{FF2B5EF4-FFF2-40B4-BE49-F238E27FC236}">
                  <a16:creationId xmlns:a16="http://schemas.microsoft.com/office/drawing/2014/main" id="{6448E31E-CC01-682A-9A4E-1B9B8977E4CA}"/>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44" name="Group 43">
            <a:extLst>
              <a:ext uri="{FF2B5EF4-FFF2-40B4-BE49-F238E27FC236}">
                <a16:creationId xmlns:a16="http://schemas.microsoft.com/office/drawing/2014/main" id="{C30752FB-1C8D-2BDC-B9A2-AB9E8156E275}"/>
              </a:ext>
            </a:extLst>
          </p:cNvPr>
          <p:cNvGrpSpPr/>
          <p:nvPr/>
        </p:nvGrpSpPr>
        <p:grpSpPr>
          <a:xfrm>
            <a:off x="7182157" y="3275809"/>
            <a:ext cx="2930954" cy="1358061"/>
            <a:chOff x="2723823" y="3765628"/>
            <a:chExt cx="2930954" cy="1358061"/>
          </a:xfrm>
        </p:grpSpPr>
        <p:sp>
          <p:nvSpPr>
            <p:cNvPr id="45" name="Rounded Rectangle 44">
              <a:extLst>
                <a:ext uri="{FF2B5EF4-FFF2-40B4-BE49-F238E27FC236}">
                  <a16:creationId xmlns:a16="http://schemas.microsoft.com/office/drawing/2014/main" id="{E67A4FBF-7189-3885-CD51-B9F75592067E}"/>
                </a:ext>
              </a:extLst>
            </p:cNvPr>
            <p:cNvSpPr/>
            <p:nvPr/>
          </p:nvSpPr>
          <p:spPr>
            <a:xfrm>
              <a:off x="2723823" y="3765628"/>
              <a:ext cx="2930954" cy="127463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Text</a:t>
              </a:r>
              <a:endParaRPr lang="en-US" sz="800">
                <a:solidFill>
                  <a:schemeClr val="bg1">
                    <a:lumMod val="95000"/>
                  </a:schemeClr>
                </a:solidFill>
                <a:latin typeface="Aptos" panose="020B0004020202020204" pitchFamily="34" charset="0"/>
              </a:endParaRPr>
            </a:p>
            <a:p>
              <a:pPr>
                <a:lnSpc>
                  <a:spcPct val="110000"/>
                </a:lnSpc>
                <a:spcBef>
                  <a:spcPts val="900"/>
                </a:spcBef>
              </a:pPr>
              <a:r>
                <a:rPr lang="el-GR" sz="800">
                  <a:latin typeface="Aptos" panose="020B0004020202020204" pitchFamily="34" charset="0"/>
                </a:rPr>
                <a:t>Στα </a:t>
              </a:r>
              <a:r>
                <a:rPr lang="en-US" sz="800">
                  <a:latin typeface="Aptos" panose="020B0004020202020204" pitchFamily="34" charset="0"/>
                </a:rPr>
                <a:t>infographics </a:t>
              </a:r>
              <a:r>
                <a:rPr lang="el-GR" sz="800">
                  <a:latin typeface="Aptos" panose="020B0004020202020204" pitchFamily="34" charset="0"/>
                </a:rPr>
                <a:t>τα </a:t>
              </a:r>
              <a:r>
                <a:rPr lang="el-GR" sz="800" err="1">
                  <a:latin typeface="Aptos" panose="020B0004020202020204" pitchFamily="34" charset="0"/>
                </a:rPr>
                <a:t>κε</a:t>
              </a:r>
              <a:r>
                <a:rPr lang="en-US" sz="800" err="1">
                  <a:latin typeface="Aptos" panose="020B0004020202020204" pitchFamily="34" charset="0"/>
                </a:rPr>
                <a:t>ί</a:t>
              </a:r>
              <a:r>
                <a:rPr lang="el-GR" sz="800" err="1">
                  <a:latin typeface="Aptos" panose="020B0004020202020204" pitchFamily="34" charset="0"/>
                </a:rPr>
                <a:t>μενα</a:t>
              </a:r>
              <a:r>
                <a:rPr lang="el-GR" sz="800">
                  <a:latin typeface="Aptos" panose="020B0004020202020204" pitchFamily="34" charset="0"/>
                </a:rPr>
                <a:t> ε</a:t>
              </a:r>
              <a:r>
                <a:rPr lang="en-US" sz="800" err="1">
                  <a:latin typeface="Aptos" panose="020B0004020202020204" pitchFamily="34" charset="0"/>
                </a:rPr>
                <a:t>ί</a:t>
              </a:r>
              <a:r>
                <a:rPr lang="el-GR" sz="800">
                  <a:latin typeface="Aptos" panose="020B0004020202020204" pitchFamily="34" charset="0"/>
                </a:rPr>
                <a:t>ναι από 11</a:t>
              </a:r>
              <a:r>
                <a:rPr lang="en-US" sz="800" err="1">
                  <a:latin typeface="Aptos" panose="020B0004020202020204" pitchFamily="34" charset="0"/>
                </a:rPr>
                <a:t>pt</a:t>
              </a:r>
              <a:r>
                <a:rPr lang="en-US" sz="800">
                  <a:latin typeface="Aptos" panose="020B0004020202020204" pitchFamily="34" charset="0"/>
                </a:rPr>
                <a:t> </a:t>
              </a:r>
              <a:r>
                <a:rPr lang="en-US" sz="800" err="1">
                  <a:latin typeface="Aptos" panose="020B0004020202020204" pitchFamily="34" charset="0"/>
                </a:rPr>
                <a:t>έ</a:t>
              </a:r>
              <a:r>
                <a:rPr lang="el-GR" sz="800">
                  <a:latin typeface="Aptos" panose="020B0004020202020204" pitchFamily="34" charset="0"/>
                </a:rPr>
                <a:t>ως </a:t>
              </a:r>
              <a:r>
                <a:rPr lang="en-US" sz="800">
                  <a:latin typeface="Aptos" panose="020B0004020202020204" pitchFamily="34" charset="0"/>
                </a:rPr>
                <a:t>1</a:t>
              </a:r>
              <a:r>
                <a:rPr lang="el-GR" sz="800">
                  <a:latin typeface="Aptos" panose="020B0004020202020204" pitchFamily="34" charset="0"/>
                </a:rPr>
                <a:t>2</a:t>
              </a:r>
              <a:r>
                <a:rPr lang="en-US" sz="800" err="1">
                  <a:latin typeface="Aptos" panose="020B0004020202020204" pitchFamily="34" charset="0"/>
                </a:rPr>
                <a:t>pt</a:t>
              </a:r>
              <a:r>
                <a:rPr lang="en-US" sz="800">
                  <a:latin typeface="Aptos" panose="020B0004020202020204" pitchFamily="34" charset="0"/>
                </a:rPr>
                <a:t> </a:t>
              </a:r>
              <a:r>
                <a:rPr lang="el-GR" sz="800">
                  <a:latin typeface="Aptos" panose="020B0004020202020204" pitchFamily="34" charset="0"/>
                </a:rPr>
                <a:t>και το χρώμα είναι </a:t>
              </a:r>
              <a:r>
                <a:rPr lang="en-US" sz="800">
                  <a:latin typeface="Aptos" panose="020B0004020202020204" pitchFamily="34" charset="0"/>
                </a:rPr>
                <a:t>Grey. </a:t>
              </a:r>
              <a:r>
                <a:rPr lang="el-GR" sz="800">
                  <a:latin typeface="Aptos" panose="020B0004020202020204" pitchFamily="34" charset="0"/>
                </a:rPr>
                <a:t>Εκτός</a:t>
              </a:r>
              <a:r>
                <a:rPr lang="en-US" sz="800">
                  <a:latin typeface="Aptos" panose="020B0004020202020204" pitchFamily="34" charset="0"/>
                </a:rPr>
                <a:t> </a:t>
              </a:r>
              <a:r>
                <a:rPr lang="el-GR" sz="800">
                  <a:latin typeface="Aptos" panose="020B0004020202020204" pitchFamily="34" charset="0"/>
                </a:rPr>
                <a:t>από ορισμένες εξαιρέσεις</a:t>
              </a:r>
              <a:r>
                <a:rPr lang="en-US" sz="800">
                  <a:latin typeface="Aptos" panose="020B0004020202020204" pitchFamily="34" charset="0"/>
                </a:rPr>
                <a:t>.</a:t>
              </a:r>
              <a:endParaRPr lang="el-GR" sz="800">
                <a:latin typeface="Aptos" panose="020B0004020202020204" pitchFamily="34" charset="0"/>
              </a:endParaRPr>
            </a:p>
            <a:p>
              <a:pPr>
                <a:lnSpc>
                  <a:spcPct val="110000"/>
                </a:lnSpc>
                <a:spcBef>
                  <a:spcPts val="900"/>
                </a:spcBef>
              </a:pPr>
              <a:r>
                <a:rPr lang="en-US" sz="800">
                  <a:latin typeface="Aptos" panose="020B0004020202020204" pitchFamily="34" charset="0"/>
                </a:rPr>
                <a:t>In infographics, the text ranges from 11pt to 12pt and the color is Grey, with some exceptions.</a:t>
              </a:r>
              <a:endParaRPr lang="en-GR" sz="800">
                <a:latin typeface="Aptos" panose="020B0004020202020204" pitchFamily="34" charset="0"/>
              </a:endParaRPr>
            </a:p>
          </p:txBody>
        </p:sp>
        <p:sp>
          <p:nvSpPr>
            <p:cNvPr id="46" name="Triangle 45">
              <a:extLst>
                <a:ext uri="{FF2B5EF4-FFF2-40B4-BE49-F238E27FC236}">
                  <a16:creationId xmlns:a16="http://schemas.microsoft.com/office/drawing/2014/main" id="{0D76A921-3515-3322-A47D-BF39B82EBED2}"/>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
        <p:nvSpPr>
          <p:cNvPr id="3" name="Text Placeholder 2">
            <a:extLst>
              <a:ext uri="{FF2B5EF4-FFF2-40B4-BE49-F238E27FC236}">
                <a16:creationId xmlns:a16="http://schemas.microsoft.com/office/drawing/2014/main" id="{6CBA1A52-A6A5-C2A0-8AA3-0DBF7D184338}"/>
              </a:ext>
            </a:extLst>
          </p:cNvPr>
          <p:cNvSpPr>
            <a:spLocks noGrp="1"/>
          </p:cNvSpPr>
          <p:nvPr>
            <p:ph type="body" sz="quarter" idx="25"/>
          </p:nvPr>
        </p:nvSpPr>
        <p:spPr>
          <a:xfrm>
            <a:off x="332318" y="741496"/>
            <a:ext cx="11531549" cy="334515"/>
          </a:xfrm>
        </p:spPr>
        <p:txBody>
          <a:bodyPr/>
          <a:lstStyle/>
          <a:p>
            <a:r>
              <a:rPr lang="en-GR"/>
              <a:t>Infographic</a:t>
            </a:r>
          </a:p>
        </p:txBody>
      </p:sp>
    </p:spTree>
    <p:extLst>
      <p:ext uri="{BB962C8B-B14F-4D97-AF65-F5344CB8AC3E}">
        <p14:creationId xmlns:p14="http://schemas.microsoft.com/office/powerpoint/2010/main" val="285724542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D543E537-46A5-EEA8-F6B4-56A8BFC7FD91}"/>
              </a:ext>
            </a:extLst>
          </p:cNvPr>
          <p:cNvSpPr>
            <a:spLocks noGrp="1"/>
          </p:cNvSpPr>
          <p:nvPr>
            <p:ph type="body" sz="quarter" idx="14"/>
          </p:nvPr>
        </p:nvSpPr>
        <p:spPr>
          <a:xfrm>
            <a:off x="331201" y="1268822"/>
            <a:ext cx="7939040" cy="364908"/>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4" name="Slide Number Placeholder 3">
            <a:extLst>
              <a:ext uri="{FF2B5EF4-FFF2-40B4-BE49-F238E27FC236}">
                <a16:creationId xmlns:a16="http://schemas.microsoft.com/office/drawing/2014/main" id="{360C3A40-A5A6-EF20-5F26-F07187BC0581}"/>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164</a:t>
            </a:fld>
            <a:endParaRPr lang="en-GR"/>
          </a:p>
        </p:txBody>
      </p:sp>
      <p:grpSp>
        <p:nvGrpSpPr>
          <p:cNvPr id="5" name="Group 4">
            <a:extLst>
              <a:ext uri="{FF2B5EF4-FFF2-40B4-BE49-F238E27FC236}">
                <a16:creationId xmlns:a16="http://schemas.microsoft.com/office/drawing/2014/main" id="{5C51426A-85CA-6002-3523-EE07120311BE}"/>
              </a:ext>
            </a:extLst>
          </p:cNvPr>
          <p:cNvGrpSpPr/>
          <p:nvPr/>
        </p:nvGrpSpPr>
        <p:grpSpPr>
          <a:xfrm>
            <a:off x="336549" y="1995759"/>
            <a:ext cx="11510619" cy="1054682"/>
            <a:chOff x="336549" y="2197846"/>
            <a:chExt cx="11510619" cy="1054682"/>
          </a:xfrm>
        </p:grpSpPr>
        <p:sp>
          <p:nvSpPr>
            <p:cNvPr id="9" name="Rectangle 8">
              <a:extLst>
                <a:ext uri="{FF2B5EF4-FFF2-40B4-BE49-F238E27FC236}">
                  <a16:creationId xmlns:a16="http://schemas.microsoft.com/office/drawing/2014/main" id="{4AF6C004-20B1-4661-553B-E1C4B8FA1478}"/>
                </a:ext>
              </a:extLst>
            </p:cNvPr>
            <p:cNvSpPr/>
            <p:nvPr/>
          </p:nvSpPr>
          <p:spPr>
            <a:xfrm>
              <a:off x="840264" y="2197846"/>
              <a:ext cx="3086587" cy="1054682"/>
            </a:xfrm>
            <a:prstGeom prst="rect">
              <a:avLst/>
            </a:prstGeom>
            <a:solidFill>
              <a:srgbClr val="F5F8F6"/>
            </a:solidFill>
            <a:ln w="0">
              <a:noFill/>
            </a:ln>
          </p:spPr>
          <p:style>
            <a:lnRef idx="2">
              <a:schemeClr val="accent1">
                <a:shade val="50000"/>
              </a:schemeClr>
            </a:lnRef>
            <a:fillRef idx="1">
              <a:schemeClr val="accent1"/>
            </a:fillRef>
            <a:effectRef idx="0">
              <a:schemeClr val="accent1"/>
            </a:effectRef>
            <a:fontRef idx="minor">
              <a:schemeClr val="lt1"/>
            </a:fontRef>
          </p:style>
          <p:txBody>
            <a:bodyPr lIns="720000" tIns="0" rIns="0" bIns="0" rtlCol="0" anchor="ctr"/>
            <a:lstStyle/>
            <a:p>
              <a:pPr fontAlgn="base">
                <a:lnSpc>
                  <a:spcPct val="110000"/>
                </a:lnSpc>
                <a:spcBef>
                  <a:spcPts val="600"/>
                </a:spcBef>
                <a:buClr>
                  <a:schemeClr val="tx2"/>
                </a:buClr>
                <a:buSzPct val="105000"/>
              </a:pPr>
              <a:r>
                <a:rPr lang="en-US" sz="1200" b="1">
                  <a:solidFill>
                    <a:schemeClr val="accent1"/>
                  </a:solidFill>
                  <a:latin typeface="Aptos" panose="020B0004020202020204" pitchFamily="34" charset="0"/>
                  <a:ea typeface="Roboto Medium" panose="02000000000000000000" pitchFamily="2" charset="0"/>
                  <a:cs typeface="Lato Semibold" panose="020F0502020204030203" pitchFamily="34" charset="0"/>
                </a:rPr>
                <a:t>Lorem </a:t>
              </a:r>
              <a:r>
                <a:rPr lang="en-US" sz="1200" b="1" err="1">
                  <a:solidFill>
                    <a:schemeClr val="accent1"/>
                  </a:solidFill>
                  <a:latin typeface="Aptos" panose="020B0004020202020204" pitchFamily="34" charset="0"/>
                  <a:ea typeface="Roboto Medium" panose="02000000000000000000" pitchFamily="2" charset="0"/>
                  <a:cs typeface="Lato Semibold" panose="020F0502020204030203" pitchFamily="34" charset="0"/>
                </a:rPr>
                <a:t>ipsom</a:t>
              </a:r>
              <a:r>
                <a:rPr lang="en-US" sz="1200" b="1">
                  <a:solidFill>
                    <a:schemeClr val="accent1"/>
                  </a:solidFill>
                  <a:latin typeface="Aptos" panose="020B0004020202020204" pitchFamily="34" charset="0"/>
                  <a:ea typeface="Roboto Medium" panose="02000000000000000000" pitchFamily="2" charset="0"/>
                  <a:cs typeface="Lato Semibold" panose="020F0502020204030203" pitchFamily="34" charset="0"/>
                </a:rPr>
                <a:t> did du facilis</a:t>
              </a:r>
            </a:p>
            <a:p>
              <a:pPr fontAlgn="base">
                <a:lnSpc>
                  <a:spcPct val="110000"/>
                </a:lnSpc>
                <a:spcBef>
                  <a:spcPts val="600"/>
                </a:spcBef>
                <a:buClr>
                  <a:schemeClr val="tx2"/>
                </a:buClr>
                <a:buSzPct val="105000"/>
              </a:pPr>
              <a:r>
                <a:rPr lang="en-GB" sz="1200">
                  <a:solidFill>
                    <a:schemeClr val="tx1">
                      <a:lumMod val="65000"/>
                      <a:lumOff val="35000"/>
                    </a:schemeClr>
                  </a:solidFill>
                  <a:latin typeface="Aptos" panose="020B0004020202020204" pitchFamily="34" charset="0"/>
                </a:rPr>
                <a:t>Lorem ipsum </a:t>
              </a:r>
              <a:r>
                <a:rPr lang="en-GB" sz="1200" err="1">
                  <a:solidFill>
                    <a:schemeClr val="tx1">
                      <a:lumMod val="65000"/>
                      <a:lumOff val="35000"/>
                    </a:schemeClr>
                  </a:solidFill>
                  <a:latin typeface="Aptos" panose="020B0004020202020204" pitchFamily="34" charset="0"/>
                </a:rPr>
                <a:t>dolor</a:t>
              </a:r>
              <a:r>
                <a:rPr lang="en-GB" sz="1200">
                  <a:solidFill>
                    <a:schemeClr val="tx1">
                      <a:lumMod val="65000"/>
                      <a:lumOff val="35000"/>
                    </a:schemeClr>
                  </a:solidFill>
                  <a:latin typeface="Aptos" panose="020B0004020202020204" pitchFamily="34" charset="0"/>
                </a:rPr>
                <a:t> sit </a:t>
              </a:r>
              <a:r>
                <a:rPr lang="en-GB" sz="1200" err="1">
                  <a:solidFill>
                    <a:schemeClr val="tx1">
                      <a:lumMod val="65000"/>
                      <a:lumOff val="35000"/>
                    </a:schemeClr>
                  </a:solidFill>
                  <a:latin typeface="Aptos" panose="020B0004020202020204" pitchFamily="34" charset="0"/>
                </a:rPr>
                <a:t>amet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consectetur</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adipiscing</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elit</a:t>
              </a:r>
              <a:r>
                <a:rPr lang="en-GB" sz="1200">
                  <a:solidFill>
                    <a:schemeClr val="tx1">
                      <a:lumMod val="65000"/>
                      <a:lumOff val="35000"/>
                    </a:schemeClr>
                  </a:solidFill>
                  <a:latin typeface="Aptos" panose="020B0004020202020204" pitchFamily="34" charset="0"/>
                </a:rPr>
                <a:t>.</a:t>
              </a:r>
            </a:p>
          </p:txBody>
        </p:sp>
        <p:sp>
          <p:nvSpPr>
            <p:cNvPr id="10" name="Oval 9">
              <a:extLst>
                <a:ext uri="{FF2B5EF4-FFF2-40B4-BE49-F238E27FC236}">
                  <a16:creationId xmlns:a16="http://schemas.microsoft.com/office/drawing/2014/main" id="{DC052949-4A8E-61BC-C5B1-109B1CE1730F}"/>
                </a:ext>
              </a:extLst>
            </p:cNvPr>
            <p:cNvSpPr/>
            <p:nvPr/>
          </p:nvSpPr>
          <p:spPr>
            <a:xfrm>
              <a:off x="336549" y="2197847"/>
              <a:ext cx="1054681" cy="1054681"/>
            </a:xfrm>
            <a:prstGeom prst="ellipse">
              <a:avLst/>
            </a:prstGeom>
            <a:solidFill>
              <a:schemeClr val="accent1"/>
            </a:solidFill>
            <a:ln w="180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r>
                <a:rPr lang="en-US" sz="3200" b="1">
                  <a:solidFill>
                    <a:schemeClr val="bg1"/>
                  </a:solidFill>
                  <a:latin typeface="Aptos" panose="020B0004020202020204" pitchFamily="34" charset="0"/>
                  <a:ea typeface="Roboto Medium" panose="02000000000000000000" pitchFamily="2" charset="0"/>
                  <a:cs typeface="Lato Semibold" panose="020F0502020204030203" pitchFamily="34" charset="0"/>
                </a:rPr>
                <a:t>1</a:t>
              </a:r>
            </a:p>
          </p:txBody>
        </p:sp>
        <p:sp>
          <p:nvSpPr>
            <p:cNvPr id="18" name="Rectangle 17">
              <a:extLst>
                <a:ext uri="{FF2B5EF4-FFF2-40B4-BE49-F238E27FC236}">
                  <a16:creationId xmlns:a16="http://schemas.microsoft.com/office/drawing/2014/main" id="{885ED9DF-69DC-AACC-51B3-05526F14CD14}"/>
                </a:ext>
              </a:extLst>
            </p:cNvPr>
            <p:cNvSpPr/>
            <p:nvPr/>
          </p:nvSpPr>
          <p:spPr>
            <a:xfrm>
              <a:off x="4807146" y="2197846"/>
              <a:ext cx="3086587" cy="1054681"/>
            </a:xfrm>
            <a:prstGeom prst="rect">
              <a:avLst/>
            </a:prstGeom>
            <a:solidFill>
              <a:srgbClr val="F5F8F6"/>
            </a:solidFill>
            <a:ln w="0">
              <a:noFill/>
            </a:ln>
          </p:spPr>
          <p:style>
            <a:lnRef idx="2">
              <a:schemeClr val="accent1">
                <a:shade val="50000"/>
              </a:schemeClr>
            </a:lnRef>
            <a:fillRef idx="1">
              <a:schemeClr val="accent1"/>
            </a:fillRef>
            <a:effectRef idx="0">
              <a:schemeClr val="accent1"/>
            </a:effectRef>
            <a:fontRef idx="minor">
              <a:schemeClr val="lt1"/>
            </a:fontRef>
          </p:style>
          <p:txBody>
            <a:bodyPr lIns="720000" tIns="0" rIns="0" bIns="0" rtlCol="0" anchor="ctr"/>
            <a:lstStyle/>
            <a:p>
              <a:pPr fontAlgn="base">
                <a:lnSpc>
                  <a:spcPct val="110000"/>
                </a:lnSpc>
                <a:spcBef>
                  <a:spcPts val="600"/>
                </a:spcBef>
                <a:buClr>
                  <a:schemeClr val="tx2"/>
                </a:buClr>
                <a:buSzPct val="105000"/>
              </a:pPr>
              <a:r>
                <a:rPr lang="en-US" sz="1200" b="1" err="1">
                  <a:solidFill>
                    <a:schemeClr val="accent1"/>
                  </a:solidFill>
                  <a:latin typeface="Aptos" panose="020B0004020202020204" pitchFamily="34" charset="0"/>
                  <a:ea typeface="Roboto Medium" panose="02000000000000000000" pitchFamily="2" charset="0"/>
                  <a:cs typeface="Lato Semibold" panose="020F0502020204030203" pitchFamily="34" charset="0"/>
                </a:rPr>
                <a:t>Eget</a:t>
              </a:r>
              <a:r>
                <a:rPr lang="en-US" sz="1200" b="1">
                  <a:solidFill>
                    <a:schemeClr val="accent1"/>
                  </a:solidFill>
                  <a:latin typeface="Aptos" panose="020B0004020202020204" pitchFamily="34" charset="0"/>
                  <a:ea typeface="Roboto Medium" panose="02000000000000000000" pitchFamily="2" charset="0"/>
                  <a:cs typeface="Lato Semibold" panose="020F0502020204030203" pitchFamily="34" charset="0"/>
                </a:rPr>
                <a:t> sit </a:t>
              </a:r>
              <a:r>
                <a:rPr lang="en-US" sz="1200" b="1" err="1">
                  <a:solidFill>
                    <a:schemeClr val="accent1"/>
                  </a:solidFill>
                  <a:latin typeface="Aptos" panose="020B0004020202020204" pitchFamily="34" charset="0"/>
                  <a:ea typeface="Roboto Medium" panose="02000000000000000000" pitchFamily="2" charset="0"/>
                  <a:cs typeface="Lato Semibold" panose="020F0502020204030203" pitchFamily="34" charset="0"/>
                </a:rPr>
                <a:t>amet</a:t>
              </a:r>
              <a:r>
                <a:rPr lang="en-US" sz="1200" b="1">
                  <a:solidFill>
                    <a:schemeClr val="accent1"/>
                  </a:solidFill>
                  <a:latin typeface="Aptos" panose="020B0004020202020204" pitchFamily="34" charset="0"/>
                  <a:ea typeface="Roboto Medium" panose="02000000000000000000" pitchFamily="2" charset="0"/>
                  <a:cs typeface="Lato Semibold" panose="020F0502020204030203" pitchFamily="34" charset="0"/>
                </a:rPr>
                <a:t> </a:t>
              </a:r>
              <a:r>
                <a:rPr lang="en-US" sz="1200" b="1" err="1">
                  <a:solidFill>
                    <a:schemeClr val="accent1"/>
                  </a:solidFill>
                  <a:latin typeface="Aptos" panose="020B0004020202020204" pitchFamily="34" charset="0"/>
                  <a:ea typeface="Roboto Medium" panose="02000000000000000000" pitchFamily="2" charset="0"/>
                  <a:cs typeface="Lato Semibold" panose="020F0502020204030203" pitchFamily="34" charset="0"/>
                </a:rPr>
                <a:t>tellus</a:t>
              </a:r>
              <a:endParaRPr lang="en-US" sz="1200" b="1">
                <a:solidFill>
                  <a:schemeClr val="accent1"/>
                </a:solidFill>
                <a:latin typeface="Aptos" panose="020B0004020202020204" pitchFamily="34" charset="0"/>
                <a:ea typeface="Roboto Medium" panose="02000000000000000000" pitchFamily="2" charset="0"/>
                <a:cs typeface="Lato Semibold" panose="020F0502020204030203" pitchFamily="34" charset="0"/>
              </a:endParaRPr>
            </a:p>
            <a:p>
              <a:pPr fontAlgn="base">
                <a:lnSpc>
                  <a:spcPct val="110000"/>
                </a:lnSpc>
                <a:spcBef>
                  <a:spcPts val="600"/>
                </a:spcBef>
                <a:buClr>
                  <a:schemeClr val="tx2"/>
                </a:buClr>
                <a:buSzPct val="105000"/>
              </a:pPr>
              <a:r>
                <a:rPr lang="en-GB" sz="1200">
                  <a:solidFill>
                    <a:schemeClr val="tx1">
                      <a:lumMod val="65000"/>
                      <a:lumOff val="35000"/>
                    </a:schemeClr>
                  </a:solidFill>
                  <a:latin typeface="Aptos" panose="020B0004020202020204" pitchFamily="34" charset="0"/>
                </a:rPr>
                <a:t>Maecenas pharetra </a:t>
              </a:r>
              <a:r>
                <a:rPr lang="en-GB" sz="1200" err="1">
                  <a:solidFill>
                    <a:schemeClr val="tx1">
                      <a:lumMod val="65000"/>
                      <a:lumOff val="35000"/>
                    </a:schemeClr>
                  </a:solidFill>
                  <a:latin typeface="Aptos" panose="020B0004020202020204" pitchFamily="34" charset="0"/>
                </a:rPr>
                <a:t>convalis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posuere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morbi</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leo</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urna</a:t>
              </a:r>
              <a:r>
                <a:rPr lang="en-GB" sz="1200">
                  <a:solidFill>
                    <a:schemeClr val="tx1">
                      <a:lumMod val="65000"/>
                      <a:lumOff val="35000"/>
                    </a:schemeClr>
                  </a:solidFill>
                  <a:latin typeface="Aptos" panose="020B0004020202020204" pitchFamily="34" charset="0"/>
                </a:rPr>
                <a:t>.</a:t>
              </a:r>
            </a:p>
          </p:txBody>
        </p:sp>
        <p:sp>
          <p:nvSpPr>
            <p:cNvPr id="19" name="Oval 18">
              <a:extLst>
                <a:ext uri="{FF2B5EF4-FFF2-40B4-BE49-F238E27FC236}">
                  <a16:creationId xmlns:a16="http://schemas.microsoft.com/office/drawing/2014/main" id="{EE7280D1-EFAC-D3C1-0725-A286F9129DEB}"/>
                </a:ext>
              </a:extLst>
            </p:cNvPr>
            <p:cNvSpPr/>
            <p:nvPr/>
          </p:nvSpPr>
          <p:spPr>
            <a:xfrm>
              <a:off x="4303431" y="2197847"/>
              <a:ext cx="1054681" cy="1054681"/>
            </a:xfrm>
            <a:prstGeom prst="ellipse">
              <a:avLst/>
            </a:prstGeom>
            <a:solidFill>
              <a:schemeClr val="accent1"/>
            </a:solidFill>
            <a:ln w="180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r>
                <a:rPr lang="en-US" sz="3200" b="1">
                  <a:solidFill>
                    <a:schemeClr val="bg1"/>
                  </a:solidFill>
                  <a:latin typeface="Aptos" panose="020B0004020202020204" pitchFamily="34" charset="0"/>
                  <a:ea typeface="Roboto Medium" panose="02000000000000000000" pitchFamily="2" charset="0"/>
                  <a:cs typeface="Lato Semibold" panose="020F0502020204030203" pitchFamily="34" charset="0"/>
                </a:rPr>
                <a:t>4</a:t>
              </a:r>
            </a:p>
          </p:txBody>
        </p:sp>
        <p:sp>
          <p:nvSpPr>
            <p:cNvPr id="27" name="Rectangle 26">
              <a:extLst>
                <a:ext uri="{FF2B5EF4-FFF2-40B4-BE49-F238E27FC236}">
                  <a16:creationId xmlns:a16="http://schemas.microsoft.com/office/drawing/2014/main" id="{869521D5-AD49-D1DB-D657-C55186AB96ED}"/>
                </a:ext>
              </a:extLst>
            </p:cNvPr>
            <p:cNvSpPr/>
            <p:nvPr/>
          </p:nvSpPr>
          <p:spPr>
            <a:xfrm>
              <a:off x="8760581" y="2197846"/>
              <a:ext cx="3086587" cy="1054681"/>
            </a:xfrm>
            <a:prstGeom prst="rect">
              <a:avLst/>
            </a:prstGeom>
            <a:solidFill>
              <a:srgbClr val="F5F8F6"/>
            </a:solidFill>
            <a:ln w="0">
              <a:noFill/>
            </a:ln>
          </p:spPr>
          <p:style>
            <a:lnRef idx="2">
              <a:schemeClr val="accent1">
                <a:shade val="50000"/>
              </a:schemeClr>
            </a:lnRef>
            <a:fillRef idx="1">
              <a:schemeClr val="accent1"/>
            </a:fillRef>
            <a:effectRef idx="0">
              <a:schemeClr val="accent1"/>
            </a:effectRef>
            <a:fontRef idx="minor">
              <a:schemeClr val="lt1"/>
            </a:fontRef>
          </p:style>
          <p:txBody>
            <a:bodyPr lIns="720000" tIns="0" rIns="0" bIns="0" rtlCol="0" anchor="ctr"/>
            <a:lstStyle/>
            <a:p>
              <a:pPr fontAlgn="base">
                <a:lnSpc>
                  <a:spcPct val="110000"/>
                </a:lnSpc>
                <a:spcBef>
                  <a:spcPts val="600"/>
                </a:spcBef>
                <a:buClr>
                  <a:schemeClr val="tx2"/>
                </a:buClr>
                <a:buSzPct val="105000"/>
              </a:pPr>
              <a:r>
                <a:rPr lang="en-US" sz="1200" b="1">
                  <a:solidFill>
                    <a:schemeClr val="accent1"/>
                  </a:solidFill>
                  <a:latin typeface="Aptos" panose="020B0004020202020204" pitchFamily="34" charset="0"/>
                  <a:ea typeface="Roboto Medium" panose="02000000000000000000" pitchFamily="2" charset="0"/>
                  <a:cs typeface="Lato Semibold" panose="020F0502020204030203" pitchFamily="34" charset="0"/>
                </a:rPr>
                <a:t>Sed </a:t>
              </a:r>
              <a:r>
                <a:rPr lang="en-US" sz="1200" b="1" err="1">
                  <a:solidFill>
                    <a:schemeClr val="accent1"/>
                  </a:solidFill>
                  <a:latin typeface="Aptos" panose="020B0004020202020204" pitchFamily="34" charset="0"/>
                  <a:ea typeface="Roboto Medium" panose="02000000000000000000" pitchFamily="2" charset="0"/>
                  <a:cs typeface="Lato Semibold" panose="020F0502020204030203" pitchFamily="34" charset="0"/>
                </a:rPr>
                <a:t>viverra</a:t>
              </a:r>
              <a:r>
                <a:rPr lang="en-US" sz="1200" b="1">
                  <a:solidFill>
                    <a:schemeClr val="accent1"/>
                  </a:solidFill>
                  <a:latin typeface="Aptos" panose="020B0004020202020204" pitchFamily="34" charset="0"/>
                  <a:ea typeface="Roboto Medium" panose="02000000000000000000" pitchFamily="2" charset="0"/>
                  <a:cs typeface="Lato Semibold" panose="020F0502020204030203" pitchFamily="34" charset="0"/>
                </a:rPr>
                <a:t> </a:t>
              </a:r>
              <a:r>
                <a:rPr lang="en-US" sz="1200" b="1" err="1">
                  <a:solidFill>
                    <a:schemeClr val="accent1"/>
                  </a:solidFill>
                  <a:latin typeface="Aptos" panose="020B0004020202020204" pitchFamily="34" charset="0"/>
                  <a:ea typeface="Roboto Medium" panose="02000000000000000000" pitchFamily="2" charset="0"/>
                  <a:cs typeface="Lato Semibold" panose="020F0502020204030203" pitchFamily="34" charset="0"/>
                </a:rPr>
                <a:t>tellus</a:t>
              </a:r>
              <a:endParaRPr lang="en-US" sz="1200" b="1">
                <a:solidFill>
                  <a:schemeClr val="accent1"/>
                </a:solidFill>
                <a:latin typeface="Aptos" panose="020B0004020202020204" pitchFamily="34" charset="0"/>
                <a:ea typeface="Roboto Medium" panose="02000000000000000000" pitchFamily="2" charset="0"/>
                <a:cs typeface="Lato Semibold" panose="020F0502020204030203" pitchFamily="34" charset="0"/>
              </a:endParaRPr>
            </a:p>
            <a:p>
              <a:pPr fontAlgn="base">
                <a:lnSpc>
                  <a:spcPct val="110000"/>
                </a:lnSpc>
                <a:spcBef>
                  <a:spcPts val="600"/>
                </a:spcBef>
                <a:buClr>
                  <a:schemeClr val="tx2"/>
                </a:buClr>
                <a:buSzPct val="105000"/>
              </a:pPr>
              <a:r>
                <a:rPr lang="en-GB" sz="1200" err="1">
                  <a:solidFill>
                    <a:schemeClr val="tx1">
                      <a:lumMod val="65000"/>
                      <a:lumOff val="35000"/>
                    </a:schemeClr>
                  </a:solidFill>
                  <a:latin typeface="Aptos" panose="020B0004020202020204" pitchFamily="34" charset="0"/>
                </a:rPr>
                <a:t>Viverra</a:t>
              </a:r>
              <a:r>
                <a:rPr lang="en-GB" sz="1200">
                  <a:solidFill>
                    <a:schemeClr val="tx1">
                      <a:lumMod val="65000"/>
                      <a:lumOff val="35000"/>
                    </a:schemeClr>
                  </a:solidFill>
                  <a:latin typeface="Aptos" panose="020B0004020202020204" pitchFamily="34" charset="0"/>
                </a:rPr>
                <a:t> vitae </a:t>
              </a:r>
              <a:r>
                <a:rPr lang="en-GB" sz="1200" err="1">
                  <a:solidFill>
                    <a:schemeClr val="tx1">
                      <a:lumMod val="65000"/>
                      <a:lumOff val="35000"/>
                    </a:schemeClr>
                  </a:solidFill>
                  <a:latin typeface="Aptos" panose="020B0004020202020204" pitchFamily="34" charset="0"/>
                </a:rPr>
                <a:t>congue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eu</a:t>
              </a:r>
              <a:br>
                <a:rPr lang="el-GR" sz="1200">
                  <a:solidFill>
                    <a:schemeClr val="tx1">
                      <a:lumMod val="65000"/>
                      <a:lumOff val="35000"/>
                    </a:schemeClr>
                  </a:solidFill>
                  <a:latin typeface="Aptos" panose="020B0004020202020204" pitchFamily="34" charset="0"/>
                </a:rPr>
              </a:br>
              <a:r>
                <a:rPr lang="en-GB" sz="1200" err="1">
                  <a:solidFill>
                    <a:schemeClr val="tx1">
                      <a:lumMod val="65000"/>
                      <a:lumOff val="35000"/>
                    </a:schemeClr>
                  </a:solidFill>
                  <a:latin typeface="Aptos" panose="020B0004020202020204" pitchFamily="34" charset="0"/>
                </a:rPr>
                <a:t>consequat</a:t>
              </a:r>
              <a:r>
                <a:rPr lang="en-GB" sz="1200">
                  <a:solidFill>
                    <a:schemeClr val="tx1">
                      <a:lumMod val="65000"/>
                      <a:lumOff val="35000"/>
                    </a:schemeClr>
                  </a:solidFill>
                  <a:latin typeface="Aptos" panose="020B0004020202020204" pitchFamily="34" charset="0"/>
                </a:rPr>
                <a:t> ac </a:t>
              </a:r>
              <a:r>
                <a:rPr lang="en-GB" sz="1200" err="1">
                  <a:solidFill>
                    <a:schemeClr val="tx1">
                      <a:lumMod val="65000"/>
                      <a:lumOff val="35000"/>
                    </a:schemeClr>
                  </a:solidFill>
                  <a:latin typeface="Aptos" panose="020B0004020202020204" pitchFamily="34" charset="0"/>
                </a:rPr>
                <a:t>felis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donec</a:t>
              </a:r>
              <a:r>
                <a:rPr lang="en-GB" sz="1200">
                  <a:solidFill>
                    <a:schemeClr val="tx1">
                      <a:lumMod val="65000"/>
                      <a:lumOff val="35000"/>
                    </a:schemeClr>
                  </a:solidFill>
                  <a:latin typeface="Aptos" panose="020B0004020202020204" pitchFamily="34" charset="0"/>
                </a:rPr>
                <a:t> et.</a:t>
              </a:r>
            </a:p>
          </p:txBody>
        </p:sp>
        <p:sp>
          <p:nvSpPr>
            <p:cNvPr id="28" name="Oval 27">
              <a:extLst>
                <a:ext uri="{FF2B5EF4-FFF2-40B4-BE49-F238E27FC236}">
                  <a16:creationId xmlns:a16="http://schemas.microsoft.com/office/drawing/2014/main" id="{BB63DC14-1EAD-74C4-6271-0262D4DDB358}"/>
                </a:ext>
              </a:extLst>
            </p:cNvPr>
            <p:cNvSpPr/>
            <p:nvPr/>
          </p:nvSpPr>
          <p:spPr>
            <a:xfrm>
              <a:off x="8256866" y="2197847"/>
              <a:ext cx="1054681" cy="1054681"/>
            </a:xfrm>
            <a:prstGeom prst="ellipse">
              <a:avLst/>
            </a:prstGeom>
            <a:solidFill>
              <a:schemeClr val="accent1"/>
            </a:solidFill>
            <a:ln w="180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r>
                <a:rPr lang="en-US" sz="3200" b="1">
                  <a:solidFill>
                    <a:schemeClr val="bg1"/>
                  </a:solidFill>
                  <a:latin typeface="Aptos" panose="020B0004020202020204" pitchFamily="34" charset="0"/>
                  <a:ea typeface="Roboto Medium" panose="02000000000000000000" pitchFamily="2" charset="0"/>
                  <a:cs typeface="Lato Semibold" panose="020F0502020204030203" pitchFamily="34" charset="0"/>
                </a:rPr>
                <a:t>7</a:t>
              </a:r>
            </a:p>
          </p:txBody>
        </p:sp>
      </p:grpSp>
      <p:grpSp>
        <p:nvGrpSpPr>
          <p:cNvPr id="6" name="Group 5">
            <a:extLst>
              <a:ext uri="{FF2B5EF4-FFF2-40B4-BE49-F238E27FC236}">
                <a16:creationId xmlns:a16="http://schemas.microsoft.com/office/drawing/2014/main" id="{1D7DB4C9-D1F2-4A17-3A95-0BB860554185}"/>
              </a:ext>
            </a:extLst>
          </p:cNvPr>
          <p:cNvGrpSpPr/>
          <p:nvPr/>
        </p:nvGrpSpPr>
        <p:grpSpPr>
          <a:xfrm>
            <a:off x="336549" y="3254781"/>
            <a:ext cx="11510619" cy="1054682"/>
            <a:chOff x="336549" y="3452521"/>
            <a:chExt cx="11510619" cy="1054682"/>
          </a:xfrm>
        </p:grpSpPr>
        <p:sp>
          <p:nvSpPr>
            <p:cNvPr id="12" name="Rectangle 11">
              <a:extLst>
                <a:ext uri="{FF2B5EF4-FFF2-40B4-BE49-F238E27FC236}">
                  <a16:creationId xmlns:a16="http://schemas.microsoft.com/office/drawing/2014/main" id="{22032D2F-A1BE-9F30-C1EB-C367A1F1CC50}"/>
                </a:ext>
              </a:extLst>
            </p:cNvPr>
            <p:cNvSpPr/>
            <p:nvPr/>
          </p:nvSpPr>
          <p:spPr>
            <a:xfrm>
              <a:off x="840264" y="3452521"/>
              <a:ext cx="3086587" cy="1054681"/>
            </a:xfrm>
            <a:prstGeom prst="rect">
              <a:avLst/>
            </a:prstGeom>
            <a:solidFill>
              <a:srgbClr val="F5F8F6"/>
            </a:solidFill>
            <a:ln w="0">
              <a:noFill/>
            </a:ln>
          </p:spPr>
          <p:style>
            <a:lnRef idx="2">
              <a:schemeClr val="accent1">
                <a:shade val="50000"/>
              </a:schemeClr>
            </a:lnRef>
            <a:fillRef idx="1">
              <a:schemeClr val="accent1"/>
            </a:fillRef>
            <a:effectRef idx="0">
              <a:schemeClr val="accent1"/>
            </a:effectRef>
            <a:fontRef idx="minor">
              <a:schemeClr val="lt1"/>
            </a:fontRef>
          </p:style>
          <p:txBody>
            <a:bodyPr lIns="720000" tIns="0" rIns="0" bIns="0" rtlCol="0" anchor="ctr"/>
            <a:lstStyle/>
            <a:p>
              <a:pPr fontAlgn="base">
                <a:lnSpc>
                  <a:spcPct val="110000"/>
                </a:lnSpc>
                <a:spcBef>
                  <a:spcPts val="600"/>
                </a:spcBef>
                <a:buClr>
                  <a:schemeClr val="tx2"/>
                </a:buClr>
                <a:buSzPct val="105000"/>
              </a:pPr>
              <a:r>
                <a:rPr lang="en-US" sz="1200" b="1" err="1">
                  <a:solidFill>
                    <a:schemeClr val="accent1"/>
                  </a:solidFill>
                  <a:latin typeface="Aptos" panose="020B0004020202020204" pitchFamily="34" charset="0"/>
                  <a:ea typeface="Roboto Medium" panose="02000000000000000000" pitchFamily="2" charset="0"/>
                  <a:cs typeface="Lato Semibold" panose="020F0502020204030203" pitchFamily="34" charset="0"/>
                </a:rPr>
                <a:t>Vulputate</a:t>
              </a:r>
              <a:r>
                <a:rPr lang="en-US" sz="1200" b="1">
                  <a:solidFill>
                    <a:schemeClr val="accent1"/>
                  </a:solidFill>
                  <a:latin typeface="Aptos" panose="020B0004020202020204" pitchFamily="34" charset="0"/>
                  <a:ea typeface="Roboto Medium" panose="02000000000000000000" pitchFamily="2" charset="0"/>
                  <a:cs typeface="Lato Semibold" panose="020F0502020204030203" pitchFamily="34" charset="0"/>
                </a:rPr>
                <a:t> </a:t>
              </a:r>
              <a:r>
                <a:rPr lang="en-US" sz="1200" b="1" err="1">
                  <a:solidFill>
                    <a:schemeClr val="accent1"/>
                  </a:solidFill>
                  <a:latin typeface="Aptos" panose="020B0004020202020204" pitchFamily="34" charset="0"/>
                  <a:ea typeface="Roboto Medium" panose="02000000000000000000" pitchFamily="2" charset="0"/>
                  <a:cs typeface="Lato Semibold" panose="020F0502020204030203" pitchFamily="34" charset="0"/>
                </a:rPr>
                <a:t>ut</a:t>
              </a:r>
              <a:r>
                <a:rPr lang="en-US" sz="1200" b="1">
                  <a:solidFill>
                    <a:schemeClr val="accent1"/>
                  </a:solidFill>
                  <a:latin typeface="Aptos" panose="020B0004020202020204" pitchFamily="34" charset="0"/>
                  <a:ea typeface="Roboto Medium" panose="02000000000000000000" pitchFamily="2" charset="0"/>
                  <a:cs typeface="Lato Semibold" panose="020F0502020204030203" pitchFamily="34" charset="0"/>
                </a:rPr>
                <a:t> pharetra sit</a:t>
              </a:r>
            </a:p>
            <a:p>
              <a:pPr fontAlgn="base">
                <a:lnSpc>
                  <a:spcPct val="110000"/>
                </a:lnSpc>
                <a:spcBef>
                  <a:spcPts val="600"/>
                </a:spcBef>
                <a:buClr>
                  <a:schemeClr val="tx2"/>
                </a:buClr>
                <a:buSzPct val="105000"/>
              </a:pPr>
              <a:r>
                <a:rPr lang="en-GB" sz="1200">
                  <a:solidFill>
                    <a:schemeClr val="tx1">
                      <a:lumMod val="65000"/>
                      <a:lumOff val="35000"/>
                    </a:schemeClr>
                  </a:solidFill>
                  <a:latin typeface="Aptos" panose="020B0004020202020204" pitchFamily="34" charset="0"/>
                </a:rPr>
                <a:t>Gravida </a:t>
              </a:r>
              <a:r>
                <a:rPr lang="en-GB" sz="1200" err="1">
                  <a:solidFill>
                    <a:schemeClr val="tx1">
                      <a:lumMod val="65000"/>
                      <a:lumOff val="35000"/>
                    </a:schemeClr>
                  </a:solidFill>
                  <a:latin typeface="Aptos" panose="020B0004020202020204" pitchFamily="34" charset="0"/>
                </a:rPr>
                <a:t>quis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blandit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turpis</a:t>
              </a:r>
              <a:br>
                <a:rPr lang="el-GR" sz="1200">
                  <a:solidFill>
                    <a:schemeClr val="tx1">
                      <a:lumMod val="65000"/>
                      <a:lumOff val="35000"/>
                    </a:schemeClr>
                  </a:solidFill>
                  <a:latin typeface="Aptos" panose="020B0004020202020204" pitchFamily="34" charset="0"/>
                </a:rPr>
              </a:br>
              <a:r>
                <a:rPr lang="en-GB" sz="1200">
                  <a:solidFill>
                    <a:schemeClr val="tx1">
                      <a:lumMod val="65000"/>
                      <a:lumOff val="35000"/>
                    </a:schemeClr>
                  </a:solidFill>
                  <a:latin typeface="Aptos" panose="020B0004020202020204" pitchFamily="34" charset="0"/>
                </a:rPr>
                <a:t>cursus in hac </a:t>
              </a:r>
              <a:r>
                <a:rPr lang="en-GB" sz="1200" err="1">
                  <a:solidFill>
                    <a:schemeClr val="tx1">
                      <a:lumMod val="65000"/>
                      <a:lumOff val="35000"/>
                    </a:schemeClr>
                  </a:solidFill>
                  <a:latin typeface="Aptos" panose="020B0004020202020204" pitchFamily="34" charset="0"/>
                </a:rPr>
                <a:t>habitass</a:t>
              </a:r>
              <a:r>
                <a:rPr lang="en-GB" sz="1200">
                  <a:solidFill>
                    <a:schemeClr val="tx1">
                      <a:lumMod val="65000"/>
                      <a:lumOff val="35000"/>
                    </a:schemeClr>
                  </a:solidFill>
                  <a:latin typeface="Aptos" panose="020B0004020202020204" pitchFamily="34" charset="0"/>
                </a:rPr>
                <a:t>.</a:t>
              </a:r>
            </a:p>
          </p:txBody>
        </p:sp>
        <p:sp>
          <p:nvSpPr>
            <p:cNvPr id="13" name="Oval 12">
              <a:extLst>
                <a:ext uri="{FF2B5EF4-FFF2-40B4-BE49-F238E27FC236}">
                  <a16:creationId xmlns:a16="http://schemas.microsoft.com/office/drawing/2014/main" id="{A7690E43-415A-7FE9-AE9D-FEA7D479E10C}"/>
                </a:ext>
              </a:extLst>
            </p:cNvPr>
            <p:cNvSpPr/>
            <p:nvPr/>
          </p:nvSpPr>
          <p:spPr>
            <a:xfrm>
              <a:off x="336549" y="3452522"/>
              <a:ext cx="1054681" cy="1054681"/>
            </a:xfrm>
            <a:prstGeom prst="ellipse">
              <a:avLst/>
            </a:prstGeom>
            <a:solidFill>
              <a:schemeClr val="accent2"/>
            </a:solidFill>
            <a:ln w="180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r>
                <a:rPr lang="en-US" sz="3200" b="1">
                  <a:solidFill>
                    <a:schemeClr val="bg1"/>
                  </a:solidFill>
                  <a:latin typeface="Aptos" panose="020B0004020202020204" pitchFamily="34" charset="0"/>
                  <a:ea typeface="Roboto Medium" panose="02000000000000000000" pitchFamily="2" charset="0"/>
                  <a:cs typeface="Lato Semibold" panose="020F0502020204030203" pitchFamily="34" charset="0"/>
                </a:rPr>
                <a:t>2</a:t>
              </a:r>
            </a:p>
          </p:txBody>
        </p:sp>
        <p:sp>
          <p:nvSpPr>
            <p:cNvPr id="21" name="Rectangle 20">
              <a:extLst>
                <a:ext uri="{FF2B5EF4-FFF2-40B4-BE49-F238E27FC236}">
                  <a16:creationId xmlns:a16="http://schemas.microsoft.com/office/drawing/2014/main" id="{7E2CC07F-58F6-1D4B-6089-C12478A79063}"/>
                </a:ext>
              </a:extLst>
            </p:cNvPr>
            <p:cNvSpPr/>
            <p:nvPr/>
          </p:nvSpPr>
          <p:spPr>
            <a:xfrm>
              <a:off x="4807146" y="3452521"/>
              <a:ext cx="3086587" cy="1054681"/>
            </a:xfrm>
            <a:prstGeom prst="rect">
              <a:avLst/>
            </a:prstGeom>
            <a:solidFill>
              <a:srgbClr val="F5F8F6"/>
            </a:solidFill>
            <a:ln w="0">
              <a:noFill/>
            </a:ln>
          </p:spPr>
          <p:style>
            <a:lnRef idx="2">
              <a:schemeClr val="accent1">
                <a:shade val="50000"/>
              </a:schemeClr>
            </a:lnRef>
            <a:fillRef idx="1">
              <a:schemeClr val="accent1"/>
            </a:fillRef>
            <a:effectRef idx="0">
              <a:schemeClr val="accent1"/>
            </a:effectRef>
            <a:fontRef idx="minor">
              <a:schemeClr val="lt1"/>
            </a:fontRef>
          </p:style>
          <p:txBody>
            <a:bodyPr lIns="720000" tIns="0" rIns="0" bIns="0" rtlCol="0" anchor="ctr"/>
            <a:lstStyle/>
            <a:p>
              <a:pPr fontAlgn="base">
                <a:lnSpc>
                  <a:spcPct val="110000"/>
                </a:lnSpc>
                <a:spcBef>
                  <a:spcPts val="600"/>
                </a:spcBef>
                <a:buClr>
                  <a:schemeClr val="tx2"/>
                </a:buClr>
                <a:buSzPct val="105000"/>
              </a:pPr>
              <a:r>
                <a:rPr lang="en-US" sz="1200" b="1">
                  <a:solidFill>
                    <a:schemeClr val="accent1"/>
                  </a:solidFill>
                  <a:latin typeface="Aptos" panose="020B0004020202020204" pitchFamily="34" charset="0"/>
                  <a:ea typeface="Roboto Medium" panose="02000000000000000000" pitchFamily="2" charset="0"/>
                  <a:cs typeface="Lato Semibold" panose="020F0502020204030203" pitchFamily="34" charset="0"/>
                </a:rPr>
                <a:t>Est </a:t>
              </a:r>
              <a:r>
                <a:rPr lang="en-US" sz="1200" b="1" err="1">
                  <a:solidFill>
                    <a:schemeClr val="accent1"/>
                  </a:solidFill>
                  <a:latin typeface="Aptos" panose="020B0004020202020204" pitchFamily="34" charset="0"/>
                  <a:ea typeface="Roboto Medium" panose="02000000000000000000" pitchFamily="2" charset="0"/>
                  <a:cs typeface="Lato Semibold" panose="020F0502020204030203" pitchFamily="34" charset="0"/>
                </a:rPr>
                <a:t>pellentesque</a:t>
              </a:r>
              <a:r>
                <a:rPr lang="en-US" sz="1200" b="1">
                  <a:solidFill>
                    <a:schemeClr val="accent1"/>
                  </a:solidFill>
                  <a:latin typeface="Aptos" panose="020B0004020202020204" pitchFamily="34" charset="0"/>
                  <a:ea typeface="Roboto Medium" panose="02000000000000000000" pitchFamily="2" charset="0"/>
                  <a:cs typeface="Lato Semibold" panose="020F0502020204030203" pitchFamily="34" charset="0"/>
                </a:rPr>
                <a:t> </a:t>
              </a:r>
              <a:r>
                <a:rPr lang="en-US" sz="1200" b="1" err="1">
                  <a:solidFill>
                    <a:schemeClr val="accent1"/>
                  </a:solidFill>
                  <a:latin typeface="Aptos" panose="020B0004020202020204" pitchFamily="34" charset="0"/>
                  <a:ea typeface="Roboto Medium" panose="02000000000000000000" pitchFamily="2" charset="0"/>
                  <a:cs typeface="Lato Semibold" panose="020F0502020204030203" pitchFamily="34" charset="0"/>
                </a:rPr>
                <a:t>elit</a:t>
              </a:r>
              <a:r>
                <a:rPr lang="en-US" sz="1200" b="1">
                  <a:solidFill>
                    <a:schemeClr val="accent1"/>
                  </a:solidFill>
                  <a:latin typeface="Aptos" panose="020B0004020202020204" pitchFamily="34" charset="0"/>
                  <a:ea typeface="Roboto Medium" panose="02000000000000000000" pitchFamily="2" charset="0"/>
                  <a:cs typeface="Lato Semibold" panose="020F0502020204030203" pitchFamily="34" charset="0"/>
                </a:rPr>
                <a:t> </a:t>
              </a:r>
            </a:p>
            <a:p>
              <a:pPr fontAlgn="base">
                <a:lnSpc>
                  <a:spcPct val="110000"/>
                </a:lnSpc>
                <a:spcBef>
                  <a:spcPts val="600"/>
                </a:spcBef>
                <a:buClr>
                  <a:schemeClr val="tx2"/>
                </a:buClr>
                <a:buSzPct val="105000"/>
              </a:pPr>
              <a:r>
                <a:rPr lang="en-GB" sz="1200">
                  <a:solidFill>
                    <a:schemeClr val="tx1">
                      <a:lumMod val="65000"/>
                      <a:lumOff val="35000"/>
                    </a:schemeClr>
                  </a:solidFill>
                  <a:latin typeface="Aptos" panose="020B0004020202020204" pitchFamily="34" charset="0"/>
                </a:rPr>
                <a:t>Leo </a:t>
              </a:r>
              <a:r>
                <a:rPr lang="en-GB" sz="1200" err="1">
                  <a:solidFill>
                    <a:schemeClr val="tx1">
                      <a:lumMod val="65000"/>
                      <a:lumOff val="35000"/>
                    </a:schemeClr>
                  </a:solidFill>
                  <a:latin typeface="Aptos" panose="020B0004020202020204" pitchFamily="34" charset="0"/>
                </a:rPr>
                <a:t>vel</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fringilla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estnadianto</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ullamcorper</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eget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nulla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facil</a:t>
              </a:r>
              <a:r>
                <a:rPr lang="en-GB" sz="1200">
                  <a:solidFill>
                    <a:schemeClr val="tx1">
                      <a:lumMod val="65000"/>
                      <a:lumOff val="35000"/>
                    </a:schemeClr>
                  </a:solidFill>
                  <a:latin typeface="Aptos" panose="020B0004020202020204" pitchFamily="34" charset="0"/>
                </a:rPr>
                <a:t>.</a:t>
              </a:r>
            </a:p>
          </p:txBody>
        </p:sp>
        <p:sp>
          <p:nvSpPr>
            <p:cNvPr id="22" name="Oval 21">
              <a:extLst>
                <a:ext uri="{FF2B5EF4-FFF2-40B4-BE49-F238E27FC236}">
                  <a16:creationId xmlns:a16="http://schemas.microsoft.com/office/drawing/2014/main" id="{6033C7F4-6B4F-2236-F3EC-75A4AB50B9E1}"/>
                </a:ext>
              </a:extLst>
            </p:cNvPr>
            <p:cNvSpPr/>
            <p:nvPr/>
          </p:nvSpPr>
          <p:spPr>
            <a:xfrm>
              <a:off x="4303431" y="3452522"/>
              <a:ext cx="1054681" cy="1054681"/>
            </a:xfrm>
            <a:prstGeom prst="ellipse">
              <a:avLst/>
            </a:prstGeom>
            <a:solidFill>
              <a:schemeClr val="accent2"/>
            </a:solidFill>
            <a:ln w="180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r>
                <a:rPr lang="en-US" sz="3200" b="1">
                  <a:solidFill>
                    <a:schemeClr val="bg1"/>
                  </a:solidFill>
                  <a:latin typeface="Aptos" panose="020B0004020202020204" pitchFamily="34" charset="0"/>
                  <a:ea typeface="Roboto Medium" panose="02000000000000000000" pitchFamily="2" charset="0"/>
                  <a:cs typeface="Lato Semibold" panose="020F0502020204030203" pitchFamily="34" charset="0"/>
                </a:rPr>
                <a:t>5</a:t>
              </a:r>
            </a:p>
          </p:txBody>
        </p:sp>
        <p:sp>
          <p:nvSpPr>
            <p:cNvPr id="30" name="Rectangle 29">
              <a:extLst>
                <a:ext uri="{FF2B5EF4-FFF2-40B4-BE49-F238E27FC236}">
                  <a16:creationId xmlns:a16="http://schemas.microsoft.com/office/drawing/2014/main" id="{ECBEC6B0-2E72-39AE-5FAF-2E065957473F}"/>
                </a:ext>
              </a:extLst>
            </p:cNvPr>
            <p:cNvSpPr/>
            <p:nvPr/>
          </p:nvSpPr>
          <p:spPr>
            <a:xfrm>
              <a:off x="8760581" y="3452521"/>
              <a:ext cx="3086587" cy="1054681"/>
            </a:xfrm>
            <a:prstGeom prst="rect">
              <a:avLst/>
            </a:prstGeom>
            <a:solidFill>
              <a:srgbClr val="F5F8F6"/>
            </a:solidFill>
            <a:ln w="0">
              <a:noFill/>
            </a:ln>
          </p:spPr>
          <p:style>
            <a:lnRef idx="2">
              <a:schemeClr val="accent1">
                <a:shade val="50000"/>
              </a:schemeClr>
            </a:lnRef>
            <a:fillRef idx="1">
              <a:schemeClr val="accent1"/>
            </a:fillRef>
            <a:effectRef idx="0">
              <a:schemeClr val="accent1"/>
            </a:effectRef>
            <a:fontRef idx="minor">
              <a:schemeClr val="lt1"/>
            </a:fontRef>
          </p:style>
          <p:txBody>
            <a:bodyPr lIns="720000" tIns="0" rIns="0" bIns="0" rtlCol="0" anchor="ctr"/>
            <a:lstStyle/>
            <a:p>
              <a:pPr fontAlgn="base">
                <a:lnSpc>
                  <a:spcPct val="110000"/>
                </a:lnSpc>
                <a:spcBef>
                  <a:spcPts val="600"/>
                </a:spcBef>
                <a:buClr>
                  <a:schemeClr val="tx2"/>
                </a:buClr>
                <a:buSzPct val="105000"/>
              </a:pPr>
              <a:r>
                <a:rPr lang="en-US" sz="1200" b="1" err="1">
                  <a:solidFill>
                    <a:schemeClr val="accent1"/>
                  </a:solidFill>
                  <a:latin typeface="Aptos" panose="020B0004020202020204" pitchFamily="34" charset="0"/>
                  <a:ea typeface="Roboto Medium" panose="02000000000000000000" pitchFamily="2" charset="0"/>
                  <a:cs typeface="Lato Semibold" panose="020F0502020204030203" pitchFamily="34" charset="0"/>
                </a:rPr>
                <a:t>Lacus</a:t>
              </a:r>
              <a:r>
                <a:rPr lang="en-US" sz="1200" b="1">
                  <a:solidFill>
                    <a:schemeClr val="accent1"/>
                  </a:solidFill>
                  <a:latin typeface="Aptos" panose="020B0004020202020204" pitchFamily="34" charset="0"/>
                  <a:ea typeface="Roboto Medium" panose="02000000000000000000" pitchFamily="2" charset="0"/>
                  <a:cs typeface="Lato Semibold" panose="020F0502020204030203" pitchFamily="34" charset="0"/>
                </a:rPr>
                <a:t> </a:t>
              </a:r>
              <a:r>
                <a:rPr lang="en-US" sz="1200" b="1" err="1">
                  <a:solidFill>
                    <a:schemeClr val="accent1"/>
                  </a:solidFill>
                  <a:latin typeface="Aptos" panose="020B0004020202020204" pitchFamily="34" charset="0"/>
                  <a:ea typeface="Roboto Medium" panose="02000000000000000000" pitchFamily="2" charset="0"/>
                  <a:cs typeface="Lato Semibold" panose="020F0502020204030203" pitchFamily="34" charset="0"/>
                </a:rPr>
                <a:t>suspendisse</a:t>
              </a:r>
              <a:r>
                <a:rPr lang="en-US" sz="1200" b="1">
                  <a:solidFill>
                    <a:schemeClr val="accent1"/>
                  </a:solidFill>
                  <a:latin typeface="Aptos" panose="020B0004020202020204" pitchFamily="34" charset="0"/>
                  <a:ea typeface="Roboto Medium" panose="02000000000000000000" pitchFamily="2" charset="0"/>
                  <a:cs typeface="Lato Semibold" panose="020F0502020204030203" pitchFamily="34" charset="0"/>
                </a:rPr>
                <a:t> </a:t>
              </a:r>
            </a:p>
            <a:p>
              <a:pPr fontAlgn="base">
                <a:lnSpc>
                  <a:spcPct val="110000"/>
                </a:lnSpc>
                <a:spcBef>
                  <a:spcPts val="600"/>
                </a:spcBef>
                <a:buClr>
                  <a:schemeClr val="tx2"/>
                </a:buClr>
                <a:buSzPct val="105000"/>
              </a:pPr>
              <a:r>
                <a:rPr lang="en-GB" sz="1200">
                  <a:solidFill>
                    <a:schemeClr val="tx1">
                      <a:lumMod val="65000"/>
                      <a:lumOff val="35000"/>
                    </a:schemeClr>
                  </a:solidFill>
                  <a:latin typeface="Aptos" panose="020B0004020202020204" pitchFamily="34" charset="0"/>
                </a:rPr>
                <a:t>Ac </a:t>
              </a:r>
              <a:r>
                <a:rPr lang="en-GB" sz="1200" err="1">
                  <a:solidFill>
                    <a:schemeClr val="tx1">
                      <a:lumMod val="65000"/>
                      <a:lumOff val="35000"/>
                    </a:schemeClr>
                  </a:solidFill>
                  <a:latin typeface="Aptos" panose="020B0004020202020204" pitchFamily="34" charset="0"/>
                </a:rPr>
                <a:t>feugiat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sed</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lectus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vestibu</a:t>
              </a:r>
              <a:br>
                <a:rPr lang="el-GR" sz="1200">
                  <a:solidFill>
                    <a:schemeClr val="tx1">
                      <a:lumMod val="65000"/>
                      <a:lumOff val="35000"/>
                    </a:schemeClr>
                  </a:solidFill>
                  <a:latin typeface="Aptos" panose="020B0004020202020204" pitchFamily="34" charset="0"/>
                </a:rPr>
              </a:br>
              <a:r>
                <a:rPr lang="en-GB" sz="1200" err="1">
                  <a:solidFill>
                    <a:schemeClr val="tx1">
                      <a:lumMod val="65000"/>
                      <a:lumOff val="35000"/>
                    </a:schemeClr>
                  </a:solidFill>
                  <a:latin typeface="Aptos" panose="020B0004020202020204" pitchFamily="34" charset="0"/>
                </a:rPr>
                <a:t>mattis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ullamcorper</a:t>
              </a:r>
              <a:r>
                <a:rPr lang="en-GB" sz="1200">
                  <a:solidFill>
                    <a:schemeClr val="tx1">
                      <a:lumMod val="65000"/>
                      <a:lumOff val="35000"/>
                    </a:schemeClr>
                  </a:solidFill>
                  <a:latin typeface="Aptos" panose="020B0004020202020204" pitchFamily="34" charset="0"/>
                </a:rPr>
                <a:t>.</a:t>
              </a:r>
            </a:p>
          </p:txBody>
        </p:sp>
        <p:sp>
          <p:nvSpPr>
            <p:cNvPr id="31" name="Oval 30">
              <a:extLst>
                <a:ext uri="{FF2B5EF4-FFF2-40B4-BE49-F238E27FC236}">
                  <a16:creationId xmlns:a16="http://schemas.microsoft.com/office/drawing/2014/main" id="{CF403AF5-70BB-8C53-3A55-E541D10E4262}"/>
                </a:ext>
              </a:extLst>
            </p:cNvPr>
            <p:cNvSpPr/>
            <p:nvPr/>
          </p:nvSpPr>
          <p:spPr>
            <a:xfrm>
              <a:off x="8256866" y="3452522"/>
              <a:ext cx="1054681" cy="1054681"/>
            </a:xfrm>
            <a:prstGeom prst="ellipse">
              <a:avLst/>
            </a:prstGeom>
            <a:solidFill>
              <a:schemeClr val="accent2"/>
            </a:solidFill>
            <a:ln w="180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r>
                <a:rPr lang="en-US" sz="3200" b="1">
                  <a:solidFill>
                    <a:schemeClr val="bg1"/>
                  </a:solidFill>
                  <a:latin typeface="Aptos" panose="020B0004020202020204" pitchFamily="34" charset="0"/>
                  <a:ea typeface="Roboto Medium" panose="02000000000000000000" pitchFamily="2" charset="0"/>
                  <a:cs typeface="Lato Semibold" panose="020F0502020204030203" pitchFamily="34" charset="0"/>
                </a:rPr>
                <a:t>8</a:t>
              </a:r>
            </a:p>
          </p:txBody>
        </p:sp>
      </p:grpSp>
      <p:grpSp>
        <p:nvGrpSpPr>
          <p:cNvPr id="7" name="Group 6">
            <a:extLst>
              <a:ext uri="{FF2B5EF4-FFF2-40B4-BE49-F238E27FC236}">
                <a16:creationId xmlns:a16="http://schemas.microsoft.com/office/drawing/2014/main" id="{12E7E4FA-BDC0-5871-EF57-5D9FCB7952AE}"/>
              </a:ext>
            </a:extLst>
          </p:cNvPr>
          <p:cNvGrpSpPr/>
          <p:nvPr/>
        </p:nvGrpSpPr>
        <p:grpSpPr>
          <a:xfrm>
            <a:off x="336549" y="4513801"/>
            <a:ext cx="11510619" cy="1054684"/>
            <a:chOff x="336549" y="4715888"/>
            <a:chExt cx="11510619" cy="1054684"/>
          </a:xfrm>
        </p:grpSpPr>
        <p:sp>
          <p:nvSpPr>
            <p:cNvPr id="15" name="Rectangle 14">
              <a:extLst>
                <a:ext uri="{FF2B5EF4-FFF2-40B4-BE49-F238E27FC236}">
                  <a16:creationId xmlns:a16="http://schemas.microsoft.com/office/drawing/2014/main" id="{7726EDB6-72A0-234E-7A8E-5F7A413B5CB7}"/>
                </a:ext>
              </a:extLst>
            </p:cNvPr>
            <p:cNvSpPr/>
            <p:nvPr/>
          </p:nvSpPr>
          <p:spPr>
            <a:xfrm>
              <a:off x="840264" y="4715888"/>
              <a:ext cx="3086587" cy="1054681"/>
            </a:xfrm>
            <a:prstGeom prst="rect">
              <a:avLst/>
            </a:prstGeom>
            <a:solidFill>
              <a:srgbClr val="F5F8F6"/>
            </a:solidFill>
            <a:ln w="0">
              <a:noFill/>
            </a:ln>
          </p:spPr>
          <p:style>
            <a:lnRef idx="2">
              <a:schemeClr val="accent1">
                <a:shade val="50000"/>
              </a:schemeClr>
            </a:lnRef>
            <a:fillRef idx="1">
              <a:schemeClr val="accent1"/>
            </a:fillRef>
            <a:effectRef idx="0">
              <a:schemeClr val="accent1"/>
            </a:effectRef>
            <a:fontRef idx="minor">
              <a:schemeClr val="lt1"/>
            </a:fontRef>
          </p:style>
          <p:txBody>
            <a:bodyPr lIns="720000" tIns="0" rIns="0" bIns="0" rtlCol="0" anchor="ctr"/>
            <a:lstStyle/>
            <a:p>
              <a:pPr fontAlgn="base">
                <a:lnSpc>
                  <a:spcPct val="110000"/>
                </a:lnSpc>
                <a:spcBef>
                  <a:spcPts val="600"/>
                </a:spcBef>
                <a:buClr>
                  <a:schemeClr val="tx2"/>
                </a:buClr>
                <a:buSzPct val="105000"/>
              </a:pPr>
              <a:r>
                <a:rPr lang="en-US" sz="1200" b="1" err="1">
                  <a:solidFill>
                    <a:schemeClr val="accent1"/>
                  </a:solidFill>
                  <a:latin typeface="Aptos" panose="020B0004020202020204" pitchFamily="34" charset="0"/>
                  <a:ea typeface="Roboto Medium" panose="02000000000000000000" pitchFamily="2" charset="0"/>
                  <a:cs typeface="Lato Semibold" panose="020F0502020204030203" pitchFamily="34" charset="0"/>
                </a:rPr>
                <a:t>Risus</a:t>
              </a:r>
              <a:r>
                <a:rPr lang="en-US" sz="1200" b="1">
                  <a:solidFill>
                    <a:schemeClr val="accent1"/>
                  </a:solidFill>
                  <a:latin typeface="Aptos" panose="020B0004020202020204" pitchFamily="34" charset="0"/>
                  <a:ea typeface="Roboto Medium" panose="02000000000000000000" pitchFamily="2" charset="0"/>
                  <a:cs typeface="Lato Semibold" panose="020F0502020204030203" pitchFamily="34" charset="0"/>
                </a:rPr>
                <a:t> </a:t>
              </a:r>
              <a:r>
                <a:rPr lang="en-US" sz="1200" b="1" err="1">
                  <a:solidFill>
                    <a:schemeClr val="accent1"/>
                  </a:solidFill>
                  <a:latin typeface="Aptos" panose="020B0004020202020204" pitchFamily="34" charset="0"/>
                  <a:ea typeface="Roboto Medium" panose="02000000000000000000" pitchFamily="2" charset="0"/>
                  <a:cs typeface="Lato Semibold" panose="020F0502020204030203" pitchFamily="34" charset="0"/>
                </a:rPr>
                <a:t>feugiat</a:t>
              </a:r>
              <a:r>
                <a:rPr lang="en-US" sz="1200" b="1">
                  <a:solidFill>
                    <a:schemeClr val="accent1"/>
                  </a:solidFill>
                  <a:latin typeface="Aptos" panose="020B0004020202020204" pitchFamily="34" charset="0"/>
                  <a:ea typeface="Roboto Medium" panose="02000000000000000000" pitchFamily="2" charset="0"/>
                  <a:cs typeface="Lato Semibold" panose="020F0502020204030203" pitchFamily="34" charset="0"/>
                </a:rPr>
                <a:t> in </a:t>
              </a:r>
              <a:r>
                <a:rPr lang="en-US" sz="1200" b="1" err="1">
                  <a:solidFill>
                    <a:schemeClr val="accent1"/>
                  </a:solidFill>
                  <a:latin typeface="Aptos" panose="020B0004020202020204" pitchFamily="34" charset="0"/>
                  <a:ea typeface="Roboto Medium" panose="02000000000000000000" pitchFamily="2" charset="0"/>
                  <a:cs typeface="Lato Semibold" panose="020F0502020204030203" pitchFamily="34" charset="0"/>
                </a:rPr>
                <a:t>thoulanti</a:t>
              </a:r>
              <a:endParaRPr lang="en-US" sz="1200" b="1">
                <a:solidFill>
                  <a:schemeClr val="accent1"/>
                </a:solidFill>
                <a:latin typeface="Aptos" panose="020B0004020202020204" pitchFamily="34" charset="0"/>
                <a:ea typeface="Roboto Medium" panose="02000000000000000000" pitchFamily="2" charset="0"/>
                <a:cs typeface="Lato Semibold" panose="020F0502020204030203" pitchFamily="34" charset="0"/>
              </a:endParaRPr>
            </a:p>
            <a:p>
              <a:pPr fontAlgn="base">
                <a:lnSpc>
                  <a:spcPct val="110000"/>
                </a:lnSpc>
                <a:spcBef>
                  <a:spcPts val="600"/>
                </a:spcBef>
                <a:buClr>
                  <a:schemeClr val="tx2"/>
                </a:buClr>
                <a:buSzPct val="105000"/>
              </a:pPr>
              <a:r>
                <a:rPr lang="en-GB" sz="1200" err="1">
                  <a:solidFill>
                    <a:schemeClr val="tx1">
                      <a:lumMod val="65000"/>
                      <a:lumOff val="35000"/>
                    </a:schemeClr>
                  </a:solidFill>
                  <a:latin typeface="Aptos" panose="020B0004020202020204" pitchFamily="34" charset="0"/>
                </a:rPr>
                <a:t>Ornare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lectus</a:t>
              </a:r>
              <a:r>
                <a:rPr lang="en-GB" sz="1200">
                  <a:solidFill>
                    <a:schemeClr val="tx1">
                      <a:lumMod val="65000"/>
                      <a:lumOff val="35000"/>
                    </a:schemeClr>
                  </a:solidFill>
                  <a:latin typeface="Aptos" panose="020B0004020202020204" pitchFamily="34" charset="0"/>
                </a:rPr>
                <a:t> sit </a:t>
              </a:r>
              <a:r>
                <a:rPr lang="en-GB" sz="1200" err="1">
                  <a:solidFill>
                    <a:schemeClr val="tx1">
                      <a:lumMod val="65000"/>
                      <a:lumOff val="35000"/>
                    </a:schemeClr>
                  </a:solidFill>
                  <a:latin typeface="Aptos" panose="020B0004020202020204" pitchFamily="34" charset="0"/>
                </a:rPr>
                <a:t>amet</a:t>
              </a:r>
              <a:r>
                <a:rPr lang="en-GB" sz="1200">
                  <a:solidFill>
                    <a:schemeClr val="tx1">
                      <a:lumMod val="65000"/>
                      <a:lumOff val="35000"/>
                    </a:schemeClr>
                  </a:solidFill>
                  <a:latin typeface="Aptos" panose="020B0004020202020204" pitchFamily="34" charset="0"/>
                </a:rPr>
                <a:t> est.</a:t>
              </a:r>
              <a:br>
                <a:rPr lang="el-GR" sz="1200">
                  <a:solidFill>
                    <a:schemeClr val="tx1">
                      <a:lumMod val="65000"/>
                      <a:lumOff val="35000"/>
                    </a:schemeClr>
                  </a:solidFill>
                  <a:latin typeface="Aptos" panose="020B0004020202020204" pitchFamily="34" charset="0"/>
                </a:rPr>
              </a:br>
              <a:r>
                <a:rPr lang="en-GB" sz="1200" err="1">
                  <a:solidFill>
                    <a:schemeClr val="tx1">
                      <a:lumMod val="65000"/>
                      <a:lumOff val="35000"/>
                    </a:schemeClr>
                  </a:solidFill>
                  <a:latin typeface="Aptos" panose="020B0004020202020204" pitchFamily="34" charset="0"/>
                </a:rPr>
                <a:t>Ornare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massa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eget</a:t>
              </a:r>
              <a:r>
                <a:rPr lang="en-GB" sz="1200">
                  <a:solidFill>
                    <a:schemeClr val="tx1">
                      <a:lumMod val="65000"/>
                      <a:lumOff val="35000"/>
                    </a:schemeClr>
                  </a:solidFill>
                  <a:latin typeface="Aptos" panose="020B0004020202020204" pitchFamily="34" charset="0"/>
                </a:rPr>
                <a:t>.</a:t>
              </a:r>
            </a:p>
          </p:txBody>
        </p:sp>
        <p:sp>
          <p:nvSpPr>
            <p:cNvPr id="16" name="Oval 15">
              <a:extLst>
                <a:ext uri="{FF2B5EF4-FFF2-40B4-BE49-F238E27FC236}">
                  <a16:creationId xmlns:a16="http://schemas.microsoft.com/office/drawing/2014/main" id="{63BC57E5-C606-E736-E7BC-0C8E334DD0C4}"/>
                </a:ext>
              </a:extLst>
            </p:cNvPr>
            <p:cNvSpPr/>
            <p:nvPr/>
          </p:nvSpPr>
          <p:spPr>
            <a:xfrm>
              <a:off x="336549" y="4715891"/>
              <a:ext cx="1054681" cy="1054681"/>
            </a:xfrm>
            <a:prstGeom prst="ellipse">
              <a:avLst/>
            </a:prstGeom>
            <a:solidFill>
              <a:schemeClr val="accent3"/>
            </a:solidFill>
            <a:ln w="180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r>
                <a:rPr lang="en-US" sz="3200" b="1">
                  <a:solidFill>
                    <a:schemeClr val="bg1"/>
                  </a:solidFill>
                  <a:latin typeface="Aptos" panose="020B0004020202020204" pitchFamily="34" charset="0"/>
                  <a:ea typeface="Roboto Medium" panose="02000000000000000000" pitchFamily="2" charset="0"/>
                  <a:cs typeface="Lato Semibold" panose="020F0502020204030203" pitchFamily="34" charset="0"/>
                </a:rPr>
                <a:t>3</a:t>
              </a:r>
            </a:p>
          </p:txBody>
        </p:sp>
        <p:sp>
          <p:nvSpPr>
            <p:cNvPr id="24" name="Rectangle 23">
              <a:extLst>
                <a:ext uri="{FF2B5EF4-FFF2-40B4-BE49-F238E27FC236}">
                  <a16:creationId xmlns:a16="http://schemas.microsoft.com/office/drawing/2014/main" id="{43C3EB21-8784-2F4C-30F0-77F9A1531C27}"/>
                </a:ext>
              </a:extLst>
            </p:cNvPr>
            <p:cNvSpPr/>
            <p:nvPr/>
          </p:nvSpPr>
          <p:spPr>
            <a:xfrm>
              <a:off x="4807146" y="4715888"/>
              <a:ext cx="3086587" cy="1054681"/>
            </a:xfrm>
            <a:prstGeom prst="rect">
              <a:avLst/>
            </a:prstGeom>
            <a:solidFill>
              <a:srgbClr val="F5F8F6"/>
            </a:solidFill>
            <a:ln w="0">
              <a:noFill/>
            </a:ln>
          </p:spPr>
          <p:style>
            <a:lnRef idx="2">
              <a:schemeClr val="accent1">
                <a:shade val="50000"/>
              </a:schemeClr>
            </a:lnRef>
            <a:fillRef idx="1">
              <a:schemeClr val="accent1"/>
            </a:fillRef>
            <a:effectRef idx="0">
              <a:schemeClr val="accent1"/>
            </a:effectRef>
            <a:fontRef idx="minor">
              <a:schemeClr val="lt1"/>
            </a:fontRef>
          </p:style>
          <p:txBody>
            <a:bodyPr lIns="720000" tIns="0" rIns="0" bIns="0" rtlCol="0" anchor="ctr"/>
            <a:lstStyle/>
            <a:p>
              <a:pPr fontAlgn="base">
                <a:lnSpc>
                  <a:spcPct val="110000"/>
                </a:lnSpc>
                <a:spcBef>
                  <a:spcPts val="600"/>
                </a:spcBef>
                <a:buClr>
                  <a:schemeClr val="tx2"/>
                </a:buClr>
                <a:buSzPct val="105000"/>
              </a:pPr>
              <a:r>
                <a:rPr lang="en-US" sz="1200" b="1">
                  <a:solidFill>
                    <a:schemeClr val="accent1"/>
                  </a:solidFill>
                  <a:latin typeface="Aptos" panose="020B0004020202020204" pitchFamily="34" charset="0"/>
                  <a:ea typeface="Roboto Medium" panose="02000000000000000000" pitchFamily="2" charset="0"/>
                  <a:cs typeface="Lato Semibold" panose="020F0502020204030203" pitchFamily="34" charset="0"/>
                </a:rPr>
                <a:t>In </a:t>
              </a:r>
              <a:r>
                <a:rPr lang="en-US" sz="1200" b="1" err="1">
                  <a:solidFill>
                    <a:schemeClr val="accent1"/>
                  </a:solidFill>
                  <a:latin typeface="Aptos" panose="020B0004020202020204" pitchFamily="34" charset="0"/>
                  <a:ea typeface="Roboto Medium" panose="02000000000000000000" pitchFamily="2" charset="0"/>
                  <a:cs typeface="Lato Semibold" panose="020F0502020204030203" pitchFamily="34" charset="0"/>
                </a:rPr>
                <a:t>hendrerit</a:t>
              </a:r>
              <a:r>
                <a:rPr lang="en-US" sz="1200" b="1">
                  <a:solidFill>
                    <a:schemeClr val="accent1"/>
                  </a:solidFill>
                  <a:latin typeface="Aptos" panose="020B0004020202020204" pitchFamily="34" charset="0"/>
                  <a:ea typeface="Roboto Medium" panose="02000000000000000000" pitchFamily="2" charset="0"/>
                  <a:cs typeface="Lato Semibold" panose="020F0502020204030203" pitchFamily="34" charset="0"/>
                </a:rPr>
                <a:t> gravida</a:t>
              </a:r>
            </a:p>
            <a:p>
              <a:pPr fontAlgn="base">
                <a:lnSpc>
                  <a:spcPct val="110000"/>
                </a:lnSpc>
                <a:spcBef>
                  <a:spcPts val="600"/>
                </a:spcBef>
                <a:buClr>
                  <a:schemeClr val="tx2"/>
                </a:buClr>
                <a:buSzPct val="105000"/>
              </a:pPr>
              <a:r>
                <a:rPr lang="en-GB" sz="1200">
                  <a:solidFill>
                    <a:schemeClr val="tx1">
                      <a:lumMod val="65000"/>
                      <a:lumOff val="35000"/>
                    </a:schemeClr>
                  </a:solidFill>
                  <a:latin typeface="Aptos" panose="020B0004020202020204" pitchFamily="34" charset="0"/>
                </a:rPr>
                <a:t>Nisi </a:t>
              </a:r>
              <a:r>
                <a:rPr lang="en-GB" sz="1200" err="1">
                  <a:solidFill>
                    <a:schemeClr val="tx1">
                      <a:lumMod val="65000"/>
                      <a:lumOff val="35000"/>
                    </a:schemeClr>
                  </a:solidFill>
                  <a:latin typeface="Aptos" panose="020B0004020202020204" pitchFamily="34" charset="0"/>
                </a:rPr>
                <a:t>quis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eleifend</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quam</a:t>
              </a:r>
              <a:br>
                <a:rPr lang="el-GR" sz="1200">
                  <a:solidFill>
                    <a:schemeClr val="tx1">
                      <a:lumMod val="65000"/>
                      <a:lumOff val="35000"/>
                    </a:schemeClr>
                  </a:solidFill>
                  <a:latin typeface="Aptos" panose="020B0004020202020204" pitchFamily="34" charset="0"/>
                </a:rPr>
              </a:br>
              <a:r>
                <a:rPr lang="en-GB" sz="1200" err="1">
                  <a:solidFill>
                    <a:schemeClr val="tx1">
                      <a:lumMod val="65000"/>
                      <a:lumOff val="35000"/>
                    </a:schemeClr>
                  </a:solidFill>
                  <a:latin typeface="Aptos" panose="020B0004020202020204" pitchFamily="34" charset="0"/>
                </a:rPr>
                <a:t>adipiscing</a:t>
              </a:r>
              <a:r>
                <a:rPr lang="en-GB" sz="1200">
                  <a:solidFill>
                    <a:schemeClr val="tx1">
                      <a:lumMod val="65000"/>
                      <a:lumOff val="35000"/>
                    </a:schemeClr>
                  </a:solidFill>
                  <a:latin typeface="Aptos" panose="020B0004020202020204" pitchFamily="34" charset="0"/>
                </a:rPr>
                <a:t> vitae </a:t>
              </a:r>
              <a:r>
                <a:rPr lang="en-GB" sz="1200" err="1">
                  <a:solidFill>
                    <a:schemeClr val="tx1">
                      <a:lumMod val="65000"/>
                      <a:lumOff val="35000"/>
                    </a:schemeClr>
                  </a:solidFill>
                  <a:latin typeface="Aptos" panose="020B0004020202020204" pitchFamily="34" charset="0"/>
                </a:rPr>
                <a:t>proin</a:t>
              </a:r>
              <a:r>
                <a:rPr lang="en-GB" sz="1200">
                  <a:solidFill>
                    <a:schemeClr val="tx1">
                      <a:lumMod val="65000"/>
                      <a:lumOff val="35000"/>
                    </a:schemeClr>
                  </a:solidFill>
                  <a:latin typeface="Aptos" panose="020B0004020202020204" pitchFamily="34" charset="0"/>
                </a:rPr>
                <a:t>.</a:t>
              </a:r>
            </a:p>
          </p:txBody>
        </p:sp>
        <p:sp>
          <p:nvSpPr>
            <p:cNvPr id="25" name="Oval 24">
              <a:extLst>
                <a:ext uri="{FF2B5EF4-FFF2-40B4-BE49-F238E27FC236}">
                  <a16:creationId xmlns:a16="http://schemas.microsoft.com/office/drawing/2014/main" id="{5AD64CE9-88CC-AA4D-5686-47442DF5FBDD}"/>
                </a:ext>
              </a:extLst>
            </p:cNvPr>
            <p:cNvSpPr/>
            <p:nvPr/>
          </p:nvSpPr>
          <p:spPr>
            <a:xfrm>
              <a:off x="4303431" y="4715891"/>
              <a:ext cx="1054681" cy="1054681"/>
            </a:xfrm>
            <a:prstGeom prst="ellipse">
              <a:avLst/>
            </a:prstGeom>
            <a:solidFill>
              <a:schemeClr val="accent3"/>
            </a:solidFill>
            <a:ln w="180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r>
                <a:rPr lang="en-US" sz="3200" b="1">
                  <a:solidFill>
                    <a:schemeClr val="bg1"/>
                  </a:solidFill>
                  <a:latin typeface="Aptos" panose="020B0004020202020204" pitchFamily="34" charset="0"/>
                  <a:ea typeface="Roboto Medium" panose="02000000000000000000" pitchFamily="2" charset="0"/>
                  <a:cs typeface="Lato Semibold" panose="020F0502020204030203" pitchFamily="34" charset="0"/>
                </a:rPr>
                <a:t>6</a:t>
              </a:r>
            </a:p>
          </p:txBody>
        </p:sp>
        <p:sp>
          <p:nvSpPr>
            <p:cNvPr id="33" name="Rectangle 32">
              <a:extLst>
                <a:ext uri="{FF2B5EF4-FFF2-40B4-BE49-F238E27FC236}">
                  <a16:creationId xmlns:a16="http://schemas.microsoft.com/office/drawing/2014/main" id="{C549D26C-0B27-1E67-05D3-29F2A6B21B7E}"/>
                </a:ext>
              </a:extLst>
            </p:cNvPr>
            <p:cNvSpPr/>
            <p:nvPr/>
          </p:nvSpPr>
          <p:spPr>
            <a:xfrm>
              <a:off x="8760581" y="4715888"/>
              <a:ext cx="3086587" cy="1054681"/>
            </a:xfrm>
            <a:prstGeom prst="rect">
              <a:avLst/>
            </a:prstGeom>
            <a:solidFill>
              <a:srgbClr val="F5F8F6"/>
            </a:solidFill>
            <a:ln w="0">
              <a:noFill/>
            </a:ln>
          </p:spPr>
          <p:style>
            <a:lnRef idx="2">
              <a:schemeClr val="accent1">
                <a:shade val="50000"/>
              </a:schemeClr>
            </a:lnRef>
            <a:fillRef idx="1">
              <a:schemeClr val="accent1"/>
            </a:fillRef>
            <a:effectRef idx="0">
              <a:schemeClr val="accent1"/>
            </a:effectRef>
            <a:fontRef idx="minor">
              <a:schemeClr val="lt1"/>
            </a:fontRef>
          </p:style>
          <p:txBody>
            <a:bodyPr lIns="720000" tIns="0" rIns="0" bIns="0" rtlCol="0" anchor="ctr"/>
            <a:lstStyle/>
            <a:p>
              <a:pPr fontAlgn="base">
                <a:lnSpc>
                  <a:spcPct val="110000"/>
                </a:lnSpc>
                <a:spcBef>
                  <a:spcPts val="600"/>
                </a:spcBef>
                <a:buClr>
                  <a:schemeClr val="tx2"/>
                </a:buClr>
                <a:buSzPct val="105000"/>
              </a:pPr>
              <a:r>
                <a:rPr lang="en-US" sz="1200" b="1">
                  <a:solidFill>
                    <a:schemeClr val="accent1"/>
                  </a:solidFill>
                  <a:latin typeface="Aptos" panose="020B0004020202020204" pitchFamily="34" charset="0"/>
                  <a:ea typeface="Roboto Medium" panose="02000000000000000000" pitchFamily="2" charset="0"/>
                  <a:cs typeface="Lato Semibold" panose="020F0502020204030203" pitchFamily="34" charset="0"/>
                </a:rPr>
                <a:t>Massa sed </a:t>
              </a:r>
              <a:r>
                <a:rPr lang="en-US" sz="1200" b="1" err="1">
                  <a:solidFill>
                    <a:schemeClr val="accent1"/>
                  </a:solidFill>
                  <a:latin typeface="Aptos" panose="020B0004020202020204" pitchFamily="34" charset="0"/>
                  <a:ea typeface="Roboto Medium" panose="02000000000000000000" pitchFamily="2" charset="0"/>
                  <a:cs typeface="Lato Semibold" panose="020F0502020204030203" pitchFamily="34" charset="0"/>
                </a:rPr>
                <a:t>elementum</a:t>
              </a:r>
              <a:endParaRPr lang="en-US" sz="1200" b="1">
                <a:solidFill>
                  <a:schemeClr val="accent1"/>
                </a:solidFill>
                <a:latin typeface="Aptos" panose="020B0004020202020204" pitchFamily="34" charset="0"/>
                <a:ea typeface="Roboto Medium" panose="02000000000000000000" pitchFamily="2" charset="0"/>
                <a:cs typeface="Lato Semibold" panose="020F0502020204030203" pitchFamily="34" charset="0"/>
              </a:endParaRPr>
            </a:p>
            <a:p>
              <a:pPr fontAlgn="base">
                <a:lnSpc>
                  <a:spcPct val="110000"/>
                </a:lnSpc>
                <a:spcBef>
                  <a:spcPts val="600"/>
                </a:spcBef>
                <a:buClr>
                  <a:schemeClr val="tx2"/>
                </a:buClr>
                <a:buSzPct val="105000"/>
              </a:pPr>
              <a:r>
                <a:rPr lang="en-GB" sz="1200">
                  <a:solidFill>
                    <a:schemeClr val="tx1">
                      <a:lumMod val="65000"/>
                      <a:lumOff val="35000"/>
                    </a:schemeClr>
                  </a:solidFill>
                  <a:latin typeface="Aptos" panose="020B0004020202020204" pitchFamily="34" charset="0"/>
                </a:rPr>
                <a:t>In </a:t>
              </a:r>
              <a:r>
                <a:rPr lang="en-GB" sz="1200" err="1">
                  <a:solidFill>
                    <a:schemeClr val="tx1">
                      <a:lumMod val="65000"/>
                      <a:lumOff val="35000"/>
                    </a:schemeClr>
                  </a:solidFill>
                  <a:latin typeface="Aptos" panose="020B0004020202020204" pitchFamily="34" charset="0"/>
                </a:rPr>
                <a:t>pellentesque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massa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placerat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duis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ultricies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lacus</a:t>
              </a:r>
              <a:r>
                <a:rPr lang="en-GB" sz="1200">
                  <a:solidFill>
                    <a:schemeClr val="tx1">
                      <a:lumMod val="65000"/>
                      <a:lumOff val="35000"/>
                    </a:schemeClr>
                  </a:solidFill>
                  <a:latin typeface="Aptos" panose="020B0004020202020204" pitchFamily="34" charset="0"/>
                </a:rPr>
                <a:t>.</a:t>
              </a:r>
            </a:p>
          </p:txBody>
        </p:sp>
        <p:sp>
          <p:nvSpPr>
            <p:cNvPr id="34" name="Oval 33">
              <a:extLst>
                <a:ext uri="{FF2B5EF4-FFF2-40B4-BE49-F238E27FC236}">
                  <a16:creationId xmlns:a16="http://schemas.microsoft.com/office/drawing/2014/main" id="{B14A380F-B1E1-2DE6-1E59-186A5407D4E5}"/>
                </a:ext>
              </a:extLst>
            </p:cNvPr>
            <p:cNvSpPr/>
            <p:nvPr/>
          </p:nvSpPr>
          <p:spPr>
            <a:xfrm>
              <a:off x="8256866" y="4715891"/>
              <a:ext cx="1054681" cy="1054681"/>
            </a:xfrm>
            <a:prstGeom prst="ellipse">
              <a:avLst/>
            </a:prstGeom>
            <a:solidFill>
              <a:schemeClr val="accent3"/>
            </a:solidFill>
            <a:ln w="180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r>
                <a:rPr lang="en-US" sz="3200" b="1">
                  <a:solidFill>
                    <a:schemeClr val="bg1"/>
                  </a:solidFill>
                  <a:latin typeface="Aptos" panose="020B0004020202020204" pitchFamily="34" charset="0"/>
                  <a:ea typeface="Roboto Medium" panose="02000000000000000000" pitchFamily="2" charset="0"/>
                  <a:cs typeface="Lato Semibold" panose="020F0502020204030203" pitchFamily="34" charset="0"/>
                </a:rPr>
                <a:t>9</a:t>
              </a:r>
            </a:p>
          </p:txBody>
        </p:sp>
      </p:grpSp>
      <p:sp>
        <p:nvSpPr>
          <p:cNvPr id="3" name="Text Placeholder 2">
            <a:extLst>
              <a:ext uri="{FF2B5EF4-FFF2-40B4-BE49-F238E27FC236}">
                <a16:creationId xmlns:a16="http://schemas.microsoft.com/office/drawing/2014/main" id="{3959ACDA-F6B2-27FD-E071-585243BF419C}"/>
              </a:ext>
            </a:extLst>
          </p:cNvPr>
          <p:cNvSpPr>
            <a:spLocks noGrp="1"/>
          </p:cNvSpPr>
          <p:nvPr>
            <p:ph type="body" sz="quarter" idx="25"/>
          </p:nvPr>
        </p:nvSpPr>
        <p:spPr>
          <a:xfrm>
            <a:off x="332318" y="741496"/>
            <a:ext cx="11531549" cy="334515"/>
          </a:xfrm>
        </p:spPr>
        <p:txBody>
          <a:bodyPr/>
          <a:lstStyle/>
          <a:p>
            <a:r>
              <a:rPr lang="en-GR"/>
              <a:t>Infographic</a:t>
            </a:r>
          </a:p>
        </p:txBody>
      </p:sp>
    </p:spTree>
    <p:extLst>
      <p:ext uri="{BB962C8B-B14F-4D97-AF65-F5344CB8AC3E}">
        <p14:creationId xmlns:p14="http://schemas.microsoft.com/office/powerpoint/2010/main" val="359187033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A242240C-5DC2-886C-C425-BACC48AF0089}"/>
              </a:ext>
            </a:extLst>
          </p:cNvPr>
          <p:cNvSpPr>
            <a:spLocks noGrp="1"/>
          </p:cNvSpPr>
          <p:nvPr>
            <p:ph type="body" sz="quarter" idx="14"/>
          </p:nvPr>
        </p:nvSpPr>
        <p:spPr>
          <a:xfrm>
            <a:off x="331201" y="1268822"/>
            <a:ext cx="7939040" cy="364908"/>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4" name="Slide Number Placeholder 3">
            <a:extLst>
              <a:ext uri="{FF2B5EF4-FFF2-40B4-BE49-F238E27FC236}">
                <a16:creationId xmlns:a16="http://schemas.microsoft.com/office/drawing/2014/main" id="{D23775D7-0483-A9B5-FB57-075F0EDE0F4B}"/>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165</a:t>
            </a:fld>
            <a:endParaRPr lang="en-GR"/>
          </a:p>
        </p:txBody>
      </p:sp>
      <p:grpSp>
        <p:nvGrpSpPr>
          <p:cNvPr id="7" name="Group 6">
            <a:extLst>
              <a:ext uri="{FF2B5EF4-FFF2-40B4-BE49-F238E27FC236}">
                <a16:creationId xmlns:a16="http://schemas.microsoft.com/office/drawing/2014/main" id="{4FC0E407-0EEE-F6FB-A083-1F8AAFBE92E2}"/>
              </a:ext>
            </a:extLst>
          </p:cNvPr>
          <p:cNvGrpSpPr/>
          <p:nvPr/>
        </p:nvGrpSpPr>
        <p:grpSpPr>
          <a:xfrm>
            <a:off x="336549" y="1993172"/>
            <a:ext cx="11523408" cy="1087015"/>
            <a:chOff x="336549" y="2190122"/>
            <a:chExt cx="11523408" cy="1087015"/>
          </a:xfrm>
        </p:grpSpPr>
        <p:sp>
          <p:nvSpPr>
            <p:cNvPr id="13" name="Rectangle 12">
              <a:extLst>
                <a:ext uri="{FF2B5EF4-FFF2-40B4-BE49-F238E27FC236}">
                  <a16:creationId xmlns:a16="http://schemas.microsoft.com/office/drawing/2014/main" id="{C5232C89-C900-F0F8-2318-D5C3AC8044E4}"/>
                </a:ext>
              </a:extLst>
            </p:cNvPr>
            <p:cNvSpPr/>
            <p:nvPr/>
          </p:nvSpPr>
          <p:spPr>
            <a:xfrm>
              <a:off x="336549" y="2190617"/>
              <a:ext cx="1183855" cy="1086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r>
                <a:rPr lang="en-US" sz="3200" b="1">
                  <a:solidFill>
                    <a:srgbClr val="FFFFFF"/>
                  </a:solidFill>
                  <a:latin typeface="Aptos SemiBold" panose="020B0004020202020204" pitchFamily="34" charset="0"/>
                  <a:ea typeface="Roboto Medium" panose="02000000000000000000" pitchFamily="2" charset="0"/>
                  <a:cs typeface="Lato" panose="020F0502020204030203" pitchFamily="34" charset="0"/>
                </a:rPr>
                <a:t>01</a:t>
              </a:r>
            </a:p>
          </p:txBody>
        </p:sp>
        <p:sp>
          <p:nvSpPr>
            <p:cNvPr id="14" name="Rectangle 13">
              <a:extLst>
                <a:ext uri="{FF2B5EF4-FFF2-40B4-BE49-F238E27FC236}">
                  <a16:creationId xmlns:a16="http://schemas.microsoft.com/office/drawing/2014/main" id="{D9487B6B-CCCC-70E5-CAA7-987DBB9AA9F0}"/>
                </a:ext>
              </a:extLst>
            </p:cNvPr>
            <p:cNvSpPr/>
            <p:nvPr/>
          </p:nvSpPr>
          <p:spPr>
            <a:xfrm>
              <a:off x="1521295" y="2190122"/>
              <a:ext cx="4382705" cy="1086520"/>
            </a:xfrm>
            <a:prstGeom prst="rect">
              <a:avLst/>
            </a:prstGeom>
            <a:solidFill>
              <a:srgbClr val="F5F8F6"/>
            </a:solidFill>
            <a:ln w="0">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lstStyle/>
            <a:p>
              <a:pPr defTabSz="685663">
                <a:lnSpc>
                  <a:spcPct val="110000"/>
                </a:lnSpc>
                <a:spcBef>
                  <a:spcPts val="900"/>
                </a:spcBef>
              </a:pPr>
              <a:r>
                <a:rPr lang="en-GB" sz="1200">
                  <a:solidFill>
                    <a:schemeClr val="tx1">
                      <a:lumMod val="65000"/>
                      <a:lumOff val="35000"/>
                    </a:schemeClr>
                  </a:solidFill>
                  <a:latin typeface="Aptos" panose="020B0004020202020204" pitchFamily="34" charset="0"/>
                </a:rPr>
                <a:t>Lorem ipsum </a:t>
              </a:r>
              <a:r>
                <a:rPr lang="en-GB" sz="1200" err="1">
                  <a:solidFill>
                    <a:schemeClr val="tx1">
                      <a:lumMod val="65000"/>
                      <a:lumOff val="35000"/>
                    </a:schemeClr>
                  </a:solidFill>
                  <a:latin typeface="Aptos" panose="020B0004020202020204" pitchFamily="34" charset="0"/>
                </a:rPr>
                <a:t>dolor</a:t>
              </a:r>
              <a:r>
                <a:rPr lang="en-GB" sz="1200">
                  <a:solidFill>
                    <a:schemeClr val="tx1">
                      <a:lumMod val="65000"/>
                      <a:lumOff val="35000"/>
                    </a:schemeClr>
                  </a:solidFill>
                  <a:latin typeface="Aptos" panose="020B0004020202020204" pitchFamily="34" charset="0"/>
                </a:rPr>
                <a:t> sit </a:t>
              </a:r>
              <a:r>
                <a:rPr lang="en-GB" sz="1200" err="1">
                  <a:solidFill>
                    <a:schemeClr val="tx1">
                      <a:lumMod val="65000"/>
                      <a:lumOff val="35000"/>
                    </a:schemeClr>
                  </a:solidFill>
                  <a:latin typeface="Aptos" panose="020B0004020202020204" pitchFamily="34" charset="0"/>
                </a:rPr>
                <a:t>amet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consectetur</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adipiscing</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elit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sed</a:t>
              </a:r>
              <a:r>
                <a:rPr lang="en-GB" sz="1200">
                  <a:solidFill>
                    <a:schemeClr val="tx1">
                      <a:lumMod val="65000"/>
                      <a:lumOff val="35000"/>
                    </a:schemeClr>
                  </a:solidFill>
                  <a:latin typeface="Aptos" panose="020B0004020202020204" pitchFamily="34" charset="0"/>
                </a:rPr>
                <a:t> do </a:t>
              </a:r>
              <a:r>
                <a:rPr lang="en-GB" sz="1200" err="1">
                  <a:solidFill>
                    <a:schemeClr val="tx1">
                      <a:lumMod val="65000"/>
                      <a:lumOff val="35000"/>
                    </a:schemeClr>
                  </a:solidFill>
                  <a:latin typeface="Aptos" panose="020B0004020202020204" pitchFamily="34" charset="0"/>
                </a:rPr>
                <a:t>eiusmod</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tempor</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incididunt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ut</a:t>
              </a:r>
              <a:r>
                <a:rPr lang="en-GB" sz="1200">
                  <a:solidFill>
                    <a:schemeClr val="tx1">
                      <a:lumMod val="65000"/>
                      <a:lumOff val="35000"/>
                    </a:schemeClr>
                  </a:solidFill>
                  <a:latin typeface="Aptos" panose="020B0004020202020204" pitchFamily="34" charset="0"/>
                </a:rPr>
                <a:t> labore et dolore magna </a:t>
              </a:r>
              <a:r>
                <a:rPr lang="en-GB" sz="1200" err="1">
                  <a:solidFill>
                    <a:schemeClr val="tx1">
                      <a:lumMod val="65000"/>
                      <a:lumOff val="35000"/>
                    </a:schemeClr>
                  </a:solidFill>
                  <a:latin typeface="Aptos" panose="020B0004020202020204" pitchFamily="34" charset="0"/>
                </a:rPr>
                <a:t>aliqua</a:t>
              </a:r>
              <a:r>
                <a:rPr lang="en-GB" sz="1200">
                  <a:solidFill>
                    <a:schemeClr val="tx1">
                      <a:lumMod val="65000"/>
                      <a:lumOff val="35000"/>
                    </a:schemeClr>
                  </a:solidFill>
                  <a:latin typeface="Aptos" panose="020B0004020202020204" pitchFamily="34" charset="0"/>
                </a:rPr>
                <a:t>. Ut </a:t>
              </a:r>
              <a:r>
                <a:rPr lang="en-GB" sz="1200" err="1">
                  <a:solidFill>
                    <a:schemeClr val="tx1">
                      <a:lumMod val="65000"/>
                      <a:lumOff val="35000"/>
                    </a:schemeClr>
                  </a:solidFill>
                  <a:latin typeface="Aptos" panose="020B0004020202020204" pitchFamily="34" charset="0"/>
                </a:rPr>
                <a:t>enim</a:t>
              </a:r>
              <a:r>
                <a:rPr lang="en-GB" sz="1200">
                  <a:solidFill>
                    <a:schemeClr val="tx1">
                      <a:lumMod val="65000"/>
                      <a:lumOff val="35000"/>
                    </a:schemeClr>
                  </a:solidFill>
                  <a:latin typeface="Aptos" panose="020B0004020202020204" pitchFamily="34" charset="0"/>
                </a:rPr>
                <a:t> ad minim </a:t>
              </a:r>
              <a:r>
                <a:rPr lang="en-GB" sz="1200" err="1">
                  <a:solidFill>
                    <a:schemeClr val="tx1">
                      <a:lumMod val="65000"/>
                      <a:lumOff val="35000"/>
                    </a:schemeClr>
                  </a:solidFill>
                  <a:latin typeface="Aptos" panose="020B0004020202020204" pitchFamily="34" charset="0"/>
                </a:rPr>
                <a:t>veniam</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quis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nostrud</a:t>
              </a:r>
              <a:r>
                <a:rPr lang="en-GB" sz="1200">
                  <a:solidFill>
                    <a:schemeClr val="tx1">
                      <a:lumMod val="65000"/>
                      <a:lumOff val="35000"/>
                    </a:schemeClr>
                  </a:solidFill>
                  <a:latin typeface="Aptos" panose="020B0004020202020204" pitchFamily="34" charset="0"/>
                </a:rPr>
                <a:t>. </a:t>
              </a:r>
            </a:p>
          </p:txBody>
        </p:sp>
        <p:sp>
          <p:nvSpPr>
            <p:cNvPr id="11" name="Rectangle 10">
              <a:extLst>
                <a:ext uri="{FF2B5EF4-FFF2-40B4-BE49-F238E27FC236}">
                  <a16:creationId xmlns:a16="http://schemas.microsoft.com/office/drawing/2014/main" id="{C6844CDB-C4BE-EEF9-973D-BC5D6917630D}"/>
                </a:ext>
              </a:extLst>
            </p:cNvPr>
            <p:cNvSpPr/>
            <p:nvPr/>
          </p:nvSpPr>
          <p:spPr>
            <a:xfrm>
              <a:off x="6292506" y="2190617"/>
              <a:ext cx="1183855" cy="1086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r>
                <a:rPr lang="en-US" sz="3200" b="1">
                  <a:solidFill>
                    <a:srgbClr val="FFFFFF"/>
                  </a:solidFill>
                  <a:latin typeface="Aptos SemiBold" panose="020B0004020202020204" pitchFamily="34" charset="0"/>
                  <a:ea typeface="Roboto Medium" panose="02000000000000000000" pitchFamily="2" charset="0"/>
                  <a:cs typeface="Lato" panose="020F0502020204030203" pitchFamily="34" charset="0"/>
                </a:rPr>
                <a:t>0</a:t>
              </a:r>
              <a:r>
                <a:rPr lang="el-GR" sz="3200" b="1">
                  <a:solidFill>
                    <a:srgbClr val="FFFFFF"/>
                  </a:solidFill>
                  <a:latin typeface="Aptos SemiBold" panose="020B0004020202020204" pitchFamily="34" charset="0"/>
                  <a:ea typeface="Roboto Medium" panose="02000000000000000000" pitchFamily="2" charset="0"/>
                  <a:cs typeface="Lato" panose="020F0502020204030203" pitchFamily="34" charset="0"/>
                </a:rPr>
                <a:t>4</a:t>
              </a:r>
              <a:endParaRPr lang="en-US" sz="3200" b="1">
                <a:solidFill>
                  <a:srgbClr val="FFFFFF"/>
                </a:solidFill>
                <a:latin typeface="Aptos SemiBold" panose="020B0004020202020204" pitchFamily="34" charset="0"/>
                <a:ea typeface="Roboto Medium" panose="02000000000000000000" pitchFamily="2" charset="0"/>
                <a:cs typeface="Lato" panose="020F0502020204030203" pitchFamily="34" charset="0"/>
              </a:endParaRPr>
            </a:p>
          </p:txBody>
        </p:sp>
        <p:sp>
          <p:nvSpPr>
            <p:cNvPr id="12" name="Rectangle 11">
              <a:extLst>
                <a:ext uri="{FF2B5EF4-FFF2-40B4-BE49-F238E27FC236}">
                  <a16:creationId xmlns:a16="http://schemas.microsoft.com/office/drawing/2014/main" id="{73D50435-E27F-9C52-7F3A-6AFDBC4AEF04}"/>
                </a:ext>
              </a:extLst>
            </p:cNvPr>
            <p:cNvSpPr/>
            <p:nvPr/>
          </p:nvSpPr>
          <p:spPr>
            <a:xfrm>
              <a:off x="7477252" y="2190122"/>
              <a:ext cx="4382705" cy="1086520"/>
            </a:xfrm>
            <a:prstGeom prst="rect">
              <a:avLst/>
            </a:prstGeom>
            <a:solidFill>
              <a:srgbClr val="F5F8F6"/>
            </a:solidFill>
            <a:ln w="0">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lstStyle/>
            <a:p>
              <a:pPr defTabSz="685663">
                <a:lnSpc>
                  <a:spcPct val="110000"/>
                </a:lnSpc>
                <a:spcBef>
                  <a:spcPts val="900"/>
                </a:spcBef>
              </a:pPr>
              <a:r>
                <a:rPr lang="en-GB" sz="1200" err="1">
                  <a:solidFill>
                    <a:schemeClr val="tx1">
                      <a:lumMod val="65000"/>
                      <a:lumOff val="35000"/>
                    </a:schemeClr>
                  </a:solidFill>
                  <a:latin typeface="Aptos" panose="020B0004020202020204" pitchFamily="34" charset="0"/>
                </a:rPr>
                <a:t>Sed</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viverra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tellus</a:t>
              </a:r>
              <a:r>
                <a:rPr lang="en-GB" sz="1200">
                  <a:solidFill>
                    <a:schemeClr val="tx1">
                      <a:lumMod val="65000"/>
                      <a:lumOff val="35000"/>
                    </a:schemeClr>
                  </a:solidFill>
                  <a:latin typeface="Aptos" panose="020B0004020202020204" pitchFamily="34" charset="0"/>
                </a:rPr>
                <a:t> in hac </a:t>
              </a:r>
              <a:r>
                <a:rPr lang="en-GB" sz="1200" err="1">
                  <a:solidFill>
                    <a:schemeClr val="tx1">
                      <a:lumMod val="65000"/>
                      <a:lumOff val="35000"/>
                    </a:schemeClr>
                  </a:solidFill>
                  <a:latin typeface="Aptos" panose="020B0004020202020204" pitchFamily="34" charset="0"/>
                </a:rPr>
                <a:t>habitasse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platea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dictumst</a:t>
              </a:r>
              <a:r>
                <a:rPr lang="en-GB" sz="1200">
                  <a:solidFill>
                    <a:schemeClr val="tx1">
                      <a:lumMod val="65000"/>
                      <a:lumOff val="35000"/>
                    </a:schemeClr>
                  </a:solidFill>
                  <a:latin typeface="Aptos" panose="020B0004020202020204" pitchFamily="34" charset="0"/>
                </a:rPr>
                <a:t> vestibulum. </a:t>
              </a:r>
              <a:r>
                <a:rPr lang="en-GB" sz="1200" err="1">
                  <a:solidFill>
                    <a:schemeClr val="tx1">
                      <a:lumMod val="65000"/>
                      <a:lumOff val="35000"/>
                    </a:schemeClr>
                  </a:solidFill>
                  <a:latin typeface="Aptos" panose="020B0004020202020204" pitchFamily="34" charset="0"/>
                </a:rPr>
                <a:t>Consequat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nisl</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vel</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pretium</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lectus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quam</a:t>
              </a:r>
              <a:r>
                <a:rPr lang="en-GB" sz="1200">
                  <a:solidFill>
                    <a:schemeClr val="tx1">
                      <a:lumMod val="65000"/>
                      <a:lumOff val="35000"/>
                    </a:schemeClr>
                  </a:solidFill>
                  <a:latin typeface="Aptos" panose="020B0004020202020204" pitchFamily="34" charset="0"/>
                </a:rPr>
                <a:t> id </a:t>
              </a:r>
              <a:r>
                <a:rPr lang="en-GB" sz="1200" err="1">
                  <a:solidFill>
                    <a:schemeClr val="tx1">
                      <a:lumMod val="65000"/>
                      <a:lumOff val="35000"/>
                    </a:schemeClr>
                  </a:solidFill>
                  <a:latin typeface="Aptos" panose="020B0004020202020204" pitchFamily="34" charset="0"/>
                </a:rPr>
                <a:t>leo</a:t>
              </a:r>
              <a:r>
                <a:rPr lang="en-GB" sz="1200">
                  <a:solidFill>
                    <a:schemeClr val="tx1">
                      <a:lumMod val="65000"/>
                      <a:lumOff val="35000"/>
                    </a:schemeClr>
                  </a:solidFill>
                  <a:latin typeface="Aptos" panose="020B0004020202020204" pitchFamily="34" charset="0"/>
                </a:rPr>
                <a:t> in.</a:t>
              </a:r>
              <a:r>
                <a:rPr lang="el-GR"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Lacus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suspendisse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faucibus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interdum</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posuere</a:t>
              </a:r>
              <a:r>
                <a:rPr lang="en-GB" sz="1200">
                  <a:solidFill>
                    <a:schemeClr val="tx1">
                      <a:lumMod val="65000"/>
                      <a:lumOff val="35000"/>
                    </a:schemeClr>
                  </a:solidFill>
                  <a:latin typeface="Aptos" panose="020B0004020202020204" pitchFamily="34" charset="0"/>
                </a:rPr>
                <a:t> lorem ipsum </a:t>
              </a:r>
              <a:r>
                <a:rPr lang="en-GB" sz="1200" err="1">
                  <a:solidFill>
                    <a:schemeClr val="tx1">
                      <a:lumMod val="65000"/>
                      <a:lumOff val="35000"/>
                    </a:schemeClr>
                  </a:solidFill>
                  <a:latin typeface="Aptos" panose="020B0004020202020204" pitchFamily="34" charset="0"/>
                </a:rPr>
                <a:t>dolor</a:t>
              </a:r>
              <a:r>
                <a:rPr lang="en-GB" sz="1200">
                  <a:solidFill>
                    <a:schemeClr val="tx1">
                      <a:lumMod val="65000"/>
                      <a:lumOff val="35000"/>
                    </a:schemeClr>
                  </a:solidFill>
                  <a:latin typeface="Aptos" panose="020B0004020202020204" pitchFamily="34" charset="0"/>
                </a:rPr>
                <a:t>.</a:t>
              </a:r>
            </a:p>
          </p:txBody>
        </p:sp>
      </p:grpSp>
      <p:grpSp>
        <p:nvGrpSpPr>
          <p:cNvPr id="15" name="Group 14">
            <a:extLst>
              <a:ext uri="{FF2B5EF4-FFF2-40B4-BE49-F238E27FC236}">
                <a16:creationId xmlns:a16="http://schemas.microsoft.com/office/drawing/2014/main" id="{6E7474A3-FD17-814E-C421-2468A6423A20}"/>
              </a:ext>
            </a:extLst>
          </p:cNvPr>
          <p:cNvGrpSpPr/>
          <p:nvPr/>
        </p:nvGrpSpPr>
        <p:grpSpPr>
          <a:xfrm>
            <a:off x="336549" y="3289549"/>
            <a:ext cx="11523408" cy="1087015"/>
            <a:chOff x="336549" y="3422366"/>
            <a:chExt cx="11523408" cy="1087015"/>
          </a:xfrm>
        </p:grpSpPr>
        <p:sp>
          <p:nvSpPr>
            <p:cNvPr id="20" name="Rectangle 19">
              <a:extLst>
                <a:ext uri="{FF2B5EF4-FFF2-40B4-BE49-F238E27FC236}">
                  <a16:creationId xmlns:a16="http://schemas.microsoft.com/office/drawing/2014/main" id="{8E4E1606-96D8-3F88-DEF7-F6E2B74B0DE9}"/>
                </a:ext>
              </a:extLst>
            </p:cNvPr>
            <p:cNvSpPr/>
            <p:nvPr/>
          </p:nvSpPr>
          <p:spPr>
            <a:xfrm>
              <a:off x="336549" y="3422861"/>
              <a:ext cx="1183855" cy="1086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r>
                <a:rPr lang="en-US" sz="3200" b="1">
                  <a:solidFill>
                    <a:srgbClr val="FFFFFF"/>
                  </a:solidFill>
                  <a:latin typeface="Aptos SemiBold" panose="020B0004020202020204" pitchFamily="34" charset="0"/>
                  <a:ea typeface="Roboto Medium" panose="02000000000000000000" pitchFamily="2" charset="0"/>
                  <a:cs typeface="Lato" panose="020F0502020204030203" pitchFamily="34" charset="0"/>
                </a:rPr>
                <a:t>0</a:t>
              </a:r>
              <a:r>
                <a:rPr lang="el-GR" sz="3200" b="1">
                  <a:solidFill>
                    <a:srgbClr val="FFFFFF"/>
                  </a:solidFill>
                  <a:latin typeface="Aptos SemiBold" panose="020B0004020202020204" pitchFamily="34" charset="0"/>
                  <a:ea typeface="Roboto Medium" panose="02000000000000000000" pitchFamily="2" charset="0"/>
                  <a:cs typeface="Lato" panose="020F0502020204030203" pitchFamily="34" charset="0"/>
                </a:rPr>
                <a:t>2</a:t>
              </a:r>
              <a:endParaRPr lang="en-US" sz="3200" b="1">
                <a:solidFill>
                  <a:srgbClr val="FFFFFF"/>
                </a:solidFill>
                <a:latin typeface="Aptos SemiBold" panose="020B0004020202020204" pitchFamily="34" charset="0"/>
                <a:ea typeface="Roboto Medium" panose="02000000000000000000" pitchFamily="2" charset="0"/>
                <a:cs typeface="Lato" panose="020F0502020204030203" pitchFamily="34" charset="0"/>
              </a:endParaRPr>
            </a:p>
          </p:txBody>
        </p:sp>
        <p:sp>
          <p:nvSpPr>
            <p:cNvPr id="21" name="Rectangle 20">
              <a:extLst>
                <a:ext uri="{FF2B5EF4-FFF2-40B4-BE49-F238E27FC236}">
                  <a16:creationId xmlns:a16="http://schemas.microsoft.com/office/drawing/2014/main" id="{BF36F7D4-B3CF-D803-2607-EE26578ED065}"/>
                </a:ext>
              </a:extLst>
            </p:cNvPr>
            <p:cNvSpPr/>
            <p:nvPr/>
          </p:nvSpPr>
          <p:spPr>
            <a:xfrm>
              <a:off x="1521295" y="3422366"/>
              <a:ext cx="4382705" cy="1086520"/>
            </a:xfrm>
            <a:prstGeom prst="rect">
              <a:avLst/>
            </a:prstGeom>
            <a:solidFill>
              <a:srgbClr val="F5F8F6"/>
            </a:solidFill>
            <a:ln w="0">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lstStyle/>
            <a:p>
              <a:pPr defTabSz="685663">
                <a:lnSpc>
                  <a:spcPct val="110000"/>
                </a:lnSpc>
                <a:spcBef>
                  <a:spcPts val="900"/>
                </a:spcBef>
              </a:pPr>
              <a:r>
                <a:rPr lang="en-GB" sz="1200" err="1">
                  <a:solidFill>
                    <a:schemeClr val="tx1">
                      <a:lumMod val="65000"/>
                      <a:lumOff val="35000"/>
                    </a:schemeClr>
                  </a:solidFill>
                  <a:latin typeface="Aptos" panose="020B0004020202020204" pitchFamily="34" charset="0"/>
                </a:rPr>
                <a:t>Pellentesque</a:t>
              </a:r>
              <a:r>
                <a:rPr lang="en-GB" sz="1200">
                  <a:solidFill>
                    <a:schemeClr val="tx1">
                      <a:lumMod val="65000"/>
                      <a:lumOff val="35000"/>
                    </a:schemeClr>
                  </a:solidFill>
                  <a:latin typeface="Aptos" panose="020B0004020202020204" pitchFamily="34" charset="0"/>
                </a:rPr>
                <a:t> id </a:t>
              </a:r>
              <a:r>
                <a:rPr lang="en-GB" sz="1200" err="1">
                  <a:solidFill>
                    <a:schemeClr val="tx1">
                      <a:lumMod val="65000"/>
                      <a:lumOff val="35000"/>
                    </a:schemeClr>
                  </a:solidFill>
                  <a:latin typeface="Aptos" panose="020B0004020202020204" pitchFamily="34" charset="0"/>
                </a:rPr>
                <a:t>nibh</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tortor</a:t>
              </a:r>
              <a:r>
                <a:rPr lang="en-GB" sz="1200">
                  <a:solidFill>
                    <a:schemeClr val="tx1">
                      <a:lumMod val="65000"/>
                      <a:lumOff val="35000"/>
                    </a:schemeClr>
                  </a:solidFill>
                  <a:latin typeface="Aptos" panose="020B0004020202020204" pitchFamily="34" charset="0"/>
                </a:rPr>
                <a:t> id </a:t>
              </a:r>
              <a:r>
                <a:rPr lang="en-GB" sz="1200" err="1">
                  <a:solidFill>
                    <a:schemeClr val="tx1">
                      <a:lumMod val="65000"/>
                      <a:lumOff val="35000"/>
                    </a:schemeClr>
                  </a:solidFill>
                  <a:latin typeface="Aptos" panose="020B0004020202020204" pitchFamily="34" charset="0"/>
                </a:rPr>
                <a:t>aliquet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lectus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proin</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nibh</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nisl</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Scelerisque</a:t>
              </a:r>
              <a:r>
                <a:rPr lang="en-GB" sz="1200">
                  <a:solidFill>
                    <a:schemeClr val="tx1">
                      <a:lumMod val="65000"/>
                      <a:lumOff val="35000"/>
                    </a:schemeClr>
                  </a:solidFill>
                  <a:latin typeface="Aptos" panose="020B0004020202020204" pitchFamily="34" charset="0"/>
                </a:rPr>
                <a:t> fermentum dui </a:t>
              </a:r>
              <a:r>
                <a:rPr lang="en-GB" sz="1200" err="1">
                  <a:solidFill>
                    <a:schemeClr val="tx1">
                      <a:lumMod val="65000"/>
                      <a:lumOff val="35000"/>
                    </a:schemeClr>
                  </a:solidFill>
                  <a:latin typeface="Aptos" panose="020B0004020202020204" pitchFamily="34" charset="0"/>
                </a:rPr>
                <a:t>faucibus</a:t>
              </a:r>
              <a:r>
                <a:rPr lang="en-GB" sz="1200">
                  <a:solidFill>
                    <a:schemeClr val="tx1">
                      <a:lumMod val="65000"/>
                      <a:lumOff val="35000"/>
                    </a:schemeClr>
                  </a:solidFill>
                  <a:latin typeface="Aptos" panose="020B0004020202020204" pitchFamily="34" charset="0"/>
                </a:rPr>
                <a:t> in </a:t>
              </a:r>
              <a:r>
                <a:rPr lang="en-GB" sz="1200" err="1">
                  <a:solidFill>
                    <a:schemeClr val="tx1">
                      <a:lumMod val="65000"/>
                      <a:lumOff val="35000"/>
                    </a:schemeClr>
                  </a:solidFill>
                  <a:latin typeface="Aptos" panose="020B0004020202020204" pitchFamily="34" charset="0"/>
                </a:rPr>
                <a:t>ornare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quam</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viverra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Sagittis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eu</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volutpat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odio</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facilisis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mauris</a:t>
              </a:r>
              <a:r>
                <a:rPr lang="en-GB" sz="1200">
                  <a:solidFill>
                    <a:schemeClr val="tx1">
                      <a:lumMod val="65000"/>
                      <a:lumOff val="35000"/>
                    </a:schemeClr>
                  </a:solidFill>
                  <a:latin typeface="Aptos" panose="020B0004020202020204" pitchFamily="34" charset="0"/>
                </a:rPr>
                <a:t> sit </a:t>
              </a:r>
              <a:r>
                <a:rPr lang="en-GB" sz="1200" err="1">
                  <a:solidFill>
                    <a:schemeClr val="tx1">
                      <a:lumMod val="65000"/>
                      <a:lumOff val="35000"/>
                    </a:schemeClr>
                  </a:solidFill>
                  <a:latin typeface="Aptos" panose="020B0004020202020204" pitchFamily="34" charset="0"/>
                </a:rPr>
                <a:t>amet</a:t>
              </a:r>
              <a:r>
                <a:rPr lang="en-GB" sz="1200">
                  <a:solidFill>
                    <a:schemeClr val="tx1">
                      <a:lumMod val="65000"/>
                      <a:lumOff val="35000"/>
                    </a:schemeClr>
                  </a:solidFill>
                  <a:latin typeface="Aptos" panose="020B0004020202020204" pitchFamily="34" charset="0"/>
                </a:rPr>
                <a:t>.</a:t>
              </a:r>
            </a:p>
          </p:txBody>
        </p:sp>
        <p:sp>
          <p:nvSpPr>
            <p:cNvPr id="18" name="Rectangle 17">
              <a:extLst>
                <a:ext uri="{FF2B5EF4-FFF2-40B4-BE49-F238E27FC236}">
                  <a16:creationId xmlns:a16="http://schemas.microsoft.com/office/drawing/2014/main" id="{D567205A-23C8-880E-A9EC-972B2AE7ADCF}"/>
                </a:ext>
              </a:extLst>
            </p:cNvPr>
            <p:cNvSpPr/>
            <p:nvPr/>
          </p:nvSpPr>
          <p:spPr>
            <a:xfrm>
              <a:off x="6292506" y="3422861"/>
              <a:ext cx="1183855" cy="1086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r>
                <a:rPr lang="en-US" sz="3200" b="1">
                  <a:solidFill>
                    <a:srgbClr val="FFFFFF"/>
                  </a:solidFill>
                  <a:latin typeface="Aptos SemiBold" panose="020B0004020202020204" pitchFamily="34" charset="0"/>
                  <a:ea typeface="Roboto Medium" panose="02000000000000000000" pitchFamily="2" charset="0"/>
                  <a:cs typeface="Lato" panose="020F0502020204030203" pitchFamily="34" charset="0"/>
                </a:rPr>
                <a:t>0</a:t>
              </a:r>
              <a:r>
                <a:rPr lang="el-GR" sz="3200" b="1">
                  <a:solidFill>
                    <a:srgbClr val="FFFFFF"/>
                  </a:solidFill>
                  <a:latin typeface="Aptos SemiBold" panose="020B0004020202020204" pitchFamily="34" charset="0"/>
                  <a:ea typeface="Roboto Medium" panose="02000000000000000000" pitchFamily="2" charset="0"/>
                  <a:cs typeface="Lato" panose="020F0502020204030203" pitchFamily="34" charset="0"/>
                </a:rPr>
                <a:t>5</a:t>
              </a:r>
              <a:endParaRPr lang="en-US" sz="3200" b="1">
                <a:solidFill>
                  <a:srgbClr val="FFFFFF"/>
                </a:solidFill>
                <a:latin typeface="Aptos SemiBold" panose="020B0004020202020204" pitchFamily="34" charset="0"/>
                <a:ea typeface="Roboto Medium" panose="02000000000000000000" pitchFamily="2" charset="0"/>
                <a:cs typeface="Lato" panose="020F0502020204030203" pitchFamily="34" charset="0"/>
              </a:endParaRPr>
            </a:p>
          </p:txBody>
        </p:sp>
        <p:sp>
          <p:nvSpPr>
            <p:cNvPr id="19" name="Rectangle 18">
              <a:extLst>
                <a:ext uri="{FF2B5EF4-FFF2-40B4-BE49-F238E27FC236}">
                  <a16:creationId xmlns:a16="http://schemas.microsoft.com/office/drawing/2014/main" id="{4632AEDA-D5A4-0B3C-E441-33AAD80278E4}"/>
                </a:ext>
              </a:extLst>
            </p:cNvPr>
            <p:cNvSpPr/>
            <p:nvPr/>
          </p:nvSpPr>
          <p:spPr>
            <a:xfrm>
              <a:off x="7477252" y="3422366"/>
              <a:ext cx="4382705" cy="1086520"/>
            </a:xfrm>
            <a:prstGeom prst="rect">
              <a:avLst/>
            </a:prstGeom>
            <a:solidFill>
              <a:srgbClr val="F5F8F6"/>
            </a:solidFill>
            <a:ln w="0">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lstStyle/>
            <a:p>
              <a:pPr defTabSz="685663">
                <a:lnSpc>
                  <a:spcPct val="110000"/>
                </a:lnSpc>
                <a:spcBef>
                  <a:spcPts val="900"/>
                </a:spcBef>
              </a:pPr>
              <a:r>
                <a:rPr lang="en-GB" sz="1200" err="1">
                  <a:solidFill>
                    <a:schemeClr val="tx1">
                      <a:lumMod val="65000"/>
                      <a:lumOff val="35000"/>
                    </a:schemeClr>
                  </a:solidFill>
                  <a:latin typeface="Aptos" panose="020B0004020202020204" pitchFamily="34" charset="0"/>
                </a:rPr>
                <a:t>Enim</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facilisis</a:t>
              </a:r>
              <a:r>
                <a:rPr lang="en-GB" sz="1200">
                  <a:solidFill>
                    <a:schemeClr val="tx1">
                      <a:lumMod val="65000"/>
                      <a:lumOff val="35000"/>
                    </a:schemeClr>
                  </a:solidFill>
                  <a:latin typeface="Aptos" panose="020B0004020202020204" pitchFamily="34" charset="0"/>
                </a:rPr>
                <a:t> gravida </a:t>
              </a:r>
              <a:r>
                <a:rPr lang="en-GB" sz="1200" err="1">
                  <a:solidFill>
                    <a:schemeClr val="tx1">
                      <a:lumMod val="65000"/>
                      <a:lumOff val="35000"/>
                    </a:schemeClr>
                  </a:solidFill>
                  <a:latin typeface="Aptos" panose="020B0004020202020204" pitchFamily="34" charset="0"/>
                </a:rPr>
                <a:t>neque</a:t>
              </a:r>
              <a:r>
                <a:rPr lang="en-GB" sz="1200">
                  <a:solidFill>
                    <a:schemeClr val="tx1">
                      <a:lumMod val="65000"/>
                      <a:lumOff val="35000"/>
                    </a:schemeClr>
                  </a:solidFill>
                  <a:latin typeface="Aptos" panose="020B0004020202020204" pitchFamily="34" charset="0"/>
                </a:rPr>
                <a:t> convallis a </a:t>
              </a:r>
              <a:r>
                <a:rPr lang="en-GB" sz="1200" err="1">
                  <a:solidFill>
                    <a:schemeClr val="tx1">
                      <a:lumMod val="65000"/>
                      <a:lumOff val="35000"/>
                    </a:schemeClr>
                  </a:solidFill>
                  <a:latin typeface="Aptos" panose="020B0004020202020204" pitchFamily="34" charset="0"/>
                </a:rPr>
                <a:t>cras</a:t>
              </a:r>
              <a:r>
                <a:rPr lang="en-GB" sz="1200">
                  <a:solidFill>
                    <a:schemeClr val="tx1">
                      <a:lumMod val="65000"/>
                      <a:lumOff val="35000"/>
                    </a:schemeClr>
                  </a:solidFill>
                  <a:latin typeface="Aptos" panose="020B0004020202020204" pitchFamily="34" charset="0"/>
                </a:rPr>
                <a:t> semper. </a:t>
              </a:r>
              <a:r>
                <a:rPr lang="en-GB" sz="1200" err="1">
                  <a:solidFill>
                    <a:schemeClr val="tx1">
                      <a:lumMod val="65000"/>
                      <a:lumOff val="35000"/>
                    </a:schemeClr>
                  </a:solidFill>
                  <a:latin typeface="Aptos" panose="020B0004020202020204" pitchFamily="34" charset="0"/>
                </a:rPr>
                <a:t>Vel</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turpis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nunc</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eget</a:t>
              </a:r>
              <a:r>
                <a:rPr lang="en-GB" sz="1200">
                  <a:solidFill>
                    <a:schemeClr val="tx1">
                      <a:lumMod val="65000"/>
                      <a:lumOff val="35000"/>
                    </a:schemeClr>
                  </a:solidFill>
                  <a:latin typeface="Aptos" panose="020B0004020202020204" pitchFamily="34" charset="0"/>
                </a:rPr>
                <a:t> lorem. </a:t>
              </a:r>
              <a:r>
                <a:rPr lang="en-GB" sz="1200" err="1">
                  <a:solidFill>
                    <a:schemeClr val="tx1">
                      <a:lumMod val="65000"/>
                      <a:lumOff val="35000"/>
                    </a:schemeClr>
                  </a:solidFill>
                  <a:latin typeface="Aptos" panose="020B0004020202020204" pitchFamily="34" charset="0"/>
                </a:rPr>
                <a:t>Facilisis</a:t>
              </a:r>
              <a:r>
                <a:rPr lang="en-GB" sz="1200">
                  <a:solidFill>
                    <a:schemeClr val="tx1">
                      <a:lumMod val="65000"/>
                      <a:lumOff val="35000"/>
                    </a:schemeClr>
                  </a:solidFill>
                  <a:latin typeface="Aptos" panose="020B0004020202020204" pitchFamily="34" charset="0"/>
                </a:rPr>
                <a:t> magna </a:t>
              </a:r>
              <a:r>
                <a:rPr lang="en-GB" sz="1200" err="1">
                  <a:solidFill>
                    <a:schemeClr val="tx1">
                      <a:lumMod val="65000"/>
                      <a:lumOff val="35000"/>
                    </a:schemeClr>
                  </a:solidFill>
                  <a:latin typeface="Aptos" panose="020B0004020202020204" pitchFamily="34" charset="0"/>
                </a:rPr>
                <a:t>etiam</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tempor</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orci</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eu</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lobortis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elementum</a:t>
              </a:r>
              <a:r>
                <a:rPr lang="en-GB" sz="1200">
                  <a:solidFill>
                    <a:schemeClr val="tx1">
                      <a:lumMod val="65000"/>
                      <a:lumOff val="35000"/>
                    </a:schemeClr>
                  </a:solidFill>
                  <a:latin typeface="Aptos" panose="020B0004020202020204" pitchFamily="34" charset="0"/>
                </a:rPr>
                <a:t>. Maecenas </a:t>
              </a:r>
              <a:r>
                <a:rPr lang="en-GB" sz="1200" err="1">
                  <a:solidFill>
                    <a:schemeClr val="tx1">
                      <a:lumMod val="65000"/>
                      <a:lumOff val="35000"/>
                    </a:schemeClr>
                  </a:solidFill>
                  <a:latin typeface="Aptos" panose="020B0004020202020204" pitchFamily="34" charset="0"/>
                </a:rPr>
                <a:t>sed</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enim</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ut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sem</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viverra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aliquet</a:t>
              </a:r>
              <a:r>
                <a:rPr lang="en-GB" sz="1200">
                  <a:solidFill>
                    <a:schemeClr val="tx1">
                      <a:lumMod val="65000"/>
                      <a:lumOff val="35000"/>
                    </a:schemeClr>
                  </a:solidFill>
                  <a:latin typeface="Aptos" panose="020B0004020202020204" pitchFamily="34" charset="0"/>
                </a:rPr>
                <a:t>.</a:t>
              </a:r>
            </a:p>
          </p:txBody>
        </p:sp>
      </p:grpSp>
      <p:grpSp>
        <p:nvGrpSpPr>
          <p:cNvPr id="16" name="Group 15">
            <a:extLst>
              <a:ext uri="{FF2B5EF4-FFF2-40B4-BE49-F238E27FC236}">
                <a16:creationId xmlns:a16="http://schemas.microsoft.com/office/drawing/2014/main" id="{D6C0739F-FC86-AC2D-77D3-7A2DB6D25C9E}"/>
              </a:ext>
            </a:extLst>
          </p:cNvPr>
          <p:cNvGrpSpPr/>
          <p:nvPr/>
        </p:nvGrpSpPr>
        <p:grpSpPr>
          <a:xfrm>
            <a:off x="336549" y="4589961"/>
            <a:ext cx="11523408" cy="1087015"/>
            <a:chOff x="336549" y="4661862"/>
            <a:chExt cx="11523408" cy="1087015"/>
          </a:xfrm>
        </p:grpSpPr>
        <p:sp>
          <p:nvSpPr>
            <p:cNvPr id="27" name="Rectangle 26">
              <a:extLst>
                <a:ext uri="{FF2B5EF4-FFF2-40B4-BE49-F238E27FC236}">
                  <a16:creationId xmlns:a16="http://schemas.microsoft.com/office/drawing/2014/main" id="{DD06E674-B670-5AAF-20BE-8F31302FCAD8}"/>
                </a:ext>
              </a:extLst>
            </p:cNvPr>
            <p:cNvSpPr/>
            <p:nvPr/>
          </p:nvSpPr>
          <p:spPr>
            <a:xfrm>
              <a:off x="336549" y="4662357"/>
              <a:ext cx="1183855" cy="108652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r>
                <a:rPr lang="en-US" sz="3200" b="1">
                  <a:solidFill>
                    <a:srgbClr val="FFFFFF"/>
                  </a:solidFill>
                  <a:latin typeface="Aptos SemiBold" panose="020B0004020202020204" pitchFamily="34" charset="0"/>
                  <a:ea typeface="Roboto Medium" panose="02000000000000000000" pitchFamily="2" charset="0"/>
                  <a:cs typeface="Lato" panose="020F0502020204030203" pitchFamily="34" charset="0"/>
                </a:rPr>
                <a:t>0</a:t>
              </a:r>
              <a:r>
                <a:rPr lang="el-GR" sz="3200" b="1">
                  <a:solidFill>
                    <a:srgbClr val="FFFFFF"/>
                  </a:solidFill>
                  <a:latin typeface="Aptos SemiBold" panose="020B0004020202020204" pitchFamily="34" charset="0"/>
                  <a:ea typeface="Roboto Medium" panose="02000000000000000000" pitchFamily="2" charset="0"/>
                  <a:cs typeface="Lato" panose="020F0502020204030203" pitchFamily="34" charset="0"/>
                </a:rPr>
                <a:t>3</a:t>
              </a:r>
              <a:endParaRPr lang="en-US" sz="3200" b="1">
                <a:solidFill>
                  <a:srgbClr val="FFFFFF"/>
                </a:solidFill>
                <a:latin typeface="Aptos SemiBold" panose="020B0004020202020204" pitchFamily="34" charset="0"/>
                <a:ea typeface="Roboto Medium" panose="02000000000000000000" pitchFamily="2" charset="0"/>
                <a:cs typeface="Lato" panose="020F0502020204030203" pitchFamily="34" charset="0"/>
              </a:endParaRPr>
            </a:p>
          </p:txBody>
        </p:sp>
        <p:sp>
          <p:nvSpPr>
            <p:cNvPr id="28" name="Rectangle 27">
              <a:extLst>
                <a:ext uri="{FF2B5EF4-FFF2-40B4-BE49-F238E27FC236}">
                  <a16:creationId xmlns:a16="http://schemas.microsoft.com/office/drawing/2014/main" id="{A9265668-D56B-E6F2-9CEA-8324510116B5}"/>
                </a:ext>
              </a:extLst>
            </p:cNvPr>
            <p:cNvSpPr/>
            <p:nvPr/>
          </p:nvSpPr>
          <p:spPr>
            <a:xfrm>
              <a:off x="1521295" y="4661862"/>
              <a:ext cx="4382705" cy="1086520"/>
            </a:xfrm>
            <a:prstGeom prst="rect">
              <a:avLst/>
            </a:prstGeom>
            <a:solidFill>
              <a:srgbClr val="F5F8F6"/>
            </a:solidFill>
            <a:ln w="0">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lstStyle/>
            <a:p>
              <a:pPr defTabSz="685663">
                <a:lnSpc>
                  <a:spcPct val="110000"/>
                </a:lnSpc>
                <a:spcBef>
                  <a:spcPts val="900"/>
                </a:spcBef>
              </a:pPr>
              <a:r>
                <a:rPr lang="en-GB" sz="1200">
                  <a:solidFill>
                    <a:schemeClr val="tx1">
                      <a:lumMod val="65000"/>
                      <a:lumOff val="35000"/>
                    </a:schemeClr>
                  </a:solidFill>
                  <a:latin typeface="Aptos" panose="020B0004020202020204" pitchFamily="34" charset="0"/>
                </a:rPr>
                <a:t>Mattis </a:t>
              </a:r>
              <a:r>
                <a:rPr lang="en-GB" sz="1200" err="1">
                  <a:solidFill>
                    <a:schemeClr val="tx1">
                      <a:lumMod val="65000"/>
                      <a:lumOff val="35000"/>
                    </a:schemeClr>
                  </a:solidFill>
                  <a:latin typeface="Aptos" panose="020B0004020202020204" pitchFamily="34" charset="0"/>
                </a:rPr>
                <a:t>rhoncus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urna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neque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viverra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justo</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nec</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Egestas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pretium</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aenean</a:t>
              </a:r>
              <a:r>
                <a:rPr lang="en-GB" sz="1200">
                  <a:solidFill>
                    <a:schemeClr val="tx1">
                      <a:lumMod val="65000"/>
                      <a:lumOff val="35000"/>
                    </a:schemeClr>
                  </a:solidFill>
                  <a:latin typeface="Aptos" panose="020B0004020202020204" pitchFamily="34" charset="0"/>
                </a:rPr>
                <a:t> pharetra magna ac </a:t>
              </a:r>
              <a:r>
                <a:rPr lang="en-GB" sz="1200" err="1">
                  <a:solidFill>
                    <a:schemeClr val="tx1">
                      <a:lumMod val="65000"/>
                      <a:lumOff val="35000"/>
                    </a:schemeClr>
                  </a:solidFill>
                  <a:latin typeface="Aptos" panose="020B0004020202020204" pitchFamily="34" charset="0"/>
                </a:rPr>
                <a:t>placerat</a:t>
              </a:r>
              <a:r>
                <a:rPr lang="en-GB" sz="1200">
                  <a:solidFill>
                    <a:schemeClr val="tx1">
                      <a:lumMod val="65000"/>
                      <a:lumOff val="35000"/>
                    </a:schemeClr>
                  </a:solidFill>
                  <a:latin typeface="Aptos" panose="020B0004020202020204" pitchFamily="34" charset="0"/>
                </a:rPr>
                <a:t> vestibulum. Auctor </a:t>
              </a:r>
              <a:r>
                <a:rPr lang="en-GB" sz="1200" err="1">
                  <a:solidFill>
                    <a:schemeClr val="tx1">
                      <a:lumMod val="65000"/>
                      <a:lumOff val="35000"/>
                    </a:schemeClr>
                  </a:solidFill>
                  <a:latin typeface="Aptos" panose="020B0004020202020204" pitchFamily="34" charset="0"/>
                </a:rPr>
                <a:t>eu</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augue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ut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lectus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arcu</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bibendum</a:t>
              </a:r>
              <a:r>
                <a:rPr lang="en-GB" sz="1200">
                  <a:solidFill>
                    <a:schemeClr val="tx1">
                      <a:lumMod val="65000"/>
                      <a:lumOff val="35000"/>
                    </a:schemeClr>
                  </a:solidFill>
                  <a:latin typeface="Aptos" panose="020B0004020202020204" pitchFamily="34" charset="0"/>
                </a:rPr>
                <a:t>.</a:t>
              </a:r>
            </a:p>
          </p:txBody>
        </p:sp>
        <p:sp>
          <p:nvSpPr>
            <p:cNvPr id="25" name="Rectangle 24">
              <a:extLst>
                <a:ext uri="{FF2B5EF4-FFF2-40B4-BE49-F238E27FC236}">
                  <a16:creationId xmlns:a16="http://schemas.microsoft.com/office/drawing/2014/main" id="{E4D4F11D-997F-319B-AA0C-7E40659B7251}"/>
                </a:ext>
              </a:extLst>
            </p:cNvPr>
            <p:cNvSpPr/>
            <p:nvPr/>
          </p:nvSpPr>
          <p:spPr>
            <a:xfrm>
              <a:off x="6292506" y="4662357"/>
              <a:ext cx="1183855" cy="108652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r>
                <a:rPr lang="en-US" sz="3200" b="1">
                  <a:solidFill>
                    <a:srgbClr val="FFFFFF"/>
                  </a:solidFill>
                  <a:latin typeface="Aptos SemiBold" panose="020B0004020202020204" pitchFamily="34" charset="0"/>
                  <a:ea typeface="Roboto Medium" panose="02000000000000000000" pitchFamily="2" charset="0"/>
                  <a:cs typeface="Lato" panose="020F0502020204030203" pitchFamily="34" charset="0"/>
                </a:rPr>
                <a:t>0</a:t>
              </a:r>
              <a:r>
                <a:rPr lang="el-GR" sz="3200" b="1">
                  <a:solidFill>
                    <a:srgbClr val="FFFFFF"/>
                  </a:solidFill>
                  <a:latin typeface="Aptos SemiBold" panose="020B0004020202020204" pitchFamily="34" charset="0"/>
                  <a:ea typeface="Roboto Medium" panose="02000000000000000000" pitchFamily="2" charset="0"/>
                  <a:cs typeface="Lato" panose="020F0502020204030203" pitchFamily="34" charset="0"/>
                </a:rPr>
                <a:t>6</a:t>
              </a:r>
              <a:endParaRPr lang="en-US" sz="3200" b="1">
                <a:solidFill>
                  <a:srgbClr val="FFFFFF"/>
                </a:solidFill>
                <a:latin typeface="Aptos SemiBold" panose="020B0004020202020204" pitchFamily="34" charset="0"/>
                <a:ea typeface="Roboto Medium" panose="02000000000000000000" pitchFamily="2" charset="0"/>
                <a:cs typeface="Lato" panose="020F0502020204030203" pitchFamily="34" charset="0"/>
              </a:endParaRPr>
            </a:p>
          </p:txBody>
        </p:sp>
        <p:sp>
          <p:nvSpPr>
            <p:cNvPr id="26" name="Rectangle 25">
              <a:extLst>
                <a:ext uri="{FF2B5EF4-FFF2-40B4-BE49-F238E27FC236}">
                  <a16:creationId xmlns:a16="http://schemas.microsoft.com/office/drawing/2014/main" id="{0035CC95-B063-C558-73F0-F09CD894D566}"/>
                </a:ext>
              </a:extLst>
            </p:cNvPr>
            <p:cNvSpPr/>
            <p:nvPr/>
          </p:nvSpPr>
          <p:spPr>
            <a:xfrm>
              <a:off x="7477252" y="4661862"/>
              <a:ext cx="4382705" cy="1086520"/>
            </a:xfrm>
            <a:prstGeom prst="rect">
              <a:avLst/>
            </a:prstGeom>
            <a:solidFill>
              <a:srgbClr val="F5F8F6"/>
            </a:solidFill>
            <a:ln w="0">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lstStyle/>
            <a:p>
              <a:pPr defTabSz="685663">
                <a:lnSpc>
                  <a:spcPct val="110000"/>
                </a:lnSpc>
                <a:spcBef>
                  <a:spcPts val="900"/>
                </a:spcBef>
              </a:pPr>
              <a:r>
                <a:rPr lang="en-GB" sz="1200">
                  <a:solidFill>
                    <a:schemeClr val="tx1">
                      <a:lumMod val="65000"/>
                      <a:lumOff val="35000"/>
                    </a:schemeClr>
                  </a:solidFill>
                  <a:latin typeface="Aptos" panose="020B0004020202020204" pitchFamily="34" charset="0"/>
                </a:rPr>
                <a:t>In fermentum </a:t>
              </a:r>
              <a:r>
                <a:rPr lang="en-GB" sz="1200" err="1">
                  <a:solidFill>
                    <a:schemeClr val="tx1">
                      <a:lumMod val="65000"/>
                      <a:lumOff val="35000"/>
                    </a:schemeClr>
                  </a:solidFill>
                  <a:latin typeface="Aptos" panose="020B0004020202020204" pitchFamily="34" charset="0"/>
                </a:rPr>
                <a:t>posuere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urna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nec</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Imperdiet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sed</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euismod</a:t>
              </a:r>
              <a:r>
                <a:rPr lang="en-GB" sz="1200">
                  <a:solidFill>
                    <a:schemeClr val="tx1">
                      <a:lumMod val="65000"/>
                      <a:lumOff val="35000"/>
                    </a:schemeClr>
                  </a:solidFill>
                  <a:latin typeface="Aptos" panose="020B0004020202020204" pitchFamily="34" charset="0"/>
                </a:rPr>
                <a:t> nisi porta lorem. </a:t>
              </a:r>
              <a:r>
                <a:rPr lang="en-GB" sz="1200" err="1">
                  <a:solidFill>
                    <a:schemeClr val="tx1">
                      <a:lumMod val="65000"/>
                      <a:lumOff val="35000"/>
                    </a:schemeClr>
                  </a:solidFill>
                  <a:latin typeface="Aptos" panose="020B0004020202020204" pitchFamily="34" charset="0"/>
                </a:rPr>
                <a:t>Dignissim</a:t>
              </a:r>
              <a:r>
                <a:rPr lang="en-GB" sz="1200">
                  <a:solidFill>
                    <a:schemeClr val="tx1">
                      <a:lumMod val="65000"/>
                      <a:lumOff val="35000"/>
                    </a:schemeClr>
                  </a:solidFill>
                  <a:latin typeface="Aptos" panose="020B0004020202020204" pitchFamily="34" charset="0"/>
                </a:rPr>
                <a:t> convallis </a:t>
              </a:r>
              <a:r>
                <a:rPr lang="en-GB" sz="1200" err="1">
                  <a:solidFill>
                    <a:schemeClr val="tx1">
                      <a:lumMod val="65000"/>
                      <a:lumOff val="35000"/>
                    </a:schemeClr>
                  </a:solidFill>
                  <a:latin typeface="Aptos" panose="020B0004020202020204" pitchFamily="34" charset="0"/>
                </a:rPr>
                <a:t>aenean</a:t>
              </a:r>
              <a:r>
                <a:rPr lang="en-GB" sz="1200">
                  <a:solidFill>
                    <a:schemeClr val="tx1">
                      <a:lumMod val="65000"/>
                      <a:lumOff val="35000"/>
                    </a:schemeClr>
                  </a:solidFill>
                  <a:latin typeface="Aptos" panose="020B0004020202020204" pitchFamily="34" charset="0"/>
                </a:rPr>
                <a:t> et </a:t>
              </a:r>
              <a:r>
                <a:rPr lang="en-GB" sz="1200" err="1">
                  <a:solidFill>
                    <a:schemeClr val="tx1">
                      <a:lumMod val="65000"/>
                      <a:lumOff val="35000"/>
                    </a:schemeClr>
                  </a:solidFill>
                  <a:latin typeface="Aptos" panose="020B0004020202020204" pitchFamily="34" charset="0"/>
                </a:rPr>
                <a:t>tortor</a:t>
              </a:r>
              <a:r>
                <a:rPr lang="en-GB" sz="1200">
                  <a:solidFill>
                    <a:schemeClr val="tx1">
                      <a:lumMod val="65000"/>
                      <a:lumOff val="35000"/>
                    </a:schemeClr>
                  </a:solidFill>
                  <a:latin typeface="Aptos" panose="020B0004020202020204" pitchFamily="34" charset="0"/>
                </a:rPr>
                <a:t> at. Id </a:t>
              </a:r>
              <a:r>
                <a:rPr lang="en-GB" sz="1200" err="1">
                  <a:solidFill>
                    <a:schemeClr val="tx1">
                      <a:lumMod val="65000"/>
                      <a:lumOff val="35000"/>
                    </a:schemeClr>
                  </a:solidFill>
                  <a:latin typeface="Aptos" panose="020B0004020202020204" pitchFamily="34" charset="0"/>
                </a:rPr>
                <a:t>leo</a:t>
              </a:r>
              <a:r>
                <a:rPr lang="en-GB" sz="1200">
                  <a:solidFill>
                    <a:schemeClr val="tx1">
                      <a:lumMod val="65000"/>
                      <a:lumOff val="35000"/>
                    </a:schemeClr>
                  </a:solidFill>
                  <a:latin typeface="Aptos" panose="020B0004020202020204" pitchFamily="34" charset="0"/>
                </a:rPr>
                <a:t> in vitae </a:t>
              </a:r>
              <a:r>
                <a:rPr lang="en-GB" sz="1200" err="1">
                  <a:solidFill>
                    <a:schemeClr val="tx1">
                      <a:lumMod val="65000"/>
                      <a:lumOff val="35000"/>
                    </a:schemeClr>
                  </a:solidFill>
                  <a:latin typeface="Aptos" panose="020B0004020202020204" pitchFamily="34" charset="0"/>
                </a:rPr>
                <a:t>turpis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massa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Feugiat</a:t>
              </a:r>
              <a:r>
                <a:rPr lang="en-GB" sz="1200">
                  <a:solidFill>
                    <a:schemeClr val="tx1">
                      <a:lumMod val="65000"/>
                      <a:lumOff val="35000"/>
                    </a:schemeClr>
                  </a:solidFill>
                  <a:latin typeface="Aptos" panose="020B0004020202020204" pitchFamily="34" charset="0"/>
                </a:rPr>
                <a:t> in fermentum </a:t>
              </a:r>
              <a:r>
                <a:rPr lang="en-GB" sz="1200" err="1">
                  <a:solidFill>
                    <a:schemeClr val="tx1">
                      <a:lumMod val="65000"/>
                      <a:lumOff val="35000"/>
                    </a:schemeClr>
                  </a:solidFill>
                  <a:latin typeface="Aptos" panose="020B0004020202020204" pitchFamily="34" charset="0"/>
                </a:rPr>
                <a:t>posuer</a:t>
              </a:r>
              <a:r>
                <a:rPr lang="en-GB" sz="1200">
                  <a:solidFill>
                    <a:schemeClr val="tx1">
                      <a:lumMod val="65000"/>
                      <a:lumOff val="35000"/>
                    </a:schemeClr>
                  </a:solidFill>
                  <a:latin typeface="Aptos" panose="020B0004020202020204" pitchFamily="34" charset="0"/>
                </a:rPr>
                <a:t>. </a:t>
              </a:r>
            </a:p>
          </p:txBody>
        </p:sp>
      </p:grpSp>
      <p:sp>
        <p:nvSpPr>
          <p:cNvPr id="3" name="Text Placeholder 2">
            <a:extLst>
              <a:ext uri="{FF2B5EF4-FFF2-40B4-BE49-F238E27FC236}">
                <a16:creationId xmlns:a16="http://schemas.microsoft.com/office/drawing/2014/main" id="{B4894DE0-50C5-043A-68DC-239906D7CBB2}"/>
              </a:ext>
            </a:extLst>
          </p:cNvPr>
          <p:cNvSpPr>
            <a:spLocks noGrp="1"/>
          </p:cNvSpPr>
          <p:nvPr>
            <p:ph type="body" sz="quarter" idx="25"/>
          </p:nvPr>
        </p:nvSpPr>
        <p:spPr>
          <a:xfrm>
            <a:off x="332318" y="741496"/>
            <a:ext cx="11531549" cy="334515"/>
          </a:xfrm>
        </p:spPr>
        <p:txBody>
          <a:bodyPr/>
          <a:lstStyle/>
          <a:p>
            <a:r>
              <a:rPr lang="en-GR"/>
              <a:t>Infographic</a:t>
            </a:r>
          </a:p>
        </p:txBody>
      </p:sp>
    </p:spTree>
    <p:extLst>
      <p:ext uri="{BB962C8B-B14F-4D97-AF65-F5344CB8AC3E}">
        <p14:creationId xmlns:p14="http://schemas.microsoft.com/office/powerpoint/2010/main" val="4267679266"/>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299193EB-91B6-DEE6-31D7-1F7783BC397D}"/>
              </a:ext>
            </a:extLst>
          </p:cNvPr>
          <p:cNvSpPr>
            <a:spLocks noGrp="1"/>
          </p:cNvSpPr>
          <p:nvPr>
            <p:ph type="body" sz="quarter" idx="14"/>
          </p:nvPr>
        </p:nvSpPr>
        <p:spPr>
          <a:xfrm>
            <a:off x="331201" y="1268822"/>
            <a:ext cx="7939040" cy="364908"/>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5" name="Slide Number Placeholder 4">
            <a:extLst>
              <a:ext uri="{FF2B5EF4-FFF2-40B4-BE49-F238E27FC236}">
                <a16:creationId xmlns:a16="http://schemas.microsoft.com/office/drawing/2014/main" id="{7F5E04BF-D8CC-98D0-44CF-682D92EFD255}"/>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166</a:t>
            </a:fld>
            <a:endParaRPr lang="en-GR"/>
          </a:p>
        </p:txBody>
      </p:sp>
      <p:grpSp>
        <p:nvGrpSpPr>
          <p:cNvPr id="22" name="Group 21">
            <a:extLst>
              <a:ext uri="{FF2B5EF4-FFF2-40B4-BE49-F238E27FC236}">
                <a16:creationId xmlns:a16="http://schemas.microsoft.com/office/drawing/2014/main" id="{703C59B1-38C9-4A20-CBBA-3B1334701699}"/>
              </a:ext>
            </a:extLst>
          </p:cNvPr>
          <p:cNvGrpSpPr/>
          <p:nvPr/>
        </p:nvGrpSpPr>
        <p:grpSpPr>
          <a:xfrm>
            <a:off x="346748" y="2117065"/>
            <a:ext cx="11498505" cy="851703"/>
            <a:chOff x="346747" y="2201471"/>
            <a:chExt cx="11498505" cy="851703"/>
          </a:xfrm>
        </p:grpSpPr>
        <p:sp>
          <p:nvSpPr>
            <p:cNvPr id="8" name="Rectangle 7">
              <a:extLst>
                <a:ext uri="{FF2B5EF4-FFF2-40B4-BE49-F238E27FC236}">
                  <a16:creationId xmlns:a16="http://schemas.microsoft.com/office/drawing/2014/main" id="{4DA65814-76FD-03C6-4D5A-AC5C164AC510}"/>
                </a:ext>
              </a:extLst>
            </p:cNvPr>
            <p:cNvSpPr/>
            <p:nvPr/>
          </p:nvSpPr>
          <p:spPr>
            <a:xfrm>
              <a:off x="2603062" y="2201471"/>
              <a:ext cx="9242190" cy="851701"/>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0" tIns="72000" rIns="180000" bIns="72000" rtlCol="0" anchor="ctr"/>
            <a:lstStyle/>
            <a:p>
              <a:pPr>
                <a:lnSpc>
                  <a:spcPct val="110000"/>
                </a:lnSpc>
                <a:spcBef>
                  <a:spcPts val="900"/>
                </a:spcBef>
              </a:pPr>
              <a:r>
                <a:rPr lang="en-GB" sz="1200">
                  <a:solidFill>
                    <a:schemeClr val="tx1">
                      <a:lumMod val="65000"/>
                      <a:lumOff val="35000"/>
                    </a:schemeClr>
                  </a:solidFill>
                  <a:latin typeface="Aptos" panose="020B0004020202020204" pitchFamily="34" charset="0"/>
                </a:rPr>
                <a:t>Ut </a:t>
              </a:r>
              <a:r>
                <a:rPr lang="en-GB" sz="1200" err="1">
                  <a:solidFill>
                    <a:schemeClr val="tx1">
                      <a:lumMod val="65000"/>
                      <a:lumOff val="35000"/>
                    </a:schemeClr>
                  </a:solidFill>
                  <a:latin typeface="Aptos" panose="020B0004020202020204" pitchFamily="34" charset="0"/>
                </a:rPr>
                <a:t>cupiditate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iste</a:t>
              </a:r>
              <a:r>
                <a:rPr lang="en-GB" sz="1200">
                  <a:solidFill>
                    <a:schemeClr val="tx1">
                      <a:lumMod val="65000"/>
                      <a:lumOff val="35000"/>
                    </a:schemeClr>
                  </a:solidFill>
                  <a:latin typeface="Aptos" panose="020B0004020202020204" pitchFamily="34" charset="0"/>
                </a:rPr>
                <a:t> non rerum libero sit nostrum </a:t>
              </a:r>
              <a:r>
                <a:rPr lang="en-GB" sz="1200" err="1">
                  <a:solidFill>
                    <a:schemeClr val="tx1">
                      <a:lumMod val="65000"/>
                      <a:lumOff val="35000"/>
                    </a:schemeClr>
                  </a:solidFill>
                  <a:latin typeface="Aptos" panose="020B0004020202020204" pitchFamily="34" charset="0"/>
                </a:rPr>
                <a:t>voluptas</a:t>
              </a:r>
              <a:r>
                <a:rPr lang="en-GB" sz="1200">
                  <a:solidFill>
                    <a:schemeClr val="tx1">
                      <a:lumMod val="65000"/>
                      <a:lumOff val="35000"/>
                    </a:schemeClr>
                  </a:solidFill>
                  <a:latin typeface="Aptos" panose="020B0004020202020204" pitchFamily="34" charset="0"/>
                </a:rPr>
                <a:t> in </a:t>
              </a:r>
              <a:r>
                <a:rPr lang="en-GB" sz="1200" err="1">
                  <a:solidFill>
                    <a:schemeClr val="tx1">
                      <a:lumMod val="65000"/>
                      <a:lumOff val="35000"/>
                    </a:schemeClr>
                  </a:solidFill>
                  <a:latin typeface="Aptos" panose="020B0004020202020204" pitchFamily="34" charset="0"/>
                </a:rPr>
                <a:t>voluptates</a:t>
              </a:r>
              <a:r>
                <a:rPr lang="en-GB" sz="1200">
                  <a:solidFill>
                    <a:schemeClr val="tx1">
                      <a:lumMod val="65000"/>
                      <a:lumOff val="35000"/>
                    </a:schemeClr>
                  </a:solidFill>
                  <a:latin typeface="Aptos" panose="020B0004020202020204" pitchFamily="34" charset="0"/>
                </a:rPr>
                <a:t> libero. Duis </a:t>
              </a:r>
              <a:r>
                <a:rPr lang="en-GB" sz="1200" err="1">
                  <a:solidFill>
                    <a:schemeClr val="tx1">
                      <a:lumMod val="65000"/>
                      <a:lumOff val="35000"/>
                    </a:schemeClr>
                  </a:solidFill>
                  <a:latin typeface="Aptos" panose="020B0004020202020204" pitchFamily="34" charset="0"/>
                </a:rPr>
                <a:t>aute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irure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dolor</a:t>
              </a:r>
              <a:r>
                <a:rPr lang="en-GB" sz="1200">
                  <a:solidFill>
                    <a:schemeClr val="tx1">
                      <a:lumMod val="65000"/>
                      <a:lumOff val="35000"/>
                    </a:schemeClr>
                  </a:solidFill>
                  <a:latin typeface="Aptos" panose="020B0004020202020204" pitchFamily="34" charset="0"/>
                </a:rPr>
                <a:t> in </a:t>
              </a:r>
              <a:r>
                <a:rPr lang="en-GB" sz="1200" err="1">
                  <a:solidFill>
                    <a:schemeClr val="tx1">
                      <a:lumMod val="65000"/>
                      <a:lumOff val="35000"/>
                    </a:schemeClr>
                  </a:solidFill>
                  <a:latin typeface="Aptos" panose="020B0004020202020204" pitchFamily="34" charset="0"/>
                </a:rPr>
                <a:t>reprehenderit</a:t>
              </a:r>
              <a:r>
                <a:rPr lang="en-GB" sz="1200">
                  <a:solidFill>
                    <a:schemeClr val="tx1">
                      <a:lumMod val="65000"/>
                      <a:lumOff val="35000"/>
                    </a:schemeClr>
                  </a:solidFill>
                  <a:latin typeface="Aptos" panose="020B0004020202020204" pitchFamily="34" charset="0"/>
                </a:rPr>
                <a:t> in </a:t>
              </a:r>
              <a:r>
                <a:rPr lang="en-GB" sz="1200" err="1">
                  <a:solidFill>
                    <a:schemeClr val="tx1">
                      <a:lumMod val="65000"/>
                      <a:lumOff val="35000"/>
                    </a:schemeClr>
                  </a:solidFill>
                  <a:latin typeface="Aptos" panose="020B0004020202020204" pitchFamily="34" charset="0"/>
                </a:rPr>
                <a:t>voluptate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velit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esse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cillum</a:t>
              </a:r>
              <a:r>
                <a:rPr lang="en-GB" sz="1200">
                  <a:solidFill>
                    <a:schemeClr val="tx1">
                      <a:lumMod val="65000"/>
                      <a:lumOff val="35000"/>
                    </a:schemeClr>
                  </a:solidFill>
                  <a:latin typeface="Aptos" panose="020B0004020202020204" pitchFamily="34" charset="0"/>
                </a:rPr>
                <a:t> dolore </a:t>
              </a:r>
              <a:r>
                <a:rPr lang="en-GB" sz="1200" err="1">
                  <a:solidFill>
                    <a:schemeClr val="tx1">
                      <a:lumMod val="65000"/>
                      <a:lumOff val="35000"/>
                    </a:schemeClr>
                  </a:solidFill>
                  <a:latin typeface="Aptos" panose="020B0004020202020204" pitchFamily="34" charset="0"/>
                </a:rPr>
                <a:t>eu</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fugiat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nulla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pariatur</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Excepteur</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sint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occaecat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cupidatat</a:t>
              </a:r>
              <a:r>
                <a:rPr lang="en-GB" sz="1200">
                  <a:solidFill>
                    <a:schemeClr val="tx1">
                      <a:lumMod val="65000"/>
                      <a:lumOff val="35000"/>
                    </a:schemeClr>
                  </a:solidFill>
                  <a:latin typeface="Aptos" panose="020B0004020202020204" pitchFamily="34" charset="0"/>
                </a:rPr>
                <a:t> non </a:t>
              </a:r>
              <a:r>
                <a:rPr lang="en-GB" sz="1200" err="1">
                  <a:solidFill>
                    <a:schemeClr val="tx1">
                      <a:lumMod val="65000"/>
                      <a:lumOff val="35000"/>
                    </a:schemeClr>
                  </a:solidFill>
                  <a:latin typeface="Aptos" panose="020B0004020202020204" pitchFamily="34" charset="0"/>
                </a:rPr>
                <a:t>proident</a:t>
              </a:r>
              <a:r>
                <a:rPr lang="en-GB" sz="1200">
                  <a:solidFill>
                    <a:schemeClr val="tx1">
                      <a:lumMod val="65000"/>
                      <a:lumOff val="35000"/>
                    </a:schemeClr>
                  </a:solidFill>
                  <a:latin typeface="Aptos" panose="020B0004020202020204" pitchFamily="34" charset="0"/>
                </a:rPr>
                <a:t>, sunt in culpa qui </a:t>
              </a:r>
              <a:r>
                <a:rPr lang="en-GB" sz="1200" err="1">
                  <a:solidFill>
                    <a:schemeClr val="tx1">
                      <a:lumMod val="65000"/>
                      <a:lumOff val="35000"/>
                    </a:schemeClr>
                  </a:solidFill>
                  <a:latin typeface="Aptos" panose="020B0004020202020204" pitchFamily="34" charset="0"/>
                </a:rPr>
                <a:t>officia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deserunt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mollit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anim</a:t>
              </a:r>
              <a:r>
                <a:rPr lang="en-GB" sz="1200">
                  <a:solidFill>
                    <a:schemeClr val="tx1">
                      <a:lumMod val="65000"/>
                      <a:lumOff val="35000"/>
                    </a:schemeClr>
                  </a:solidFill>
                  <a:latin typeface="Aptos" panose="020B0004020202020204" pitchFamily="34" charset="0"/>
                </a:rPr>
                <a:t> id </a:t>
              </a:r>
              <a:r>
                <a:rPr lang="en-GB" sz="1200" err="1">
                  <a:solidFill>
                    <a:schemeClr val="tx1">
                      <a:lumMod val="65000"/>
                      <a:lumOff val="35000"/>
                    </a:schemeClr>
                  </a:solidFill>
                  <a:latin typeface="Aptos" panose="020B0004020202020204" pitchFamily="34" charset="0"/>
                </a:rPr>
                <a:t>est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laborum</a:t>
              </a:r>
              <a:r>
                <a:rPr lang="en-GB" sz="1200">
                  <a:solidFill>
                    <a:schemeClr val="tx1">
                      <a:lumMod val="65000"/>
                      <a:lumOff val="35000"/>
                    </a:schemeClr>
                  </a:solidFill>
                  <a:latin typeface="Aptos" panose="020B0004020202020204" pitchFamily="34" charset="0"/>
                </a:rPr>
                <a:t>.</a:t>
              </a:r>
              <a:endParaRPr lang="en-GR" sz="1200">
                <a:solidFill>
                  <a:schemeClr val="tx1">
                    <a:lumMod val="65000"/>
                    <a:lumOff val="35000"/>
                  </a:schemeClr>
                </a:solidFill>
                <a:latin typeface="Aptos" panose="020B0004020202020204" pitchFamily="34" charset="0"/>
              </a:endParaRPr>
            </a:p>
          </p:txBody>
        </p:sp>
        <p:sp>
          <p:nvSpPr>
            <p:cNvPr id="9" name="AutoShape 28">
              <a:extLst>
                <a:ext uri="{FF2B5EF4-FFF2-40B4-BE49-F238E27FC236}">
                  <a16:creationId xmlns:a16="http://schemas.microsoft.com/office/drawing/2014/main" id="{E49D658E-D774-C61C-869F-0D8BB63E926C}"/>
                </a:ext>
              </a:extLst>
            </p:cNvPr>
            <p:cNvSpPr>
              <a:spLocks noChangeArrowheads="1"/>
            </p:cNvSpPr>
            <p:nvPr/>
          </p:nvSpPr>
          <p:spPr bwMode="auto">
            <a:xfrm>
              <a:off x="346747" y="2201472"/>
              <a:ext cx="2508891" cy="851702"/>
            </a:xfrm>
            <a:prstGeom prst="chevron">
              <a:avLst>
                <a:gd name="adj" fmla="val 27840"/>
              </a:avLst>
            </a:prstGeom>
            <a:solidFill>
              <a:schemeClr val="accent1"/>
            </a:solidFill>
            <a:ln>
              <a:noFill/>
            </a:ln>
            <a:effectLst/>
          </p:spPr>
          <p:txBody>
            <a:bodyPr lIns="180000" tIns="36000" rIns="36000" bIns="36000" anchor="ctr"/>
            <a:lstStyle/>
            <a:p>
              <a:r>
                <a:rPr lang="da-DK" sz="1400" b="1" err="1">
                  <a:solidFill>
                    <a:srgbClr val="FFFFFF"/>
                  </a:solidFill>
                  <a:latin typeface="Aptos" panose="020B0004020202020204" pitchFamily="34" charset="0"/>
                  <a:ea typeface="MS PGothic" pitchFamily="34" charset="-128"/>
                </a:rPr>
                <a:t>Lorem</a:t>
              </a:r>
              <a:r>
                <a:rPr lang="da-DK" sz="1400" b="1">
                  <a:solidFill>
                    <a:srgbClr val="FFFFFF"/>
                  </a:solidFill>
                  <a:latin typeface="Aptos" panose="020B0004020202020204" pitchFamily="34" charset="0"/>
                  <a:ea typeface="MS PGothic" pitchFamily="34" charset="-128"/>
                </a:rPr>
                <a:t> </a:t>
              </a:r>
              <a:r>
                <a:rPr lang="da-DK" sz="1400" b="1" err="1">
                  <a:solidFill>
                    <a:srgbClr val="FFFFFF"/>
                  </a:solidFill>
                  <a:latin typeface="Aptos" panose="020B0004020202020204" pitchFamily="34" charset="0"/>
                  <a:ea typeface="MS PGothic" pitchFamily="34" charset="-128"/>
                </a:rPr>
                <a:t>ipsum</a:t>
              </a:r>
              <a:r>
                <a:rPr lang="da-DK" sz="1400" b="1">
                  <a:solidFill>
                    <a:srgbClr val="FFFFFF"/>
                  </a:solidFill>
                  <a:latin typeface="Aptos" panose="020B0004020202020204" pitchFamily="34" charset="0"/>
                  <a:ea typeface="MS PGothic" pitchFamily="34" charset="-128"/>
                </a:rPr>
                <a:t> </a:t>
              </a:r>
              <a:r>
                <a:rPr lang="da-DK" sz="1400" b="1" err="1">
                  <a:solidFill>
                    <a:srgbClr val="FFFFFF"/>
                  </a:solidFill>
                  <a:latin typeface="Aptos" panose="020B0004020202020204" pitchFamily="34" charset="0"/>
                  <a:ea typeface="MS PGothic" pitchFamily="34" charset="-128"/>
                </a:rPr>
                <a:t>est</a:t>
              </a:r>
              <a:r>
                <a:rPr lang="da-DK" sz="1400" b="1">
                  <a:solidFill>
                    <a:srgbClr val="FFFFFF"/>
                  </a:solidFill>
                  <a:latin typeface="Aptos" panose="020B0004020202020204" pitchFamily="34" charset="0"/>
                  <a:ea typeface="MS PGothic" pitchFamily="34" charset="-128"/>
                </a:rPr>
                <a:t> </a:t>
              </a:r>
              <a:r>
                <a:rPr lang="da-DK" sz="1400" b="1" err="1">
                  <a:solidFill>
                    <a:srgbClr val="FFFFFF"/>
                  </a:solidFill>
                  <a:latin typeface="Aptos" panose="020B0004020202020204" pitchFamily="34" charset="0"/>
                  <a:ea typeface="MS PGothic" pitchFamily="34" charset="-128"/>
                </a:rPr>
                <a:t>verde</a:t>
              </a:r>
              <a:r>
                <a:rPr lang="da-DK" sz="1400" b="1">
                  <a:solidFill>
                    <a:srgbClr val="FFFFFF"/>
                  </a:solidFill>
                  <a:latin typeface="Aptos" panose="020B0004020202020204" pitchFamily="34" charset="0"/>
                  <a:ea typeface="MS PGothic" pitchFamily="34" charset="-128"/>
                </a:rPr>
                <a:t> lists </a:t>
              </a:r>
              <a:r>
                <a:rPr lang="da-DK" sz="1400" b="1" err="1">
                  <a:solidFill>
                    <a:srgbClr val="FFFFFF"/>
                  </a:solidFill>
                  <a:latin typeface="Aptos" panose="020B0004020202020204" pitchFamily="34" charset="0"/>
                  <a:ea typeface="MS PGothic" pitchFamily="34" charset="-128"/>
                </a:rPr>
                <a:t>dolor</a:t>
              </a:r>
              <a:r>
                <a:rPr lang="da-DK" sz="1400" b="1">
                  <a:solidFill>
                    <a:srgbClr val="FFFFFF"/>
                  </a:solidFill>
                  <a:latin typeface="Aptos" panose="020B0004020202020204" pitchFamily="34" charset="0"/>
                  <a:ea typeface="MS PGothic" pitchFamily="34" charset="-128"/>
                </a:rPr>
                <a:t> sit </a:t>
              </a:r>
              <a:endParaRPr lang="el-GR" sz="1400" b="1">
                <a:solidFill>
                  <a:srgbClr val="FFFFFF"/>
                </a:solidFill>
                <a:latin typeface="Aptos" panose="020B0004020202020204" pitchFamily="34" charset="0"/>
                <a:ea typeface="MS PGothic" pitchFamily="34" charset="-128"/>
              </a:endParaRPr>
            </a:p>
          </p:txBody>
        </p:sp>
      </p:grpSp>
      <p:grpSp>
        <p:nvGrpSpPr>
          <p:cNvPr id="23" name="Group 22">
            <a:extLst>
              <a:ext uri="{FF2B5EF4-FFF2-40B4-BE49-F238E27FC236}">
                <a16:creationId xmlns:a16="http://schemas.microsoft.com/office/drawing/2014/main" id="{BDF1A4D5-0771-E68C-CBE7-7DC1D2B13683}"/>
              </a:ext>
            </a:extLst>
          </p:cNvPr>
          <p:cNvGrpSpPr/>
          <p:nvPr/>
        </p:nvGrpSpPr>
        <p:grpSpPr>
          <a:xfrm>
            <a:off x="346748" y="3135558"/>
            <a:ext cx="11498505" cy="857518"/>
            <a:chOff x="346747" y="3208819"/>
            <a:chExt cx="11498505" cy="857518"/>
          </a:xfrm>
        </p:grpSpPr>
        <p:sp>
          <p:nvSpPr>
            <p:cNvPr id="11" name="Rectangle 10">
              <a:extLst>
                <a:ext uri="{FF2B5EF4-FFF2-40B4-BE49-F238E27FC236}">
                  <a16:creationId xmlns:a16="http://schemas.microsoft.com/office/drawing/2014/main" id="{78701367-F0BD-B1E0-C4A2-1008888B2667}"/>
                </a:ext>
              </a:extLst>
            </p:cNvPr>
            <p:cNvSpPr/>
            <p:nvPr/>
          </p:nvSpPr>
          <p:spPr>
            <a:xfrm>
              <a:off x="2603062" y="3208819"/>
              <a:ext cx="9242190" cy="851701"/>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0" tIns="72000" rIns="180000" bIns="72000" rtlCol="0" anchor="ctr"/>
            <a:lstStyle/>
            <a:p>
              <a:pPr>
                <a:lnSpc>
                  <a:spcPct val="110000"/>
                </a:lnSpc>
                <a:spcBef>
                  <a:spcPts val="900"/>
                </a:spcBef>
              </a:pPr>
              <a:r>
                <a:rPr lang="en-GB" sz="1200" err="1">
                  <a:solidFill>
                    <a:schemeClr val="tx1">
                      <a:lumMod val="65000"/>
                      <a:lumOff val="35000"/>
                    </a:schemeClr>
                  </a:solidFill>
                  <a:latin typeface="Aptos" panose="020B0004020202020204" pitchFamily="34" charset="0"/>
                </a:rPr>
                <a:t>Excepteur</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sint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occaecat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cupidatat</a:t>
              </a:r>
              <a:r>
                <a:rPr lang="en-GB" sz="1200">
                  <a:solidFill>
                    <a:schemeClr val="tx1">
                      <a:lumMod val="65000"/>
                      <a:lumOff val="35000"/>
                    </a:schemeClr>
                  </a:solidFill>
                  <a:latin typeface="Aptos" panose="020B0004020202020204" pitchFamily="34" charset="0"/>
                </a:rPr>
                <a:t> non </a:t>
              </a:r>
              <a:r>
                <a:rPr lang="en-GB" sz="1200" err="1">
                  <a:solidFill>
                    <a:schemeClr val="tx1">
                      <a:lumMod val="65000"/>
                      <a:lumOff val="35000"/>
                    </a:schemeClr>
                  </a:solidFill>
                  <a:latin typeface="Aptos" panose="020B0004020202020204" pitchFamily="34" charset="0"/>
                </a:rPr>
                <a:t>proident</a:t>
              </a:r>
              <a:r>
                <a:rPr lang="en-GB" sz="1200">
                  <a:solidFill>
                    <a:schemeClr val="tx1">
                      <a:lumMod val="65000"/>
                      <a:lumOff val="35000"/>
                    </a:schemeClr>
                  </a:solidFill>
                  <a:latin typeface="Aptos" panose="020B0004020202020204" pitchFamily="34" charset="0"/>
                </a:rPr>
                <a:t>, sunt in culpa qui </a:t>
              </a:r>
              <a:r>
                <a:rPr lang="en-GB" sz="1200" err="1">
                  <a:solidFill>
                    <a:schemeClr val="tx1">
                      <a:lumMod val="65000"/>
                      <a:lumOff val="35000"/>
                    </a:schemeClr>
                  </a:solidFill>
                  <a:latin typeface="Aptos" panose="020B0004020202020204" pitchFamily="34" charset="0"/>
                </a:rPr>
                <a:t>officia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deserunt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mollit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anim</a:t>
              </a:r>
              <a:r>
                <a:rPr lang="en-GB" sz="1200">
                  <a:solidFill>
                    <a:schemeClr val="tx1">
                      <a:lumMod val="65000"/>
                      <a:lumOff val="35000"/>
                    </a:schemeClr>
                  </a:solidFill>
                  <a:latin typeface="Aptos" panose="020B0004020202020204" pitchFamily="34" charset="0"/>
                </a:rPr>
                <a:t> id </a:t>
              </a:r>
              <a:r>
                <a:rPr lang="en-GB" sz="1200" err="1">
                  <a:solidFill>
                    <a:schemeClr val="tx1">
                      <a:lumMod val="65000"/>
                      <a:lumOff val="35000"/>
                    </a:schemeClr>
                  </a:solidFill>
                  <a:latin typeface="Aptos" panose="020B0004020202020204" pitchFamily="34" charset="0"/>
                </a:rPr>
                <a:t>est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laborum</a:t>
              </a:r>
              <a:r>
                <a:rPr lang="en-GB" sz="1200">
                  <a:solidFill>
                    <a:schemeClr val="tx1">
                      <a:lumMod val="65000"/>
                      <a:lumOff val="35000"/>
                    </a:schemeClr>
                  </a:solidFill>
                  <a:latin typeface="Aptos" panose="020B0004020202020204" pitchFamily="34" charset="0"/>
                </a:rPr>
                <a:t>. Ut </a:t>
              </a:r>
              <a:r>
                <a:rPr lang="en-GB" sz="1200" err="1">
                  <a:solidFill>
                    <a:schemeClr val="tx1">
                      <a:lumMod val="65000"/>
                      <a:lumOff val="35000"/>
                    </a:schemeClr>
                  </a:solidFill>
                  <a:latin typeface="Aptos" panose="020B0004020202020204" pitchFamily="34" charset="0"/>
                </a:rPr>
                <a:t>cupiditate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iste</a:t>
              </a:r>
              <a:r>
                <a:rPr lang="en-GB" sz="1200">
                  <a:solidFill>
                    <a:schemeClr val="tx1">
                      <a:lumMod val="65000"/>
                      <a:lumOff val="35000"/>
                    </a:schemeClr>
                  </a:solidFill>
                  <a:latin typeface="Aptos" panose="020B0004020202020204" pitchFamily="34" charset="0"/>
                </a:rPr>
                <a:t> non rerum libero sit nostrum </a:t>
              </a:r>
              <a:r>
                <a:rPr lang="en-GB" sz="1200" err="1">
                  <a:solidFill>
                    <a:schemeClr val="tx1">
                      <a:lumMod val="65000"/>
                      <a:lumOff val="35000"/>
                    </a:schemeClr>
                  </a:solidFill>
                  <a:latin typeface="Aptos" panose="020B0004020202020204" pitchFamily="34" charset="0"/>
                </a:rPr>
                <a:t>voluptas</a:t>
              </a:r>
              <a:r>
                <a:rPr lang="en-GB" sz="1200">
                  <a:solidFill>
                    <a:schemeClr val="tx1">
                      <a:lumMod val="65000"/>
                      <a:lumOff val="35000"/>
                    </a:schemeClr>
                  </a:solidFill>
                  <a:latin typeface="Aptos" panose="020B0004020202020204" pitchFamily="34" charset="0"/>
                </a:rPr>
                <a:t> in </a:t>
              </a:r>
              <a:r>
                <a:rPr lang="en-GB" sz="1200" err="1">
                  <a:solidFill>
                    <a:schemeClr val="tx1">
                      <a:lumMod val="65000"/>
                      <a:lumOff val="35000"/>
                    </a:schemeClr>
                  </a:solidFill>
                  <a:latin typeface="Aptos" panose="020B0004020202020204" pitchFamily="34" charset="0"/>
                </a:rPr>
                <a:t>voluptates</a:t>
              </a:r>
              <a:r>
                <a:rPr lang="en-GB" sz="1200">
                  <a:solidFill>
                    <a:schemeClr val="tx1">
                      <a:lumMod val="65000"/>
                      <a:lumOff val="35000"/>
                    </a:schemeClr>
                  </a:solidFill>
                  <a:latin typeface="Aptos" panose="020B0004020202020204" pitchFamily="34" charset="0"/>
                </a:rPr>
                <a:t> libero. Duis </a:t>
              </a:r>
              <a:r>
                <a:rPr lang="en-GB" sz="1200" err="1">
                  <a:solidFill>
                    <a:schemeClr val="tx1">
                      <a:lumMod val="65000"/>
                      <a:lumOff val="35000"/>
                    </a:schemeClr>
                  </a:solidFill>
                  <a:latin typeface="Aptos" panose="020B0004020202020204" pitchFamily="34" charset="0"/>
                </a:rPr>
                <a:t>aute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irure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dolor</a:t>
              </a:r>
              <a:r>
                <a:rPr lang="en-GB" sz="1200">
                  <a:solidFill>
                    <a:schemeClr val="tx1">
                      <a:lumMod val="65000"/>
                      <a:lumOff val="35000"/>
                    </a:schemeClr>
                  </a:solidFill>
                  <a:latin typeface="Aptos" panose="020B0004020202020204" pitchFamily="34" charset="0"/>
                </a:rPr>
                <a:t> in </a:t>
              </a:r>
              <a:r>
                <a:rPr lang="en-GB" sz="1200" err="1">
                  <a:solidFill>
                    <a:schemeClr val="tx1">
                      <a:lumMod val="65000"/>
                      <a:lumOff val="35000"/>
                    </a:schemeClr>
                  </a:solidFill>
                  <a:latin typeface="Aptos" panose="020B0004020202020204" pitchFamily="34" charset="0"/>
                </a:rPr>
                <a:t>reprehenderit</a:t>
              </a:r>
              <a:r>
                <a:rPr lang="en-GB" sz="1200">
                  <a:solidFill>
                    <a:schemeClr val="tx1">
                      <a:lumMod val="65000"/>
                      <a:lumOff val="35000"/>
                    </a:schemeClr>
                  </a:solidFill>
                  <a:latin typeface="Aptos" panose="020B0004020202020204" pitchFamily="34" charset="0"/>
                </a:rPr>
                <a:t> in </a:t>
              </a:r>
              <a:r>
                <a:rPr lang="en-GB" sz="1200" err="1">
                  <a:solidFill>
                    <a:schemeClr val="tx1">
                      <a:lumMod val="65000"/>
                      <a:lumOff val="35000"/>
                    </a:schemeClr>
                  </a:solidFill>
                  <a:latin typeface="Aptos" panose="020B0004020202020204" pitchFamily="34" charset="0"/>
                </a:rPr>
                <a:t>voluptate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velit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esse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cillum</a:t>
              </a:r>
              <a:r>
                <a:rPr lang="en-GB" sz="1200">
                  <a:solidFill>
                    <a:schemeClr val="tx1">
                      <a:lumMod val="65000"/>
                      <a:lumOff val="35000"/>
                    </a:schemeClr>
                  </a:solidFill>
                  <a:latin typeface="Aptos" panose="020B0004020202020204" pitchFamily="34" charset="0"/>
                </a:rPr>
                <a:t> dolore </a:t>
              </a:r>
              <a:r>
                <a:rPr lang="en-GB" sz="1200" err="1">
                  <a:solidFill>
                    <a:schemeClr val="tx1">
                      <a:lumMod val="65000"/>
                      <a:lumOff val="35000"/>
                    </a:schemeClr>
                  </a:solidFill>
                  <a:latin typeface="Aptos" panose="020B0004020202020204" pitchFamily="34" charset="0"/>
                </a:rPr>
                <a:t>eu</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fugiat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nulla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pariatur</a:t>
              </a:r>
              <a:r>
                <a:rPr lang="en-GB" sz="1200">
                  <a:solidFill>
                    <a:schemeClr val="tx1">
                      <a:lumMod val="65000"/>
                      <a:lumOff val="35000"/>
                    </a:schemeClr>
                  </a:solidFill>
                  <a:latin typeface="Aptos" panose="020B0004020202020204" pitchFamily="34" charset="0"/>
                </a:rPr>
                <a:t>.</a:t>
              </a:r>
              <a:endParaRPr lang="en-GR" sz="1200">
                <a:solidFill>
                  <a:schemeClr val="tx1">
                    <a:lumMod val="65000"/>
                    <a:lumOff val="35000"/>
                  </a:schemeClr>
                </a:solidFill>
                <a:latin typeface="Aptos" panose="020B0004020202020204" pitchFamily="34" charset="0"/>
              </a:endParaRPr>
            </a:p>
          </p:txBody>
        </p:sp>
        <p:sp>
          <p:nvSpPr>
            <p:cNvPr id="12" name="AutoShape 28">
              <a:extLst>
                <a:ext uri="{FF2B5EF4-FFF2-40B4-BE49-F238E27FC236}">
                  <a16:creationId xmlns:a16="http://schemas.microsoft.com/office/drawing/2014/main" id="{215F03CF-FA73-F851-69CB-3D8F7ACA77A0}"/>
                </a:ext>
              </a:extLst>
            </p:cNvPr>
            <p:cNvSpPr>
              <a:spLocks noChangeArrowheads="1"/>
            </p:cNvSpPr>
            <p:nvPr/>
          </p:nvSpPr>
          <p:spPr bwMode="auto">
            <a:xfrm>
              <a:off x="346747" y="3214635"/>
              <a:ext cx="2508891" cy="851702"/>
            </a:xfrm>
            <a:prstGeom prst="chevron">
              <a:avLst>
                <a:gd name="adj" fmla="val 27840"/>
              </a:avLst>
            </a:prstGeom>
            <a:solidFill>
              <a:schemeClr val="accent2"/>
            </a:solidFill>
            <a:ln>
              <a:noFill/>
            </a:ln>
            <a:effectLst/>
          </p:spPr>
          <p:txBody>
            <a:bodyPr lIns="180000" tIns="36000" rIns="36000" bIns="36000" anchor="ctr"/>
            <a:lstStyle/>
            <a:p>
              <a:pPr>
                <a:spcAft>
                  <a:spcPts val="1200"/>
                </a:spcAft>
                <a:buClr>
                  <a:srgbClr val="047A85"/>
                </a:buClr>
                <a:tabLst>
                  <a:tab pos="352425" algn="l"/>
                </a:tabLst>
                <a:defRPr/>
              </a:pPr>
              <a:r>
                <a:rPr lang="en-GB" sz="1400" b="1">
                  <a:solidFill>
                    <a:srgbClr val="FFFFFF"/>
                  </a:solidFill>
                  <a:latin typeface="Aptos" panose="020B0004020202020204" pitchFamily="34" charset="0"/>
                  <a:ea typeface="MS PGothic" pitchFamily="34" charset="-128"/>
                </a:rPr>
                <a:t>Ut </a:t>
              </a:r>
              <a:r>
                <a:rPr lang="en-GB" sz="1400" b="1" err="1">
                  <a:solidFill>
                    <a:srgbClr val="FFFFFF"/>
                  </a:solidFill>
                  <a:latin typeface="Aptos" panose="020B0004020202020204" pitchFamily="34" charset="0"/>
                  <a:ea typeface="MS PGothic" pitchFamily="34" charset="-128"/>
                </a:rPr>
                <a:t>enim</a:t>
              </a:r>
              <a:r>
                <a:rPr lang="en-GB" sz="1400" b="1">
                  <a:solidFill>
                    <a:srgbClr val="FFFFFF"/>
                  </a:solidFill>
                  <a:latin typeface="Aptos" panose="020B0004020202020204" pitchFamily="34" charset="0"/>
                  <a:ea typeface="MS PGothic" pitchFamily="34" charset="-128"/>
                </a:rPr>
                <a:t> an </a:t>
              </a:r>
              <a:r>
                <a:rPr lang="en-GB" sz="1400" b="1" err="1">
                  <a:solidFill>
                    <a:srgbClr val="FFFFFF"/>
                  </a:solidFill>
                  <a:latin typeface="Aptos" panose="020B0004020202020204" pitchFamily="34" charset="0"/>
                  <a:ea typeface="MS PGothic" pitchFamily="34" charset="-128"/>
                </a:rPr>
                <a:t>minimanol</a:t>
              </a:r>
              <a:r>
                <a:rPr lang="en-GB" sz="1400" b="1">
                  <a:solidFill>
                    <a:srgbClr val="FFFFFF"/>
                  </a:solidFill>
                  <a:latin typeface="Aptos" panose="020B0004020202020204" pitchFamily="34" charset="0"/>
                  <a:ea typeface="MS PGothic" pitchFamily="34" charset="-128"/>
                </a:rPr>
                <a:t> </a:t>
              </a:r>
              <a:r>
                <a:rPr lang="en-GB" sz="1400" b="1" err="1">
                  <a:solidFill>
                    <a:srgbClr val="FFFFFF"/>
                  </a:solidFill>
                  <a:latin typeface="Aptos" panose="020B0004020202020204" pitchFamily="34" charset="0"/>
                  <a:ea typeface="MS PGothic" pitchFamily="34" charset="-128"/>
                </a:rPr>
                <a:t>veniam</a:t>
              </a:r>
              <a:r>
                <a:rPr lang="en-US" sz="1400" b="1">
                  <a:solidFill>
                    <a:srgbClr val="FFFFFF"/>
                  </a:solidFill>
                  <a:latin typeface="Aptos" panose="020B0004020202020204" pitchFamily="34" charset="0"/>
                  <a:ea typeface="MS PGothic" pitchFamily="34" charset="-128"/>
                </a:rPr>
                <a:t>on</a:t>
              </a:r>
              <a:r>
                <a:rPr lang="en-GB" sz="1400" b="1">
                  <a:solidFill>
                    <a:srgbClr val="FFFFFF"/>
                  </a:solidFill>
                  <a:latin typeface="Aptos" panose="020B0004020202020204" pitchFamily="34" charset="0"/>
                  <a:ea typeface="MS PGothic" pitchFamily="34" charset="-128"/>
                </a:rPr>
                <a:t> </a:t>
              </a:r>
              <a:r>
                <a:rPr lang="en-GB" sz="1400" b="1" err="1">
                  <a:solidFill>
                    <a:srgbClr val="FFFFFF"/>
                  </a:solidFill>
                  <a:latin typeface="Aptos" panose="020B0004020202020204" pitchFamily="34" charset="0"/>
                  <a:ea typeface="MS PGothic" pitchFamily="34" charset="-128"/>
                </a:rPr>
                <a:t>quis</a:t>
              </a:r>
              <a:endParaRPr lang="en-GB" sz="1400" b="1">
                <a:solidFill>
                  <a:srgbClr val="FFFFFF"/>
                </a:solidFill>
                <a:latin typeface="Aptos" panose="020B0004020202020204" pitchFamily="34" charset="0"/>
                <a:ea typeface="MS PGothic" pitchFamily="34" charset="-128"/>
              </a:endParaRPr>
            </a:p>
          </p:txBody>
        </p:sp>
      </p:grpSp>
      <p:grpSp>
        <p:nvGrpSpPr>
          <p:cNvPr id="24" name="Group 23">
            <a:extLst>
              <a:ext uri="{FF2B5EF4-FFF2-40B4-BE49-F238E27FC236}">
                <a16:creationId xmlns:a16="http://schemas.microsoft.com/office/drawing/2014/main" id="{A2A9CA6D-1FFA-FCF1-B5FA-470B2975A0BF}"/>
              </a:ext>
            </a:extLst>
          </p:cNvPr>
          <p:cNvGrpSpPr/>
          <p:nvPr/>
        </p:nvGrpSpPr>
        <p:grpSpPr>
          <a:xfrm>
            <a:off x="346748" y="4159868"/>
            <a:ext cx="11498505" cy="851702"/>
            <a:chOff x="346747" y="4238653"/>
            <a:chExt cx="11498505" cy="851702"/>
          </a:xfrm>
        </p:grpSpPr>
        <p:sp>
          <p:nvSpPr>
            <p:cNvPr id="14" name="Rectangle 13">
              <a:extLst>
                <a:ext uri="{FF2B5EF4-FFF2-40B4-BE49-F238E27FC236}">
                  <a16:creationId xmlns:a16="http://schemas.microsoft.com/office/drawing/2014/main" id="{A90B32B9-2587-EF09-B520-50599F434427}"/>
                </a:ext>
              </a:extLst>
            </p:cNvPr>
            <p:cNvSpPr/>
            <p:nvPr/>
          </p:nvSpPr>
          <p:spPr>
            <a:xfrm>
              <a:off x="2603062" y="4238653"/>
              <a:ext cx="9242190" cy="851701"/>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0" tIns="72000" rIns="180000" bIns="72000" rtlCol="0" anchor="ctr"/>
            <a:lstStyle/>
            <a:p>
              <a:pPr>
                <a:lnSpc>
                  <a:spcPct val="110000"/>
                </a:lnSpc>
              </a:pPr>
              <a:r>
                <a:rPr lang="en-GB" sz="1200" err="1">
                  <a:solidFill>
                    <a:schemeClr val="tx1">
                      <a:lumMod val="65000"/>
                      <a:lumOff val="35000"/>
                    </a:schemeClr>
                  </a:solidFill>
                  <a:latin typeface="Aptos" panose="020B0004020202020204" pitchFamily="34" charset="0"/>
                </a:rPr>
                <a:t>Voluptates</a:t>
              </a:r>
              <a:r>
                <a:rPr lang="en-GB" sz="1200">
                  <a:solidFill>
                    <a:schemeClr val="tx1">
                      <a:lumMod val="65000"/>
                      <a:lumOff val="35000"/>
                    </a:schemeClr>
                  </a:solidFill>
                  <a:latin typeface="Aptos" panose="020B0004020202020204" pitchFamily="34" charset="0"/>
                </a:rPr>
                <a:t> libero Ut </a:t>
              </a:r>
              <a:r>
                <a:rPr lang="en-GB" sz="1200" err="1">
                  <a:solidFill>
                    <a:schemeClr val="tx1">
                      <a:lumMod val="65000"/>
                      <a:lumOff val="35000"/>
                    </a:schemeClr>
                  </a:solidFill>
                  <a:latin typeface="Aptos" panose="020B0004020202020204" pitchFamily="34" charset="0"/>
                </a:rPr>
                <a:t>cupiditate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iste</a:t>
              </a:r>
              <a:r>
                <a:rPr lang="en-GB" sz="1200">
                  <a:solidFill>
                    <a:schemeClr val="tx1">
                      <a:lumMod val="65000"/>
                      <a:lumOff val="35000"/>
                    </a:schemeClr>
                  </a:solidFill>
                  <a:latin typeface="Aptos" panose="020B0004020202020204" pitchFamily="34" charset="0"/>
                </a:rPr>
                <a:t> non rerum libero sit nostrum. </a:t>
              </a:r>
              <a:r>
                <a:rPr lang="en-GB" sz="1200" err="1">
                  <a:solidFill>
                    <a:schemeClr val="tx1">
                      <a:lumMod val="65000"/>
                      <a:lumOff val="35000"/>
                    </a:schemeClr>
                  </a:solidFill>
                  <a:latin typeface="Aptos" panose="020B0004020202020204" pitchFamily="34" charset="0"/>
                </a:rPr>
                <a:t>Aduis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aute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irure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dolor</a:t>
              </a:r>
              <a:r>
                <a:rPr lang="en-GB" sz="1200">
                  <a:solidFill>
                    <a:schemeClr val="tx1">
                      <a:lumMod val="65000"/>
                      <a:lumOff val="35000"/>
                    </a:schemeClr>
                  </a:solidFill>
                  <a:latin typeface="Aptos" panose="020B0004020202020204" pitchFamily="34" charset="0"/>
                </a:rPr>
                <a:t> in </a:t>
              </a:r>
              <a:r>
                <a:rPr lang="en-GB" sz="1200" err="1">
                  <a:solidFill>
                    <a:schemeClr val="tx1">
                      <a:lumMod val="65000"/>
                      <a:lumOff val="35000"/>
                    </a:schemeClr>
                  </a:solidFill>
                  <a:latin typeface="Aptos" panose="020B0004020202020204" pitchFamily="34" charset="0"/>
                </a:rPr>
                <a:t>reprehenderit</a:t>
              </a:r>
              <a:r>
                <a:rPr lang="en-GB" sz="1200">
                  <a:solidFill>
                    <a:schemeClr val="tx1">
                      <a:lumMod val="65000"/>
                      <a:lumOff val="35000"/>
                    </a:schemeClr>
                  </a:solidFill>
                  <a:latin typeface="Aptos" panose="020B0004020202020204" pitchFamily="34" charset="0"/>
                </a:rPr>
                <a:t> in </a:t>
              </a:r>
              <a:r>
                <a:rPr lang="en-GB" sz="1200" err="1">
                  <a:solidFill>
                    <a:schemeClr val="tx1">
                      <a:lumMod val="65000"/>
                      <a:lumOff val="35000"/>
                    </a:schemeClr>
                  </a:solidFill>
                  <a:latin typeface="Aptos" panose="020B0004020202020204" pitchFamily="34" charset="0"/>
                </a:rPr>
                <a:t>voluptate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velit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esse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cillum</a:t>
              </a:r>
              <a:r>
                <a:rPr lang="en-GB" sz="1200">
                  <a:solidFill>
                    <a:schemeClr val="tx1">
                      <a:lumMod val="65000"/>
                      <a:lumOff val="35000"/>
                    </a:schemeClr>
                  </a:solidFill>
                  <a:latin typeface="Aptos" panose="020B0004020202020204" pitchFamily="34" charset="0"/>
                </a:rPr>
                <a:t> dolore </a:t>
              </a:r>
              <a:r>
                <a:rPr lang="en-GB" sz="1200" err="1">
                  <a:solidFill>
                    <a:schemeClr val="tx1">
                      <a:lumMod val="65000"/>
                      <a:lumOff val="35000"/>
                    </a:schemeClr>
                  </a:solidFill>
                  <a:latin typeface="Aptos" panose="020B0004020202020204" pitchFamily="34" charset="0"/>
                </a:rPr>
                <a:t>eu</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fugiat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nulla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pariatur</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Excepteur</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sint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occaecat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cupidatat</a:t>
              </a:r>
              <a:r>
                <a:rPr lang="en-GB" sz="1200">
                  <a:solidFill>
                    <a:schemeClr val="tx1">
                      <a:lumMod val="65000"/>
                      <a:lumOff val="35000"/>
                    </a:schemeClr>
                  </a:solidFill>
                  <a:latin typeface="Aptos" panose="020B0004020202020204" pitchFamily="34" charset="0"/>
                </a:rPr>
                <a:t> non </a:t>
              </a:r>
              <a:r>
                <a:rPr lang="en-GB" sz="1200" err="1">
                  <a:solidFill>
                    <a:schemeClr val="tx1">
                      <a:lumMod val="65000"/>
                      <a:lumOff val="35000"/>
                    </a:schemeClr>
                  </a:solidFill>
                  <a:latin typeface="Aptos" panose="020B0004020202020204" pitchFamily="34" charset="0"/>
                </a:rPr>
                <a:t>proident</a:t>
              </a:r>
              <a:r>
                <a:rPr lang="en-GB" sz="1200">
                  <a:solidFill>
                    <a:schemeClr val="tx1">
                      <a:lumMod val="65000"/>
                      <a:lumOff val="35000"/>
                    </a:schemeClr>
                  </a:solidFill>
                  <a:latin typeface="Aptos" panose="020B0004020202020204" pitchFamily="34" charset="0"/>
                </a:rPr>
                <a:t>, sunt in culpa qui </a:t>
              </a:r>
              <a:r>
                <a:rPr lang="en-GB" sz="1200" err="1">
                  <a:solidFill>
                    <a:schemeClr val="tx1">
                      <a:lumMod val="65000"/>
                      <a:lumOff val="35000"/>
                    </a:schemeClr>
                  </a:solidFill>
                  <a:latin typeface="Aptos" panose="020B0004020202020204" pitchFamily="34" charset="0"/>
                </a:rPr>
                <a:t>officia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deserunt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mollit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anim</a:t>
              </a:r>
              <a:r>
                <a:rPr lang="en-GB" sz="1200">
                  <a:solidFill>
                    <a:schemeClr val="tx1">
                      <a:lumMod val="65000"/>
                      <a:lumOff val="35000"/>
                    </a:schemeClr>
                  </a:solidFill>
                  <a:latin typeface="Aptos" panose="020B0004020202020204" pitchFamily="34" charset="0"/>
                </a:rPr>
                <a:t> id </a:t>
              </a:r>
              <a:r>
                <a:rPr lang="en-GB" sz="1200" err="1">
                  <a:solidFill>
                    <a:schemeClr val="tx1">
                      <a:lumMod val="65000"/>
                      <a:lumOff val="35000"/>
                    </a:schemeClr>
                  </a:solidFill>
                  <a:latin typeface="Aptos" panose="020B0004020202020204" pitchFamily="34" charset="0"/>
                </a:rPr>
                <a:t>est</a:t>
              </a:r>
              <a:r>
                <a:rPr lang="en-GB" sz="1200">
                  <a:solidFill>
                    <a:schemeClr val="tx1">
                      <a:lumMod val="65000"/>
                      <a:lumOff val="35000"/>
                    </a:schemeClr>
                  </a:solidFill>
                  <a:latin typeface="Aptos" panose="020B0004020202020204" pitchFamily="34" charset="0"/>
                </a:rPr>
                <a:t> libero sit nostrum </a:t>
              </a:r>
              <a:r>
                <a:rPr lang="en-GB" sz="1200" err="1">
                  <a:solidFill>
                    <a:schemeClr val="tx1">
                      <a:lumMod val="65000"/>
                      <a:lumOff val="35000"/>
                    </a:schemeClr>
                  </a:solidFill>
                  <a:latin typeface="Aptos" panose="020B0004020202020204" pitchFamily="34" charset="0"/>
                </a:rPr>
                <a:t>laborum</a:t>
              </a:r>
              <a:r>
                <a:rPr lang="en-GB" sz="1200">
                  <a:solidFill>
                    <a:schemeClr val="tx1">
                      <a:lumMod val="65000"/>
                      <a:lumOff val="35000"/>
                    </a:schemeClr>
                  </a:solidFill>
                  <a:latin typeface="Aptos" panose="020B0004020202020204" pitchFamily="34" charset="0"/>
                </a:rPr>
                <a:t>.</a:t>
              </a:r>
              <a:endParaRPr lang="en-GR" sz="1200">
                <a:solidFill>
                  <a:schemeClr val="tx1">
                    <a:lumMod val="65000"/>
                    <a:lumOff val="35000"/>
                  </a:schemeClr>
                </a:solidFill>
                <a:latin typeface="Aptos" panose="020B0004020202020204" pitchFamily="34" charset="0"/>
              </a:endParaRPr>
            </a:p>
          </p:txBody>
        </p:sp>
        <p:sp>
          <p:nvSpPr>
            <p:cNvPr id="15" name="AutoShape 28">
              <a:extLst>
                <a:ext uri="{FF2B5EF4-FFF2-40B4-BE49-F238E27FC236}">
                  <a16:creationId xmlns:a16="http://schemas.microsoft.com/office/drawing/2014/main" id="{9203EBEE-8988-29E5-9A13-CDC345B3BC8B}"/>
                </a:ext>
              </a:extLst>
            </p:cNvPr>
            <p:cNvSpPr>
              <a:spLocks noChangeArrowheads="1"/>
            </p:cNvSpPr>
            <p:nvPr/>
          </p:nvSpPr>
          <p:spPr bwMode="auto">
            <a:xfrm>
              <a:off x="346747" y="4238653"/>
              <a:ext cx="2508891" cy="851702"/>
            </a:xfrm>
            <a:prstGeom prst="chevron">
              <a:avLst>
                <a:gd name="adj" fmla="val 27840"/>
              </a:avLst>
            </a:prstGeom>
            <a:solidFill>
              <a:schemeClr val="accent3"/>
            </a:solidFill>
            <a:ln>
              <a:noFill/>
            </a:ln>
            <a:effectLst/>
          </p:spPr>
          <p:txBody>
            <a:bodyPr lIns="180000" tIns="36000" rIns="36000" bIns="36000" anchor="ctr"/>
            <a:lstStyle/>
            <a:p>
              <a:r>
                <a:rPr lang="da-DK" sz="1400" b="1" err="1">
                  <a:solidFill>
                    <a:srgbClr val="FFFFFF"/>
                  </a:solidFill>
                  <a:latin typeface="Aptos" panose="020B0004020202020204" pitchFamily="34" charset="0"/>
                  <a:ea typeface="MS PGothic" pitchFamily="34" charset="-128"/>
                </a:rPr>
                <a:t>Cupiditale</a:t>
              </a:r>
              <a:r>
                <a:rPr lang="da-DK" sz="1400" b="1">
                  <a:solidFill>
                    <a:srgbClr val="FFFFFF"/>
                  </a:solidFill>
                  <a:latin typeface="Aptos" panose="020B0004020202020204" pitchFamily="34" charset="0"/>
                  <a:ea typeface="MS PGothic" pitchFamily="34" charset="-128"/>
                </a:rPr>
                <a:t> non </a:t>
              </a:r>
              <a:r>
                <a:rPr lang="da-DK" sz="1400" b="1" err="1">
                  <a:solidFill>
                    <a:srgbClr val="FFFFFF"/>
                  </a:solidFill>
                  <a:latin typeface="Aptos" panose="020B0004020202020204" pitchFamily="34" charset="0"/>
                  <a:ea typeface="MS PGothic" pitchFamily="34" charset="-128"/>
                </a:rPr>
                <a:t>rerum</a:t>
              </a:r>
              <a:r>
                <a:rPr lang="da-DK" sz="1400" b="1">
                  <a:solidFill>
                    <a:srgbClr val="FFFFFF"/>
                  </a:solidFill>
                  <a:latin typeface="Aptos" panose="020B0004020202020204" pitchFamily="34" charset="0"/>
                  <a:ea typeface="MS PGothic" pitchFamily="34" charset="-128"/>
                </a:rPr>
                <a:t> libero </a:t>
              </a:r>
              <a:r>
                <a:rPr lang="da-DK" sz="1400" b="1" err="1">
                  <a:solidFill>
                    <a:srgbClr val="FFFFFF"/>
                  </a:solidFill>
                  <a:latin typeface="Aptos" panose="020B0004020202020204" pitchFamily="34" charset="0"/>
                  <a:ea typeface="MS PGothic" pitchFamily="34" charset="-128"/>
                </a:rPr>
                <a:t>duis</a:t>
              </a:r>
              <a:r>
                <a:rPr lang="da-DK" sz="1400" b="1">
                  <a:solidFill>
                    <a:srgbClr val="FFFFFF"/>
                  </a:solidFill>
                  <a:latin typeface="Aptos" panose="020B0004020202020204" pitchFamily="34" charset="0"/>
                  <a:ea typeface="MS PGothic" pitchFamily="34" charset="-128"/>
                </a:rPr>
                <a:t> </a:t>
              </a:r>
              <a:r>
                <a:rPr lang="da-DK" sz="1400" b="1" err="1">
                  <a:solidFill>
                    <a:srgbClr val="FFFFFF"/>
                  </a:solidFill>
                  <a:latin typeface="Aptos" panose="020B0004020202020204" pitchFamily="34" charset="0"/>
                  <a:ea typeface="MS PGothic" pitchFamily="34" charset="-128"/>
                </a:rPr>
                <a:t>aute</a:t>
              </a:r>
              <a:endParaRPr lang="en-US" sz="1400" b="1">
                <a:latin typeface="Aptos" panose="020B0004020202020204" pitchFamily="34" charset="0"/>
                <a:ea typeface="MS PGothic" pitchFamily="34" charset="-128"/>
              </a:endParaRPr>
            </a:p>
          </p:txBody>
        </p:sp>
      </p:grpSp>
      <p:grpSp>
        <p:nvGrpSpPr>
          <p:cNvPr id="25" name="Group 24">
            <a:extLst>
              <a:ext uri="{FF2B5EF4-FFF2-40B4-BE49-F238E27FC236}">
                <a16:creationId xmlns:a16="http://schemas.microsoft.com/office/drawing/2014/main" id="{CF3089A8-EE86-13CC-320B-D202D61C28C4}"/>
              </a:ext>
            </a:extLst>
          </p:cNvPr>
          <p:cNvGrpSpPr/>
          <p:nvPr/>
        </p:nvGrpSpPr>
        <p:grpSpPr>
          <a:xfrm>
            <a:off x="346748" y="5178362"/>
            <a:ext cx="11498505" cy="851704"/>
            <a:chOff x="346747" y="5262669"/>
            <a:chExt cx="11498505" cy="851704"/>
          </a:xfrm>
        </p:grpSpPr>
        <p:sp>
          <p:nvSpPr>
            <p:cNvPr id="17" name="Rectangle 16">
              <a:extLst>
                <a:ext uri="{FF2B5EF4-FFF2-40B4-BE49-F238E27FC236}">
                  <a16:creationId xmlns:a16="http://schemas.microsoft.com/office/drawing/2014/main" id="{AED5E80F-E5C6-E88A-A08A-3D0FE10F5413}"/>
                </a:ext>
              </a:extLst>
            </p:cNvPr>
            <p:cNvSpPr/>
            <p:nvPr/>
          </p:nvSpPr>
          <p:spPr>
            <a:xfrm>
              <a:off x="2603062" y="5262669"/>
              <a:ext cx="9242190" cy="851701"/>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0" tIns="72000" rIns="180000" bIns="72000" rtlCol="0" anchor="ctr"/>
            <a:lstStyle/>
            <a:p>
              <a:pPr>
                <a:lnSpc>
                  <a:spcPct val="110000"/>
                </a:lnSpc>
                <a:spcBef>
                  <a:spcPts val="900"/>
                </a:spcBef>
              </a:pPr>
              <a:r>
                <a:rPr lang="en-GB" sz="1200">
                  <a:solidFill>
                    <a:schemeClr val="tx1">
                      <a:lumMod val="65000"/>
                      <a:lumOff val="35000"/>
                    </a:schemeClr>
                  </a:solidFill>
                  <a:latin typeface="Aptos" panose="020B0004020202020204" pitchFamily="34" charset="0"/>
                </a:rPr>
                <a:t>Duis </a:t>
              </a:r>
              <a:r>
                <a:rPr lang="en-GB" sz="1200" err="1">
                  <a:solidFill>
                    <a:schemeClr val="tx1">
                      <a:lumMod val="65000"/>
                      <a:lumOff val="35000"/>
                    </a:schemeClr>
                  </a:solidFill>
                  <a:latin typeface="Aptos" panose="020B0004020202020204" pitchFamily="34" charset="0"/>
                </a:rPr>
                <a:t>aute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irure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dolor</a:t>
              </a:r>
              <a:r>
                <a:rPr lang="en-GB" sz="1200">
                  <a:solidFill>
                    <a:schemeClr val="tx1">
                      <a:lumMod val="65000"/>
                      <a:lumOff val="35000"/>
                    </a:schemeClr>
                  </a:solidFill>
                  <a:latin typeface="Aptos" panose="020B0004020202020204" pitchFamily="34" charset="0"/>
                </a:rPr>
                <a:t> in </a:t>
              </a:r>
              <a:r>
                <a:rPr lang="en-GB" sz="1200" err="1">
                  <a:solidFill>
                    <a:schemeClr val="tx1">
                      <a:lumMod val="65000"/>
                      <a:lumOff val="35000"/>
                    </a:schemeClr>
                  </a:solidFill>
                  <a:latin typeface="Aptos" panose="020B0004020202020204" pitchFamily="34" charset="0"/>
                </a:rPr>
                <a:t>reprehenderit</a:t>
              </a:r>
              <a:r>
                <a:rPr lang="en-GB" sz="1200">
                  <a:solidFill>
                    <a:schemeClr val="tx1">
                      <a:lumMod val="65000"/>
                      <a:lumOff val="35000"/>
                    </a:schemeClr>
                  </a:solidFill>
                  <a:latin typeface="Aptos" panose="020B0004020202020204" pitchFamily="34" charset="0"/>
                </a:rPr>
                <a:t> in </a:t>
              </a:r>
              <a:r>
                <a:rPr lang="en-GB" sz="1200" err="1">
                  <a:solidFill>
                    <a:schemeClr val="tx1">
                      <a:lumMod val="65000"/>
                      <a:lumOff val="35000"/>
                    </a:schemeClr>
                  </a:solidFill>
                  <a:latin typeface="Aptos" panose="020B0004020202020204" pitchFamily="34" charset="0"/>
                </a:rPr>
                <a:t>voluptate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velit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esse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cillum</a:t>
              </a:r>
              <a:r>
                <a:rPr lang="en-GB" sz="1200">
                  <a:solidFill>
                    <a:schemeClr val="tx1">
                      <a:lumMod val="65000"/>
                      <a:lumOff val="35000"/>
                    </a:schemeClr>
                  </a:solidFill>
                  <a:latin typeface="Aptos" panose="020B0004020202020204" pitchFamily="34" charset="0"/>
                </a:rPr>
                <a:t> dolore </a:t>
              </a:r>
              <a:r>
                <a:rPr lang="en-GB" sz="1200" err="1">
                  <a:solidFill>
                    <a:schemeClr val="tx1">
                      <a:lumMod val="65000"/>
                      <a:lumOff val="35000"/>
                    </a:schemeClr>
                  </a:solidFill>
                  <a:latin typeface="Aptos" panose="020B0004020202020204" pitchFamily="34" charset="0"/>
                </a:rPr>
                <a:t>eu</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fugiat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nulla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pariatur</a:t>
              </a:r>
              <a:r>
                <a:rPr lang="en-GB" sz="1200">
                  <a:solidFill>
                    <a:schemeClr val="tx1">
                      <a:lumMod val="65000"/>
                      <a:lumOff val="35000"/>
                    </a:schemeClr>
                  </a:solidFill>
                  <a:latin typeface="Aptos" panose="020B0004020202020204" pitchFamily="34" charset="0"/>
                </a:rPr>
                <a:t>. Ut </a:t>
              </a:r>
              <a:r>
                <a:rPr lang="en-GB" sz="1200" err="1">
                  <a:solidFill>
                    <a:schemeClr val="tx1">
                      <a:lumMod val="65000"/>
                      <a:lumOff val="35000"/>
                    </a:schemeClr>
                  </a:solidFill>
                  <a:latin typeface="Aptos" panose="020B0004020202020204" pitchFamily="34" charset="0"/>
                </a:rPr>
                <a:t>cupiditate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iste</a:t>
              </a:r>
              <a:r>
                <a:rPr lang="en-GB" sz="1200">
                  <a:solidFill>
                    <a:schemeClr val="tx1">
                      <a:lumMod val="65000"/>
                      <a:lumOff val="35000"/>
                    </a:schemeClr>
                  </a:solidFill>
                  <a:latin typeface="Aptos" panose="020B0004020202020204" pitchFamily="34" charset="0"/>
                </a:rPr>
                <a:t> non rerum libero sit nostrum </a:t>
              </a:r>
              <a:r>
                <a:rPr lang="en-GB" sz="1200" err="1">
                  <a:solidFill>
                    <a:schemeClr val="tx1">
                      <a:lumMod val="65000"/>
                      <a:lumOff val="35000"/>
                    </a:schemeClr>
                  </a:solidFill>
                  <a:latin typeface="Aptos" panose="020B0004020202020204" pitchFamily="34" charset="0"/>
                </a:rPr>
                <a:t>voluptas</a:t>
              </a:r>
              <a:r>
                <a:rPr lang="en-GB" sz="1200">
                  <a:solidFill>
                    <a:schemeClr val="tx1">
                      <a:lumMod val="65000"/>
                      <a:lumOff val="35000"/>
                    </a:schemeClr>
                  </a:solidFill>
                  <a:latin typeface="Aptos" panose="020B0004020202020204" pitchFamily="34" charset="0"/>
                </a:rPr>
                <a:t> in </a:t>
              </a:r>
              <a:r>
                <a:rPr lang="en-GB" sz="1200" err="1">
                  <a:solidFill>
                    <a:schemeClr val="tx1">
                      <a:lumMod val="65000"/>
                      <a:lumOff val="35000"/>
                    </a:schemeClr>
                  </a:solidFill>
                  <a:latin typeface="Aptos" panose="020B0004020202020204" pitchFamily="34" charset="0"/>
                </a:rPr>
                <a:t>voluptates</a:t>
              </a:r>
              <a:r>
                <a:rPr lang="en-GB" sz="1200">
                  <a:solidFill>
                    <a:schemeClr val="tx1">
                      <a:lumMod val="65000"/>
                      <a:lumOff val="35000"/>
                    </a:schemeClr>
                  </a:solidFill>
                  <a:latin typeface="Aptos" panose="020B0004020202020204" pitchFamily="34" charset="0"/>
                </a:rPr>
                <a:t> libero. </a:t>
              </a:r>
              <a:r>
                <a:rPr lang="en-GB" sz="1200" err="1">
                  <a:solidFill>
                    <a:schemeClr val="tx1">
                      <a:lumMod val="65000"/>
                      <a:lumOff val="35000"/>
                    </a:schemeClr>
                  </a:solidFill>
                  <a:latin typeface="Aptos" panose="020B0004020202020204" pitchFamily="34" charset="0"/>
                </a:rPr>
                <a:t>Excepteur</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sint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occaecat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cupidatat</a:t>
              </a:r>
              <a:r>
                <a:rPr lang="en-GB" sz="1200">
                  <a:solidFill>
                    <a:schemeClr val="tx1">
                      <a:lumMod val="65000"/>
                      <a:lumOff val="35000"/>
                    </a:schemeClr>
                  </a:solidFill>
                  <a:latin typeface="Aptos" panose="020B0004020202020204" pitchFamily="34" charset="0"/>
                </a:rPr>
                <a:t> non </a:t>
              </a:r>
              <a:r>
                <a:rPr lang="en-GB" sz="1200" err="1">
                  <a:solidFill>
                    <a:schemeClr val="tx1">
                      <a:lumMod val="65000"/>
                      <a:lumOff val="35000"/>
                    </a:schemeClr>
                  </a:solidFill>
                  <a:latin typeface="Aptos" panose="020B0004020202020204" pitchFamily="34" charset="0"/>
                </a:rPr>
                <a:t>proident</a:t>
              </a:r>
              <a:r>
                <a:rPr lang="en-GB" sz="1200">
                  <a:solidFill>
                    <a:schemeClr val="tx1">
                      <a:lumMod val="65000"/>
                      <a:lumOff val="35000"/>
                    </a:schemeClr>
                  </a:solidFill>
                  <a:latin typeface="Aptos" panose="020B0004020202020204" pitchFamily="34" charset="0"/>
                </a:rPr>
                <a:t>, sunt in culpa qui </a:t>
              </a:r>
              <a:r>
                <a:rPr lang="en-GB" sz="1200" err="1">
                  <a:solidFill>
                    <a:schemeClr val="tx1">
                      <a:lumMod val="65000"/>
                      <a:lumOff val="35000"/>
                    </a:schemeClr>
                  </a:solidFill>
                  <a:latin typeface="Aptos" panose="020B0004020202020204" pitchFamily="34" charset="0"/>
                </a:rPr>
                <a:t>officia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deserunt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mollit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anim</a:t>
              </a:r>
              <a:r>
                <a:rPr lang="en-GB" sz="1200">
                  <a:solidFill>
                    <a:schemeClr val="tx1">
                      <a:lumMod val="65000"/>
                      <a:lumOff val="35000"/>
                    </a:schemeClr>
                  </a:solidFill>
                  <a:latin typeface="Aptos" panose="020B0004020202020204" pitchFamily="34" charset="0"/>
                </a:rPr>
                <a:t> id </a:t>
              </a:r>
              <a:r>
                <a:rPr lang="en-GB" sz="1200" err="1">
                  <a:solidFill>
                    <a:schemeClr val="tx1">
                      <a:lumMod val="65000"/>
                      <a:lumOff val="35000"/>
                    </a:schemeClr>
                  </a:solidFill>
                  <a:latin typeface="Aptos" panose="020B0004020202020204" pitchFamily="34" charset="0"/>
                </a:rPr>
                <a:t>est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laborum</a:t>
              </a:r>
              <a:r>
                <a:rPr lang="en-GB" sz="1200">
                  <a:solidFill>
                    <a:schemeClr val="tx1">
                      <a:lumMod val="65000"/>
                      <a:lumOff val="35000"/>
                    </a:schemeClr>
                  </a:solidFill>
                  <a:latin typeface="Aptos" panose="020B0004020202020204" pitchFamily="34" charset="0"/>
                </a:rPr>
                <a:t>.</a:t>
              </a:r>
              <a:endParaRPr lang="en-GR" sz="1200">
                <a:solidFill>
                  <a:schemeClr val="tx1">
                    <a:lumMod val="65000"/>
                    <a:lumOff val="35000"/>
                  </a:schemeClr>
                </a:solidFill>
                <a:latin typeface="Aptos" panose="020B0004020202020204" pitchFamily="34" charset="0"/>
              </a:endParaRPr>
            </a:p>
          </p:txBody>
        </p:sp>
        <p:sp>
          <p:nvSpPr>
            <p:cNvPr id="18" name="AutoShape 28">
              <a:extLst>
                <a:ext uri="{FF2B5EF4-FFF2-40B4-BE49-F238E27FC236}">
                  <a16:creationId xmlns:a16="http://schemas.microsoft.com/office/drawing/2014/main" id="{C862D9B6-0694-4293-2EA4-D896EA34B4C1}"/>
                </a:ext>
              </a:extLst>
            </p:cNvPr>
            <p:cNvSpPr>
              <a:spLocks noChangeArrowheads="1"/>
            </p:cNvSpPr>
            <p:nvPr/>
          </p:nvSpPr>
          <p:spPr bwMode="auto">
            <a:xfrm>
              <a:off x="346747" y="5262671"/>
              <a:ext cx="2508891" cy="851702"/>
            </a:xfrm>
            <a:prstGeom prst="chevron">
              <a:avLst>
                <a:gd name="adj" fmla="val 27840"/>
              </a:avLst>
            </a:prstGeom>
            <a:solidFill>
              <a:schemeClr val="accent4"/>
            </a:solidFill>
            <a:ln>
              <a:noFill/>
            </a:ln>
            <a:effectLst/>
          </p:spPr>
          <p:txBody>
            <a:bodyPr lIns="180000" tIns="36000" rIns="36000" bIns="36000" anchor="ctr"/>
            <a:lstStyle/>
            <a:p>
              <a:r>
                <a:rPr lang="da-DK" sz="1400" b="1" err="1">
                  <a:solidFill>
                    <a:srgbClr val="FFFFFF"/>
                  </a:solidFill>
                  <a:latin typeface="Aptos" panose="020B0004020202020204" pitchFamily="34" charset="0"/>
                  <a:ea typeface="MS PGothic" pitchFamily="34" charset="-128"/>
                </a:rPr>
                <a:t>Dolore</a:t>
              </a:r>
              <a:r>
                <a:rPr lang="da-DK" sz="1400" b="1">
                  <a:solidFill>
                    <a:srgbClr val="FFFFFF"/>
                  </a:solidFill>
                  <a:latin typeface="Aptos" panose="020B0004020202020204" pitchFamily="34" charset="0"/>
                  <a:ea typeface="MS PGothic" pitchFamily="34" charset="-128"/>
                </a:rPr>
                <a:t> </a:t>
              </a:r>
              <a:r>
                <a:rPr lang="da-DK" sz="1400" b="1" err="1">
                  <a:solidFill>
                    <a:srgbClr val="FFFFFF"/>
                  </a:solidFill>
                  <a:latin typeface="Aptos" panose="020B0004020202020204" pitchFamily="34" charset="0"/>
                  <a:ea typeface="MS PGothic" pitchFamily="34" charset="-128"/>
                </a:rPr>
                <a:t>nulla</a:t>
              </a:r>
              <a:r>
                <a:rPr lang="da-DK" sz="1400" b="1">
                  <a:solidFill>
                    <a:srgbClr val="FFFFFF"/>
                  </a:solidFill>
                  <a:latin typeface="Aptos" panose="020B0004020202020204" pitchFamily="34" charset="0"/>
                  <a:ea typeface="MS PGothic" pitchFamily="34" charset="-128"/>
                </a:rPr>
                <a:t> </a:t>
              </a:r>
              <a:r>
                <a:rPr lang="da-DK" sz="1400" b="1" err="1">
                  <a:solidFill>
                    <a:srgbClr val="FFFFFF"/>
                  </a:solidFill>
                  <a:latin typeface="Aptos" panose="020B0004020202020204" pitchFamily="34" charset="0"/>
                  <a:ea typeface="MS PGothic" pitchFamily="34" charset="-128"/>
                </a:rPr>
                <a:t>pariatur</a:t>
              </a:r>
              <a:r>
                <a:rPr lang="da-DK" sz="1400" b="1">
                  <a:solidFill>
                    <a:srgbClr val="FFFFFF"/>
                  </a:solidFill>
                  <a:latin typeface="Aptos" panose="020B0004020202020204" pitchFamily="34" charset="0"/>
                  <a:ea typeface="MS PGothic" pitchFamily="34" charset="-128"/>
                </a:rPr>
                <a:t> </a:t>
              </a:r>
              <a:r>
                <a:rPr lang="da-DK" sz="1400" b="1" err="1">
                  <a:solidFill>
                    <a:srgbClr val="FFFFFF"/>
                  </a:solidFill>
                  <a:latin typeface="Aptos" panose="020B0004020202020204" pitchFamily="34" charset="0"/>
                  <a:ea typeface="MS PGothic" pitchFamily="34" charset="-128"/>
                </a:rPr>
                <a:t>excepteur</a:t>
              </a:r>
              <a:r>
                <a:rPr lang="da-DK" sz="1400" b="1">
                  <a:solidFill>
                    <a:srgbClr val="FFFFFF"/>
                  </a:solidFill>
                  <a:latin typeface="Aptos" panose="020B0004020202020204" pitchFamily="34" charset="0"/>
                  <a:ea typeface="MS PGothic" pitchFamily="34" charset="-128"/>
                </a:rPr>
                <a:t> voila</a:t>
              </a:r>
              <a:endParaRPr lang="en-US" sz="1400" b="1">
                <a:latin typeface="Aptos" panose="020B0004020202020204" pitchFamily="34" charset="0"/>
                <a:ea typeface="MS PGothic" pitchFamily="34" charset="-128"/>
              </a:endParaRPr>
            </a:p>
          </p:txBody>
        </p:sp>
      </p:grpSp>
      <p:sp>
        <p:nvSpPr>
          <p:cNvPr id="3" name="Text Placeholder 2">
            <a:extLst>
              <a:ext uri="{FF2B5EF4-FFF2-40B4-BE49-F238E27FC236}">
                <a16:creationId xmlns:a16="http://schemas.microsoft.com/office/drawing/2014/main" id="{4E668C48-6C5D-F4D8-AAC0-F5B48CBD2663}"/>
              </a:ext>
            </a:extLst>
          </p:cNvPr>
          <p:cNvSpPr>
            <a:spLocks noGrp="1"/>
          </p:cNvSpPr>
          <p:nvPr>
            <p:ph type="body" sz="quarter" idx="25"/>
          </p:nvPr>
        </p:nvSpPr>
        <p:spPr>
          <a:xfrm>
            <a:off x="332318" y="741496"/>
            <a:ext cx="11531549" cy="334515"/>
          </a:xfrm>
        </p:spPr>
        <p:txBody>
          <a:bodyPr/>
          <a:lstStyle/>
          <a:p>
            <a:r>
              <a:rPr lang="en-GR"/>
              <a:t>Infographic</a:t>
            </a:r>
          </a:p>
        </p:txBody>
      </p:sp>
    </p:spTree>
    <p:extLst>
      <p:ext uri="{BB962C8B-B14F-4D97-AF65-F5344CB8AC3E}">
        <p14:creationId xmlns:p14="http://schemas.microsoft.com/office/powerpoint/2010/main" val="269018037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6BCF7E00-3655-0E46-23F1-A8DD316C7D19}"/>
              </a:ext>
            </a:extLst>
          </p:cNvPr>
          <p:cNvSpPr>
            <a:spLocks noGrp="1"/>
          </p:cNvSpPr>
          <p:nvPr>
            <p:ph type="body" sz="quarter" idx="14"/>
          </p:nvPr>
        </p:nvSpPr>
        <p:spPr>
          <a:xfrm>
            <a:off x="331201" y="1268822"/>
            <a:ext cx="7939040" cy="364908"/>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4" name="Slide Number Placeholder 3">
            <a:extLst>
              <a:ext uri="{FF2B5EF4-FFF2-40B4-BE49-F238E27FC236}">
                <a16:creationId xmlns:a16="http://schemas.microsoft.com/office/drawing/2014/main" id="{90FEBE62-56A7-E657-A5C6-C434C576051F}"/>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167</a:t>
            </a:fld>
            <a:endParaRPr lang="en-GR"/>
          </a:p>
        </p:txBody>
      </p:sp>
      <p:grpSp>
        <p:nvGrpSpPr>
          <p:cNvPr id="39" name="Group 38">
            <a:extLst>
              <a:ext uri="{FF2B5EF4-FFF2-40B4-BE49-F238E27FC236}">
                <a16:creationId xmlns:a16="http://schemas.microsoft.com/office/drawing/2014/main" id="{58F7F928-BE0E-069B-ADDD-6B82C754C9CC}"/>
              </a:ext>
            </a:extLst>
          </p:cNvPr>
          <p:cNvGrpSpPr/>
          <p:nvPr/>
        </p:nvGrpSpPr>
        <p:grpSpPr>
          <a:xfrm>
            <a:off x="346747" y="4512796"/>
            <a:ext cx="11472381" cy="681716"/>
            <a:chOff x="346747" y="4716098"/>
            <a:chExt cx="11472381" cy="681716"/>
          </a:xfrm>
        </p:grpSpPr>
        <p:sp>
          <p:nvSpPr>
            <p:cNvPr id="11" name="Rectangle 10">
              <a:extLst>
                <a:ext uri="{FF2B5EF4-FFF2-40B4-BE49-F238E27FC236}">
                  <a16:creationId xmlns:a16="http://schemas.microsoft.com/office/drawing/2014/main" id="{F4F901BD-E18F-D945-AB14-6EB835D4CF03}"/>
                </a:ext>
              </a:extLst>
            </p:cNvPr>
            <p:cNvSpPr/>
            <p:nvPr/>
          </p:nvSpPr>
          <p:spPr>
            <a:xfrm>
              <a:off x="2637980" y="4716098"/>
              <a:ext cx="9181148" cy="681713"/>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0" tIns="72000" rIns="180000" bIns="72000" rtlCol="0" anchor="ctr"/>
            <a:lstStyle/>
            <a:p>
              <a:pPr>
                <a:lnSpc>
                  <a:spcPct val="110000"/>
                </a:lnSpc>
                <a:spcBef>
                  <a:spcPts val="900"/>
                </a:spcBef>
              </a:pPr>
              <a:r>
                <a:rPr lang="en-GB" sz="1200">
                  <a:solidFill>
                    <a:schemeClr val="tx1">
                      <a:lumMod val="65000"/>
                      <a:lumOff val="35000"/>
                    </a:schemeClr>
                  </a:solidFill>
                  <a:latin typeface="Aptos" panose="020B0004020202020204" pitchFamily="34" charset="0"/>
                </a:rPr>
                <a:t>Duis </a:t>
              </a:r>
              <a:r>
                <a:rPr lang="en-GB" sz="1200" err="1">
                  <a:solidFill>
                    <a:schemeClr val="tx1">
                      <a:lumMod val="65000"/>
                      <a:lumOff val="35000"/>
                    </a:schemeClr>
                  </a:solidFill>
                  <a:latin typeface="Aptos" panose="020B0004020202020204" pitchFamily="34" charset="0"/>
                </a:rPr>
                <a:t>aute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irure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dolor</a:t>
              </a:r>
              <a:r>
                <a:rPr lang="en-GB" sz="1200">
                  <a:solidFill>
                    <a:schemeClr val="tx1">
                      <a:lumMod val="65000"/>
                      <a:lumOff val="35000"/>
                    </a:schemeClr>
                  </a:solidFill>
                  <a:latin typeface="Aptos" panose="020B0004020202020204" pitchFamily="34" charset="0"/>
                </a:rPr>
                <a:t> in </a:t>
              </a:r>
              <a:r>
                <a:rPr lang="en-GB" sz="1200" err="1">
                  <a:solidFill>
                    <a:schemeClr val="tx1">
                      <a:lumMod val="65000"/>
                      <a:lumOff val="35000"/>
                    </a:schemeClr>
                  </a:solidFill>
                  <a:latin typeface="Aptos" panose="020B0004020202020204" pitchFamily="34" charset="0"/>
                </a:rPr>
                <a:t>reprehenderit</a:t>
              </a:r>
              <a:r>
                <a:rPr lang="en-GB" sz="1200">
                  <a:solidFill>
                    <a:schemeClr val="tx1">
                      <a:lumMod val="65000"/>
                      <a:lumOff val="35000"/>
                    </a:schemeClr>
                  </a:solidFill>
                  <a:latin typeface="Aptos" panose="020B0004020202020204" pitchFamily="34" charset="0"/>
                </a:rPr>
                <a:t> in </a:t>
              </a:r>
              <a:r>
                <a:rPr lang="en-GB" sz="1200" err="1">
                  <a:solidFill>
                    <a:schemeClr val="tx1">
                      <a:lumMod val="65000"/>
                      <a:lumOff val="35000"/>
                    </a:schemeClr>
                  </a:solidFill>
                  <a:latin typeface="Aptos" panose="020B0004020202020204" pitchFamily="34" charset="0"/>
                </a:rPr>
                <a:t>voluptate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velit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esse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cillum</a:t>
              </a:r>
              <a:r>
                <a:rPr lang="en-GB" sz="1200">
                  <a:solidFill>
                    <a:schemeClr val="tx1">
                      <a:lumMod val="65000"/>
                      <a:lumOff val="35000"/>
                    </a:schemeClr>
                  </a:solidFill>
                  <a:latin typeface="Aptos" panose="020B0004020202020204" pitchFamily="34" charset="0"/>
                </a:rPr>
                <a:t> dolore </a:t>
              </a:r>
              <a:r>
                <a:rPr lang="en-GB" sz="1200" err="1">
                  <a:solidFill>
                    <a:schemeClr val="tx1">
                      <a:lumMod val="65000"/>
                      <a:lumOff val="35000"/>
                    </a:schemeClr>
                  </a:solidFill>
                  <a:latin typeface="Aptos" panose="020B0004020202020204" pitchFamily="34" charset="0"/>
                </a:rPr>
                <a:t>eu</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fugiat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nulla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pariatur</a:t>
              </a:r>
              <a:r>
                <a:rPr lang="en-GB" sz="1200">
                  <a:solidFill>
                    <a:schemeClr val="tx1">
                      <a:lumMod val="65000"/>
                      <a:lumOff val="35000"/>
                    </a:schemeClr>
                  </a:solidFill>
                  <a:latin typeface="Aptos" panose="020B0004020202020204" pitchFamily="34" charset="0"/>
                </a:rPr>
                <a:t>. Ut </a:t>
              </a:r>
              <a:r>
                <a:rPr lang="en-GB" sz="1200" err="1">
                  <a:solidFill>
                    <a:schemeClr val="tx1">
                      <a:lumMod val="65000"/>
                      <a:lumOff val="35000"/>
                    </a:schemeClr>
                  </a:solidFill>
                  <a:latin typeface="Aptos" panose="020B0004020202020204" pitchFamily="34" charset="0"/>
                </a:rPr>
                <a:t>cupiditate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iste</a:t>
              </a:r>
              <a:r>
                <a:rPr lang="en-GB" sz="1200">
                  <a:solidFill>
                    <a:schemeClr val="tx1">
                      <a:lumMod val="65000"/>
                      <a:lumOff val="35000"/>
                    </a:schemeClr>
                  </a:solidFill>
                  <a:latin typeface="Aptos" panose="020B0004020202020204" pitchFamily="34" charset="0"/>
                </a:rPr>
                <a:t> non rerum libero sit nostrum </a:t>
              </a:r>
              <a:r>
                <a:rPr lang="en-GB" sz="1200" err="1">
                  <a:solidFill>
                    <a:schemeClr val="tx1">
                      <a:lumMod val="65000"/>
                      <a:lumOff val="35000"/>
                    </a:schemeClr>
                  </a:solidFill>
                  <a:latin typeface="Aptos" panose="020B0004020202020204" pitchFamily="34" charset="0"/>
                </a:rPr>
                <a:t>voluptas</a:t>
              </a:r>
              <a:r>
                <a:rPr lang="en-GB" sz="1200">
                  <a:solidFill>
                    <a:schemeClr val="tx1">
                      <a:lumMod val="65000"/>
                      <a:lumOff val="35000"/>
                    </a:schemeClr>
                  </a:solidFill>
                  <a:latin typeface="Aptos" panose="020B0004020202020204" pitchFamily="34" charset="0"/>
                </a:rPr>
                <a:t> in </a:t>
              </a:r>
              <a:r>
                <a:rPr lang="en-GB" sz="1200" err="1">
                  <a:solidFill>
                    <a:schemeClr val="tx1">
                      <a:lumMod val="65000"/>
                      <a:lumOff val="35000"/>
                    </a:schemeClr>
                  </a:solidFill>
                  <a:latin typeface="Aptos" panose="020B0004020202020204" pitchFamily="34" charset="0"/>
                </a:rPr>
                <a:t>voluptates</a:t>
              </a:r>
              <a:r>
                <a:rPr lang="en-GB" sz="1200">
                  <a:solidFill>
                    <a:schemeClr val="tx1">
                      <a:lumMod val="65000"/>
                      <a:lumOff val="35000"/>
                    </a:schemeClr>
                  </a:solidFill>
                  <a:latin typeface="Aptos" panose="020B0004020202020204" pitchFamily="34" charset="0"/>
                </a:rPr>
                <a:t> libero. </a:t>
              </a:r>
              <a:r>
                <a:rPr lang="en-GB" sz="1200" err="1">
                  <a:solidFill>
                    <a:schemeClr val="tx1">
                      <a:lumMod val="65000"/>
                      <a:lumOff val="35000"/>
                    </a:schemeClr>
                  </a:solidFill>
                  <a:latin typeface="Aptos" panose="020B0004020202020204" pitchFamily="34" charset="0"/>
                </a:rPr>
                <a:t>Excepteur</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sint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occaecat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cupidata</a:t>
              </a:r>
              <a:r>
                <a:rPr lang="en-GB" sz="1200">
                  <a:solidFill>
                    <a:schemeClr val="tx1">
                      <a:lumMod val="65000"/>
                      <a:lumOff val="35000"/>
                    </a:schemeClr>
                  </a:solidFill>
                  <a:latin typeface="Aptos" panose="020B0004020202020204" pitchFamily="34" charset="0"/>
                </a:rPr>
                <a:t>.</a:t>
              </a:r>
              <a:endParaRPr lang="en-GR" sz="1200">
                <a:solidFill>
                  <a:schemeClr val="tx1">
                    <a:lumMod val="65000"/>
                    <a:lumOff val="35000"/>
                  </a:schemeClr>
                </a:solidFill>
                <a:latin typeface="Aptos" panose="020B0004020202020204" pitchFamily="34" charset="0"/>
              </a:endParaRPr>
            </a:p>
          </p:txBody>
        </p:sp>
        <p:sp>
          <p:nvSpPr>
            <p:cNvPr id="12" name="AutoShape 28">
              <a:extLst>
                <a:ext uri="{FF2B5EF4-FFF2-40B4-BE49-F238E27FC236}">
                  <a16:creationId xmlns:a16="http://schemas.microsoft.com/office/drawing/2014/main" id="{4818E633-E6FF-64E5-B742-12E177469363}"/>
                </a:ext>
              </a:extLst>
            </p:cNvPr>
            <p:cNvSpPr>
              <a:spLocks noChangeArrowheads="1"/>
            </p:cNvSpPr>
            <p:nvPr/>
          </p:nvSpPr>
          <p:spPr bwMode="auto">
            <a:xfrm>
              <a:off x="346747" y="4716101"/>
              <a:ext cx="2508891" cy="681713"/>
            </a:xfrm>
            <a:prstGeom prst="chevron">
              <a:avLst>
                <a:gd name="adj" fmla="val 27840"/>
              </a:avLst>
            </a:prstGeom>
            <a:solidFill>
              <a:schemeClr val="accent4"/>
            </a:solidFill>
            <a:ln>
              <a:noFill/>
            </a:ln>
            <a:effectLst/>
          </p:spPr>
          <p:txBody>
            <a:bodyPr lIns="180000" tIns="36000" rIns="36000" bIns="36000" anchor="ctr"/>
            <a:lstStyle/>
            <a:p>
              <a:r>
                <a:rPr lang="da-DK" sz="1400" b="1" err="1">
                  <a:solidFill>
                    <a:srgbClr val="FFFFFF"/>
                  </a:solidFill>
                  <a:latin typeface="Aptos" panose="020B0004020202020204" pitchFamily="34" charset="0"/>
                  <a:ea typeface="MS PGothic" pitchFamily="34" charset="-128"/>
                </a:rPr>
                <a:t>Competitors</a:t>
              </a:r>
              <a:endParaRPr lang="en-US" sz="1400" b="1">
                <a:latin typeface="Aptos" panose="020B0004020202020204" pitchFamily="34" charset="0"/>
                <a:ea typeface="MS PGothic" pitchFamily="34" charset="-128"/>
              </a:endParaRPr>
            </a:p>
          </p:txBody>
        </p:sp>
        <p:sp>
          <p:nvSpPr>
            <p:cNvPr id="10" name="Freeform 204">
              <a:extLst>
                <a:ext uri="{FF2B5EF4-FFF2-40B4-BE49-F238E27FC236}">
                  <a16:creationId xmlns:a16="http://schemas.microsoft.com/office/drawing/2014/main" id="{C25A6EF0-2F63-2422-B802-8C003986D921}"/>
                </a:ext>
              </a:extLst>
            </p:cNvPr>
            <p:cNvSpPr/>
            <p:nvPr/>
          </p:nvSpPr>
          <p:spPr>
            <a:xfrm>
              <a:off x="2228621" y="4931336"/>
              <a:ext cx="264569" cy="237902"/>
            </a:xfrm>
            <a:custGeom>
              <a:avLst/>
              <a:gdLst>
                <a:gd name="connsiteX0" fmla="*/ 205574 w 211928"/>
                <a:gd name="connsiteY0" fmla="*/ 73076 h 190567"/>
                <a:gd name="connsiteX1" fmla="*/ 173504 w 211928"/>
                <a:gd name="connsiteY1" fmla="*/ 73076 h 190567"/>
                <a:gd name="connsiteX2" fmla="*/ 132654 w 211928"/>
                <a:gd name="connsiteY2" fmla="*/ 2055 h 190567"/>
                <a:gd name="connsiteX3" fmla="*/ 114295 w 211928"/>
                <a:gd name="connsiteY3" fmla="*/ 12584 h 190567"/>
                <a:gd name="connsiteX4" fmla="*/ 148583 w 211928"/>
                <a:gd name="connsiteY4" fmla="*/ 73025 h 190567"/>
                <a:gd name="connsiteX5" fmla="*/ 63340 w 211928"/>
                <a:gd name="connsiteY5" fmla="*/ 73025 h 190567"/>
                <a:gd name="connsiteX6" fmla="*/ 97786 w 211928"/>
                <a:gd name="connsiteY6" fmla="*/ 12584 h 190567"/>
                <a:gd name="connsiteX7" fmla="*/ 79422 w 211928"/>
                <a:gd name="connsiteY7" fmla="*/ 2055 h 190567"/>
                <a:gd name="connsiteX8" fmla="*/ 38573 w 211928"/>
                <a:gd name="connsiteY8" fmla="*/ 73076 h 190567"/>
                <a:gd name="connsiteX9" fmla="*/ 6138 w 211928"/>
                <a:gd name="connsiteY9" fmla="*/ 73076 h 190567"/>
                <a:gd name="connsiteX10" fmla="*/ 0 w 211928"/>
                <a:gd name="connsiteY10" fmla="*/ 86413 h 190567"/>
                <a:gd name="connsiteX11" fmla="*/ 6138 w 211928"/>
                <a:gd name="connsiteY11" fmla="*/ 96840 h 190567"/>
                <a:gd name="connsiteX12" fmla="*/ 12065 w 211928"/>
                <a:gd name="connsiteY12" fmla="*/ 96840 h 190567"/>
                <a:gd name="connsiteX13" fmla="*/ 31059 w 211928"/>
                <a:gd name="connsiteY13" fmla="*/ 172786 h 190567"/>
                <a:gd name="connsiteX14" fmla="*/ 53867 w 211928"/>
                <a:gd name="connsiteY14" fmla="*/ 190567 h 190567"/>
                <a:gd name="connsiteX15" fmla="*/ 158053 w 211928"/>
                <a:gd name="connsiteY15" fmla="*/ 190567 h 190567"/>
                <a:gd name="connsiteX16" fmla="*/ 180861 w 211928"/>
                <a:gd name="connsiteY16" fmla="*/ 172786 h 190567"/>
                <a:gd name="connsiteX17" fmla="*/ 199855 w 211928"/>
                <a:gd name="connsiteY17" fmla="*/ 96840 h 190567"/>
                <a:gd name="connsiteX18" fmla="*/ 205519 w 211928"/>
                <a:gd name="connsiteY18" fmla="*/ 96840 h 190567"/>
                <a:gd name="connsiteX19" fmla="*/ 205519 w 211928"/>
                <a:gd name="connsiteY19" fmla="*/ 73076 h 190567"/>
                <a:gd name="connsiteX20" fmla="*/ 205574 w 211928"/>
                <a:gd name="connsiteY20" fmla="*/ 73076 h 190567"/>
                <a:gd name="connsiteX21" fmla="*/ 72069 w 211928"/>
                <a:gd name="connsiteY21" fmla="*/ 151722 h 190567"/>
                <a:gd name="connsiteX22" fmla="*/ 57782 w 211928"/>
                <a:gd name="connsiteY22" fmla="*/ 151722 h 190567"/>
                <a:gd name="connsiteX23" fmla="*/ 57782 w 211928"/>
                <a:gd name="connsiteY23" fmla="*/ 112133 h 190567"/>
                <a:gd name="connsiteX24" fmla="*/ 72014 w 211928"/>
                <a:gd name="connsiteY24" fmla="*/ 112133 h 190567"/>
                <a:gd name="connsiteX25" fmla="*/ 72014 w 211928"/>
                <a:gd name="connsiteY25" fmla="*/ 151722 h 190567"/>
                <a:gd name="connsiteX26" fmla="*/ 72069 w 211928"/>
                <a:gd name="connsiteY26" fmla="*/ 151722 h 190567"/>
                <a:gd name="connsiteX27" fmla="*/ 113025 w 211928"/>
                <a:gd name="connsiteY27" fmla="*/ 151722 h 190567"/>
                <a:gd name="connsiteX28" fmla="*/ 98738 w 211928"/>
                <a:gd name="connsiteY28" fmla="*/ 151722 h 190567"/>
                <a:gd name="connsiteX29" fmla="*/ 98738 w 211928"/>
                <a:gd name="connsiteY29" fmla="*/ 112133 h 190567"/>
                <a:gd name="connsiteX30" fmla="*/ 112974 w 211928"/>
                <a:gd name="connsiteY30" fmla="*/ 112133 h 190567"/>
                <a:gd name="connsiteX31" fmla="*/ 112974 w 211928"/>
                <a:gd name="connsiteY31" fmla="*/ 151722 h 190567"/>
                <a:gd name="connsiteX32" fmla="*/ 113025 w 211928"/>
                <a:gd name="connsiteY32" fmla="*/ 151722 h 190567"/>
                <a:gd name="connsiteX33" fmla="*/ 155356 w 211928"/>
                <a:gd name="connsiteY33" fmla="*/ 151722 h 190567"/>
                <a:gd name="connsiteX34" fmla="*/ 141069 w 211928"/>
                <a:gd name="connsiteY34" fmla="*/ 151722 h 190567"/>
                <a:gd name="connsiteX35" fmla="*/ 141069 w 211928"/>
                <a:gd name="connsiteY35" fmla="*/ 112133 h 190567"/>
                <a:gd name="connsiteX36" fmla="*/ 155305 w 211928"/>
                <a:gd name="connsiteY36" fmla="*/ 112133 h 190567"/>
                <a:gd name="connsiteX37" fmla="*/ 155305 w 211928"/>
                <a:gd name="connsiteY37" fmla="*/ 151722 h 190567"/>
                <a:gd name="connsiteX38" fmla="*/ 155356 w 211928"/>
                <a:gd name="connsiteY38" fmla="*/ 151722 h 190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11928" h="190567">
                  <a:moveTo>
                    <a:pt x="205574" y="73076"/>
                  </a:moveTo>
                  <a:lnTo>
                    <a:pt x="173504" y="73076"/>
                  </a:lnTo>
                  <a:lnTo>
                    <a:pt x="132654" y="2055"/>
                  </a:lnTo>
                  <a:cubicBezTo>
                    <a:pt x="128698" y="-4413"/>
                    <a:pt x="110671" y="5872"/>
                    <a:pt x="114295" y="12584"/>
                  </a:cubicBezTo>
                  <a:lnTo>
                    <a:pt x="148583" y="73025"/>
                  </a:lnTo>
                  <a:lnTo>
                    <a:pt x="63340" y="73025"/>
                  </a:lnTo>
                  <a:lnTo>
                    <a:pt x="97786" y="12584"/>
                  </a:lnTo>
                  <a:cubicBezTo>
                    <a:pt x="101354" y="5858"/>
                    <a:pt x="83462" y="-4413"/>
                    <a:pt x="79422" y="2055"/>
                  </a:cubicBezTo>
                  <a:lnTo>
                    <a:pt x="38573" y="73076"/>
                  </a:lnTo>
                  <a:lnTo>
                    <a:pt x="6138" y="73076"/>
                  </a:lnTo>
                  <a:cubicBezTo>
                    <a:pt x="131" y="73262"/>
                    <a:pt x="0" y="82029"/>
                    <a:pt x="0" y="86413"/>
                  </a:cubicBezTo>
                  <a:cubicBezTo>
                    <a:pt x="0" y="92128"/>
                    <a:pt x="2752" y="96734"/>
                    <a:pt x="6138" y="96840"/>
                  </a:cubicBezTo>
                  <a:lnTo>
                    <a:pt x="12065" y="96840"/>
                  </a:lnTo>
                  <a:lnTo>
                    <a:pt x="31059" y="172786"/>
                  </a:lnTo>
                  <a:cubicBezTo>
                    <a:pt x="33653" y="183264"/>
                    <a:pt x="43072" y="190567"/>
                    <a:pt x="53867" y="190567"/>
                  </a:cubicBezTo>
                  <a:lnTo>
                    <a:pt x="158053" y="190567"/>
                  </a:lnTo>
                  <a:cubicBezTo>
                    <a:pt x="168847" y="190567"/>
                    <a:pt x="178215" y="183213"/>
                    <a:pt x="180861" y="172786"/>
                  </a:cubicBezTo>
                  <a:lnTo>
                    <a:pt x="199855" y="96840"/>
                  </a:lnTo>
                  <a:lnTo>
                    <a:pt x="205519" y="96840"/>
                  </a:lnTo>
                  <a:cubicBezTo>
                    <a:pt x="214051" y="96563"/>
                    <a:pt x="214080" y="73350"/>
                    <a:pt x="205519" y="73076"/>
                  </a:cubicBezTo>
                  <a:lnTo>
                    <a:pt x="205574" y="73076"/>
                  </a:lnTo>
                  <a:close/>
                  <a:moveTo>
                    <a:pt x="72069" y="151722"/>
                  </a:moveTo>
                  <a:cubicBezTo>
                    <a:pt x="71934" y="156880"/>
                    <a:pt x="57917" y="156880"/>
                    <a:pt x="57782" y="151722"/>
                  </a:cubicBezTo>
                  <a:lnTo>
                    <a:pt x="57782" y="112133"/>
                  </a:lnTo>
                  <a:cubicBezTo>
                    <a:pt x="57914" y="107001"/>
                    <a:pt x="71883" y="106987"/>
                    <a:pt x="72014" y="112133"/>
                  </a:cubicBezTo>
                  <a:lnTo>
                    <a:pt x="72014" y="151722"/>
                  </a:lnTo>
                  <a:lnTo>
                    <a:pt x="72069" y="151722"/>
                  </a:lnTo>
                  <a:close/>
                  <a:moveTo>
                    <a:pt x="113025" y="151722"/>
                  </a:moveTo>
                  <a:cubicBezTo>
                    <a:pt x="112890" y="156876"/>
                    <a:pt x="98873" y="156880"/>
                    <a:pt x="98738" y="151722"/>
                  </a:cubicBezTo>
                  <a:lnTo>
                    <a:pt x="98738" y="112133"/>
                  </a:lnTo>
                  <a:cubicBezTo>
                    <a:pt x="98869" y="107001"/>
                    <a:pt x="112839" y="106987"/>
                    <a:pt x="112974" y="112133"/>
                  </a:cubicBezTo>
                  <a:lnTo>
                    <a:pt x="112974" y="151722"/>
                  </a:lnTo>
                  <a:lnTo>
                    <a:pt x="113025" y="151722"/>
                  </a:lnTo>
                  <a:close/>
                  <a:moveTo>
                    <a:pt x="155356" y="151722"/>
                  </a:moveTo>
                  <a:cubicBezTo>
                    <a:pt x="155221" y="156876"/>
                    <a:pt x="141204" y="156880"/>
                    <a:pt x="141069" y="151722"/>
                  </a:cubicBezTo>
                  <a:lnTo>
                    <a:pt x="141069" y="112133"/>
                  </a:lnTo>
                  <a:cubicBezTo>
                    <a:pt x="141204" y="107085"/>
                    <a:pt x="155174" y="107041"/>
                    <a:pt x="155305" y="112133"/>
                  </a:cubicBezTo>
                  <a:lnTo>
                    <a:pt x="155305" y="151722"/>
                  </a:lnTo>
                  <a:lnTo>
                    <a:pt x="155356" y="151722"/>
                  </a:lnTo>
                  <a:close/>
                </a:path>
              </a:pathLst>
            </a:custGeom>
            <a:solidFill>
              <a:schemeClr val="bg1"/>
            </a:solidFill>
            <a:ln w="3646" cap="flat">
              <a:noFill/>
              <a:prstDash val="solid"/>
              <a:miter/>
            </a:ln>
          </p:spPr>
          <p:txBody>
            <a:bodyPr rtlCol="0" anchor="ctr"/>
            <a:lstStyle/>
            <a:p>
              <a:endParaRPr lang="en-GR">
                <a:latin typeface="Aptos" panose="020B0004020202020204" pitchFamily="34" charset="0"/>
              </a:endParaRPr>
            </a:p>
          </p:txBody>
        </p:sp>
      </p:grpSp>
      <p:grpSp>
        <p:nvGrpSpPr>
          <p:cNvPr id="33" name="Group 32">
            <a:extLst>
              <a:ext uri="{FF2B5EF4-FFF2-40B4-BE49-F238E27FC236}">
                <a16:creationId xmlns:a16="http://schemas.microsoft.com/office/drawing/2014/main" id="{48913199-5549-5654-36F7-E62C631DE4CB}"/>
              </a:ext>
            </a:extLst>
          </p:cNvPr>
          <p:cNvGrpSpPr/>
          <p:nvPr/>
        </p:nvGrpSpPr>
        <p:grpSpPr>
          <a:xfrm>
            <a:off x="346747" y="3705391"/>
            <a:ext cx="11472381" cy="681714"/>
            <a:chOff x="346747" y="3873994"/>
            <a:chExt cx="11472381" cy="681714"/>
          </a:xfrm>
        </p:grpSpPr>
        <p:sp>
          <p:nvSpPr>
            <p:cNvPr id="22" name="Rectangle 21">
              <a:extLst>
                <a:ext uri="{FF2B5EF4-FFF2-40B4-BE49-F238E27FC236}">
                  <a16:creationId xmlns:a16="http://schemas.microsoft.com/office/drawing/2014/main" id="{D4F5B01A-5DE0-F0EF-9087-6E2693E8F2E1}"/>
                </a:ext>
              </a:extLst>
            </p:cNvPr>
            <p:cNvSpPr/>
            <p:nvPr/>
          </p:nvSpPr>
          <p:spPr>
            <a:xfrm>
              <a:off x="2637980" y="3873994"/>
              <a:ext cx="9181148" cy="681712"/>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0" tIns="72000" rIns="180000" bIns="72000" rtlCol="0" anchor="ctr"/>
            <a:lstStyle/>
            <a:p>
              <a:pPr>
                <a:lnSpc>
                  <a:spcPct val="110000"/>
                </a:lnSpc>
                <a:spcBef>
                  <a:spcPts val="900"/>
                </a:spcBef>
              </a:pPr>
              <a:r>
                <a:rPr lang="en-GB" sz="1200" err="1">
                  <a:solidFill>
                    <a:schemeClr val="tx1">
                      <a:lumMod val="65000"/>
                      <a:lumOff val="35000"/>
                    </a:schemeClr>
                  </a:solidFill>
                  <a:latin typeface="Aptos" panose="020B0004020202020204" pitchFamily="34" charset="0"/>
                </a:rPr>
                <a:t>Voluptates</a:t>
              </a:r>
              <a:r>
                <a:rPr lang="en-GB" sz="1200">
                  <a:solidFill>
                    <a:schemeClr val="tx1">
                      <a:lumMod val="65000"/>
                      <a:lumOff val="35000"/>
                    </a:schemeClr>
                  </a:solidFill>
                  <a:latin typeface="Aptos" panose="020B0004020202020204" pitchFamily="34" charset="0"/>
                </a:rPr>
                <a:t> libero Ut </a:t>
              </a:r>
              <a:r>
                <a:rPr lang="en-GB" sz="1200" err="1">
                  <a:solidFill>
                    <a:schemeClr val="tx1">
                      <a:lumMod val="65000"/>
                      <a:lumOff val="35000"/>
                    </a:schemeClr>
                  </a:solidFill>
                  <a:latin typeface="Aptos" panose="020B0004020202020204" pitchFamily="34" charset="0"/>
                </a:rPr>
                <a:t>cupiditate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iste</a:t>
              </a:r>
              <a:r>
                <a:rPr lang="en-GB" sz="1200">
                  <a:solidFill>
                    <a:schemeClr val="tx1">
                      <a:lumMod val="65000"/>
                      <a:lumOff val="35000"/>
                    </a:schemeClr>
                  </a:solidFill>
                  <a:latin typeface="Aptos" panose="020B0004020202020204" pitchFamily="34" charset="0"/>
                </a:rPr>
                <a:t> non rerum libero sit nostrum. </a:t>
              </a:r>
              <a:r>
                <a:rPr lang="en-GB" sz="1200" err="1">
                  <a:solidFill>
                    <a:schemeClr val="tx1">
                      <a:lumMod val="65000"/>
                      <a:lumOff val="35000"/>
                    </a:schemeClr>
                  </a:solidFill>
                  <a:latin typeface="Aptos" panose="020B0004020202020204" pitchFamily="34" charset="0"/>
                </a:rPr>
                <a:t>Aduis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aute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irure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dolor</a:t>
              </a:r>
              <a:r>
                <a:rPr lang="en-GB" sz="1200">
                  <a:solidFill>
                    <a:schemeClr val="tx1">
                      <a:lumMod val="65000"/>
                      <a:lumOff val="35000"/>
                    </a:schemeClr>
                  </a:solidFill>
                  <a:latin typeface="Aptos" panose="020B0004020202020204" pitchFamily="34" charset="0"/>
                </a:rPr>
                <a:t> in </a:t>
              </a:r>
              <a:r>
                <a:rPr lang="en-GB" sz="1200" err="1">
                  <a:solidFill>
                    <a:schemeClr val="tx1">
                      <a:lumMod val="65000"/>
                      <a:lumOff val="35000"/>
                    </a:schemeClr>
                  </a:solidFill>
                  <a:latin typeface="Aptos" panose="020B0004020202020204" pitchFamily="34" charset="0"/>
                </a:rPr>
                <a:t>reprehenderit</a:t>
              </a:r>
              <a:r>
                <a:rPr lang="en-GB" sz="1200">
                  <a:solidFill>
                    <a:schemeClr val="tx1">
                      <a:lumMod val="65000"/>
                      <a:lumOff val="35000"/>
                    </a:schemeClr>
                  </a:solidFill>
                  <a:latin typeface="Aptos" panose="020B0004020202020204" pitchFamily="34" charset="0"/>
                </a:rPr>
                <a:t> in </a:t>
              </a:r>
              <a:r>
                <a:rPr lang="en-GB" sz="1200" err="1">
                  <a:solidFill>
                    <a:schemeClr val="tx1">
                      <a:lumMod val="65000"/>
                      <a:lumOff val="35000"/>
                    </a:schemeClr>
                  </a:solidFill>
                  <a:latin typeface="Aptos" panose="020B0004020202020204" pitchFamily="34" charset="0"/>
                </a:rPr>
                <a:t>voluptate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velit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esse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cillum</a:t>
              </a:r>
              <a:r>
                <a:rPr lang="en-GB" sz="1200">
                  <a:solidFill>
                    <a:schemeClr val="tx1">
                      <a:lumMod val="65000"/>
                      <a:lumOff val="35000"/>
                    </a:schemeClr>
                  </a:solidFill>
                  <a:latin typeface="Aptos" panose="020B0004020202020204" pitchFamily="34" charset="0"/>
                </a:rPr>
                <a:t> dolore </a:t>
              </a:r>
              <a:r>
                <a:rPr lang="en-GB" sz="1200" err="1">
                  <a:solidFill>
                    <a:schemeClr val="tx1">
                      <a:lumMod val="65000"/>
                      <a:lumOff val="35000"/>
                    </a:schemeClr>
                  </a:solidFill>
                  <a:latin typeface="Aptos" panose="020B0004020202020204" pitchFamily="34" charset="0"/>
                </a:rPr>
                <a:t>eu</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fugiat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nulla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pariatur</a:t>
              </a:r>
              <a:r>
                <a:rPr lang="en-GB" sz="1200">
                  <a:solidFill>
                    <a:schemeClr val="tx1">
                      <a:lumMod val="65000"/>
                      <a:lumOff val="35000"/>
                    </a:schemeClr>
                  </a:solidFill>
                  <a:latin typeface="Aptos" panose="020B0004020202020204" pitchFamily="34" charset="0"/>
                </a:rPr>
                <a:t>.</a:t>
              </a:r>
              <a:endParaRPr lang="en-GR" sz="1200">
                <a:solidFill>
                  <a:schemeClr val="tx1">
                    <a:lumMod val="65000"/>
                    <a:lumOff val="35000"/>
                  </a:schemeClr>
                </a:solidFill>
                <a:latin typeface="Aptos" panose="020B0004020202020204" pitchFamily="34" charset="0"/>
              </a:endParaRPr>
            </a:p>
          </p:txBody>
        </p:sp>
        <p:sp>
          <p:nvSpPr>
            <p:cNvPr id="23" name="AutoShape 28">
              <a:extLst>
                <a:ext uri="{FF2B5EF4-FFF2-40B4-BE49-F238E27FC236}">
                  <a16:creationId xmlns:a16="http://schemas.microsoft.com/office/drawing/2014/main" id="{63AD051D-DDA3-6C0E-4255-D4E5B2645889}"/>
                </a:ext>
              </a:extLst>
            </p:cNvPr>
            <p:cNvSpPr>
              <a:spLocks noChangeArrowheads="1"/>
            </p:cNvSpPr>
            <p:nvPr/>
          </p:nvSpPr>
          <p:spPr bwMode="auto">
            <a:xfrm>
              <a:off x="346747" y="3873995"/>
              <a:ext cx="2508891" cy="681713"/>
            </a:xfrm>
            <a:prstGeom prst="chevron">
              <a:avLst>
                <a:gd name="adj" fmla="val 27840"/>
              </a:avLst>
            </a:prstGeom>
            <a:solidFill>
              <a:schemeClr val="accent3"/>
            </a:solidFill>
            <a:ln>
              <a:noFill/>
            </a:ln>
            <a:effectLst/>
          </p:spPr>
          <p:txBody>
            <a:bodyPr lIns="180000" tIns="36000" rIns="36000" bIns="36000" anchor="ctr"/>
            <a:lstStyle/>
            <a:p>
              <a:r>
                <a:rPr lang="da-DK" sz="1400" b="1">
                  <a:solidFill>
                    <a:srgbClr val="FFFFFF"/>
                  </a:solidFill>
                  <a:latin typeface="Aptos" panose="020B0004020202020204" pitchFamily="34" charset="0"/>
                  <a:ea typeface="MS PGothic" pitchFamily="34" charset="-128"/>
                </a:rPr>
                <a:t>Community</a:t>
              </a:r>
              <a:endParaRPr lang="en-US" sz="1400" b="1">
                <a:latin typeface="Aptos" panose="020B0004020202020204" pitchFamily="34" charset="0"/>
                <a:ea typeface="MS PGothic" pitchFamily="34" charset="-128"/>
              </a:endParaRPr>
            </a:p>
          </p:txBody>
        </p:sp>
        <p:grpSp>
          <p:nvGrpSpPr>
            <p:cNvPr id="15" name="Group 14">
              <a:extLst>
                <a:ext uri="{FF2B5EF4-FFF2-40B4-BE49-F238E27FC236}">
                  <a16:creationId xmlns:a16="http://schemas.microsoft.com/office/drawing/2014/main" id="{822306D5-EA05-6649-AD1B-38C484C4D801}"/>
                </a:ext>
              </a:extLst>
            </p:cNvPr>
            <p:cNvGrpSpPr/>
            <p:nvPr/>
          </p:nvGrpSpPr>
          <p:grpSpPr>
            <a:xfrm>
              <a:off x="2215126" y="4063137"/>
              <a:ext cx="291623" cy="290089"/>
              <a:chOff x="6746709" y="3180415"/>
              <a:chExt cx="206826" cy="205739"/>
            </a:xfrm>
          </p:grpSpPr>
          <p:sp>
            <p:nvSpPr>
              <p:cNvPr id="16" name="Freeform 380">
                <a:extLst>
                  <a:ext uri="{FF2B5EF4-FFF2-40B4-BE49-F238E27FC236}">
                    <a16:creationId xmlns:a16="http://schemas.microsoft.com/office/drawing/2014/main" id="{7436DFF7-3601-D238-958F-5EF6EA05D6CC}"/>
                  </a:ext>
                </a:extLst>
              </p:cNvPr>
              <p:cNvSpPr/>
              <p:nvPr/>
            </p:nvSpPr>
            <p:spPr>
              <a:xfrm>
                <a:off x="6869700" y="3180460"/>
                <a:ext cx="63674" cy="63637"/>
              </a:xfrm>
              <a:custGeom>
                <a:avLst/>
                <a:gdLst>
                  <a:gd name="connsiteX0" fmla="*/ 1558 w 71916"/>
                  <a:gd name="connsiteY0" fmla="*/ 46572 h 71875"/>
                  <a:gd name="connsiteX1" fmla="*/ 4284 w 71916"/>
                  <a:gd name="connsiteY1" fmla="*/ 53043 h 71875"/>
                  <a:gd name="connsiteX2" fmla="*/ 35909 w 71916"/>
                  <a:gd name="connsiteY2" fmla="*/ 71876 h 71875"/>
                  <a:gd name="connsiteX3" fmla="*/ 48707 w 71916"/>
                  <a:gd name="connsiteY3" fmla="*/ 69493 h 71875"/>
                  <a:gd name="connsiteX4" fmla="*/ 54206 w 71916"/>
                  <a:gd name="connsiteY4" fmla="*/ 66865 h 71875"/>
                  <a:gd name="connsiteX5" fmla="*/ 61359 w 71916"/>
                  <a:gd name="connsiteY5" fmla="*/ 61365 h 71875"/>
                  <a:gd name="connsiteX6" fmla="*/ 63694 w 71916"/>
                  <a:gd name="connsiteY6" fmla="*/ 58835 h 71875"/>
                  <a:gd name="connsiteX7" fmla="*/ 66468 w 71916"/>
                  <a:gd name="connsiteY7" fmla="*/ 54941 h 71875"/>
                  <a:gd name="connsiteX8" fmla="*/ 70310 w 71916"/>
                  <a:gd name="connsiteY8" fmla="*/ 46667 h 71875"/>
                  <a:gd name="connsiteX9" fmla="*/ 71916 w 71916"/>
                  <a:gd name="connsiteY9" fmla="*/ 35962 h 71875"/>
                  <a:gd name="connsiteX10" fmla="*/ 70310 w 71916"/>
                  <a:gd name="connsiteY10" fmla="*/ 25257 h 71875"/>
                  <a:gd name="connsiteX11" fmla="*/ 65785 w 71916"/>
                  <a:gd name="connsiteY11" fmla="*/ 15862 h 71875"/>
                  <a:gd name="connsiteX12" fmla="*/ 63694 w 71916"/>
                  <a:gd name="connsiteY12" fmla="*/ 13088 h 71875"/>
                  <a:gd name="connsiteX13" fmla="*/ 35960 w 71916"/>
                  <a:gd name="connsiteY13" fmla="*/ 0 h 71875"/>
                  <a:gd name="connsiteX14" fmla="*/ 29245 w 71916"/>
                  <a:gd name="connsiteY14" fmla="*/ 632 h 71875"/>
                  <a:gd name="connsiteX15" fmla="*/ 27833 w 71916"/>
                  <a:gd name="connsiteY15" fmla="*/ 924 h 71875"/>
                  <a:gd name="connsiteX16" fmla="*/ 17663 w 71916"/>
                  <a:gd name="connsiteY16" fmla="*/ 5011 h 71875"/>
                  <a:gd name="connsiteX17" fmla="*/ 10754 w 71916"/>
                  <a:gd name="connsiteY17" fmla="*/ 10267 h 71875"/>
                  <a:gd name="connsiteX18" fmla="*/ 10510 w 71916"/>
                  <a:gd name="connsiteY18" fmla="*/ 10460 h 71875"/>
                  <a:gd name="connsiteX19" fmla="*/ 4332 w 71916"/>
                  <a:gd name="connsiteY19" fmla="*/ 18734 h 71875"/>
                  <a:gd name="connsiteX20" fmla="*/ 1606 w 71916"/>
                  <a:gd name="connsiteY20" fmla="*/ 25206 h 71875"/>
                  <a:gd name="connsiteX21" fmla="*/ 197 w 71916"/>
                  <a:gd name="connsiteY21" fmla="*/ 32213 h 71875"/>
                  <a:gd name="connsiteX22" fmla="*/ 0 w 71916"/>
                  <a:gd name="connsiteY22" fmla="*/ 35914 h 71875"/>
                  <a:gd name="connsiteX23" fmla="*/ 197 w 71916"/>
                  <a:gd name="connsiteY23" fmla="*/ 39612 h 71875"/>
                  <a:gd name="connsiteX24" fmla="*/ 1606 w 71916"/>
                  <a:gd name="connsiteY24" fmla="*/ 46619 h 71875"/>
                  <a:gd name="connsiteX25" fmla="*/ 1558 w 71916"/>
                  <a:gd name="connsiteY25" fmla="*/ 46572 h 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916" h="71875">
                    <a:moveTo>
                      <a:pt x="1558" y="46572"/>
                    </a:moveTo>
                    <a:cubicBezTo>
                      <a:pt x="2241" y="48809"/>
                      <a:pt x="3164" y="50999"/>
                      <a:pt x="4284" y="53043"/>
                    </a:cubicBezTo>
                    <a:cubicBezTo>
                      <a:pt x="10364" y="64237"/>
                      <a:pt x="22239" y="71876"/>
                      <a:pt x="35909" y="71876"/>
                    </a:cubicBezTo>
                    <a:cubicBezTo>
                      <a:pt x="40434" y="71876"/>
                      <a:pt x="44718" y="71000"/>
                      <a:pt x="48707" y="69493"/>
                    </a:cubicBezTo>
                    <a:cubicBezTo>
                      <a:pt x="50604" y="68763"/>
                      <a:pt x="52455" y="67887"/>
                      <a:pt x="54206" y="66865"/>
                    </a:cubicBezTo>
                    <a:cubicBezTo>
                      <a:pt x="56834" y="65306"/>
                      <a:pt x="59217" y="63507"/>
                      <a:pt x="61359" y="61365"/>
                    </a:cubicBezTo>
                    <a:cubicBezTo>
                      <a:pt x="62183" y="60536"/>
                      <a:pt x="62964" y="59711"/>
                      <a:pt x="63694" y="58835"/>
                    </a:cubicBezTo>
                    <a:cubicBezTo>
                      <a:pt x="64716" y="57616"/>
                      <a:pt x="65592" y="56302"/>
                      <a:pt x="66468" y="54941"/>
                    </a:cubicBezTo>
                    <a:cubicBezTo>
                      <a:pt x="68073" y="52360"/>
                      <a:pt x="69387" y="49586"/>
                      <a:pt x="70310" y="46667"/>
                    </a:cubicBezTo>
                    <a:cubicBezTo>
                      <a:pt x="71379" y="43309"/>
                      <a:pt x="71916" y="39710"/>
                      <a:pt x="71916" y="35962"/>
                    </a:cubicBezTo>
                    <a:cubicBezTo>
                      <a:pt x="71916" y="32213"/>
                      <a:pt x="71332" y="28662"/>
                      <a:pt x="70310" y="25257"/>
                    </a:cubicBezTo>
                    <a:cubicBezTo>
                      <a:pt x="69241" y="21899"/>
                      <a:pt x="67730" y="18734"/>
                      <a:pt x="65785" y="15862"/>
                    </a:cubicBezTo>
                    <a:cubicBezTo>
                      <a:pt x="65154" y="14891"/>
                      <a:pt x="64471" y="13964"/>
                      <a:pt x="63694" y="13088"/>
                    </a:cubicBezTo>
                    <a:cubicBezTo>
                      <a:pt x="57074" y="5110"/>
                      <a:pt x="47101" y="0"/>
                      <a:pt x="35960" y="0"/>
                    </a:cubicBezTo>
                    <a:cubicBezTo>
                      <a:pt x="33672" y="0"/>
                      <a:pt x="31435" y="241"/>
                      <a:pt x="29245" y="632"/>
                    </a:cubicBezTo>
                    <a:cubicBezTo>
                      <a:pt x="28756" y="730"/>
                      <a:pt x="28271" y="825"/>
                      <a:pt x="27833" y="924"/>
                    </a:cubicBezTo>
                    <a:cubicBezTo>
                      <a:pt x="24184" y="1752"/>
                      <a:pt x="20779" y="3161"/>
                      <a:pt x="17663" y="5011"/>
                    </a:cubicBezTo>
                    <a:cubicBezTo>
                      <a:pt x="15181" y="6519"/>
                      <a:pt x="12845" y="8271"/>
                      <a:pt x="10754" y="10267"/>
                    </a:cubicBezTo>
                    <a:cubicBezTo>
                      <a:pt x="10656" y="10366"/>
                      <a:pt x="10609" y="10413"/>
                      <a:pt x="10510" y="10460"/>
                    </a:cubicBezTo>
                    <a:cubicBezTo>
                      <a:pt x="8080" y="12895"/>
                      <a:pt x="5985" y="15669"/>
                      <a:pt x="4332" y="18734"/>
                    </a:cubicBezTo>
                    <a:cubicBezTo>
                      <a:pt x="3211" y="20778"/>
                      <a:pt x="2288" y="22921"/>
                      <a:pt x="1606" y="25206"/>
                    </a:cubicBezTo>
                    <a:cubicBezTo>
                      <a:pt x="927" y="27447"/>
                      <a:pt x="438" y="29830"/>
                      <a:pt x="197" y="32213"/>
                    </a:cubicBezTo>
                    <a:cubicBezTo>
                      <a:pt x="51" y="33432"/>
                      <a:pt x="0" y="34648"/>
                      <a:pt x="0" y="35914"/>
                    </a:cubicBezTo>
                    <a:cubicBezTo>
                      <a:pt x="0" y="37177"/>
                      <a:pt x="51" y="38396"/>
                      <a:pt x="197" y="39612"/>
                    </a:cubicBezTo>
                    <a:cubicBezTo>
                      <a:pt x="438" y="42046"/>
                      <a:pt x="927" y="44382"/>
                      <a:pt x="1606" y="46619"/>
                    </a:cubicBezTo>
                    <a:lnTo>
                      <a:pt x="1558" y="46572"/>
                    </a:lnTo>
                    <a:close/>
                  </a:path>
                </a:pathLst>
              </a:custGeom>
              <a:solidFill>
                <a:schemeClr val="bg1"/>
              </a:solidFill>
              <a:ln w="3646" cap="flat">
                <a:noFill/>
                <a:prstDash val="solid"/>
                <a:miter/>
              </a:ln>
            </p:spPr>
            <p:txBody>
              <a:bodyPr rtlCol="0" anchor="ctr"/>
              <a:lstStyle/>
              <a:p>
                <a:endParaRPr lang="en-GR">
                  <a:latin typeface="Aptos" panose="020B0004020202020204" pitchFamily="34" charset="0"/>
                </a:endParaRPr>
              </a:p>
            </p:txBody>
          </p:sp>
          <p:sp>
            <p:nvSpPr>
              <p:cNvPr id="17" name="Freeform 381">
                <a:extLst>
                  <a:ext uri="{FF2B5EF4-FFF2-40B4-BE49-F238E27FC236}">
                    <a16:creationId xmlns:a16="http://schemas.microsoft.com/office/drawing/2014/main" id="{7C30BD63-B1C6-25B0-C857-86787C24049D}"/>
                  </a:ext>
                </a:extLst>
              </p:cNvPr>
              <p:cNvSpPr/>
              <p:nvPr/>
            </p:nvSpPr>
            <p:spPr>
              <a:xfrm>
                <a:off x="6766825" y="3180415"/>
                <a:ext cx="63631" cy="63683"/>
              </a:xfrm>
              <a:custGeom>
                <a:avLst/>
                <a:gdLst>
                  <a:gd name="connsiteX0" fmla="*/ 4186 w 71868"/>
                  <a:gd name="connsiteY0" fmla="*/ 53094 h 71926"/>
                  <a:gd name="connsiteX1" fmla="*/ 18684 w 71868"/>
                  <a:gd name="connsiteY1" fmla="*/ 67595 h 71926"/>
                  <a:gd name="connsiteX2" fmla="*/ 21848 w 71868"/>
                  <a:gd name="connsiteY2" fmla="*/ 69106 h 71926"/>
                  <a:gd name="connsiteX3" fmla="*/ 35861 w 71868"/>
                  <a:gd name="connsiteY3" fmla="*/ 71927 h 71926"/>
                  <a:gd name="connsiteX4" fmla="*/ 49874 w 71868"/>
                  <a:gd name="connsiteY4" fmla="*/ 69106 h 71926"/>
                  <a:gd name="connsiteX5" fmla="*/ 53038 w 71868"/>
                  <a:gd name="connsiteY5" fmla="*/ 67595 h 71926"/>
                  <a:gd name="connsiteX6" fmla="*/ 67537 w 71868"/>
                  <a:gd name="connsiteY6" fmla="*/ 53094 h 71926"/>
                  <a:gd name="connsiteX7" fmla="*/ 71868 w 71868"/>
                  <a:gd name="connsiteY7" fmla="*/ 35965 h 71926"/>
                  <a:gd name="connsiteX8" fmla="*/ 63643 w 71868"/>
                  <a:gd name="connsiteY8" fmla="*/ 13092 h 71926"/>
                  <a:gd name="connsiteX9" fmla="*/ 58779 w 71868"/>
                  <a:gd name="connsiteY9" fmla="*/ 8227 h 71926"/>
                  <a:gd name="connsiteX10" fmla="*/ 56005 w 71868"/>
                  <a:gd name="connsiteY10" fmla="*/ 6132 h 71926"/>
                  <a:gd name="connsiteX11" fmla="*/ 35909 w 71868"/>
                  <a:gd name="connsiteY11" fmla="*/ 0 h 71926"/>
                  <a:gd name="connsiteX12" fmla="*/ 16933 w 71868"/>
                  <a:gd name="connsiteY12" fmla="*/ 5453 h 71926"/>
                  <a:gd name="connsiteX13" fmla="*/ 13042 w 71868"/>
                  <a:gd name="connsiteY13" fmla="*/ 8227 h 71926"/>
                  <a:gd name="connsiteX14" fmla="*/ 10510 w 71868"/>
                  <a:gd name="connsiteY14" fmla="*/ 10562 h 71926"/>
                  <a:gd name="connsiteX15" fmla="*/ 4332 w 71868"/>
                  <a:gd name="connsiteY15" fmla="*/ 18833 h 71926"/>
                  <a:gd name="connsiteX16" fmla="*/ 2824 w 71868"/>
                  <a:gd name="connsiteY16" fmla="*/ 21997 h 71926"/>
                  <a:gd name="connsiteX17" fmla="*/ 0 w 71868"/>
                  <a:gd name="connsiteY17" fmla="*/ 36013 h 71926"/>
                  <a:gd name="connsiteX18" fmla="*/ 2824 w 71868"/>
                  <a:gd name="connsiteY18" fmla="*/ 50028 h 71926"/>
                  <a:gd name="connsiteX19" fmla="*/ 4332 w 71868"/>
                  <a:gd name="connsiteY19" fmla="*/ 53192 h 71926"/>
                  <a:gd name="connsiteX20" fmla="*/ 4186 w 71868"/>
                  <a:gd name="connsiteY20" fmla="*/ 53094 h 7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1868" h="71926">
                    <a:moveTo>
                      <a:pt x="4186" y="53094"/>
                    </a:moveTo>
                    <a:cubicBezTo>
                      <a:pt x="7496" y="59225"/>
                      <a:pt x="12553" y="64237"/>
                      <a:pt x="18684" y="67595"/>
                    </a:cubicBezTo>
                    <a:cubicBezTo>
                      <a:pt x="19706" y="68131"/>
                      <a:pt x="20779" y="68668"/>
                      <a:pt x="21848" y="69106"/>
                    </a:cubicBezTo>
                    <a:cubicBezTo>
                      <a:pt x="26129" y="70905"/>
                      <a:pt x="30898" y="71927"/>
                      <a:pt x="35861" y="71927"/>
                    </a:cubicBezTo>
                    <a:cubicBezTo>
                      <a:pt x="40824" y="71927"/>
                      <a:pt x="45543" y="70905"/>
                      <a:pt x="49874" y="69106"/>
                    </a:cubicBezTo>
                    <a:cubicBezTo>
                      <a:pt x="50943" y="68668"/>
                      <a:pt x="52016" y="68131"/>
                      <a:pt x="53038" y="67595"/>
                    </a:cubicBezTo>
                    <a:cubicBezTo>
                      <a:pt x="59169" y="64288"/>
                      <a:pt x="64179" y="59225"/>
                      <a:pt x="67537" y="53094"/>
                    </a:cubicBezTo>
                    <a:cubicBezTo>
                      <a:pt x="70310" y="47984"/>
                      <a:pt x="71868" y="42144"/>
                      <a:pt x="71868" y="35965"/>
                    </a:cubicBezTo>
                    <a:cubicBezTo>
                      <a:pt x="71868" y="27253"/>
                      <a:pt x="68803" y="19322"/>
                      <a:pt x="63643" y="13092"/>
                    </a:cubicBezTo>
                    <a:cubicBezTo>
                      <a:pt x="62183" y="11293"/>
                      <a:pt x="60530" y="9687"/>
                      <a:pt x="58779" y="8227"/>
                    </a:cubicBezTo>
                    <a:cubicBezTo>
                      <a:pt x="57903" y="7497"/>
                      <a:pt x="56980" y="6814"/>
                      <a:pt x="56005" y="6132"/>
                    </a:cubicBezTo>
                    <a:cubicBezTo>
                      <a:pt x="50265" y="2241"/>
                      <a:pt x="43353" y="0"/>
                      <a:pt x="35909" y="0"/>
                    </a:cubicBezTo>
                    <a:cubicBezTo>
                      <a:pt x="28953" y="0"/>
                      <a:pt x="22432" y="2044"/>
                      <a:pt x="16933" y="5453"/>
                    </a:cubicBezTo>
                    <a:cubicBezTo>
                      <a:pt x="15571" y="6278"/>
                      <a:pt x="14258" y="7205"/>
                      <a:pt x="13042" y="8227"/>
                    </a:cubicBezTo>
                    <a:cubicBezTo>
                      <a:pt x="12167" y="8957"/>
                      <a:pt x="11291" y="9734"/>
                      <a:pt x="10510" y="10562"/>
                    </a:cubicBezTo>
                    <a:cubicBezTo>
                      <a:pt x="8079" y="12993"/>
                      <a:pt x="5985" y="15767"/>
                      <a:pt x="4332" y="18833"/>
                    </a:cubicBezTo>
                    <a:cubicBezTo>
                      <a:pt x="3795" y="19855"/>
                      <a:pt x="3262" y="20928"/>
                      <a:pt x="2824" y="21997"/>
                    </a:cubicBezTo>
                    <a:cubicBezTo>
                      <a:pt x="1022" y="26279"/>
                      <a:pt x="0" y="31049"/>
                      <a:pt x="0" y="36013"/>
                    </a:cubicBezTo>
                    <a:cubicBezTo>
                      <a:pt x="0" y="40976"/>
                      <a:pt x="1022" y="45696"/>
                      <a:pt x="2824" y="50028"/>
                    </a:cubicBezTo>
                    <a:cubicBezTo>
                      <a:pt x="3262" y="51097"/>
                      <a:pt x="3795" y="52170"/>
                      <a:pt x="4332" y="53192"/>
                    </a:cubicBezTo>
                    <a:lnTo>
                      <a:pt x="4186" y="53094"/>
                    </a:lnTo>
                    <a:close/>
                  </a:path>
                </a:pathLst>
              </a:custGeom>
              <a:solidFill>
                <a:schemeClr val="bg1"/>
              </a:solidFill>
              <a:ln w="3646" cap="flat">
                <a:noFill/>
                <a:prstDash val="solid"/>
                <a:miter/>
              </a:ln>
            </p:spPr>
            <p:txBody>
              <a:bodyPr rtlCol="0" anchor="ctr"/>
              <a:lstStyle/>
              <a:p>
                <a:endParaRPr lang="en-GR">
                  <a:latin typeface="Aptos" panose="020B0004020202020204" pitchFamily="34" charset="0"/>
                </a:endParaRPr>
              </a:p>
            </p:txBody>
          </p:sp>
          <p:sp>
            <p:nvSpPr>
              <p:cNvPr id="18" name="Freeform 382">
                <a:extLst>
                  <a:ext uri="{FF2B5EF4-FFF2-40B4-BE49-F238E27FC236}">
                    <a16:creationId xmlns:a16="http://schemas.microsoft.com/office/drawing/2014/main" id="{4258AC58-8972-A5CF-D8CB-2EB28733D1E3}"/>
                  </a:ext>
                </a:extLst>
              </p:cNvPr>
              <p:cNvSpPr/>
              <p:nvPr/>
            </p:nvSpPr>
            <p:spPr>
              <a:xfrm>
                <a:off x="6871943" y="3252717"/>
                <a:ext cx="81592" cy="52692"/>
              </a:xfrm>
              <a:custGeom>
                <a:avLst/>
                <a:gdLst>
                  <a:gd name="connsiteX0" fmla="*/ 91815 w 92154"/>
                  <a:gd name="connsiteY0" fmla="*/ 31534 h 59513"/>
                  <a:gd name="connsiteX1" fmla="*/ 89480 w 92154"/>
                  <a:gd name="connsiteY1" fmla="*/ 24673 h 59513"/>
                  <a:gd name="connsiteX2" fmla="*/ 85049 w 92154"/>
                  <a:gd name="connsiteY2" fmla="*/ 18395 h 59513"/>
                  <a:gd name="connsiteX3" fmla="*/ 73470 w 92154"/>
                  <a:gd name="connsiteY3" fmla="*/ 9489 h 59513"/>
                  <a:gd name="connsiteX4" fmla="*/ 66270 w 92154"/>
                  <a:gd name="connsiteY4" fmla="*/ 5986 h 59513"/>
                  <a:gd name="connsiteX5" fmla="*/ 60286 w 92154"/>
                  <a:gd name="connsiteY5" fmla="*/ 3891 h 59513"/>
                  <a:gd name="connsiteX6" fmla="*/ 50943 w 92154"/>
                  <a:gd name="connsiteY6" fmla="*/ 1555 h 59513"/>
                  <a:gd name="connsiteX7" fmla="*/ 33522 w 92154"/>
                  <a:gd name="connsiteY7" fmla="*/ 0 h 59513"/>
                  <a:gd name="connsiteX8" fmla="*/ 27537 w 92154"/>
                  <a:gd name="connsiteY8" fmla="*/ 193 h 59513"/>
                  <a:gd name="connsiteX9" fmla="*/ 5594 w 92154"/>
                  <a:gd name="connsiteY9" fmla="*/ 4234 h 59513"/>
                  <a:gd name="connsiteX10" fmla="*/ 777 w 92154"/>
                  <a:gd name="connsiteY10" fmla="*/ 5986 h 59513"/>
                  <a:gd name="connsiteX11" fmla="*/ 0 w 92154"/>
                  <a:gd name="connsiteY11" fmla="*/ 6325 h 59513"/>
                  <a:gd name="connsiteX12" fmla="*/ 23355 w 92154"/>
                  <a:gd name="connsiteY12" fmla="*/ 47641 h 59513"/>
                  <a:gd name="connsiteX13" fmla="*/ 21797 w 92154"/>
                  <a:gd name="connsiteY13" fmla="*/ 59514 h 59513"/>
                  <a:gd name="connsiteX14" fmla="*/ 76145 w 92154"/>
                  <a:gd name="connsiteY14" fmla="*/ 59514 h 59513"/>
                  <a:gd name="connsiteX15" fmla="*/ 79408 w 92154"/>
                  <a:gd name="connsiteY15" fmla="*/ 59127 h 59513"/>
                  <a:gd name="connsiteX16" fmla="*/ 82422 w 92154"/>
                  <a:gd name="connsiteY16" fmla="*/ 58397 h 59513"/>
                  <a:gd name="connsiteX17" fmla="*/ 90888 w 92154"/>
                  <a:gd name="connsiteY17" fmla="*/ 52849 h 59513"/>
                  <a:gd name="connsiteX18" fmla="*/ 92155 w 92154"/>
                  <a:gd name="connsiteY18" fmla="*/ 48955 h 59513"/>
                  <a:gd name="connsiteX19" fmla="*/ 92155 w 92154"/>
                  <a:gd name="connsiteY19" fmla="*/ 35086 h 59513"/>
                  <a:gd name="connsiteX20" fmla="*/ 91863 w 92154"/>
                  <a:gd name="connsiteY20" fmla="*/ 31483 h 59513"/>
                  <a:gd name="connsiteX21" fmla="*/ 91815 w 92154"/>
                  <a:gd name="connsiteY21" fmla="*/ 31534 h 59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154" h="59513">
                    <a:moveTo>
                      <a:pt x="91815" y="31534"/>
                    </a:moveTo>
                    <a:cubicBezTo>
                      <a:pt x="91425" y="29147"/>
                      <a:pt x="90647" y="26863"/>
                      <a:pt x="89480" y="24673"/>
                    </a:cubicBezTo>
                    <a:cubicBezTo>
                      <a:pt x="88312" y="22483"/>
                      <a:pt x="86852" y="20340"/>
                      <a:pt x="85049" y="18395"/>
                    </a:cubicBezTo>
                    <a:cubicBezTo>
                      <a:pt x="82035" y="15037"/>
                      <a:pt x="78094" y="12066"/>
                      <a:pt x="73470" y="9489"/>
                    </a:cubicBezTo>
                    <a:cubicBezTo>
                      <a:pt x="71234" y="8223"/>
                      <a:pt x="68847" y="7055"/>
                      <a:pt x="66270" y="5986"/>
                    </a:cubicBezTo>
                    <a:cubicBezTo>
                      <a:pt x="64373" y="5205"/>
                      <a:pt x="62329" y="4526"/>
                      <a:pt x="60286" y="3891"/>
                    </a:cubicBezTo>
                    <a:cubicBezTo>
                      <a:pt x="57315" y="2967"/>
                      <a:pt x="54202" y="2190"/>
                      <a:pt x="50943" y="1555"/>
                    </a:cubicBezTo>
                    <a:cubicBezTo>
                      <a:pt x="45444" y="533"/>
                      <a:pt x="39605" y="0"/>
                      <a:pt x="33522" y="0"/>
                    </a:cubicBezTo>
                    <a:cubicBezTo>
                      <a:pt x="31478" y="0"/>
                      <a:pt x="29486" y="47"/>
                      <a:pt x="27537" y="193"/>
                    </a:cubicBezTo>
                    <a:cubicBezTo>
                      <a:pt x="19655" y="679"/>
                      <a:pt x="12261" y="2091"/>
                      <a:pt x="5594" y="4234"/>
                    </a:cubicBezTo>
                    <a:cubicBezTo>
                      <a:pt x="3941" y="4767"/>
                      <a:pt x="2336" y="5351"/>
                      <a:pt x="777" y="5986"/>
                    </a:cubicBezTo>
                    <a:cubicBezTo>
                      <a:pt x="485" y="6080"/>
                      <a:pt x="241" y="6227"/>
                      <a:pt x="0" y="6325"/>
                    </a:cubicBezTo>
                    <a:cubicBezTo>
                      <a:pt x="13962" y="14793"/>
                      <a:pt x="23355" y="30122"/>
                      <a:pt x="23355" y="47641"/>
                    </a:cubicBezTo>
                    <a:cubicBezTo>
                      <a:pt x="23355" y="51776"/>
                      <a:pt x="22771" y="55718"/>
                      <a:pt x="21797" y="59514"/>
                    </a:cubicBezTo>
                    <a:lnTo>
                      <a:pt x="76145" y="59514"/>
                    </a:lnTo>
                    <a:cubicBezTo>
                      <a:pt x="77266" y="59466"/>
                      <a:pt x="78335" y="59320"/>
                      <a:pt x="79408" y="59127"/>
                    </a:cubicBezTo>
                    <a:cubicBezTo>
                      <a:pt x="80430" y="58930"/>
                      <a:pt x="81451" y="58689"/>
                      <a:pt x="82422" y="58397"/>
                    </a:cubicBezTo>
                    <a:cubicBezTo>
                      <a:pt x="86269" y="57229"/>
                      <a:pt x="89283" y="55233"/>
                      <a:pt x="90888" y="52849"/>
                    </a:cubicBezTo>
                    <a:cubicBezTo>
                      <a:pt x="91717" y="51630"/>
                      <a:pt x="92155" y="50316"/>
                      <a:pt x="92155" y="48955"/>
                    </a:cubicBezTo>
                    <a:lnTo>
                      <a:pt x="92155" y="35086"/>
                    </a:lnTo>
                    <a:cubicBezTo>
                      <a:pt x="92155" y="33870"/>
                      <a:pt x="92056" y="32651"/>
                      <a:pt x="91863" y="31483"/>
                    </a:cubicBezTo>
                    <a:lnTo>
                      <a:pt x="91815" y="31534"/>
                    </a:lnTo>
                    <a:close/>
                  </a:path>
                </a:pathLst>
              </a:custGeom>
              <a:solidFill>
                <a:schemeClr val="bg1"/>
              </a:solidFill>
              <a:ln w="3646" cap="flat">
                <a:noFill/>
                <a:prstDash val="solid"/>
                <a:miter/>
              </a:ln>
            </p:spPr>
            <p:txBody>
              <a:bodyPr rtlCol="0" anchor="ctr"/>
              <a:lstStyle/>
              <a:p>
                <a:endParaRPr lang="en-GR">
                  <a:latin typeface="Aptos" panose="020B0004020202020204" pitchFamily="34" charset="0"/>
                </a:endParaRPr>
              </a:p>
            </p:txBody>
          </p:sp>
          <p:sp>
            <p:nvSpPr>
              <p:cNvPr id="19" name="Freeform 383">
                <a:extLst>
                  <a:ext uri="{FF2B5EF4-FFF2-40B4-BE49-F238E27FC236}">
                    <a16:creationId xmlns:a16="http://schemas.microsoft.com/office/drawing/2014/main" id="{D5DF86A5-4FBC-ADE0-4015-4067393C4D57}"/>
                  </a:ext>
                </a:extLst>
              </p:cNvPr>
              <p:cNvSpPr/>
              <p:nvPr/>
            </p:nvSpPr>
            <p:spPr>
              <a:xfrm>
                <a:off x="6799181" y="3334538"/>
                <a:ext cx="101537" cy="51616"/>
              </a:xfrm>
              <a:custGeom>
                <a:avLst/>
                <a:gdLst>
                  <a:gd name="connsiteX0" fmla="*/ 57315 w 114681"/>
                  <a:gd name="connsiteY0" fmla="*/ 0 h 58298"/>
                  <a:gd name="connsiteX1" fmla="*/ 0 w 114681"/>
                  <a:gd name="connsiteY1" fmla="*/ 34403 h 58298"/>
                  <a:gd name="connsiteX2" fmla="*/ 0 w 114681"/>
                  <a:gd name="connsiteY2" fmla="*/ 48127 h 58298"/>
                  <a:gd name="connsiteX3" fmla="*/ 15619 w 114681"/>
                  <a:gd name="connsiteY3" fmla="*/ 58299 h 58298"/>
                  <a:gd name="connsiteX4" fmla="*/ 99015 w 114681"/>
                  <a:gd name="connsiteY4" fmla="*/ 58299 h 58298"/>
                  <a:gd name="connsiteX5" fmla="*/ 114682 w 114681"/>
                  <a:gd name="connsiteY5" fmla="*/ 47981 h 58298"/>
                  <a:gd name="connsiteX6" fmla="*/ 114682 w 114681"/>
                  <a:gd name="connsiteY6" fmla="*/ 34403 h 58298"/>
                  <a:gd name="connsiteX7" fmla="*/ 57366 w 114681"/>
                  <a:gd name="connsiteY7" fmla="*/ 0 h 58298"/>
                  <a:gd name="connsiteX8" fmla="*/ 57315 w 114681"/>
                  <a:gd name="connsiteY8" fmla="*/ 0 h 58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681" h="58298">
                    <a:moveTo>
                      <a:pt x="57315" y="0"/>
                    </a:moveTo>
                    <a:cubicBezTo>
                      <a:pt x="25640" y="0"/>
                      <a:pt x="0" y="15377"/>
                      <a:pt x="0" y="34403"/>
                    </a:cubicBezTo>
                    <a:lnTo>
                      <a:pt x="0" y="48127"/>
                    </a:lnTo>
                    <a:cubicBezTo>
                      <a:pt x="194" y="53433"/>
                      <a:pt x="6956" y="57762"/>
                      <a:pt x="15619" y="58299"/>
                    </a:cubicBezTo>
                    <a:lnTo>
                      <a:pt x="99015" y="58299"/>
                    </a:lnTo>
                    <a:cubicBezTo>
                      <a:pt x="107774" y="57762"/>
                      <a:pt x="114587" y="53382"/>
                      <a:pt x="114682" y="47981"/>
                    </a:cubicBezTo>
                    <a:lnTo>
                      <a:pt x="114682" y="34403"/>
                    </a:lnTo>
                    <a:cubicBezTo>
                      <a:pt x="114682" y="15424"/>
                      <a:pt x="88991" y="0"/>
                      <a:pt x="57366" y="0"/>
                    </a:cubicBezTo>
                    <a:lnTo>
                      <a:pt x="57315" y="0"/>
                    </a:lnTo>
                    <a:close/>
                  </a:path>
                </a:pathLst>
              </a:custGeom>
              <a:solidFill>
                <a:schemeClr val="bg1"/>
              </a:solidFill>
              <a:ln w="3646" cap="flat">
                <a:noFill/>
                <a:prstDash val="solid"/>
                <a:miter/>
              </a:ln>
            </p:spPr>
            <p:txBody>
              <a:bodyPr rtlCol="0" anchor="ctr"/>
              <a:lstStyle/>
              <a:p>
                <a:endParaRPr lang="en-GR">
                  <a:latin typeface="Aptos" panose="020B0004020202020204" pitchFamily="34" charset="0"/>
                </a:endParaRPr>
              </a:p>
            </p:txBody>
          </p:sp>
          <p:sp>
            <p:nvSpPr>
              <p:cNvPr id="20" name="Freeform 384">
                <a:extLst>
                  <a:ext uri="{FF2B5EF4-FFF2-40B4-BE49-F238E27FC236}">
                    <a16:creationId xmlns:a16="http://schemas.microsoft.com/office/drawing/2014/main" id="{9B652C3F-1647-F335-3073-BB3263121213}"/>
                  </a:ext>
                </a:extLst>
              </p:cNvPr>
              <p:cNvSpPr/>
              <p:nvPr/>
            </p:nvSpPr>
            <p:spPr>
              <a:xfrm>
                <a:off x="6818650" y="3263745"/>
                <a:ext cx="62293" cy="62303"/>
              </a:xfrm>
              <a:custGeom>
                <a:avLst/>
                <a:gdLst>
                  <a:gd name="connsiteX0" fmla="*/ 0 w 70357"/>
                  <a:gd name="connsiteY0" fmla="*/ 35184 h 70368"/>
                  <a:gd name="connsiteX1" fmla="*/ 35179 w 70357"/>
                  <a:gd name="connsiteY1" fmla="*/ 70369 h 70368"/>
                  <a:gd name="connsiteX2" fmla="*/ 70358 w 70357"/>
                  <a:gd name="connsiteY2" fmla="*/ 35184 h 70368"/>
                  <a:gd name="connsiteX3" fmla="*/ 35179 w 70357"/>
                  <a:gd name="connsiteY3" fmla="*/ 0 h 70368"/>
                  <a:gd name="connsiteX4" fmla="*/ 0 w 70357"/>
                  <a:gd name="connsiteY4" fmla="*/ 35184 h 70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357" h="70368">
                    <a:moveTo>
                      <a:pt x="0" y="35184"/>
                    </a:moveTo>
                    <a:cubicBezTo>
                      <a:pt x="0" y="54601"/>
                      <a:pt x="15765" y="70369"/>
                      <a:pt x="35179" y="70369"/>
                    </a:cubicBezTo>
                    <a:cubicBezTo>
                      <a:pt x="54593" y="70369"/>
                      <a:pt x="70358" y="54601"/>
                      <a:pt x="70358" y="35184"/>
                    </a:cubicBezTo>
                    <a:cubicBezTo>
                      <a:pt x="70358" y="15767"/>
                      <a:pt x="54593" y="0"/>
                      <a:pt x="35179" y="0"/>
                    </a:cubicBezTo>
                    <a:cubicBezTo>
                      <a:pt x="15765" y="0"/>
                      <a:pt x="0" y="15767"/>
                      <a:pt x="0" y="35184"/>
                    </a:cubicBezTo>
                    <a:close/>
                  </a:path>
                </a:pathLst>
              </a:custGeom>
              <a:solidFill>
                <a:schemeClr val="bg1"/>
              </a:solidFill>
              <a:ln w="3646" cap="flat">
                <a:noFill/>
                <a:prstDash val="solid"/>
                <a:miter/>
              </a:ln>
            </p:spPr>
            <p:txBody>
              <a:bodyPr rtlCol="0" anchor="ctr"/>
              <a:lstStyle/>
              <a:p>
                <a:endParaRPr lang="en-GR">
                  <a:latin typeface="Aptos" panose="020B0004020202020204" pitchFamily="34" charset="0"/>
                </a:endParaRPr>
              </a:p>
            </p:txBody>
          </p:sp>
          <p:sp>
            <p:nvSpPr>
              <p:cNvPr id="21" name="Freeform 385">
                <a:extLst>
                  <a:ext uri="{FF2B5EF4-FFF2-40B4-BE49-F238E27FC236}">
                    <a16:creationId xmlns:a16="http://schemas.microsoft.com/office/drawing/2014/main" id="{820685E6-3DF9-1076-028E-A519C1E73D9D}"/>
                  </a:ext>
                </a:extLst>
              </p:cNvPr>
              <p:cNvSpPr/>
              <p:nvPr/>
            </p:nvSpPr>
            <p:spPr>
              <a:xfrm>
                <a:off x="6746709" y="3252717"/>
                <a:ext cx="81204" cy="52780"/>
              </a:xfrm>
              <a:custGeom>
                <a:avLst/>
                <a:gdLst>
                  <a:gd name="connsiteX0" fmla="*/ 68117 w 91716"/>
                  <a:gd name="connsiteY0" fmla="*/ 47641 h 59612"/>
                  <a:gd name="connsiteX1" fmla="*/ 91717 w 91716"/>
                  <a:gd name="connsiteY1" fmla="*/ 6179 h 59612"/>
                  <a:gd name="connsiteX2" fmla="*/ 86560 w 91716"/>
                  <a:gd name="connsiteY2" fmla="*/ 4234 h 59612"/>
                  <a:gd name="connsiteX3" fmla="*/ 77218 w 91716"/>
                  <a:gd name="connsiteY3" fmla="*/ 1847 h 59612"/>
                  <a:gd name="connsiteX4" fmla="*/ 58629 w 91716"/>
                  <a:gd name="connsiteY4" fmla="*/ 0 h 59612"/>
                  <a:gd name="connsiteX5" fmla="*/ 17173 w 91716"/>
                  <a:gd name="connsiteY5" fmla="*/ 10314 h 59612"/>
                  <a:gd name="connsiteX6" fmla="*/ 2627 w 91716"/>
                  <a:gd name="connsiteY6" fmla="*/ 24720 h 59612"/>
                  <a:gd name="connsiteX7" fmla="*/ 292 w 91716"/>
                  <a:gd name="connsiteY7" fmla="*/ 31582 h 59612"/>
                  <a:gd name="connsiteX8" fmla="*/ 0 w 91716"/>
                  <a:gd name="connsiteY8" fmla="*/ 35184 h 59612"/>
                  <a:gd name="connsiteX9" fmla="*/ 0 w 91716"/>
                  <a:gd name="connsiteY9" fmla="*/ 49199 h 59612"/>
                  <a:gd name="connsiteX10" fmla="*/ 15958 w 91716"/>
                  <a:gd name="connsiteY10" fmla="*/ 59612 h 59612"/>
                  <a:gd name="connsiteX11" fmla="*/ 69577 w 91716"/>
                  <a:gd name="connsiteY11" fmla="*/ 59612 h 59612"/>
                  <a:gd name="connsiteX12" fmla="*/ 68022 w 91716"/>
                  <a:gd name="connsiteY12" fmla="*/ 47739 h 59612"/>
                  <a:gd name="connsiteX13" fmla="*/ 68117 w 91716"/>
                  <a:gd name="connsiteY13" fmla="*/ 47641 h 59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716" h="59612">
                    <a:moveTo>
                      <a:pt x="68117" y="47641"/>
                    </a:moveTo>
                    <a:cubicBezTo>
                      <a:pt x="68117" y="30023"/>
                      <a:pt x="77605" y="14647"/>
                      <a:pt x="91717" y="6179"/>
                    </a:cubicBezTo>
                    <a:cubicBezTo>
                      <a:pt x="90064" y="5497"/>
                      <a:pt x="88360" y="4818"/>
                      <a:pt x="86560" y="4234"/>
                    </a:cubicBezTo>
                    <a:cubicBezTo>
                      <a:pt x="83590" y="3259"/>
                      <a:pt x="80477" y="2482"/>
                      <a:pt x="77218" y="1847"/>
                    </a:cubicBezTo>
                    <a:cubicBezTo>
                      <a:pt x="71379" y="679"/>
                      <a:pt x="65103" y="0"/>
                      <a:pt x="58629" y="0"/>
                    </a:cubicBezTo>
                    <a:cubicBezTo>
                      <a:pt x="42426" y="0"/>
                      <a:pt x="27782" y="3942"/>
                      <a:pt x="17173" y="10314"/>
                    </a:cubicBezTo>
                    <a:cubicBezTo>
                      <a:pt x="10557" y="14307"/>
                      <a:pt x="5496" y="19220"/>
                      <a:pt x="2627" y="24720"/>
                    </a:cubicBezTo>
                    <a:cubicBezTo>
                      <a:pt x="1507" y="26910"/>
                      <a:pt x="679" y="29199"/>
                      <a:pt x="292" y="31582"/>
                    </a:cubicBezTo>
                    <a:cubicBezTo>
                      <a:pt x="95" y="32750"/>
                      <a:pt x="0" y="33965"/>
                      <a:pt x="0" y="35184"/>
                    </a:cubicBezTo>
                    <a:lnTo>
                      <a:pt x="0" y="49199"/>
                    </a:lnTo>
                    <a:cubicBezTo>
                      <a:pt x="193" y="54649"/>
                      <a:pt x="7101" y="59076"/>
                      <a:pt x="15958" y="59612"/>
                    </a:cubicBezTo>
                    <a:lnTo>
                      <a:pt x="69577" y="59612"/>
                    </a:lnTo>
                    <a:cubicBezTo>
                      <a:pt x="68606" y="55816"/>
                      <a:pt x="68022" y="51827"/>
                      <a:pt x="68022" y="47739"/>
                    </a:cubicBezTo>
                    <a:lnTo>
                      <a:pt x="68117" y="47641"/>
                    </a:lnTo>
                    <a:close/>
                  </a:path>
                </a:pathLst>
              </a:custGeom>
              <a:solidFill>
                <a:schemeClr val="bg1"/>
              </a:solidFill>
              <a:ln w="3646" cap="flat">
                <a:noFill/>
                <a:prstDash val="solid"/>
                <a:miter/>
              </a:ln>
            </p:spPr>
            <p:txBody>
              <a:bodyPr rtlCol="0" anchor="ctr"/>
              <a:lstStyle/>
              <a:p>
                <a:endParaRPr lang="en-GR">
                  <a:latin typeface="Aptos" panose="020B0004020202020204" pitchFamily="34" charset="0"/>
                </a:endParaRPr>
              </a:p>
            </p:txBody>
          </p:sp>
        </p:grpSp>
      </p:grpSp>
      <p:grpSp>
        <p:nvGrpSpPr>
          <p:cNvPr id="40" name="Group 39">
            <a:extLst>
              <a:ext uri="{FF2B5EF4-FFF2-40B4-BE49-F238E27FC236}">
                <a16:creationId xmlns:a16="http://schemas.microsoft.com/office/drawing/2014/main" id="{0D9221BA-AB38-5C99-AE82-6814917E8FC6}"/>
              </a:ext>
            </a:extLst>
          </p:cNvPr>
          <p:cNvGrpSpPr/>
          <p:nvPr/>
        </p:nvGrpSpPr>
        <p:grpSpPr>
          <a:xfrm>
            <a:off x="346747" y="5320203"/>
            <a:ext cx="11472381" cy="681721"/>
            <a:chOff x="346747" y="5558201"/>
            <a:chExt cx="11472381" cy="681721"/>
          </a:xfrm>
        </p:grpSpPr>
        <p:sp>
          <p:nvSpPr>
            <p:cNvPr id="30" name="Rectangle 29">
              <a:extLst>
                <a:ext uri="{FF2B5EF4-FFF2-40B4-BE49-F238E27FC236}">
                  <a16:creationId xmlns:a16="http://schemas.microsoft.com/office/drawing/2014/main" id="{4F0D5EAE-025A-B392-6AF5-B6457678BED8}"/>
                </a:ext>
              </a:extLst>
            </p:cNvPr>
            <p:cNvSpPr/>
            <p:nvPr/>
          </p:nvSpPr>
          <p:spPr>
            <a:xfrm>
              <a:off x="2637980" y="5558201"/>
              <a:ext cx="9181148" cy="681712"/>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0" tIns="72000" rIns="180000" bIns="72000" rtlCol="0" anchor="ctr"/>
            <a:lstStyle/>
            <a:p>
              <a:pPr>
                <a:lnSpc>
                  <a:spcPct val="110000"/>
                </a:lnSpc>
                <a:spcBef>
                  <a:spcPts val="900"/>
                </a:spcBef>
              </a:pPr>
              <a:r>
                <a:rPr lang="en-US" sz="1200">
                  <a:solidFill>
                    <a:schemeClr val="tx1">
                      <a:lumMod val="65000"/>
                      <a:lumOff val="35000"/>
                    </a:schemeClr>
                  </a:solidFill>
                  <a:latin typeface="Aptos" panose="020B0004020202020204" pitchFamily="34" charset="0"/>
                </a:rPr>
                <a:t>C</a:t>
              </a:r>
              <a:r>
                <a:rPr lang="en-GB" sz="1200">
                  <a:solidFill>
                    <a:schemeClr val="tx1">
                      <a:lumMod val="65000"/>
                      <a:lumOff val="35000"/>
                    </a:schemeClr>
                  </a:solidFill>
                  <a:latin typeface="Aptos" panose="020B0004020202020204" pitchFamily="34" charset="0"/>
                </a:rPr>
                <a:t>illum dolore </a:t>
              </a:r>
              <a:r>
                <a:rPr lang="en-GB" sz="1200" err="1">
                  <a:solidFill>
                    <a:schemeClr val="tx1">
                      <a:lumMod val="65000"/>
                      <a:lumOff val="35000"/>
                    </a:schemeClr>
                  </a:solidFill>
                  <a:latin typeface="Aptos" panose="020B0004020202020204" pitchFamily="34" charset="0"/>
                </a:rPr>
                <a:t>eu</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fugiat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nulla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pariatur</a:t>
              </a:r>
              <a:r>
                <a:rPr lang="en-GB" sz="1200">
                  <a:solidFill>
                    <a:schemeClr val="tx1">
                      <a:lumMod val="65000"/>
                      <a:lumOff val="35000"/>
                    </a:schemeClr>
                  </a:solidFill>
                  <a:latin typeface="Aptos" panose="020B0004020202020204" pitchFamily="34" charset="0"/>
                </a:rPr>
                <a:t>. Ut </a:t>
              </a:r>
              <a:r>
                <a:rPr lang="en-GB" sz="1200" err="1">
                  <a:solidFill>
                    <a:schemeClr val="tx1">
                      <a:lumMod val="65000"/>
                      <a:lumOff val="35000"/>
                    </a:schemeClr>
                  </a:solidFill>
                  <a:latin typeface="Aptos" panose="020B0004020202020204" pitchFamily="34" charset="0"/>
                </a:rPr>
                <a:t>cupiditate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iste</a:t>
              </a:r>
              <a:r>
                <a:rPr lang="en-GB" sz="1200">
                  <a:solidFill>
                    <a:schemeClr val="tx1">
                      <a:lumMod val="65000"/>
                      <a:lumOff val="35000"/>
                    </a:schemeClr>
                  </a:solidFill>
                  <a:latin typeface="Aptos" panose="020B0004020202020204" pitchFamily="34" charset="0"/>
                </a:rPr>
                <a:t> non rerum libero sit nostrum </a:t>
              </a:r>
              <a:r>
                <a:rPr lang="en-GB" sz="1200" err="1">
                  <a:solidFill>
                    <a:schemeClr val="tx1">
                      <a:lumMod val="65000"/>
                      <a:lumOff val="35000"/>
                    </a:schemeClr>
                  </a:solidFill>
                  <a:latin typeface="Aptos" panose="020B0004020202020204" pitchFamily="34" charset="0"/>
                </a:rPr>
                <a:t>voluptas</a:t>
              </a:r>
              <a:r>
                <a:rPr lang="en-GB" sz="1200">
                  <a:solidFill>
                    <a:schemeClr val="tx1">
                      <a:lumMod val="65000"/>
                      <a:lumOff val="35000"/>
                    </a:schemeClr>
                  </a:solidFill>
                  <a:latin typeface="Aptos" panose="020B0004020202020204" pitchFamily="34" charset="0"/>
                </a:rPr>
                <a:t> in </a:t>
              </a:r>
              <a:r>
                <a:rPr lang="en-GB" sz="1200" err="1">
                  <a:solidFill>
                    <a:schemeClr val="tx1">
                      <a:lumMod val="65000"/>
                      <a:lumOff val="35000"/>
                    </a:schemeClr>
                  </a:solidFill>
                  <a:latin typeface="Aptos" panose="020B0004020202020204" pitchFamily="34" charset="0"/>
                </a:rPr>
                <a:t>voluptates</a:t>
              </a:r>
              <a:r>
                <a:rPr lang="en-GB" sz="1200">
                  <a:solidFill>
                    <a:schemeClr val="tx1">
                      <a:lumMod val="65000"/>
                      <a:lumOff val="35000"/>
                    </a:schemeClr>
                  </a:solidFill>
                  <a:latin typeface="Aptos" panose="020B0004020202020204" pitchFamily="34" charset="0"/>
                </a:rPr>
                <a:t> libero. </a:t>
              </a:r>
              <a:r>
                <a:rPr lang="en-GB" sz="1200" err="1">
                  <a:solidFill>
                    <a:schemeClr val="tx1">
                      <a:lumMod val="65000"/>
                      <a:lumOff val="35000"/>
                    </a:schemeClr>
                  </a:solidFill>
                  <a:latin typeface="Aptos" panose="020B0004020202020204" pitchFamily="34" charset="0"/>
                </a:rPr>
                <a:t>Excepteur</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sint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occaecat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cupidatat</a:t>
              </a:r>
              <a:r>
                <a:rPr lang="en-GB" sz="1200">
                  <a:solidFill>
                    <a:schemeClr val="tx1">
                      <a:lumMod val="65000"/>
                      <a:lumOff val="35000"/>
                    </a:schemeClr>
                  </a:solidFill>
                  <a:latin typeface="Aptos" panose="020B0004020202020204" pitchFamily="34" charset="0"/>
                </a:rPr>
                <a:t> non </a:t>
              </a:r>
              <a:r>
                <a:rPr lang="en-GB" sz="1200" err="1">
                  <a:solidFill>
                    <a:schemeClr val="tx1">
                      <a:lumMod val="65000"/>
                      <a:lumOff val="35000"/>
                    </a:schemeClr>
                  </a:solidFill>
                  <a:latin typeface="Aptos" panose="020B0004020202020204" pitchFamily="34" charset="0"/>
                </a:rPr>
                <a:t>proident</a:t>
              </a:r>
              <a:r>
                <a:rPr lang="en-GB" sz="1200">
                  <a:solidFill>
                    <a:schemeClr val="tx1">
                      <a:lumMod val="65000"/>
                      <a:lumOff val="35000"/>
                    </a:schemeClr>
                  </a:solidFill>
                  <a:latin typeface="Aptos" panose="020B0004020202020204" pitchFamily="34" charset="0"/>
                </a:rPr>
                <a:t>, sunt in culpa qui </a:t>
              </a:r>
              <a:r>
                <a:rPr lang="en-GB" sz="1200" err="1">
                  <a:solidFill>
                    <a:schemeClr val="tx1">
                      <a:lumMod val="65000"/>
                      <a:lumOff val="35000"/>
                    </a:schemeClr>
                  </a:solidFill>
                  <a:latin typeface="Aptos" panose="020B0004020202020204" pitchFamily="34" charset="0"/>
                </a:rPr>
                <a:t>officia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deserunt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mollit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anim</a:t>
              </a:r>
              <a:r>
                <a:rPr lang="en-GB" sz="1200">
                  <a:solidFill>
                    <a:schemeClr val="tx1">
                      <a:lumMod val="65000"/>
                      <a:lumOff val="35000"/>
                    </a:schemeClr>
                  </a:solidFill>
                  <a:latin typeface="Aptos" panose="020B0004020202020204" pitchFamily="34" charset="0"/>
                </a:rPr>
                <a:t> id </a:t>
              </a:r>
              <a:r>
                <a:rPr lang="en-GB" sz="1200" err="1">
                  <a:solidFill>
                    <a:schemeClr val="tx1">
                      <a:lumMod val="65000"/>
                      <a:lumOff val="35000"/>
                    </a:schemeClr>
                  </a:solidFill>
                  <a:latin typeface="Aptos" panose="020B0004020202020204" pitchFamily="34" charset="0"/>
                </a:rPr>
                <a:t>est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laborum</a:t>
              </a:r>
              <a:r>
                <a:rPr lang="en-GB" sz="1200">
                  <a:solidFill>
                    <a:schemeClr val="tx1">
                      <a:lumMod val="65000"/>
                      <a:lumOff val="35000"/>
                    </a:schemeClr>
                  </a:solidFill>
                  <a:latin typeface="Aptos" panose="020B0004020202020204" pitchFamily="34" charset="0"/>
                </a:rPr>
                <a:t>.</a:t>
              </a:r>
              <a:endParaRPr lang="en-GR" sz="1200">
                <a:solidFill>
                  <a:schemeClr val="tx1">
                    <a:lumMod val="65000"/>
                    <a:lumOff val="35000"/>
                  </a:schemeClr>
                </a:solidFill>
                <a:latin typeface="Aptos" panose="020B0004020202020204" pitchFamily="34" charset="0"/>
              </a:endParaRPr>
            </a:p>
          </p:txBody>
        </p:sp>
        <p:sp>
          <p:nvSpPr>
            <p:cNvPr id="31" name="AutoShape 28">
              <a:extLst>
                <a:ext uri="{FF2B5EF4-FFF2-40B4-BE49-F238E27FC236}">
                  <a16:creationId xmlns:a16="http://schemas.microsoft.com/office/drawing/2014/main" id="{220D3A1D-2E13-E83B-C44B-EF702CD1AD43}"/>
                </a:ext>
              </a:extLst>
            </p:cNvPr>
            <p:cNvSpPr>
              <a:spLocks noChangeArrowheads="1"/>
            </p:cNvSpPr>
            <p:nvPr/>
          </p:nvSpPr>
          <p:spPr bwMode="auto">
            <a:xfrm>
              <a:off x="346747" y="5558209"/>
              <a:ext cx="2508891" cy="681713"/>
            </a:xfrm>
            <a:prstGeom prst="chevron">
              <a:avLst>
                <a:gd name="adj" fmla="val 27840"/>
              </a:avLst>
            </a:prstGeom>
            <a:solidFill>
              <a:schemeClr val="accent5"/>
            </a:solidFill>
            <a:ln>
              <a:noFill/>
            </a:ln>
            <a:effectLst/>
          </p:spPr>
          <p:txBody>
            <a:bodyPr lIns="180000" tIns="36000" rIns="36000" bIns="36000" anchor="ctr"/>
            <a:lstStyle/>
            <a:p>
              <a:r>
                <a:rPr lang="da-DK" sz="1400" b="1">
                  <a:solidFill>
                    <a:srgbClr val="FFFFFF"/>
                  </a:solidFill>
                  <a:latin typeface="Aptos" panose="020B0004020202020204" pitchFamily="34" charset="0"/>
                  <a:ea typeface="MS PGothic" pitchFamily="34" charset="-128"/>
                </a:rPr>
                <a:t>Marketing</a:t>
              </a:r>
              <a:endParaRPr lang="en-US" sz="1400" b="1">
                <a:latin typeface="Aptos" panose="020B0004020202020204" pitchFamily="34" charset="0"/>
                <a:ea typeface="MS PGothic" pitchFamily="34" charset="-128"/>
              </a:endParaRPr>
            </a:p>
          </p:txBody>
        </p:sp>
        <p:sp>
          <p:nvSpPr>
            <p:cNvPr id="27" name="Freeform 603">
              <a:extLst>
                <a:ext uri="{FF2B5EF4-FFF2-40B4-BE49-F238E27FC236}">
                  <a16:creationId xmlns:a16="http://schemas.microsoft.com/office/drawing/2014/main" id="{A12AFDB4-3FE2-6DC7-D203-033277D5F32E}"/>
                </a:ext>
              </a:extLst>
            </p:cNvPr>
            <p:cNvSpPr/>
            <p:nvPr/>
          </p:nvSpPr>
          <p:spPr>
            <a:xfrm>
              <a:off x="2233210" y="5776778"/>
              <a:ext cx="255391" cy="174782"/>
            </a:xfrm>
            <a:custGeom>
              <a:avLst/>
              <a:gdLst>
                <a:gd name="connsiteX0" fmla="*/ 175137 w 204577"/>
                <a:gd name="connsiteY0" fmla="*/ 139752 h 140006"/>
                <a:gd name="connsiteX1" fmla="*/ 70951 w 204577"/>
                <a:gd name="connsiteY1" fmla="*/ 139861 h 140006"/>
                <a:gd name="connsiteX2" fmla="*/ 70951 w 204577"/>
                <a:gd name="connsiteY2" fmla="*/ 140007 h 140006"/>
                <a:gd name="connsiteX3" fmla="*/ 44056 w 204577"/>
                <a:gd name="connsiteY3" fmla="*/ 117743 h 140006"/>
                <a:gd name="connsiteX4" fmla="*/ 25809 w 204577"/>
                <a:gd name="connsiteY4" fmla="*/ 21716 h 140006"/>
                <a:gd name="connsiteX5" fmla="*/ 24897 w 204577"/>
                <a:gd name="connsiteY5" fmla="*/ 20950 h 140006"/>
                <a:gd name="connsiteX6" fmla="*/ 5665 w 204577"/>
                <a:gd name="connsiteY6" fmla="*/ 20950 h 140006"/>
                <a:gd name="connsiteX7" fmla="*/ 5665 w 204577"/>
                <a:gd name="connsiteY7" fmla="*/ 0 h 140006"/>
                <a:gd name="connsiteX8" fmla="*/ 24824 w 204577"/>
                <a:gd name="connsiteY8" fmla="*/ 110 h 140006"/>
                <a:gd name="connsiteX9" fmla="*/ 43909 w 204577"/>
                <a:gd name="connsiteY9" fmla="*/ 11351 h 140006"/>
                <a:gd name="connsiteX10" fmla="*/ 186486 w 204577"/>
                <a:gd name="connsiteY10" fmla="*/ 11205 h 140006"/>
                <a:gd name="connsiteX11" fmla="*/ 186595 w 204577"/>
                <a:gd name="connsiteY11" fmla="*/ 11205 h 140006"/>
                <a:gd name="connsiteX12" fmla="*/ 204550 w 204577"/>
                <a:gd name="connsiteY12" fmla="*/ 28176 h 140006"/>
                <a:gd name="connsiteX13" fmla="*/ 180574 w 204577"/>
                <a:gd name="connsiteY13" fmla="*/ 103545 h 140006"/>
                <a:gd name="connsiteX14" fmla="*/ 174991 w 204577"/>
                <a:gd name="connsiteY14" fmla="*/ 105918 h 140006"/>
                <a:gd name="connsiteX15" fmla="*/ 62594 w 204577"/>
                <a:gd name="connsiteY15" fmla="*/ 106064 h 140006"/>
                <a:gd name="connsiteX16" fmla="*/ 75695 w 204577"/>
                <a:gd name="connsiteY16" fmla="*/ 119167 h 140006"/>
                <a:gd name="connsiteX17" fmla="*/ 175137 w 204577"/>
                <a:gd name="connsiteY17" fmla="*/ 119167 h 140006"/>
                <a:gd name="connsiteX18" fmla="*/ 175137 w 204577"/>
                <a:gd name="connsiteY18" fmla="*/ 139752 h 14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577" h="140006">
                  <a:moveTo>
                    <a:pt x="175137" y="139752"/>
                  </a:moveTo>
                  <a:lnTo>
                    <a:pt x="70951" y="139861"/>
                  </a:lnTo>
                  <a:lnTo>
                    <a:pt x="70951" y="140007"/>
                  </a:lnTo>
                  <a:cubicBezTo>
                    <a:pt x="57813" y="140007"/>
                    <a:pt x="46501" y="130627"/>
                    <a:pt x="44056" y="117743"/>
                  </a:cubicBezTo>
                  <a:lnTo>
                    <a:pt x="25809" y="21716"/>
                  </a:lnTo>
                  <a:cubicBezTo>
                    <a:pt x="25700" y="21278"/>
                    <a:pt x="25335" y="20950"/>
                    <a:pt x="24897" y="20950"/>
                  </a:cubicBezTo>
                  <a:lnTo>
                    <a:pt x="5665" y="20950"/>
                  </a:lnTo>
                  <a:cubicBezTo>
                    <a:pt x="-1888" y="20695"/>
                    <a:pt x="-1888" y="255"/>
                    <a:pt x="5665" y="0"/>
                  </a:cubicBezTo>
                  <a:lnTo>
                    <a:pt x="24824" y="110"/>
                  </a:lnTo>
                  <a:cubicBezTo>
                    <a:pt x="32816" y="110"/>
                    <a:pt x="40115" y="4453"/>
                    <a:pt x="43909" y="11351"/>
                  </a:cubicBezTo>
                  <a:cubicBezTo>
                    <a:pt x="44238" y="11278"/>
                    <a:pt x="184625" y="11205"/>
                    <a:pt x="186486" y="11205"/>
                  </a:cubicBezTo>
                  <a:lnTo>
                    <a:pt x="186595" y="11205"/>
                  </a:lnTo>
                  <a:cubicBezTo>
                    <a:pt x="195865" y="11205"/>
                    <a:pt x="203346" y="19928"/>
                    <a:pt x="204550" y="28176"/>
                  </a:cubicBezTo>
                  <a:cubicBezTo>
                    <a:pt x="205426" y="34053"/>
                    <a:pt x="185391" y="99202"/>
                    <a:pt x="180574" y="103545"/>
                  </a:cubicBezTo>
                  <a:cubicBezTo>
                    <a:pt x="178895" y="105042"/>
                    <a:pt x="176889" y="105918"/>
                    <a:pt x="174991" y="105918"/>
                  </a:cubicBezTo>
                  <a:lnTo>
                    <a:pt x="62594" y="106064"/>
                  </a:lnTo>
                  <a:cubicBezTo>
                    <a:pt x="62594" y="113290"/>
                    <a:pt x="68432" y="119167"/>
                    <a:pt x="75695" y="119167"/>
                  </a:cubicBezTo>
                  <a:lnTo>
                    <a:pt x="175137" y="119167"/>
                  </a:lnTo>
                  <a:cubicBezTo>
                    <a:pt x="182545" y="119276"/>
                    <a:pt x="182545" y="139496"/>
                    <a:pt x="175137" y="139752"/>
                  </a:cubicBezTo>
                  <a:close/>
                </a:path>
              </a:pathLst>
            </a:custGeom>
            <a:solidFill>
              <a:schemeClr val="bg1"/>
            </a:solidFill>
            <a:ln w="3646" cap="flat">
              <a:noFill/>
              <a:prstDash val="solid"/>
              <a:miter/>
            </a:ln>
          </p:spPr>
          <p:txBody>
            <a:bodyPr rtlCol="0" anchor="ctr"/>
            <a:lstStyle/>
            <a:p>
              <a:endParaRPr lang="en-GR">
                <a:latin typeface="Aptos" panose="020B0004020202020204" pitchFamily="34" charset="0"/>
              </a:endParaRPr>
            </a:p>
          </p:txBody>
        </p:sp>
        <p:sp>
          <p:nvSpPr>
            <p:cNvPr id="28" name="Freeform 604">
              <a:extLst>
                <a:ext uri="{FF2B5EF4-FFF2-40B4-BE49-F238E27FC236}">
                  <a16:creationId xmlns:a16="http://schemas.microsoft.com/office/drawing/2014/main" id="{21DD7FA3-A57F-58CA-8480-9E952CD99577}"/>
                </a:ext>
              </a:extLst>
            </p:cNvPr>
            <p:cNvSpPr/>
            <p:nvPr/>
          </p:nvSpPr>
          <p:spPr>
            <a:xfrm>
              <a:off x="2287661" y="5960764"/>
              <a:ext cx="47242" cy="47249"/>
            </a:xfrm>
            <a:custGeom>
              <a:avLst/>
              <a:gdLst>
                <a:gd name="connsiteX0" fmla="*/ 18903 w 37842"/>
                <a:gd name="connsiteY0" fmla="*/ 0 h 37848"/>
                <a:gd name="connsiteX1" fmla="*/ 0 w 37842"/>
                <a:gd name="connsiteY1" fmla="*/ 18942 h 37848"/>
                <a:gd name="connsiteX2" fmla="*/ 18903 w 37842"/>
                <a:gd name="connsiteY2" fmla="*/ 37849 h 37848"/>
                <a:gd name="connsiteX3" fmla="*/ 37843 w 37842"/>
                <a:gd name="connsiteY3" fmla="*/ 18942 h 37848"/>
                <a:gd name="connsiteX4" fmla="*/ 18903 w 37842"/>
                <a:gd name="connsiteY4" fmla="*/ 0 h 378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42" h="37848">
                  <a:moveTo>
                    <a:pt x="18903" y="0"/>
                  </a:moveTo>
                  <a:cubicBezTo>
                    <a:pt x="8503" y="0"/>
                    <a:pt x="0" y="8467"/>
                    <a:pt x="0" y="18942"/>
                  </a:cubicBezTo>
                  <a:cubicBezTo>
                    <a:pt x="0" y="29381"/>
                    <a:pt x="8466" y="37849"/>
                    <a:pt x="18903" y="37849"/>
                  </a:cubicBezTo>
                  <a:cubicBezTo>
                    <a:pt x="29376" y="37849"/>
                    <a:pt x="37843" y="29381"/>
                    <a:pt x="37843" y="18942"/>
                  </a:cubicBezTo>
                  <a:cubicBezTo>
                    <a:pt x="37843" y="8467"/>
                    <a:pt x="29376" y="0"/>
                    <a:pt x="18903" y="0"/>
                  </a:cubicBezTo>
                  <a:close/>
                </a:path>
              </a:pathLst>
            </a:custGeom>
            <a:solidFill>
              <a:schemeClr val="bg1"/>
            </a:solidFill>
            <a:ln w="3646" cap="flat">
              <a:noFill/>
              <a:prstDash val="solid"/>
              <a:miter/>
            </a:ln>
          </p:spPr>
          <p:txBody>
            <a:bodyPr rtlCol="0" anchor="ctr"/>
            <a:lstStyle/>
            <a:p>
              <a:endParaRPr lang="en-GR">
                <a:latin typeface="Aptos" panose="020B0004020202020204" pitchFamily="34" charset="0"/>
              </a:endParaRPr>
            </a:p>
          </p:txBody>
        </p:sp>
        <p:sp>
          <p:nvSpPr>
            <p:cNvPr id="29" name="Freeform 605">
              <a:extLst>
                <a:ext uri="{FF2B5EF4-FFF2-40B4-BE49-F238E27FC236}">
                  <a16:creationId xmlns:a16="http://schemas.microsoft.com/office/drawing/2014/main" id="{874815C7-9563-A13A-ADA0-C81EE7F1C24C}"/>
                </a:ext>
              </a:extLst>
            </p:cNvPr>
            <p:cNvSpPr/>
            <p:nvPr/>
          </p:nvSpPr>
          <p:spPr>
            <a:xfrm>
              <a:off x="2414993" y="5960764"/>
              <a:ext cx="47242" cy="47249"/>
            </a:xfrm>
            <a:custGeom>
              <a:avLst/>
              <a:gdLst>
                <a:gd name="connsiteX0" fmla="*/ 18903 w 37842"/>
                <a:gd name="connsiteY0" fmla="*/ 37849 h 37848"/>
                <a:gd name="connsiteX1" fmla="*/ 37843 w 37842"/>
                <a:gd name="connsiteY1" fmla="*/ 18942 h 37848"/>
                <a:gd name="connsiteX2" fmla="*/ 18903 w 37842"/>
                <a:gd name="connsiteY2" fmla="*/ 0 h 37848"/>
                <a:gd name="connsiteX3" fmla="*/ 0 w 37842"/>
                <a:gd name="connsiteY3" fmla="*/ 18942 h 37848"/>
                <a:gd name="connsiteX4" fmla="*/ 18903 w 37842"/>
                <a:gd name="connsiteY4" fmla="*/ 37849 h 378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42" h="37848">
                  <a:moveTo>
                    <a:pt x="18903" y="37849"/>
                  </a:moveTo>
                  <a:cubicBezTo>
                    <a:pt x="29377" y="37849"/>
                    <a:pt x="37843" y="29381"/>
                    <a:pt x="37843" y="18942"/>
                  </a:cubicBezTo>
                  <a:cubicBezTo>
                    <a:pt x="37843" y="8467"/>
                    <a:pt x="29377" y="0"/>
                    <a:pt x="18903" y="0"/>
                  </a:cubicBezTo>
                  <a:cubicBezTo>
                    <a:pt x="8467" y="0"/>
                    <a:pt x="0" y="8467"/>
                    <a:pt x="0" y="18942"/>
                  </a:cubicBezTo>
                  <a:cubicBezTo>
                    <a:pt x="0" y="29381"/>
                    <a:pt x="8467" y="37849"/>
                    <a:pt x="18903" y="37849"/>
                  </a:cubicBezTo>
                  <a:close/>
                </a:path>
              </a:pathLst>
            </a:custGeom>
            <a:solidFill>
              <a:schemeClr val="bg1"/>
            </a:solidFill>
            <a:ln w="3646" cap="flat">
              <a:noFill/>
              <a:prstDash val="solid"/>
              <a:miter/>
            </a:ln>
          </p:spPr>
          <p:txBody>
            <a:bodyPr rtlCol="0" anchor="ctr"/>
            <a:lstStyle/>
            <a:p>
              <a:endParaRPr lang="en-GR">
                <a:latin typeface="Aptos" panose="020B0004020202020204" pitchFamily="34" charset="0"/>
              </a:endParaRPr>
            </a:p>
          </p:txBody>
        </p:sp>
      </p:grpSp>
      <p:grpSp>
        <p:nvGrpSpPr>
          <p:cNvPr id="32" name="Group 31">
            <a:extLst>
              <a:ext uri="{FF2B5EF4-FFF2-40B4-BE49-F238E27FC236}">
                <a16:creationId xmlns:a16="http://schemas.microsoft.com/office/drawing/2014/main" id="{1D29100C-5E7D-D67C-F906-2B09F5A879F0}"/>
              </a:ext>
            </a:extLst>
          </p:cNvPr>
          <p:cNvGrpSpPr/>
          <p:nvPr/>
        </p:nvGrpSpPr>
        <p:grpSpPr>
          <a:xfrm>
            <a:off x="346747" y="2892822"/>
            <a:ext cx="11472381" cy="686878"/>
            <a:chOff x="346747" y="3026724"/>
            <a:chExt cx="11472381" cy="686878"/>
          </a:xfrm>
        </p:grpSpPr>
        <p:sp>
          <p:nvSpPr>
            <p:cNvPr id="37" name="Rectangle 36">
              <a:extLst>
                <a:ext uri="{FF2B5EF4-FFF2-40B4-BE49-F238E27FC236}">
                  <a16:creationId xmlns:a16="http://schemas.microsoft.com/office/drawing/2014/main" id="{44CEAC1E-BC00-8A09-3039-1842430FB015}"/>
                </a:ext>
              </a:extLst>
            </p:cNvPr>
            <p:cNvSpPr/>
            <p:nvPr/>
          </p:nvSpPr>
          <p:spPr>
            <a:xfrm>
              <a:off x="2637980" y="3026724"/>
              <a:ext cx="9181148" cy="681714"/>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0" tIns="72000" rIns="180000" bIns="72000" rtlCol="0" anchor="ctr"/>
            <a:lstStyle/>
            <a:p>
              <a:pPr>
                <a:lnSpc>
                  <a:spcPct val="110000"/>
                </a:lnSpc>
                <a:spcBef>
                  <a:spcPts val="900"/>
                </a:spcBef>
              </a:pPr>
              <a:r>
                <a:rPr lang="en-GB" sz="1200" err="1">
                  <a:solidFill>
                    <a:schemeClr val="tx1">
                      <a:lumMod val="65000"/>
                      <a:lumOff val="35000"/>
                    </a:schemeClr>
                  </a:solidFill>
                  <a:latin typeface="Aptos" panose="020B0004020202020204" pitchFamily="34" charset="0"/>
                </a:rPr>
                <a:t>Excepteur</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sint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occaecat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cupidatat</a:t>
              </a:r>
              <a:r>
                <a:rPr lang="en-GB" sz="1200">
                  <a:solidFill>
                    <a:schemeClr val="tx1">
                      <a:lumMod val="65000"/>
                      <a:lumOff val="35000"/>
                    </a:schemeClr>
                  </a:solidFill>
                  <a:latin typeface="Aptos" panose="020B0004020202020204" pitchFamily="34" charset="0"/>
                </a:rPr>
                <a:t> non </a:t>
              </a:r>
              <a:r>
                <a:rPr lang="en-GB" sz="1200" err="1">
                  <a:solidFill>
                    <a:schemeClr val="tx1">
                      <a:lumMod val="65000"/>
                      <a:lumOff val="35000"/>
                    </a:schemeClr>
                  </a:solidFill>
                  <a:latin typeface="Aptos" panose="020B0004020202020204" pitchFamily="34" charset="0"/>
                </a:rPr>
                <a:t>proident</a:t>
              </a:r>
              <a:r>
                <a:rPr lang="en-GB" sz="1200">
                  <a:solidFill>
                    <a:schemeClr val="tx1">
                      <a:lumMod val="65000"/>
                      <a:lumOff val="35000"/>
                    </a:schemeClr>
                  </a:solidFill>
                  <a:latin typeface="Aptos" panose="020B0004020202020204" pitchFamily="34" charset="0"/>
                </a:rPr>
                <a:t>, sunt in culpa qui </a:t>
              </a:r>
              <a:r>
                <a:rPr lang="en-GB" sz="1200" err="1">
                  <a:solidFill>
                    <a:schemeClr val="tx1">
                      <a:lumMod val="65000"/>
                      <a:lumOff val="35000"/>
                    </a:schemeClr>
                  </a:solidFill>
                  <a:latin typeface="Aptos" panose="020B0004020202020204" pitchFamily="34" charset="0"/>
                </a:rPr>
                <a:t>officia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deserunt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mollit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anim</a:t>
              </a:r>
              <a:r>
                <a:rPr lang="en-GB" sz="1200">
                  <a:solidFill>
                    <a:schemeClr val="tx1">
                      <a:lumMod val="65000"/>
                      <a:lumOff val="35000"/>
                    </a:schemeClr>
                  </a:solidFill>
                  <a:latin typeface="Aptos" panose="020B0004020202020204" pitchFamily="34" charset="0"/>
                </a:rPr>
                <a:t> id </a:t>
              </a:r>
              <a:r>
                <a:rPr lang="en-GB" sz="1200" err="1">
                  <a:solidFill>
                    <a:schemeClr val="tx1">
                      <a:lumMod val="65000"/>
                      <a:lumOff val="35000"/>
                    </a:schemeClr>
                  </a:solidFill>
                  <a:latin typeface="Aptos" panose="020B0004020202020204" pitchFamily="34" charset="0"/>
                </a:rPr>
                <a:t>est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laborum</a:t>
              </a:r>
              <a:r>
                <a:rPr lang="en-GB" sz="1200">
                  <a:solidFill>
                    <a:schemeClr val="tx1">
                      <a:lumMod val="65000"/>
                      <a:lumOff val="35000"/>
                    </a:schemeClr>
                  </a:solidFill>
                  <a:latin typeface="Aptos" panose="020B0004020202020204" pitchFamily="34" charset="0"/>
                </a:rPr>
                <a:t>. Ut </a:t>
              </a:r>
              <a:r>
                <a:rPr lang="en-GB" sz="1200" err="1">
                  <a:solidFill>
                    <a:schemeClr val="tx1">
                      <a:lumMod val="65000"/>
                      <a:lumOff val="35000"/>
                    </a:schemeClr>
                  </a:solidFill>
                  <a:latin typeface="Aptos" panose="020B0004020202020204" pitchFamily="34" charset="0"/>
                </a:rPr>
                <a:t>cupiditate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iste</a:t>
              </a:r>
              <a:r>
                <a:rPr lang="en-GB" sz="1200">
                  <a:solidFill>
                    <a:schemeClr val="tx1">
                      <a:lumMod val="65000"/>
                      <a:lumOff val="35000"/>
                    </a:schemeClr>
                  </a:solidFill>
                  <a:latin typeface="Aptos" panose="020B0004020202020204" pitchFamily="34" charset="0"/>
                </a:rPr>
                <a:t> non rerum libero sit nostrum </a:t>
              </a:r>
              <a:r>
                <a:rPr lang="en-GB" sz="1200" err="1">
                  <a:solidFill>
                    <a:schemeClr val="tx1">
                      <a:lumMod val="65000"/>
                      <a:lumOff val="35000"/>
                    </a:schemeClr>
                  </a:solidFill>
                  <a:latin typeface="Aptos" panose="020B0004020202020204" pitchFamily="34" charset="0"/>
                </a:rPr>
                <a:t>voluptas</a:t>
              </a:r>
              <a:r>
                <a:rPr lang="en-GB" sz="1200">
                  <a:solidFill>
                    <a:schemeClr val="tx1">
                      <a:lumMod val="65000"/>
                      <a:lumOff val="35000"/>
                    </a:schemeClr>
                  </a:solidFill>
                  <a:latin typeface="Aptos" panose="020B0004020202020204" pitchFamily="34" charset="0"/>
                </a:rPr>
                <a:t> in </a:t>
              </a:r>
              <a:r>
                <a:rPr lang="en-GB" sz="1200" err="1">
                  <a:solidFill>
                    <a:schemeClr val="tx1">
                      <a:lumMod val="65000"/>
                      <a:lumOff val="35000"/>
                    </a:schemeClr>
                  </a:solidFill>
                  <a:latin typeface="Aptos" panose="020B0004020202020204" pitchFamily="34" charset="0"/>
                </a:rPr>
                <a:t>voluptates</a:t>
              </a:r>
              <a:r>
                <a:rPr lang="en-GB" sz="1200">
                  <a:solidFill>
                    <a:schemeClr val="tx1">
                      <a:lumMod val="65000"/>
                      <a:lumOff val="35000"/>
                    </a:schemeClr>
                  </a:solidFill>
                  <a:latin typeface="Aptos" panose="020B0004020202020204" pitchFamily="34" charset="0"/>
                </a:rPr>
                <a:t> libero.</a:t>
              </a:r>
              <a:endParaRPr lang="en-GR" sz="1200">
                <a:solidFill>
                  <a:schemeClr val="tx1">
                    <a:lumMod val="65000"/>
                    <a:lumOff val="35000"/>
                  </a:schemeClr>
                </a:solidFill>
                <a:latin typeface="Aptos" panose="020B0004020202020204" pitchFamily="34" charset="0"/>
              </a:endParaRPr>
            </a:p>
          </p:txBody>
        </p:sp>
        <p:sp>
          <p:nvSpPr>
            <p:cNvPr id="38" name="AutoShape 28">
              <a:extLst>
                <a:ext uri="{FF2B5EF4-FFF2-40B4-BE49-F238E27FC236}">
                  <a16:creationId xmlns:a16="http://schemas.microsoft.com/office/drawing/2014/main" id="{EDDE20A0-C11B-4F99-F647-93B5510A1682}"/>
                </a:ext>
              </a:extLst>
            </p:cNvPr>
            <p:cNvSpPr>
              <a:spLocks noChangeArrowheads="1"/>
            </p:cNvSpPr>
            <p:nvPr/>
          </p:nvSpPr>
          <p:spPr bwMode="auto">
            <a:xfrm>
              <a:off x="346747" y="3031889"/>
              <a:ext cx="2508891" cy="681713"/>
            </a:xfrm>
            <a:prstGeom prst="chevron">
              <a:avLst>
                <a:gd name="adj" fmla="val 27840"/>
              </a:avLst>
            </a:prstGeom>
            <a:solidFill>
              <a:schemeClr val="accent2"/>
            </a:solidFill>
            <a:ln>
              <a:noFill/>
            </a:ln>
            <a:effectLst/>
          </p:spPr>
          <p:txBody>
            <a:bodyPr lIns="180000" tIns="36000" rIns="36000" bIns="36000" anchor="ctr"/>
            <a:lstStyle/>
            <a:p>
              <a:r>
                <a:rPr lang="da-DK" sz="1400" b="1" err="1">
                  <a:solidFill>
                    <a:srgbClr val="FFFFFF"/>
                  </a:solidFill>
                  <a:latin typeface="Aptos" panose="020B0004020202020204" pitchFamily="34" charset="0"/>
                  <a:ea typeface="MS PGothic" pitchFamily="34" charset="-128"/>
                </a:rPr>
                <a:t>Supplies</a:t>
              </a:r>
              <a:endParaRPr lang="en-US" sz="1400" b="1">
                <a:latin typeface="Aptos" panose="020B0004020202020204" pitchFamily="34" charset="0"/>
                <a:ea typeface="MS PGothic" pitchFamily="34" charset="-128"/>
              </a:endParaRPr>
            </a:p>
          </p:txBody>
        </p:sp>
        <p:grpSp>
          <p:nvGrpSpPr>
            <p:cNvPr id="34" name="Group 33">
              <a:extLst>
                <a:ext uri="{FF2B5EF4-FFF2-40B4-BE49-F238E27FC236}">
                  <a16:creationId xmlns:a16="http://schemas.microsoft.com/office/drawing/2014/main" id="{BA01C139-613B-7F2C-1499-869BC34930BB}"/>
                </a:ext>
              </a:extLst>
            </p:cNvPr>
            <p:cNvGrpSpPr/>
            <p:nvPr/>
          </p:nvGrpSpPr>
          <p:grpSpPr>
            <a:xfrm>
              <a:off x="2235016" y="3238465"/>
              <a:ext cx="251829" cy="255156"/>
              <a:chOff x="4430114" y="5856060"/>
              <a:chExt cx="178603" cy="180964"/>
            </a:xfrm>
          </p:grpSpPr>
          <p:sp>
            <p:nvSpPr>
              <p:cNvPr id="35" name="Freeform 791">
                <a:extLst>
                  <a:ext uri="{FF2B5EF4-FFF2-40B4-BE49-F238E27FC236}">
                    <a16:creationId xmlns:a16="http://schemas.microsoft.com/office/drawing/2014/main" id="{7924A022-629B-49D8-AC91-0F3650FB91C3}"/>
                  </a:ext>
                </a:extLst>
              </p:cNvPr>
              <p:cNvSpPr/>
              <p:nvPr/>
            </p:nvSpPr>
            <p:spPr>
              <a:xfrm>
                <a:off x="4487222" y="5914065"/>
                <a:ext cx="64972" cy="64986"/>
              </a:xfrm>
              <a:custGeom>
                <a:avLst/>
                <a:gdLst>
                  <a:gd name="connsiteX0" fmla="*/ 0 w 73382"/>
                  <a:gd name="connsiteY0" fmla="*/ 36717 h 73398"/>
                  <a:gd name="connsiteX1" fmla="*/ 36693 w 73382"/>
                  <a:gd name="connsiteY1" fmla="*/ 0 h 73398"/>
                  <a:gd name="connsiteX2" fmla="*/ 73383 w 73382"/>
                  <a:gd name="connsiteY2" fmla="*/ 36717 h 73398"/>
                  <a:gd name="connsiteX3" fmla="*/ 36693 w 73382"/>
                  <a:gd name="connsiteY3" fmla="*/ 73398 h 73398"/>
                  <a:gd name="connsiteX4" fmla="*/ 0 w 73382"/>
                  <a:gd name="connsiteY4" fmla="*/ 36717 h 733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382" h="73398">
                    <a:moveTo>
                      <a:pt x="0" y="36717"/>
                    </a:moveTo>
                    <a:cubicBezTo>
                      <a:pt x="0" y="16424"/>
                      <a:pt x="16455" y="0"/>
                      <a:pt x="36693" y="0"/>
                    </a:cubicBezTo>
                    <a:cubicBezTo>
                      <a:pt x="56980" y="0"/>
                      <a:pt x="73383" y="16424"/>
                      <a:pt x="73383" y="36717"/>
                    </a:cubicBezTo>
                    <a:cubicBezTo>
                      <a:pt x="73383" y="57010"/>
                      <a:pt x="56980" y="73398"/>
                      <a:pt x="36693" y="73398"/>
                    </a:cubicBezTo>
                    <a:cubicBezTo>
                      <a:pt x="16403" y="73398"/>
                      <a:pt x="0" y="57010"/>
                      <a:pt x="0" y="36717"/>
                    </a:cubicBezTo>
                    <a:close/>
                  </a:path>
                </a:pathLst>
              </a:custGeom>
              <a:solidFill>
                <a:schemeClr val="bg1"/>
              </a:solidFill>
              <a:ln w="3646" cap="flat">
                <a:noFill/>
                <a:prstDash val="solid"/>
                <a:miter/>
              </a:ln>
            </p:spPr>
            <p:txBody>
              <a:bodyPr rtlCol="0" anchor="ctr"/>
              <a:lstStyle/>
              <a:p>
                <a:endParaRPr lang="en-GR">
                  <a:latin typeface="Aptos" panose="020B0004020202020204" pitchFamily="34" charset="0"/>
                </a:endParaRPr>
              </a:p>
            </p:txBody>
          </p:sp>
          <p:sp>
            <p:nvSpPr>
              <p:cNvPr id="36" name="Freeform 792">
                <a:extLst>
                  <a:ext uri="{FF2B5EF4-FFF2-40B4-BE49-F238E27FC236}">
                    <a16:creationId xmlns:a16="http://schemas.microsoft.com/office/drawing/2014/main" id="{92196747-5663-18EC-4FC2-2883E98330C2}"/>
                  </a:ext>
                </a:extLst>
              </p:cNvPr>
              <p:cNvSpPr/>
              <p:nvPr/>
            </p:nvSpPr>
            <p:spPr>
              <a:xfrm>
                <a:off x="4430114" y="5856060"/>
                <a:ext cx="178603" cy="180964"/>
              </a:xfrm>
              <a:custGeom>
                <a:avLst/>
                <a:gdLst>
                  <a:gd name="connsiteX0" fmla="*/ 182393 w 201723"/>
                  <a:gd name="connsiteY0" fmla="*/ 111283 h 204389"/>
                  <a:gd name="connsiteX1" fmla="*/ 182240 w 201723"/>
                  <a:gd name="connsiteY1" fmla="*/ 111356 h 204389"/>
                  <a:gd name="connsiteX2" fmla="*/ 198797 w 201723"/>
                  <a:gd name="connsiteY2" fmla="*/ 125590 h 204389"/>
                  <a:gd name="connsiteX3" fmla="*/ 199563 w 201723"/>
                  <a:gd name="connsiteY3" fmla="*/ 136430 h 204389"/>
                  <a:gd name="connsiteX4" fmla="*/ 176565 w 201723"/>
                  <a:gd name="connsiteY4" fmla="*/ 174242 h 204389"/>
                  <a:gd name="connsiteX5" fmla="*/ 166552 w 201723"/>
                  <a:gd name="connsiteY5" fmla="*/ 178513 h 204389"/>
                  <a:gd name="connsiteX6" fmla="*/ 146215 w 201723"/>
                  <a:gd name="connsiteY6" fmla="*/ 170337 h 204389"/>
                  <a:gd name="connsiteX7" fmla="*/ 135329 w 201723"/>
                  <a:gd name="connsiteY7" fmla="*/ 176395 h 204389"/>
                  <a:gd name="connsiteX8" fmla="*/ 131753 w 201723"/>
                  <a:gd name="connsiteY8" fmla="*/ 198112 h 204389"/>
                  <a:gd name="connsiteX9" fmla="*/ 122910 w 201723"/>
                  <a:gd name="connsiteY9" fmla="*/ 204390 h 204389"/>
                  <a:gd name="connsiteX10" fmla="*/ 78659 w 201723"/>
                  <a:gd name="connsiteY10" fmla="*/ 204390 h 204389"/>
                  <a:gd name="connsiteX11" fmla="*/ 69817 w 201723"/>
                  <a:gd name="connsiteY11" fmla="*/ 198112 h 204389"/>
                  <a:gd name="connsiteX12" fmla="*/ 66190 w 201723"/>
                  <a:gd name="connsiteY12" fmla="*/ 176067 h 204389"/>
                  <a:gd name="connsiteX13" fmla="*/ 54589 w 201723"/>
                  <a:gd name="connsiteY13" fmla="*/ 169425 h 204389"/>
                  <a:gd name="connsiteX14" fmla="*/ 33792 w 201723"/>
                  <a:gd name="connsiteY14" fmla="*/ 177417 h 204389"/>
                  <a:gd name="connsiteX15" fmla="*/ 23877 w 201723"/>
                  <a:gd name="connsiteY15" fmla="*/ 172965 h 204389"/>
                  <a:gd name="connsiteX16" fmla="*/ 1496 w 201723"/>
                  <a:gd name="connsiteY16" fmla="*/ 134788 h 204389"/>
                  <a:gd name="connsiteX17" fmla="*/ 2467 w 201723"/>
                  <a:gd name="connsiteY17" fmla="*/ 123948 h 204389"/>
                  <a:gd name="connsiteX18" fmla="*/ 19739 w 201723"/>
                  <a:gd name="connsiteY18" fmla="*/ 109567 h 204389"/>
                  <a:gd name="connsiteX19" fmla="*/ 19841 w 201723"/>
                  <a:gd name="connsiteY19" fmla="*/ 93435 h 204389"/>
                  <a:gd name="connsiteX20" fmla="*/ 2824 w 201723"/>
                  <a:gd name="connsiteY20" fmla="*/ 78799 h 204389"/>
                  <a:gd name="connsiteX21" fmla="*/ 2058 w 201723"/>
                  <a:gd name="connsiteY21" fmla="*/ 67960 h 204389"/>
                  <a:gd name="connsiteX22" fmla="*/ 25052 w 201723"/>
                  <a:gd name="connsiteY22" fmla="*/ 30147 h 204389"/>
                  <a:gd name="connsiteX23" fmla="*/ 35069 w 201723"/>
                  <a:gd name="connsiteY23" fmla="*/ 25877 h 204389"/>
                  <a:gd name="connsiteX24" fmla="*/ 55764 w 201723"/>
                  <a:gd name="connsiteY24" fmla="*/ 34199 h 204389"/>
                  <a:gd name="connsiteX25" fmla="*/ 66292 w 201723"/>
                  <a:gd name="connsiteY25" fmla="*/ 28323 h 204389"/>
                  <a:gd name="connsiteX26" fmla="*/ 69920 w 201723"/>
                  <a:gd name="connsiteY26" fmla="*/ 6278 h 204389"/>
                  <a:gd name="connsiteX27" fmla="*/ 78762 w 201723"/>
                  <a:gd name="connsiteY27" fmla="*/ 0 h 204389"/>
                  <a:gd name="connsiteX28" fmla="*/ 123013 w 201723"/>
                  <a:gd name="connsiteY28" fmla="*/ 0 h 204389"/>
                  <a:gd name="connsiteX29" fmla="*/ 131855 w 201723"/>
                  <a:gd name="connsiteY29" fmla="*/ 6278 h 204389"/>
                  <a:gd name="connsiteX30" fmla="*/ 135482 w 201723"/>
                  <a:gd name="connsiteY30" fmla="*/ 28067 h 204389"/>
                  <a:gd name="connsiteX31" fmla="*/ 147441 w 201723"/>
                  <a:gd name="connsiteY31" fmla="*/ 34819 h 204389"/>
                  <a:gd name="connsiteX32" fmla="*/ 167931 w 201723"/>
                  <a:gd name="connsiteY32" fmla="*/ 26936 h 204389"/>
                  <a:gd name="connsiteX33" fmla="*/ 177843 w 201723"/>
                  <a:gd name="connsiteY33" fmla="*/ 31388 h 204389"/>
                  <a:gd name="connsiteX34" fmla="*/ 200227 w 201723"/>
                  <a:gd name="connsiteY34" fmla="*/ 69566 h 204389"/>
                  <a:gd name="connsiteX35" fmla="*/ 199257 w 201723"/>
                  <a:gd name="connsiteY35" fmla="*/ 80406 h 204389"/>
                  <a:gd name="connsiteX36" fmla="*/ 182495 w 201723"/>
                  <a:gd name="connsiteY36" fmla="*/ 94348 h 204389"/>
                  <a:gd name="connsiteX37" fmla="*/ 182393 w 201723"/>
                  <a:gd name="connsiteY37" fmla="*/ 111283 h 204389"/>
                  <a:gd name="connsiteX38" fmla="*/ 44013 w 201723"/>
                  <a:gd name="connsiteY38" fmla="*/ 102158 h 204389"/>
                  <a:gd name="connsiteX39" fmla="*/ 101143 w 201723"/>
                  <a:gd name="connsiteY39" fmla="*/ 159314 h 204389"/>
                  <a:gd name="connsiteX40" fmla="*/ 158272 w 201723"/>
                  <a:gd name="connsiteY40" fmla="*/ 102158 h 204389"/>
                  <a:gd name="connsiteX41" fmla="*/ 101143 w 201723"/>
                  <a:gd name="connsiteY41" fmla="*/ 45039 h 204389"/>
                  <a:gd name="connsiteX42" fmla="*/ 44013 w 201723"/>
                  <a:gd name="connsiteY42" fmla="*/ 102158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1723" h="204389">
                    <a:moveTo>
                      <a:pt x="182393" y="111283"/>
                    </a:moveTo>
                    <a:lnTo>
                      <a:pt x="182240" y="111356"/>
                    </a:lnTo>
                    <a:lnTo>
                      <a:pt x="198797" y="125590"/>
                    </a:lnTo>
                    <a:cubicBezTo>
                      <a:pt x="201709" y="128072"/>
                      <a:pt x="201862" y="132598"/>
                      <a:pt x="199563" y="136430"/>
                    </a:cubicBezTo>
                    <a:lnTo>
                      <a:pt x="176565" y="174242"/>
                    </a:lnTo>
                    <a:cubicBezTo>
                      <a:pt x="174215" y="178075"/>
                      <a:pt x="170128" y="179973"/>
                      <a:pt x="166552" y="178513"/>
                    </a:cubicBezTo>
                    <a:lnTo>
                      <a:pt x="146215" y="170337"/>
                    </a:lnTo>
                    <a:cubicBezTo>
                      <a:pt x="142788" y="172636"/>
                      <a:pt x="139109" y="174644"/>
                      <a:pt x="135329" y="176395"/>
                    </a:cubicBezTo>
                    <a:lnTo>
                      <a:pt x="131753" y="198112"/>
                    </a:lnTo>
                    <a:cubicBezTo>
                      <a:pt x="131139" y="201871"/>
                      <a:pt x="127355" y="204390"/>
                      <a:pt x="122910" y="204390"/>
                    </a:cubicBezTo>
                    <a:lnTo>
                      <a:pt x="78659" y="204390"/>
                    </a:lnTo>
                    <a:cubicBezTo>
                      <a:pt x="74211" y="204390"/>
                      <a:pt x="70430" y="201944"/>
                      <a:pt x="69817" y="198112"/>
                    </a:cubicBezTo>
                    <a:lnTo>
                      <a:pt x="66190" y="176067"/>
                    </a:lnTo>
                    <a:cubicBezTo>
                      <a:pt x="62154" y="174132"/>
                      <a:pt x="58216" y="171943"/>
                      <a:pt x="54589" y="169425"/>
                    </a:cubicBezTo>
                    <a:lnTo>
                      <a:pt x="33792" y="177417"/>
                    </a:lnTo>
                    <a:cubicBezTo>
                      <a:pt x="30164" y="178768"/>
                      <a:pt x="26125" y="176797"/>
                      <a:pt x="23877" y="172965"/>
                    </a:cubicBezTo>
                    <a:lnTo>
                      <a:pt x="1496" y="134788"/>
                    </a:lnTo>
                    <a:cubicBezTo>
                      <a:pt x="-752" y="130955"/>
                      <a:pt x="-497" y="126430"/>
                      <a:pt x="2467" y="123948"/>
                    </a:cubicBezTo>
                    <a:lnTo>
                      <a:pt x="19739" y="109567"/>
                    </a:lnTo>
                    <a:cubicBezTo>
                      <a:pt x="19290" y="104202"/>
                      <a:pt x="19264" y="98800"/>
                      <a:pt x="19841" y="93435"/>
                    </a:cubicBezTo>
                    <a:lnTo>
                      <a:pt x="2824" y="78799"/>
                    </a:lnTo>
                    <a:cubicBezTo>
                      <a:pt x="-88" y="76318"/>
                      <a:pt x="-241" y="71792"/>
                      <a:pt x="2058" y="67960"/>
                    </a:cubicBezTo>
                    <a:lnTo>
                      <a:pt x="25052" y="30147"/>
                    </a:lnTo>
                    <a:cubicBezTo>
                      <a:pt x="27406" y="26315"/>
                      <a:pt x="31493" y="24417"/>
                      <a:pt x="35069" y="25877"/>
                    </a:cubicBezTo>
                    <a:lnTo>
                      <a:pt x="55764" y="34199"/>
                    </a:lnTo>
                    <a:cubicBezTo>
                      <a:pt x="59085" y="31936"/>
                      <a:pt x="62665" y="30038"/>
                      <a:pt x="66292" y="28323"/>
                    </a:cubicBezTo>
                    <a:lnTo>
                      <a:pt x="69920" y="6278"/>
                    </a:lnTo>
                    <a:cubicBezTo>
                      <a:pt x="70533" y="2518"/>
                      <a:pt x="74313" y="0"/>
                      <a:pt x="78762" y="0"/>
                    </a:cubicBezTo>
                    <a:lnTo>
                      <a:pt x="123013" y="0"/>
                    </a:lnTo>
                    <a:cubicBezTo>
                      <a:pt x="127461" y="0"/>
                      <a:pt x="131242" y="2446"/>
                      <a:pt x="131855" y="6278"/>
                    </a:cubicBezTo>
                    <a:lnTo>
                      <a:pt x="135482" y="28067"/>
                    </a:lnTo>
                    <a:cubicBezTo>
                      <a:pt x="139671" y="30001"/>
                      <a:pt x="143656" y="32191"/>
                      <a:pt x="147441" y="34819"/>
                    </a:cubicBezTo>
                    <a:lnTo>
                      <a:pt x="167931" y="26936"/>
                    </a:lnTo>
                    <a:cubicBezTo>
                      <a:pt x="171559" y="25549"/>
                      <a:pt x="175595" y="27556"/>
                      <a:pt x="177843" y="31388"/>
                    </a:cubicBezTo>
                    <a:lnTo>
                      <a:pt x="200227" y="69566"/>
                    </a:lnTo>
                    <a:cubicBezTo>
                      <a:pt x="202475" y="73398"/>
                      <a:pt x="202220" y="77887"/>
                      <a:pt x="199257" y="80406"/>
                    </a:cubicBezTo>
                    <a:lnTo>
                      <a:pt x="182495" y="94348"/>
                    </a:lnTo>
                    <a:cubicBezTo>
                      <a:pt x="183057" y="100005"/>
                      <a:pt x="182977" y="105625"/>
                      <a:pt x="182393" y="111283"/>
                    </a:cubicBezTo>
                    <a:close/>
                    <a:moveTo>
                      <a:pt x="44013" y="102158"/>
                    </a:moveTo>
                    <a:cubicBezTo>
                      <a:pt x="44013" y="133693"/>
                      <a:pt x="69664" y="159314"/>
                      <a:pt x="101143" y="159314"/>
                    </a:cubicBezTo>
                    <a:cubicBezTo>
                      <a:pt x="132672" y="159314"/>
                      <a:pt x="158272" y="133693"/>
                      <a:pt x="158272" y="102158"/>
                    </a:cubicBezTo>
                    <a:cubicBezTo>
                      <a:pt x="158272" y="70624"/>
                      <a:pt x="132672" y="45039"/>
                      <a:pt x="101143" y="45039"/>
                    </a:cubicBezTo>
                    <a:cubicBezTo>
                      <a:pt x="69613" y="45039"/>
                      <a:pt x="44013" y="70624"/>
                      <a:pt x="44013" y="102158"/>
                    </a:cubicBezTo>
                    <a:close/>
                  </a:path>
                </a:pathLst>
              </a:custGeom>
              <a:solidFill>
                <a:schemeClr val="bg1"/>
              </a:solidFill>
              <a:ln w="3646" cap="flat">
                <a:noFill/>
                <a:prstDash val="solid"/>
                <a:miter/>
              </a:ln>
            </p:spPr>
            <p:txBody>
              <a:bodyPr rtlCol="0" anchor="ctr"/>
              <a:lstStyle/>
              <a:p>
                <a:endParaRPr lang="en-GR">
                  <a:latin typeface="Aptos" panose="020B0004020202020204" pitchFamily="34" charset="0"/>
                </a:endParaRPr>
              </a:p>
            </p:txBody>
          </p:sp>
        </p:grpSp>
      </p:grpSp>
      <p:grpSp>
        <p:nvGrpSpPr>
          <p:cNvPr id="26" name="Group 25">
            <a:extLst>
              <a:ext uri="{FF2B5EF4-FFF2-40B4-BE49-F238E27FC236}">
                <a16:creationId xmlns:a16="http://schemas.microsoft.com/office/drawing/2014/main" id="{68918B14-11AF-7D1B-07D7-446330460E12}"/>
              </a:ext>
            </a:extLst>
          </p:cNvPr>
          <p:cNvGrpSpPr/>
          <p:nvPr/>
        </p:nvGrpSpPr>
        <p:grpSpPr>
          <a:xfrm>
            <a:off x="346747" y="2085418"/>
            <a:ext cx="11472381" cy="681713"/>
            <a:chOff x="346747" y="2197962"/>
            <a:chExt cx="11472381" cy="681713"/>
          </a:xfrm>
        </p:grpSpPr>
        <p:sp>
          <p:nvSpPr>
            <p:cNvPr id="44" name="Rectangle 43">
              <a:extLst>
                <a:ext uri="{FF2B5EF4-FFF2-40B4-BE49-F238E27FC236}">
                  <a16:creationId xmlns:a16="http://schemas.microsoft.com/office/drawing/2014/main" id="{30E08F66-DC0B-0F49-84D9-E4846FCAC517}"/>
                </a:ext>
              </a:extLst>
            </p:cNvPr>
            <p:cNvSpPr/>
            <p:nvPr/>
          </p:nvSpPr>
          <p:spPr>
            <a:xfrm>
              <a:off x="2637980" y="2197962"/>
              <a:ext cx="9181148" cy="681712"/>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0" tIns="72000" rIns="180000" bIns="72000" rtlCol="0" anchor="ctr"/>
            <a:lstStyle/>
            <a:p>
              <a:pPr>
                <a:lnSpc>
                  <a:spcPct val="110000"/>
                </a:lnSpc>
                <a:spcBef>
                  <a:spcPts val="900"/>
                </a:spcBef>
              </a:pPr>
              <a:r>
                <a:rPr lang="en-GB" sz="1200">
                  <a:solidFill>
                    <a:schemeClr val="tx1">
                      <a:lumMod val="65000"/>
                      <a:lumOff val="35000"/>
                    </a:schemeClr>
                  </a:solidFill>
                  <a:latin typeface="Aptos" panose="020B0004020202020204" pitchFamily="34" charset="0"/>
                </a:rPr>
                <a:t>Ut </a:t>
              </a:r>
              <a:r>
                <a:rPr lang="en-GB" sz="1200" err="1">
                  <a:solidFill>
                    <a:schemeClr val="tx1">
                      <a:lumMod val="65000"/>
                      <a:lumOff val="35000"/>
                    </a:schemeClr>
                  </a:solidFill>
                  <a:latin typeface="Aptos" panose="020B0004020202020204" pitchFamily="34" charset="0"/>
                </a:rPr>
                <a:t>cupiditate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iste</a:t>
              </a:r>
              <a:r>
                <a:rPr lang="en-GB" sz="1200">
                  <a:solidFill>
                    <a:schemeClr val="tx1">
                      <a:lumMod val="65000"/>
                      <a:lumOff val="35000"/>
                    </a:schemeClr>
                  </a:solidFill>
                  <a:latin typeface="Aptos" panose="020B0004020202020204" pitchFamily="34" charset="0"/>
                </a:rPr>
                <a:t> non rerum libero sit nostrum </a:t>
              </a:r>
              <a:r>
                <a:rPr lang="en-GB" sz="1200" err="1">
                  <a:solidFill>
                    <a:schemeClr val="tx1">
                      <a:lumMod val="65000"/>
                      <a:lumOff val="35000"/>
                    </a:schemeClr>
                  </a:solidFill>
                  <a:latin typeface="Aptos" panose="020B0004020202020204" pitchFamily="34" charset="0"/>
                </a:rPr>
                <a:t>voluptas</a:t>
              </a:r>
              <a:r>
                <a:rPr lang="en-GB" sz="1200">
                  <a:solidFill>
                    <a:schemeClr val="tx1">
                      <a:lumMod val="65000"/>
                      <a:lumOff val="35000"/>
                    </a:schemeClr>
                  </a:solidFill>
                  <a:latin typeface="Aptos" panose="020B0004020202020204" pitchFamily="34" charset="0"/>
                </a:rPr>
                <a:t> in </a:t>
              </a:r>
              <a:r>
                <a:rPr lang="en-GB" sz="1200" err="1">
                  <a:solidFill>
                    <a:schemeClr val="tx1">
                      <a:lumMod val="65000"/>
                      <a:lumOff val="35000"/>
                    </a:schemeClr>
                  </a:solidFill>
                  <a:latin typeface="Aptos" panose="020B0004020202020204" pitchFamily="34" charset="0"/>
                </a:rPr>
                <a:t>voluptates</a:t>
              </a:r>
              <a:r>
                <a:rPr lang="en-GB" sz="1200">
                  <a:solidFill>
                    <a:schemeClr val="tx1">
                      <a:lumMod val="65000"/>
                      <a:lumOff val="35000"/>
                    </a:schemeClr>
                  </a:solidFill>
                  <a:latin typeface="Aptos" panose="020B0004020202020204" pitchFamily="34" charset="0"/>
                </a:rPr>
                <a:t> libero. Duis </a:t>
              </a:r>
              <a:r>
                <a:rPr lang="en-GB" sz="1200" err="1">
                  <a:solidFill>
                    <a:schemeClr val="tx1">
                      <a:lumMod val="65000"/>
                      <a:lumOff val="35000"/>
                    </a:schemeClr>
                  </a:solidFill>
                  <a:latin typeface="Aptos" panose="020B0004020202020204" pitchFamily="34" charset="0"/>
                </a:rPr>
                <a:t>aute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irure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dolor</a:t>
              </a:r>
              <a:r>
                <a:rPr lang="en-GB" sz="1200">
                  <a:solidFill>
                    <a:schemeClr val="tx1">
                      <a:lumMod val="65000"/>
                      <a:lumOff val="35000"/>
                    </a:schemeClr>
                  </a:solidFill>
                  <a:latin typeface="Aptos" panose="020B0004020202020204" pitchFamily="34" charset="0"/>
                </a:rPr>
                <a:t> in </a:t>
              </a:r>
              <a:r>
                <a:rPr lang="en-GB" sz="1200" err="1">
                  <a:solidFill>
                    <a:schemeClr val="tx1">
                      <a:lumMod val="65000"/>
                      <a:lumOff val="35000"/>
                    </a:schemeClr>
                  </a:solidFill>
                  <a:latin typeface="Aptos" panose="020B0004020202020204" pitchFamily="34" charset="0"/>
                </a:rPr>
                <a:t>reprehenderit</a:t>
              </a:r>
              <a:r>
                <a:rPr lang="en-GB" sz="1200">
                  <a:solidFill>
                    <a:schemeClr val="tx1">
                      <a:lumMod val="65000"/>
                      <a:lumOff val="35000"/>
                    </a:schemeClr>
                  </a:solidFill>
                  <a:latin typeface="Aptos" panose="020B0004020202020204" pitchFamily="34" charset="0"/>
                </a:rPr>
                <a:t> in </a:t>
              </a:r>
              <a:r>
                <a:rPr lang="en-GB" sz="1200" err="1">
                  <a:solidFill>
                    <a:schemeClr val="tx1">
                      <a:lumMod val="65000"/>
                      <a:lumOff val="35000"/>
                    </a:schemeClr>
                  </a:solidFill>
                  <a:latin typeface="Aptos" panose="020B0004020202020204" pitchFamily="34" charset="0"/>
                </a:rPr>
                <a:t>voluptate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velit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esse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cillum</a:t>
              </a:r>
              <a:r>
                <a:rPr lang="en-GB" sz="1200">
                  <a:solidFill>
                    <a:schemeClr val="tx1">
                      <a:lumMod val="65000"/>
                      <a:lumOff val="35000"/>
                    </a:schemeClr>
                  </a:solidFill>
                  <a:latin typeface="Aptos" panose="020B0004020202020204" pitchFamily="34" charset="0"/>
                </a:rPr>
                <a:t> dolore </a:t>
              </a:r>
              <a:r>
                <a:rPr lang="en-GB" sz="1200" err="1">
                  <a:solidFill>
                    <a:schemeClr val="tx1">
                      <a:lumMod val="65000"/>
                      <a:lumOff val="35000"/>
                    </a:schemeClr>
                  </a:solidFill>
                  <a:latin typeface="Aptos" panose="020B0004020202020204" pitchFamily="34" charset="0"/>
                </a:rPr>
                <a:t>eu</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fugiat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nulla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pariatur</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Excepteur</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sint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occaecat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cupidatat</a:t>
              </a:r>
              <a:r>
                <a:rPr lang="en-GB" sz="1200">
                  <a:solidFill>
                    <a:schemeClr val="tx1">
                      <a:lumMod val="65000"/>
                      <a:lumOff val="35000"/>
                    </a:schemeClr>
                  </a:solidFill>
                  <a:latin typeface="Aptos" panose="020B0004020202020204" pitchFamily="34" charset="0"/>
                </a:rPr>
                <a:t> non.</a:t>
              </a:r>
              <a:endParaRPr lang="en-GR" sz="1200">
                <a:solidFill>
                  <a:schemeClr val="tx1">
                    <a:lumMod val="65000"/>
                    <a:lumOff val="35000"/>
                  </a:schemeClr>
                </a:solidFill>
                <a:latin typeface="Aptos" panose="020B0004020202020204" pitchFamily="34" charset="0"/>
              </a:endParaRPr>
            </a:p>
          </p:txBody>
        </p:sp>
        <p:sp>
          <p:nvSpPr>
            <p:cNvPr id="45" name="AutoShape 28">
              <a:extLst>
                <a:ext uri="{FF2B5EF4-FFF2-40B4-BE49-F238E27FC236}">
                  <a16:creationId xmlns:a16="http://schemas.microsoft.com/office/drawing/2014/main" id="{63A3CF4C-D0FD-451E-16EE-1735313E4D8F}"/>
                </a:ext>
              </a:extLst>
            </p:cNvPr>
            <p:cNvSpPr>
              <a:spLocks noChangeArrowheads="1"/>
            </p:cNvSpPr>
            <p:nvPr/>
          </p:nvSpPr>
          <p:spPr bwMode="auto">
            <a:xfrm>
              <a:off x="346747" y="2197962"/>
              <a:ext cx="2508891" cy="681713"/>
            </a:xfrm>
            <a:prstGeom prst="chevron">
              <a:avLst>
                <a:gd name="adj" fmla="val 27840"/>
              </a:avLst>
            </a:prstGeom>
            <a:solidFill>
              <a:schemeClr val="accent1"/>
            </a:solidFill>
            <a:ln>
              <a:noFill/>
            </a:ln>
            <a:effectLst/>
          </p:spPr>
          <p:txBody>
            <a:bodyPr lIns="180000" tIns="36000" rIns="36000" bIns="36000" anchor="ctr"/>
            <a:lstStyle/>
            <a:p>
              <a:r>
                <a:rPr lang="da-DK" sz="1400" b="1">
                  <a:solidFill>
                    <a:srgbClr val="FFFFFF"/>
                  </a:solidFill>
                  <a:latin typeface="Aptos" panose="020B0004020202020204" pitchFamily="34" charset="0"/>
                  <a:ea typeface="MS PGothic" pitchFamily="34" charset="-128"/>
                </a:rPr>
                <a:t>Business System</a:t>
              </a:r>
              <a:endParaRPr lang="en-US" sz="1400" b="1">
                <a:latin typeface="Aptos" panose="020B0004020202020204" pitchFamily="34" charset="0"/>
                <a:ea typeface="MS PGothic" pitchFamily="34" charset="-128"/>
              </a:endParaRPr>
            </a:p>
          </p:txBody>
        </p:sp>
        <p:grpSp>
          <p:nvGrpSpPr>
            <p:cNvPr id="41" name="Group 40">
              <a:extLst>
                <a:ext uri="{FF2B5EF4-FFF2-40B4-BE49-F238E27FC236}">
                  <a16:creationId xmlns:a16="http://schemas.microsoft.com/office/drawing/2014/main" id="{E89BCD99-BE41-F135-61A9-C64C3B7D3F2F}"/>
                </a:ext>
              </a:extLst>
            </p:cNvPr>
            <p:cNvGrpSpPr/>
            <p:nvPr/>
          </p:nvGrpSpPr>
          <p:grpSpPr>
            <a:xfrm>
              <a:off x="2270995" y="2404570"/>
              <a:ext cx="179821" cy="255157"/>
              <a:chOff x="5121551" y="5856060"/>
              <a:chExt cx="127534" cy="180964"/>
            </a:xfrm>
          </p:grpSpPr>
          <p:sp>
            <p:nvSpPr>
              <p:cNvPr id="42" name="Freeform 797">
                <a:extLst>
                  <a:ext uri="{FF2B5EF4-FFF2-40B4-BE49-F238E27FC236}">
                    <a16:creationId xmlns:a16="http://schemas.microsoft.com/office/drawing/2014/main" id="{4AA39DEE-19B3-BC1B-6F12-676BAB5D1D0D}"/>
                  </a:ext>
                </a:extLst>
              </p:cNvPr>
              <p:cNvSpPr/>
              <p:nvPr/>
            </p:nvSpPr>
            <p:spPr>
              <a:xfrm>
                <a:off x="5121551" y="5856060"/>
                <a:ext cx="127534" cy="139212"/>
              </a:xfrm>
              <a:custGeom>
                <a:avLst/>
                <a:gdLst>
                  <a:gd name="connsiteX0" fmla="*/ 0 w 144043"/>
                  <a:gd name="connsiteY0" fmla="*/ 72084 h 157233"/>
                  <a:gd name="connsiteX1" fmla="*/ 72022 w 144043"/>
                  <a:gd name="connsiteY1" fmla="*/ 37 h 157233"/>
                  <a:gd name="connsiteX2" fmla="*/ 72022 w 144043"/>
                  <a:gd name="connsiteY2" fmla="*/ 0 h 157233"/>
                  <a:gd name="connsiteX3" fmla="*/ 144043 w 144043"/>
                  <a:gd name="connsiteY3" fmla="*/ 72084 h 157233"/>
                  <a:gd name="connsiteX4" fmla="*/ 131205 w 144043"/>
                  <a:gd name="connsiteY4" fmla="*/ 113181 h 157233"/>
                  <a:gd name="connsiteX5" fmla="*/ 124954 w 144043"/>
                  <a:gd name="connsiteY5" fmla="*/ 121831 h 157233"/>
                  <a:gd name="connsiteX6" fmla="*/ 104759 w 144043"/>
                  <a:gd name="connsiteY6" fmla="*/ 157234 h 157233"/>
                  <a:gd name="connsiteX7" fmla="*/ 39284 w 144043"/>
                  <a:gd name="connsiteY7" fmla="*/ 157234 h 157233"/>
                  <a:gd name="connsiteX8" fmla="*/ 19148 w 144043"/>
                  <a:gd name="connsiteY8" fmla="*/ 121904 h 157233"/>
                  <a:gd name="connsiteX9" fmla="*/ 12838 w 144043"/>
                  <a:gd name="connsiteY9" fmla="*/ 113181 h 157233"/>
                  <a:gd name="connsiteX10" fmla="*/ 0 w 144043"/>
                  <a:gd name="connsiteY10" fmla="*/ 72084 h 157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043" h="157233">
                    <a:moveTo>
                      <a:pt x="0" y="72084"/>
                    </a:moveTo>
                    <a:cubicBezTo>
                      <a:pt x="0" y="32337"/>
                      <a:pt x="32227" y="37"/>
                      <a:pt x="72022" y="37"/>
                    </a:cubicBezTo>
                    <a:lnTo>
                      <a:pt x="72022" y="0"/>
                    </a:lnTo>
                    <a:cubicBezTo>
                      <a:pt x="111766" y="0"/>
                      <a:pt x="144043" y="32228"/>
                      <a:pt x="144043" y="72084"/>
                    </a:cubicBezTo>
                    <a:cubicBezTo>
                      <a:pt x="144043" y="87376"/>
                      <a:pt x="139285" y="101502"/>
                      <a:pt x="131205" y="113181"/>
                    </a:cubicBezTo>
                    <a:cubicBezTo>
                      <a:pt x="129176" y="116064"/>
                      <a:pt x="127067" y="118947"/>
                      <a:pt x="124954" y="121831"/>
                    </a:cubicBezTo>
                    <a:cubicBezTo>
                      <a:pt x="116878" y="132890"/>
                      <a:pt x="108733" y="143985"/>
                      <a:pt x="104759" y="157234"/>
                    </a:cubicBezTo>
                    <a:lnTo>
                      <a:pt x="39284" y="157234"/>
                    </a:lnTo>
                    <a:cubicBezTo>
                      <a:pt x="35361" y="144022"/>
                      <a:pt x="27216" y="132926"/>
                      <a:pt x="19148" y="121904"/>
                    </a:cubicBezTo>
                    <a:cubicBezTo>
                      <a:pt x="17013" y="119020"/>
                      <a:pt x="14882" y="116101"/>
                      <a:pt x="12838" y="113181"/>
                    </a:cubicBezTo>
                    <a:cubicBezTo>
                      <a:pt x="4759" y="101502"/>
                      <a:pt x="0" y="87340"/>
                      <a:pt x="0" y="72084"/>
                    </a:cubicBezTo>
                    <a:close/>
                  </a:path>
                </a:pathLst>
              </a:custGeom>
              <a:solidFill>
                <a:schemeClr val="bg1"/>
              </a:solidFill>
              <a:ln w="3646" cap="flat">
                <a:noFill/>
                <a:prstDash val="solid"/>
                <a:miter/>
              </a:ln>
            </p:spPr>
            <p:txBody>
              <a:bodyPr rtlCol="0" anchor="ctr"/>
              <a:lstStyle/>
              <a:p>
                <a:endParaRPr lang="en-GR">
                  <a:latin typeface="Aptos" panose="020B0004020202020204" pitchFamily="34" charset="0"/>
                </a:endParaRPr>
              </a:p>
            </p:txBody>
          </p:sp>
          <p:sp>
            <p:nvSpPr>
              <p:cNvPr id="43" name="Freeform 798">
                <a:extLst>
                  <a:ext uri="{FF2B5EF4-FFF2-40B4-BE49-F238E27FC236}">
                    <a16:creationId xmlns:a16="http://schemas.microsoft.com/office/drawing/2014/main" id="{7B409BA9-BBB8-1A14-97FF-BE833C1E019A}"/>
                  </a:ext>
                </a:extLst>
              </p:cNvPr>
              <p:cNvSpPr/>
              <p:nvPr/>
            </p:nvSpPr>
            <p:spPr>
              <a:xfrm>
                <a:off x="5156288" y="6007521"/>
                <a:ext cx="57970" cy="29503"/>
              </a:xfrm>
              <a:custGeom>
                <a:avLst/>
                <a:gdLst>
                  <a:gd name="connsiteX0" fmla="*/ 8952 w 65474"/>
                  <a:gd name="connsiteY0" fmla="*/ 0 h 33322"/>
                  <a:gd name="connsiteX1" fmla="*/ 56523 w 65474"/>
                  <a:gd name="connsiteY1" fmla="*/ 0 h 33322"/>
                  <a:gd name="connsiteX2" fmla="*/ 65475 w 65474"/>
                  <a:gd name="connsiteY2" fmla="*/ 5840 h 33322"/>
                  <a:gd name="connsiteX3" fmla="*/ 65475 w 65474"/>
                  <a:gd name="connsiteY3" fmla="*/ 13687 h 33322"/>
                  <a:gd name="connsiteX4" fmla="*/ 32737 w 65474"/>
                  <a:gd name="connsiteY4" fmla="*/ 33323 h 33322"/>
                  <a:gd name="connsiteX5" fmla="*/ 0 w 65474"/>
                  <a:gd name="connsiteY5" fmla="*/ 13687 h 33322"/>
                  <a:gd name="connsiteX6" fmla="*/ 0 w 65474"/>
                  <a:gd name="connsiteY6" fmla="*/ 5913 h 33322"/>
                  <a:gd name="connsiteX7" fmla="*/ 8952 w 65474"/>
                  <a:gd name="connsiteY7" fmla="*/ 0 h 33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474" h="33322">
                    <a:moveTo>
                      <a:pt x="8952" y="0"/>
                    </a:moveTo>
                    <a:lnTo>
                      <a:pt x="56523" y="0"/>
                    </a:lnTo>
                    <a:cubicBezTo>
                      <a:pt x="61486" y="328"/>
                      <a:pt x="65373" y="2847"/>
                      <a:pt x="65475" y="5840"/>
                    </a:cubicBezTo>
                    <a:lnTo>
                      <a:pt x="65475" y="13687"/>
                    </a:lnTo>
                    <a:cubicBezTo>
                      <a:pt x="65475" y="24527"/>
                      <a:pt x="50794" y="33323"/>
                      <a:pt x="32737" y="33323"/>
                    </a:cubicBezTo>
                    <a:cubicBezTo>
                      <a:pt x="14681" y="33323"/>
                      <a:pt x="0" y="24527"/>
                      <a:pt x="0" y="13687"/>
                    </a:cubicBezTo>
                    <a:lnTo>
                      <a:pt x="0" y="5913"/>
                    </a:lnTo>
                    <a:cubicBezTo>
                      <a:pt x="51" y="2847"/>
                      <a:pt x="3941" y="328"/>
                      <a:pt x="8952" y="0"/>
                    </a:cubicBezTo>
                    <a:close/>
                  </a:path>
                </a:pathLst>
              </a:custGeom>
              <a:solidFill>
                <a:schemeClr val="bg1"/>
              </a:solidFill>
              <a:ln w="3646" cap="flat">
                <a:noFill/>
                <a:prstDash val="solid"/>
                <a:miter/>
              </a:ln>
            </p:spPr>
            <p:txBody>
              <a:bodyPr rtlCol="0" anchor="ctr"/>
              <a:lstStyle/>
              <a:p>
                <a:endParaRPr lang="en-GR">
                  <a:latin typeface="Aptos" panose="020B0004020202020204" pitchFamily="34" charset="0"/>
                </a:endParaRPr>
              </a:p>
            </p:txBody>
          </p:sp>
        </p:grpSp>
      </p:grpSp>
      <p:sp>
        <p:nvSpPr>
          <p:cNvPr id="3" name="Text Placeholder 2">
            <a:extLst>
              <a:ext uri="{FF2B5EF4-FFF2-40B4-BE49-F238E27FC236}">
                <a16:creationId xmlns:a16="http://schemas.microsoft.com/office/drawing/2014/main" id="{56596F63-EF7B-01EA-3A56-F76D4D4AE7B1}"/>
              </a:ext>
            </a:extLst>
          </p:cNvPr>
          <p:cNvSpPr>
            <a:spLocks noGrp="1"/>
          </p:cNvSpPr>
          <p:nvPr>
            <p:ph type="body" sz="quarter" idx="25"/>
          </p:nvPr>
        </p:nvSpPr>
        <p:spPr>
          <a:xfrm>
            <a:off x="332318" y="741496"/>
            <a:ext cx="11531549" cy="334515"/>
          </a:xfrm>
        </p:spPr>
        <p:txBody>
          <a:bodyPr/>
          <a:lstStyle/>
          <a:p>
            <a:r>
              <a:rPr lang="en-GR"/>
              <a:t>Infographic</a:t>
            </a:r>
          </a:p>
        </p:txBody>
      </p:sp>
    </p:spTree>
    <p:extLst>
      <p:ext uri="{BB962C8B-B14F-4D97-AF65-F5344CB8AC3E}">
        <p14:creationId xmlns:p14="http://schemas.microsoft.com/office/powerpoint/2010/main" val="254468854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 Placeholder 41">
            <a:extLst>
              <a:ext uri="{FF2B5EF4-FFF2-40B4-BE49-F238E27FC236}">
                <a16:creationId xmlns:a16="http://schemas.microsoft.com/office/drawing/2014/main" id="{8A5802BB-11EE-9F35-2750-7B67A7B3E8BF}"/>
              </a:ext>
            </a:extLst>
          </p:cNvPr>
          <p:cNvSpPr>
            <a:spLocks noGrp="1"/>
          </p:cNvSpPr>
          <p:nvPr>
            <p:ph type="body" sz="quarter" idx="14"/>
          </p:nvPr>
        </p:nvSpPr>
        <p:spPr>
          <a:xfrm>
            <a:off x="331201" y="1268822"/>
            <a:ext cx="7939040" cy="364908"/>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4" name="Slide Number Placeholder 3">
            <a:extLst>
              <a:ext uri="{FF2B5EF4-FFF2-40B4-BE49-F238E27FC236}">
                <a16:creationId xmlns:a16="http://schemas.microsoft.com/office/drawing/2014/main" id="{4D850F43-A4EE-03AE-8486-764DAF56CB48}"/>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168</a:t>
            </a:fld>
            <a:endParaRPr lang="en-GR"/>
          </a:p>
        </p:txBody>
      </p:sp>
      <p:grpSp>
        <p:nvGrpSpPr>
          <p:cNvPr id="46" name="Group 45">
            <a:extLst>
              <a:ext uri="{FF2B5EF4-FFF2-40B4-BE49-F238E27FC236}">
                <a16:creationId xmlns:a16="http://schemas.microsoft.com/office/drawing/2014/main" id="{C16D91C7-F66F-8145-C2F0-5BAB5596F7B8}"/>
              </a:ext>
            </a:extLst>
          </p:cNvPr>
          <p:cNvGrpSpPr/>
          <p:nvPr/>
        </p:nvGrpSpPr>
        <p:grpSpPr>
          <a:xfrm>
            <a:off x="336549" y="3679371"/>
            <a:ext cx="2446618" cy="2262374"/>
            <a:chOff x="336549" y="3798946"/>
            <a:chExt cx="2446618" cy="2262374"/>
          </a:xfrm>
        </p:grpSpPr>
        <p:sp>
          <p:nvSpPr>
            <p:cNvPr id="9" name="Rectangle 8">
              <a:extLst>
                <a:ext uri="{FF2B5EF4-FFF2-40B4-BE49-F238E27FC236}">
                  <a16:creationId xmlns:a16="http://schemas.microsoft.com/office/drawing/2014/main" id="{F0AA1DF4-2DB9-BE69-0205-0859A4A68500}"/>
                </a:ext>
              </a:extLst>
            </p:cNvPr>
            <p:cNvSpPr/>
            <p:nvPr/>
          </p:nvSpPr>
          <p:spPr>
            <a:xfrm>
              <a:off x="342419" y="4721313"/>
              <a:ext cx="2197581" cy="1340007"/>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10" name="AutoShape 28">
              <a:extLst>
                <a:ext uri="{FF2B5EF4-FFF2-40B4-BE49-F238E27FC236}">
                  <a16:creationId xmlns:a16="http://schemas.microsoft.com/office/drawing/2014/main" id="{435BCE9E-36D1-BB0E-F991-843B4069EB46}"/>
                </a:ext>
              </a:extLst>
            </p:cNvPr>
            <p:cNvSpPr>
              <a:spLocks noChangeArrowheads="1"/>
            </p:cNvSpPr>
            <p:nvPr/>
          </p:nvSpPr>
          <p:spPr bwMode="auto">
            <a:xfrm>
              <a:off x="336549" y="3798946"/>
              <a:ext cx="2446618" cy="851702"/>
            </a:xfrm>
            <a:prstGeom prst="chevron">
              <a:avLst>
                <a:gd name="adj" fmla="val 27840"/>
              </a:avLst>
            </a:prstGeom>
            <a:solidFill>
              <a:schemeClr val="accent1"/>
            </a:solidFill>
            <a:ln>
              <a:noFill/>
            </a:ln>
            <a:effectLst/>
          </p:spPr>
          <p:txBody>
            <a:bodyPr lIns="180000" tIns="36000" rIns="36000" bIns="36000" anchor="ctr"/>
            <a:lstStyle/>
            <a:p>
              <a:pPr algn="ctr"/>
              <a:r>
                <a:rPr lang="da-DK" sz="1400" b="1" err="1">
                  <a:solidFill>
                    <a:srgbClr val="FFFFFF"/>
                  </a:solidFill>
                  <a:latin typeface="Aptos SemiBold" panose="020B0004020202020204" pitchFamily="34" charset="0"/>
                  <a:ea typeface="MS PGothic" pitchFamily="34" charset="-128"/>
                </a:rPr>
                <a:t>Lorem</a:t>
              </a:r>
              <a:r>
                <a:rPr lang="da-DK" sz="1400" b="1">
                  <a:solidFill>
                    <a:srgbClr val="FFFFFF"/>
                  </a:solidFill>
                  <a:latin typeface="Aptos SemiBold" panose="020B0004020202020204" pitchFamily="34" charset="0"/>
                  <a:ea typeface="MS PGothic" pitchFamily="34" charset="-128"/>
                </a:rPr>
                <a:t> </a:t>
              </a:r>
              <a:r>
                <a:rPr lang="da-DK" sz="1400" b="1" err="1">
                  <a:solidFill>
                    <a:srgbClr val="FFFFFF"/>
                  </a:solidFill>
                  <a:latin typeface="Aptos SemiBold" panose="020B0004020202020204" pitchFamily="34" charset="0"/>
                  <a:ea typeface="MS PGothic" pitchFamily="34" charset="-128"/>
                </a:rPr>
                <a:t>ipsum</a:t>
              </a:r>
              <a:endParaRPr lang="en-US" sz="1600" b="1">
                <a:latin typeface="Aptos SemiBold" panose="020B0004020202020204" pitchFamily="34" charset="0"/>
                <a:ea typeface="MS PGothic" pitchFamily="34" charset="-128"/>
              </a:endParaRPr>
            </a:p>
          </p:txBody>
        </p:sp>
        <p:sp>
          <p:nvSpPr>
            <p:cNvPr id="18" name="Text Placeholder 2">
              <a:extLst>
                <a:ext uri="{FF2B5EF4-FFF2-40B4-BE49-F238E27FC236}">
                  <a16:creationId xmlns:a16="http://schemas.microsoft.com/office/drawing/2014/main" id="{6D51F867-CCEA-0296-35C7-4FAAB691A0A8}"/>
                </a:ext>
              </a:extLst>
            </p:cNvPr>
            <p:cNvSpPr txBox="1">
              <a:spLocks/>
            </p:cNvSpPr>
            <p:nvPr/>
          </p:nvSpPr>
          <p:spPr>
            <a:xfrm>
              <a:off x="692059" y="4887556"/>
              <a:ext cx="1498301" cy="1007520"/>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1200"/>
                </a:spcAft>
                <a:buClr>
                  <a:srgbClr val="047A85"/>
                </a:buClr>
                <a:buNone/>
                <a:tabLst>
                  <a:tab pos="352425" algn="l"/>
                </a:tabLst>
                <a:defRPr/>
              </a:pPr>
              <a:r>
                <a:rPr lang="en-GB" sz="1200">
                  <a:solidFill>
                    <a:schemeClr val="tx1">
                      <a:lumMod val="65000"/>
                      <a:lumOff val="35000"/>
                    </a:schemeClr>
                  </a:solidFill>
                </a:rPr>
                <a:t>Ut </a:t>
              </a:r>
              <a:r>
                <a:rPr lang="en-GB" sz="1200" err="1">
                  <a:solidFill>
                    <a:schemeClr val="tx1">
                      <a:lumMod val="65000"/>
                      <a:lumOff val="35000"/>
                    </a:schemeClr>
                  </a:solidFill>
                </a:rPr>
                <a:t>enim</a:t>
              </a:r>
              <a:r>
                <a:rPr lang="en-GB" sz="1200">
                  <a:solidFill>
                    <a:schemeClr val="tx1">
                      <a:lumMod val="65000"/>
                      <a:lumOff val="35000"/>
                    </a:schemeClr>
                  </a:solidFill>
                </a:rPr>
                <a:t> an </a:t>
              </a:r>
              <a:r>
                <a:rPr lang="en-GB" sz="1200" err="1">
                  <a:solidFill>
                    <a:schemeClr val="tx1">
                      <a:lumMod val="65000"/>
                      <a:lumOff val="35000"/>
                    </a:schemeClr>
                  </a:solidFill>
                </a:rPr>
                <a:t>minimatari</a:t>
              </a:r>
              <a:r>
                <a:rPr lang="en-GB" sz="1200">
                  <a:solidFill>
                    <a:schemeClr val="tx1">
                      <a:lumMod val="65000"/>
                      <a:lumOff val="35000"/>
                    </a:schemeClr>
                  </a:solidFill>
                </a:rPr>
                <a:t> </a:t>
              </a:r>
              <a:r>
                <a:rPr lang="en-GB" sz="1200" err="1">
                  <a:solidFill>
                    <a:schemeClr val="tx1">
                      <a:lumMod val="65000"/>
                      <a:lumOff val="35000"/>
                    </a:schemeClr>
                  </a:solidFill>
                </a:rPr>
                <a:t>veniam</a:t>
              </a:r>
              <a:r>
                <a:rPr lang="en-GB" sz="1200">
                  <a:solidFill>
                    <a:schemeClr val="tx1">
                      <a:lumMod val="65000"/>
                      <a:lumOff val="35000"/>
                    </a:schemeClr>
                  </a:solidFill>
                </a:rPr>
                <a:t>, </a:t>
              </a:r>
              <a:r>
                <a:rPr lang="en-GB" sz="1200" err="1">
                  <a:solidFill>
                    <a:schemeClr val="tx1">
                      <a:lumMod val="65000"/>
                      <a:lumOff val="35000"/>
                    </a:schemeClr>
                  </a:solidFill>
                </a:rPr>
                <a:t>quis</a:t>
              </a:r>
              <a:r>
                <a:rPr lang="en-GB" sz="1200">
                  <a:solidFill>
                    <a:schemeClr val="tx1">
                      <a:lumMod val="65000"/>
                      <a:lumOff val="35000"/>
                    </a:schemeClr>
                  </a:solidFill>
                </a:rPr>
                <a:t> </a:t>
              </a:r>
              <a:r>
                <a:rPr lang="en-GB" sz="1200" err="1">
                  <a:solidFill>
                    <a:schemeClr val="tx1">
                      <a:lumMod val="65000"/>
                      <a:lumOff val="35000"/>
                    </a:schemeClr>
                  </a:solidFill>
                </a:rPr>
                <a:t>nostri</a:t>
              </a:r>
              <a:r>
                <a:rPr lang="en-GB" sz="1200">
                  <a:solidFill>
                    <a:schemeClr val="tx1">
                      <a:lumMod val="65000"/>
                      <a:lumOff val="35000"/>
                    </a:schemeClr>
                  </a:solidFill>
                </a:rPr>
                <a:t> </a:t>
              </a:r>
              <a:r>
                <a:rPr lang="en-GB" sz="1200" err="1">
                  <a:solidFill>
                    <a:schemeClr val="tx1">
                      <a:lumMod val="65000"/>
                      <a:lumOff val="35000"/>
                    </a:schemeClr>
                  </a:solidFill>
                </a:rPr>
                <a:t>nie</a:t>
              </a:r>
              <a:r>
                <a:rPr lang="en-GB" sz="1200">
                  <a:solidFill>
                    <a:schemeClr val="tx1">
                      <a:lumMod val="65000"/>
                      <a:lumOff val="35000"/>
                    </a:schemeClr>
                  </a:solidFill>
                </a:rPr>
                <a:t> exercitation </a:t>
              </a:r>
              <a:r>
                <a:rPr lang="en-GB" sz="1200" err="1">
                  <a:solidFill>
                    <a:schemeClr val="tx1">
                      <a:lumMod val="65000"/>
                      <a:lumOff val="35000"/>
                    </a:schemeClr>
                  </a:solidFill>
                </a:rPr>
                <a:t>ven</a:t>
              </a:r>
              <a:r>
                <a:rPr lang="en-GB" sz="1200">
                  <a:solidFill>
                    <a:schemeClr val="tx1">
                      <a:lumMod val="65000"/>
                      <a:lumOff val="35000"/>
                    </a:schemeClr>
                  </a:solidFill>
                </a:rPr>
                <a:t> </a:t>
              </a:r>
              <a:r>
                <a:rPr lang="en-GB" sz="1200" err="1">
                  <a:solidFill>
                    <a:schemeClr val="tx1">
                      <a:lumMod val="65000"/>
                      <a:lumOff val="35000"/>
                    </a:schemeClr>
                  </a:solidFill>
                </a:rPr>
                <a:t>matan</a:t>
              </a:r>
              <a:r>
                <a:rPr lang="en-GB" sz="1200">
                  <a:solidFill>
                    <a:schemeClr val="tx1">
                      <a:lumMod val="65000"/>
                      <a:lumOff val="35000"/>
                    </a:schemeClr>
                  </a:solidFill>
                </a:rPr>
                <a:t> </a:t>
              </a:r>
              <a:r>
                <a:rPr lang="en-GB" sz="1200" err="1">
                  <a:solidFill>
                    <a:schemeClr val="tx1">
                      <a:lumMod val="65000"/>
                      <a:lumOff val="35000"/>
                    </a:schemeClr>
                  </a:solidFill>
                </a:rPr>
                <a:t>ullamco</a:t>
              </a:r>
              <a:r>
                <a:rPr lang="en-GB" sz="1200">
                  <a:solidFill>
                    <a:schemeClr val="tx1">
                      <a:lumMod val="65000"/>
                      <a:lumOff val="35000"/>
                    </a:schemeClr>
                  </a:solidFill>
                </a:rPr>
                <a:t> las nisi </a:t>
              </a:r>
              <a:r>
                <a:rPr lang="en-GB" sz="1200" err="1">
                  <a:solidFill>
                    <a:schemeClr val="tx1">
                      <a:lumMod val="65000"/>
                      <a:lumOff val="35000"/>
                    </a:schemeClr>
                  </a:solidFill>
                </a:rPr>
                <a:t>uturah</a:t>
              </a:r>
              <a:r>
                <a:rPr lang="en-GB" sz="1200">
                  <a:solidFill>
                    <a:schemeClr val="tx1">
                      <a:lumMod val="65000"/>
                      <a:lumOff val="35000"/>
                    </a:schemeClr>
                  </a:solidFill>
                </a:rPr>
                <a:t> </a:t>
              </a:r>
              <a:r>
                <a:rPr lang="en-GB" sz="1200" err="1">
                  <a:solidFill>
                    <a:schemeClr val="tx1">
                      <a:lumMod val="65000"/>
                      <a:lumOff val="35000"/>
                    </a:schemeClr>
                  </a:solidFill>
                </a:rPr>
                <a:t>aliquip</a:t>
              </a:r>
              <a:r>
                <a:rPr lang="el-GR" sz="1200">
                  <a:solidFill>
                    <a:schemeClr val="tx1">
                      <a:lumMod val="65000"/>
                      <a:lumOff val="35000"/>
                    </a:schemeClr>
                  </a:solidFill>
                </a:rPr>
                <a:t> </a:t>
              </a:r>
              <a:r>
                <a:rPr lang="en-US" sz="1200" err="1">
                  <a:solidFill>
                    <a:schemeClr val="tx1">
                      <a:lumMod val="65000"/>
                      <a:lumOff val="35000"/>
                    </a:schemeClr>
                  </a:solidFill>
                </a:rPr>
                <a:t>lapito</a:t>
              </a:r>
              <a:r>
                <a:rPr lang="en-GB" sz="1200">
                  <a:solidFill>
                    <a:schemeClr val="tx1">
                      <a:lumMod val="65000"/>
                      <a:lumOff val="35000"/>
                    </a:schemeClr>
                  </a:solidFill>
                </a:rPr>
                <a:t>.</a:t>
              </a:r>
            </a:p>
          </p:txBody>
        </p:sp>
      </p:grpSp>
      <p:grpSp>
        <p:nvGrpSpPr>
          <p:cNvPr id="45" name="Group 44">
            <a:extLst>
              <a:ext uri="{FF2B5EF4-FFF2-40B4-BE49-F238E27FC236}">
                <a16:creationId xmlns:a16="http://schemas.microsoft.com/office/drawing/2014/main" id="{DEFB5B42-0DD0-7DFE-94A2-4084698F405C}"/>
              </a:ext>
            </a:extLst>
          </p:cNvPr>
          <p:cNvGrpSpPr/>
          <p:nvPr/>
        </p:nvGrpSpPr>
        <p:grpSpPr>
          <a:xfrm>
            <a:off x="2602669" y="2269475"/>
            <a:ext cx="2446618" cy="2261598"/>
            <a:chOff x="2581807" y="2389050"/>
            <a:chExt cx="2446618" cy="2261598"/>
          </a:xfrm>
        </p:grpSpPr>
        <p:sp>
          <p:nvSpPr>
            <p:cNvPr id="8" name="Rectangle 7">
              <a:extLst>
                <a:ext uri="{FF2B5EF4-FFF2-40B4-BE49-F238E27FC236}">
                  <a16:creationId xmlns:a16="http://schemas.microsoft.com/office/drawing/2014/main" id="{44A71253-D269-C7F1-0CFC-3BA4A3740591}"/>
                </a:ext>
              </a:extLst>
            </p:cNvPr>
            <p:cNvSpPr/>
            <p:nvPr/>
          </p:nvSpPr>
          <p:spPr>
            <a:xfrm>
              <a:off x="2585290" y="2389050"/>
              <a:ext cx="2174526" cy="1340008"/>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11" name="AutoShape 28">
              <a:extLst>
                <a:ext uri="{FF2B5EF4-FFF2-40B4-BE49-F238E27FC236}">
                  <a16:creationId xmlns:a16="http://schemas.microsoft.com/office/drawing/2014/main" id="{85F11E11-EE42-A3C1-FB81-37CD1413894D}"/>
                </a:ext>
              </a:extLst>
            </p:cNvPr>
            <p:cNvSpPr>
              <a:spLocks noChangeArrowheads="1"/>
            </p:cNvSpPr>
            <p:nvPr/>
          </p:nvSpPr>
          <p:spPr bwMode="auto">
            <a:xfrm>
              <a:off x="2581807" y="3798946"/>
              <a:ext cx="2446618" cy="851702"/>
            </a:xfrm>
            <a:prstGeom prst="chevron">
              <a:avLst>
                <a:gd name="adj" fmla="val 27840"/>
              </a:avLst>
            </a:prstGeom>
            <a:solidFill>
              <a:schemeClr val="accent2"/>
            </a:solidFill>
            <a:ln>
              <a:noFill/>
            </a:ln>
            <a:effectLst/>
          </p:spPr>
          <p:txBody>
            <a:bodyPr lIns="180000" tIns="36000" rIns="36000" bIns="36000" anchor="ctr"/>
            <a:lstStyle/>
            <a:p>
              <a:pPr algn="ctr"/>
              <a:r>
                <a:rPr lang="da-DK" sz="1400" b="1">
                  <a:solidFill>
                    <a:srgbClr val="FFFFFF"/>
                  </a:solidFill>
                  <a:latin typeface="Aptos SemiBold" panose="020B0004020202020204" pitchFamily="34" charset="0"/>
                  <a:ea typeface="MS PGothic" pitchFamily="34" charset="-128"/>
                </a:rPr>
                <a:t>Est </a:t>
              </a:r>
              <a:r>
                <a:rPr lang="da-DK" sz="1400" b="1" err="1">
                  <a:solidFill>
                    <a:srgbClr val="FFFFFF"/>
                  </a:solidFill>
                  <a:latin typeface="Aptos SemiBold" panose="020B0004020202020204" pitchFamily="34" charset="0"/>
                  <a:ea typeface="MS PGothic" pitchFamily="34" charset="-128"/>
                </a:rPr>
                <a:t>verde</a:t>
              </a:r>
              <a:r>
                <a:rPr lang="da-DK" sz="1400" b="1">
                  <a:solidFill>
                    <a:srgbClr val="FFFFFF"/>
                  </a:solidFill>
                  <a:latin typeface="Aptos SemiBold" panose="020B0004020202020204" pitchFamily="34" charset="0"/>
                  <a:ea typeface="MS PGothic" pitchFamily="34" charset="-128"/>
                </a:rPr>
                <a:t> lists</a:t>
              </a:r>
              <a:endParaRPr lang="en-US" sz="1600" b="1">
                <a:latin typeface="Aptos SemiBold" panose="020B0004020202020204" pitchFamily="34" charset="0"/>
                <a:ea typeface="MS PGothic" pitchFamily="34" charset="-128"/>
              </a:endParaRPr>
            </a:p>
          </p:txBody>
        </p:sp>
        <p:sp>
          <p:nvSpPr>
            <p:cNvPr id="19" name="Text Placeholder 2">
              <a:extLst>
                <a:ext uri="{FF2B5EF4-FFF2-40B4-BE49-F238E27FC236}">
                  <a16:creationId xmlns:a16="http://schemas.microsoft.com/office/drawing/2014/main" id="{EC16EF6B-62BA-8A92-30C5-57136B254F72}"/>
                </a:ext>
              </a:extLst>
            </p:cNvPr>
            <p:cNvSpPr txBox="1">
              <a:spLocks/>
            </p:cNvSpPr>
            <p:nvPr/>
          </p:nvSpPr>
          <p:spPr>
            <a:xfrm>
              <a:off x="2923403" y="2555294"/>
              <a:ext cx="1498301" cy="1007520"/>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600"/>
                </a:spcAft>
                <a:buClr>
                  <a:srgbClr val="047A85"/>
                </a:buClr>
                <a:buNone/>
                <a:tabLst>
                  <a:tab pos="352425" algn="l"/>
                </a:tabLst>
                <a:defRPr/>
              </a:pPr>
              <a:r>
                <a:rPr lang="en-GB" sz="1200">
                  <a:solidFill>
                    <a:schemeClr val="tx1">
                      <a:lumMod val="65000"/>
                      <a:lumOff val="35000"/>
                    </a:schemeClr>
                  </a:solidFill>
                </a:rPr>
                <a:t>Sit </a:t>
              </a:r>
              <a:r>
                <a:rPr lang="en-GB" sz="1200" err="1">
                  <a:solidFill>
                    <a:schemeClr val="tx1">
                      <a:lumMod val="65000"/>
                      <a:lumOff val="35000"/>
                    </a:schemeClr>
                  </a:solidFill>
                </a:rPr>
                <a:t>amet</a:t>
              </a:r>
              <a:r>
                <a:rPr lang="en-GB" sz="1200">
                  <a:solidFill>
                    <a:schemeClr val="tx1">
                      <a:lumMod val="65000"/>
                      <a:lumOff val="35000"/>
                    </a:schemeClr>
                  </a:solidFill>
                </a:rPr>
                <a:t> </a:t>
              </a:r>
              <a:r>
                <a:rPr lang="en-GB" sz="1200" err="1">
                  <a:solidFill>
                    <a:schemeClr val="tx1">
                      <a:lumMod val="65000"/>
                      <a:lumOff val="35000"/>
                    </a:schemeClr>
                  </a:solidFill>
                </a:rPr>
                <a:t>nulla</a:t>
              </a:r>
              <a:r>
                <a:rPr lang="en-GB" sz="1200">
                  <a:solidFill>
                    <a:schemeClr val="tx1">
                      <a:lumMod val="65000"/>
                      <a:lumOff val="35000"/>
                    </a:schemeClr>
                  </a:solidFill>
                </a:rPr>
                <a:t> </a:t>
              </a:r>
              <a:r>
                <a:rPr lang="en-GB" sz="1200" err="1">
                  <a:solidFill>
                    <a:schemeClr val="tx1">
                      <a:lumMod val="65000"/>
                      <a:lumOff val="35000"/>
                    </a:schemeClr>
                  </a:solidFill>
                </a:rPr>
                <a:t>kanares</a:t>
              </a:r>
              <a:r>
                <a:rPr lang="en-GB" sz="1200">
                  <a:solidFill>
                    <a:schemeClr val="tx1">
                      <a:lumMod val="65000"/>
                      <a:lumOff val="35000"/>
                    </a:schemeClr>
                  </a:solidFill>
                </a:rPr>
                <a:t> </a:t>
              </a:r>
              <a:r>
                <a:rPr lang="en-GB" sz="1200" err="1">
                  <a:solidFill>
                    <a:schemeClr val="tx1">
                      <a:lumMod val="65000"/>
                      <a:lumOff val="35000"/>
                    </a:schemeClr>
                  </a:solidFill>
                </a:rPr>
                <a:t>facilisi</a:t>
              </a:r>
              <a:r>
                <a:rPr lang="en-GB" sz="1200">
                  <a:solidFill>
                    <a:schemeClr val="tx1">
                      <a:lumMod val="65000"/>
                      <a:lumOff val="35000"/>
                    </a:schemeClr>
                  </a:solidFill>
                </a:rPr>
                <a:t> </a:t>
              </a:r>
              <a:r>
                <a:rPr lang="en-GB" sz="1200" err="1">
                  <a:solidFill>
                    <a:schemeClr val="tx1">
                      <a:lumMod val="65000"/>
                      <a:lumOff val="35000"/>
                    </a:schemeClr>
                  </a:solidFill>
                </a:rPr>
                <a:t>mo</a:t>
              </a:r>
              <a:r>
                <a:rPr lang="en-GB" sz="1200">
                  <a:solidFill>
                    <a:schemeClr val="tx1">
                      <a:lumMod val="65000"/>
                      <a:lumOff val="35000"/>
                    </a:schemeClr>
                  </a:solidFill>
                </a:rPr>
                <a:t> </a:t>
              </a:r>
              <a:r>
                <a:rPr lang="en-GB" sz="1200" err="1">
                  <a:solidFill>
                    <a:schemeClr val="tx1">
                      <a:lumMod val="65000"/>
                      <a:lumOff val="35000"/>
                    </a:schemeClr>
                  </a:solidFill>
                </a:rPr>
                <a:t>tempufe</a:t>
              </a:r>
              <a:r>
                <a:rPr lang="en-GB" sz="1200">
                  <a:solidFill>
                    <a:schemeClr val="tx1">
                      <a:lumMod val="65000"/>
                      <a:lumOff val="35000"/>
                    </a:schemeClr>
                  </a:solidFill>
                </a:rPr>
                <a:t> on </a:t>
              </a:r>
              <a:r>
                <a:rPr lang="en-GB" sz="1200" err="1">
                  <a:solidFill>
                    <a:schemeClr val="tx1">
                      <a:lumMod val="65000"/>
                      <a:lumOff val="35000"/>
                    </a:schemeClr>
                  </a:solidFill>
                </a:rPr>
                <a:t>iaculis</a:t>
              </a:r>
              <a:r>
                <a:rPr lang="en-GB" sz="1200">
                  <a:solidFill>
                    <a:schemeClr val="tx1">
                      <a:lumMod val="65000"/>
                      <a:lumOff val="35000"/>
                    </a:schemeClr>
                  </a:solidFill>
                </a:rPr>
                <a:t>. </a:t>
              </a:r>
              <a:r>
                <a:rPr lang="en-GB" sz="1200" err="1">
                  <a:solidFill>
                    <a:schemeClr val="tx1">
                      <a:lumMod val="65000"/>
                      <a:lumOff val="35000"/>
                    </a:schemeClr>
                  </a:solidFill>
                </a:rPr>
                <a:t>Sedant</a:t>
              </a:r>
              <a:r>
                <a:rPr lang="en-GB" sz="1200">
                  <a:solidFill>
                    <a:schemeClr val="tx1">
                      <a:lumMod val="65000"/>
                      <a:lumOff val="35000"/>
                    </a:schemeClr>
                  </a:solidFill>
                </a:rPr>
                <a:t> </a:t>
              </a:r>
              <a:r>
                <a:rPr lang="en-GB" sz="1200" err="1">
                  <a:solidFill>
                    <a:schemeClr val="tx1">
                      <a:lumMod val="65000"/>
                      <a:lumOff val="35000"/>
                    </a:schemeClr>
                  </a:solidFill>
                </a:rPr>
                <a:t>pulovei</a:t>
              </a:r>
              <a:r>
                <a:rPr lang="en-GB" sz="1200">
                  <a:solidFill>
                    <a:schemeClr val="tx1">
                      <a:lumMod val="65000"/>
                      <a:lumOff val="35000"/>
                    </a:schemeClr>
                  </a:solidFill>
                </a:rPr>
                <a:t> </a:t>
              </a:r>
              <a:r>
                <a:rPr lang="en-GB" sz="1200" err="1">
                  <a:solidFill>
                    <a:schemeClr val="tx1">
                      <a:lumMod val="65000"/>
                      <a:lumOff val="35000"/>
                    </a:schemeClr>
                  </a:solidFill>
                </a:rPr>
                <a:t>proin</a:t>
              </a:r>
              <a:r>
                <a:rPr lang="en-GB" sz="1200">
                  <a:solidFill>
                    <a:schemeClr val="tx1">
                      <a:lumMod val="65000"/>
                      <a:lumOff val="35000"/>
                    </a:schemeClr>
                  </a:solidFill>
                </a:rPr>
                <a:t> </a:t>
              </a:r>
              <a:r>
                <a:rPr lang="en-GB" sz="1200" err="1">
                  <a:solidFill>
                    <a:schemeClr val="tx1">
                      <a:lumMod val="65000"/>
                      <a:lumOff val="35000"/>
                    </a:schemeClr>
                  </a:solidFill>
                </a:rPr>
                <a:t>gravidlena</a:t>
              </a:r>
              <a:r>
                <a:rPr lang="en-GB" sz="1200">
                  <a:solidFill>
                    <a:schemeClr val="tx1">
                      <a:lumMod val="65000"/>
                      <a:lumOff val="35000"/>
                    </a:schemeClr>
                  </a:solidFill>
                </a:rPr>
                <a:t> </a:t>
              </a:r>
              <a:r>
                <a:rPr lang="en-GB" sz="1200" err="1">
                  <a:solidFill>
                    <a:schemeClr val="tx1">
                      <a:lumMod val="65000"/>
                      <a:lumOff val="35000"/>
                    </a:schemeClr>
                  </a:solidFill>
                </a:rPr>
                <a:t>hersol</a:t>
              </a:r>
              <a:r>
                <a:rPr lang="en-GB" sz="1200">
                  <a:solidFill>
                    <a:schemeClr val="tx1">
                      <a:lumMod val="65000"/>
                      <a:lumOff val="35000"/>
                    </a:schemeClr>
                  </a:solidFill>
                </a:rPr>
                <a:t> </a:t>
              </a:r>
              <a:r>
                <a:rPr lang="en-GB" sz="1200" err="1">
                  <a:solidFill>
                    <a:schemeClr val="tx1">
                      <a:lumMod val="65000"/>
                      <a:lumOff val="35000"/>
                    </a:schemeClr>
                  </a:solidFill>
                </a:rPr>
                <a:t>lectu</a:t>
              </a:r>
              <a:r>
                <a:rPr lang="el-GR" sz="1200">
                  <a:solidFill>
                    <a:schemeClr val="tx1">
                      <a:lumMod val="65000"/>
                      <a:lumOff val="35000"/>
                    </a:schemeClr>
                  </a:solidFill>
                </a:rPr>
                <a:t> </a:t>
              </a:r>
              <a:r>
                <a:rPr lang="en-US" sz="1200"/>
                <a:t>sector</a:t>
              </a:r>
              <a:r>
                <a:rPr lang="en-GB" sz="1200">
                  <a:solidFill>
                    <a:schemeClr val="tx1">
                      <a:lumMod val="65000"/>
                      <a:lumOff val="35000"/>
                    </a:schemeClr>
                  </a:solidFill>
                </a:rPr>
                <a:t>.</a:t>
              </a:r>
              <a:endParaRPr lang="en-GR" sz="1200">
                <a:solidFill>
                  <a:schemeClr val="tx1">
                    <a:lumMod val="65000"/>
                    <a:lumOff val="35000"/>
                  </a:schemeClr>
                </a:solidFill>
              </a:endParaRPr>
            </a:p>
          </p:txBody>
        </p:sp>
      </p:grpSp>
      <p:grpSp>
        <p:nvGrpSpPr>
          <p:cNvPr id="44" name="Group 43">
            <a:extLst>
              <a:ext uri="{FF2B5EF4-FFF2-40B4-BE49-F238E27FC236}">
                <a16:creationId xmlns:a16="http://schemas.microsoft.com/office/drawing/2014/main" id="{05C8405A-DE50-5769-1917-92A692E06533}"/>
              </a:ext>
            </a:extLst>
          </p:cNvPr>
          <p:cNvGrpSpPr/>
          <p:nvPr/>
        </p:nvGrpSpPr>
        <p:grpSpPr>
          <a:xfrm>
            <a:off x="4868789" y="3679371"/>
            <a:ext cx="2446618" cy="2262374"/>
            <a:chOff x="4835127" y="3798946"/>
            <a:chExt cx="2446618" cy="2262374"/>
          </a:xfrm>
        </p:grpSpPr>
        <p:sp>
          <p:nvSpPr>
            <p:cNvPr id="12" name="Rectangle 11">
              <a:extLst>
                <a:ext uri="{FF2B5EF4-FFF2-40B4-BE49-F238E27FC236}">
                  <a16:creationId xmlns:a16="http://schemas.microsoft.com/office/drawing/2014/main" id="{F3FDEC73-4F09-0CE1-515D-DCBBDFA6102B}"/>
                </a:ext>
              </a:extLst>
            </p:cNvPr>
            <p:cNvSpPr/>
            <p:nvPr/>
          </p:nvSpPr>
          <p:spPr>
            <a:xfrm>
              <a:off x="4835128" y="4721312"/>
              <a:ext cx="2197581" cy="1340008"/>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15" name="AutoShape 28">
              <a:extLst>
                <a:ext uri="{FF2B5EF4-FFF2-40B4-BE49-F238E27FC236}">
                  <a16:creationId xmlns:a16="http://schemas.microsoft.com/office/drawing/2014/main" id="{C77460D1-E167-B210-7FB1-AEB57A376503}"/>
                </a:ext>
              </a:extLst>
            </p:cNvPr>
            <p:cNvSpPr>
              <a:spLocks noChangeArrowheads="1"/>
            </p:cNvSpPr>
            <p:nvPr/>
          </p:nvSpPr>
          <p:spPr bwMode="auto">
            <a:xfrm>
              <a:off x="4835127" y="3798946"/>
              <a:ext cx="2446618" cy="851702"/>
            </a:xfrm>
            <a:prstGeom prst="chevron">
              <a:avLst>
                <a:gd name="adj" fmla="val 27840"/>
              </a:avLst>
            </a:prstGeom>
            <a:solidFill>
              <a:schemeClr val="accent3"/>
            </a:solidFill>
            <a:ln>
              <a:noFill/>
            </a:ln>
            <a:effectLst/>
          </p:spPr>
          <p:txBody>
            <a:bodyPr lIns="180000" tIns="36000" rIns="36000" bIns="36000" anchor="ctr"/>
            <a:lstStyle/>
            <a:p>
              <a:pPr algn="ctr"/>
              <a:r>
                <a:rPr lang="da-DK" sz="1400" b="1" err="1">
                  <a:solidFill>
                    <a:srgbClr val="FFFFFF"/>
                  </a:solidFill>
                  <a:latin typeface="Aptos SemiBold" panose="020B0004020202020204" pitchFamily="34" charset="0"/>
                  <a:ea typeface="MS PGothic" pitchFamily="34" charset="-128"/>
                </a:rPr>
                <a:t>Phatera</a:t>
              </a:r>
              <a:r>
                <a:rPr lang="da-DK" sz="1400" b="1">
                  <a:solidFill>
                    <a:srgbClr val="FFFFFF"/>
                  </a:solidFill>
                  <a:latin typeface="Aptos SemiBold" panose="020B0004020202020204" pitchFamily="34" charset="0"/>
                  <a:ea typeface="MS PGothic" pitchFamily="34" charset="-128"/>
                </a:rPr>
                <a:t> </a:t>
              </a:r>
              <a:r>
                <a:rPr lang="da-DK" sz="1400" b="1" err="1">
                  <a:solidFill>
                    <a:srgbClr val="FFFFFF"/>
                  </a:solidFill>
                  <a:latin typeface="Aptos SemiBold" panose="020B0004020202020204" pitchFamily="34" charset="0"/>
                  <a:ea typeface="MS PGothic" pitchFamily="34" charset="-128"/>
                </a:rPr>
                <a:t>massed</a:t>
              </a:r>
              <a:endParaRPr lang="en-US" sz="1600" b="1">
                <a:latin typeface="Aptos SemiBold" panose="020B0004020202020204" pitchFamily="34" charset="0"/>
                <a:ea typeface="MS PGothic" pitchFamily="34" charset="-128"/>
              </a:endParaRPr>
            </a:p>
          </p:txBody>
        </p:sp>
        <p:sp>
          <p:nvSpPr>
            <p:cNvPr id="20" name="Text Placeholder 2">
              <a:extLst>
                <a:ext uri="{FF2B5EF4-FFF2-40B4-BE49-F238E27FC236}">
                  <a16:creationId xmlns:a16="http://schemas.microsoft.com/office/drawing/2014/main" id="{2698804D-F1BD-1564-49A8-4F02E713819C}"/>
                </a:ext>
              </a:extLst>
            </p:cNvPr>
            <p:cNvSpPr txBox="1">
              <a:spLocks/>
            </p:cNvSpPr>
            <p:nvPr/>
          </p:nvSpPr>
          <p:spPr>
            <a:xfrm>
              <a:off x="5184768" y="4887556"/>
              <a:ext cx="1498301" cy="1007520"/>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600"/>
                </a:spcAft>
                <a:buClr>
                  <a:srgbClr val="047A85"/>
                </a:buClr>
                <a:buNone/>
                <a:tabLst>
                  <a:tab pos="352425" algn="l"/>
                </a:tabLst>
                <a:defRPr/>
              </a:pPr>
              <a:r>
                <a:rPr lang="en-GB" sz="1200">
                  <a:solidFill>
                    <a:schemeClr val="tx1">
                      <a:lumMod val="65000"/>
                      <a:lumOff val="35000"/>
                    </a:schemeClr>
                  </a:solidFill>
                </a:rPr>
                <a:t>Maecenas pharetra </a:t>
              </a:r>
              <a:r>
                <a:rPr lang="en-GB" sz="1200" err="1">
                  <a:solidFill>
                    <a:schemeClr val="tx1">
                      <a:lumMod val="65000"/>
                      <a:lumOff val="35000"/>
                    </a:schemeClr>
                  </a:solidFill>
                </a:rPr>
                <a:t>ati</a:t>
              </a:r>
              <a:r>
                <a:rPr lang="en-GB" sz="1200">
                  <a:solidFill>
                    <a:schemeClr val="tx1">
                      <a:lumMod val="65000"/>
                      <a:lumOff val="35000"/>
                    </a:schemeClr>
                  </a:solidFill>
                </a:rPr>
                <a:t> conv </a:t>
              </a:r>
              <a:r>
                <a:rPr lang="en-GB" sz="1200" err="1">
                  <a:solidFill>
                    <a:schemeClr val="tx1">
                      <a:lumMod val="65000"/>
                      <a:lumOff val="35000"/>
                    </a:schemeClr>
                  </a:solidFill>
                </a:rPr>
                <a:t>posure</a:t>
              </a:r>
              <a:r>
                <a:rPr lang="en-GB" sz="1200">
                  <a:solidFill>
                    <a:schemeClr val="tx1">
                      <a:lumMod val="65000"/>
                      <a:lumOff val="35000"/>
                    </a:schemeClr>
                  </a:solidFill>
                </a:rPr>
                <a:t> </a:t>
              </a:r>
              <a:r>
                <a:rPr lang="en-GB" sz="1200" err="1">
                  <a:solidFill>
                    <a:schemeClr val="tx1">
                      <a:lumMod val="65000"/>
                      <a:lumOff val="35000"/>
                    </a:schemeClr>
                  </a:solidFill>
                </a:rPr>
                <a:t>morbi</a:t>
              </a:r>
              <a:r>
                <a:rPr lang="en-GB" sz="1200">
                  <a:solidFill>
                    <a:schemeClr val="tx1">
                      <a:lumMod val="65000"/>
                      <a:lumOff val="35000"/>
                    </a:schemeClr>
                  </a:solidFill>
                </a:rPr>
                <a:t> </a:t>
              </a:r>
              <a:r>
                <a:rPr lang="en-GB" sz="1200" err="1">
                  <a:solidFill>
                    <a:schemeClr val="tx1">
                      <a:lumMod val="65000"/>
                      <a:lumOff val="35000"/>
                    </a:schemeClr>
                  </a:solidFill>
                </a:rPr>
                <a:t>leo</a:t>
              </a:r>
              <a:r>
                <a:rPr lang="en-GB" sz="1200">
                  <a:solidFill>
                    <a:schemeClr val="tx1">
                      <a:lumMod val="65000"/>
                      <a:lumOff val="35000"/>
                    </a:schemeClr>
                  </a:solidFill>
                </a:rPr>
                <a:t> </a:t>
              </a:r>
              <a:r>
                <a:rPr lang="en-GB" sz="1200" err="1">
                  <a:solidFill>
                    <a:schemeClr val="tx1">
                      <a:lumMod val="65000"/>
                      <a:lumOff val="35000"/>
                    </a:schemeClr>
                  </a:solidFill>
                </a:rPr>
                <a:t>urnarat</a:t>
              </a:r>
              <a:r>
                <a:rPr lang="en-GB" sz="1200">
                  <a:solidFill>
                    <a:schemeClr val="tx1">
                      <a:lumMod val="65000"/>
                      <a:lumOff val="35000"/>
                    </a:schemeClr>
                  </a:solidFill>
                </a:rPr>
                <a:t> molest. </a:t>
              </a:r>
              <a:r>
                <a:rPr lang="en-GB" sz="1200" err="1">
                  <a:solidFill>
                    <a:schemeClr val="tx1">
                      <a:lumMod val="65000"/>
                      <a:lumOff val="35000"/>
                    </a:schemeClr>
                  </a:solidFill>
                </a:rPr>
                <a:t>Purust</a:t>
              </a:r>
              <a:r>
                <a:rPr lang="en-GB" sz="1200">
                  <a:solidFill>
                    <a:schemeClr val="tx1">
                      <a:lumMod val="65000"/>
                      <a:lumOff val="35000"/>
                    </a:schemeClr>
                  </a:solidFill>
                </a:rPr>
                <a:t> </a:t>
              </a:r>
              <a:r>
                <a:rPr lang="en-GB" sz="1200" err="1">
                  <a:solidFill>
                    <a:schemeClr val="tx1">
                      <a:lumMod val="65000"/>
                      <a:lumOff val="35000"/>
                    </a:schemeClr>
                  </a:solidFill>
                </a:rPr>
                <a:t>inma</a:t>
              </a:r>
              <a:r>
                <a:rPr lang="en-GB" sz="1200">
                  <a:solidFill>
                    <a:schemeClr val="tx1">
                      <a:lumMod val="65000"/>
                      <a:lumOff val="35000"/>
                    </a:schemeClr>
                  </a:solidFill>
                </a:rPr>
                <a:t> </a:t>
              </a:r>
              <a:r>
                <a:rPr lang="en-GB" sz="1200" err="1">
                  <a:solidFill>
                    <a:schemeClr val="tx1">
                      <a:lumMod val="65000"/>
                      <a:lumOff val="35000"/>
                    </a:schemeClr>
                  </a:solidFill>
                </a:rPr>
                <a:t>tel</a:t>
              </a:r>
              <a:r>
                <a:rPr lang="en-GB" sz="1200">
                  <a:solidFill>
                    <a:schemeClr val="tx1">
                      <a:lumMod val="65000"/>
                      <a:lumOff val="35000"/>
                    </a:schemeClr>
                  </a:solidFill>
                </a:rPr>
                <a:t> </a:t>
              </a:r>
              <a:r>
                <a:rPr lang="en-GB" sz="1200" err="1">
                  <a:solidFill>
                    <a:schemeClr val="tx1">
                      <a:lumMod val="65000"/>
                      <a:lumOff val="35000"/>
                    </a:schemeClr>
                  </a:solidFill>
                </a:rPr>
                <a:t>nec</a:t>
              </a:r>
              <a:r>
                <a:rPr lang="en-GB" sz="1200">
                  <a:solidFill>
                    <a:schemeClr val="tx1">
                      <a:lumMod val="65000"/>
                      <a:lumOff val="35000"/>
                    </a:schemeClr>
                  </a:solidFill>
                </a:rPr>
                <a:t>. </a:t>
              </a:r>
              <a:r>
                <a:rPr lang="en-GB" sz="1200" err="1">
                  <a:solidFill>
                    <a:schemeClr val="tx1">
                      <a:lumMod val="65000"/>
                      <a:lumOff val="35000"/>
                    </a:schemeClr>
                  </a:solidFill>
                </a:rPr>
                <a:t>Risus</a:t>
              </a:r>
              <a:r>
                <a:rPr lang="en-GB" sz="1200">
                  <a:solidFill>
                    <a:schemeClr val="tx1">
                      <a:lumMod val="65000"/>
                      <a:lumOff val="35000"/>
                    </a:schemeClr>
                  </a:solidFill>
                </a:rPr>
                <a:t> </a:t>
              </a:r>
              <a:r>
                <a:rPr lang="en-GB" sz="1200" err="1">
                  <a:solidFill>
                    <a:schemeClr val="tx1">
                      <a:lumMod val="65000"/>
                      <a:lumOff val="35000"/>
                    </a:schemeClr>
                  </a:solidFill>
                </a:rPr>
                <a:t>ato</a:t>
              </a:r>
              <a:r>
                <a:rPr lang="en-GB" sz="1200">
                  <a:solidFill>
                    <a:schemeClr val="tx1">
                      <a:lumMod val="65000"/>
                      <a:lumOff val="35000"/>
                    </a:schemeClr>
                  </a:solidFill>
                </a:rPr>
                <a:t> </a:t>
              </a:r>
              <a:r>
                <a:rPr lang="en-GB" sz="1200" err="1">
                  <a:solidFill>
                    <a:schemeClr val="tx1">
                      <a:lumMod val="65000"/>
                      <a:lumOff val="35000"/>
                    </a:schemeClr>
                  </a:solidFill>
                </a:rPr>
                <a:t>ultrices</a:t>
              </a:r>
              <a:r>
                <a:rPr lang="en-GB" sz="1200">
                  <a:solidFill>
                    <a:schemeClr val="tx1">
                      <a:lumMod val="65000"/>
                      <a:lumOff val="35000"/>
                    </a:schemeClr>
                  </a:solidFill>
                </a:rPr>
                <a:t> </a:t>
              </a:r>
              <a:r>
                <a:rPr lang="en-GB" sz="1200" err="1">
                  <a:solidFill>
                    <a:schemeClr val="tx1">
                      <a:lumMod val="65000"/>
                      <a:lumOff val="35000"/>
                    </a:schemeClr>
                  </a:solidFill>
                </a:rPr>
                <a:t>kanare</a:t>
              </a:r>
              <a:r>
                <a:rPr lang="en-GB" sz="1200">
                  <a:solidFill>
                    <a:schemeClr val="tx1">
                      <a:lumMod val="65000"/>
                      <a:lumOff val="35000"/>
                    </a:schemeClr>
                  </a:solidFill>
                </a:rPr>
                <a:t>.</a:t>
              </a:r>
              <a:endParaRPr lang="en-GR" sz="1200">
                <a:solidFill>
                  <a:schemeClr val="tx1">
                    <a:lumMod val="65000"/>
                    <a:lumOff val="35000"/>
                  </a:schemeClr>
                </a:solidFill>
              </a:endParaRPr>
            </a:p>
          </p:txBody>
        </p:sp>
      </p:grpSp>
      <p:grpSp>
        <p:nvGrpSpPr>
          <p:cNvPr id="7" name="Group 6">
            <a:extLst>
              <a:ext uri="{FF2B5EF4-FFF2-40B4-BE49-F238E27FC236}">
                <a16:creationId xmlns:a16="http://schemas.microsoft.com/office/drawing/2014/main" id="{D5660996-E3E2-B9BF-CD1C-FD02FAB15584}"/>
              </a:ext>
            </a:extLst>
          </p:cNvPr>
          <p:cNvGrpSpPr/>
          <p:nvPr/>
        </p:nvGrpSpPr>
        <p:grpSpPr>
          <a:xfrm>
            <a:off x="7134909" y="2269475"/>
            <a:ext cx="2446618" cy="2261598"/>
            <a:chOff x="7118551" y="2389050"/>
            <a:chExt cx="2446618" cy="2261598"/>
          </a:xfrm>
        </p:grpSpPr>
        <p:grpSp>
          <p:nvGrpSpPr>
            <p:cNvPr id="5" name="Group 4">
              <a:extLst>
                <a:ext uri="{FF2B5EF4-FFF2-40B4-BE49-F238E27FC236}">
                  <a16:creationId xmlns:a16="http://schemas.microsoft.com/office/drawing/2014/main" id="{7C4BCBBF-1DFD-37B8-9B2F-5B044852D817}"/>
                </a:ext>
              </a:extLst>
            </p:cNvPr>
            <p:cNvGrpSpPr/>
            <p:nvPr/>
          </p:nvGrpSpPr>
          <p:grpSpPr>
            <a:xfrm>
              <a:off x="7118551" y="2389050"/>
              <a:ext cx="2446618" cy="2261598"/>
              <a:chOff x="7118551" y="2389050"/>
              <a:chExt cx="2446618" cy="2261598"/>
            </a:xfrm>
          </p:grpSpPr>
          <p:sp>
            <p:nvSpPr>
              <p:cNvPr id="13" name="Rectangle 12">
                <a:extLst>
                  <a:ext uri="{FF2B5EF4-FFF2-40B4-BE49-F238E27FC236}">
                    <a16:creationId xmlns:a16="http://schemas.microsoft.com/office/drawing/2014/main" id="{76FF3AD7-4838-BF69-63D5-6D5F7071E1C7}"/>
                  </a:ext>
                </a:extLst>
              </p:cNvPr>
              <p:cNvSpPr/>
              <p:nvPr/>
            </p:nvSpPr>
            <p:spPr>
              <a:xfrm>
                <a:off x="7125183" y="2389050"/>
                <a:ext cx="2174526" cy="1340008"/>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16" name="AutoShape 28">
                <a:extLst>
                  <a:ext uri="{FF2B5EF4-FFF2-40B4-BE49-F238E27FC236}">
                    <a16:creationId xmlns:a16="http://schemas.microsoft.com/office/drawing/2014/main" id="{502BDC6E-F125-8316-7C8F-9474DC2EC80B}"/>
                  </a:ext>
                </a:extLst>
              </p:cNvPr>
              <p:cNvSpPr>
                <a:spLocks noChangeArrowheads="1"/>
              </p:cNvSpPr>
              <p:nvPr/>
            </p:nvSpPr>
            <p:spPr bwMode="auto">
              <a:xfrm>
                <a:off x="7118551" y="3798946"/>
                <a:ext cx="2446618" cy="851702"/>
              </a:xfrm>
              <a:prstGeom prst="chevron">
                <a:avLst>
                  <a:gd name="adj" fmla="val 27840"/>
                </a:avLst>
              </a:prstGeom>
              <a:solidFill>
                <a:schemeClr val="accent4"/>
              </a:solidFill>
              <a:ln>
                <a:noFill/>
              </a:ln>
              <a:effectLst/>
            </p:spPr>
            <p:txBody>
              <a:bodyPr lIns="180000" tIns="36000" rIns="36000" bIns="36000" anchor="ctr"/>
              <a:lstStyle/>
              <a:p>
                <a:pPr algn="ctr"/>
                <a:r>
                  <a:rPr lang="da-DK" sz="1400" b="1" err="1">
                    <a:solidFill>
                      <a:srgbClr val="FFFFFF"/>
                    </a:solidFill>
                    <a:latin typeface="Aptos SemiBold" panose="020B0004020202020204" pitchFamily="34" charset="0"/>
                    <a:ea typeface="MS PGothic" pitchFamily="34" charset="-128"/>
                  </a:rPr>
                  <a:t>Posure</a:t>
                </a:r>
                <a:r>
                  <a:rPr lang="da-DK" sz="1400" b="1">
                    <a:solidFill>
                      <a:srgbClr val="FFFFFF"/>
                    </a:solidFill>
                    <a:latin typeface="Aptos SemiBold" panose="020B0004020202020204" pitchFamily="34" charset="0"/>
                    <a:ea typeface="MS PGothic" pitchFamily="34" charset="-128"/>
                  </a:rPr>
                  <a:t> </a:t>
                </a:r>
                <a:r>
                  <a:rPr lang="da-DK" sz="1400" b="1" err="1">
                    <a:solidFill>
                      <a:srgbClr val="FFFFFF"/>
                    </a:solidFill>
                    <a:latin typeface="Aptos SemiBold" panose="020B0004020202020204" pitchFamily="34" charset="0"/>
                    <a:ea typeface="MS PGothic" pitchFamily="34" charset="-128"/>
                  </a:rPr>
                  <a:t>morbi</a:t>
                </a:r>
                <a:endParaRPr lang="en-US" sz="1600" b="1">
                  <a:latin typeface="Aptos SemiBold" panose="020B0004020202020204" pitchFamily="34" charset="0"/>
                  <a:ea typeface="MS PGothic" pitchFamily="34" charset="-128"/>
                </a:endParaRPr>
              </a:p>
            </p:txBody>
          </p:sp>
        </p:grpSp>
        <p:sp>
          <p:nvSpPr>
            <p:cNvPr id="21" name="Text Placeholder 2">
              <a:extLst>
                <a:ext uri="{FF2B5EF4-FFF2-40B4-BE49-F238E27FC236}">
                  <a16:creationId xmlns:a16="http://schemas.microsoft.com/office/drawing/2014/main" id="{006AC193-2B0B-41C6-0738-AC745249EC7E}"/>
                </a:ext>
              </a:extLst>
            </p:cNvPr>
            <p:cNvSpPr txBox="1">
              <a:spLocks/>
            </p:cNvSpPr>
            <p:nvPr/>
          </p:nvSpPr>
          <p:spPr>
            <a:xfrm>
              <a:off x="7463296" y="2555294"/>
              <a:ext cx="1498301" cy="1007520"/>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1200"/>
                </a:spcAft>
                <a:buClr>
                  <a:srgbClr val="047A85"/>
                </a:buClr>
                <a:buNone/>
                <a:tabLst>
                  <a:tab pos="352425" algn="l"/>
                </a:tabLst>
                <a:defRPr/>
              </a:pPr>
              <a:r>
                <a:rPr lang="en-GB" sz="1200" err="1">
                  <a:solidFill>
                    <a:schemeClr val="tx1">
                      <a:lumMod val="65000"/>
                      <a:lumOff val="35000"/>
                    </a:schemeClr>
                  </a:solidFill>
                </a:rPr>
                <a:t>Risus</a:t>
              </a:r>
              <a:r>
                <a:rPr lang="en-GB" sz="1200">
                  <a:solidFill>
                    <a:schemeClr val="tx1">
                      <a:lumMod val="65000"/>
                      <a:lumOff val="35000"/>
                    </a:schemeClr>
                  </a:solidFill>
                </a:rPr>
                <a:t> at </a:t>
              </a:r>
              <a:r>
                <a:rPr lang="en-GB" sz="1200" err="1">
                  <a:solidFill>
                    <a:schemeClr val="tx1">
                      <a:lumMod val="65000"/>
                      <a:lumOff val="35000"/>
                    </a:schemeClr>
                  </a:solidFill>
                </a:rPr>
                <a:t>ultrices</a:t>
              </a:r>
              <a:r>
                <a:rPr lang="en-GB" sz="1200">
                  <a:solidFill>
                    <a:schemeClr val="tx1">
                      <a:lumMod val="65000"/>
                      <a:lumOff val="35000"/>
                    </a:schemeClr>
                  </a:solidFill>
                </a:rPr>
                <a:t> on </a:t>
              </a:r>
              <a:r>
                <a:rPr lang="en-GB" sz="1200" err="1">
                  <a:solidFill>
                    <a:schemeClr val="tx1">
                      <a:lumMod val="65000"/>
                      <a:lumOff val="35000"/>
                    </a:schemeClr>
                  </a:solidFill>
                </a:rPr>
                <a:t>mie</a:t>
              </a:r>
              <a:r>
                <a:rPr lang="en-GB" sz="1200">
                  <a:solidFill>
                    <a:schemeClr val="tx1">
                      <a:lumMod val="65000"/>
                      <a:lumOff val="35000"/>
                    </a:schemeClr>
                  </a:solidFill>
                </a:rPr>
                <a:t>. </a:t>
              </a:r>
              <a:r>
                <a:rPr lang="en-GB" sz="1200" err="1">
                  <a:solidFill>
                    <a:schemeClr val="tx1">
                      <a:lumMod val="65000"/>
                      <a:lumOff val="35000"/>
                    </a:schemeClr>
                  </a:solidFill>
                </a:rPr>
                <a:t>Elementuman</a:t>
              </a:r>
              <a:r>
                <a:rPr lang="en-GB" sz="1200">
                  <a:solidFill>
                    <a:schemeClr val="tx1">
                      <a:lumMod val="65000"/>
                      <a:lumOff val="35000"/>
                    </a:schemeClr>
                  </a:solidFill>
                </a:rPr>
                <a:t> </a:t>
              </a:r>
              <a:r>
                <a:rPr lang="en-GB" sz="1200" err="1">
                  <a:solidFill>
                    <a:schemeClr val="tx1">
                      <a:lumMod val="65000"/>
                      <a:lumOff val="35000"/>
                    </a:schemeClr>
                  </a:solidFill>
                </a:rPr>
                <a:t>pulvinariysc</a:t>
              </a:r>
              <a:r>
                <a:rPr lang="en-GB" sz="1200">
                  <a:solidFill>
                    <a:schemeClr val="tx1">
                      <a:lumMod val="65000"/>
                      <a:lumOff val="35000"/>
                    </a:schemeClr>
                  </a:solidFill>
                </a:rPr>
                <a:t> </a:t>
              </a:r>
              <a:r>
                <a:rPr lang="en-GB" sz="1200" err="1">
                  <a:solidFill>
                    <a:schemeClr val="tx1">
                      <a:lumMod val="65000"/>
                      <a:lumOff val="35000"/>
                    </a:schemeClr>
                  </a:solidFill>
                </a:rPr>
                <a:t>etiam</a:t>
              </a:r>
              <a:r>
                <a:rPr lang="en-GB" sz="1200">
                  <a:solidFill>
                    <a:schemeClr val="tx1">
                      <a:lumMod val="65000"/>
                      <a:lumOff val="35000"/>
                    </a:schemeClr>
                  </a:solidFill>
                </a:rPr>
                <a:t> non </a:t>
              </a:r>
              <a:r>
                <a:rPr lang="en-GB" sz="1200" err="1">
                  <a:solidFill>
                    <a:schemeClr val="tx1">
                      <a:lumMod val="65000"/>
                      <a:lumOff val="35000"/>
                    </a:schemeClr>
                  </a:solidFill>
                </a:rPr>
                <a:t>quam</a:t>
              </a:r>
              <a:r>
                <a:rPr lang="en-GB" sz="1200">
                  <a:solidFill>
                    <a:schemeClr val="tx1">
                      <a:lumMod val="65000"/>
                      <a:lumOff val="35000"/>
                    </a:schemeClr>
                  </a:solidFill>
                </a:rPr>
                <a:t> </a:t>
              </a:r>
              <a:r>
                <a:rPr lang="en-GB" sz="1200" err="1">
                  <a:solidFill>
                    <a:schemeClr val="tx1">
                      <a:lumMod val="65000"/>
                      <a:lumOff val="35000"/>
                    </a:schemeClr>
                  </a:solidFill>
                </a:rPr>
                <a:t>lacuios</a:t>
              </a:r>
              <a:r>
                <a:rPr lang="en-GB" sz="1200">
                  <a:solidFill>
                    <a:schemeClr val="tx1">
                      <a:lumMod val="65000"/>
                      <a:lumOff val="35000"/>
                    </a:schemeClr>
                  </a:solidFill>
                </a:rPr>
                <a:t> </a:t>
              </a:r>
              <a:r>
                <a:rPr lang="en-GB" sz="1200" err="1">
                  <a:solidFill>
                    <a:schemeClr val="tx1">
                      <a:lumMod val="65000"/>
                      <a:lumOff val="35000"/>
                    </a:schemeClr>
                  </a:solidFill>
                </a:rPr>
                <a:t>suspendi</a:t>
              </a:r>
              <a:r>
                <a:rPr lang="en-GB" sz="1200">
                  <a:solidFill>
                    <a:schemeClr val="tx1">
                      <a:lumMod val="65000"/>
                      <a:lumOff val="35000"/>
                    </a:schemeClr>
                  </a:solidFill>
                </a:rPr>
                <a:t> usse. </a:t>
              </a:r>
            </a:p>
          </p:txBody>
        </p:sp>
      </p:grpSp>
      <p:grpSp>
        <p:nvGrpSpPr>
          <p:cNvPr id="6" name="Group 5">
            <a:extLst>
              <a:ext uri="{FF2B5EF4-FFF2-40B4-BE49-F238E27FC236}">
                <a16:creationId xmlns:a16="http://schemas.microsoft.com/office/drawing/2014/main" id="{CB5DDB47-EA5B-656E-144F-269536F10DBC}"/>
              </a:ext>
            </a:extLst>
          </p:cNvPr>
          <p:cNvGrpSpPr/>
          <p:nvPr/>
        </p:nvGrpSpPr>
        <p:grpSpPr>
          <a:xfrm>
            <a:off x="9401027" y="3679371"/>
            <a:ext cx="2446618" cy="2262374"/>
            <a:chOff x="9401027" y="3798946"/>
            <a:chExt cx="2446618" cy="2262374"/>
          </a:xfrm>
        </p:grpSpPr>
        <p:sp>
          <p:nvSpPr>
            <p:cNvPr id="14" name="Rectangle 13">
              <a:extLst>
                <a:ext uri="{FF2B5EF4-FFF2-40B4-BE49-F238E27FC236}">
                  <a16:creationId xmlns:a16="http://schemas.microsoft.com/office/drawing/2014/main" id="{5996B7EF-7B91-9551-808B-92BCB541E5B6}"/>
                </a:ext>
              </a:extLst>
            </p:cNvPr>
            <p:cNvSpPr/>
            <p:nvPr/>
          </p:nvSpPr>
          <p:spPr>
            <a:xfrm>
              <a:off x="9401028" y="4721312"/>
              <a:ext cx="2222648" cy="1340008"/>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17" name="AutoShape 28">
              <a:extLst>
                <a:ext uri="{FF2B5EF4-FFF2-40B4-BE49-F238E27FC236}">
                  <a16:creationId xmlns:a16="http://schemas.microsoft.com/office/drawing/2014/main" id="{B9FA320A-9013-793A-EE20-9AA7B1FF2491}"/>
                </a:ext>
              </a:extLst>
            </p:cNvPr>
            <p:cNvSpPr>
              <a:spLocks noChangeArrowheads="1"/>
            </p:cNvSpPr>
            <p:nvPr/>
          </p:nvSpPr>
          <p:spPr bwMode="auto">
            <a:xfrm>
              <a:off x="9401027" y="3798946"/>
              <a:ext cx="2446618" cy="851702"/>
            </a:xfrm>
            <a:prstGeom prst="chevron">
              <a:avLst>
                <a:gd name="adj" fmla="val 27840"/>
              </a:avLst>
            </a:prstGeom>
            <a:solidFill>
              <a:schemeClr val="accent5"/>
            </a:solidFill>
            <a:ln>
              <a:noFill/>
            </a:ln>
            <a:effectLst/>
          </p:spPr>
          <p:txBody>
            <a:bodyPr lIns="180000" tIns="36000" rIns="36000" bIns="36000" anchor="ctr"/>
            <a:lstStyle/>
            <a:p>
              <a:pPr algn="ctr"/>
              <a:r>
                <a:rPr lang="da-DK" sz="1400" b="1" err="1">
                  <a:solidFill>
                    <a:srgbClr val="FFFFFF"/>
                  </a:solidFill>
                  <a:latin typeface="Aptos SemiBold" panose="020B0004020202020204" pitchFamily="34" charset="0"/>
                  <a:ea typeface="MS PGothic" pitchFamily="34" charset="-128"/>
                </a:rPr>
                <a:t>Urnarat</a:t>
              </a:r>
              <a:r>
                <a:rPr lang="da-DK" sz="1400" b="1">
                  <a:solidFill>
                    <a:srgbClr val="FFFFFF"/>
                  </a:solidFill>
                  <a:latin typeface="Aptos SemiBold" panose="020B0004020202020204" pitchFamily="34" charset="0"/>
                  <a:ea typeface="MS PGothic" pitchFamily="34" charset="-128"/>
                </a:rPr>
                <a:t> </a:t>
              </a:r>
              <a:r>
                <a:rPr lang="da-DK" sz="1400" b="1" err="1">
                  <a:solidFill>
                    <a:srgbClr val="FFFFFF"/>
                  </a:solidFill>
                  <a:latin typeface="Aptos SemiBold" panose="020B0004020202020204" pitchFamily="34" charset="0"/>
                  <a:ea typeface="MS PGothic" pitchFamily="34" charset="-128"/>
                </a:rPr>
                <a:t>medil</a:t>
              </a:r>
              <a:endParaRPr lang="en-US" sz="1600" b="1">
                <a:latin typeface="Aptos SemiBold" panose="020B0004020202020204" pitchFamily="34" charset="0"/>
                <a:ea typeface="MS PGothic" pitchFamily="34" charset="-128"/>
              </a:endParaRPr>
            </a:p>
          </p:txBody>
        </p:sp>
        <p:sp>
          <p:nvSpPr>
            <p:cNvPr id="22" name="Text Placeholder 2">
              <a:extLst>
                <a:ext uri="{FF2B5EF4-FFF2-40B4-BE49-F238E27FC236}">
                  <a16:creationId xmlns:a16="http://schemas.microsoft.com/office/drawing/2014/main" id="{910DDE14-135E-4995-29FC-A895A9863B7D}"/>
                </a:ext>
              </a:extLst>
            </p:cNvPr>
            <p:cNvSpPr txBox="1">
              <a:spLocks/>
            </p:cNvSpPr>
            <p:nvPr/>
          </p:nvSpPr>
          <p:spPr>
            <a:xfrm>
              <a:off x="9763202" y="4887556"/>
              <a:ext cx="1498301" cy="1007520"/>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600"/>
                </a:spcAft>
                <a:buClr>
                  <a:srgbClr val="047A85"/>
                </a:buClr>
                <a:buNone/>
                <a:tabLst>
                  <a:tab pos="352425" algn="l"/>
                </a:tabLst>
                <a:defRPr/>
              </a:pPr>
              <a:r>
                <a:rPr lang="en-GB" sz="1200">
                  <a:solidFill>
                    <a:schemeClr val="tx1">
                      <a:lumMod val="65000"/>
                      <a:lumOff val="35000"/>
                    </a:schemeClr>
                  </a:solidFill>
                </a:rPr>
                <a:t>Mattis </a:t>
              </a:r>
              <a:r>
                <a:rPr lang="en-GB" sz="1200" err="1">
                  <a:solidFill>
                    <a:schemeClr val="tx1">
                      <a:lumMod val="65000"/>
                      <a:lumOff val="35000"/>
                    </a:schemeClr>
                  </a:solidFill>
                </a:rPr>
                <a:t>rhoncus</a:t>
              </a:r>
              <a:r>
                <a:rPr lang="en-GB" sz="1200">
                  <a:solidFill>
                    <a:schemeClr val="tx1">
                      <a:lumMod val="65000"/>
                      <a:lumOff val="35000"/>
                    </a:schemeClr>
                  </a:solidFill>
                </a:rPr>
                <a:t> aux de </a:t>
              </a:r>
              <a:r>
                <a:rPr lang="en-GB" sz="1200" err="1">
                  <a:solidFill>
                    <a:schemeClr val="tx1">
                      <a:lumMod val="65000"/>
                      <a:lumOff val="35000"/>
                    </a:schemeClr>
                  </a:solidFill>
                </a:rPr>
                <a:t>urnawos</a:t>
              </a:r>
              <a:r>
                <a:rPr lang="en-GB" sz="1200">
                  <a:solidFill>
                    <a:schemeClr val="tx1">
                      <a:lumMod val="65000"/>
                      <a:lumOff val="35000"/>
                    </a:schemeClr>
                  </a:solidFill>
                </a:rPr>
                <a:t> </a:t>
              </a:r>
              <a:r>
                <a:rPr lang="en-GB" sz="1200" err="1">
                  <a:solidFill>
                    <a:schemeClr val="tx1">
                      <a:lumMod val="65000"/>
                      <a:lumOff val="35000"/>
                    </a:schemeClr>
                  </a:solidFill>
                </a:rPr>
                <a:t>nequette</a:t>
              </a:r>
              <a:r>
                <a:rPr lang="en-GB" sz="1200">
                  <a:solidFill>
                    <a:schemeClr val="tx1">
                      <a:lumMod val="65000"/>
                      <a:lumOff val="35000"/>
                    </a:schemeClr>
                  </a:solidFill>
                </a:rPr>
                <a:t> </a:t>
              </a:r>
              <a:r>
                <a:rPr lang="en-GB" sz="1200" err="1">
                  <a:solidFill>
                    <a:schemeClr val="tx1">
                      <a:lumMod val="65000"/>
                      <a:lumOff val="35000"/>
                    </a:schemeClr>
                  </a:solidFill>
                </a:rPr>
                <a:t>lasi</a:t>
              </a:r>
              <a:r>
                <a:rPr lang="en-GB" sz="1200">
                  <a:solidFill>
                    <a:schemeClr val="tx1">
                      <a:lumMod val="65000"/>
                      <a:lumOff val="35000"/>
                    </a:schemeClr>
                  </a:solidFill>
                </a:rPr>
                <a:t> </a:t>
              </a:r>
              <a:r>
                <a:rPr lang="en-GB" sz="1200" err="1">
                  <a:solidFill>
                    <a:schemeClr val="tx1">
                      <a:lumMod val="65000"/>
                      <a:lumOff val="35000"/>
                    </a:schemeClr>
                  </a:solidFill>
                </a:rPr>
                <a:t>viverraer</a:t>
              </a:r>
              <a:r>
                <a:rPr lang="en-GB" sz="1200">
                  <a:solidFill>
                    <a:schemeClr val="tx1">
                      <a:lumMod val="65000"/>
                      <a:lumOff val="35000"/>
                    </a:schemeClr>
                  </a:solidFill>
                </a:rPr>
                <a:t> just </a:t>
              </a:r>
              <a:r>
                <a:rPr lang="en-GB" sz="1200" err="1">
                  <a:solidFill>
                    <a:schemeClr val="tx1">
                      <a:lumMod val="65000"/>
                      <a:lumOff val="35000"/>
                    </a:schemeClr>
                  </a:solidFill>
                </a:rPr>
                <a:t>onetrhoc</a:t>
              </a:r>
              <a:r>
                <a:rPr lang="en-GB" sz="1200">
                  <a:solidFill>
                    <a:schemeClr val="tx1">
                      <a:lumMod val="65000"/>
                      <a:lumOff val="35000"/>
                    </a:schemeClr>
                  </a:solidFill>
                </a:rPr>
                <a:t> </a:t>
              </a:r>
              <a:r>
                <a:rPr lang="en-GB" sz="1200" err="1">
                  <a:solidFill>
                    <a:schemeClr val="tx1">
                      <a:lumMod val="65000"/>
                      <a:lumOff val="35000"/>
                    </a:schemeClr>
                  </a:solidFill>
                </a:rPr>
                <a:t>gestas</a:t>
              </a:r>
              <a:r>
                <a:rPr lang="en-GB" sz="1200">
                  <a:solidFill>
                    <a:schemeClr val="tx1">
                      <a:lumMod val="65000"/>
                      <a:lumOff val="35000"/>
                    </a:schemeClr>
                  </a:solidFill>
                </a:rPr>
                <a:t> </a:t>
              </a:r>
              <a:r>
                <a:rPr lang="en-GB" sz="1200" err="1">
                  <a:solidFill>
                    <a:schemeClr val="tx1">
                      <a:lumMod val="65000"/>
                      <a:lumOff val="35000"/>
                    </a:schemeClr>
                  </a:solidFill>
                </a:rPr>
                <a:t>pretium</a:t>
              </a:r>
              <a:r>
                <a:rPr lang="en-GB" sz="1200">
                  <a:solidFill>
                    <a:schemeClr val="tx1">
                      <a:lumMod val="65000"/>
                      <a:lumOff val="35000"/>
                    </a:schemeClr>
                  </a:solidFill>
                </a:rPr>
                <a:t> </a:t>
              </a:r>
              <a:r>
                <a:rPr lang="en-GB" sz="1200" err="1">
                  <a:solidFill>
                    <a:schemeClr val="tx1">
                      <a:lumMod val="65000"/>
                      <a:lumOff val="35000"/>
                    </a:schemeClr>
                  </a:solidFill>
                </a:rPr>
                <a:t>aerialu</a:t>
              </a:r>
              <a:r>
                <a:rPr lang="en-GB" sz="1200">
                  <a:solidFill>
                    <a:schemeClr val="tx1">
                      <a:lumMod val="65000"/>
                      <a:lumOff val="35000"/>
                    </a:schemeClr>
                  </a:solidFill>
                </a:rPr>
                <a:t> pharetra mased.</a:t>
              </a:r>
              <a:endParaRPr lang="en-GR" sz="1200">
                <a:solidFill>
                  <a:schemeClr val="tx1">
                    <a:lumMod val="65000"/>
                    <a:lumOff val="35000"/>
                  </a:schemeClr>
                </a:solidFill>
              </a:endParaRPr>
            </a:p>
          </p:txBody>
        </p:sp>
      </p:grpSp>
      <p:sp>
        <p:nvSpPr>
          <p:cNvPr id="23" name="Freeform 204">
            <a:extLst>
              <a:ext uri="{FF2B5EF4-FFF2-40B4-BE49-F238E27FC236}">
                <a16:creationId xmlns:a16="http://schemas.microsoft.com/office/drawing/2014/main" id="{AEFA98BA-A154-123C-42A2-300305E4CE76}"/>
              </a:ext>
            </a:extLst>
          </p:cNvPr>
          <p:cNvSpPr/>
          <p:nvPr/>
        </p:nvSpPr>
        <p:spPr>
          <a:xfrm>
            <a:off x="8076496" y="5106296"/>
            <a:ext cx="563444" cy="506653"/>
          </a:xfrm>
          <a:custGeom>
            <a:avLst/>
            <a:gdLst>
              <a:gd name="connsiteX0" fmla="*/ 205574 w 211928"/>
              <a:gd name="connsiteY0" fmla="*/ 73076 h 190567"/>
              <a:gd name="connsiteX1" fmla="*/ 173504 w 211928"/>
              <a:gd name="connsiteY1" fmla="*/ 73076 h 190567"/>
              <a:gd name="connsiteX2" fmla="*/ 132654 w 211928"/>
              <a:gd name="connsiteY2" fmla="*/ 2055 h 190567"/>
              <a:gd name="connsiteX3" fmla="*/ 114295 w 211928"/>
              <a:gd name="connsiteY3" fmla="*/ 12584 h 190567"/>
              <a:gd name="connsiteX4" fmla="*/ 148583 w 211928"/>
              <a:gd name="connsiteY4" fmla="*/ 73025 h 190567"/>
              <a:gd name="connsiteX5" fmla="*/ 63340 w 211928"/>
              <a:gd name="connsiteY5" fmla="*/ 73025 h 190567"/>
              <a:gd name="connsiteX6" fmla="*/ 97786 w 211928"/>
              <a:gd name="connsiteY6" fmla="*/ 12584 h 190567"/>
              <a:gd name="connsiteX7" fmla="*/ 79422 w 211928"/>
              <a:gd name="connsiteY7" fmla="*/ 2055 h 190567"/>
              <a:gd name="connsiteX8" fmla="*/ 38573 w 211928"/>
              <a:gd name="connsiteY8" fmla="*/ 73076 h 190567"/>
              <a:gd name="connsiteX9" fmla="*/ 6138 w 211928"/>
              <a:gd name="connsiteY9" fmla="*/ 73076 h 190567"/>
              <a:gd name="connsiteX10" fmla="*/ 0 w 211928"/>
              <a:gd name="connsiteY10" fmla="*/ 86413 h 190567"/>
              <a:gd name="connsiteX11" fmla="*/ 6138 w 211928"/>
              <a:gd name="connsiteY11" fmla="*/ 96840 h 190567"/>
              <a:gd name="connsiteX12" fmla="*/ 12065 w 211928"/>
              <a:gd name="connsiteY12" fmla="*/ 96840 h 190567"/>
              <a:gd name="connsiteX13" fmla="*/ 31059 w 211928"/>
              <a:gd name="connsiteY13" fmla="*/ 172786 h 190567"/>
              <a:gd name="connsiteX14" fmla="*/ 53867 w 211928"/>
              <a:gd name="connsiteY14" fmla="*/ 190567 h 190567"/>
              <a:gd name="connsiteX15" fmla="*/ 158053 w 211928"/>
              <a:gd name="connsiteY15" fmla="*/ 190567 h 190567"/>
              <a:gd name="connsiteX16" fmla="*/ 180861 w 211928"/>
              <a:gd name="connsiteY16" fmla="*/ 172786 h 190567"/>
              <a:gd name="connsiteX17" fmla="*/ 199855 w 211928"/>
              <a:gd name="connsiteY17" fmla="*/ 96840 h 190567"/>
              <a:gd name="connsiteX18" fmla="*/ 205519 w 211928"/>
              <a:gd name="connsiteY18" fmla="*/ 96840 h 190567"/>
              <a:gd name="connsiteX19" fmla="*/ 205519 w 211928"/>
              <a:gd name="connsiteY19" fmla="*/ 73076 h 190567"/>
              <a:gd name="connsiteX20" fmla="*/ 205574 w 211928"/>
              <a:gd name="connsiteY20" fmla="*/ 73076 h 190567"/>
              <a:gd name="connsiteX21" fmla="*/ 72069 w 211928"/>
              <a:gd name="connsiteY21" fmla="*/ 151722 h 190567"/>
              <a:gd name="connsiteX22" fmla="*/ 57782 w 211928"/>
              <a:gd name="connsiteY22" fmla="*/ 151722 h 190567"/>
              <a:gd name="connsiteX23" fmla="*/ 57782 w 211928"/>
              <a:gd name="connsiteY23" fmla="*/ 112133 h 190567"/>
              <a:gd name="connsiteX24" fmla="*/ 72014 w 211928"/>
              <a:gd name="connsiteY24" fmla="*/ 112133 h 190567"/>
              <a:gd name="connsiteX25" fmla="*/ 72014 w 211928"/>
              <a:gd name="connsiteY25" fmla="*/ 151722 h 190567"/>
              <a:gd name="connsiteX26" fmla="*/ 72069 w 211928"/>
              <a:gd name="connsiteY26" fmla="*/ 151722 h 190567"/>
              <a:gd name="connsiteX27" fmla="*/ 113025 w 211928"/>
              <a:gd name="connsiteY27" fmla="*/ 151722 h 190567"/>
              <a:gd name="connsiteX28" fmla="*/ 98738 w 211928"/>
              <a:gd name="connsiteY28" fmla="*/ 151722 h 190567"/>
              <a:gd name="connsiteX29" fmla="*/ 98738 w 211928"/>
              <a:gd name="connsiteY29" fmla="*/ 112133 h 190567"/>
              <a:gd name="connsiteX30" fmla="*/ 112974 w 211928"/>
              <a:gd name="connsiteY30" fmla="*/ 112133 h 190567"/>
              <a:gd name="connsiteX31" fmla="*/ 112974 w 211928"/>
              <a:gd name="connsiteY31" fmla="*/ 151722 h 190567"/>
              <a:gd name="connsiteX32" fmla="*/ 113025 w 211928"/>
              <a:gd name="connsiteY32" fmla="*/ 151722 h 190567"/>
              <a:gd name="connsiteX33" fmla="*/ 155356 w 211928"/>
              <a:gd name="connsiteY33" fmla="*/ 151722 h 190567"/>
              <a:gd name="connsiteX34" fmla="*/ 141069 w 211928"/>
              <a:gd name="connsiteY34" fmla="*/ 151722 h 190567"/>
              <a:gd name="connsiteX35" fmla="*/ 141069 w 211928"/>
              <a:gd name="connsiteY35" fmla="*/ 112133 h 190567"/>
              <a:gd name="connsiteX36" fmla="*/ 155305 w 211928"/>
              <a:gd name="connsiteY36" fmla="*/ 112133 h 190567"/>
              <a:gd name="connsiteX37" fmla="*/ 155305 w 211928"/>
              <a:gd name="connsiteY37" fmla="*/ 151722 h 190567"/>
              <a:gd name="connsiteX38" fmla="*/ 155356 w 211928"/>
              <a:gd name="connsiteY38" fmla="*/ 151722 h 190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11928" h="190567">
                <a:moveTo>
                  <a:pt x="205574" y="73076"/>
                </a:moveTo>
                <a:lnTo>
                  <a:pt x="173504" y="73076"/>
                </a:lnTo>
                <a:lnTo>
                  <a:pt x="132654" y="2055"/>
                </a:lnTo>
                <a:cubicBezTo>
                  <a:pt x="128698" y="-4413"/>
                  <a:pt x="110671" y="5872"/>
                  <a:pt x="114295" y="12584"/>
                </a:cubicBezTo>
                <a:lnTo>
                  <a:pt x="148583" y="73025"/>
                </a:lnTo>
                <a:lnTo>
                  <a:pt x="63340" y="73025"/>
                </a:lnTo>
                <a:lnTo>
                  <a:pt x="97786" y="12584"/>
                </a:lnTo>
                <a:cubicBezTo>
                  <a:pt x="101354" y="5858"/>
                  <a:pt x="83462" y="-4413"/>
                  <a:pt x="79422" y="2055"/>
                </a:cubicBezTo>
                <a:lnTo>
                  <a:pt x="38573" y="73076"/>
                </a:lnTo>
                <a:lnTo>
                  <a:pt x="6138" y="73076"/>
                </a:lnTo>
                <a:cubicBezTo>
                  <a:pt x="131" y="73262"/>
                  <a:pt x="0" y="82029"/>
                  <a:pt x="0" y="86413"/>
                </a:cubicBezTo>
                <a:cubicBezTo>
                  <a:pt x="0" y="92128"/>
                  <a:pt x="2752" y="96734"/>
                  <a:pt x="6138" y="96840"/>
                </a:cubicBezTo>
                <a:lnTo>
                  <a:pt x="12065" y="96840"/>
                </a:lnTo>
                <a:lnTo>
                  <a:pt x="31059" y="172786"/>
                </a:lnTo>
                <a:cubicBezTo>
                  <a:pt x="33653" y="183264"/>
                  <a:pt x="43072" y="190567"/>
                  <a:pt x="53867" y="190567"/>
                </a:cubicBezTo>
                <a:lnTo>
                  <a:pt x="158053" y="190567"/>
                </a:lnTo>
                <a:cubicBezTo>
                  <a:pt x="168847" y="190567"/>
                  <a:pt x="178215" y="183213"/>
                  <a:pt x="180861" y="172786"/>
                </a:cubicBezTo>
                <a:lnTo>
                  <a:pt x="199855" y="96840"/>
                </a:lnTo>
                <a:lnTo>
                  <a:pt x="205519" y="96840"/>
                </a:lnTo>
                <a:cubicBezTo>
                  <a:pt x="214051" y="96563"/>
                  <a:pt x="214080" y="73350"/>
                  <a:pt x="205519" y="73076"/>
                </a:cubicBezTo>
                <a:lnTo>
                  <a:pt x="205574" y="73076"/>
                </a:lnTo>
                <a:close/>
                <a:moveTo>
                  <a:pt x="72069" y="151722"/>
                </a:moveTo>
                <a:cubicBezTo>
                  <a:pt x="71934" y="156880"/>
                  <a:pt x="57917" y="156880"/>
                  <a:pt x="57782" y="151722"/>
                </a:cubicBezTo>
                <a:lnTo>
                  <a:pt x="57782" y="112133"/>
                </a:lnTo>
                <a:cubicBezTo>
                  <a:pt x="57914" y="107001"/>
                  <a:pt x="71883" y="106987"/>
                  <a:pt x="72014" y="112133"/>
                </a:cubicBezTo>
                <a:lnTo>
                  <a:pt x="72014" y="151722"/>
                </a:lnTo>
                <a:lnTo>
                  <a:pt x="72069" y="151722"/>
                </a:lnTo>
                <a:close/>
                <a:moveTo>
                  <a:pt x="113025" y="151722"/>
                </a:moveTo>
                <a:cubicBezTo>
                  <a:pt x="112890" y="156876"/>
                  <a:pt x="98873" y="156880"/>
                  <a:pt x="98738" y="151722"/>
                </a:cubicBezTo>
                <a:lnTo>
                  <a:pt x="98738" y="112133"/>
                </a:lnTo>
                <a:cubicBezTo>
                  <a:pt x="98869" y="107001"/>
                  <a:pt x="112839" y="106987"/>
                  <a:pt x="112974" y="112133"/>
                </a:cubicBezTo>
                <a:lnTo>
                  <a:pt x="112974" y="151722"/>
                </a:lnTo>
                <a:lnTo>
                  <a:pt x="113025" y="151722"/>
                </a:lnTo>
                <a:close/>
                <a:moveTo>
                  <a:pt x="155356" y="151722"/>
                </a:moveTo>
                <a:cubicBezTo>
                  <a:pt x="155221" y="156876"/>
                  <a:pt x="141204" y="156880"/>
                  <a:pt x="141069" y="151722"/>
                </a:cubicBezTo>
                <a:lnTo>
                  <a:pt x="141069" y="112133"/>
                </a:lnTo>
                <a:cubicBezTo>
                  <a:pt x="141204" y="107085"/>
                  <a:pt x="155174" y="107041"/>
                  <a:pt x="155305" y="112133"/>
                </a:cubicBezTo>
                <a:lnTo>
                  <a:pt x="155305" y="151722"/>
                </a:lnTo>
                <a:lnTo>
                  <a:pt x="155356" y="151722"/>
                </a:lnTo>
                <a:close/>
              </a:path>
            </a:pathLst>
          </a:custGeom>
          <a:solidFill>
            <a:schemeClr val="accent4"/>
          </a:solidFill>
          <a:ln w="3646" cap="flat">
            <a:noFill/>
            <a:prstDash val="solid"/>
            <a:miter/>
          </a:ln>
        </p:spPr>
        <p:txBody>
          <a:bodyPr rtlCol="0" anchor="ctr"/>
          <a:lstStyle/>
          <a:p>
            <a:endParaRPr lang="en-GR"/>
          </a:p>
        </p:txBody>
      </p:sp>
      <p:grpSp>
        <p:nvGrpSpPr>
          <p:cNvPr id="24" name="Group 23">
            <a:extLst>
              <a:ext uri="{FF2B5EF4-FFF2-40B4-BE49-F238E27FC236}">
                <a16:creationId xmlns:a16="http://schemas.microsoft.com/office/drawing/2014/main" id="{25DABFFB-F7B3-036B-BF23-39DE24EEF89C}"/>
              </a:ext>
            </a:extLst>
          </p:cNvPr>
          <p:cNvGrpSpPr/>
          <p:nvPr/>
        </p:nvGrpSpPr>
        <p:grpSpPr>
          <a:xfrm>
            <a:off x="5781568" y="2627910"/>
            <a:ext cx="621060" cy="617791"/>
            <a:chOff x="6746709" y="3180415"/>
            <a:chExt cx="206826" cy="205739"/>
          </a:xfrm>
          <a:solidFill>
            <a:schemeClr val="accent3"/>
          </a:solidFill>
        </p:grpSpPr>
        <p:sp>
          <p:nvSpPr>
            <p:cNvPr id="25" name="Freeform 380">
              <a:extLst>
                <a:ext uri="{FF2B5EF4-FFF2-40B4-BE49-F238E27FC236}">
                  <a16:creationId xmlns:a16="http://schemas.microsoft.com/office/drawing/2014/main" id="{D2792B0C-C0BA-A09F-881D-D07499CBFE95}"/>
                </a:ext>
              </a:extLst>
            </p:cNvPr>
            <p:cNvSpPr/>
            <p:nvPr/>
          </p:nvSpPr>
          <p:spPr>
            <a:xfrm>
              <a:off x="6869700" y="3180460"/>
              <a:ext cx="63674" cy="63637"/>
            </a:xfrm>
            <a:custGeom>
              <a:avLst/>
              <a:gdLst>
                <a:gd name="connsiteX0" fmla="*/ 1558 w 71916"/>
                <a:gd name="connsiteY0" fmla="*/ 46572 h 71875"/>
                <a:gd name="connsiteX1" fmla="*/ 4284 w 71916"/>
                <a:gd name="connsiteY1" fmla="*/ 53043 h 71875"/>
                <a:gd name="connsiteX2" fmla="*/ 35909 w 71916"/>
                <a:gd name="connsiteY2" fmla="*/ 71876 h 71875"/>
                <a:gd name="connsiteX3" fmla="*/ 48707 w 71916"/>
                <a:gd name="connsiteY3" fmla="*/ 69493 h 71875"/>
                <a:gd name="connsiteX4" fmla="*/ 54206 w 71916"/>
                <a:gd name="connsiteY4" fmla="*/ 66865 h 71875"/>
                <a:gd name="connsiteX5" fmla="*/ 61359 w 71916"/>
                <a:gd name="connsiteY5" fmla="*/ 61365 h 71875"/>
                <a:gd name="connsiteX6" fmla="*/ 63694 w 71916"/>
                <a:gd name="connsiteY6" fmla="*/ 58835 h 71875"/>
                <a:gd name="connsiteX7" fmla="*/ 66468 w 71916"/>
                <a:gd name="connsiteY7" fmla="*/ 54941 h 71875"/>
                <a:gd name="connsiteX8" fmla="*/ 70310 w 71916"/>
                <a:gd name="connsiteY8" fmla="*/ 46667 h 71875"/>
                <a:gd name="connsiteX9" fmla="*/ 71916 w 71916"/>
                <a:gd name="connsiteY9" fmla="*/ 35962 h 71875"/>
                <a:gd name="connsiteX10" fmla="*/ 70310 w 71916"/>
                <a:gd name="connsiteY10" fmla="*/ 25257 h 71875"/>
                <a:gd name="connsiteX11" fmla="*/ 65785 w 71916"/>
                <a:gd name="connsiteY11" fmla="*/ 15862 h 71875"/>
                <a:gd name="connsiteX12" fmla="*/ 63694 w 71916"/>
                <a:gd name="connsiteY12" fmla="*/ 13088 h 71875"/>
                <a:gd name="connsiteX13" fmla="*/ 35960 w 71916"/>
                <a:gd name="connsiteY13" fmla="*/ 0 h 71875"/>
                <a:gd name="connsiteX14" fmla="*/ 29245 w 71916"/>
                <a:gd name="connsiteY14" fmla="*/ 632 h 71875"/>
                <a:gd name="connsiteX15" fmla="*/ 27833 w 71916"/>
                <a:gd name="connsiteY15" fmla="*/ 924 h 71875"/>
                <a:gd name="connsiteX16" fmla="*/ 17663 w 71916"/>
                <a:gd name="connsiteY16" fmla="*/ 5011 h 71875"/>
                <a:gd name="connsiteX17" fmla="*/ 10754 w 71916"/>
                <a:gd name="connsiteY17" fmla="*/ 10267 h 71875"/>
                <a:gd name="connsiteX18" fmla="*/ 10510 w 71916"/>
                <a:gd name="connsiteY18" fmla="*/ 10460 h 71875"/>
                <a:gd name="connsiteX19" fmla="*/ 4332 w 71916"/>
                <a:gd name="connsiteY19" fmla="*/ 18734 h 71875"/>
                <a:gd name="connsiteX20" fmla="*/ 1606 w 71916"/>
                <a:gd name="connsiteY20" fmla="*/ 25206 h 71875"/>
                <a:gd name="connsiteX21" fmla="*/ 197 w 71916"/>
                <a:gd name="connsiteY21" fmla="*/ 32213 h 71875"/>
                <a:gd name="connsiteX22" fmla="*/ 0 w 71916"/>
                <a:gd name="connsiteY22" fmla="*/ 35914 h 71875"/>
                <a:gd name="connsiteX23" fmla="*/ 197 w 71916"/>
                <a:gd name="connsiteY23" fmla="*/ 39612 h 71875"/>
                <a:gd name="connsiteX24" fmla="*/ 1606 w 71916"/>
                <a:gd name="connsiteY24" fmla="*/ 46619 h 71875"/>
                <a:gd name="connsiteX25" fmla="*/ 1558 w 71916"/>
                <a:gd name="connsiteY25" fmla="*/ 46572 h 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916" h="71875">
                  <a:moveTo>
                    <a:pt x="1558" y="46572"/>
                  </a:moveTo>
                  <a:cubicBezTo>
                    <a:pt x="2241" y="48809"/>
                    <a:pt x="3164" y="50999"/>
                    <a:pt x="4284" y="53043"/>
                  </a:cubicBezTo>
                  <a:cubicBezTo>
                    <a:pt x="10364" y="64237"/>
                    <a:pt x="22239" y="71876"/>
                    <a:pt x="35909" y="71876"/>
                  </a:cubicBezTo>
                  <a:cubicBezTo>
                    <a:pt x="40434" y="71876"/>
                    <a:pt x="44718" y="71000"/>
                    <a:pt x="48707" y="69493"/>
                  </a:cubicBezTo>
                  <a:cubicBezTo>
                    <a:pt x="50604" y="68763"/>
                    <a:pt x="52455" y="67887"/>
                    <a:pt x="54206" y="66865"/>
                  </a:cubicBezTo>
                  <a:cubicBezTo>
                    <a:pt x="56834" y="65306"/>
                    <a:pt x="59217" y="63507"/>
                    <a:pt x="61359" y="61365"/>
                  </a:cubicBezTo>
                  <a:cubicBezTo>
                    <a:pt x="62183" y="60536"/>
                    <a:pt x="62964" y="59711"/>
                    <a:pt x="63694" y="58835"/>
                  </a:cubicBezTo>
                  <a:cubicBezTo>
                    <a:pt x="64716" y="57616"/>
                    <a:pt x="65592" y="56302"/>
                    <a:pt x="66468" y="54941"/>
                  </a:cubicBezTo>
                  <a:cubicBezTo>
                    <a:pt x="68073" y="52360"/>
                    <a:pt x="69387" y="49586"/>
                    <a:pt x="70310" y="46667"/>
                  </a:cubicBezTo>
                  <a:cubicBezTo>
                    <a:pt x="71379" y="43309"/>
                    <a:pt x="71916" y="39710"/>
                    <a:pt x="71916" y="35962"/>
                  </a:cubicBezTo>
                  <a:cubicBezTo>
                    <a:pt x="71916" y="32213"/>
                    <a:pt x="71332" y="28662"/>
                    <a:pt x="70310" y="25257"/>
                  </a:cubicBezTo>
                  <a:cubicBezTo>
                    <a:pt x="69241" y="21899"/>
                    <a:pt x="67730" y="18734"/>
                    <a:pt x="65785" y="15862"/>
                  </a:cubicBezTo>
                  <a:cubicBezTo>
                    <a:pt x="65154" y="14891"/>
                    <a:pt x="64471" y="13964"/>
                    <a:pt x="63694" y="13088"/>
                  </a:cubicBezTo>
                  <a:cubicBezTo>
                    <a:pt x="57074" y="5110"/>
                    <a:pt x="47101" y="0"/>
                    <a:pt x="35960" y="0"/>
                  </a:cubicBezTo>
                  <a:cubicBezTo>
                    <a:pt x="33672" y="0"/>
                    <a:pt x="31435" y="241"/>
                    <a:pt x="29245" y="632"/>
                  </a:cubicBezTo>
                  <a:cubicBezTo>
                    <a:pt x="28756" y="730"/>
                    <a:pt x="28271" y="825"/>
                    <a:pt x="27833" y="924"/>
                  </a:cubicBezTo>
                  <a:cubicBezTo>
                    <a:pt x="24184" y="1752"/>
                    <a:pt x="20779" y="3161"/>
                    <a:pt x="17663" y="5011"/>
                  </a:cubicBezTo>
                  <a:cubicBezTo>
                    <a:pt x="15181" y="6519"/>
                    <a:pt x="12845" y="8271"/>
                    <a:pt x="10754" y="10267"/>
                  </a:cubicBezTo>
                  <a:cubicBezTo>
                    <a:pt x="10656" y="10366"/>
                    <a:pt x="10609" y="10413"/>
                    <a:pt x="10510" y="10460"/>
                  </a:cubicBezTo>
                  <a:cubicBezTo>
                    <a:pt x="8080" y="12895"/>
                    <a:pt x="5985" y="15669"/>
                    <a:pt x="4332" y="18734"/>
                  </a:cubicBezTo>
                  <a:cubicBezTo>
                    <a:pt x="3211" y="20778"/>
                    <a:pt x="2288" y="22921"/>
                    <a:pt x="1606" y="25206"/>
                  </a:cubicBezTo>
                  <a:cubicBezTo>
                    <a:pt x="927" y="27447"/>
                    <a:pt x="438" y="29830"/>
                    <a:pt x="197" y="32213"/>
                  </a:cubicBezTo>
                  <a:cubicBezTo>
                    <a:pt x="51" y="33432"/>
                    <a:pt x="0" y="34648"/>
                    <a:pt x="0" y="35914"/>
                  </a:cubicBezTo>
                  <a:cubicBezTo>
                    <a:pt x="0" y="37177"/>
                    <a:pt x="51" y="38396"/>
                    <a:pt x="197" y="39612"/>
                  </a:cubicBezTo>
                  <a:cubicBezTo>
                    <a:pt x="438" y="42046"/>
                    <a:pt x="927" y="44382"/>
                    <a:pt x="1606" y="46619"/>
                  </a:cubicBezTo>
                  <a:lnTo>
                    <a:pt x="1558" y="46572"/>
                  </a:lnTo>
                  <a:close/>
                </a:path>
              </a:pathLst>
            </a:custGeom>
            <a:grpFill/>
            <a:ln w="3646" cap="flat">
              <a:noFill/>
              <a:prstDash val="solid"/>
              <a:miter/>
            </a:ln>
          </p:spPr>
          <p:txBody>
            <a:bodyPr rtlCol="0" anchor="ctr"/>
            <a:lstStyle/>
            <a:p>
              <a:endParaRPr lang="en-GR"/>
            </a:p>
          </p:txBody>
        </p:sp>
        <p:sp>
          <p:nvSpPr>
            <p:cNvPr id="26" name="Freeform 381">
              <a:extLst>
                <a:ext uri="{FF2B5EF4-FFF2-40B4-BE49-F238E27FC236}">
                  <a16:creationId xmlns:a16="http://schemas.microsoft.com/office/drawing/2014/main" id="{39954167-D8AB-B34E-D16D-41AF8339849F}"/>
                </a:ext>
              </a:extLst>
            </p:cNvPr>
            <p:cNvSpPr/>
            <p:nvPr/>
          </p:nvSpPr>
          <p:spPr>
            <a:xfrm>
              <a:off x="6766825" y="3180415"/>
              <a:ext cx="63631" cy="63683"/>
            </a:xfrm>
            <a:custGeom>
              <a:avLst/>
              <a:gdLst>
                <a:gd name="connsiteX0" fmla="*/ 4186 w 71868"/>
                <a:gd name="connsiteY0" fmla="*/ 53094 h 71926"/>
                <a:gd name="connsiteX1" fmla="*/ 18684 w 71868"/>
                <a:gd name="connsiteY1" fmla="*/ 67595 h 71926"/>
                <a:gd name="connsiteX2" fmla="*/ 21848 w 71868"/>
                <a:gd name="connsiteY2" fmla="*/ 69106 h 71926"/>
                <a:gd name="connsiteX3" fmla="*/ 35861 w 71868"/>
                <a:gd name="connsiteY3" fmla="*/ 71927 h 71926"/>
                <a:gd name="connsiteX4" fmla="*/ 49874 w 71868"/>
                <a:gd name="connsiteY4" fmla="*/ 69106 h 71926"/>
                <a:gd name="connsiteX5" fmla="*/ 53038 w 71868"/>
                <a:gd name="connsiteY5" fmla="*/ 67595 h 71926"/>
                <a:gd name="connsiteX6" fmla="*/ 67537 w 71868"/>
                <a:gd name="connsiteY6" fmla="*/ 53094 h 71926"/>
                <a:gd name="connsiteX7" fmla="*/ 71868 w 71868"/>
                <a:gd name="connsiteY7" fmla="*/ 35965 h 71926"/>
                <a:gd name="connsiteX8" fmla="*/ 63643 w 71868"/>
                <a:gd name="connsiteY8" fmla="*/ 13092 h 71926"/>
                <a:gd name="connsiteX9" fmla="*/ 58779 w 71868"/>
                <a:gd name="connsiteY9" fmla="*/ 8227 h 71926"/>
                <a:gd name="connsiteX10" fmla="*/ 56005 w 71868"/>
                <a:gd name="connsiteY10" fmla="*/ 6132 h 71926"/>
                <a:gd name="connsiteX11" fmla="*/ 35909 w 71868"/>
                <a:gd name="connsiteY11" fmla="*/ 0 h 71926"/>
                <a:gd name="connsiteX12" fmla="*/ 16933 w 71868"/>
                <a:gd name="connsiteY12" fmla="*/ 5453 h 71926"/>
                <a:gd name="connsiteX13" fmla="*/ 13042 w 71868"/>
                <a:gd name="connsiteY13" fmla="*/ 8227 h 71926"/>
                <a:gd name="connsiteX14" fmla="*/ 10510 w 71868"/>
                <a:gd name="connsiteY14" fmla="*/ 10562 h 71926"/>
                <a:gd name="connsiteX15" fmla="*/ 4332 w 71868"/>
                <a:gd name="connsiteY15" fmla="*/ 18833 h 71926"/>
                <a:gd name="connsiteX16" fmla="*/ 2824 w 71868"/>
                <a:gd name="connsiteY16" fmla="*/ 21997 h 71926"/>
                <a:gd name="connsiteX17" fmla="*/ 0 w 71868"/>
                <a:gd name="connsiteY17" fmla="*/ 36013 h 71926"/>
                <a:gd name="connsiteX18" fmla="*/ 2824 w 71868"/>
                <a:gd name="connsiteY18" fmla="*/ 50028 h 71926"/>
                <a:gd name="connsiteX19" fmla="*/ 4332 w 71868"/>
                <a:gd name="connsiteY19" fmla="*/ 53192 h 71926"/>
                <a:gd name="connsiteX20" fmla="*/ 4186 w 71868"/>
                <a:gd name="connsiteY20" fmla="*/ 53094 h 7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1868" h="71926">
                  <a:moveTo>
                    <a:pt x="4186" y="53094"/>
                  </a:moveTo>
                  <a:cubicBezTo>
                    <a:pt x="7496" y="59225"/>
                    <a:pt x="12553" y="64237"/>
                    <a:pt x="18684" y="67595"/>
                  </a:cubicBezTo>
                  <a:cubicBezTo>
                    <a:pt x="19706" y="68131"/>
                    <a:pt x="20779" y="68668"/>
                    <a:pt x="21848" y="69106"/>
                  </a:cubicBezTo>
                  <a:cubicBezTo>
                    <a:pt x="26129" y="70905"/>
                    <a:pt x="30898" y="71927"/>
                    <a:pt x="35861" y="71927"/>
                  </a:cubicBezTo>
                  <a:cubicBezTo>
                    <a:pt x="40824" y="71927"/>
                    <a:pt x="45543" y="70905"/>
                    <a:pt x="49874" y="69106"/>
                  </a:cubicBezTo>
                  <a:cubicBezTo>
                    <a:pt x="50943" y="68668"/>
                    <a:pt x="52016" y="68131"/>
                    <a:pt x="53038" y="67595"/>
                  </a:cubicBezTo>
                  <a:cubicBezTo>
                    <a:pt x="59169" y="64288"/>
                    <a:pt x="64179" y="59225"/>
                    <a:pt x="67537" y="53094"/>
                  </a:cubicBezTo>
                  <a:cubicBezTo>
                    <a:pt x="70310" y="47984"/>
                    <a:pt x="71868" y="42144"/>
                    <a:pt x="71868" y="35965"/>
                  </a:cubicBezTo>
                  <a:cubicBezTo>
                    <a:pt x="71868" y="27253"/>
                    <a:pt x="68803" y="19322"/>
                    <a:pt x="63643" y="13092"/>
                  </a:cubicBezTo>
                  <a:cubicBezTo>
                    <a:pt x="62183" y="11293"/>
                    <a:pt x="60530" y="9687"/>
                    <a:pt x="58779" y="8227"/>
                  </a:cubicBezTo>
                  <a:cubicBezTo>
                    <a:pt x="57903" y="7497"/>
                    <a:pt x="56980" y="6814"/>
                    <a:pt x="56005" y="6132"/>
                  </a:cubicBezTo>
                  <a:cubicBezTo>
                    <a:pt x="50265" y="2241"/>
                    <a:pt x="43353" y="0"/>
                    <a:pt x="35909" y="0"/>
                  </a:cubicBezTo>
                  <a:cubicBezTo>
                    <a:pt x="28953" y="0"/>
                    <a:pt x="22432" y="2044"/>
                    <a:pt x="16933" y="5453"/>
                  </a:cubicBezTo>
                  <a:cubicBezTo>
                    <a:pt x="15571" y="6278"/>
                    <a:pt x="14258" y="7205"/>
                    <a:pt x="13042" y="8227"/>
                  </a:cubicBezTo>
                  <a:cubicBezTo>
                    <a:pt x="12167" y="8957"/>
                    <a:pt x="11291" y="9734"/>
                    <a:pt x="10510" y="10562"/>
                  </a:cubicBezTo>
                  <a:cubicBezTo>
                    <a:pt x="8079" y="12993"/>
                    <a:pt x="5985" y="15767"/>
                    <a:pt x="4332" y="18833"/>
                  </a:cubicBezTo>
                  <a:cubicBezTo>
                    <a:pt x="3795" y="19855"/>
                    <a:pt x="3262" y="20928"/>
                    <a:pt x="2824" y="21997"/>
                  </a:cubicBezTo>
                  <a:cubicBezTo>
                    <a:pt x="1022" y="26279"/>
                    <a:pt x="0" y="31049"/>
                    <a:pt x="0" y="36013"/>
                  </a:cubicBezTo>
                  <a:cubicBezTo>
                    <a:pt x="0" y="40976"/>
                    <a:pt x="1022" y="45696"/>
                    <a:pt x="2824" y="50028"/>
                  </a:cubicBezTo>
                  <a:cubicBezTo>
                    <a:pt x="3262" y="51097"/>
                    <a:pt x="3795" y="52170"/>
                    <a:pt x="4332" y="53192"/>
                  </a:cubicBezTo>
                  <a:lnTo>
                    <a:pt x="4186" y="53094"/>
                  </a:lnTo>
                  <a:close/>
                </a:path>
              </a:pathLst>
            </a:custGeom>
            <a:grpFill/>
            <a:ln w="3646" cap="flat">
              <a:noFill/>
              <a:prstDash val="solid"/>
              <a:miter/>
            </a:ln>
          </p:spPr>
          <p:txBody>
            <a:bodyPr rtlCol="0" anchor="ctr"/>
            <a:lstStyle/>
            <a:p>
              <a:endParaRPr lang="en-GR"/>
            </a:p>
          </p:txBody>
        </p:sp>
        <p:sp>
          <p:nvSpPr>
            <p:cNvPr id="27" name="Freeform 382">
              <a:extLst>
                <a:ext uri="{FF2B5EF4-FFF2-40B4-BE49-F238E27FC236}">
                  <a16:creationId xmlns:a16="http://schemas.microsoft.com/office/drawing/2014/main" id="{407E4B67-1C82-D8AE-BDE9-9D320FFD1068}"/>
                </a:ext>
              </a:extLst>
            </p:cNvPr>
            <p:cNvSpPr/>
            <p:nvPr/>
          </p:nvSpPr>
          <p:spPr>
            <a:xfrm>
              <a:off x="6871943" y="3252717"/>
              <a:ext cx="81592" cy="52692"/>
            </a:xfrm>
            <a:custGeom>
              <a:avLst/>
              <a:gdLst>
                <a:gd name="connsiteX0" fmla="*/ 91815 w 92154"/>
                <a:gd name="connsiteY0" fmla="*/ 31534 h 59513"/>
                <a:gd name="connsiteX1" fmla="*/ 89480 w 92154"/>
                <a:gd name="connsiteY1" fmla="*/ 24673 h 59513"/>
                <a:gd name="connsiteX2" fmla="*/ 85049 w 92154"/>
                <a:gd name="connsiteY2" fmla="*/ 18395 h 59513"/>
                <a:gd name="connsiteX3" fmla="*/ 73470 w 92154"/>
                <a:gd name="connsiteY3" fmla="*/ 9489 h 59513"/>
                <a:gd name="connsiteX4" fmla="*/ 66270 w 92154"/>
                <a:gd name="connsiteY4" fmla="*/ 5986 h 59513"/>
                <a:gd name="connsiteX5" fmla="*/ 60286 w 92154"/>
                <a:gd name="connsiteY5" fmla="*/ 3891 h 59513"/>
                <a:gd name="connsiteX6" fmla="*/ 50943 w 92154"/>
                <a:gd name="connsiteY6" fmla="*/ 1555 h 59513"/>
                <a:gd name="connsiteX7" fmla="*/ 33522 w 92154"/>
                <a:gd name="connsiteY7" fmla="*/ 0 h 59513"/>
                <a:gd name="connsiteX8" fmla="*/ 27537 w 92154"/>
                <a:gd name="connsiteY8" fmla="*/ 193 h 59513"/>
                <a:gd name="connsiteX9" fmla="*/ 5594 w 92154"/>
                <a:gd name="connsiteY9" fmla="*/ 4234 h 59513"/>
                <a:gd name="connsiteX10" fmla="*/ 777 w 92154"/>
                <a:gd name="connsiteY10" fmla="*/ 5986 h 59513"/>
                <a:gd name="connsiteX11" fmla="*/ 0 w 92154"/>
                <a:gd name="connsiteY11" fmla="*/ 6325 h 59513"/>
                <a:gd name="connsiteX12" fmla="*/ 23355 w 92154"/>
                <a:gd name="connsiteY12" fmla="*/ 47641 h 59513"/>
                <a:gd name="connsiteX13" fmla="*/ 21797 w 92154"/>
                <a:gd name="connsiteY13" fmla="*/ 59514 h 59513"/>
                <a:gd name="connsiteX14" fmla="*/ 76145 w 92154"/>
                <a:gd name="connsiteY14" fmla="*/ 59514 h 59513"/>
                <a:gd name="connsiteX15" fmla="*/ 79408 w 92154"/>
                <a:gd name="connsiteY15" fmla="*/ 59127 h 59513"/>
                <a:gd name="connsiteX16" fmla="*/ 82422 w 92154"/>
                <a:gd name="connsiteY16" fmla="*/ 58397 h 59513"/>
                <a:gd name="connsiteX17" fmla="*/ 90888 w 92154"/>
                <a:gd name="connsiteY17" fmla="*/ 52849 h 59513"/>
                <a:gd name="connsiteX18" fmla="*/ 92155 w 92154"/>
                <a:gd name="connsiteY18" fmla="*/ 48955 h 59513"/>
                <a:gd name="connsiteX19" fmla="*/ 92155 w 92154"/>
                <a:gd name="connsiteY19" fmla="*/ 35086 h 59513"/>
                <a:gd name="connsiteX20" fmla="*/ 91863 w 92154"/>
                <a:gd name="connsiteY20" fmla="*/ 31483 h 59513"/>
                <a:gd name="connsiteX21" fmla="*/ 91815 w 92154"/>
                <a:gd name="connsiteY21" fmla="*/ 31534 h 59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154" h="59513">
                  <a:moveTo>
                    <a:pt x="91815" y="31534"/>
                  </a:moveTo>
                  <a:cubicBezTo>
                    <a:pt x="91425" y="29147"/>
                    <a:pt x="90647" y="26863"/>
                    <a:pt x="89480" y="24673"/>
                  </a:cubicBezTo>
                  <a:cubicBezTo>
                    <a:pt x="88312" y="22483"/>
                    <a:pt x="86852" y="20340"/>
                    <a:pt x="85049" y="18395"/>
                  </a:cubicBezTo>
                  <a:cubicBezTo>
                    <a:pt x="82035" y="15037"/>
                    <a:pt x="78094" y="12066"/>
                    <a:pt x="73470" y="9489"/>
                  </a:cubicBezTo>
                  <a:cubicBezTo>
                    <a:pt x="71234" y="8223"/>
                    <a:pt x="68847" y="7055"/>
                    <a:pt x="66270" y="5986"/>
                  </a:cubicBezTo>
                  <a:cubicBezTo>
                    <a:pt x="64373" y="5205"/>
                    <a:pt x="62329" y="4526"/>
                    <a:pt x="60286" y="3891"/>
                  </a:cubicBezTo>
                  <a:cubicBezTo>
                    <a:pt x="57315" y="2967"/>
                    <a:pt x="54202" y="2190"/>
                    <a:pt x="50943" y="1555"/>
                  </a:cubicBezTo>
                  <a:cubicBezTo>
                    <a:pt x="45444" y="533"/>
                    <a:pt x="39605" y="0"/>
                    <a:pt x="33522" y="0"/>
                  </a:cubicBezTo>
                  <a:cubicBezTo>
                    <a:pt x="31478" y="0"/>
                    <a:pt x="29486" y="47"/>
                    <a:pt x="27537" y="193"/>
                  </a:cubicBezTo>
                  <a:cubicBezTo>
                    <a:pt x="19655" y="679"/>
                    <a:pt x="12261" y="2091"/>
                    <a:pt x="5594" y="4234"/>
                  </a:cubicBezTo>
                  <a:cubicBezTo>
                    <a:pt x="3941" y="4767"/>
                    <a:pt x="2336" y="5351"/>
                    <a:pt x="777" y="5986"/>
                  </a:cubicBezTo>
                  <a:cubicBezTo>
                    <a:pt x="485" y="6080"/>
                    <a:pt x="241" y="6227"/>
                    <a:pt x="0" y="6325"/>
                  </a:cubicBezTo>
                  <a:cubicBezTo>
                    <a:pt x="13962" y="14793"/>
                    <a:pt x="23355" y="30122"/>
                    <a:pt x="23355" y="47641"/>
                  </a:cubicBezTo>
                  <a:cubicBezTo>
                    <a:pt x="23355" y="51776"/>
                    <a:pt x="22771" y="55718"/>
                    <a:pt x="21797" y="59514"/>
                  </a:cubicBezTo>
                  <a:lnTo>
                    <a:pt x="76145" y="59514"/>
                  </a:lnTo>
                  <a:cubicBezTo>
                    <a:pt x="77266" y="59466"/>
                    <a:pt x="78335" y="59320"/>
                    <a:pt x="79408" y="59127"/>
                  </a:cubicBezTo>
                  <a:cubicBezTo>
                    <a:pt x="80430" y="58930"/>
                    <a:pt x="81451" y="58689"/>
                    <a:pt x="82422" y="58397"/>
                  </a:cubicBezTo>
                  <a:cubicBezTo>
                    <a:pt x="86269" y="57229"/>
                    <a:pt x="89283" y="55233"/>
                    <a:pt x="90888" y="52849"/>
                  </a:cubicBezTo>
                  <a:cubicBezTo>
                    <a:pt x="91717" y="51630"/>
                    <a:pt x="92155" y="50316"/>
                    <a:pt x="92155" y="48955"/>
                  </a:cubicBezTo>
                  <a:lnTo>
                    <a:pt x="92155" y="35086"/>
                  </a:lnTo>
                  <a:cubicBezTo>
                    <a:pt x="92155" y="33870"/>
                    <a:pt x="92056" y="32651"/>
                    <a:pt x="91863" y="31483"/>
                  </a:cubicBezTo>
                  <a:lnTo>
                    <a:pt x="91815" y="31534"/>
                  </a:lnTo>
                  <a:close/>
                </a:path>
              </a:pathLst>
            </a:custGeom>
            <a:grpFill/>
            <a:ln w="3646" cap="flat">
              <a:noFill/>
              <a:prstDash val="solid"/>
              <a:miter/>
            </a:ln>
          </p:spPr>
          <p:txBody>
            <a:bodyPr rtlCol="0" anchor="ctr"/>
            <a:lstStyle/>
            <a:p>
              <a:endParaRPr lang="en-GR"/>
            </a:p>
          </p:txBody>
        </p:sp>
        <p:sp>
          <p:nvSpPr>
            <p:cNvPr id="28" name="Freeform 383">
              <a:extLst>
                <a:ext uri="{FF2B5EF4-FFF2-40B4-BE49-F238E27FC236}">
                  <a16:creationId xmlns:a16="http://schemas.microsoft.com/office/drawing/2014/main" id="{DC45BC8B-A749-1BCC-D15B-2369CE24B818}"/>
                </a:ext>
              </a:extLst>
            </p:cNvPr>
            <p:cNvSpPr/>
            <p:nvPr/>
          </p:nvSpPr>
          <p:spPr>
            <a:xfrm>
              <a:off x="6799181" y="3334538"/>
              <a:ext cx="101537" cy="51616"/>
            </a:xfrm>
            <a:custGeom>
              <a:avLst/>
              <a:gdLst>
                <a:gd name="connsiteX0" fmla="*/ 57315 w 114681"/>
                <a:gd name="connsiteY0" fmla="*/ 0 h 58298"/>
                <a:gd name="connsiteX1" fmla="*/ 0 w 114681"/>
                <a:gd name="connsiteY1" fmla="*/ 34403 h 58298"/>
                <a:gd name="connsiteX2" fmla="*/ 0 w 114681"/>
                <a:gd name="connsiteY2" fmla="*/ 48127 h 58298"/>
                <a:gd name="connsiteX3" fmla="*/ 15619 w 114681"/>
                <a:gd name="connsiteY3" fmla="*/ 58299 h 58298"/>
                <a:gd name="connsiteX4" fmla="*/ 99015 w 114681"/>
                <a:gd name="connsiteY4" fmla="*/ 58299 h 58298"/>
                <a:gd name="connsiteX5" fmla="*/ 114682 w 114681"/>
                <a:gd name="connsiteY5" fmla="*/ 47981 h 58298"/>
                <a:gd name="connsiteX6" fmla="*/ 114682 w 114681"/>
                <a:gd name="connsiteY6" fmla="*/ 34403 h 58298"/>
                <a:gd name="connsiteX7" fmla="*/ 57366 w 114681"/>
                <a:gd name="connsiteY7" fmla="*/ 0 h 58298"/>
                <a:gd name="connsiteX8" fmla="*/ 57315 w 114681"/>
                <a:gd name="connsiteY8" fmla="*/ 0 h 58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681" h="58298">
                  <a:moveTo>
                    <a:pt x="57315" y="0"/>
                  </a:moveTo>
                  <a:cubicBezTo>
                    <a:pt x="25640" y="0"/>
                    <a:pt x="0" y="15377"/>
                    <a:pt x="0" y="34403"/>
                  </a:cubicBezTo>
                  <a:lnTo>
                    <a:pt x="0" y="48127"/>
                  </a:lnTo>
                  <a:cubicBezTo>
                    <a:pt x="194" y="53433"/>
                    <a:pt x="6956" y="57762"/>
                    <a:pt x="15619" y="58299"/>
                  </a:cubicBezTo>
                  <a:lnTo>
                    <a:pt x="99015" y="58299"/>
                  </a:lnTo>
                  <a:cubicBezTo>
                    <a:pt x="107774" y="57762"/>
                    <a:pt x="114587" y="53382"/>
                    <a:pt x="114682" y="47981"/>
                  </a:cubicBezTo>
                  <a:lnTo>
                    <a:pt x="114682" y="34403"/>
                  </a:lnTo>
                  <a:cubicBezTo>
                    <a:pt x="114682" y="15424"/>
                    <a:pt x="88991" y="0"/>
                    <a:pt x="57366" y="0"/>
                  </a:cubicBezTo>
                  <a:lnTo>
                    <a:pt x="57315" y="0"/>
                  </a:lnTo>
                  <a:close/>
                </a:path>
              </a:pathLst>
            </a:custGeom>
            <a:grpFill/>
            <a:ln w="3646" cap="flat">
              <a:noFill/>
              <a:prstDash val="solid"/>
              <a:miter/>
            </a:ln>
          </p:spPr>
          <p:txBody>
            <a:bodyPr rtlCol="0" anchor="ctr"/>
            <a:lstStyle/>
            <a:p>
              <a:endParaRPr lang="en-GR"/>
            </a:p>
          </p:txBody>
        </p:sp>
        <p:sp>
          <p:nvSpPr>
            <p:cNvPr id="29" name="Freeform 384">
              <a:extLst>
                <a:ext uri="{FF2B5EF4-FFF2-40B4-BE49-F238E27FC236}">
                  <a16:creationId xmlns:a16="http://schemas.microsoft.com/office/drawing/2014/main" id="{CC47E130-29A0-F01B-600A-78FF356482DA}"/>
                </a:ext>
              </a:extLst>
            </p:cNvPr>
            <p:cNvSpPr/>
            <p:nvPr/>
          </p:nvSpPr>
          <p:spPr>
            <a:xfrm>
              <a:off x="6818650" y="3263745"/>
              <a:ext cx="62293" cy="62303"/>
            </a:xfrm>
            <a:custGeom>
              <a:avLst/>
              <a:gdLst>
                <a:gd name="connsiteX0" fmla="*/ 0 w 70357"/>
                <a:gd name="connsiteY0" fmla="*/ 35184 h 70368"/>
                <a:gd name="connsiteX1" fmla="*/ 35179 w 70357"/>
                <a:gd name="connsiteY1" fmla="*/ 70369 h 70368"/>
                <a:gd name="connsiteX2" fmla="*/ 70358 w 70357"/>
                <a:gd name="connsiteY2" fmla="*/ 35184 h 70368"/>
                <a:gd name="connsiteX3" fmla="*/ 35179 w 70357"/>
                <a:gd name="connsiteY3" fmla="*/ 0 h 70368"/>
                <a:gd name="connsiteX4" fmla="*/ 0 w 70357"/>
                <a:gd name="connsiteY4" fmla="*/ 35184 h 70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357" h="70368">
                  <a:moveTo>
                    <a:pt x="0" y="35184"/>
                  </a:moveTo>
                  <a:cubicBezTo>
                    <a:pt x="0" y="54601"/>
                    <a:pt x="15765" y="70369"/>
                    <a:pt x="35179" y="70369"/>
                  </a:cubicBezTo>
                  <a:cubicBezTo>
                    <a:pt x="54593" y="70369"/>
                    <a:pt x="70358" y="54601"/>
                    <a:pt x="70358" y="35184"/>
                  </a:cubicBezTo>
                  <a:cubicBezTo>
                    <a:pt x="70358" y="15767"/>
                    <a:pt x="54593" y="0"/>
                    <a:pt x="35179" y="0"/>
                  </a:cubicBezTo>
                  <a:cubicBezTo>
                    <a:pt x="15765" y="0"/>
                    <a:pt x="0" y="15767"/>
                    <a:pt x="0" y="35184"/>
                  </a:cubicBezTo>
                  <a:close/>
                </a:path>
              </a:pathLst>
            </a:custGeom>
            <a:grpFill/>
            <a:ln w="3646" cap="flat">
              <a:noFill/>
              <a:prstDash val="solid"/>
              <a:miter/>
            </a:ln>
          </p:spPr>
          <p:txBody>
            <a:bodyPr rtlCol="0" anchor="ctr"/>
            <a:lstStyle/>
            <a:p>
              <a:endParaRPr lang="en-GR"/>
            </a:p>
          </p:txBody>
        </p:sp>
        <p:sp>
          <p:nvSpPr>
            <p:cNvPr id="30" name="Freeform 385">
              <a:extLst>
                <a:ext uri="{FF2B5EF4-FFF2-40B4-BE49-F238E27FC236}">
                  <a16:creationId xmlns:a16="http://schemas.microsoft.com/office/drawing/2014/main" id="{BE9514A6-4E73-CB15-185F-E178C62D275C}"/>
                </a:ext>
              </a:extLst>
            </p:cNvPr>
            <p:cNvSpPr/>
            <p:nvPr/>
          </p:nvSpPr>
          <p:spPr>
            <a:xfrm>
              <a:off x="6746709" y="3252717"/>
              <a:ext cx="81204" cy="52780"/>
            </a:xfrm>
            <a:custGeom>
              <a:avLst/>
              <a:gdLst>
                <a:gd name="connsiteX0" fmla="*/ 68117 w 91716"/>
                <a:gd name="connsiteY0" fmla="*/ 47641 h 59612"/>
                <a:gd name="connsiteX1" fmla="*/ 91717 w 91716"/>
                <a:gd name="connsiteY1" fmla="*/ 6179 h 59612"/>
                <a:gd name="connsiteX2" fmla="*/ 86560 w 91716"/>
                <a:gd name="connsiteY2" fmla="*/ 4234 h 59612"/>
                <a:gd name="connsiteX3" fmla="*/ 77218 w 91716"/>
                <a:gd name="connsiteY3" fmla="*/ 1847 h 59612"/>
                <a:gd name="connsiteX4" fmla="*/ 58629 w 91716"/>
                <a:gd name="connsiteY4" fmla="*/ 0 h 59612"/>
                <a:gd name="connsiteX5" fmla="*/ 17173 w 91716"/>
                <a:gd name="connsiteY5" fmla="*/ 10314 h 59612"/>
                <a:gd name="connsiteX6" fmla="*/ 2627 w 91716"/>
                <a:gd name="connsiteY6" fmla="*/ 24720 h 59612"/>
                <a:gd name="connsiteX7" fmla="*/ 292 w 91716"/>
                <a:gd name="connsiteY7" fmla="*/ 31582 h 59612"/>
                <a:gd name="connsiteX8" fmla="*/ 0 w 91716"/>
                <a:gd name="connsiteY8" fmla="*/ 35184 h 59612"/>
                <a:gd name="connsiteX9" fmla="*/ 0 w 91716"/>
                <a:gd name="connsiteY9" fmla="*/ 49199 h 59612"/>
                <a:gd name="connsiteX10" fmla="*/ 15958 w 91716"/>
                <a:gd name="connsiteY10" fmla="*/ 59612 h 59612"/>
                <a:gd name="connsiteX11" fmla="*/ 69577 w 91716"/>
                <a:gd name="connsiteY11" fmla="*/ 59612 h 59612"/>
                <a:gd name="connsiteX12" fmla="*/ 68022 w 91716"/>
                <a:gd name="connsiteY12" fmla="*/ 47739 h 59612"/>
                <a:gd name="connsiteX13" fmla="*/ 68117 w 91716"/>
                <a:gd name="connsiteY13" fmla="*/ 47641 h 59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716" h="59612">
                  <a:moveTo>
                    <a:pt x="68117" y="47641"/>
                  </a:moveTo>
                  <a:cubicBezTo>
                    <a:pt x="68117" y="30023"/>
                    <a:pt x="77605" y="14647"/>
                    <a:pt x="91717" y="6179"/>
                  </a:cubicBezTo>
                  <a:cubicBezTo>
                    <a:pt x="90064" y="5497"/>
                    <a:pt x="88360" y="4818"/>
                    <a:pt x="86560" y="4234"/>
                  </a:cubicBezTo>
                  <a:cubicBezTo>
                    <a:pt x="83590" y="3259"/>
                    <a:pt x="80477" y="2482"/>
                    <a:pt x="77218" y="1847"/>
                  </a:cubicBezTo>
                  <a:cubicBezTo>
                    <a:pt x="71379" y="679"/>
                    <a:pt x="65103" y="0"/>
                    <a:pt x="58629" y="0"/>
                  </a:cubicBezTo>
                  <a:cubicBezTo>
                    <a:pt x="42426" y="0"/>
                    <a:pt x="27782" y="3942"/>
                    <a:pt x="17173" y="10314"/>
                  </a:cubicBezTo>
                  <a:cubicBezTo>
                    <a:pt x="10557" y="14307"/>
                    <a:pt x="5496" y="19220"/>
                    <a:pt x="2627" y="24720"/>
                  </a:cubicBezTo>
                  <a:cubicBezTo>
                    <a:pt x="1507" y="26910"/>
                    <a:pt x="679" y="29199"/>
                    <a:pt x="292" y="31582"/>
                  </a:cubicBezTo>
                  <a:cubicBezTo>
                    <a:pt x="95" y="32750"/>
                    <a:pt x="0" y="33965"/>
                    <a:pt x="0" y="35184"/>
                  </a:cubicBezTo>
                  <a:lnTo>
                    <a:pt x="0" y="49199"/>
                  </a:lnTo>
                  <a:cubicBezTo>
                    <a:pt x="193" y="54649"/>
                    <a:pt x="7101" y="59076"/>
                    <a:pt x="15958" y="59612"/>
                  </a:cubicBezTo>
                  <a:lnTo>
                    <a:pt x="69577" y="59612"/>
                  </a:lnTo>
                  <a:cubicBezTo>
                    <a:pt x="68606" y="55816"/>
                    <a:pt x="68022" y="51827"/>
                    <a:pt x="68022" y="47739"/>
                  </a:cubicBezTo>
                  <a:lnTo>
                    <a:pt x="68117" y="47641"/>
                  </a:lnTo>
                  <a:close/>
                </a:path>
              </a:pathLst>
            </a:custGeom>
            <a:grpFill/>
            <a:ln w="3646" cap="flat">
              <a:noFill/>
              <a:prstDash val="solid"/>
              <a:miter/>
            </a:ln>
          </p:spPr>
          <p:txBody>
            <a:bodyPr rtlCol="0" anchor="ctr"/>
            <a:lstStyle/>
            <a:p>
              <a:endParaRPr lang="en-GR"/>
            </a:p>
          </p:txBody>
        </p:sp>
      </p:grpSp>
      <p:grpSp>
        <p:nvGrpSpPr>
          <p:cNvPr id="31" name="Group 30">
            <a:extLst>
              <a:ext uri="{FF2B5EF4-FFF2-40B4-BE49-F238E27FC236}">
                <a16:creationId xmlns:a16="http://schemas.microsoft.com/office/drawing/2014/main" id="{AAF7CC2A-D825-CD53-4201-8641BB9EA2B9}"/>
              </a:ext>
            </a:extLst>
          </p:cNvPr>
          <p:cNvGrpSpPr/>
          <p:nvPr/>
        </p:nvGrpSpPr>
        <p:grpSpPr>
          <a:xfrm>
            <a:off x="10352388" y="2690623"/>
            <a:ext cx="543901" cy="492456"/>
            <a:chOff x="8756240" y="4534374"/>
            <a:chExt cx="181130" cy="163998"/>
          </a:xfrm>
          <a:solidFill>
            <a:schemeClr val="accent5"/>
          </a:solidFill>
        </p:grpSpPr>
        <p:sp>
          <p:nvSpPr>
            <p:cNvPr id="32" name="Freeform 603">
              <a:extLst>
                <a:ext uri="{FF2B5EF4-FFF2-40B4-BE49-F238E27FC236}">
                  <a16:creationId xmlns:a16="http://schemas.microsoft.com/office/drawing/2014/main" id="{FC6B7366-E402-0DA7-D33F-D03DF4E8C764}"/>
                </a:ext>
              </a:extLst>
            </p:cNvPr>
            <p:cNvSpPr/>
            <p:nvPr/>
          </p:nvSpPr>
          <p:spPr>
            <a:xfrm>
              <a:off x="8756240" y="4534374"/>
              <a:ext cx="181130" cy="123960"/>
            </a:xfrm>
            <a:custGeom>
              <a:avLst/>
              <a:gdLst>
                <a:gd name="connsiteX0" fmla="*/ 175137 w 204577"/>
                <a:gd name="connsiteY0" fmla="*/ 139752 h 140006"/>
                <a:gd name="connsiteX1" fmla="*/ 70951 w 204577"/>
                <a:gd name="connsiteY1" fmla="*/ 139861 h 140006"/>
                <a:gd name="connsiteX2" fmla="*/ 70951 w 204577"/>
                <a:gd name="connsiteY2" fmla="*/ 140007 h 140006"/>
                <a:gd name="connsiteX3" fmla="*/ 44056 w 204577"/>
                <a:gd name="connsiteY3" fmla="*/ 117743 h 140006"/>
                <a:gd name="connsiteX4" fmla="*/ 25809 w 204577"/>
                <a:gd name="connsiteY4" fmla="*/ 21716 h 140006"/>
                <a:gd name="connsiteX5" fmla="*/ 24897 w 204577"/>
                <a:gd name="connsiteY5" fmla="*/ 20950 h 140006"/>
                <a:gd name="connsiteX6" fmla="*/ 5665 w 204577"/>
                <a:gd name="connsiteY6" fmla="*/ 20950 h 140006"/>
                <a:gd name="connsiteX7" fmla="*/ 5665 w 204577"/>
                <a:gd name="connsiteY7" fmla="*/ 0 h 140006"/>
                <a:gd name="connsiteX8" fmla="*/ 24824 w 204577"/>
                <a:gd name="connsiteY8" fmla="*/ 110 h 140006"/>
                <a:gd name="connsiteX9" fmla="*/ 43909 w 204577"/>
                <a:gd name="connsiteY9" fmla="*/ 11351 h 140006"/>
                <a:gd name="connsiteX10" fmla="*/ 186486 w 204577"/>
                <a:gd name="connsiteY10" fmla="*/ 11205 h 140006"/>
                <a:gd name="connsiteX11" fmla="*/ 186595 w 204577"/>
                <a:gd name="connsiteY11" fmla="*/ 11205 h 140006"/>
                <a:gd name="connsiteX12" fmla="*/ 204550 w 204577"/>
                <a:gd name="connsiteY12" fmla="*/ 28176 h 140006"/>
                <a:gd name="connsiteX13" fmla="*/ 180574 w 204577"/>
                <a:gd name="connsiteY13" fmla="*/ 103545 h 140006"/>
                <a:gd name="connsiteX14" fmla="*/ 174991 w 204577"/>
                <a:gd name="connsiteY14" fmla="*/ 105918 h 140006"/>
                <a:gd name="connsiteX15" fmla="*/ 62594 w 204577"/>
                <a:gd name="connsiteY15" fmla="*/ 106064 h 140006"/>
                <a:gd name="connsiteX16" fmla="*/ 75695 w 204577"/>
                <a:gd name="connsiteY16" fmla="*/ 119167 h 140006"/>
                <a:gd name="connsiteX17" fmla="*/ 175137 w 204577"/>
                <a:gd name="connsiteY17" fmla="*/ 119167 h 140006"/>
                <a:gd name="connsiteX18" fmla="*/ 175137 w 204577"/>
                <a:gd name="connsiteY18" fmla="*/ 139752 h 14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577" h="140006">
                  <a:moveTo>
                    <a:pt x="175137" y="139752"/>
                  </a:moveTo>
                  <a:lnTo>
                    <a:pt x="70951" y="139861"/>
                  </a:lnTo>
                  <a:lnTo>
                    <a:pt x="70951" y="140007"/>
                  </a:lnTo>
                  <a:cubicBezTo>
                    <a:pt x="57813" y="140007"/>
                    <a:pt x="46501" y="130627"/>
                    <a:pt x="44056" y="117743"/>
                  </a:cubicBezTo>
                  <a:lnTo>
                    <a:pt x="25809" y="21716"/>
                  </a:lnTo>
                  <a:cubicBezTo>
                    <a:pt x="25700" y="21278"/>
                    <a:pt x="25335" y="20950"/>
                    <a:pt x="24897" y="20950"/>
                  </a:cubicBezTo>
                  <a:lnTo>
                    <a:pt x="5665" y="20950"/>
                  </a:lnTo>
                  <a:cubicBezTo>
                    <a:pt x="-1888" y="20695"/>
                    <a:pt x="-1888" y="255"/>
                    <a:pt x="5665" y="0"/>
                  </a:cubicBezTo>
                  <a:lnTo>
                    <a:pt x="24824" y="110"/>
                  </a:lnTo>
                  <a:cubicBezTo>
                    <a:pt x="32816" y="110"/>
                    <a:pt x="40115" y="4453"/>
                    <a:pt x="43909" y="11351"/>
                  </a:cubicBezTo>
                  <a:cubicBezTo>
                    <a:pt x="44238" y="11278"/>
                    <a:pt x="184625" y="11205"/>
                    <a:pt x="186486" y="11205"/>
                  </a:cubicBezTo>
                  <a:lnTo>
                    <a:pt x="186595" y="11205"/>
                  </a:lnTo>
                  <a:cubicBezTo>
                    <a:pt x="195865" y="11205"/>
                    <a:pt x="203346" y="19928"/>
                    <a:pt x="204550" y="28176"/>
                  </a:cubicBezTo>
                  <a:cubicBezTo>
                    <a:pt x="205426" y="34053"/>
                    <a:pt x="185391" y="99202"/>
                    <a:pt x="180574" y="103545"/>
                  </a:cubicBezTo>
                  <a:cubicBezTo>
                    <a:pt x="178895" y="105042"/>
                    <a:pt x="176889" y="105918"/>
                    <a:pt x="174991" y="105918"/>
                  </a:cubicBezTo>
                  <a:lnTo>
                    <a:pt x="62594" y="106064"/>
                  </a:lnTo>
                  <a:cubicBezTo>
                    <a:pt x="62594" y="113290"/>
                    <a:pt x="68432" y="119167"/>
                    <a:pt x="75695" y="119167"/>
                  </a:cubicBezTo>
                  <a:lnTo>
                    <a:pt x="175137" y="119167"/>
                  </a:lnTo>
                  <a:cubicBezTo>
                    <a:pt x="182545" y="119276"/>
                    <a:pt x="182545" y="139496"/>
                    <a:pt x="175137" y="139752"/>
                  </a:cubicBezTo>
                  <a:close/>
                </a:path>
              </a:pathLst>
            </a:custGeom>
            <a:grpFill/>
            <a:ln w="3646" cap="flat">
              <a:noFill/>
              <a:prstDash val="solid"/>
              <a:miter/>
            </a:ln>
          </p:spPr>
          <p:txBody>
            <a:bodyPr rtlCol="0" anchor="ctr"/>
            <a:lstStyle/>
            <a:p>
              <a:endParaRPr lang="en-GR"/>
            </a:p>
          </p:txBody>
        </p:sp>
        <p:sp>
          <p:nvSpPr>
            <p:cNvPr id="33" name="Freeform 604">
              <a:extLst>
                <a:ext uri="{FF2B5EF4-FFF2-40B4-BE49-F238E27FC236}">
                  <a16:creationId xmlns:a16="http://schemas.microsoft.com/office/drawing/2014/main" id="{F98E1D20-35A3-FD5D-625E-6CC97487667A}"/>
                </a:ext>
              </a:extLst>
            </p:cNvPr>
            <p:cNvSpPr/>
            <p:nvPr/>
          </p:nvSpPr>
          <p:spPr>
            <a:xfrm>
              <a:off x="8794858" y="4664862"/>
              <a:ext cx="33505" cy="33510"/>
            </a:xfrm>
            <a:custGeom>
              <a:avLst/>
              <a:gdLst>
                <a:gd name="connsiteX0" fmla="*/ 18903 w 37842"/>
                <a:gd name="connsiteY0" fmla="*/ 0 h 37848"/>
                <a:gd name="connsiteX1" fmla="*/ 0 w 37842"/>
                <a:gd name="connsiteY1" fmla="*/ 18942 h 37848"/>
                <a:gd name="connsiteX2" fmla="*/ 18903 w 37842"/>
                <a:gd name="connsiteY2" fmla="*/ 37849 h 37848"/>
                <a:gd name="connsiteX3" fmla="*/ 37843 w 37842"/>
                <a:gd name="connsiteY3" fmla="*/ 18942 h 37848"/>
                <a:gd name="connsiteX4" fmla="*/ 18903 w 37842"/>
                <a:gd name="connsiteY4" fmla="*/ 0 h 378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42" h="37848">
                  <a:moveTo>
                    <a:pt x="18903" y="0"/>
                  </a:moveTo>
                  <a:cubicBezTo>
                    <a:pt x="8503" y="0"/>
                    <a:pt x="0" y="8467"/>
                    <a:pt x="0" y="18942"/>
                  </a:cubicBezTo>
                  <a:cubicBezTo>
                    <a:pt x="0" y="29381"/>
                    <a:pt x="8466" y="37849"/>
                    <a:pt x="18903" y="37849"/>
                  </a:cubicBezTo>
                  <a:cubicBezTo>
                    <a:pt x="29376" y="37849"/>
                    <a:pt x="37843" y="29381"/>
                    <a:pt x="37843" y="18942"/>
                  </a:cubicBezTo>
                  <a:cubicBezTo>
                    <a:pt x="37843" y="8467"/>
                    <a:pt x="29376" y="0"/>
                    <a:pt x="18903" y="0"/>
                  </a:cubicBezTo>
                  <a:close/>
                </a:path>
              </a:pathLst>
            </a:custGeom>
            <a:grpFill/>
            <a:ln w="3646" cap="flat">
              <a:noFill/>
              <a:prstDash val="solid"/>
              <a:miter/>
            </a:ln>
          </p:spPr>
          <p:txBody>
            <a:bodyPr rtlCol="0" anchor="ctr"/>
            <a:lstStyle/>
            <a:p>
              <a:endParaRPr lang="en-GR"/>
            </a:p>
          </p:txBody>
        </p:sp>
        <p:sp>
          <p:nvSpPr>
            <p:cNvPr id="34" name="Freeform 605">
              <a:extLst>
                <a:ext uri="{FF2B5EF4-FFF2-40B4-BE49-F238E27FC236}">
                  <a16:creationId xmlns:a16="http://schemas.microsoft.com/office/drawing/2014/main" id="{01509BB0-C36D-2EF3-1C46-A5C9FC8A2A0D}"/>
                </a:ext>
              </a:extLst>
            </p:cNvPr>
            <p:cNvSpPr/>
            <p:nvPr/>
          </p:nvSpPr>
          <p:spPr>
            <a:xfrm>
              <a:off x="8885165" y="4664862"/>
              <a:ext cx="33505" cy="33510"/>
            </a:xfrm>
            <a:custGeom>
              <a:avLst/>
              <a:gdLst>
                <a:gd name="connsiteX0" fmla="*/ 18903 w 37842"/>
                <a:gd name="connsiteY0" fmla="*/ 37849 h 37848"/>
                <a:gd name="connsiteX1" fmla="*/ 37843 w 37842"/>
                <a:gd name="connsiteY1" fmla="*/ 18942 h 37848"/>
                <a:gd name="connsiteX2" fmla="*/ 18903 w 37842"/>
                <a:gd name="connsiteY2" fmla="*/ 0 h 37848"/>
                <a:gd name="connsiteX3" fmla="*/ 0 w 37842"/>
                <a:gd name="connsiteY3" fmla="*/ 18942 h 37848"/>
                <a:gd name="connsiteX4" fmla="*/ 18903 w 37842"/>
                <a:gd name="connsiteY4" fmla="*/ 37849 h 378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42" h="37848">
                  <a:moveTo>
                    <a:pt x="18903" y="37849"/>
                  </a:moveTo>
                  <a:cubicBezTo>
                    <a:pt x="29377" y="37849"/>
                    <a:pt x="37843" y="29381"/>
                    <a:pt x="37843" y="18942"/>
                  </a:cubicBezTo>
                  <a:cubicBezTo>
                    <a:pt x="37843" y="8467"/>
                    <a:pt x="29377" y="0"/>
                    <a:pt x="18903" y="0"/>
                  </a:cubicBezTo>
                  <a:cubicBezTo>
                    <a:pt x="8467" y="0"/>
                    <a:pt x="0" y="8467"/>
                    <a:pt x="0" y="18942"/>
                  </a:cubicBezTo>
                  <a:cubicBezTo>
                    <a:pt x="0" y="29381"/>
                    <a:pt x="8467" y="37849"/>
                    <a:pt x="18903" y="37849"/>
                  </a:cubicBezTo>
                  <a:close/>
                </a:path>
              </a:pathLst>
            </a:custGeom>
            <a:grpFill/>
            <a:ln w="3646" cap="flat">
              <a:noFill/>
              <a:prstDash val="solid"/>
              <a:miter/>
            </a:ln>
          </p:spPr>
          <p:txBody>
            <a:bodyPr rtlCol="0" anchor="ctr"/>
            <a:lstStyle/>
            <a:p>
              <a:endParaRPr lang="en-GR"/>
            </a:p>
          </p:txBody>
        </p:sp>
      </p:grpSp>
      <p:grpSp>
        <p:nvGrpSpPr>
          <p:cNvPr id="35" name="Group 34">
            <a:extLst>
              <a:ext uri="{FF2B5EF4-FFF2-40B4-BE49-F238E27FC236}">
                <a16:creationId xmlns:a16="http://schemas.microsoft.com/office/drawing/2014/main" id="{DD8AFE79-4B94-16FA-1438-2FF18ED96B8E}"/>
              </a:ext>
            </a:extLst>
          </p:cNvPr>
          <p:cNvGrpSpPr/>
          <p:nvPr/>
        </p:nvGrpSpPr>
        <p:grpSpPr>
          <a:xfrm>
            <a:off x="3557822" y="5087953"/>
            <a:ext cx="536312" cy="543402"/>
            <a:chOff x="4430114" y="5856060"/>
            <a:chExt cx="178603" cy="180964"/>
          </a:xfrm>
          <a:solidFill>
            <a:schemeClr val="accent2"/>
          </a:solidFill>
        </p:grpSpPr>
        <p:sp>
          <p:nvSpPr>
            <p:cNvPr id="36" name="Freeform 791">
              <a:extLst>
                <a:ext uri="{FF2B5EF4-FFF2-40B4-BE49-F238E27FC236}">
                  <a16:creationId xmlns:a16="http://schemas.microsoft.com/office/drawing/2014/main" id="{2DED954C-BB2A-1658-8EF8-0F85AC5B52B7}"/>
                </a:ext>
              </a:extLst>
            </p:cNvPr>
            <p:cNvSpPr/>
            <p:nvPr/>
          </p:nvSpPr>
          <p:spPr>
            <a:xfrm>
              <a:off x="4487222" y="5914065"/>
              <a:ext cx="64972" cy="64986"/>
            </a:xfrm>
            <a:custGeom>
              <a:avLst/>
              <a:gdLst>
                <a:gd name="connsiteX0" fmla="*/ 0 w 73382"/>
                <a:gd name="connsiteY0" fmla="*/ 36717 h 73398"/>
                <a:gd name="connsiteX1" fmla="*/ 36693 w 73382"/>
                <a:gd name="connsiteY1" fmla="*/ 0 h 73398"/>
                <a:gd name="connsiteX2" fmla="*/ 73383 w 73382"/>
                <a:gd name="connsiteY2" fmla="*/ 36717 h 73398"/>
                <a:gd name="connsiteX3" fmla="*/ 36693 w 73382"/>
                <a:gd name="connsiteY3" fmla="*/ 73398 h 73398"/>
                <a:gd name="connsiteX4" fmla="*/ 0 w 73382"/>
                <a:gd name="connsiteY4" fmla="*/ 36717 h 733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382" h="73398">
                  <a:moveTo>
                    <a:pt x="0" y="36717"/>
                  </a:moveTo>
                  <a:cubicBezTo>
                    <a:pt x="0" y="16424"/>
                    <a:pt x="16455" y="0"/>
                    <a:pt x="36693" y="0"/>
                  </a:cubicBezTo>
                  <a:cubicBezTo>
                    <a:pt x="56980" y="0"/>
                    <a:pt x="73383" y="16424"/>
                    <a:pt x="73383" y="36717"/>
                  </a:cubicBezTo>
                  <a:cubicBezTo>
                    <a:pt x="73383" y="57010"/>
                    <a:pt x="56980" y="73398"/>
                    <a:pt x="36693" y="73398"/>
                  </a:cubicBezTo>
                  <a:cubicBezTo>
                    <a:pt x="16403" y="73398"/>
                    <a:pt x="0" y="57010"/>
                    <a:pt x="0" y="36717"/>
                  </a:cubicBezTo>
                  <a:close/>
                </a:path>
              </a:pathLst>
            </a:custGeom>
            <a:grpFill/>
            <a:ln w="3646" cap="flat">
              <a:noFill/>
              <a:prstDash val="solid"/>
              <a:miter/>
            </a:ln>
          </p:spPr>
          <p:txBody>
            <a:bodyPr rtlCol="0" anchor="ctr"/>
            <a:lstStyle/>
            <a:p>
              <a:endParaRPr lang="en-GR"/>
            </a:p>
          </p:txBody>
        </p:sp>
        <p:sp>
          <p:nvSpPr>
            <p:cNvPr id="37" name="Freeform 792">
              <a:extLst>
                <a:ext uri="{FF2B5EF4-FFF2-40B4-BE49-F238E27FC236}">
                  <a16:creationId xmlns:a16="http://schemas.microsoft.com/office/drawing/2014/main" id="{03C61209-849D-E78D-2D61-73F797014D17}"/>
                </a:ext>
              </a:extLst>
            </p:cNvPr>
            <p:cNvSpPr/>
            <p:nvPr/>
          </p:nvSpPr>
          <p:spPr>
            <a:xfrm>
              <a:off x="4430114" y="5856060"/>
              <a:ext cx="178603" cy="180964"/>
            </a:xfrm>
            <a:custGeom>
              <a:avLst/>
              <a:gdLst>
                <a:gd name="connsiteX0" fmla="*/ 182393 w 201723"/>
                <a:gd name="connsiteY0" fmla="*/ 111283 h 204389"/>
                <a:gd name="connsiteX1" fmla="*/ 182240 w 201723"/>
                <a:gd name="connsiteY1" fmla="*/ 111356 h 204389"/>
                <a:gd name="connsiteX2" fmla="*/ 198797 w 201723"/>
                <a:gd name="connsiteY2" fmla="*/ 125590 h 204389"/>
                <a:gd name="connsiteX3" fmla="*/ 199563 w 201723"/>
                <a:gd name="connsiteY3" fmla="*/ 136430 h 204389"/>
                <a:gd name="connsiteX4" fmla="*/ 176565 w 201723"/>
                <a:gd name="connsiteY4" fmla="*/ 174242 h 204389"/>
                <a:gd name="connsiteX5" fmla="*/ 166552 w 201723"/>
                <a:gd name="connsiteY5" fmla="*/ 178513 h 204389"/>
                <a:gd name="connsiteX6" fmla="*/ 146215 w 201723"/>
                <a:gd name="connsiteY6" fmla="*/ 170337 h 204389"/>
                <a:gd name="connsiteX7" fmla="*/ 135329 w 201723"/>
                <a:gd name="connsiteY7" fmla="*/ 176395 h 204389"/>
                <a:gd name="connsiteX8" fmla="*/ 131753 w 201723"/>
                <a:gd name="connsiteY8" fmla="*/ 198112 h 204389"/>
                <a:gd name="connsiteX9" fmla="*/ 122910 w 201723"/>
                <a:gd name="connsiteY9" fmla="*/ 204390 h 204389"/>
                <a:gd name="connsiteX10" fmla="*/ 78659 w 201723"/>
                <a:gd name="connsiteY10" fmla="*/ 204390 h 204389"/>
                <a:gd name="connsiteX11" fmla="*/ 69817 w 201723"/>
                <a:gd name="connsiteY11" fmla="*/ 198112 h 204389"/>
                <a:gd name="connsiteX12" fmla="*/ 66190 w 201723"/>
                <a:gd name="connsiteY12" fmla="*/ 176067 h 204389"/>
                <a:gd name="connsiteX13" fmla="*/ 54589 w 201723"/>
                <a:gd name="connsiteY13" fmla="*/ 169425 h 204389"/>
                <a:gd name="connsiteX14" fmla="*/ 33792 w 201723"/>
                <a:gd name="connsiteY14" fmla="*/ 177417 h 204389"/>
                <a:gd name="connsiteX15" fmla="*/ 23877 w 201723"/>
                <a:gd name="connsiteY15" fmla="*/ 172965 h 204389"/>
                <a:gd name="connsiteX16" fmla="*/ 1496 w 201723"/>
                <a:gd name="connsiteY16" fmla="*/ 134788 h 204389"/>
                <a:gd name="connsiteX17" fmla="*/ 2467 w 201723"/>
                <a:gd name="connsiteY17" fmla="*/ 123948 h 204389"/>
                <a:gd name="connsiteX18" fmla="*/ 19739 w 201723"/>
                <a:gd name="connsiteY18" fmla="*/ 109567 h 204389"/>
                <a:gd name="connsiteX19" fmla="*/ 19841 w 201723"/>
                <a:gd name="connsiteY19" fmla="*/ 93435 h 204389"/>
                <a:gd name="connsiteX20" fmla="*/ 2824 w 201723"/>
                <a:gd name="connsiteY20" fmla="*/ 78799 h 204389"/>
                <a:gd name="connsiteX21" fmla="*/ 2058 w 201723"/>
                <a:gd name="connsiteY21" fmla="*/ 67960 h 204389"/>
                <a:gd name="connsiteX22" fmla="*/ 25052 w 201723"/>
                <a:gd name="connsiteY22" fmla="*/ 30147 h 204389"/>
                <a:gd name="connsiteX23" fmla="*/ 35069 w 201723"/>
                <a:gd name="connsiteY23" fmla="*/ 25877 h 204389"/>
                <a:gd name="connsiteX24" fmla="*/ 55764 w 201723"/>
                <a:gd name="connsiteY24" fmla="*/ 34199 h 204389"/>
                <a:gd name="connsiteX25" fmla="*/ 66292 w 201723"/>
                <a:gd name="connsiteY25" fmla="*/ 28323 h 204389"/>
                <a:gd name="connsiteX26" fmla="*/ 69920 w 201723"/>
                <a:gd name="connsiteY26" fmla="*/ 6278 h 204389"/>
                <a:gd name="connsiteX27" fmla="*/ 78762 w 201723"/>
                <a:gd name="connsiteY27" fmla="*/ 0 h 204389"/>
                <a:gd name="connsiteX28" fmla="*/ 123013 w 201723"/>
                <a:gd name="connsiteY28" fmla="*/ 0 h 204389"/>
                <a:gd name="connsiteX29" fmla="*/ 131855 w 201723"/>
                <a:gd name="connsiteY29" fmla="*/ 6278 h 204389"/>
                <a:gd name="connsiteX30" fmla="*/ 135482 w 201723"/>
                <a:gd name="connsiteY30" fmla="*/ 28067 h 204389"/>
                <a:gd name="connsiteX31" fmla="*/ 147441 w 201723"/>
                <a:gd name="connsiteY31" fmla="*/ 34819 h 204389"/>
                <a:gd name="connsiteX32" fmla="*/ 167931 w 201723"/>
                <a:gd name="connsiteY32" fmla="*/ 26936 h 204389"/>
                <a:gd name="connsiteX33" fmla="*/ 177843 w 201723"/>
                <a:gd name="connsiteY33" fmla="*/ 31388 h 204389"/>
                <a:gd name="connsiteX34" fmla="*/ 200227 w 201723"/>
                <a:gd name="connsiteY34" fmla="*/ 69566 h 204389"/>
                <a:gd name="connsiteX35" fmla="*/ 199257 w 201723"/>
                <a:gd name="connsiteY35" fmla="*/ 80406 h 204389"/>
                <a:gd name="connsiteX36" fmla="*/ 182495 w 201723"/>
                <a:gd name="connsiteY36" fmla="*/ 94348 h 204389"/>
                <a:gd name="connsiteX37" fmla="*/ 182393 w 201723"/>
                <a:gd name="connsiteY37" fmla="*/ 111283 h 204389"/>
                <a:gd name="connsiteX38" fmla="*/ 44013 w 201723"/>
                <a:gd name="connsiteY38" fmla="*/ 102158 h 204389"/>
                <a:gd name="connsiteX39" fmla="*/ 101143 w 201723"/>
                <a:gd name="connsiteY39" fmla="*/ 159314 h 204389"/>
                <a:gd name="connsiteX40" fmla="*/ 158272 w 201723"/>
                <a:gd name="connsiteY40" fmla="*/ 102158 h 204389"/>
                <a:gd name="connsiteX41" fmla="*/ 101143 w 201723"/>
                <a:gd name="connsiteY41" fmla="*/ 45039 h 204389"/>
                <a:gd name="connsiteX42" fmla="*/ 44013 w 201723"/>
                <a:gd name="connsiteY42" fmla="*/ 102158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1723" h="204389">
                  <a:moveTo>
                    <a:pt x="182393" y="111283"/>
                  </a:moveTo>
                  <a:lnTo>
                    <a:pt x="182240" y="111356"/>
                  </a:lnTo>
                  <a:lnTo>
                    <a:pt x="198797" y="125590"/>
                  </a:lnTo>
                  <a:cubicBezTo>
                    <a:pt x="201709" y="128072"/>
                    <a:pt x="201862" y="132598"/>
                    <a:pt x="199563" y="136430"/>
                  </a:cubicBezTo>
                  <a:lnTo>
                    <a:pt x="176565" y="174242"/>
                  </a:lnTo>
                  <a:cubicBezTo>
                    <a:pt x="174215" y="178075"/>
                    <a:pt x="170128" y="179973"/>
                    <a:pt x="166552" y="178513"/>
                  </a:cubicBezTo>
                  <a:lnTo>
                    <a:pt x="146215" y="170337"/>
                  </a:lnTo>
                  <a:cubicBezTo>
                    <a:pt x="142788" y="172636"/>
                    <a:pt x="139109" y="174644"/>
                    <a:pt x="135329" y="176395"/>
                  </a:cubicBezTo>
                  <a:lnTo>
                    <a:pt x="131753" y="198112"/>
                  </a:lnTo>
                  <a:cubicBezTo>
                    <a:pt x="131139" y="201871"/>
                    <a:pt x="127355" y="204390"/>
                    <a:pt x="122910" y="204390"/>
                  </a:cubicBezTo>
                  <a:lnTo>
                    <a:pt x="78659" y="204390"/>
                  </a:lnTo>
                  <a:cubicBezTo>
                    <a:pt x="74211" y="204390"/>
                    <a:pt x="70430" y="201944"/>
                    <a:pt x="69817" y="198112"/>
                  </a:cubicBezTo>
                  <a:lnTo>
                    <a:pt x="66190" y="176067"/>
                  </a:lnTo>
                  <a:cubicBezTo>
                    <a:pt x="62154" y="174132"/>
                    <a:pt x="58216" y="171943"/>
                    <a:pt x="54589" y="169425"/>
                  </a:cubicBezTo>
                  <a:lnTo>
                    <a:pt x="33792" y="177417"/>
                  </a:lnTo>
                  <a:cubicBezTo>
                    <a:pt x="30164" y="178768"/>
                    <a:pt x="26125" y="176797"/>
                    <a:pt x="23877" y="172965"/>
                  </a:cubicBezTo>
                  <a:lnTo>
                    <a:pt x="1496" y="134788"/>
                  </a:lnTo>
                  <a:cubicBezTo>
                    <a:pt x="-752" y="130955"/>
                    <a:pt x="-497" y="126430"/>
                    <a:pt x="2467" y="123948"/>
                  </a:cubicBezTo>
                  <a:lnTo>
                    <a:pt x="19739" y="109567"/>
                  </a:lnTo>
                  <a:cubicBezTo>
                    <a:pt x="19290" y="104202"/>
                    <a:pt x="19264" y="98800"/>
                    <a:pt x="19841" y="93435"/>
                  </a:cubicBezTo>
                  <a:lnTo>
                    <a:pt x="2824" y="78799"/>
                  </a:lnTo>
                  <a:cubicBezTo>
                    <a:pt x="-88" y="76318"/>
                    <a:pt x="-241" y="71792"/>
                    <a:pt x="2058" y="67960"/>
                  </a:cubicBezTo>
                  <a:lnTo>
                    <a:pt x="25052" y="30147"/>
                  </a:lnTo>
                  <a:cubicBezTo>
                    <a:pt x="27406" y="26315"/>
                    <a:pt x="31493" y="24417"/>
                    <a:pt x="35069" y="25877"/>
                  </a:cubicBezTo>
                  <a:lnTo>
                    <a:pt x="55764" y="34199"/>
                  </a:lnTo>
                  <a:cubicBezTo>
                    <a:pt x="59085" y="31936"/>
                    <a:pt x="62665" y="30038"/>
                    <a:pt x="66292" y="28323"/>
                  </a:cubicBezTo>
                  <a:lnTo>
                    <a:pt x="69920" y="6278"/>
                  </a:lnTo>
                  <a:cubicBezTo>
                    <a:pt x="70533" y="2518"/>
                    <a:pt x="74313" y="0"/>
                    <a:pt x="78762" y="0"/>
                  </a:cubicBezTo>
                  <a:lnTo>
                    <a:pt x="123013" y="0"/>
                  </a:lnTo>
                  <a:cubicBezTo>
                    <a:pt x="127461" y="0"/>
                    <a:pt x="131242" y="2446"/>
                    <a:pt x="131855" y="6278"/>
                  </a:cubicBezTo>
                  <a:lnTo>
                    <a:pt x="135482" y="28067"/>
                  </a:lnTo>
                  <a:cubicBezTo>
                    <a:pt x="139671" y="30001"/>
                    <a:pt x="143656" y="32191"/>
                    <a:pt x="147441" y="34819"/>
                  </a:cubicBezTo>
                  <a:lnTo>
                    <a:pt x="167931" y="26936"/>
                  </a:lnTo>
                  <a:cubicBezTo>
                    <a:pt x="171559" y="25549"/>
                    <a:pt x="175595" y="27556"/>
                    <a:pt x="177843" y="31388"/>
                  </a:cubicBezTo>
                  <a:lnTo>
                    <a:pt x="200227" y="69566"/>
                  </a:lnTo>
                  <a:cubicBezTo>
                    <a:pt x="202475" y="73398"/>
                    <a:pt x="202220" y="77887"/>
                    <a:pt x="199257" y="80406"/>
                  </a:cubicBezTo>
                  <a:lnTo>
                    <a:pt x="182495" y="94348"/>
                  </a:lnTo>
                  <a:cubicBezTo>
                    <a:pt x="183057" y="100005"/>
                    <a:pt x="182977" y="105625"/>
                    <a:pt x="182393" y="111283"/>
                  </a:cubicBezTo>
                  <a:close/>
                  <a:moveTo>
                    <a:pt x="44013" y="102158"/>
                  </a:moveTo>
                  <a:cubicBezTo>
                    <a:pt x="44013" y="133693"/>
                    <a:pt x="69664" y="159314"/>
                    <a:pt x="101143" y="159314"/>
                  </a:cubicBezTo>
                  <a:cubicBezTo>
                    <a:pt x="132672" y="159314"/>
                    <a:pt x="158272" y="133693"/>
                    <a:pt x="158272" y="102158"/>
                  </a:cubicBezTo>
                  <a:cubicBezTo>
                    <a:pt x="158272" y="70624"/>
                    <a:pt x="132672" y="45039"/>
                    <a:pt x="101143" y="45039"/>
                  </a:cubicBezTo>
                  <a:cubicBezTo>
                    <a:pt x="69613" y="45039"/>
                    <a:pt x="44013" y="70624"/>
                    <a:pt x="44013" y="102158"/>
                  </a:cubicBezTo>
                  <a:close/>
                </a:path>
              </a:pathLst>
            </a:custGeom>
            <a:grpFill/>
            <a:ln w="3646" cap="flat">
              <a:noFill/>
              <a:prstDash val="solid"/>
              <a:miter/>
            </a:ln>
          </p:spPr>
          <p:txBody>
            <a:bodyPr rtlCol="0" anchor="ctr"/>
            <a:lstStyle/>
            <a:p>
              <a:endParaRPr lang="en-GR"/>
            </a:p>
          </p:txBody>
        </p:sp>
      </p:grpSp>
      <p:grpSp>
        <p:nvGrpSpPr>
          <p:cNvPr id="38" name="Group 37">
            <a:extLst>
              <a:ext uri="{FF2B5EF4-FFF2-40B4-BE49-F238E27FC236}">
                <a16:creationId xmlns:a16="http://schemas.microsoft.com/office/drawing/2014/main" id="{EF5C7F36-54A8-387C-6FED-38759C03D485}"/>
              </a:ext>
            </a:extLst>
          </p:cNvPr>
          <p:cNvGrpSpPr/>
          <p:nvPr/>
        </p:nvGrpSpPr>
        <p:grpSpPr>
          <a:xfrm>
            <a:off x="1368378" y="2665183"/>
            <a:ext cx="382960" cy="543402"/>
            <a:chOff x="5121551" y="5856060"/>
            <a:chExt cx="127534" cy="180964"/>
          </a:xfrm>
          <a:solidFill>
            <a:schemeClr val="accent1"/>
          </a:solidFill>
        </p:grpSpPr>
        <p:sp>
          <p:nvSpPr>
            <p:cNvPr id="39" name="Freeform 797">
              <a:extLst>
                <a:ext uri="{FF2B5EF4-FFF2-40B4-BE49-F238E27FC236}">
                  <a16:creationId xmlns:a16="http://schemas.microsoft.com/office/drawing/2014/main" id="{869C2390-F4DF-D6E4-1D5B-277C029AFEBC}"/>
                </a:ext>
              </a:extLst>
            </p:cNvPr>
            <p:cNvSpPr/>
            <p:nvPr/>
          </p:nvSpPr>
          <p:spPr>
            <a:xfrm>
              <a:off x="5121551" y="5856060"/>
              <a:ext cx="127534" cy="139212"/>
            </a:xfrm>
            <a:custGeom>
              <a:avLst/>
              <a:gdLst>
                <a:gd name="connsiteX0" fmla="*/ 0 w 144043"/>
                <a:gd name="connsiteY0" fmla="*/ 72084 h 157233"/>
                <a:gd name="connsiteX1" fmla="*/ 72022 w 144043"/>
                <a:gd name="connsiteY1" fmla="*/ 37 h 157233"/>
                <a:gd name="connsiteX2" fmla="*/ 72022 w 144043"/>
                <a:gd name="connsiteY2" fmla="*/ 0 h 157233"/>
                <a:gd name="connsiteX3" fmla="*/ 144043 w 144043"/>
                <a:gd name="connsiteY3" fmla="*/ 72084 h 157233"/>
                <a:gd name="connsiteX4" fmla="*/ 131205 w 144043"/>
                <a:gd name="connsiteY4" fmla="*/ 113181 h 157233"/>
                <a:gd name="connsiteX5" fmla="*/ 124954 w 144043"/>
                <a:gd name="connsiteY5" fmla="*/ 121831 h 157233"/>
                <a:gd name="connsiteX6" fmla="*/ 104759 w 144043"/>
                <a:gd name="connsiteY6" fmla="*/ 157234 h 157233"/>
                <a:gd name="connsiteX7" fmla="*/ 39284 w 144043"/>
                <a:gd name="connsiteY7" fmla="*/ 157234 h 157233"/>
                <a:gd name="connsiteX8" fmla="*/ 19148 w 144043"/>
                <a:gd name="connsiteY8" fmla="*/ 121904 h 157233"/>
                <a:gd name="connsiteX9" fmla="*/ 12838 w 144043"/>
                <a:gd name="connsiteY9" fmla="*/ 113181 h 157233"/>
                <a:gd name="connsiteX10" fmla="*/ 0 w 144043"/>
                <a:gd name="connsiteY10" fmla="*/ 72084 h 157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043" h="157233">
                  <a:moveTo>
                    <a:pt x="0" y="72084"/>
                  </a:moveTo>
                  <a:cubicBezTo>
                    <a:pt x="0" y="32337"/>
                    <a:pt x="32227" y="37"/>
                    <a:pt x="72022" y="37"/>
                  </a:cubicBezTo>
                  <a:lnTo>
                    <a:pt x="72022" y="0"/>
                  </a:lnTo>
                  <a:cubicBezTo>
                    <a:pt x="111766" y="0"/>
                    <a:pt x="144043" y="32228"/>
                    <a:pt x="144043" y="72084"/>
                  </a:cubicBezTo>
                  <a:cubicBezTo>
                    <a:pt x="144043" y="87376"/>
                    <a:pt x="139285" y="101502"/>
                    <a:pt x="131205" y="113181"/>
                  </a:cubicBezTo>
                  <a:cubicBezTo>
                    <a:pt x="129176" y="116064"/>
                    <a:pt x="127067" y="118947"/>
                    <a:pt x="124954" y="121831"/>
                  </a:cubicBezTo>
                  <a:cubicBezTo>
                    <a:pt x="116878" y="132890"/>
                    <a:pt x="108733" y="143985"/>
                    <a:pt x="104759" y="157234"/>
                  </a:cubicBezTo>
                  <a:lnTo>
                    <a:pt x="39284" y="157234"/>
                  </a:lnTo>
                  <a:cubicBezTo>
                    <a:pt x="35361" y="144022"/>
                    <a:pt x="27216" y="132926"/>
                    <a:pt x="19148" y="121904"/>
                  </a:cubicBezTo>
                  <a:cubicBezTo>
                    <a:pt x="17013" y="119020"/>
                    <a:pt x="14882" y="116101"/>
                    <a:pt x="12838" y="113181"/>
                  </a:cubicBezTo>
                  <a:cubicBezTo>
                    <a:pt x="4759" y="101502"/>
                    <a:pt x="0" y="87340"/>
                    <a:pt x="0" y="72084"/>
                  </a:cubicBezTo>
                  <a:close/>
                </a:path>
              </a:pathLst>
            </a:custGeom>
            <a:grpFill/>
            <a:ln w="3646" cap="flat">
              <a:noFill/>
              <a:prstDash val="solid"/>
              <a:miter/>
            </a:ln>
          </p:spPr>
          <p:txBody>
            <a:bodyPr rtlCol="0" anchor="ctr"/>
            <a:lstStyle/>
            <a:p>
              <a:endParaRPr lang="en-GR"/>
            </a:p>
          </p:txBody>
        </p:sp>
        <p:sp>
          <p:nvSpPr>
            <p:cNvPr id="40" name="Freeform 798">
              <a:extLst>
                <a:ext uri="{FF2B5EF4-FFF2-40B4-BE49-F238E27FC236}">
                  <a16:creationId xmlns:a16="http://schemas.microsoft.com/office/drawing/2014/main" id="{DC54AD48-E445-5850-9CC0-F8A9DFD44C02}"/>
                </a:ext>
              </a:extLst>
            </p:cNvPr>
            <p:cNvSpPr/>
            <p:nvPr/>
          </p:nvSpPr>
          <p:spPr>
            <a:xfrm>
              <a:off x="5156288" y="6007521"/>
              <a:ext cx="57970" cy="29503"/>
            </a:xfrm>
            <a:custGeom>
              <a:avLst/>
              <a:gdLst>
                <a:gd name="connsiteX0" fmla="*/ 8952 w 65474"/>
                <a:gd name="connsiteY0" fmla="*/ 0 h 33322"/>
                <a:gd name="connsiteX1" fmla="*/ 56523 w 65474"/>
                <a:gd name="connsiteY1" fmla="*/ 0 h 33322"/>
                <a:gd name="connsiteX2" fmla="*/ 65475 w 65474"/>
                <a:gd name="connsiteY2" fmla="*/ 5840 h 33322"/>
                <a:gd name="connsiteX3" fmla="*/ 65475 w 65474"/>
                <a:gd name="connsiteY3" fmla="*/ 13687 h 33322"/>
                <a:gd name="connsiteX4" fmla="*/ 32737 w 65474"/>
                <a:gd name="connsiteY4" fmla="*/ 33323 h 33322"/>
                <a:gd name="connsiteX5" fmla="*/ 0 w 65474"/>
                <a:gd name="connsiteY5" fmla="*/ 13687 h 33322"/>
                <a:gd name="connsiteX6" fmla="*/ 0 w 65474"/>
                <a:gd name="connsiteY6" fmla="*/ 5913 h 33322"/>
                <a:gd name="connsiteX7" fmla="*/ 8952 w 65474"/>
                <a:gd name="connsiteY7" fmla="*/ 0 h 33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474" h="33322">
                  <a:moveTo>
                    <a:pt x="8952" y="0"/>
                  </a:moveTo>
                  <a:lnTo>
                    <a:pt x="56523" y="0"/>
                  </a:lnTo>
                  <a:cubicBezTo>
                    <a:pt x="61486" y="328"/>
                    <a:pt x="65373" y="2847"/>
                    <a:pt x="65475" y="5840"/>
                  </a:cubicBezTo>
                  <a:lnTo>
                    <a:pt x="65475" y="13687"/>
                  </a:lnTo>
                  <a:cubicBezTo>
                    <a:pt x="65475" y="24527"/>
                    <a:pt x="50794" y="33323"/>
                    <a:pt x="32737" y="33323"/>
                  </a:cubicBezTo>
                  <a:cubicBezTo>
                    <a:pt x="14681" y="33323"/>
                    <a:pt x="0" y="24527"/>
                    <a:pt x="0" y="13687"/>
                  </a:cubicBezTo>
                  <a:lnTo>
                    <a:pt x="0" y="5913"/>
                  </a:lnTo>
                  <a:cubicBezTo>
                    <a:pt x="51" y="2847"/>
                    <a:pt x="3941" y="328"/>
                    <a:pt x="8952" y="0"/>
                  </a:cubicBezTo>
                  <a:close/>
                </a:path>
              </a:pathLst>
            </a:custGeom>
            <a:grpFill/>
            <a:ln w="3646" cap="flat">
              <a:noFill/>
              <a:prstDash val="solid"/>
              <a:miter/>
            </a:ln>
          </p:spPr>
          <p:txBody>
            <a:bodyPr rtlCol="0" anchor="ctr"/>
            <a:lstStyle/>
            <a:p>
              <a:endParaRPr lang="en-GR"/>
            </a:p>
          </p:txBody>
        </p:sp>
      </p:grpSp>
      <p:sp>
        <p:nvSpPr>
          <p:cNvPr id="3" name="Text Placeholder 2">
            <a:extLst>
              <a:ext uri="{FF2B5EF4-FFF2-40B4-BE49-F238E27FC236}">
                <a16:creationId xmlns:a16="http://schemas.microsoft.com/office/drawing/2014/main" id="{46015E26-9E40-4E7B-A922-A5974EA22436}"/>
              </a:ext>
            </a:extLst>
          </p:cNvPr>
          <p:cNvSpPr>
            <a:spLocks noGrp="1"/>
          </p:cNvSpPr>
          <p:nvPr>
            <p:ph type="body" sz="quarter" idx="25"/>
          </p:nvPr>
        </p:nvSpPr>
        <p:spPr>
          <a:xfrm>
            <a:off x="332318" y="741496"/>
            <a:ext cx="11531549" cy="334515"/>
          </a:xfrm>
        </p:spPr>
        <p:txBody>
          <a:bodyPr/>
          <a:lstStyle/>
          <a:p>
            <a:r>
              <a:rPr lang="en-GR"/>
              <a:t>Infographic</a:t>
            </a:r>
          </a:p>
        </p:txBody>
      </p:sp>
    </p:spTree>
    <p:extLst>
      <p:ext uri="{BB962C8B-B14F-4D97-AF65-F5344CB8AC3E}">
        <p14:creationId xmlns:p14="http://schemas.microsoft.com/office/powerpoint/2010/main" val="348302155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BA659B04-86FE-A337-A111-0FC95C4ACFED}"/>
              </a:ext>
            </a:extLst>
          </p:cNvPr>
          <p:cNvSpPr>
            <a:spLocks noGrp="1"/>
          </p:cNvSpPr>
          <p:nvPr>
            <p:ph type="body" sz="quarter" idx="14"/>
          </p:nvPr>
        </p:nvSpPr>
        <p:spPr>
          <a:xfrm>
            <a:off x="331201" y="1268822"/>
            <a:ext cx="7939040" cy="364908"/>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4" name="Slide Number Placeholder 3">
            <a:extLst>
              <a:ext uri="{FF2B5EF4-FFF2-40B4-BE49-F238E27FC236}">
                <a16:creationId xmlns:a16="http://schemas.microsoft.com/office/drawing/2014/main" id="{40EB061B-003D-D049-B506-ED9F3921ADEA}"/>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169</a:t>
            </a:fld>
            <a:endParaRPr lang="en-GR"/>
          </a:p>
        </p:txBody>
      </p:sp>
      <p:sp>
        <p:nvSpPr>
          <p:cNvPr id="8" name="Rectangle 7">
            <a:extLst>
              <a:ext uri="{FF2B5EF4-FFF2-40B4-BE49-F238E27FC236}">
                <a16:creationId xmlns:a16="http://schemas.microsoft.com/office/drawing/2014/main" id="{317D1F24-7EC7-DE5A-E5D2-02EF379ECE48}"/>
              </a:ext>
            </a:extLst>
          </p:cNvPr>
          <p:cNvSpPr/>
          <p:nvPr/>
        </p:nvSpPr>
        <p:spPr>
          <a:xfrm>
            <a:off x="342419" y="2004646"/>
            <a:ext cx="11513031" cy="4318782"/>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15" name="Oval 14">
            <a:extLst>
              <a:ext uri="{FF2B5EF4-FFF2-40B4-BE49-F238E27FC236}">
                <a16:creationId xmlns:a16="http://schemas.microsoft.com/office/drawing/2014/main" id="{4A32A7A7-E592-08D4-C150-3F0A1B6E9C58}"/>
              </a:ext>
            </a:extLst>
          </p:cNvPr>
          <p:cNvSpPr/>
          <p:nvPr/>
        </p:nvSpPr>
        <p:spPr>
          <a:xfrm>
            <a:off x="1076316" y="3220837"/>
            <a:ext cx="1837891" cy="183789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r>
              <a:rPr lang="en-US" sz="1600" b="1">
                <a:solidFill>
                  <a:srgbClr val="FFFFFF"/>
                </a:solidFill>
                <a:latin typeface="Aptos" panose="020B0004020202020204" pitchFamily="34" charset="0"/>
              </a:rPr>
              <a:t>Lorem ipsum</a:t>
            </a:r>
          </a:p>
        </p:txBody>
      </p:sp>
      <p:sp>
        <p:nvSpPr>
          <p:cNvPr id="6" name="Freeform 255">
            <a:extLst>
              <a:ext uri="{FF2B5EF4-FFF2-40B4-BE49-F238E27FC236}">
                <a16:creationId xmlns:a16="http://schemas.microsoft.com/office/drawing/2014/main" id="{756AC316-CBD3-4CBF-F1D1-71C23BF21B5E}"/>
              </a:ext>
            </a:extLst>
          </p:cNvPr>
          <p:cNvSpPr/>
          <p:nvPr/>
        </p:nvSpPr>
        <p:spPr>
          <a:xfrm>
            <a:off x="6927440" y="3734071"/>
            <a:ext cx="2042098" cy="811424"/>
          </a:xfrm>
          <a:custGeom>
            <a:avLst/>
            <a:gdLst>
              <a:gd name="connsiteX0" fmla="*/ 146850 w 204359"/>
              <a:gd name="connsiteY0" fmla="*/ 53396 h 81201"/>
              <a:gd name="connsiteX1" fmla="*/ 146850 w 204359"/>
              <a:gd name="connsiteY1" fmla="*/ 75693 h 81201"/>
              <a:gd name="connsiteX2" fmla="*/ 155645 w 204359"/>
              <a:gd name="connsiteY2" fmla="*/ 80091 h 81201"/>
              <a:gd name="connsiteX3" fmla="*/ 202173 w 204359"/>
              <a:gd name="connsiteY3" fmla="*/ 45009 h 81201"/>
              <a:gd name="connsiteX4" fmla="*/ 202173 w 204359"/>
              <a:gd name="connsiteY4" fmla="*/ 36213 h 81201"/>
              <a:gd name="connsiteX5" fmla="*/ 155645 w 204359"/>
              <a:gd name="connsiteY5" fmla="*/ 1131 h 81201"/>
              <a:gd name="connsiteX6" fmla="*/ 146850 w 204359"/>
              <a:gd name="connsiteY6" fmla="*/ 5529 h 81201"/>
              <a:gd name="connsiteX7" fmla="*/ 146850 w 204359"/>
              <a:gd name="connsiteY7" fmla="*/ 27826 h 81201"/>
              <a:gd name="connsiteX8" fmla="*/ 0 w 204359"/>
              <a:gd name="connsiteY8" fmla="*/ 27928 h 81201"/>
              <a:gd name="connsiteX9" fmla="*/ 0 w 204359"/>
              <a:gd name="connsiteY9" fmla="*/ 53396 h 81201"/>
              <a:gd name="connsiteX10" fmla="*/ 146850 w 204359"/>
              <a:gd name="connsiteY10" fmla="*/ 53396 h 8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59" h="81201">
                <a:moveTo>
                  <a:pt x="146850" y="53396"/>
                </a:moveTo>
                <a:lnTo>
                  <a:pt x="146850" y="75693"/>
                </a:lnTo>
                <a:cubicBezTo>
                  <a:pt x="146850" y="80244"/>
                  <a:pt x="152065" y="82803"/>
                  <a:pt x="155645" y="80091"/>
                </a:cubicBezTo>
                <a:lnTo>
                  <a:pt x="202173" y="45009"/>
                </a:lnTo>
                <a:cubicBezTo>
                  <a:pt x="205088" y="42812"/>
                  <a:pt x="205088" y="38414"/>
                  <a:pt x="202173" y="36213"/>
                </a:cubicBezTo>
                <a:lnTo>
                  <a:pt x="155645" y="1131"/>
                </a:lnTo>
                <a:cubicBezTo>
                  <a:pt x="152014" y="-1628"/>
                  <a:pt x="146850" y="978"/>
                  <a:pt x="146850" y="5529"/>
                </a:cubicBezTo>
                <a:lnTo>
                  <a:pt x="146850" y="27826"/>
                </a:lnTo>
                <a:lnTo>
                  <a:pt x="0" y="27928"/>
                </a:lnTo>
                <a:lnTo>
                  <a:pt x="0" y="53396"/>
                </a:lnTo>
                <a:lnTo>
                  <a:pt x="146850" y="53396"/>
                </a:lnTo>
                <a:close/>
              </a:path>
            </a:pathLst>
          </a:custGeom>
          <a:solidFill>
            <a:schemeClr val="accent2"/>
          </a:solidFill>
          <a:ln w="3646" cap="flat">
            <a:noFill/>
            <a:prstDash val="solid"/>
            <a:miter/>
          </a:ln>
        </p:spPr>
        <p:txBody>
          <a:bodyPr rtlCol="0" anchor="ctr"/>
          <a:lstStyle/>
          <a:p>
            <a:endParaRPr lang="en-GR"/>
          </a:p>
        </p:txBody>
      </p:sp>
      <p:sp>
        <p:nvSpPr>
          <p:cNvPr id="7" name="Freeform 255">
            <a:extLst>
              <a:ext uri="{FF2B5EF4-FFF2-40B4-BE49-F238E27FC236}">
                <a16:creationId xmlns:a16="http://schemas.microsoft.com/office/drawing/2014/main" id="{AF067330-12DF-431A-8520-15CE98345FC2}"/>
              </a:ext>
            </a:extLst>
          </p:cNvPr>
          <p:cNvSpPr/>
          <p:nvPr/>
        </p:nvSpPr>
        <p:spPr>
          <a:xfrm flipH="1">
            <a:off x="3216663" y="3734071"/>
            <a:ext cx="2042098" cy="811424"/>
          </a:xfrm>
          <a:custGeom>
            <a:avLst/>
            <a:gdLst>
              <a:gd name="connsiteX0" fmla="*/ 146850 w 204359"/>
              <a:gd name="connsiteY0" fmla="*/ 53396 h 81201"/>
              <a:gd name="connsiteX1" fmla="*/ 146850 w 204359"/>
              <a:gd name="connsiteY1" fmla="*/ 75693 h 81201"/>
              <a:gd name="connsiteX2" fmla="*/ 155645 w 204359"/>
              <a:gd name="connsiteY2" fmla="*/ 80091 h 81201"/>
              <a:gd name="connsiteX3" fmla="*/ 202173 w 204359"/>
              <a:gd name="connsiteY3" fmla="*/ 45009 h 81201"/>
              <a:gd name="connsiteX4" fmla="*/ 202173 w 204359"/>
              <a:gd name="connsiteY4" fmla="*/ 36213 h 81201"/>
              <a:gd name="connsiteX5" fmla="*/ 155645 w 204359"/>
              <a:gd name="connsiteY5" fmla="*/ 1131 h 81201"/>
              <a:gd name="connsiteX6" fmla="*/ 146850 w 204359"/>
              <a:gd name="connsiteY6" fmla="*/ 5529 h 81201"/>
              <a:gd name="connsiteX7" fmla="*/ 146850 w 204359"/>
              <a:gd name="connsiteY7" fmla="*/ 27826 h 81201"/>
              <a:gd name="connsiteX8" fmla="*/ 0 w 204359"/>
              <a:gd name="connsiteY8" fmla="*/ 27928 h 81201"/>
              <a:gd name="connsiteX9" fmla="*/ 0 w 204359"/>
              <a:gd name="connsiteY9" fmla="*/ 53396 h 81201"/>
              <a:gd name="connsiteX10" fmla="*/ 146850 w 204359"/>
              <a:gd name="connsiteY10" fmla="*/ 53396 h 8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59" h="81201">
                <a:moveTo>
                  <a:pt x="146850" y="53396"/>
                </a:moveTo>
                <a:lnTo>
                  <a:pt x="146850" y="75693"/>
                </a:lnTo>
                <a:cubicBezTo>
                  <a:pt x="146850" y="80244"/>
                  <a:pt x="152065" y="82803"/>
                  <a:pt x="155645" y="80091"/>
                </a:cubicBezTo>
                <a:lnTo>
                  <a:pt x="202173" y="45009"/>
                </a:lnTo>
                <a:cubicBezTo>
                  <a:pt x="205088" y="42812"/>
                  <a:pt x="205088" y="38414"/>
                  <a:pt x="202173" y="36213"/>
                </a:cubicBezTo>
                <a:lnTo>
                  <a:pt x="155645" y="1131"/>
                </a:lnTo>
                <a:cubicBezTo>
                  <a:pt x="152014" y="-1628"/>
                  <a:pt x="146850" y="978"/>
                  <a:pt x="146850" y="5529"/>
                </a:cubicBezTo>
                <a:lnTo>
                  <a:pt x="146850" y="27826"/>
                </a:lnTo>
                <a:lnTo>
                  <a:pt x="0" y="27928"/>
                </a:lnTo>
                <a:lnTo>
                  <a:pt x="0" y="53396"/>
                </a:lnTo>
                <a:lnTo>
                  <a:pt x="146850" y="53396"/>
                </a:lnTo>
                <a:close/>
              </a:path>
            </a:pathLst>
          </a:custGeom>
          <a:solidFill>
            <a:schemeClr val="accent1"/>
          </a:solidFill>
          <a:ln w="3646" cap="flat">
            <a:noFill/>
            <a:prstDash val="solid"/>
            <a:miter/>
          </a:ln>
        </p:spPr>
        <p:txBody>
          <a:bodyPr rtlCol="0" anchor="ctr"/>
          <a:lstStyle/>
          <a:p>
            <a:endParaRPr lang="en-GR"/>
          </a:p>
        </p:txBody>
      </p:sp>
      <p:sp>
        <p:nvSpPr>
          <p:cNvPr id="9" name="CuadroTexto 395">
            <a:extLst>
              <a:ext uri="{FF2B5EF4-FFF2-40B4-BE49-F238E27FC236}">
                <a16:creationId xmlns:a16="http://schemas.microsoft.com/office/drawing/2014/main" id="{2F2D43B0-B48C-23EC-659B-4E6991AE04EC}"/>
              </a:ext>
            </a:extLst>
          </p:cNvPr>
          <p:cNvSpPr txBox="1"/>
          <p:nvPr/>
        </p:nvSpPr>
        <p:spPr>
          <a:xfrm>
            <a:off x="4701760" y="3015874"/>
            <a:ext cx="2788485" cy="490455"/>
          </a:xfrm>
          <a:prstGeom prst="rect">
            <a:avLst/>
          </a:prstGeom>
          <a:noFill/>
        </p:spPr>
        <p:txBody>
          <a:bodyPr wrap="square" rtlCol="0">
            <a:spAutoFit/>
          </a:bodyPr>
          <a:lstStyle/>
          <a:p>
            <a:pPr algn="ctr" defTabSz="685663">
              <a:lnSpc>
                <a:spcPct val="110000"/>
              </a:lnSpc>
            </a:pPr>
            <a:r>
              <a:rPr lang="en-US" sz="1200">
                <a:solidFill>
                  <a:schemeClr val="accent1"/>
                </a:solidFill>
                <a:latin typeface="Aptos" panose="020B0004020202020204" pitchFamily="34" charset="0"/>
                <a:ea typeface="Roboto Medium" panose="02000000000000000000" pitchFamily="2" charset="0"/>
                <a:cs typeface="Poppins Medium" pitchFamily="2" charset="77"/>
              </a:rPr>
              <a:t>Lorem ipsum dolor sit </a:t>
            </a:r>
            <a:r>
              <a:rPr lang="en-US" sz="1200" err="1">
                <a:solidFill>
                  <a:schemeClr val="accent1"/>
                </a:solidFill>
                <a:latin typeface="Aptos" panose="020B0004020202020204" pitchFamily="34" charset="0"/>
                <a:ea typeface="Roboto Medium" panose="02000000000000000000" pitchFamily="2" charset="0"/>
                <a:cs typeface="Poppins Medium" pitchFamily="2" charset="77"/>
              </a:rPr>
              <a:t>amet</a:t>
            </a:r>
            <a:r>
              <a:rPr lang="en-US" sz="1200">
                <a:solidFill>
                  <a:schemeClr val="accent1"/>
                </a:solidFill>
                <a:latin typeface="Aptos" panose="020B0004020202020204" pitchFamily="34" charset="0"/>
                <a:ea typeface="Roboto Medium" panose="02000000000000000000" pitchFamily="2" charset="0"/>
                <a:cs typeface="Poppins Medium" pitchFamily="2" charset="77"/>
              </a:rPr>
              <a:t>, </a:t>
            </a:r>
            <a:r>
              <a:rPr lang="en-US" sz="1200" err="1">
                <a:solidFill>
                  <a:schemeClr val="accent1"/>
                </a:solidFill>
                <a:latin typeface="Aptos" panose="020B0004020202020204" pitchFamily="34" charset="0"/>
                <a:ea typeface="Roboto Medium" panose="02000000000000000000" pitchFamily="2" charset="0"/>
                <a:cs typeface="Poppins Medium" pitchFamily="2" charset="77"/>
              </a:rPr>
              <a:t>consectetur</a:t>
            </a:r>
            <a:r>
              <a:rPr lang="en-US" sz="1200">
                <a:solidFill>
                  <a:schemeClr val="accent1"/>
                </a:solidFill>
                <a:latin typeface="Aptos" panose="020B0004020202020204" pitchFamily="34" charset="0"/>
                <a:ea typeface="Roboto Medium" panose="02000000000000000000" pitchFamily="2" charset="0"/>
                <a:cs typeface="Poppins Medium" pitchFamily="2" charset="77"/>
              </a:rPr>
              <a:t> </a:t>
            </a:r>
            <a:r>
              <a:rPr lang="en-US" sz="1200" err="1">
                <a:solidFill>
                  <a:schemeClr val="accent1"/>
                </a:solidFill>
                <a:latin typeface="Aptos" panose="020B0004020202020204" pitchFamily="34" charset="0"/>
                <a:ea typeface="Roboto Medium" panose="02000000000000000000" pitchFamily="2" charset="0"/>
                <a:cs typeface="Poppins Medium" pitchFamily="2" charset="77"/>
              </a:rPr>
              <a:t>adipiscing</a:t>
            </a:r>
            <a:r>
              <a:rPr lang="en-US" sz="1200">
                <a:solidFill>
                  <a:schemeClr val="accent1"/>
                </a:solidFill>
                <a:latin typeface="Aptos" panose="020B0004020202020204" pitchFamily="34" charset="0"/>
                <a:ea typeface="Roboto Medium" panose="02000000000000000000" pitchFamily="2" charset="0"/>
                <a:cs typeface="Poppins Medium" pitchFamily="2" charset="77"/>
              </a:rPr>
              <a:t> </a:t>
            </a:r>
            <a:r>
              <a:rPr lang="en-US" sz="1200" err="1">
                <a:solidFill>
                  <a:schemeClr val="accent1"/>
                </a:solidFill>
                <a:latin typeface="Aptos" panose="020B0004020202020204" pitchFamily="34" charset="0"/>
                <a:ea typeface="Roboto Medium" panose="02000000000000000000" pitchFamily="2" charset="0"/>
                <a:cs typeface="Poppins Medium" pitchFamily="2" charset="77"/>
              </a:rPr>
              <a:t>elit</a:t>
            </a:r>
            <a:r>
              <a:rPr lang="en-US" sz="1200">
                <a:solidFill>
                  <a:schemeClr val="accent1"/>
                </a:solidFill>
                <a:latin typeface="Aptos" panose="020B0004020202020204" pitchFamily="34" charset="0"/>
                <a:ea typeface="Roboto Medium" panose="02000000000000000000" pitchFamily="2" charset="0"/>
                <a:cs typeface="Poppins Medium" pitchFamily="2" charset="77"/>
              </a:rPr>
              <a:t>. </a:t>
            </a:r>
          </a:p>
        </p:txBody>
      </p:sp>
      <p:sp>
        <p:nvSpPr>
          <p:cNvPr id="10" name="TextBox 9">
            <a:extLst>
              <a:ext uri="{FF2B5EF4-FFF2-40B4-BE49-F238E27FC236}">
                <a16:creationId xmlns:a16="http://schemas.microsoft.com/office/drawing/2014/main" id="{51B384BE-5B19-3E37-A658-BE87A2E007A3}"/>
              </a:ext>
            </a:extLst>
          </p:cNvPr>
          <p:cNvSpPr txBox="1"/>
          <p:nvPr/>
        </p:nvSpPr>
        <p:spPr>
          <a:xfrm>
            <a:off x="4701760" y="4794321"/>
            <a:ext cx="2788485" cy="490455"/>
          </a:xfrm>
          <a:prstGeom prst="rect">
            <a:avLst/>
          </a:prstGeom>
          <a:noFill/>
        </p:spPr>
        <p:txBody>
          <a:bodyPr wrap="square" rtlCol="0">
            <a:spAutoFit/>
          </a:bodyPr>
          <a:lstStyle/>
          <a:p>
            <a:pPr algn="ctr" defTabSz="685663">
              <a:lnSpc>
                <a:spcPct val="110000"/>
              </a:lnSpc>
            </a:pPr>
            <a:r>
              <a:rPr lang="en-GB" sz="1200">
                <a:solidFill>
                  <a:schemeClr val="tx1">
                    <a:lumMod val="65000"/>
                    <a:lumOff val="35000"/>
                  </a:schemeClr>
                </a:solidFill>
                <a:latin typeface="Aptos" panose="020B0004020202020204" pitchFamily="34" charset="0"/>
              </a:rPr>
              <a:t>Maecenas pharetra conv </a:t>
            </a:r>
            <a:r>
              <a:rPr lang="en-GB" sz="1200" err="1">
                <a:solidFill>
                  <a:schemeClr val="tx1">
                    <a:lumMod val="65000"/>
                    <a:lumOff val="35000"/>
                  </a:schemeClr>
                </a:solidFill>
                <a:latin typeface="Aptos" panose="020B0004020202020204" pitchFamily="34" charset="0"/>
              </a:rPr>
              <a:t>posure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morbi</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leo</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urnarat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molestie</a:t>
            </a:r>
            <a:r>
              <a:rPr lang="en-GB" sz="1200">
                <a:solidFill>
                  <a:schemeClr val="tx1">
                    <a:lumMod val="65000"/>
                    <a:lumOff val="35000"/>
                  </a:schemeClr>
                </a:solidFill>
                <a:latin typeface="Aptos" panose="020B0004020202020204" pitchFamily="34" charset="0"/>
              </a:rPr>
              <a:t>.</a:t>
            </a:r>
            <a:endParaRPr lang="en-US"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endParaRPr>
          </a:p>
        </p:txBody>
      </p:sp>
      <p:grpSp>
        <p:nvGrpSpPr>
          <p:cNvPr id="12" name="Group 11">
            <a:extLst>
              <a:ext uri="{FF2B5EF4-FFF2-40B4-BE49-F238E27FC236}">
                <a16:creationId xmlns:a16="http://schemas.microsoft.com/office/drawing/2014/main" id="{0643B420-A750-FEAB-A592-7DE4E8491AD9}"/>
              </a:ext>
            </a:extLst>
          </p:cNvPr>
          <p:cNvGrpSpPr/>
          <p:nvPr/>
        </p:nvGrpSpPr>
        <p:grpSpPr>
          <a:xfrm>
            <a:off x="5643649" y="3687432"/>
            <a:ext cx="904707" cy="904707"/>
            <a:chOff x="5616626" y="3657600"/>
            <a:chExt cx="904707" cy="904707"/>
          </a:xfrm>
          <a:solidFill>
            <a:schemeClr val="accent5"/>
          </a:solidFill>
        </p:grpSpPr>
        <p:sp>
          <p:nvSpPr>
            <p:cNvPr id="5" name="Rectangle 4">
              <a:extLst>
                <a:ext uri="{FF2B5EF4-FFF2-40B4-BE49-F238E27FC236}">
                  <a16:creationId xmlns:a16="http://schemas.microsoft.com/office/drawing/2014/main" id="{D66461E4-0EB2-2B35-DC3F-F9E6ADE08264}"/>
                </a:ext>
              </a:extLst>
            </p:cNvPr>
            <p:cNvSpPr/>
            <p:nvPr/>
          </p:nvSpPr>
          <p:spPr>
            <a:xfrm>
              <a:off x="5938351" y="3657600"/>
              <a:ext cx="261258" cy="90470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solidFill>
                  <a:schemeClr val="tx1">
                    <a:lumMod val="65000"/>
                    <a:lumOff val="35000"/>
                  </a:schemeClr>
                </a:solidFill>
              </a:endParaRPr>
            </a:p>
          </p:txBody>
        </p:sp>
        <p:sp>
          <p:nvSpPr>
            <p:cNvPr id="11" name="Rectangle 10">
              <a:extLst>
                <a:ext uri="{FF2B5EF4-FFF2-40B4-BE49-F238E27FC236}">
                  <a16:creationId xmlns:a16="http://schemas.microsoft.com/office/drawing/2014/main" id="{AF80AEE0-F225-9F54-E054-9A802F5EA402}"/>
                </a:ext>
              </a:extLst>
            </p:cNvPr>
            <p:cNvSpPr/>
            <p:nvPr/>
          </p:nvSpPr>
          <p:spPr>
            <a:xfrm rot="5400000">
              <a:off x="5938351" y="3657600"/>
              <a:ext cx="261258" cy="90470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solidFill>
                  <a:schemeClr val="tx1">
                    <a:lumMod val="65000"/>
                    <a:lumOff val="35000"/>
                  </a:schemeClr>
                </a:solidFill>
              </a:endParaRPr>
            </a:p>
          </p:txBody>
        </p:sp>
      </p:grpSp>
      <p:sp>
        <p:nvSpPr>
          <p:cNvPr id="19" name="Oval 18">
            <a:extLst>
              <a:ext uri="{FF2B5EF4-FFF2-40B4-BE49-F238E27FC236}">
                <a16:creationId xmlns:a16="http://schemas.microsoft.com/office/drawing/2014/main" id="{4F79B611-4243-B2C9-D39A-B9AED69479F9}"/>
              </a:ext>
            </a:extLst>
          </p:cNvPr>
          <p:cNvSpPr/>
          <p:nvPr/>
        </p:nvSpPr>
        <p:spPr>
          <a:xfrm>
            <a:off x="9295033" y="3220837"/>
            <a:ext cx="1837891" cy="183789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r>
              <a:rPr lang="en-US" sz="1600" b="1">
                <a:solidFill>
                  <a:srgbClr val="FFFFFF"/>
                </a:solidFill>
                <a:latin typeface="Aptos" panose="020B0004020202020204" pitchFamily="34" charset="0"/>
              </a:rPr>
              <a:t>Lorem ipsum</a:t>
            </a:r>
          </a:p>
        </p:txBody>
      </p:sp>
      <p:grpSp>
        <p:nvGrpSpPr>
          <p:cNvPr id="20" name="Group 19">
            <a:extLst>
              <a:ext uri="{FF2B5EF4-FFF2-40B4-BE49-F238E27FC236}">
                <a16:creationId xmlns:a16="http://schemas.microsoft.com/office/drawing/2014/main" id="{6CCB7B2E-B66A-016C-ABCB-7D3BC074E11D}"/>
              </a:ext>
            </a:extLst>
          </p:cNvPr>
          <p:cNvGrpSpPr/>
          <p:nvPr/>
        </p:nvGrpSpPr>
        <p:grpSpPr>
          <a:xfrm>
            <a:off x="5703383" y="1652589"/>
            <a:ext cx="2930954" cy="1358061"/>
            <a:chOff x="2723823" y="3765628"/>
            <a:chExt cx="2930954" cy="1358061"/>
          </a:xfrm>
        </p:grpSpPr>
        <p:sp>
          <p:nvSpPr>
            <p:cNvPr id="21" name="Rounded Rectangle 20">
              <a:extLst>
                <a:ext uri="{FF2B5EF4-FFF2-40B4-BE49-F238E27FC236}">
                  <a16:creationId xmlns:a16="http://schemas.microsoft.com/office/drawing/2014/main" id="{BFF81C1A-DD5D-03DB-C6F7-036A676BF6FF}"/>
                </a:ext>
              </a:extLst>
            </p:cNvPr>
            <p:cNvSpPr/>
            <p:nvPr/>
          </p:nvSpPr>
          <p:spPr>
            <a:xfrm>
              <a:off x="2723823" y="3765628"/>
              <a:ext cx="2930954" cy="127463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Exception</a:t>
              </a:r>
              <a:endParaRPr lang="en-US" sz="800">
                <a:solidFill>
                  <a:schemeClr val="bg1">
                    <a:lumMod val="95000"/>
                  </a:schemeClr>
                </a:solidFill>
                <a:latin typeface="Aptos" panose="020B0004020202020204" pitchFamily="34" charset="0"/>
              </a:endParaRPr>
            </a:p>
            <a:p>
              <a:pPr>
                <a:lnSpc>
                  <a:spcPct val="110000"/>
                </a:lnSpc>
                <a:spcBef>
                  <a:spcPts val="900"/>
                </a:spcBef>
              </a:pPr>
              <a:r>
                <a:rPr lang="el-GR" sz="800">
                  <a:latin typeface="Aptos" panose="020B0004020202020204" pitchFamily="34" charset="0"/>
                </a:rPr>
                <a:t>Αυτό αποτελεί μια εξαίρεση. Το κείμενο είναι </a:t>
              </a:r>
              <a:r>
                <a:rPr lang="en-US" sz="800">
                  <a:latin typeface="Aptos" panose="020B0004020202020204" pitchFamily="34" charset="0"/>
                </a:rPr>
                <a:t>Teal </a:t>
              </a:r>
              <a:r>
                <a:rPr lang="el-GR" sz="800">
                  <a:latin typeface="Aptos" panose="020B0004020202020204" pitchFamily="34" charset="0"/>
                </a:rPr>
                <a:t>αντί για </a:t>
              </a:r>
              <a:r>
                <a:rPr lang="en-US" sz="800">
                  <a:latin typeface="Aptos" panose="020B0004020202020204" pitchFamily="34" charset="0"/>
                </a:rPr>
                <a:t>Grey</a:t>
              </a:r>
              <a:r>
                <a:rPr lang="el-GR" sz="800">
                  <a:latin typeface="Aptos" panose="020B0004020202020204" pitchFamily="34" charset="0"/>
                </a:rPr>
                <a:t>, για να είναι πιο κατανοητό το </a:t>
              </a:r>
              <a:r>
                <a:rPr lang="en-US" sz="800">
                  <a:latin typeface="Aptos" panose="020B0004020202020204" pitchFamily="34" charset="0"/>
                </a:rPr>
                <a:t>infographic.</a:t>
              </a:r>
              <a:endParaRPr lang="el-GR" sz="800">
                <a:latin typeface="Aptos" panose="020B0004020202020204" pitchFamily="34" charset="0"/>
              </a:endParaRPr>
            </a:p>
            <a:p>
              <a:pPr>
                <a:lnSpc>
                  <a:spcPct val="110000"/>
                </a:lnSpc>
                <a:spcBef>
                  <a:spcPts val="900"/>
                </a:spcBef>
              </a:pPr>
              <a:r>
                <a:rPr lang="en-US" sz="800">
                  <a:solidFill>
                    <a:schemeClr val="bg1">
                      <a:lumMod val="95000"/>
                    </a:schemeClr>
                  </a:solidFill>
                  <a:latin typeface="Aptos" panose="020B0004020202020204" pitchFamily="34" charset="0"/>
                </a:rPr>
                <a:t>This is an exception. The text is Teal instead of Grey to make the infographic more understandable.</a:t>
              </a:r>
              <a:endParaRPr lang="en-GR" sz="800">
                <a:latin typeface="Aptos" panose="020B0004020202020204" pitchFamily="34" charset="0"/>
              </a:endParaRPr>
            </a:p>
          </p:txBody>
        </p:sp>
        <p:sp>
          <p:nvSpPr>
            <p:cNvPr id="22" name="Triangle 21">
              <a:extLst>
                <a:ext uri="{FF2B5EF4-FFF2-40B4-BE49-F238E27FC236}">
                  <a16:creationId xmlns:a16="http://schemas.microsoft.com/office/drawing/2014/main" id="{4DA34FD4-C8BD-B2D0-0C41-FBF3FC8EE024}"/>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
        <p:nvSpPr>
          <p:cNvPr id="3" name="Text Placeholder 2">
            <a:extLst>
              <a:ext uri="{FF2B5EF4-FFF2-40B4-BE49-F238E27FC236}">
                <a16:creationId xmlns:a16="http://schemas.microsoft.com/office/drawing/2014/main" id="{C868F5CF-9879-34DA-0A33-F9B350AD871E}"/>
              </a:ext>
            </a:extLst>
          </p:cNvPr>
          <p:cNvSpPr>
            <a:spLocks noGrp="1"/>
          </p:cNvSpPr>
          <p:nvPr>
            <p:ph type="body" sz="quarter" idx="25"/>
          </p:nvPr>
        </p:nvSpPr>
        <p:spPr>
          <a:xfrm>
            <a:off x="332318" y="741496"/>
            <a:ext cx="11531549" cy="334515"/>
          </a:xfrm>
        </p:spPr>
        <p:txBody>
          <a:bodyPr/>
          <a:lstStyle/>
          <a:p>
            <a:r>
              <a:rPr lang="en-GR"/>
              <a:t>Infographic</a:t>
            </a:r>
          </a:p>
        </p:txBody>
      </p:sp>
    </p:spTree>
    <p:extLst>
      <p:ext uri="{BB962C8B-B14F-4D97-AF65-F5344CB8AC3E}">
        <p14:creationId xmlns:p14="http://schemas.microsoft.com/office/powerpoint/2010/main" val="2009443305"/>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Placeholder 23">
            <a:extLst>
              <a:ext uri="{FF2B5EF4-FFF2-40B4-BE49-F238E27FC236}">
                <a16:creationId xmlns:a16="http://schemas.microsoft.com/office/drawing/2014/main" id="{A493D938-EDAB-5DCB-E220-8D41D74A23EB}"/>
              </a:ext>
            </a:extLst>
          </p:cNvPr>
          <p:cNvSpPr>
            <a:spLocks noGrp="1"/>
          </p:cNvSpPr>
          <p:nvPr>
            <p:ph type="body" sz="quarter" idx="14"/>
          </p:nvPr>
        </p:nvSpPr>
        <p:spPr>
          <a:xfrm>
            <a:off x="331201" y="1268822"/>
            <a:ext cx="7939040" cy="364908"/>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4" name="Slide Number Placeholder 3">
            <a:extLst>
              <a:ext uri="{FF2B5EF4-FFF2-40B4-BE49-F238E27FC236}">
                <a16:creationId xmlns:a16="http://schemas.microsoft.com/office/drawing/2014/main" id="{5A8ACBD5-E150-4044-F766-13534A11AF09}"/>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170</a:t>
            </a:fld>
            <a:endParaRPr lang="en-GR"/>
          </a:p>
        </p:txBody>
      </p:sp>
      <p:sp>
        <p:nvSpPr>
          <p:cNvPr id="8" name="Rectangle 7">
            <a:extLst>
              <a:ext uri="{FF2B5EF4-FFF2-40B4-BE49-F238E27FC236}">
                <a16:creationId xmlns:a16="http://schemas.microsoft.com/office/drawing/2014/main" id="{89D07AAB-B183-466D-DC66-F83476D4012F}"/>
              </a:ext>
            </a:extLst>
          </p:cNvPr>
          <p:cNvSpPr/>
          <p:nvPr/>
        </p:nvSpPr>
        <p:spPr>
          <a:xfrm>
            <a:off x="342419" y="1997612"/>
            <a:ext cx="11513031" cy="4304714"/>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10" name="TextBox 9">
            <a:extLst>
              <a:ext uri="{FF2B5EF4-FFF2-40B4-BE49-F238E27FC236}">
                <a16:creationId xmlns:a16="http://schemas.microsoft.com/office/drawing/2014/main" id="{04CF595D-ECFA-A733-C686-F91416E4F947}"/>
              </a:ext>
            </a:extLst>
          </p:cNvPr>
          <p:cNvSpPr txBox="1"/>
          <p:nvPr/>
        </p:nvSpPr>
        <p:spPr>
          <a:xfrm flipH="1">
            <a:off x="2242548" y="5019710"/>
            <a:ext cx="1821194" cy="830997"/>
          </a:xfrm>
          <a:prstGeom prst="rect">
            <a:avLst/>
          </a:prstGeom>
          <a:noFill/>
        </p:spPr>
        <p:txBody>
          <a:bodyPr wrap="square" rtlCol="0">
            <a:spAutoFit/>
          </a:bodyPr>
          <a:lstStyle/>
          <a:p>
            <a:pPr algn="ctr" defTabSz="171416"/>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Lorem</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a:t>
            </a:r>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ipsum</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a:t>
            </a:r>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doloiar</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sit </a:t>
            </a:r>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comma</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a:t>
            </a:r>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amet</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a:t>
            </a:r>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Loremana</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a:t>
            </a:r>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ipsu</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nal </a:t>
            </a:r>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dolor</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sit </a:t>
            </a:r>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lolatias</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a:t>
            </a:r>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pulvinar</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a:t>
            </a:r>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ametian</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a:t>
            </a:r>
          </a:p>
        </p:txBody>
      </p:sp>
      <p:sp>
        <p:nvSpPr>
          <p:cNvPr id="15" name="AutoShape 5">
            <a:extLst>
              <a:ext uri="{FF2B5EF4-FFF2-40B4-BE49-F238E27FC236}">
                <a16:creationId xmlns:a16="http://schemas.microsoft.com/office/drawing/2014/main" id="{0147191C-EA7E-0B7D-288B-7F63366F2C96}"/>
              </a:ext>
            </a:extLst>
          </p:cNvPr>
          <p:cNvSpPr>
            <a:spLocks/>
          </p:cNvSpPr>
          <p:nvPr/>
        </p:nvSpPr>
        <p:spPr bwMode="auto">
          <a:xfrm>
            <a:off x="1992900" y="2562270"/>
            <a:ext cx="2298492" cy="2310838"/>
          </a:xfrm>
          <a:custGeom>
            <a:avLst/>
            <a:gdLst>
              <a:gd name="T0" fmla="+- 0 11305 1011"/>
              <a:gd name="T1" fmla="*/ T0 w 20589"/>
              <a:gd name="T2" fmla="*/ 10297 h 20595"/>
              <a:gd name="T3" fmla="+- 0 11305 1011"/>
              <a:gd name="T4" fmla="*/ T3 w 20589"/>
              <a:gd name="T5" fmla="*/ 10297 h 20595"/>
              <a:gd name="T6" fmla="+- 0 11305 1011"/>
              <a:gd name="T7" fmla="*/ T6 w 20589"/>
              <a:gd name="T8" fmla="*/ 10297 h 20595"/>
              <a:gd name="T9" fmla="+- 0 11305 1011"/>
              <a:gd name="T10" fmla="*/ T9 w 20589"/>
              <a:gd name="T11" fmla="*/ 10297 h 20595"/>
            </a:gdLst>
            <a:ahLst/>
            <a:cxnLst>
              <a:cxn ang="0">
                <a:pos x="T1" y="T2"/>
              </a:cxn>
              <a:cxn ang="0">
                <a:pos x="T4" y="T5"/>
              </a:cxn>
              <a:cxn ang="0">
                <a:pos x="T7" y="T8"/>
              </a:cxn>
              <a:cxn ang="0">
                <a:pos x="T10" y="T11"/>
              </a:cxn>
            </a:cxnLst>
            <a:rect l="0" t="0" r="r" b="b"/>
            <a:pathLst>
              <a:path w="20589" h="20595">
                <a:moveTo>
                  <a:pt x="10351" y="0"/>
                </a:moveTo>
                <a:cubicBezTo>
                  <a:pt x="7702" y="0"/>
                  <a:pt x="5053" y="1006"/>
                  <a:pt x="3031" y="3017"/>
                </a:cubicBezTo>
                <a:cubicBezTo>
                  <a:pt x="-1011" y="7038"/>
                  <a:pt x="-1011" y="13558"/>
                  <a:pt x="3031" y="17579"/>
                </a:cubicBezTo>
                <a:cubicBezTo>
                  <a:pt x="7074" y="21600"/>
                  <a:pt x="13628" y="21600"/>
                  <a:pt x="17670" y="17579"/>
                </a:cubicBezTo>
                <a:cubicBezTo>
                  <a:pt x="19323" y="15935"/>
                  <a:pt x="20288" y="13872"/>
                  <a:pt x="20589" y="11734"/>
                </a:cubicBezTo>
                <a:lnTo>
                  <a:pt x="17676" y="11734"/>
                </a:lnTo>
                <a:cubicBezTo>
                  <a:pt x="17400" y="13132"/>
                  <a:pt x="16718" y="14466"/>
                  <a:pt x="15630" y="15549"/>
                </a:cubicBezTo>
                <a:cubicBezTo>
                  <a:pt x="12714" y="18449"/>
                  <a:pt x="7987" y="18449"/>
                  <a:pt x="5072" y="15549"/>
                </a:cubicBezTo>
                <a:cubicBezTo>
                  <a:pt x="2156" y="12649"/>
                  <a:pt x="2156" y="7947"/>
                  <a:pt x="5072" y="5046"/>
                </a:cubicBezTo>
                <a:cubicBezTo>
                  <a:pt x="6529" y="3596"/>
                  <a:pt x="8440" y="2871"/>
                  <a:pt x="10351" y="2871"/>
                </a:cubicBezTo>
                <a:cubicBezTo>
                  <a:pt x="12261" y="2871"/>
                  <a:pt x="14172" y="3596"/>
                  <a:pt x="15630" y="5046"/>
                </a:cubicBezTo>
                <a:cubicBezTo>
                  <a:pt x="16718" y="6129"/>
                  <a:pt x="17400" y="7463"/>
                  <a:pt x="17676" y="8860"/>
                </a:cubicBezTo>
                <a:lnTo>
                  <a:pt x="20589" y="8860"/>
                </a:lnTo>
                <a:cubicBezTo>
                  <a:pt x="20287" y="6723"/>
                  <a:pt x="19322" y="4660"/>
                  <a:pt x="17670" y="3017"/>
                </a:cubicBezTo>
                <a:cubicBezTo>
                  <a:pt x="15649" y="1006"/>
                  <a:pt x="13000" y="0"/>
                  <a:pt x="10351" y="0"/>
                </a:cubicBezTo>
                <a:close/>
              </a:path>
            </a:pathLst>
          </a:custGeom>
          <a:solidFill>
            <a:schemeClr val="accent1"/>
          </a:solidFill>
          <a:ln>
            <a:noFill/>
          </a:ln>
          <a:effectLst/>
        </p:spPr>
        <p:txBody>
          <a:bodyPr lIns="19050" tIns="19050" rIns="19050" bIns="19050" anchor="ctr"/>
          <a:lstStyle/>
          <a:p>
            <a:pPr defTabSz="685663"/>
            <a:endParaRPr lang="en-US" altLang="en-US" sz="1200">
              <a:solidFill>
                <a:srgbClr val="FFFFFF"/>
              </a:solidFill>
              <a:ea typeface="Helvetica Light" panose="020B0403020202020204" pitchFamily="34" charset="0"/>
              <a:cs typeface="Poppins" pitchFamily="2" charset="77"/>
              <a:sym typeface="Helvetica Light" panose="020B0403020202020204" pitchFamily="34" charset="0"/>
            </a:endParaRPr>
          </a:p>
        </p:txBody>
      </p:sp>
      <p:sp>
        <p:nvSpPr>
          <p:cNvPr id="16" name="AutoShape 9">
            <a:extLst>
              <a:ext uri="{FF2B5EF4-FFF2-40B4-BE49-F238E27FC236}">
                <a16:creationId xmlns:a16="http://schemas.microsoft.com/office/drawing/2014/main" id="{1447F054-0F48-B5DF-1744-6C2CBFD2BAE0}"/>
              </a:ext>
            </a:extLst>
          </p:cNvPr>
          <p:cNvSpPr>
            <a:spLocks/>
          </p:cNvSpPr>
          <p:nvPr/>
        </p:nvSpPr>
        <p:spPr bwMode="auto">
          <a:xfrm>
            <a:off x="3965172" y="2562270"/>
            <a:ext cx="2285737" cy="2310838"/>
          </a:xfrm>
          <a:custGeom>
            <a:avLst/>
            <a:gdLst>
              <a:gd name="T0" fmla="*/ 10800 w 21600"/>
              <a:gd name="T1" fmla="*/ 10297 h 20595"/>
              <a:gd name="T2" fmla="*/ 10800 w 21600"/>
              <a:gd name="T3" fmla="*/ 10297 h 20595"/>
              <a:gd name="T4" fmla="*/ 10800 w 21600"/>
              <a:gd name="T5" fmla="*/ 10297 h 20595"/>
              <a:gd name="T6" fmla="*/ 10800 w 21600"/>
              <a:gd name="T7" fmla="*/ 10297 h 20595"/>
            </a:gdLst>
            <a:ahLst/>
            <a:cxnLst>
              <a:cxn ang="0">
                <a:pos x="T0" y="T1"/>
              </a:cxn>
              <a:cxn ang="0">
                <a:pos x="T2" y="T3"/>
              </a:cxn>
              <a:cxn ang="0">
                <a:pos x="T4" y="T5"/>
              </a:cxn>
              <a:cxn ang="0">
                <a:pos x="T6" y="T7"/>
              </a:cxn>
            </a:cxnLst>
            <a:rect l="0" t="0" r="r" b="b"/>
            <a:pathLst>
              <a:path w="21600" h="20595">
                <a:moveTo>
                  <a:pt x="10799" y="0"/>
                </a:moveTo>
                <a:cubicBezTo>
                  <a:pt x="8005" y="0"/>
                  <a:pt x="5210" y="1006"/>
                  <a:pt x="3078" y="3017"/>
                </a:cubicBezTo>
                <a:cubicBezTo>
                  <a:pt x="1337" y="4658"/>
                  <a:pt x="320" y="6717"/>
                  <a:pt x="0" y="8851"/>
                </a:cubicBezTo>
                <a:lnTo>
                  <a:pt x="3075" y="8851"/>
                </a:lnTo>
                <a:cubicBezTo>
                  <a:pt x="3367" y="7457"/>
                  <a:pt x="4085" y="6126"/>
                  <a:pt x="5230" y="5046"/>
                </a:cubicBezTo>
                <a:cubicBezTo>
                  <a:pt x="6768" y="3596"/>
                  <a:pt x="8784" y="2871"/>
                  <a:pt x="10799" y="2871"/>
                </a:cubicBezTo>
                <a:cubicBezTo>
                  <a:pt x="12815" y="2871"/>
                  <a:pt x="14830" y="3596"/>
                  <a:pt x="16368" y="5046"/>
                </a:cubicBezTo>
                <a:cubicBezTo>
                  <a:pt x="17516" y="6129"/>
                  <a:pt x="18236" y="7463"/>
                  <a:pt x="18527" y="8860"/>
                </a:cubicBezTo>
                <a:lnTo>
                  <a:pt x="21600" y="8860"/>
                </a:lnTo>
                <a:cubicBezTo>
                  <a:pt x="21282" y="6723"/>
                  <a:pt x="20264" y="4660"/>
                  <a:pt x="18521" y="3017"/>
                </a:cubicBezTo>
                <a:cubicBezTo>
                  <a:pt x="16388" y="1006"/>
                  <a:pt x="13594" y="0"/>
                  <a:pt x="10799" y="0"/>
                </a:cubicBezTo>
                <a:close/>
                <a:moveTo>
                  <a:pt x="18527" y="11734"/>
                </a:moveTo>
                <a:cubicBezTo>
                  <a:pt x="18236" y="13132"/>
                  <a:pt x="17517" y="14466"/>
                  <a:pt x="16368" y="15549"/>
                </a:cubicBezTo>
                <a:cubicBezTo>
                  <a:pt x="13293" y="18449"/>
                  <a:pt x="8306" y="18449"/>
                  <a:pt x="5230" y="15549"/>
                </a:cubicBezTo>
                <a:cubicBezTo>
                  <a:pt x="4085" y="14469"/>
                  <a:pt x="3367" y="13138"/>
                  <a:pt x="3075" y="11744"/>
                </a:cubicBezTo>
                <a:lnTo>
                  <a:pt x="0" y="11744"/>
                </a:lnTo>
                <a:cubicBezTo>
                  <a:pt x="320" y="13879"/>
                  <a:pt x="1337" y="15937"/>
                  <a:pt x="3078" y="17579"/>
                </a:cubicBezTo>
                <a:cubicBezTo>
                  <a:pt x="7342" y="21600"/>
                  <a:pt x="14256" y="21600"/>
                  <a:pt x="18521" y="17579"/>
                </a:cubicBezTo>
                <a:cubicBezTo>
                  <a:pt x="20264" y="15935"/>
                  <a:pt x="21282" y="13872"/>
                  <a:pt x="21600" y="11734"/>
                </a:cubicBezTo>
                <a:lnTo>
                  <a:pt x="18527" y="11734"/>
                </a:lnTo>
                <a:close/>
              </a:path>
            </a:pathLst>
          </a:custGeom>
          <a:solidFill>
            <a:schemeClr val="accent2"/>
          </a:solidFill>
          <a:ln>
            <a:noFill/>
          </a:ln>
          <a:effectLst/>
        </p:spPr>
        <p:txBody>
          <a:bodyPr lIns="19050" tIns="19050" rIns="19050" bIns="19050" anchor="ctr"/>
          <a:lstStyle/>
          <a:p>
            <a:pPr defTabSz="685663"/>
            <a:endParaRPr lang="en-US" altLang="en-US" sz="1200">
              <a:solidFill>
                <a:srgbClr val="FFFFFF"/>
              </a:solidFill>
              <a:ea typeface="Helvetica Light" panose="020B0403020202020204" pitchFamily="34" charset="0"/>
              <a:cs typeface="Poppins" pitchFamily="2" charset="77"/>
              <a:sym typeface="Helvetica Light" panose="020B0403020202020204" pitchFamily="34" charset="0"/>
            </a:endParaRPr>
          </a:p>
        </p:txBody>
      </p:sp>
      <p:sp>
        <p:nvSpPr>
          <p:cNvPr id="17" name="AutoShape 10">
            <a:extLst>
              <a:ext uri="{FF2B5EF4-FFF2-40B4-BE49-F238E27FC236}">
                <a16:creationId xmlns:a16="http://schemas.microsoft.com/office/drawing/2014/main" id="{6662F501-5D18-ACA7-89AD-590525D319D4}"/>
              </a:ext>
            </a:extLst>
          </p:cNvPr>
          <p:cNvSpPr>
            <a:spLocks/>
          </p:cNvSpPr>
          <p:nvPr/>
        </p:nvSpPr>
        <p:spPr bwMode="auto">
          <a:xfrm>
            <a:off x="5928212" y="2562270"/>
            <a:ext cx="2285571" cy="2310838"/>
          </a:xfrm>
          <a:custGeom>
            <a:avLst/>
            <a:gdLst>
              <a:gd name="T0" fmla="*/ 10800 w 21600"/>
              <a:gd name="T1" fmla="*/ 10297 h 20595"/>
              <a:gd name="T2" fmla="*/ 10800 w 21600"/>
              <a:gd name="T3" fmla="*/ 10297 h 20595"/>
              <a:gd name="T4" fmla="*/ 10800 w 21600"/>
              <a:gd name="T5" fmla="*/ 10297 h 20595"/>
              <a:gd name="T6" fmla="*/ 10800 w 21600"/>
              <a:gd name="T7" fmla="*/ 10297 h 20595"/>
            </a:gdLst>
            <a:ahLst/>
            <a:cxnLst>
              <a:cxn ang="0">
                <a:pos x="T0" y="T1"/>
              </a:cxn>
              <a:cxn ang="0">
                <a:pos x="T2" y="T3"/>
              </a:cxn>
              <a:cxn ang="0">
                <a:pos x="T4" y="T5"/>
              </a:cxn>
              <a:cxn ang="0">
                <a:pos x="T6" y="T7"/>
              </a:cxn>
            </a:cxnLst>
            <a:rect l="0" t="0" r="r" b="b"/>
            <a:pathLst>
              <a:path w="21600" h="20595">
                <a:moveTo>
                  <a:pt x="10798" y="0"/>
                </a:moveTo>
                <a:cubicBezTo>
                  <a:pt x="8004" y="0"/>
                  <a:pt x="5209" y="1006"/>
                  <a:pt x="3076" y="3017"/>
                </a:cubicBezTo>
                <a:cubicBezTo>
                  <a:pt x="1336" y="4658"/>
                  <a:pt x="320" y="6717"/>
                  <a:pt x="0" y="8851"/>
                </a:cubicBezTo>
                <a:lnTo>
                  <a:pt x="3075" y="8851"/>
                </a:lnTo>
                <a:cubicBezTo>
                  <a:pt x="3367" y="7457"/>
                  <a:pt x="4083" y="6126"/>
                  <a:pt x="5229" y="5046"/>
                </a:cubicBezTo>
                <a:cubicBezTo>
                  <a:pt x="6767" y="3596"/>
                  <a:pt x="8783" y="2871"/>
                  <a:pt x="10798" y="2871"/>
                </a:cubicBezTo>
                <a:cubicBezTo>
                  <a:pt x="12814" y="2871"/>
                  <a:pt x="14830" y="3596"/>
                  <a:pt x="16368" y="5046"/>
                </a:cubicBezTo>
                <a:cubicBezTo>
                  <a:pt x="17516" y="6129"/>
                  <a:pt x="18236" y="7463"/>
                  <a:pt x="18527" y="8860"/>
                </a:cubicBezTo>
                <a:lnTo>
                  <a:pt x="21600" y="8860"/>
                </a:lnTo>
                <a:cubicBezTo>
                  <a:pt x="21282" y="6723"/>
                  <a:pt x="20264" y="4660"/>
                  <a:pt x="18520" y="3017"/>
                </a:cubicBezTo>
                <a:cubicBezTo>
                  <a:pt x="16388" y="1006"/>
                  <a:pt x="13593" y="0"/>
                  <a:pt x="10798" y="0"/>
                </a:cubicBezTo>
                <a:close/>
                <a:moveTo>
                  <a:pt x="18527" y="11734"/>
                </a:moveTo>
                <a:cubicBezTo>
                  <a:pt x="18236" y="13132"/>
                  <a:pt x="17516" y="14466"/>
                  <a:pt x="16368" y="15549"/>
                </a:cubicBezTo>
                <a:cubicBezTo>
                  <a:pt x="13292" y="18449"/>
                  <a:pt x="8305" y="18449"/>
                  <a:pt x="5229" y="15549"/>
                </a:cubicBezTo>
                <a:cubicBezTo>
                  <a:pt x="4083" y="14469"/>
                  <a:pt x="3367" y="13138"/>
                  <a:pt x="3075" y="11744"/>
                </a:cubicBezTo>
                <a:lnTo>
                  <a:pt x="0" y="11744"/>
                </a:lnTo>
                <a:cubicBezTo>
                  <a:pt x="320" y="13879"/>
                  <a:pt x="1336" y="15937"/>
                  <a:pt x="3076" y="17579"/>
                </a:cubicBezTo>
                <a:cubicBezTo>
                  <a:pt x="7341" y="21600"/>
                  <a:pt x="14256" y="21600"/>
                  <a:pt x="18520" y="17579"/>
                </a:cubicBezTo>
                <a:cubicBezTo>
                  <a:pt x="20264" y="15935"/>
                  <a:pt x="21282" y="13872"/>
                  <a:pt x="21600" y="11734"/>
                </a:cubicBezTo>
                <a:lnTo>
                  <a:pt x="18527" y="11734"/>
                </a:lnTo>
                <a:close/>
              </a:path>
            </a:pathLst>
          </a:custGeom>
          <a:solidFill>
            <a:schemeClr val="accent3"/>
          </a:solidFill>
          <a:ln>
            <a:noFill/>
          </a:ln>
          <a:effectLst/>
        </p:spPr>
        <p:txBody>
          <a:bodyPr lIns="19050" tIns="19050" rIns="19050" bIns="19050" anchor="ctr"/>
          <a:lstStyle/>
          <a:p>
            <a:pPr defTabSz="685663"/>
            <a:endParaRPr lang="en-US" altLang="en-US" sz="1200">
              <a:solidFill>
                <a:srgbClr val="FFFFFF"/>
              </a:solidFill>
              <a:ea typeface="Helvetica Light" panose="020B0403020202020204" pitchFamily="34" charset="0"/>
              <a:cs typeface="Poppins" pitchFamily="2" charset="77"/>
              <a:sym typeface="Helvetica Light" panose="020B0403020202020204" pitchFamily="34" charset="0"/>
            </a:endParaRPr>
          </a:p>
        </p:txBody>
      </p:sp>
      <p:sp>
        <p:nvSpPr>
          <p:cNvPr id="18" name="AutoShape 11">
            <a:extLst>
              <a:ext uri="{FF2B5EF4-FFF2-40B4-BE49-F238E27FC236}">
                <a16:creationId xmlns:a16="http://schemas.microsoft.com/office/drawing/2014/main" id="{B9EBF620-1C13-9945-213A-66EC58E2BF34}"/>
              </a:ext>
            </a:extLst>
          </p:cNvPr>
          <p:cNvSpPr>
            <a:spLocks/>
          </p:cNvSpPr>
          <p:nvPr/>
        </p:nvSpPr>
        <p:spPr bwMode="auto">
          <a:xfrm>
            <a:off x="7893308" y="2562270"/>
            <a:ext cx="2298325" cy="2310838"/>
          </a:xfrm>
          <a:custGeom>
            <a:avLst/>
            <a:gdLst>
              <a:gd name="T0" fmla="*/ 10294 w 20589"/>
              <a:gd name="T1" fmla="*/ 10297 h 20595"/>
              <a:gd name="T2" fmla="*/ 10294 w 20589"/>
              <a:gd name="T3" fmla="*/ 10297 h 20595"/>
              <a:gd name="T4" fmla="*/ 10294 w 20589"/>
              <a:gd name="T5" fmla="*/ 10297 h 20595"/>
              <a:gd name="T6" fmla="*/ 10294 w 20589"/>
              <a:gd name="T7" fmla="*/ 10297 h 20595"/>
            </a:gdLst>
            <a:ahLst/>
            <a:cxnLst>
              <a:cxn ang="0">
                <a:pos x="T0" y="T1"/>
              </a:cxn>
              <a:cxn ang="0">
                <a:pos x="T2" y="T3"/>
              </a:cxn>
              <a:cxn ang="0">
                <a:pos x="T4" y="T5"/>
              </a:cxn>
              <a:cxn ang="0">
                <a:pos x="T6" y="T7"/>
              </a:cxn>
            </a:cxnLst>
            <a:rect l="0" t="0" r="r" b="b"/>
            <a:pathLst>
              <a:path w="20589" h="20595">
                <a:moveTo>
                  <a:pt x="10238" y="0"/>
                </a:moveTo>
                <a:cubicBezTo>
                  <a:pt x="7588" y="0"/>
                  <a:pt x="4939" y="1006"/>
                  <a:pt x="2918" y="3017"/>
                </a:cubicBezTo>
                <a:cubicBezTo>
                  <a:pt x="1268" y="4658"/>
                  <a:pt x="303" y="6717"/>
                  <a:pt x="0" y="8851"/>
                </a:cubicBezTo>
                <a:lnTo>
                  <a:pt x="2915" y="8851"/>
                </a:lnTo>
                <a:cubicBezTo>
                  <a:pt x="3192" y="7457"/>
                  <a:pt x="3872" y="6126"/>
                  <a:pt x="4958" y="5046"/>
                </a:cubicBezTo>
                <a:cubicBezTo>
                  <a:pt x="6416" y="3596"/>
                  <a:pt x="8327" y="2871"/>
                  <a:pt x="10238" y="2871"/>
                </a:cubicBezTo>
                <a:cubicBezTo>
                  <a:pt x="12148" y="2871"/>
                  <a:pt x="14059" y="3596"/>
                  <a:pt x="15517" y="5046"/>
                </a:cubicBezTo>
                <a:cubicBezTo>
                  <a:pt x="18433" y="7947"/>
                  <a:pt x="18433" y="12649"/>
                  <a:pt x="15517" y="15549"/>
                </a:cubicBezTo>
                <a:cubicBezTo>
                  <a:pt x="12601" y="18449"/>
                  <a:pt x="7874" y="18449"/>
                  <a:pt x="4958" y="15549"/>
                </a:cubicBezTo>
                <a:cubicBezTo>
                  <a:pt x="3872" y="14469"/>
                  <a:pt x="3192" y="13138"/>
                  <a:pt x="2915" y="11744"/>
                </a:cubicBezTo>
                <a:lnTo>
                  <a:pt x="0" y="11744"/>
                </a:lnTo>
                <a:cubicBezTo>
                  <a:pt x="303" y="13879"/>
                  <a:pt x="1268" y="15937"/>
                  <a:pt x="2918" y="17579"/>
                </a:cubicBezTo>
                <a:cubicBezTo>
                  <a:pt x="6960" y="21600"/>
                  <a:pt x="13515" y="21600"/>
                  <a:pt x="17557" y="17579"/>
                </a:cubicBezTo>
                <a:cubicBezTo>
                  <a:pt x="21600" y="13557"/>
                  <a:pt x="21600" y="7038"/>
                  <a:pt x="17557" y="3017"/>
                </a:cubicBezTo>
                <a:cubicBezTo>
                  <a:pt x="15536" y="1006"/>
                  <a:pt x="12887" y="0"/>
                  <a:pt x="10238" y="0"/>
                </a:cubicBezTo>
                <a:close/>
              </a:path>
            </a:pathLst>
          </a:custGeom>
          <a:solidFill>
            <a:schemeClr val="accent4"/>
          </a:solidFill>
          <a:ln>
            <a:noFill/>
          </a:ln>
          <a:effectLst/>
        </p:spPr>
        <p:txBody>
          <a:bodyPr lIns="19050" tIns="19050" rIns="19050" bIns="19050" anchor="ctr"/>
          <a:lstStyle/>
          <a:p>
            <a:pPr defTabSz="685663"/>
            <a:endParaRPr lang="en-US" altLang="en-US" sz="1200">
              <a:solidFill>
                <a:srgbClr val="FFFFFF"/>
              </a:solidFill>
              <a:ea typeface="Helvetica Light" panose="020B0403020202020204" pitchFamily="34" charset="0"/>
              <a:cs typeface="Poppins" pitchFamily="2" charset="77"/>
              <a:sym typeface="Helvetica Light" panose="020B0403020202020204" pitchFamily="34" charset="0"/>
            </a:endParaRPr>
          </a:p>
        </p:txBody>
      </p:sp>
      <p:sp>
        <p:nvSpPr>
          <p:cNvPr id="19" name="Rectangle 18">
            <a:extLst>
              <a:ext uri="{FF2B5EF4-FFF2-40B4-BE49-F238E27FC236}">
                <a16:creationId xmlns:a16="http://schemas.microsoft.com/office/drawing/2014/main" id="{265D3FCA-441F-1B17-CA65-45D8DEFC8441}"/>
              </a:ext>
            </a:extLst>
          </p:cNvPr>
          <p:cNvSpPr/>
          <p:nvPr/>
        </p:nvSpPr>
        <p:spPr>
          <a:xfrm flipH="1">
            <a:off x="2340383" y="3533023"/>
            <a:ext cx="1603524" cy="369332"/>
          </a:xfrm>
          <a:prstGeom prst="rect">
            <a:avLst/>
          </a:prstGeom>
        </p:spPr>
        <p:txBody>
          <a:bodyPr wrap="square">
            <a:spAutoFit/>
          </a:bodyPr>
          <a:lstStyle/>
          <a:p>
            <a:pPr algn="ctr" defTabSz="685663"/>
            <a:r>
              <a:rPr lang="en-US" b="1">
                <a:solidFill>
                  <a:schemeClr val="accent1"/>
                </a:solidFill>
                <a:latin typeface="Aptos" panose="020B0004020202020204" pitchFamily="34" charset="0"/>
                <a:ea typeface="Roboto Medium" panose="02000000000000000000" pitchFamily="2" charset="0"/>
                <a:cs typeface="Poppins" pitchFamily="2" charset="77"/>
              </a:rPr>
              <a:t>Desire</a:t>
            </a:r>
          </a:p>
        </p:txBody>
      </p:sp>
      <p:sp>
        <p:nvSpPr>
          <p:cNvPr id="20" name="Rectangle 19">
            <a:extLst>
              <a:ext uri="{FF2B5EF4-FFF2-40B4-BE49-F238E27FC236}">
                <a16:creationId xmlns:a16="http://schemas.microsoft.com/office/drawing/2014/main" id="{4B288A27-6199-C8FA-58A1-ED277E2464C4}"/>
              </a:ext>
            </a:extLst>
          </p:cNvPr>
          <p:cNvSpPr/>
          <p:nvPr/>
        </p:nvSpPr>
        <p:spPr>
          <a:xfrm flipH="1">
            <a:off x="4306276" y="3533023"/>
            <a:ext cx="1603524" cy="369332"/>
          </a:xfrm>
          <a:prstGeom prst="rect">
            <a:avLst/>
          </a:prstGeom>
        </p:spPr>
        <p:txBody>
          <a:bodyPr wrap="square">
            <a:spAutoFit/>
          </a:bodyPr>
          <a:lstStyle/>
          <a:p>
            <a:pPr algn="ctr" defTabSz="685663"/>
            <a:r>
              <a:rPr lang="en-US" b="1">
                <a:solidFill>
                  <a:schemeClr val="accent1"/>
                </a:solidFill>
                <a:latin typeface="Aptos" panose="020B0004020202020204" pitchFamily="34" charset="0"/>
                <a:ea typeface="Roboto Medium" panose="02000000000000000000" pitchFamily="2" charset="0"/>
                <a:cs typeface="Montserrat" charset="0"/>
              </a:rPr>
              <a:t>Awareness</a:t>
            </a:r>
            <a:endParaRPr lang="en-US" b="1">
              <a:solidFill>
                <a:schemeClr val="accent1"/>
              </a:solidFill>
              <a:latin typeface="Aptos" panose="020B0004020202020204" pitchFamily="34" charset="0"/>
              <a:ea typeface="Roboto Medium" panose="02000000000000000000" pitchFamily="2" charset="0"/>
              <a:cs typeface="Poppins" pitchFamily="2" charset="77"/>
            </a:endParaRPr>
          </a:p>
        </p:txBody>
      </p:sp>
      <p:sp>
        <p:nvSpPr>
          <p:cNvPr id="21" name="Rectangle 20">
            <a:extLst>
              <a:ext uri="{FF2B5EF4-FFF2-40B4-BE49-F238E27FC236}">
                <a16:creationId xmlns:a16="http://schemas.microsoft.com/office/drawing/2014/main" id="{B7BC52CF-0E4E-C9F7-9237-43ABAA219F89}"/>
              </a:ext>
            </a:extLst>
          </p:cNvPr>
          <p:cNvSpPr/>
          <p:nvPr/>
        </p:nvSpPr>
        <p:spPr>
          <a:xfrm flipH="1">
            <a:off x="6269233" y="3533023"/>
            <a:ext cx="1603524" cy="369332"/>
          </a:xfrm>
          <a:prstGeom prst="rect">
            <a:avLst/>
          </a:prstGeom>
        </p:spPr>
        <p:txBody>
          <a:bodyPr wrap="square">
            <a:spAutoFit/>
          </a:bodyPr>
          <a:lstStyle/>
          <a:p>
            <a:pPr algn="ctr" defTabSz="685663"/>
            <a:r>
              <a:rPr lang="en-US" b="1">
                <a:solidFill>
                  <a:schemeClr val="accent1"/>
                </a:solidFill>
                <a:latin typeface="Aptos" panose="020B0004020202020204" pitchFamily="34" charset="0"/>
                <a:ea typeface="Roboto Medium" panose="02000000000000000000" pitchFamily="2" charset="0"/>
                <a:cs typeface="Poppins" pitchFamily="2" charset="77"/>
              </a:rPr>
              <a:t>Knowledge</a:t>
            </a:r>
          </a:p>
        </p:txBody>
      </p:sp>
      <p:sp>
        <p:nvSpPr>
          <p:cNvPr id="22" name="Rectangle 21">
            <a:extLst>
              <a:ext uri="{FF2B5EF4-FFF2-40B4-BE49-F238E27FC236}">
                <a16:creationId xmlns:a16="http://schemas.microsoft.com/office/drawing/2014/main" id="{EEE42CB9-0A39-3FD0-CB5F-F911DFDF4B09}"/>
              </a:ext>
            </a:extLst>
          </p:cNvPr>
          <p:cNvSpPr/>
          <p:nvPr/>
        </p:nvSpPr>
        <p:spPr>
          <a:xfrm flipH="1">
            <a:off x="7846510" y="3533023"/>
            <a:ext cx="2352590" cy="369332"/>
          </a:xfrm>
          <a:prstGeom prst="rect">
            <a:avLst/>
          </a:prstGeom>
        </p:spPr>
        <p:txBody>
          <a:bodyPr wrap="square">
            <a:spAutoFit/>
          </a:bodyPr>
          <a:lstStyle/>
          <a:p>
            <a:pPr algn="ctr" defTabSz="685663"/>
            <a:r>
              <a:rPr lang="en-US" b="1">
                <a:solidFill>
                  <a:schemeClr val="accent1"/>
                </a:solidFill>
                <a:latin typeface="Aptos" panose="020B0004020202020204" pitchFamily="34" charset="0"/>
                <a:ea typeface="Roboto Medium" panose="02000000000000000000" pitchFamily="2" charset="0"/>
                <a:cs typeface="Poppins" pitchFamily="2" charset="77"/>
              </a:rPr>
              <a:t>Reinforcement</a:t>
            </a:r>
            <a:endParaRPr lang="en-US" b="1">
              <a:solidFill>
                <a:schemeClr val="accent1"/>
              </a:solidFill>
              <a:latin typeface="Aptos" panose="020B0004020202020204" pitchFamily="34" charset="0"/>
              <a:ea typeface="Roboto Medium" panose="02000000000000000000" pitchFamily="2" charset="0"/>
              <a:cs typeface="Montserrat" charset="0"/>
            </a:endParaRPr>
          </a:p>
        </p:txBody>
      </p:sp>
      <p:sp>
        <p:nvSpPr>
          <p:cNvPr id="12" name="TextBox 11">
            <a:extLst>
              <a:ext uri="{FF2B5EF4-FFF2-40B4-BE49-F238E27FC236}">
                <a16:creationId xmlns:a16="http://schemas.microsoft.com/office/drawing/2014/main" id="{D72EA705-2684-F23D-E766-498826560751}"/>
              </a:ext>
            </a:extLst>
          </p:cNvPr>
          <p:cNvSpPr txBox="1"/>
          <p:nvPr/>
        </p:nvSpPr>
        <p:spPr>
          <a:xfrm flipH="1">
            <a:off x="4197440" y="5019710"/>
            <a:ext cx="1821194" cy="830997"/>
          </a:xfrm>
          <a:prstGeom prst="rect">
            <a:avLst/>
          </a:prstGeom>
          <a:noFill/>
        </p:spPr>
        <p:txBody>
          <a:bodyPr wrap="square" rtlCol="0">
            <a:spAutoFit/>
          </a:bodyPr>
          <a:lstStyle/>
          <a:p>
            <a:pPr algn="ctr">
              <a:spcAft>
                <a:spcPts val="600"/>
              </a:spcAft>
              <a:buClr>
                <a:srgbClr val="047A85"/>
              </a:buClr>
              <a:tabLst>
                <a:tab pos="352425" algn="l"/>
              </a:tabLst>
              <a:defRPr/>
            </a:pPr>
            <a:r>
              <a:rPr lang="en-GB" sz="1200">
                <a:solidFill>
                  <a:schemeClr val="tx1">
                    <a:lumMod val="65000"/>
                    <a:lumOff val="35000"/>
                  </a:schemeClr>
                </a:solidFill>
                <a:latin typeface="Aptos" panose="020B0004020202020204" pitchFamily="34" charset="0"/>
              </a:rPr>
              <a:t>Sit </a:t>
            </a:r>
            <a:r>
              <a:rPr lang="en-GB" sz="1200" err="1">
                <a:solidFill>
                  <a:schemeClr val="tx1">
                    <a:lumMod val="65000"/>
                    <a:lumOff val="35000"/>
                  </a:schemeClr>
                </a:solidFill>
                <a:latin typeface="Aptos" panose="020B0004020202020204" pitchFamily="34" charset="0"/>
              </a:rPr>
              <a:t>amet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nulla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facilisi</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mo</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tempuse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iaculisa</a:t>
            </a:r>
            <a:r>
              <a:rPr lang="en-GB" sz="1200">
                <a:solidFill>
                  <a:schemeClr val="tx1">
                    <a:lumMod val="65000"/>
                    <a:lumOff val="35000"/>
                  </a:schemeClr>
                </a:solidFill>
                <a:latin typeface="Aptos" panose="020B0004020202020204" pitchFamily="34" charset="0"/>
              </a:rPr>
              <a:t> s</a:t>
            </a:r>
            <a:r>
              <a:rPr lang="en-GB" sz="1200" err="1">
                <a:solidFill>
                  <a:schemeClr val="tx1">
                    <a:lumMod val="65000"/>
                    <a:lumOff val="35000"/>
                  </a:schemeClr>
                </a:solidFill>
                <a:latin typeface="Aptos" panose="020B0004020202020204" pitchFamily="34" charset="0"/>
              </a:rPr>
              <a:t>edant</a:t>
            </a:r>
            <a:r>
              <a:rPr lang="en-GB" sz="1200">
                <a:solidFill>
                  <a:schemeClr val="tx1">
                    <a:lumMod val="65000"/>
                    <a:lumOff val="35000"/>
                  </a:schemeClr>
                </a:solidFill>
                <a:latin typeface="Aptos" panose="020B0004020202020204" pitchFamily="34" charset="0"/>
              </a:rPr>
              <a:t> pulvinar </a:t>
            </a:r>
            <a:r>
              <a:rPr lang="en-GB" sz="1200" err="1">
                <a:solidFill>
                  <a:schemeClr val="tx1">
                    <a:lumMod val="65000"/>
                    <a:lumOff val="35000"/>
                  </a:schemeClr>
                </a:solidFill>
                <a:latin typeface="Aptos" panose="020B0004020202020204" pitchFamily="34" charset="0"/>
              </a:rPr>
              <a:t>proin</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emastiara</a:t>
            </a:r>
            <a:r>
              <a:rPr lang="en-GB" sz="1200">
                <a:solidFill>
                  <a:schemeClr val="tx1">
                    <a:lumMod val="65000"/>
                    <a:lumOff val="35000"/>
                  </a:schemeClr>
                </a:solidFill>
                <a:latin typeface="Aptos" panose="020B0004020202020204" pitchFamily="34" charset="0"/>
              </a:rPr>
              <a:t> gravid lena.</a:t>
            </a:r>
            <a:endParaRPr lang="en-GR" sz="1200">
              <a:solidFill>
                <a:schemeClr val="tx1">
                  <a:lumMod val="65000"/>
                  <a:lumOff val="35000"/>
                </a:schemeClr>
              </a:solidFill>
              <a:latin typeface="Aptos" panose="020B0004020202020204" pitchFamily="34" charset="0"/>
            </a:endParaRPr>
          </a:p>
        </p:txBody>
      </p:sp>
      <p:sp>
        <p:nvSpPr>
          <p:cNvPr id="13" name="TextBox 12">
            <a:extLst>
              <a:ext uri="{FF2B5EF4-FFF2-40B4-BE49-F238E27FC236}">
                <a16:creationId xmlns:a16="http://schemas.microsoft.com/office/drawing/2014/main" id="{20F9F684-7F22-35E3-EA1D-F06D930153E5}"/>
              </a:ext>
            </a:extLst>
          </p:cNvPr>
          <p:cNvSpPr txBox="1"/>
          <p:nvPr/>
        </p:nvSpPr>
        <p:spPr>
          <a:xfrm flipH="1">
            <a:off x="6164655" y="5019710"/>
            <a:ext cx="1821194" cy="830997"/>
          </a:xfrm>
          <a:prstGeom prst="rect">
            <a:avLst/>
          </a:prstGeom>
          <a:noFill/>
        </p:spPr>
        <p:txBody>
          <a:bodyPr wrap="square" rtlCol="0">
            <a:spAutoFit/>
          </a:bodyPr>
          <a:lstStyle/>
          <a:p>
            <a:pPr algn="ctr">
              <a:spcAft>
                <a:spcPts val="600"/>
              </a:spcAft>
              <a:buClr>
                <a:srgbClr val="047A85"/>
              </a:buClr>
              <a:tabLst>
                <a:tab pos="352425" algn="l"/>
              </a:tabLst>
              <a:defRPr/>
            </a:pPr>
            <a:r>
              <a:rPr lang="en-GB" sz="1200">
                <a:solidFill>
                  <a:schemeClr val="tx1">
                    <a:lumMod val="65000"/>
                    <a:lumOff val="35000"/>
                  </a:schemeClr>
                </a:solidFill>
                <a:latin typeface="Aptos" panose="020B0004020202020204" pitchFamily="34" charset="0"/>
              </a:rPr>
              <a:t>Maecenas </a:t>
            </a:r>
            <a:r>
              <a:rPr lang="en-GB" sz="1200" err="1">
                <a:solidFill>
                  <a:schemeClr val="tx1">
                    <a:lumMod val="65000"/>
                    <a:lumOff val="35000"/>
                  </a:schemeClr>
                </a:solidFill>
                <a:latin typeface="Aptos" panose="020B0004020202020204" pitchFamily="34" charset="0"/>
              </a:rPr>
              <a:t>pharetrarc</a:t>
            </a:r>
            <a:r>
              <a:rPr lang="en-GB" sz="1200">
                <a:solidFill>
                  <a:schemeClr val="tx1">
                    <a:lumMod val="65000"/>
                    <a:lumOff val="35000"/>
                  </a:schemeClr>
                </a:solidFill>
                <a:latin typeface="Aptos" panose="020B0004020202020204" pitchFamily="34" charset="0"/>
              </a:rPr>
              <a:t> at </a:t>
            </a:r>
            <a:r>
              <a:rPr lang="en-GB" sz="1200" err="1">
                <a:solidFill>
                  <a:schemeClr val="tx1">
                    <a:lumMod val="65000"/>
                    <a:lumOff val="35000"/>
                  </a:schemeClr>
                </a:solidFill>
                <a:latin typeface="Aptos" panose="020B0004020202020204" pitchFamily="34" charset="0"/>
              </a:rPr>
              <a:t>posure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morbi</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leo</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urni</a:t>
            </a:r>
            <a:r>
              <a:rPr lang="en-GB" sz="1200">
                <a:solidFill>
                  <a:schemeClr val="tx1">
                    <a:lumMod val="65000"/>
                    <a:lumOff val="35000"/>
                  </a:schemeClr>
                </a:solidFill>
                <a:latin typeface="Aptos" panose="020B0004020202020204" pitchFamily="34" charset="0"/>
              </a:rPr>
              <a:t> mi </a:t>
            </a:r>
            <a:r>
              <a:rPr lang="en-GB" sz="1200" err="1">
                <a:solidFill>
                  <a:schemeClr val="tx1">
                    <a:lumMod val="65000"/>
                    <a:lumOff val="35000"/>
                  </a:schemeClr>
                </a:solidFill>
                <a:latin typeface="Aptos" panose="020B0004020202020204" pitchFamily="34" charset="0"/>
              </a:rPr>
              <a:t>molestie</a:t>
            </a:r>
            <a:r>
              <a:rPr lang="en-GB" sz="1200">
                <a:solidFill>
                  <a:schemeClr val="tx1">
                    <a:lumMod val="65000"/>
                    <a:lumOff val="35000"/>
                  </a:schemeClr>
                </a:solidFill>
                <a:latin typeface="Aptos" panose="020B0004020202020204" pitchFamily="34" charset="0"/>
              </a:rPr>
              <a:t>. Purus </a:t>
            </a:r>
            <a:r>
              <a:rPr lang="en-GB" sz="1200" err="1">
                <a:solidFill>
                  <a:schemeClr val="tx1">
                    <a:lumMod val="65000"/>
                    <a:lumOff val="35000"/>
                  </a:schemeClr>
                </a:solidFill>
                <a:latin typeface="Aptos" panose="020B0004020202020204" pitchFamily="34" charset="0"/>
              </a:rPr>
              <a:t>inma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tel</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nec</a:t>
            </a:r>
            <a:r>
              <a:rPr lang="en-GB" sz="1200">
                <a:solidFill>
                  <a:schemeClr val="tx1">
                    <a:lumMod val="65000"/>
                    <a:lumOff val="35000"/>
                  </a:schemeClr>
                </a:solidFill>
                <a:latin typeface="Aptos" panose="020B0004020202020204" pitchFamily="34" charset="0"/>
              </a:rPr>
              <a:t> r</a:t>
            </a:r>
            <a:r>
              <a:rPr lang="en-GB" sz="1200" err="1">
                <a:solidFill>
                  <a:schemeClr val="tx1">
                    <a:lumMod val="65000"/>
                    <a:lumOff val="35000"/>
                  </a:schemeClr>
                </a:solidFill>
                <a:latin typeface="Aptos" panose="020B0004020202020204" pitchFamily="34" charset="0"/>
              </a:rPr>
              <a:t>isus</a:t>
            </a:r>
            <a:r>
              <a:rPr lang="en-GB" sz="1200">
                <a:solidFill>
                  <a:schemeClr val="tx1">
                    <a:lumMod val="65000"/>
                    <a:lumOff val="35000"/>
                  </a:schemeClr>
                </a:solidFill>
                <a:latin typeface="Aptos" panose="020B0004020202020204" pitchFamily="34" charset="0"/>
              </a:rPr>
              <a:t> at.</a:t>
            </a:r>
            <a:endParaRPr lang="en-GR" sz="1200">
              <a:solidFill>
                <a:schemeClr val="tx1">
                  <a:lumMod val="65000"/>
                  <a:lumOff val="35000"/>
                </a:schemeClr>
              </a:solidFill>
              <a:latin typeface="Aptos" panose="020B0004020202020204" pitchFamily="34" charset="0"/>
            </a:endParaRPr>
          </a:p>
        </p:txBody>
      </p:sp>
      <p:sp>
        <p:nvSpPr>
          <p:cNvPr id="14" name="TextBox 13">
            <a:extLst>
              <a:ext uri="{FF2B5EF4-FFF2-40B4-BE49-F238E27FC236}">
                <a16:creationId xmlns:a16="http://schemas.microsoft.com/office/drawing/2014/main" id="{B141BD21-7BC4-25B2-D002-5E8A4A8830D6}"/>
              </a:ext>
            </a:extLst>
          </p:cNvPr>
          <p:cNvSpPr txBox="1"/>
          <p:nvPr/>
        </p:nvSpPr>
        <p:spPr>
          <a:xfrm flipH="1">
            <a:off x="8131871" y="5019710"/>
            <a:ext cx="1821194" cy="830997"/>
          </a:xfrm>
          <a:prstGeom prst="rect">
            <a:avLst/>
          </a:prstGeom>
          <a:noFill/>
        </p:spPr>
        <p:txBody>
          <a:bodyPr wrap="square" rtlCol="0">
            <a:spAutoFit/>
          </a:bodyPr>
          <a:lstStyle/>
          <a:p>
            <a:pPr algn="ctr">
              <a:spcAft>
                <a:spcPts val="600"/>
              </a:spcAft>
              <a:buClr>
                <a:srgbClr val="047A85"/>
              </a:buClr>
              <a:tabLst>
                <a:tab pos="352425" algn="l"/>
              </a:tabLst>
              <a:defRPr/>
            </a:pPr>
            <a:r>
              <a:rPr lang="en-GB" sz="1200">
                <a:solidFill>
                  <a:schemeClr val="tx1">
                    <a:lumMod val="65000"/>
                    <a:lumOff val="35000"/>
                  </a:schemeClr>
                </a:solidFill>
                <a:latin typeface="Aptos" panose="020B0004020202020204" pitchFamily="34" charset="0"/>
              </a:rPr>
              <a:t>Mattis </a:t>
            </a:r>
            <a:r>
              <a:rPr lang="en-GB" sz="1200" err="1">
                <a:solidFill>
                  <a:schemeClr val="tx1">
                    <a:lumMod val="65000"/>
                    <a:lumOff val="35000"/>
                  </a:schemeClr>
                </a:solidFill>
                <a:latin typeface="Aptos" panose="020B0004020202020204" pitchFamily="34" charset="0"/>
              </a:rPr>
              <a:t>rhoncus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urna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apli</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neque</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viverraer</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justonar</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gestas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pretium</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aeneriani</a:t>
            </a:r>
            <a:r>
              <a:rPr lang="en-GB" sz="1200">
                <a:solidFill>
                  <a:schemeClr val="tx1">
                    <a:lumMod val="65000"/>
                    <a:lumOff val="35000"/>
                  </a:schemeClr>
                </a:solidFill>
                <a:latin typeface="Aptos" panose="020B0004020202020204" pitchFamily="34" charset="0"/>
              </a:rPr>
              <a:t> pharetra magna.</a:t>
            </a:r>
            <a:endParaRPr lang="en-GR" sz="1200">
              <a:solidFill>
                <a:schemeClr val="tx1">
                  <a:lumMod val="65000"/>
                  <a:lumOff val="35000"/>
                </a:schemeClr>
              </a:solidFill>
              <a:latin typeface="Aptos" panose="020B0004020202020204" pitchFamily="34" charset="0"/>
            </a:endParaRPr>
          </a:p>
        </p:txBody>
      </p:sp>
      <p:sp>
        <p:nvSpPr>
          <p:cNvPr id="3" name="Text Placeholder 2">
            <a:extLst>
              <a:ext uri="{FF2B5EF4-FFF2-40B4-BE49-F238E27FC236}">
                <a16:creationId xmlns:a16="http://schemas.microsoft.com/office/drawing/2014/main" id="{E6369C63-2D27-3B04-2E98-61A2D202A238}"/>
              </a:ext>
            </a:extLst>
          </p:cNvPr>
          <p:cNvSpPr>
            <a:spLocks noGrp="1"/>
          </p:cNvSpPr>
          <p:nvPr>
            <p:ph type="body" sz="quarter" idx="25"/>
          </p:nvPr>
        </p:nvSpPr>
        <p:spPr/>
        <p:txBody>
          <a:bodyPr/>
          <a:lstStyle/>
          <a:p>
            <a:r>
              <a:rPr lang="en-GR"/>
              <a:t>Infographic</a:t>
            </a:r>
          </a:p>
        </p:txBody>
      </p:sp>
    </p:spTree>
    <p:extLst>
      <p:ext uri="{BB962C8B-B14F-4D97-AF65-F5344CB8AC3E}">
        <p14:creationId xmlns:p14="http://schemas.microsoft.com/office/powerpoint/2010/main" val="352085549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 Placeholder 49">
            <a:extLst>
              <a:ext uri="{FF2B5EF4-FFF2-40B4-BE49-F238E27FC236}">
                <a16:creationId xmlns:a16="http://schemas.microsoft.com/office/drawing/2014/main" id="{C2C2E8DA-F464-C6B4-9E51-C9C8BBFD651C}"/>
              </a:ext>
            </a:extLst>
          </p:cNvPr>
          <p:cNvSpPr>
            <a:spLocks noGrp="1"/>
          </p:cNvSpPr>
          <p:nvPr>
            <p:ph type="body" sz="quarter" idx="14"/>
          </p:nvPr>
        </p:nvSpPr>
        <p:spPr>
          <a:xfrm>
            <a:off x="331201" y="1268822"/>
            <a:ext cx="7939040" cy="364908"/>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4" name="Slide Number Placeholder 3">
            <a:extLst>
              <a:ext uri="{FF2B5EF4-FFF2-40B4-BE49-F238E27FC236}">
                <a16:creationId xmlns:a16="http://schemas.microsoft.com/office/drawing/2014/main" id="{7CA8256E-92F4-9B1E-033B-8ACB5FCA712D}"/>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171</a:t>
            </a:fld>
            <a:endParaRPr lang="en-GR"/>
          </a:p>
        </p:txBody>
      </p:sp>
      <p:sp>
        <p:nvSpPr>
          <p:cNvPr id="5" name="Text Placeholder 4">
            <a:extLst>
              <a:ext uri="{FF2B5EF4-FFF2-40B4-BE49-F238E27FC236}">
                <a16:creationId xmlns:a16="http://schemas.microsoft.com/office/drawing/2014/main" id="{C6CF4DA7-F28E-2447-015F-83448CAEB8C4}"/>
              </a:ext>
            </a:extLst>
          </p:cNvPr>
          <p:cNvSpPr>
            <a:spLocks noGrp="1"/>
          </p:cNvSpPr>
          <p:nvPr>
            <p:ph type="body" sz="quarter" idx="25"/>
          </p:nvPr>
        </p:nvSpPr>
        <p:spPr>
          <a:xfrm>
            <a:off x="332318" y="741496"/>
            <a:ext cx="11531549" cy="334515"/>
          </a:xfrm>
        </p:spPr>
        <p:txBody>
          <a:bodyPr/>
          <a:lstStyle/>
          <a:p>
            <a:r>
              <a:rPr lang="en-GR"/>
              <a:t>Infographic</a:t>
            </a:r>
          </a:p>
        </p:txBody>
      </p:sp>
      <p:sp>
        <p:nvSpPr>
          <p:cNvPr id="8" name="Rectangle 7">
            <a:extLst>
              <a:ext uri="{FF2B5EF4-FFF2-40B4-BE49-F238E27FC236}">
                <a16:creationId xmlns:a16="http://schemas.microsoft.com/office/drawing/2014/main" id="{8706CB58-251C-9FC7-B793-4ED466DF9367}"/>
              </a:ext>
            </a:extLst>
          </p:cNvPr>
          <p:cNvSpPr/>
          <p:nvPr/>
        </p:nvSpPr>
        <p:spPr>
          <a:xfrm>
            <a:off x="342419" y="1997612"/>
            <a:ext cx="11513031" cy="4311748"/>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9" name="Фигура">
            <a:extLst>
              <a:ext uri="{FF2B5EF4-FFF2-40B4-BE49-F238E27FC236}">
                <a16:creationId xmlns:a16="http://schemas.microsoft.com/office/drawing/2014/main" id="{8F7EFA2B-8CB6-A8EA-808A-C593E833D51C}"/>
              </a:ext>
            </a:extLst>
          </p:cNvPr>
          <p:cNvSpPr>
            <a:spLocks/>
          </p:cNvSpPr>
          <p:nvPr/>
        </p:nvSpPr>
        <p:spPr bwMode="auto">
          <a:xfrm>
            <a:off x="2126289" y="2948510"/>
            <a:ext cx="3226257" cy="1613885"/>
          </a:xfrm>
          <a:custGeom>
            <a:avLst/>
            <a:gdLst>
              <a:gd name="T0" fmla="*/ 1663316911 w 21600"/>
              <a:gd name="T1" fmla="*/ 428827845 h 21600"/>
              <a:gd name="T2" fmla="*/ 1663316911 w 21600"/>
              <a:gd name="T3" fmla="*/ 428827845 h 21600"/>
              <a:gd name="T4" fmla="*/ 1663316911 w 21600"/>
              <a:gd name="T5" fmla="*/ 428827845 h 21600"/>
              <a:gd name="T6" fmla="*/ 1663316911 w 21600"/>
              <a:gd name="T7" fmla="*/ 428827845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21550" y="7731"/>
                </a:moveTo>
                <a:lnTo>
                  <a:pt x="18428" y="0"/>
                </a:lnTo>
                <a:lnTo>
                  <a:pt x="0" y="0"/>
                </a:lnTo>
                <a:lnTo>
                  <a:pt x="0" y="21600"/>
                </a:lnTo>
                <a:lnTo>
                  <a:pt x="18424" y="21600"/>
                </a:lnTo>
                <a:lnTo>
                  <a:pt x="21600" y="14028"/>
                </a:lnTo>
                <a:lnTo>
                  <a:pt x="21550" y="7731"/>
                </a:lnTo>
                <a:close/>
              </a:path>
            </a:pathLst>
          </a:custGeom>
          <a:gradFill rotWithShape="1">
            <a:gsLst>
              <a:gs pos="0">
                <a:schemeClr val="bg2">
                  <a:lumMod val="90000"/>
                </a:schemeClr>
              </a:gs>
              <a:gs pos="100000">
                <a:srgbClr val="F5F9F6"/>
              </a:gs>
            </a:gsLst>
            <a:lin ang="10440000"/>
          </a:gradFill>
          <a:ln>
            <a:noFill/>
          </a:ln>
        </p:spPr>
        <p:txBody>
          <a:bodyPr lIns="14288" tIns="14288" rIns="14288" bIns="14288" anchor="ctr"/>
          <a:lstStyle/>
          <a:p>
            <a:pPr defTabSz="685663"/>
            <a:endParaRPr lang="en-US" sz="1350">
              <a:solidFill>
                <a:srgbClr val="7F7A7E"/>
              </a:solidFill>
            </a:endParaRPr>
          </a:p>
        </p:txBody>
      </p:sp>
      <p:sp>
        <p:nvSpPr>
          <p:cNvPr id="10" name="Фигура">
            <a:extLst>
              <a:ext uri="{FF2B5EF4-FFF2-40B4-BE49-F238E27FC236}">
                <a16:creationId xmlns:a16="http://schemas.microsoft.com/office/drawing/2014/main" id="{5CCC8802-B220-94AF-41E4-D869646869B1}"/>
              </a:ext>
            </a:extLst>
          </p:cNvPr>
          <p:cNvSpPr>
            <a:spLocks/>
          </p:cNvSpPr>
          <p:nvPr/>
        </p:nvSpPr>
        <p:spPr bwMode="auto">
          <a:xfrm>
            <a:off x="6791136" y="2948510"/>
            <a:ext cx="3274579" cy="1613885"/>
          </a:xfrm>
          <a:custGeom>
            <a:avLst/>
            <a:gdLst>
              <a:gd name="T0" fmla="*/ 1663316911 w 21600"/>
              <a:gd name="T1" fmla="*/ 428827845 h 21600"/>
              <a:gd name="T2" fmla="*/ 1663316911 w 21600"/>
              <a:gd name="T3" fmla="*/ 428827845 h 21600"/>
              <a:gd name="T4" fmla="*/ 1663316911 w 21600"/>
              <a:gd name="T5" fmla="*/ 428827845 h 21600"/>
              <a:gd name="T6" fmla="*/ 1663316911 w 21600"/>
              <a:gd name="T7" fmla="*/ 428827845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50" y="7731"/>
                </a:moveTo>
                <a:lnTo>
                  <a:pt x="3172" y="0"/>
                </a:lnTo>
                <a:lnTo>
                  <a:pt x="21600" y="0"/>
                </a:lnTo>
                <a:lnTo>
                  <a:pt x="21600" y="21600"/>
                </a:lnTo>
                <a:lnTo>
                  <a:pt x="3176" y="21600"/>
                </a:lnTo>
                <a:lnTo>
                  <a:pt x="0" y="14028"/>
                </a:lnTo>
                <a:lnTo>
                  <a:pt x="50" y="7731"/>
                </a:lnTo>
                <a:close/>
              </a:path>
            </a:pathLst>
          </a:custGeom>
          <a:gradFill rotWithShape="1">
            <a:gsLst>
              <a:gs pos="0">
                <a:schemeClr val="bg2">
                  <a:lumMod val="90000"/>
                </a:schemeClr>
              </a:gs>
              <a:gs pos="100000">
                <a:srgbClr val="F5F9F6"/>
              </a:gs>
            </a:gsLst>
            <a:lin ang="900000"/>
          </a:gradFill>
          <a:ln>
            <a:noFill/>
          </a:ln>
        </p:spPr>
        <p:txBody>
          <a:bodyPr lIns="14288" tIns="14288" rIns="14288" bIns="14288" anchor="ctr"/>
          <a:lstStyle/>
          <a:p>
            <a:pPr defTabSz="685663"/>
            <a:endParaRPr lang="en-US" sz="1350">
              <a:solidFill>
                <a:srgbClr val="7F7A7E"/>
              </a:solidFill>
            </a:endParaRPr>
          </a:p>
        </p:txBody>
      </p:sp>
      <p:sp>
        <p:nvSpPr>
          <p:cNvPr id="11" name="Линия">
            <a:extLst>
              <a:ext uri="{FF2B5EF4-FFF2-40B4-BE49-F238E27FC236}">
                <a16:creationId xmlns:a16="http://schemas.microsoft.com/office/drawing/2014/main" id="{296B74B4-F64E-512A-12DD-BBB592DB3A5E}"/>
              </a:ext>
            </a:extLst>
          </p:cNvPr>
          <p:cNvSpPr>
            <a:spLocks noChangeShapeType="1"/>
          </p:cNvSpPr>
          <p:nvPr/>
        </p:nvSpPr>
        <p:spPr bwMode="auto">
          <a:xfrm>
            <a:off x="2724024" y="3755452"/>
            <a:ext cx="357136" cy="1"/>
          </a:xfrm>
          <a:prstGeom prst="line">
            <a:avLst/>
          </a:prstGeom>
          <a:noFill/>
          <a:ln w="50800">
            <a:solidFill>
              <a:schemeClr val="tx2"/>
            </a:solidFill>
            <a:prstDash val="sysDot"/>
            <a:miter lim="400000"/>
            <a:headEnd/>
            <a:tailEnd type="arrow" w="med" len="med"/>
          </a:ln>
          <a:extLst>
            <a:ext uri="{909E8E84-426E-40DD-AFC4-6F175D3DCCD1}">
              <a14:hiddenFill xmlns:a14="http://schemas.microsoft.com/office/drawing/2010/main">
                <a:noFill/>
              </a14:hiddenFill>
            </a:ext>
          </a:extLst>
        </p:spPr>
        <p:txBody>
          <a:bodyPr lIns="14288" tIns="14288" rIns="14288" bIns="14288" anchor="ctr"/>
          <a:lstStyle/>
          <a:p>
            <a:pPr defTabSz="685663"/>
            <a:endParaRPr lang="en-US" sz="1350">
              <a:solidFill>
                <a:srgbClr val="7F7A7E"/>
              </a:solidFill>
            </a:endParaRPr>
          </a:p>
        </p:txBody>
      </p:sp>
      <p:sp>
        <p:nvSpPr>
          <p:cNvPr id="12" name="Линия">
            <a:extLst>
              <a:ext uri="{FF2B5EF4-FFF2-40B4-BE49-F238E27FC236}">
                <a16:creationId xmlns:a16="http://schemas.microsoft.com/office/drawing/2014/main" id="{B0DE4148-4C9E-4C4F-471C-03E3D65EDBFE}"/>
              </a:ext>
            </a:extLst>
          </p:cNvPr>
          <p:cNvSpPr>
            <a:spLocks noChangeShapeType="1"/>
          </p:cNvSpPr>
          <p:nvPr/>
        </p:nvSpPr>
        <p:spPr bwMode="auto">
          <a:xfrm>
            <a:off x="3067525" y="3755452"/>
            <a:ext cx="2000269" cy="1"/>
          </a:xfrm>
          <a:prstGeom prst="line">
            <a:avLst/>
          </a:prstGeom>
          <a:noFill/>
          <a:ln w="50800">
            <a:solidFill>
              <a:schemeClr val="tx2"/>
            </a:solidFill>
            <a:prstDash val="sysDot"/>
            <a:miter lim="400000"/>
            <a:headEnd/>
            <a:tailEnd type="arrow" w="med" len="med"/>
          </a:ln>
          <a:extLst>
            <a:ext uri="{909E8E84-426E-40DD-AFC4-6F175D3DCCD1}">
              <a14:hiddenFill xmlns:a14="http://schemas.microsoft.com/office/drawing/2010/main">
                <a:noFill/>
              </a14:hiddenFill>
            </a:ext>
          </a:extLst>
        </p:spPr>
        <p:txBody>
          <a:bodyPr lIns="14288" tIns="14288" rIns="14288" bIns="14288" anchor="ctr"/>
          <a:lstStyle/>
          <a:p>
            <a:pPr defTabSz="685663"/>
            <a:endParaRPr lang="en-US" sz="1350">
              <a:solidFill>
                <a:srgbClr val="7F7A7E"/>
              </a:solidFill>
            </a:endParaRPr>
          </a:p>
        </p:txBody>
      </p:sp>
      <p:sp>
        <p:nvSpPr>
          <p:cNvPr id="13" name="Линия">
            <a:extLst>
              <a:ext uri="{FF2B5EF4-FFF2-40B4-BE49-F238E27FC236}">
                <a16:creationId xmlns:a16="http://schemas.microsoft.com/office/drawing/2014/main" id="{3D37078F-E1C9-59EF-5CD5-4C59844620A2}"/>
              </a:ext>
            </a:extLst>
          </p:cNvPr>
          <p:cNvSpPr>
            <a:spLocks noChangeShapeType="1"/>
          </p:cNvSpPr>
          <p:nvPr/>
        </p:nvSpPr>
        <p:spPr bwMode="auto">
          <a:xfrm>
            <a:off x="8047231" y="3755452"/>
            <a:ext cx="2000269" cy="1"/>
          </a:xfrm>
          <a:prstGeom prst="line">
            <a:avLst/>
          </a:prstGeom>
          <a:noFill/>
          <a:ln w="50800">
            <a:solidFill>
              <a:schemeClr val="tx2"/>
            </a:solidFill>
            <a:prstDash val="sysDot"/>
            <a:miter lim="400000"/>
            <a:headEnd/>
            <a:tailEnd type="arrow" w="med" len="med"/>
          </a:ln>
          <a:extLst>
            <a:ext uri="{909E8E84-426E-40DD-AFC4-6F175D3DCCD1}">
              <a14:hiddenFill xmlns:a14="http://schemas.microsoft.com/office/drawing/2010/main">
                <a:noFill/>
              </a14:hiddenFill>
            </a:ext>
          </a:extLst>
        </p:spPr>
        <p:txBody>
          <a:bodyPr lIns="14288" tIns="14288" rIns="14288" bIns="14288" anchor="ctr"/>
          <a:lstStyle/>
          <a:p>
            <a:pPr defTabSz="685663"/>
            <a:endParaRPr lang="en-US" sz="1350">
              <a:solidFill>
                <a:srgbClr val="7F7A7E"/>
              </a:solidFill>
            </a:endParaRPr>
          </a:p>
        </p:txBody>
      </p:sp>
      <p:sp>
        <p:nvSpPr>
          <p:cNvPr id="14" name="Линия">
            <a:extLst>
              <a:ext uri="{FF2B5EF4-FFF2-40B4-BE49-F238E27FC236}">
                <a16:creationId xmlns:a16="http://schemas.microsoft.com/office/drawing/2014/main" id="{66F62BDD-D460-4426-9D48-376285209D8F}"/>
              </a:ext>
            </a:extLst>
          </p:cNvPr>
          <p:cNvSpPr>
            <a:spLocks noChangeShapeType="1"/>
          </p:cNvSpPr>
          <p:nvPr/>
        </p:nvSpPr>
        <p:spPr bwMode="auto">
          <a:xfrm flipV="1">
            <a:off x="6993138" y="3755451"/>
            <a:ext cx="386900" cy="2284"/>
          </a:xfrm>
          <a:prstGeom prst="line">
            <a:avLst/>
          </a:prstGeom>
          <a:noFill/>
          <a:ln w="50800">
            <a:solidFill>
              <a:schemeClr val="tx2"/>
            </a:solidFill>
            <a:prstDash val="sysDot"/>
            <a:miter lim="400000"/>
            <a:headEnd/>
            <a:tailEnd type="arrow" w="med" len="med"/>
          </a:ln>
          <a:extLst>
            <a:ext uri="{909E8E84-426E-40DD-AFC4-6F175D3DCCD1}">
              <a14:hiddenFill xmlns:a14="http://schemas.microsoft.com/office/drawing/2010/main">
                <a:noFill/>
              </a14:hiddenFill>
            </a:ext>
          </a:extLst>
        </p:spPr>
        <p:txBody>
          <a:bodyPr lIns="14288" tIns="14288" rIns="14288" bIns="14288" anchor="ctr"/>
          <a:lstStyle/>
          <a:p>
            <a:pPr defTabSz="685663"/>
            <a:endParaRPr lang="en-US" sz="1350">
              <a:solidFill>
                <a:srgbClr val="7F7A7E"/>
              </a:solidFill>
            </a:endParaRPr>
          </a:p>
        </p:txBody>
      </p:sp>
      <p:sp>
        <p:nvSpPr>
          <p:cNvPr id="17" name="Кружок">
            <a:extLst>
              <a:ext uri="{FF2B5EF4-FFF2-40B4-BE49-F238E27FC236}">
                <a16:creationId xmlns:a16="http://schemas.microsoft.com/office/drawing/2014/main" id="{25F70FB5-39AE-11F9-48E3-A8A9B764B555}"/>
              </a:ext>
            </a:extLst>
          </p:cNvPr>
          <p:cNvSpPr>
            <a:spLocks noChangeArrowheads="1"/>
          </p:cNvSpPr>
          <p:nvPr/>
        </p:nvSpPr>
        <p:spPr bwMode="auto">
          <a:xfrm>
            <a:off x="3789042" y="3320521"/>
            <a:ext cx="869929" cy="869858"/>
          </a:xfrm>
          <a:prstGeom prst="ellipse">
            <a:avLst/>
          </a:prstGeom>
          <a:solidFill>
            <a:schemeClr val="accent2"/>
          </a:solidFill>
          <a:ln>
            <a:noFill/>
          </a:ln>
        </p:spPr>
        <p:txBody>
          <a:bodyPr lIns="14288" tIns="14288" rIns="14288" bIns="14288" anchor="ctr"/>
          <a:lstStyle>
            <a:lvl1pPr>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1pPr>
            <a:lvl2pPr marL="742950" indent="-285750">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2pPr>
            <a:lvl3pPr marL="1143000" indent="-228600">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3pPr>
            <a:lvl4pPr marL="1600200" indent="-228600">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4pPr>
            <a:lvl5pPr marL="2057400" indent="-228600">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5pPr>
            <a:lvl6pPr marL="2514600" indent="-228600" defTabSz="825500" eaLnBrk="0" fontAlgn="base" hangingPunct="0">
              <a:spcBef>
                <a:spcPct val="0"/>
              </a:spcBef>
              <a:spcAft>
                <a:spcPct val="0"/>
              </a:spcAft>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6pPr>
            <a:lvl7pPr marL="2971800" indent="-228600" defTabSz="825500" eaLnBrk="0" fontAlgn="base" hangingPunct="0">
              <a:spcBef>
                <a:spcPct val="0"/>
              </a:spcBef>
              <a:spcAft>
                <a:spcPct val="0"/>
              </a:spcAft>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7pPr>
            <a:lvl8pPr marL="3429000" indent="-228600" defTabSz="825500" eaLnBrk="0" fontAlgn="base" hangingPunct="0">
              <a:spcBef>
                <a:spcPct val="0"/>
              </a:spcBef>
              <a:spcAft>
                <a:spcPct val="0"/>
              </a:spcAft>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8pPr>
            <a:lvl9pPr marL="3886200" indent="-228600" defTabSz="825500" eaLnBrk="0" fontAlgn="base" hangingPunct="0">
              <a:spcBef>
                <a:spcPct val="0"/>
              </a:spcBef>
              <a:spcAft>
                <a:spcPct val="0"/>
              </a:spcAft>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9pPr>
          </a:lstStyle>
          <a:p>
            <a:pPr defTabSz="685663"/>
            <a:endParaRPr lang="ru-RU" altLang="ru-RU" sz="750">
              <a:latin typeface="+mn-lt"/>
            </a:endParaRPr>
          </a:p>
        </p:txBody>
      </p:sp>
      <p:sp>
        <p:nvSpPr>
          <p:cNvPr id="18" name="Кружок">
            <a:extLst>
              <a:ext uri="{FF2B5EF4-FFF2-40B4-BE49-F238E27FC236}">
                <a16:creationId xmlns:a16="http://schemas.microsoft.com/office/drawing/2014/main" id="{A90A78D9-8549-EEC0-E109-BEE710366165}"/>
              </a:ext>
            </a:extLst>
          </p:cNvPr>
          <p:cNvSpPr/>
          <p:nvPr/>
        </p:nvSpPr>
        <p:spPr bwMode="auto">
          <a:xfrm>
            <a:off x="2606424" y="3459582"/>
            <a:ext cx="592336" cy="591741"/>
          </a:xfrm>
          <a:prstGeom prst="ellipse">
            <a:avLst/>
          </a:prstGeom>
          <a:solidFill>
            <a:schemeClr val="tx2"/>
          </a:solidFill>
          <a:ln w="12700" cap="flat">
            <a:noFill/>
            <a:miter lim="400000"/>
          </a:ln>
          <a:effectLst/>
        </p:spPr>
        <p:txBody>
          <a:bodyPr lIns="14288" tIns="14288" rIns="14288" bIns="14288" anchor="ctr"/>
          <a:lstStyle/>
          <a:p>
            <a:pPr defTabSz="685663">
              <a:defRPr/>
            </a:pPr>
            <a:endParaRPr sz="1350" kern="0">
              <a:solidFill>
                <a:srgbClr val="7F7A7E"/>
              </a:solidFill>
              <a:ea typeface="Arial"/>
              <a:cs typeface="Arial"/>
              <a:sym typeface="Arial"/>
            </a:endParaRPr>
          </a:p>
        </p:txBody>
      </p:sp>
      <p:sp>
        <p:nvSpPr>
          <p:cNvPr id="19" name="TextBox 18">
            <a:extLst>
              <a:ext uri="{FF2B5EF4-FFF2-40B4-BE49-F238E27FC236}">
                <a16:creationId xmlns:a16="http://schemas.microsoft.com/office/drawing/2014/main" id="{3843120C-0765-BAD1-A6AF-6DD165E5F573}"/>
              </a:ext>
            </a:extLst>
          </p:cNvPr>
          <p:cNvSpPr txBox="1"/>
          <p:nvPr/>
        </p:nvSpPr>
        <p:spPr>
          <a:xfrm>
            <a:off x="2305808" y="4649393"/>
            <a:ext cx="1193573" cy="369332"/>
          </a:xfrm>
          <a:prstGeom prst="rect">
            <a:avLst/>
          </a:prstGeom>
          <a:noFill/>
        </p:spPr>
        <p:txBody>
          <a:bodyPr wrap="square" lIns="0" tIns="0" rIns="0" bIns="0" rtlCol="0">
            <a:spAutoFit/>
          </a:bodyPr>
          <a:lstStyle/>
          <a:p>
            <a:pPr algn="ctr" defTabSz="171416"/>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Lorem</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a:t>
            </a:r>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ipsum</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a:t>
            </a:r>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dolor</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sit </a:t>
            </a:r>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amet</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a:t>
            </a:r>
          </a:p>
        </p:txBody>
      </p:sp>
      <p:sp>
        <p:nvSpPr>
          <p:cNvPr id="20" name="Rectangle 19">
            <a:extLst>
              <a:ext uri="{FF2B5EF4-FFF2-40B4-BE49-F238E27FC236}">
                <a16:creationId xmlns:a16="http://schemas.microsoft.com/office/drawing/2014/main" id="{8C427F51-8CBD-D6F7-7335-44A475A073DE}"/>
              </a:ext>
            </a:extLst>
          </p:cNvPr>
          <p:cNvSpPr/>
          <p:nvPr/>
        </p:nvSpPr>
        <p:spPr>
          <a:xfrm>
            <a:off x="2343652" y="4249731"/>
            <a:ext cx="1117885" cy="369332"/>
          </a:xfrm>
          <a:prstGeom prst="rect">
            <a:avLst/>
          </a:prstGeom>
        </p:spPr>
        <p:txBody>
          <a:bodyPr wrap="square">
            <a:spAutoFit/>
          </a:bodyPr>
          <a:lstStyle/>
          <a:p>
            <a:pPr algn="ctr" defTabSz="685663"/>
            <a:r>
              <a:rPr lang="en-US" b="1">
                <a:solidFill>
                  <a:schemeClr val="accent1"/>
                </a:solidFill>
                <a:latin typeface="Aptos" panose="020B0004020202020204" pitchFamily="34" charset="0"/>
                <a:ea typeface="Roboto Medium" panose="02000000000000000000" pitchFamily="2" charset="0"/>
                <a:cs typeface="Montserrat" charset="0"/>
              </a:rPr>
              <a:t>Desire</a:t>
            </a:r>
          </a:p>
        </p:txBody>
      </p:sp>
      <p:sp>
        <p:nvSpPr>
          <p:cNvPr id="21" name="Rectangle 20">
            <a:extLst>
              <a:ext uri="{FF2B5EF4-FFF2-40B4-BE49-F238E27FC236}">
                <a16:creationId xmlns:a16="http://schemas.microsoft.com/office/drawing/2014/main" id="{78AE20E2-639B-3F36-7D9E-F80F44926837}"/>
              </a:ext>
            </a:extLst>
          </p:cNvPr>
          <p:cNvSpPr/>
          <p:nvPr/>
        </p:nvSpPr>
        <p:spPr>
          <a:xfrm>
            <a:off x="3552388" y="4249731"/>
            <a:ext cx="1343237" cy="369332"/>
          </a:xfrm>
          <a:prstGeom prst="rect">
            <a:avLst/>
          </a:prstGeom>
        </p:spPr>
        <p:txBody>
          <a:bodyPr wrap="square">
            <a:spAutoFit/>
          </a:bodyPr>
          <a:lstStyle/>
          <a:p>
            <a:pPr algn="ctr" defTabSz="685663"/>
            <a:r>
              <a:rPr lang="en-US" b="1">
                <a:solidFill>
                  <a:schemeClr val="accent1"/>
                </a:solidFill>
                <a:latin typeface="Aptos" panose="020B0004020202020204" pitchFamily="34" charset="0"/>
                <a:ea typeface="Roboto Medium" panose="02000000000000000000" pitchFamily="2" charset="0"/>
                <a:cs typeface="Montserrat" charset="0"/>
              </a:rPr>
              <a:t>Awareness</a:t>
            </a:r>
          </a:p>
        </p:txBody>
      </p:sp>
      <p:sp>
        <p:nvSpPr>
          <p:cNvPr id="22" name="Rectangle 21">
            <a:extLst>
              <a:ext uri="{FF2B5EF4-FFF2-40B4-BE49-F238E27FC236}">
                <a16:creationId xmlns:a16="http://schemas.microsoft.com/office/drawing/2014/main" id="{75F98E94-C267-B440-1E11-668194089973}"/>
              </a:ext>
            </a:extLst>
          </p:cNvPr>
          <p:cNvSpPr/>
          <p:nvPr/>
        </p:nvSpPr>
        <p:spPr>
          <a:xfrm>
            <a:off x="7117215" y="4249731"/>
            <a:ext cx="1810673" cy="369332"/>
          </a:xfrm>
          <a:prstGeom prst="rect">
            <a:avLst/>
          </a:prstGeom>
        </p:spPr>
        <p:txBody>
          <a:bodyPr wrap="square">
            <a:spAutoFit/>
          </a:bodyPr>
          <a:lstStyle/>
          <a:p>
            <a:pPr algn="ctr" defTabSz="685663"/>
            <a:r>
              <a:rPr lang="en-US" b="1">
                <a:solidFill>
                  <a:schemeClr val="accent1"/>
                </a:solidFill>
                <a:latin typeface="Aptos" panose="020B0004020202020204" pitchFamily="34" charset="0"/>
                <a:ea typeface="Roboto Medium" panose="02000000000000000000" pitchFamily="2" charset="0"/>
                <a:cs typeface="Poppins" pitchFamily="2" charset="77"/>
              </a:rPr>
              <a:t>Reinforcement</a:t>
            </a:r>
            <a:endParaRPr lang="en-US" b="1">
              <a:solidFill>
                <a:schemeClr val="accent1"/>
              </a:solidFill>
              <a:latin typeface="Aptos" panose="020B0004020202020204" pitchFamily="34" charset="0"/>
              <a:ea typeface="Roboto Medium" panose="02000000000000000000" pitchFamily="2" charset="0"/>
              <a:cs typeface="Montserrat" charset="0"/>
            </a:endParaRPr>
          </a:p>
        </p:txBody>
      </p:sp>
      <p:sp>
        <p:nvSpPr>
          <p:cNvPr id="23" name="Rectangle 22">
            <a:extLst>
              <a:ext uri="{FF2B5EF4-FFF2-40B4-BE49-F238E27FC236}">
                <a16:creationId xmlns:a16="http://schemas.microsoft.com/office/drawing/2014/main" id="{6B0F1154-8FE7-A0A1-A210-175990D45A21}"/>
              </a:ext>
            </a:extLst>
          </p:cNvPr>
          <p:cNvSpPr/>
          <p:nvPr/>
        </p:nvSpPr>
        <p:spPr>
          <a:xfrm>
            <a:off x="8786738" y="4249731"/>
            <a:ext cx="1117885" cy="369332"/>
          </a:xfrm>
          <a:prstGeom prst="rect">
            <a:avLst/>
          </a:prstGeom>
        </p:spPr>
        <p:txBody>
          <a:bodyPr wrap="square">
            <a:spAutoFit/>
          </a:bodyPr>
          <a:lstStyle/>
          <a:p>
            <a:pPr algn="ctr" defTabSz="685663"/>
            <a:r>
              <a:rPr lang="en-US" b="1">
                <a:solidFill>
                  <a:schemeClr val="accent1"/>
                </a:solidFill>
                <a:latin typeface="Aptos" panose="020B0004020202020204" pitchFamily="34" charset="0"/>
                <a:ea typeface="Roboto Medium" panose="02000000000000000000" pitchFamily="2" charset="0"/>
                <a:cs typeface="Poppins" pitchFamily="2" charset="77"/>
              </a:rPr>
              <a:t>Action</a:t>
            </a:r>
            <a:endParaRPr lang="en-US" b="1">
              <a:solidFill>
                <a:schemeClr val="accent1"/>
              </a:solidFill>
              <a:latin typeface="Aptos" panose="020B0004020202020204" pitchFamily="34" charset="0"/>
              <a:ea typeface="Roboto Medium" panose="02000000000000000000" pitchFamily="2" charset="0"/>
              <a:cs typeface="Montserrat" charset="0"/>
            </a:endParaRPr>
          </a:p>
        </p:txBody>
      </p:sp>
      <p:sp>
        <p:nvSpPr>
          <p:cNvPr id="24" name="Rectangle 23">
            <a:extLst>
              <a:ext uri="{FF2B5EF4-FFF2-40B4-BE49-F238E27FC236}">
                <a16:creationId xmlns:a16="http://schemas.microsoft.com/office/drawing/2014/main" id="{1DFDF0D2-97E4-4381-17D9-B104D6F1595F}"/>
              </a:ext>
            </a:extLst>
          </p:cNvPr>
          <p:cNvSpPr/>
          <p:nvPr/>
        </p:nvSpPr>
        <p:spPr>
          <a:xfrm>
            <a:off x="5434969" y="4807715"/>
            <a:ext cx="1369586" cy="369332"/>
          </a:xfrm>
          <a:prstGeom prst="rect">
            <a:avLst/>
          </a:prstGeom>
        </p:spPr>
        <p:txBody>
          <a:bodyPr wrap="square">
            <a:spAutoFit/>
          </a:bodyPr>
          <a:lstStyle/>
          <a:p>
            <a:pPr algn="ctr" defTabSz="685663"/>
            <a:r>
              <a:rPr lang="en-US" b="1">
                <a:solidFill>
                  <a:schemeClr val="accent1"/>
                </a:solidFill>
                <a:latin typeface="Aptos" panose="020B0004020202020204" pitchFamily="34" charset="0"/>
                <a:ea typeface="Roboto Medium" panose="02000000000000000000" pitchFamily="2" charset="0"/>
                <a:cs typeface="Poppins" pitchFamily="2" charset="77"/>
              </a:rPr>
              <a:t>Launch</a:t>
            </a:r>
            <a:endParaRPr lang="en-US" b="1">
              <a:solidFill>
                <a:schemeClr val="accent1"/>
              </a:solidFill>
              <a:latin typeface="Aptos" panose="020B0004020202020204" pitchFamily="34" charset="0"/>
              <a:ea typeface="Roboto Medium" panose="02000000000000000000" pitchFamily="2" charset="0"/>
              <a:cs typeface="Montserrat" charset="0"/>
            </a:endParaRPr>
          </a:p>
        </p:txBody>
      </p:sp>
      <p:sp>
        <p:nvSpPr>
          <p:cNvPr id="26" name="Кружок">
            <a:extLst>
              <a:ext uri="{FF2B5EF4-FFF2-40B4-BE49-F238E27FC236}">
                <a16:creationId xmlns:a16="http://schemas.microsoft.com/office/drawing/2014/main" id="{090B1D67-1112-A20B-0EAC-5C85B8AE6E2F}"/>
              </a:ext>
            </a:extLst>
          </p:cNvPr>
          <p:cNvSpPr>
            <a:spLocks noChangeArrowheads="1"/>
          </p:cNvSpPr>
          <p:nvPr/>
        </p:nvSpPr>
        <p:spPr bwMode="auto">
          <a:xfrm>
            <a:off x="5312999" y="2948753"/>
            <a:ext cx="1613526" cy="1613394"/>
          </a:xfrm>
          <a:prstGeom prst="ellipse">
            <a:avLst/>
          </a:prstGeom>
          <a:solidFill>
            <a:schemeClr val="accent1"/>
          </a:solidFill>
          <a:ln>
            <a:noFill/>
          </a:ln>
        </p:spPr>
        <p:txBody>
          <a:bodyPr lIns="14288" tIns="14288" rIns="14288" bIns="14288" anchor="ctr"/>
          <a:lstStyle>
            <a:lvl1pPr>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1pPr>
            <a:lvl2pPr marL="742950" indent="-285750">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2pPr>
            <a:lvl3pPr marL="1143000" indent="-228600">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3pPr>
            <a:lvl4pPr marL="1600200" indent="-228600">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4pPr>
            <a:lvl5pPr marL="2057400" indent="-228600">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5pPr>
            <a:lvl6pPr marL="2514600" indent="-228600" defTabSz="825500" eaLnBrk="0" fontAlgn="base" hangingPunct="0">
              <a:spcBef>
                <a:spcPct val="0"/>
              </a:spcBef>
              <a:spcAft>
                <a:spcPct val="0"/>
              </a:spcAft>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6pPr>
            <a:lvl7pPr marL="2971800" indent="-228600" defTabSz="825500" eaLnBrk="0" fontAlgn="base" hangingPunct="0">
              <a:spcBef>
                <a:spcPct val="0"/>
              </a:spcBef>
              <a:spcAft>
                <a:spcPct val="0"/>
              </a:spcAft>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7pPr>
            <a:lvl8pPr marL="3429000" indent="-228600" defTabSz="825500" eaLnBrk="0" fontAlgn="base" hangingPunct="0">
              <a:spcBef>
                <a:spcPct val="0"/>
              </a:spcBef>
              <a:spcAft>
                <a:spcPct val="0"/>
              </a:spcAft>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8pPr>
            <a:lvl9pPr marL="3886200" indent="-228600" defTabSz="825500" eaLnBrk="0" fontAlgn="base" hangingPunct="0">
              <a:spcBef>
                <a:spcPct val="0"/>
              </a:spcBef>
              <a:spcAft>
                <a:spcPct val="0"/>
              </a:spcAft>
              <a:defRPr sz="2000">
                <a:solidFill>
                  <a:srgbClr val="252D30"/>
                </a:solidFill>
                <a:latin typeface="Arial" panose="020B0604020202020204" pitchFamily="34" charset="0"/>
                <a:ea typeface="Helvetica Neue" panose="02000503000000020004" pitchFamily="2" charset="0"/>
                <a:cs typeface="Helvetica Neue" panose="02000503000000020004" pitchFamily="2" charset="0"/>
                <a:sym typeface="Arial" panose="020B0604020202020204" pitchFamily="34" charset="0"/>
              </a:defRPr>
            </a:lvl9pPr>
          </a:lstStyle>
          <a:p>
            <a:pPr defTabSz="685663"/>
            <a:endParaRPr lang="ru-RU" altLang="ru-RU" sz="750">
              <a:latin typeface="+mn-lt"/>
            </a:endParaRPr>
          </a:p>
        </p:txBody>
      </p:sp>
      <p:sp>
        <p:nvSpPr>
          <p:cNvPr id="28" name="Freeform 139">
            <a:extLst>
              <a:ext uri="{FF2B5EF4-FFF2-40B4-BE49-F238E27FC236}">
                <a16:creationId xmlns:a16="http://schemas.microsoft.com/office/drawing/2014/main" id="{62E3CECA-26BB-9419-389B-38C394655C8A}"/>
              </a:ext>
            </a:extLst>
          </p:cNvPr>
          <p:cNvSpPr/>
          <p:nvPr/>
        </p:nvSpPr>
        <p:spPr>
          <a:xfrm>
            <a:off x="5783494" y="3419119"/>
            <a:ext cx="672541" cy="672667"/>
          </a:xfrm>
          <a:custGeom>
            <a:avLst/>
            <a:gdLst>
              <a:gd name="connsiteX0" fmla="*/ 102176 w 204351"/>
              <a:gd name="connsiteY0" fmla="*/ 0 h 204389"/>
              <a:gd name="connsiteX1" fmla="*/ 0 w 204351"/>
              <a:gd name="connsiteY1" fmla="*/ 102195 h 204389"/>
              <a:gd name="connsiteX2" fmla="*/ 102176 w 204351"/>
              <a:gd name="connsiteY2" fmla="*/ 204390 h 204389"/>
              <a:gd name="connsiteX3" fmla="*/ 204351 w 204351"/>
              <a:gd name="connsiteY3" fmla="*/ 102195 h 204389"/>
              <a:gd name="connsiteX4" fmla="*/ 102176 w 204351"/>
              <a:gd name="connsiteY4" fmla="*/ 0 h 204389"/>
              <a:gd name="connsiteX5" fmla="*/ 187904 w 204351"/>
              <a:gd name="connsiteY5" fmla="*/ 110221 h 204389"/>
              <a:gd name="connsiteX6" fmla="*/ 181525 w 204351"/>
              <a:gd name="connsiteY6" fmla="*/ 135696 h 204389"/>
              <a:gd name="connsiteX7" fmla="*/ 161987 w 204351"/>
              <a:gd name="connsiteY7" fmla="*/ 135696 h 204389"/>
              <a:gd name="connsiteX8" fmla="*/ 165377 w 204351"/>
              <a:gd name="connsiteY8" fmla="*/ 110221 h 204389"/>
              <a:gd name="connsiteX9" fmla="*/ 187904 w 204351"/>
              <a:gd name="connsiteY9" fmla="*/ 110221 h 204389"/>
              <a:gd name="connsiteX10" fmla="*/ 187904 w 204351"/>
              <a:gd name="connsiteY10" fmla="*/ 94169 h 204389"/>
              <a:gd name="connsiteX11" fmla="*/ 165377 w 204351"/>
              <a:gd name="connsiteY11" fmla="*/ 94169 h 204389"/>
              <a:gd name="connsiteX12" fmla="*/ 161987 w 204351"/>
              <a:gd name="connsiteY12" fmla="*/ 68697 h 204389"/>
              <a:gd name="connsiteX13" fmla="*/ 181525 w 204351"/>
              <a:gd name="connsiteY13" fmla="*/ 68697 h 204389"/>
              <a:gd name="connsiteX14" fmla="*/ 187904 w 204351"/>
              <a:gd name="connsiteY14" fmla="*/ 94169 h 204389"/>
              <a:gd name="connsiteX15" fmla="*/ 110200 w 204351"/>
              <a:gd name="connsiteY15" fmla="*/ 135696 h 204389"/>
              <a:gd name="connsiteX16" fmla="*/ 110200 w 204351"/>
              <a:gd name="connsiteY16" fmla="*/ 110221 h 204389"/>
              <a:gd name="connsiteX17" fmla="*/ 149328 w 204351"/>
              <a:gd name="connsiteY17" fmla="*/ 110221 h 204389"/>
              <a:gd name="connsiteX18" fmla="*/ 145438 w 204351"/>
              <a:gd name="connsiteY18" fmla="*/ 135696 h 204389"/>
              <a:gd name="connsiteX19" fmla="*/ 110200 w 204351"/>
              <a:gd name="connsiteY19" fmla="*/ 135696 h 204389"/>
              <a:gd name="connsiteX20" fmla="*/ 172654 w 204351"/>
              <a:gd name="connsiteY20" fmla="*/ 151748 h 204389"/>
              <a:gd name="connsiteX21" fmla="*/ 143646 w 204351"/>
              <a:gd name="connsiteY21" fmla="*/ 177618 h 204389"/>
              <a:gd name="connsiteX22" fmla="*/ 157250 w 204351"/>
              <a:gd name="connsiteY22" fmla="*/ 151748 h 204389"/>
              <a:gd name="connsiteX23" fmla="*/ 172654 w 204351"/>
              <a:gd name="connsiteY23" fmla="*/ 151748 h 204389"/>
              <a:gd name="connsiteX24" fmla="*/ 140008 w 204351"/>
              <a:gd name="connsiteY24" fmla="*/ 151748 h 204389"/>
              <a:gd name="connsiteX25" fmla="*/ 110200 w 204351"/>
              <a:gd name="connsiteY25" fmla="*/ 184250 h 204389"/>
              <a:gd name="connsiteX26" fmla="*/ 110200 w 204351"/>
              <a:gd name="connsiteY26" fmla="*/ 151697 h 204389"/>
              <a:gd name="connsiteX27" fmla="*/ 140008 w 204351"/>
              <a:gd name="connsiteY27" fmla="*/ 151697 h 204389"/>
              <a:gd name="connsiteX28" fmla="*/ 140008 w 204351"/>
              <a:gd name="connsiteY28" fmla="*/ 151748 h 204389"/>
              <a:gd name="connsiteX29" fmla="*/ 143744 w 204351"/>
              <a:gd name="connsiteY29" fmla="*/ 26720 h 204389"/>
              <a:gd name="connsiteX30" fmla="*/ 172551 w 204351"/>
              <a:gd name="connsiteY30" fmla="*/ 52594 h 204389"/>
              <a:gd name="connsiteX31" fmla="*/ 157250 w 204351"/>
              <a:gd name="connsiteY31" fmla="*/ 52594 h 204389"/>
              <a:gd name="connsiteX32" fmla="*/ 143744 w 204351"/>
              <a:gd name="connsiteY32" fmla="*/ 26720 h 204389"/>
              <a:gd name="connsiteX33" fmla="*/ 110200 w 204351"/>
              <a:gd name="connsiteY33" fmla="*/ 52594 h 204389"/>
              <a:gd name="connsiteX34" fmla="*/ 110200 w 204351"/>
              <a:gd name="connsiteY34" fmla="*/ 20089 h 204389"/>
              <a:gd name="connsiteX35" fmla="*/ 140008 w 204351"/>
              <a:gd name="connsiteY35" fmla="*/ 52543 h 204389"/>
              <a:gd name="connsiteX36" fmla="*/ 110200 w 204351"/>
              <a:gd name="connsiteY36" fmla="*/ 52543 h 204389"/>
              <a:gd name="connsiteX37" fmla="*/ 110200 w 204351"/>
              <a:gd name="connsiteY37" fmla="*/ 52594 h 204389"/>
              <a:gd name="connsiteX38" fmla="*/ 110200 w 204351"/>
              <a:gd name="connsiteY38" fmla="*/ 94118 h 204389"/>
              <a:gd name="connsiteX39" fmla="*/ 110200 w 204351"/>
              <a:gd name="connsiteY39" fmla="*/ 68646 h 204389"/>
              <a:gd name="connsiteX40" fmla="*/ 145438 w 204351"/>
              <a:gd name="connsiteY40" fmla="*/ 68646 h 204389"/>
              <a:gd name="connsiteX41" fmla="*/ 149328 w 204351"/>
              <a:gd name="connsiteY41" fmla="*/ 94118 h 204389"/>
              <a:gd name="connsiteX42" fmla="*/ 110200 w 204351"/>
              <a:gd name="connsiteY42" fmla="*/ 94118 h 204389"/>
              <a:gd name="connsiteX43" fmla="*/ 94151 w 204351"/>
              <a:gd name="connsiteY43" fmla="*/ 68646 h 204389"/>
              <a:gd name="connsiteX44" fmla="*/ 94151 w 204351"/>
              <a:gd name="connsiteY44" fmla="*/ 94118 h 204389"/>
              <a:gd name="connsiteX45" fmla="*/ 55027 w 204351"/>
              <a:gd name="connsiteY45" fmla="*/ 94118 h 204389"/>
              <a:gd name="connsiteX46" fmla="*/ 58914 w 204351"/>
              <a:gd name="connsiteY46" fmla="*/ 68646 h 204389"/>
              <a:gd name="connsiteX47" fmla="*/ 94151 w 204351"/>
              <a:gd name="connsiteY47" fmla="*/ 68646 h 204389"/>
              <a:gd name="connsiteX48" fmla="*/ 31800 w 204351"/>
              <a:gd name="connsiteY48" fmla="*/ 52594 h 204389"/>
              <a:gd name="connsiteX49" fmla="*/ 60607 w 204351"/>
              <a:gd name="connsiteY49" fmla="*/ 26720 h 204389"/>
              <a:gd name="connsiteX50" fmla="*/ 47101 w 204351"/>
              <a:gd name="connsiteY50" fmla="*/ 52594 h 204389"/>
              <a:gd name="connsiteX51" fmla="*/ 31800 w 204351"/>
              <a:gd name="connsiteY51" fmla="*/ 52594 h 204389"/>
              <a:gd name="connsiteX52" fmla="*/ 64347 w 204351"/>
              <a:gd name="connsiteY52" fmla="*/ 52594 h 204389"/>
              <a:gd name="connsiteX53" fmla="*/ 94151 w 204351"/>
              <a:gd name="connsiteY53" fmla="*/ 20140 h 204389"/>
              <a:gd name="connsiteX54" fmla="*/ 94151 w 204351"/>
              <a:gd name="connsiteY54" fmla="*/ 52641 h 204389"/>
              <a:gd name="connsiteX55" fmla="*/ 64347 w 204351"/>
              <a:gd name="connsiteY55" fmla="*/ 52641 h 204389"/>
              <a:gd name="connsiteX56" fmla="*/ 64347 w 204351"/>
              <a:gd name="connsiteY56" fmla="*/ 52594 h 204389"/>
              <a:gd name="connsiteX57" fmla="*/ 47101 w 204351"/>
              <a:gd name="connsiteY57" fmla="*/ 151748 h 204389"/>
              <a:gd name="connsiteX58" fmla="*/ 60709 w 204351"/>
              <a:gd name="connsiteY58" fmla="*/ 177618 h 204389"/>
              <a:gd name="connsiteX59" fmla="*/ 31701 w 204351"/>
              <a:gd name="connsiteY59" fmla="*/ 151748 h 204389"/>
              <a:gd name="connsiteX60" fmla="*/ 47101 w 204351"/>
              <a:gd name="connsiteY60" fmla="*/ 151748 h 204389"/>
              <a:gd name="connsiteX61" fmla="*/ 94151 w 204351"/>
              <a:gd name="connsiteY61" fmla="*/ 151748 h 204389"/>
              <a:gd name="connsiteX62" fmla="*/ 94151 w 204351"/>
              <a:gd name="connsiteY62" fmla="*/ 184301 h 204389"/>
              <a:gd name="connsiteX63" fmla="*/ 64347 w 204351"/>
              <a:gd name="connsiteY63" fmla="*/ 151796 h 204389"/>
              <a:gd name="connsiteX64" fmla="*/ 94151 w 204351"/>
              <a:gd name="connsiteY64" fmla="*/ 151796 h 204389"/>
              <a:gd name="connsiteX65" fmla="*/ 94151 w 204351"/>
              <a:gd name="connsiteY65" fmla="*/ 151748 h 204389"/>
              <a:gd name="connsiteX66" fmla="*/ 94151 w 204351"/>
              <a:gd name="connsiteY66" fmla="*/ 110221 h 204389"/>
              <a:gd name="connsiteX67" fmla="*/ 94151 w 204351"/>
              <a:gd name="connsiteY67" fmla="*/ 135696 h 204389"/>
              <a:gd name="connsiteX68" fmla="*/ 58914 w 204351"/>
              <a:gd name="connsiteY68" fmla="*/ 135696 h 204389"/>
              <a:gd name="connsiteX69" fmla="*/ 55027 w 204351"/>
              <a:gd name="connsiteY69" fmla="*/ 110221 h 204389"/>
              <a:gd name="connsiteX70" fmla="*/ 94151 w 204351"/>
              <a:gd name="connsiteY70" fmla="*/ 110221 h 204389"/>
              <a:gd name="connsiteX71" fmla="*/ 38978 w 204351"/>
              <a:gd name="connsiteY71" fmla="*/ 110221 h 204389"/>
              <a:gd name="connsiteX72" fmla="*/ 42364 w 204351"/>
              <a:gd name="connsiteY72" fmla="*/ 135696 h 204389"/>
              <a:gd name="connsiteX73" fmla="*/ 22826 w 204351"/>
              <a:gd name="connsiteY73" fmla="*/ 135696 h 204389"/>
              <a:gd name="connsiteX74" fmla="*/ 16447 w 204351"/>
              <a:gd name="connsiteY74" fmla="*/ 110221 h 204389"/>
              <a:gd name="connsiteX75" fmla="*/ 38978 w 204351"/>
              <a:gd name="connsiteY75" fmla="*/ 110221 h 204389"/>
              <a:gd name="connsiteX76" fmla="*/ 42364 w 204351"/>
              <a:gd name="connsiteY76" fmla="*/ 68697 h 204389"/>
              <a:gd name="connsiteX77" fmla="*/ 38978 w 204351"/>
              <a:gd name="connsiteY77" fmla="*/ 94169 h 204389"/>
              <a:gd name="connsiteX78" fmla="*/ 16447 w 204351"/>
              <a:gd name="connsiteY78" fmla="*/ 94169 h 204389"/>
              <a:gd name="connsiteX79" fmla="*/ 22826 w 204351"/>
              <a:gd name="connsiteY79" fmla="*/ 68697 h 204389"/>
              <a:gd name="connsiteX80" fmla="*/ 42364 w 204351"/>
              <a:gd name="connsiteY80" fmla="*/ 68697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204351" h="204389">
                <a:moveTo>
                  <a:pt x="102176" y="0"/>
                </a:moveTo>
                <a:cubicBezTo>
                  <a:pt x="45853" y="0"/>
                  <a:pt x="0" y="45864"/>
                  <a:pt x="0" y="102195"/>
                </a:cubicBezTo>
                <a:cubicBezTo>
                  <a:pt x="0" y="158526"/>
                  <a:pt x="45853" y="204390"/>
                  <a:pt x="102176" y="204390"/>
                </a:cubicBezTo>
                <a:cubicBezTo>
                  <a:pt x="158498" y="204390"/>
                  <a:pt x="204351" y="158526"/>
                  <a:pt x="204351" y="102195"/>
                </a:cubicBezTo>
                <a:cubicBezTo>
                  <a:pt x="204351" y="45864"/>
                  <a:pt x="158498" y="0"/>
                  <a:pt x="102176" y="0"/>
                </a:cubicBezTo>
                <a:close/>
                <a:moveTo>
                  <a:pt x="187904" y="110221"/>
                </a:moveTo>
                <a:cubicBezTo>
                  <a:pt x="187105" y="118995"/>
                  <a:pt x="184963" y="127568"/>
                  <a:pt x="181525" y="135696"/>
                </a:cubicBezTo>
                <a:lnTo>
                  <a:pt x="161987" y="135696"/>
                </a:lnTo>
                <a:cubicBezTo>
                  <a:pt x="163830" y="127568"/>
                  <a:pt x="164928" y="119046"/>
                  <a:pt x="165377" y="110221"/>
                </a:cubicBezTo>
                <a:lnTo>
                  <a:pt x="187904" y="110221"/>
                </a:lnTo>
                <a:close/>
                <a:moveTo>
                  <a:pt x="187904" y="94169"/>
                </a:moveTo>
                <a:lnTo>
                  <a:pt x="165377" y="94169"/>
                </a:lnTo>
                <a:cubicBezTo>
                  <a:pt x="164928" y="85344"/>
                  <a:pt x="163779" y="76821"/>
                  <a:pt x="161987" y="68697"/>
                </a:cubicBezTo>
                <a:lnTo>
                  <a:pt x="181525" y="68697"/>
                </a:lnTo>
                <a:cubicBezTo>
                  <a:pt x="184963" y="76821"/>
                  <a:pt x="187105" y="85344"/>
                  <a:pt x="187904" y="94169"/>
                </a:cubicBezTo>
                <a:close/>
                <a:moveTo>
                  <a:pt x="110200" y="135696"/>
                </a:moveTo>
                <a:lnTo>
                  <a:pt x="110200" y="110221"/>
                </a:lnTo>
                <a:lnTo>
                  <a:pt x="149328" y="110221"/>
                </a:lnTo>
                <a:cubicBezTo>
                  <a:pt x="148828" y="118995"/>
                  <a:pt x="147532" y="127521"/>
                  <a:pt x="145438" y="135696"/>
                </a:cubicBezTo>
                <a:lnTo>
                  <a:pt x="110200" y="135696"/>
                </a:lnTo>
                <a:close/>
                <a:moveTo>
                  <a:pt x="172654" y="151748"/>
                </a:moveTo>
                <a:cubicBezTo>
                  <a:pt x="165125" y="162417"/>
                  <a:pt x="155159" y="171337"/>
                  <a:pt x="143646" y="177618"/>
                </a:cubicBezTo>
                <a:cubicBezTo>
                  <a:pt x="149488" y="169767"/>
                  <a:pt x="153907" y="160928"/>
                  <a:pt x="157250" y="151748"/>
                </a:cubicBezTo>
                <a:lnTo>
                  <a:pt x="172654" y="151748"/>
                </a:lnTo>
                <a:close/>
                <a:moveTo>
                  <a:pt x="140008" y="151748"/>
                </a:moveTo>
                <a:cubicBezTo>
                  <a:pt x="134154" y="165176"/>
                  <a:pt x="124830" y="179589"/>
                  <a:pt x="110200" y="184250"/>
                </a:cubicBezTo>
                <a:lnTo>
                  <a:pt x="110200" y="151697"/>
                </a:lnTo>
                <a:lnTo>
                  <a:pt x="140008" y="151697"/>
                </a:lnTo>
                <a:lnTo>
                  <a:pt x="140008" y="151748"/>
                </a:lnTo>
                <a:close/>
                <a:moveTo>
                  <a:pt x="143744" y="26720"/>
                </a:moveTo>
                <a:cubicBezTo>
                  <a:pt x="155108" y="33002"/>
                  <a:pt x="165027" y="41874"/>
                  <a:pt x="172551" y="52594"/>
                </a:cubicBezTo>
                <a:lnTo>
                  <a:pt x="157250" y="52594"/>
                </a:lnTo>
                <a:cubicBezTo>
                  <a:pt x="153678" y="42637"/>
                  <a:pt x="149090" y="33965"/>
                  <a:pt x="143744" y="26720"/>
                </a:cubicBezTo>
                <a:close/>
                <a:moveTo>
                  <a:pt x="110200" y="52594"/>
                </a:moveTo>
                <a:lnTo>
                  <a:pt x="110200" y="20089"/>
                </a:lnTo>
                <a:cubicBezTo>
                  <a:pt x="124885" y="24611"/>
                  <a:pt x="134274" y="39053"/>
                  <a:pt x="140008" y="52543"/>
                </a:cubicBezTo>
                <a:lnTo>
                  <a:pt x="110200" y="52543"/>
                </a:lnTo>
                <a:lnTo>
                  <a:pt x="110200" y="52594"/>
                </a:lnTo>
                <a:close/>
                <a:moveTo>
                  <a:pt x="110200" y="94118"/>
                </a:moveTo>
                <a:lnTo>
                  <a:pt x="110200" y="68646"/>
                </a:lnTo>
                <a:lnTo>
                  <a:pt x="145438" y="68646"/>
                </a:lnTo>
                <a:cubicBezTo>
                  <a:pt x="147532" y="76821"/>
                  <a:pt x="148828" y="85344"/>
                  <a:pt x="149328" y="94118"/>
                </a:cubicBezTo>
                <a:lnTo>
                  <a:pt x="110200" y="94118"/>
                </a:lnTo>
                <a:close/>
                <a:moveTo>
                  <a:pt x="94151" y="68646"/>
                </a:moveTo>
                <a:lnTo>
                  <a:pt x="94151" y="94118"/>
                </a:lnTo>
                <a:lnTo>
                  <a:pt x="55027" y="94118"/>
                </a:lnTo>
                <a:cubicBezTo>
                  <a:pt x="55524" y="85344"/>
                  <a:pt x="56819" y="76821"/>
                  <a:pt x="58914" y="68646"/>
                </a:cubicBezTo>
                <a:lnTo>
                  <a:pt x="94151" y="68646"/>
                </a:lnTo>
                <a:close/>
                <a:moveTo>
                  <a:pt x="31800" y="52594"/>
                </a:moveTo>
                <a:cubicBezTo>
                  <a:pt x="39324" y="41925"/>
                  <a:pt x="49243" y="33002"/>
                  <a:pt x="60607" y="26720"/>
                </a:cubicBezTo>
                <a:cubicBezTo>
                  <a:pt x="54801" y="34586"/>
                  <a:pt x="50455" y="43429"/>
                  <a:pt x="47101" y="52594"/>
                </a:cubicBezTo>
                <a:lnTo>
                  <a:pt x="31800" y="52594"/>
                </a:lnTo>
                <a:close/>
                <a:moveTo>
                  <a:pt x="64347" y="52594"/>
                </a:moveTo>
                <a:cubicBezTo>
                  <a:pt x="70011" y="39097"/>
                  <a:pt x="79514" y="24644"/>
                  <a:pt x="94151" y="20140"/>
                </a:cubicBezTo>
                <a:lnTo>
                  <a:pt x="94151" y="52641"/>
                </a:lnTo>
                <a:lnTo>
                  <a:pt x="64347" y="52641"/>
                </a:lnTo>
                <a:lnTo>
                  <a:pt x="64347" y="52594"/>
                </a:lnTo>
                <a:close/>
                <a:moveTo>
                  <a:pt x="47101" y="151748"/>
                </a:moveTo>
                <a:cubicBezTo>
                  <a:pt x="50444" y="160928"/>
                  <a:pt x="54863" y="169767"/>
                  <a:pt x="60709" y="177618"/>
                </a:cubicBezTo>
                <a:cubicBezTo>
                  <a:pt x="49243" y="171289"/>
                  <a:pt x="39277" y="162417"/>
                  <a:pt x="31701" y="151748"/>
                </a:cubicBezTo>
                <a:lnTo>
                  <a:pt x="47101" y="151748"/>
                </a:lnTo>
                <a:close/>
                <a:moveTo>
                  <a:pt x="94151" y="151748"/>
                </a:moveTo>
                <a:lnTo>
                  <a:pt x="94151" y="184301"/>
                </a:lnTo>
                <a:cubicBezTo>
                  <a:pt x="79521" y="179640"/>
                  <a:pt x="70201" y="165227"/>
                  <a:pt x="64347" y="151796"/>
                </a:cubicBezTo>
                <a:lnTo>
                  <a:pt x="94151" y="151796"/>
                </a:lnTo>
                <a:lnTo>
                  <a:pt x="94151" y="151748"/>
                </a:lnTo>
                <a:close/>
                <a:moveTo>
                  <a:pt x="94151" y="110221"/>
                </a:moveTo>
                <a:lnTo>
                  <a:pt x="94151" y="135696"/>
                </a:lnTo>
                <a:lnTo>
                  <a:pt x="58914" y="135696"/>
                </a:lnTo>
                <a:cubicBezTo>
                  <a:pt x="56819" y="127521"/>
                  <a:pt x="55524" y="118995"/>
                  <a:pt x="55027" y="110221"/>
                </a:cubicBezTo>
                <a:lnTo>
                  <a:pt x="94151" y="110221"/>
                </a:lnTo>
                <a:close/>
                <a:moveTo>
                  <a:pt x="38978" y="110221"/>
                </a:moveTo>
                <a:cubicBezTo>
                  <a:pt x="39427" y="119046"/>
                  <a:pt x="40521" y="127568"/>
                  <a:pt x="42364" y="135696"/>
                </a:cubicBezTo>
                <a:lnTo>
                  <a:pt x="22826" y="135696"/>
                </a:lnTo>
                <a:cubicBezTo>
                  <a:pt x="19388" y="127568"/>
                  <a:pt x="17246" y="118995"/>
                  <a:pt x="16447" y="110221"/>
                </a:cubicBezTo>
                <a:lnTo>
                  <a:pt x="38978" y="110221"/>
                </a:lnTo>
                <a:close/>
                <a:moveTo>
                  <a:pt x="42364" y="68697"/>
                </a:moveTo>
                <a:cubicBezTo>
                  <a:pt x="40521" y="76821"/>
                  <a:pt x="39427" y="85344"/>
                  <a:pt x="38978" y="94169"/>
                </a:cubicBezTo>
                <a:lnTo>
                  <a:pt x="16447" y="94169"/>
                </a:lnTo>
                <a:cubicBezTo>
                  <a:pt x="17246" y="85344"/>
                  <a:pt x="19388" y="76770"/>
                  <a:pt x="22826" y="68697"/>
                </a:cubicBezTo>
                <a:lnTo>
                  <a:pt x="42364" y="68697"/>
                </a:lnTo>
                <a:close/>
              </a:path>
            </a:pathLst>
          </a:custGeom>
          <a:solidFill>
            <a:schemeClr val="bg1"/>
          </a:solidFill>
          <a:ln w="3646" cap="flat">
            <a:noFill/>
            <a:prstDash val="solid"/>
            <a:miter/>
          </a:ln>
        </p:spPr>
        <p:txBody>
          <a:bodyPr rtlCol="0" anchor="ctr"/>
          <a:lstStyle/>
          <a:p>
            <a:endParaRPr lang="en-GR"/>
          </a:p>
        </p:txBody>
      </p:sp>
      <p:sp>
        <p:nvSpPr>
          <p:cNvPr id="29" name="Freeform 11">
            <a:extLst>
              <a:ext uri="{FF2B5EF4-FFF2-40B4-BE49-F238E27FC236}">
                <a16:creationId xmlns:a16="http://schemas.microsoft.com/office/drawing/2014/main" id="{E9C654BD-63F1-4F64-2485-DFD915F48993}"/>
              </a:ext>
            </a:extLst>
          </p:cNvPr>
          <p:cNvSpPr/>
          <p:nvPr/>
        </p:nvSpPr>
        <p:spPr>
          <a:xfrm flipH="1">
            <a:off x="4076229" y="3607947"/>
            <a:ext cx="295550" cy="295006"/>
          </a:xfrm>
          <a:custGeom>
            <a:avLst/>
            <a:gdLst>
              <a:gd name="connsiteX0" fmla="*/ 179883 w 212080"/>
              <a:gd name="connsiteY0" fmla="*/ 12446 h 211689"/>
              <a:gd name="connsiteX1" fmla="*/ 185499 w 212080"/>
              <a:gd name="connsiteY1" fmla="*/ 16629 h 211689"/>
              <a:gd name="connsiteX2" fmla="*/ 185550 w 212080"/>
              <a:gd name="connsiteY2" fmla="*/ 16734 h 211689"/>
              <a:gd name="connsiteX3" fmla="*/ 212080 w 212080"/>
              <a:gd name="connsiteY3" fmla="*/ 72982 h 211689"/>
              <a:gd name="connsiteX4" fmla="*/ 199954 w 212080"/>
              <a:gd name="connsiteY4" fmla="*/ 114184 h 211689"/>
              <a:gd name="connsiteX5" fmla="*/ 172628 w 212080"/>
              <a:gd name="connsiteY5" fmla="*/ 148876 h 211689"/>
              <a:gd name="connsiteX6" fmla="*/ 152773 w 212080"/>
              <a:gd name="connsiteY6" fmla="*/ 164446 h 211689"/>
              <a:gd name="connsiteX7" fmla="*/ 157644 w 212080"/>
              <a:gd name="connsiteY7" fmla="*/ 171914 h 211689"/>
              <a:gd name="connsiteX8" fmla="*/ 157644 w 212080"/>
              <a:gd name="connsiteY8" fmla="*/ 176312 h 211689"/>
              <a:gd name="connsiteX9" fmla="*/ 152612 w 212080"/>
              <a:gd name="connsiteY9" fmla="*/ 179647 h 211689"/>
              <a:gd name="connsiteX10" fmla="*/ 125713 w 212080"/>
              <a:gd name="connsiteY10" fmla="*/ 179647 h 211689"/>
              <a:gd name="connsiteX11" fmla="*/ 123754 w 212080"/>
              <a:gd name="connsiteY11" fmla="*/ 179330 h 211689"/>
              <a:gd name="connsiteX12" fmla="*/ 121104 w 212080"/>
              <a:gd name="connsiteY12" fmla="*/ 177582 h 211689"/>
              <a:gd name="connsiteX13" fmla="*/ 120681 w 212080"/>
              <a:gd name="connsiteY13" fmla="*/ 176363 h 211689"/>
              <a:gd name="connsiteX14" fmla="*/ 120681 w 212080"/>
              <a:gd name="connsiteY14" fmla="*/ 171914 h 211689"/>
              <a:gd name="connsiteX15" fmla="*/ 126082 w 212080"/>
              <a:gd name="connsiteY15" fmla="*/ 164077 h 211689"/>
              <a:gd name="connsiteX16" fmla="*/ 111255 w 212080"/>
              <a:gd name="connsiteY16" fmla="*/ 153007 h 211689"/>
              <a:gd name="connsiteX17" fmla="*/ 101088 w 212080"/>
              <a:gd name="connsiteY17" fmla="*/ 143419 h 211689"/>
              <a:gd name="connsiteX18" fmla="*/ 96111 w 212080"/>
              <a:gd name="connsiteY18" fmla="*/ 138072 h 211689"/>
              <a:gd name="connsiteX19" fmla="*/ 82448 w 212080"/>
              <a:gd name="connsiteY19" fmla="*/ 120225 h 211689"/>
              <a:gd name="connsiteX20" fmla="*/ 66194 w 212080"/>
              <a:gd name="connsiteY20" fmla="*/ 72927 h 211689"/>
              <a:gd name="connsiteX21" fmla="*/ 139110 w 212080"/>
              <a:gd name="connsiteY21" fmla="*/ 0 h 211689"/>
              <a:gd name="connsiteX22" fmla="*/ 167494 w 212080"/>
              <a:gd name="connsiteY22" fmla="*/ 5719 h 211689"/>
              <a:gd name="connsiteX23" fmla="*/ 179883 w 212080"/>
              <a:gd name="connsiteY23" fmla="*/ 12446 h 211689"/>
              <a:gd name="connsiteX24" fmla="*/ 139694 w 212080"/>
              <a:gd name="connsiteY24" fmla="*/ 150996 h 211689"/>
              <a:gd name="connsiteX25" fmla="*/ 141124 w 212080"/>
              <a:gd name="connsiteY25" fmla="*/ 150040 h 211689"/>
              <a:gd name="connsiteX26" fmla="*/ 141124 w 212080"/>
              <a:gd name="connsiteY26" fmla="*/ 150095 h 211689"/>
              <a:gd name="connsiteX27" fmla="*/ 193546 w 212080"/>
              <a:gd name="connsiteY27" fmla="*/ 72029 h 211689"/>
              <a:gd name="connsiteX28" fmla="*/ 139110 w 212080"/>
              <a:gd name="connsiteY28" fmla="*/ 17585 h 211689"/>
              <a:gd name="connsiteX29" fmla="*/ 84674 w 212080"/>
              <a:gd name="connsiteY29" fmla="*/ 71974 h 211689"/>
              <a:gd name="connsiteX30" fmla="*/ 137840 w 212080"/>
              <a:gd name="connsiteY30" fmla="*/ 149723 h 211689"/>
              <a:gd name="connsiteX31" fmla="*/ 139694 w 212080"/>
              <a:gd name="connsiteY31" fmla="*/ 150996 h 211689"/>
              <a:gd name="connsiteX32" fmla="*/ 102573 w 212080"/>
              <a:gd name="connsiteY32" fmla="*/ 60269 h 211689"/>
              <a:gd name="connsiteX33" fmla="*/ 107445 w 212080"/>
              <a:gd name="connsiteY33" fmla="*/ 42053 h 211689"/>
              <a:gd name="connsiteX34" fmla="*/ 125659 w 212080"/>
              <a:gd name="connsiteY34" fmla="*/ 37181 h 211689"/>
              <a:gd name="connsiteX35" fmla="*/ 120787 w 212080"/>
              <a:gd name="connsiteY35" fmla="*/ 55397 h 211689"/>
              <a:gd name="connsiteX36" fmla="*/ 102573 w 212080"/>
              <a:gd name="connsiteY36" fmla="*/ 60269 h 211689"/>
              <a:gd name="connsiteX37" fmla="*/ 132596 w 212080"/>
              <a:gd name="connsiteY37" fmla="*/ 191670 h 211689"/>
              <a:gd name="connsiteX38" fmla="*/ 125870 w 212080"/>
              <a:gd name="connsiteY38" fmla="*/ 193893 h 211689"/>
              <a:gd name="connsiteX39" fmla="*/ 121192 w 212080"/>
              <a:gd name="connsiteY39" fmla="*/ 193692 h 211689"/>
              <a:gd name="connsiteX40" fmla="*/ 120827 w 212080"/>
              <a:gd name="connsiteY40" fmla="*/ 193666 h 211689"/>
              <a:gd name="connsiteX41" fmla="*/ 110303 w 212080"/>
              <a:gd name="connsiteY41" fmla="*/ 193842 h 211689"/>
              <a:gd name="connsiteX42" fmla="*/ 94100 w 212080"/>
              <a:gd name="connsiteY42" fmla="*/ 211689 h 211689"/>
              <a:gd name="connsiteX43" fmla="*/ 108398 w 212080"/>
              <a:gd name="connsiteY43" fmla="*/ 211689 h 211689"/>
              <a:gd name="connsiteX44" fmla="*/ 112634 w 212080"/>
              <a:gd name="connsiteY44" fmla="*/ 207930 h 211689"/>
              <a:gd name="connsiteX45" fmla="*/ 119320 w 212080"/>
              <a:gd name="connsiteY45" fmla="*/ 207882 h 211689"/>
              <a:gd name="connsiteX46" fmla="*/ 120101 w 212080"/>
              <a:gd name="connsiteY46" fmla="*/ 207930 h 211689"/>
              <a:gd name="connsiteX47" fmla="*/ 126082 w 212080"/>
              <a:gd name="connsiteY47" fmla="*/ 208193 h 211689"/>
              <a:gd name="connsiteX48" fmla="*/ 144828 w 212080"/>
              <a:gd name="connsiteY48" fmla="*/ 199189 h 211689"/>
              <a:gd name="connsiteX49" fmla="*/ 147105 w 212080"/>
              <a:gd name="connsiteY49" fmla="*/ 190082 h 211689"/>
              <a:gd name="connsiteX50" fmla="*/ 132913 w 212080"/>
              <a:gd name="connsiteY50" fmla="*/ 190082 h 211689"/>
              <a:gd name="connsiteX51" fmla="*/ 132702 w 212080"/>
              <a:gd name="connsiteY51" fmla="*/ 191615 h 211689"/>
              <a:gd name="connsiteX52" fmla="*/ 132596 w 212080"/>
              <a:gd name="connsiteY52" fmla="*/ 191670 h 211689"/>
              <a:gd name="connsiteX53" fmla="*/ 99581 w 212080"/>
              <a:gd name="connsiteY53" fmla="*/ 156745 h 211689"/>
              <a:gd name="connsiteX54" fmla="*/ 99607 w 212080"/>
              <a:gd name="connsiteY54" fmla="*/ 156767 h 211689"/>
              <a:gd name="connsiteX55" fmla="*/ 99658 w 212080"/>
              <a:gd name="connsiteY55" fmla="*/ 156661 h 211689"/>
              <a:gd name="connsiteX56" fmla="*/ 99581 w 212080"/>
              <a:gd name="connsiteY56" fmla="*/ 156745 h 211689"/>
              <a:gd name="connsiteX57" fmla="*/ 93410 w 212080"/>
              <a:gd name="connsiteY57" fmla="*/ 150730 h 211689"/>
              <a:gd name="connsiteX58" fmla="*/ 99581 w 212080"/>
              <a:gd name="connsiteY58" fmla="*/ 156745 h 211689"/>
              <a:gd name="connsiteX59" fmla="*/ 93041 w 212080"/>
              <a:gd name="connsiteY59" fmla="*/ 163388 h 211689"/>
              <a:gd name="connsiteX60" fmla="*/ 75671 w 212080"/>
              <a:gd name="connsiteY60" fmla="*/ 176998 h 211689"/>
              <a:gd name="connsiteX61" fmla="*/ 79908 w 212080"/>
              <a:gd name="connsiteY61" fmla="*/ 183513 h 211689"/>
              <a:gd name="connsiteX62" fmla="*/ 79908 w 212080"/>
              <a:gd name="connsiteY62" fmla="*/ 187327 h 211689"/>
              <a:gd name="connsiteX63" fmla="*/ 75514 w 212080"/>
              <a:gd name="connsiteY63" fmla="*/ 190239 h 211689"/>
              <a:gd name="connsiteX64" fmla="*/ 52002 w 212080"/>
              <a:gd name="connsiteY64" fmla="*/ 190239 h 211689"/>
              <a:gd name="connsiteX65" fmla="*/ 50305 w 212080"/>
              <a:gd name="connsiteY65" fmla="*/ 189922 h 211689"/>
              <a:gd name="connsiteX66" fmla="*/ 47977 w 212080"/>
              <a:gd name="connsiteY66" fmla="*/ 188440 h 211689"/>
              <a:gd name="connsiteX67" fmla="*/ 47605 w 212080"/>
              <a:gd name="connsiteY67" fmla="*/ 187381 h 211689"/>
              <a:gd name="connsiteX68" fmla="*/ 47605 w 212080"/>
              <a:gd name="connsiteY68" fmla="*/ 183513 h 211689"/>
              <a:gd name="connsiteX69" fmla="*/ 52319 w 212080"/>
              <a:gd name="connsiteY69" fmla="*/ 176680 h 211689"/>
              <a:gd name="connsiteX70" fmla="*/ 39346 w 212080"/>
              <a:gd name="connsiteY70" fmla="*/ 167041 h 211689"/>
              <a:gd name="connsiteX71" fmla="*/ 30449 w 212080"/>
              <a:gd name="connsiteY71" fmla="*/ 158676 h 211689"/>
              <a:gd name="connsiteX72" fmla="*/ 26107 w 212080"/>
              <a:gd name="connsiteY72" fmla="*/ 154015 h 211689"/>
              <a:gd name="connsiteX73" fmla="*/ 14192 w 212080"/>
              <a:gd name="connsiteY73" fmla="*/ 138441 h 211689"/>
              <a:gd name="connsiteX74" fmla="*/ 0 w 212080"/>
              <a:gd name="connsiteY74" fmla="*/ 97133 h 211689"/>
              <a:gd name="connsiteX75" fmla="*/ 63705 w 212080"/>
              <a:gd name="connsiteY75" fmla="*/ 33312 h 211689"/>
              <a:gd name="connsiteX76" fmla="*/ 64603 w 212080"/>
              <a:gd name="connsiteY76" fmla="*/ 33367 h 211689"/>
              <a:gd name="connsiteX77" fmla="*/ 65504 w 212080"/>
              <a:gd name="connsiteY77" fmla="*/ 33418 h 211689"/>
              <a:gd name="connsiteX78" fmla="*/ 55549 w 212080"/>
              <a:gd name="connsiteY78" fmla="*/ 72876 h 211689"/>
              <a:gd name="connsiteX79" fmla="*/ 73500 w 212080"/>
              <a:gd name="connsiteY79" fmla="*/ 125944 h 211689"/>
              <a:gd name="connsiteX80" fmla="*/ 88115 w 212080"/>
              <a:gd name="connsiteY80" fmla="*/ 145011 h 211689"/>
              <a:gd name="connsiteX81" fmla="*/ 93410 w 212080"/>
              <a:gd name="connsiteY81" fmla="*/ 150730 h 211689"/>
              <a:gd name="connsiteX82" fmla="*/ 22928 w 212080"/>
              <a:gd name="connsiteY82" fmla="*/ 80026 h 211689"/>
              <a:gd name="connsiteX83" fmla="*/ 38868 w 212080"/>
              <a:gd name="connsiteY83" fmla="*/ 75788 h 211689"/>
              <a:gd name="connsiteX84" fmla="*/ 43105 w 212080"/>
              <a:gd name="connsiteY84" fmla="*/ 59846 h 211689"/>
              <a:gd name="connsiteX85" fmla="*/ 27165 w 212080"/>
              <a:gd name="connsiteY85" fmla="*/ 64083 h 211689"/>
              <a:gd name="connsiteX86" fmla="*/ 22928 w 212080"/>
              <a:gd name="connsiteY86" fmla="*/ 80026 h 211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212080" h="211689">
                <a:moveTo>
                  <a:pt x="179883" y="12446"/>
                </a:moveTo>
                <a:cubicBezTo>
                  <a:pt x="181842" y="13716"/>
                  <a:pt x="183696" y="15147"/>
                  <a:pt x="185499" y="16629"/>
                </a:cubicBezTo>
                <a:lnTo>
                  <a:pt x="185550" y="16734"/>
                </a:lnTo>
                <a:cubicBezTo>
                  <a:pt x="201753" y="30082"/>
                  <a:pt x="212080" y="50313"/>
                  <a:pt x="212080" y="72982"/>
                </a:cubicBezTo>
                <a:cubicBezTo>
                  <a:pt x="212080" y="86909"/>
                  <a:pt x="207314" y="101104"/>
                  <a:pt x="199954" y="114184"/>
                </a:cubicBezTo>
                <a:cubicBezTo>
                  <a:pt x="192593" y="127269"/>
                  <a:pt x="182744" y="139292"/>
                  <a:pt x="172628" y="148876"/>
                </a:cubicBezTo>
                <a:cubicBezTo>
                  <a:pt x="165906" y="155285"/>
                  <a:pt x="159075" y="160581"/>
                  <a:pt x="152773" y="164446"/>
                </a:cubicBezTo>
                <a:cubicBezTo>
                  <a:pt x="155791" y="166461"/>
                  <a:pt x="157644" y="169056"/>
                  <a:pt x="157644" y="171914"/>
                </a:cubicBezTo>
                <a:lnTo>
                  <a:pt x="157644" y="176312"/>
                </a:lnTo>
                <a:cubicBezTo>
                  <a:pt x="157644" y="178060"/>
                  <a:pt x="155418" y="179487"/>
                  <a:pt x="152612" y="179647"/>
                </a:cubicBezTo>
                <a:lnTo>
                  <a:pt x="125713" y="179647"/>
                </a:lnTo>
                <a:cubicBezTo>
                  <a:pt x="125024" y="179647"/>
                  <a:pt x="124337" y="179487"/>
                  <a:pt x="123754" y="179330"/>
                </a:cubicBezTo>
                <a:cubicBezTo>
                  <a:pt x="122589" y="178958"/>
                  <a:pt x="121637" y="178323"/>
                  <a:pt x="121104" y="177582"/>
                </a:cubicBezTo>
                <a:cubicBezTo>
                  <a:pt x="120842" y="177209"/>
                  <a:pt x="120681" y="176786"/>
                  <a:pt x="120681" y="176363"/>
                </a:cubicBezTo>
                <a:lnTo>
                  <a:pt x="120681" y="171914"/>
                </a:lnTo>
                <a:cubicBezTo>
                  <a:pt x="120681" y="168844"/>
                  <a:pt x="122746" y="166088"/>
                  <a:pt x="126082" y="164077"/>
                </a:cubicBezTo>
                <a:cubicBezTo>
                  <a:pt x="121371" y="161110"/>
                  <a:pt x="116338" y="157402"/>
                  <a:pt x="111255" y="153007"/>
                </a:cubicBezTo>
                <a:cubicBezTo>
                  <a:pt x="107868" y="150095"/>
                  <a:pt x="104423" y="146865"/>
                  <a:pt x="101088" y="143419"/>
                </a:cubicBezTo>
                <a:cubicBezTo>
                  <a:pt x="99395" y="141675"/>
                  <a:pt x="97753" y="139927"/>
                  <a:pt x="96111" y="138072"/>
                </a:cubicBezTo>
                <a:cubicBezTo>
                  <a:pt x="91188" y="132510"/>
                  <a:pt x="86579" y="126528"/>
                  <a:pt x="82448" y="120225"/>
                </a:cubicBezTo>
                <a:cubicBezTo>
                  <a:pt x="72865" y="105502"/>
                  <a:pt x="66194" y="89030"/>
                  <a:pt x="66194" y="72927"/>
                </a:cubicBezTo>
                <a:cubicBezTo>
                  <a:pt x="66194" y="32626"/>
                  <a:pt x="98866" y="0"/>
                  <a:pt x="139110" y="0"/>
                </a:cubicBezTo>
                <a:cubicBezTo>
                  <a:pt x="149171" y="0"/>
                  <a:pt x="158757" y="2011"/>
                  <a:pt x="167494" y="5719"/>
                </a:cubicBezTo>
                <a:cubicBezTo>
                  <a:pt x="171836" y="7573"/>
                  <a:pt x="176018" y="9851"/>
                  <a:pt x="179883" y="12446"/>
                </a:cubicBezTo>
                <a:close/>
                <a:moveTo>
                  <a:pt x="139694" y="150996"/>
                </a:moveTo>
                <a:lnTo>
                  <a:pt x="141124" y="150040"/>
                </a:lnTo>
                <a:lnTo>
                  <a:pt x="141124" y="150095"/>
                </a:lnTo>
                <a:cubicBezTo>
                  <a:pt x="162567" y="136959"/>
                  <a:pt x="193546" y="102056"/>
                  <a:pt x="193546" y="72029"/>
                </a:cubicBezTo>
                <a:cubicBezTo>
                  <a:pt x="193546" y="41998"/>
                  <a:pt x="169136" y="17585"/>
                  <a:pt x="139110" y="17585"/>
                </a:cubicBezTo>
                <a:cubicBezTo>
                  <a:pt x="109084" y="17585"/>
                  <a:pt x="84674" y="43269"/>
                  <a:pt x="84674" y="71974"/>
                </a:cubicBezTo>
                <a:cubicBezTo>
                  <a:pt x="84674" y="100680"/>
                  <a:pt x="116127" y="136164"/>
                  <a:pt x="137840" y="149723"/>
                </a:cubicBezTo>
                <a:cubicBezTo>
                  <a:pt x="138475" y="150146"/>
                  <a:pt x="139110" y="150569"/>
                  <a:pt x="139694" y="150996"/>
                </a:cubicBezTo>
                <a:close/>
                <a:moveTo>
                  <a:pt x="102573" y="60269"/>
                </a:moveTo>
                <a:cubicBezTo>
                  <a:pt x="98866" y="56616"/>
                  <a:pt x="101088" y="48407"/>
                  <a:pt x="107445" y="42053"/>
                </a:cubicBezTo>
                <a:cubicBezTo>
                  <a:pt x="113798" y="35644"/>
                  <a:pt x="121955" y="33472"/>
                  <a:pt x="125659" y="37181"/>
                </a:cubicBezTo>
                <a:cubicBezTo>
                  <a:pt x="129366" y="40834"/>
                  <a:pt x="127144" y="49043"/>
                  <a:pt x="120787" y="55397"/>
                </a:cubicBezTo>
                <a:cubicBezTo>
                  <a:pt x="114433" y="61806"/>
                  <a:pt x="106277" y="63978"/>
                  <a:pt x="102573" y="60269"/>
                </a:cubicBezTo>
                <a:close/>
                <a:moveTo>
                  <a:pt x="132596" y="191670"/>
                </a:moveTo>
                <a:cubicBezTo>
                  <a:pt x="131804" y="192995"/>
                  <a:pt x="129103" y="193893"/>
                  <a:pt x="125870" y="193893"/>
                </a:cubicBezTo>
                <a:cubicBezTo>
                  <a:pt x="124228" y="193893"/>
                  <a:pt x="122732" y="193794"/>
                  <a:pt x="121192" y="193692"/>
                </a:cubicBezTo>
                <a:lnTo>
                  <a:pt x="120827" y="193666"/>
                </a:lnTo>
                <a:cubicBezTo>
                  <a:pt x="117648" y="193458"/>
                  <a:pt x="114028" y="193221"/>
                  <a:pt x="110303" y="193842"/>
                </a:cubicBezTo>
                <a:cubicBezTo>
                  <a:pt x="102624" y="195061"/>
                  <a:pt x="94100" y="202740"/>
                  <a:pt x="94100" y="211689"/>
                </a:cubicBezTo>
                <a:lnTo>
                  <a:pt x="108398" y="211689"/>
                </a:lnTo>
                <a:cubicBezTo>
                  <a:pt x="108503" y="210631"/>
                  <a:pt x="110780" y="208247"/>
                  <a:pt x="112634" y="207930"/>
                </a:cubicBezTo>
                <a:cubicBezTo>
                  <a:pt x="114594" y="207594"/>
                  <a:pt x="116904" y="207733"/>
                  <a:pt x="119320" y="207882"/>
                </a:cubicBezTo>
                <a:lnTo>
                  <a:pt x="120101" y="207930"/>
                </a:lnTo>
                <a:cubicBezTo>
                  <a:pt x="122111" y="208087"/>
                  <a:pt x="124071" y="208193"/>
                  <a:pt x="126082" y="208193"/>
                </a:cubicBezTo>
                <a:cubicBezTo>
                  <a:pt x="134504" y="208087"/>
                  <a:pt x="141336" y="204857"/>
                  <a:pt x="144828" y="199189"/>
                </a:cubicBezTo>
                <a:cubicBezTo>
                  <a:pt x="146313" y="196805"/>
                  <a:pt x="146894" y="193736"/>
                  <a:pt x="147105" y="190082"/>
                </a:cubicBezTo>
                <a:lnTo>
                  <a:pt x="132913" y="190082"/>
                </a:lnTo>
                <a:cubicBezTo>
                  <a:pt x="132913" y="190768"/>
                  <a:pt x="132807" y="191352"/>
                  <a:pt x="132702" y="191615"/>
                </a:cubicBezTo>
                <a:lnTo>
                  <a:pt x="132596" y="191670"/>
                </a:lnTo>
                <a:close/>
                <a:moveTo>
                  <a:pt x="99581" y="156745"/>
                </a:moveTo>
                <a:cubicBezTo>
                  <a:pt x="99588" y="156752"/>
                  <a:pt x="99599" y="156759"/>
                  <a:pt x="99607" y="156767"/>
                </a:cubicBezTo>
                <a:lnTo>
                  <a:pt x="99658" y="156661"/>
                </a:lnTo>
                <a:cubicBezTo>
                  <a:pt x="99632" y="156690"/>
                  <a:pt x="99607" y="156716"/>
                  <a:pt x="99581" y="156745"/>
                </a:cubicBezTo>
                <a:close/>
                <a:moveTo>
                  <a:pt x="93410" y="150730"/>
                </a:moveTo>
                <a:cubicBezTo>
                  <a:pt x="95413" y="152789"/>
                  <a:pt x="97472" y="154792"/>
                  <a:pt x="99581" y="156745"/>
                </a:cubicBezTo>
                <a:cubicBezTo>
                  <a:pt x="97435" y="159048"/>
                  <a:pt x="95238" y="161296"/>
                  <a:pt x="93041" y="163388"/>
                </a:cubicBezTo>
                <a:cubicBezTo>
                  <a:pt x="87163" y="169001"/>
                  <a:pt x="81178" y="173662"/>
                  <a:pt x="75671" y="176998"/>
                </a:cubicBezTo>
                <a:cubicBezTo>
                  <a:pt x="78266" y="178746"/>
                  <a:pt x="79908" y="181023"/>
                  <a:pt x="79908" y="183513"/>
                </a:cubicBezTo>
                <a:lnTo>
                  <a:pt x="79908" y="187327"/>
                </a:lnTo>
                <a:cubicBezTo>
                  <a:pt x="79908" y="188863"/>
                  <a:pt x="78003" y="190082"/>
                  <a:pt x="75514" y="190239"/>
                </a:cubicBezTo>
                <a:lnTo>
                  <a:pt x="52002" y="190239"/>
                </a:lnTo>
                <a:cubicBezTo>
                  <a:pt x="51418" y="190188"/>
                  <a:pt x="50834" y="190082"/>
                  <a:pt x="50305" y="189922"/>
                </a:cubicBezTo>
                <a:cubicBezTo>
                  <a:pt x="49247" y="189604"/>
                  <a:pt x="48400" y="189075"/>
                  <a:pt x="47977" y="188440"/>
                </a:cubicBezTo>
                <a:cubicBezTo>
                  <a:pt x="47765" y="188122"/>
                  <a:pt x="47605" y="187750"/>
                  <a:pt x="47605" y="187381"/>
                </a:cubicBezTo>
                <a:lnTo>
                  <a:pt x="47605" y="183513"/>
                </a:lnTo>
                <a:cubicBezTo>
                  <a:pt x="47605" y="180867"/>
                  <a:pt x="49407" y="178428"/>
                  <a:pt x="52319" y="176680"/>
                </a:cubicBezTo>
                <a:cubicBezTo>
                  <a:pt x="48188" y="174140"/>
                  <a:pt x="43795" y="170855"/>
                  <a:pt x="39346" y="167041"/>
                </a:cubicBezTo>
                <a:cubicBezTo>
                  <a:pt x="36379" y="164501"/>
                  <a:pt x="33362" y="161694"/>
                  <a:pt x="30449" y="158676"/>
                </a:cubicBezTo>
                <a:cubicBezTo>
                  <a:pt x="28964" y="157190"/>
                  <a:pt x="27537" y="155603"/>
                  <a:pt x="26107" y="154015"/>
                </a:cubicBezTo>
                <a:cubicBezTo>
                  <a:pt x="21870" y="149193"/>
                  <a:pt x="17794" y="143952"/>
                  <a:pt x="14192" y="138441"/>
                </a:cubicBezTo>
                <a:cubicBezTo>
                  <a:pt x="5824" y="125572"/>
                  <a:pt x="0" y="111221"/>
                  <a:pt x="0" y="97133"/>
                </a:cubicBezTo>
                <a:cubicBezTo>
                  <a:pt x="0" y="61912"/>
                  <a:pt x="28541" y="33367"/>
                  <a:pt x="63705" y="33312"/>
                </a:cubicBezTo>
                <a:cubicBezTo>
                  <a:pt x="63993" y="33312"/>
                  <a:pt x="64300" y="33341"/>
                  <a:pt x="64603" y="33367"/>
                </a:cubicBezTo>
                <a:cubicBezTo>
                  <a:pt x="64909" y="33392"/>
                  <a:pt x="65212" y="33418"/>
                  <a:pt x="65504" y="33418"/>
                </a:cubicBezTo>
                <a:cubicBezTo>
                  <a:pt x="59151" y="45177"/>
                  <a:pt x="55549" y="58631"/>
                  <a:pt x="55549" y="72876"/>
                </a:cubicBezTo>
                <a:cubicBezTo>
                  <a:pt x="55549" y="89559"/>
                  <a:pt x="61745" y="107885"/>
                  <a:pt x="73500" y="125944"/>
                </a:cubicBezTo>
                <a:cubicBezTo>
                  <a:pt x="77736" y="132459"/>
                  <a:pt x="82659" y="138868"/>
                  <a:pt x="88115" y="145011"/>
                </a:cubicBezTo>
                <a:cubicBezTo>
                  <a:pt x="89863" y="146971"/>
                  <a:pt x="91611" y="148876"/>
                  <a:pt x="93410" y="150730"/>
                </a:cubicBezTo>
                <a:close/>
                <a:moveTo>
                  <a:pt x="22928" y="80026"/>
                </a:moveTo>
                <a:cubicBezTo>
                  <a:pt x="26158" y="83256"/>
                  <a:pt x="33307" y="81351"/>
                  <a:pt x="38868" y="75788"/>
                </a:cubicBezTo>
                <a:cubicBezTo>
                  <a:pt x="44430" y="70226"/>
                  <a:pt x="46335" y="63076"/>
                  <a:pt x="43105" y="59846"/>
                </a:cubicBezTo>
                <a:cubicBezTo>
                  <a:pt x="39875" y="56616"/>
                  <a:pt x="32726" y="58525"/>
                  <a:pt x="27165" y="64083"/>
                </a:cubicBezTo>
                <a:cubicBezTo>
                  <a:pt x="21604" y="69646"/>
                  <a:pt x="19699" y="76796"/>
                  <a:pt x="22928" y="80026"/>
                </a:cubicBezTo>
                <a:close/>
              </a:path>
            </a:pathLst>
          </a:custGeom>
          <a:solidFill>
            <a:schemeClr val="bg1"/>
          </a:solidFill>
          <a:ln w="3646" cap="flat">
            <a:noFill/>
            <a:prstDash val="solid"/>
            <a:miter/>
          </a:ln>
        </p:spPr>
        <p:txBody>
          <a:bodyPr rtlCol="0" anchor="ctr"/>
          <a:lstStyle/>
          <a:p>
            <a:endParaRPr lang="en-GR"/>
          </a:p>
        </p:txBody>
      </p:sp>
      <p:sp>
        <p:nvSpPr>
          <p:cNvPr id="15" name="Кружок">
            <a:extLst>
              <a:ext uri="{FF2B5EF4-FFF2-40B4-BE49-F238E27FC236}">
                <a16:creationId xmlns:a16="http://schemas.microsoft.com/office/drawing/2014/main" id="{B16DC81A-D71C-AAE2-4E76-F6F767571BE6}"/>
              </a:ext>
            </a:extLst>
          </p:cNvPr>
          <p:cNvSpPr/>
          <p:nvPr/>
        </p:nvSpPr>
        <p:spPr bwMode="auto">
          <a:xfrm>
            <a:off x="7587378" y="3320574"/>
            <a:ext cx="870347" cy="869752"/>
          </a:xfrm>
          <a:prstGeom prst="ellipse">
            <a:avLst/>
          </a:prstGeom>
          <a:solidFill>
            <a:schemeClr val="tx2"/>
          </a:solidFill>
          <a:ln w="12700" cap="flat">
            <a:noFill/>
            <a:miter lim="400000"/>
          </a:ln>
          <a:effectLst/>
        </p:spPr>
        <p:txBody>
          <a:bodyPr lIns="14288" tIns="14288" rIns="14288" bIns="14288" anchor="ctr"/>
          <a:lstStyle/>
          <a:p>
            <a:pPr defTabSz="685663">
              <a:defRPr/>
            </a:pPr>
            <a:endParaRPr sz="1350" kern="0">
              <a:solidFill>
                <a:srgbClr val="7F7A7E"/>
              </a:solidFill>
              <a:ea typeface="Arial"/>
              <a:cs typeface="Arial"/>
              <a:sym typeface="Arial"/>
            </a:endParaRPr>
          </a:p>
        </p:txBody>
      </p:sp>
      <p:grpSp>
        <p:nvGrpSpPr>
          <p:cNvPr id="30" name="Group 29">
            <a:extLst>
              <a:ext uri="{FF2B5EF4-FFF2-40B4-BE49-F238E27FC236}">
                <a16:creationId xmlns:a16="http://schemas.microsoft.com/office/drawing/2014/main" id="{0737E6EC-E02F-B983-BAEA-932A0088A7E2}"/>
              </a:ext>
            </a:extLst>
          </p:cNvPr>
          <p:cNvGrpSpPr/>
          <p:nvPr/>
        </p:nvGrpSpPr>
        <p:grpSpPr>
          <a:xfrm flipH="1">
            <a:off x="7864900" y="3611838"/>
            <a:ext cx="315302" cy="287224"/>
            <a:chOff x="5418804" y="5190369"/>
            <a:chExt cx="200323" cy="182483"/>
          </a:xfrm>
        </p:grpSpPr>
        <p:sp>
          <p:nvSpPr>
            <p:cNvPr id="31" name="Freeform 669">
              <a:extLst>
                <a:ext uri="{FF2B5EF4-FFF2-40B4-BE49-F238E27FC236}">
                  <a16:creationId xmlns:a16="http://schemas.microsoft.com/office/drawing/2014/main" id="{A1C8C170-E8E4-76A0-3215-4C9E75C1D6C5}"/>
                </a:ext>
              </a:extLst>
            </p:cNvPr>
            <p:cNvSpPr/>
            <p:nvPr/>
          </p:nvSpPr>
          <p:spPr>
            <a:xfrm>
              <a:off x="5418804" y="5190369"/>
              <a:ext cx="145140" cy="181804"/>
            </a:xfrm>
            <a:custGeom>
              <a:avLst/>
              <a:gdLst>
                <a:gd name="connsiteX0" fmla="*/ 53035 w 163928"/>
                <a:gd name="connsiteY0" fmla="*/ 179680 h 205338"/>
                <a:gd name="connsiteX1" fmla="*/ 25567 w 163928"/>
                <a:gd name="connsiteY1" fmla="*/ 179680 h 205338"/>
                <a:gd name="connsiteX2" fmla="*/ 25567 w 163928"/>
                <a:gd name="connsiteY2" fmla="*/ 25622 h 205338"/>
                <a:gd name="connsiteX3" fmla="*/ 105912 w 163928"/>
                <a:gd name="connsiteY3" fmla="*/ 25622 h 205338"/>
                <a:gd name="connsiteX4" fmla="*/ 138311 w 163928"/>
                <a:gd name="connsiteY4" fmla="*/ 57886 h 205338"/>
                <a:gd name="connsiteX5" fmla="*/ 138311 w 163928"/>
                <a:gd name="connsiteY5" fmla="*/ 86975 h 205338"/>
                <a:gd name="connsiteX6" fmla="*/ 163928 w 163928"/>
                <a:gd name="connsiteY6" fmla="*/ 86975 h 205338"/>
                <a:gd name="connsiteX7" fmla="*/ 163928 w 163928"/>
                <a:gd name="connsiteY7" fmla="*/ 52521 h 205338"/>
                <a:gd name="connsiteX8" fmla="*/ 160181 w 163928"/>
                <a:gd name="connsiteY8" fmla="*/ 43506 h 205338"/>
                <a:gd name="connsiteX9" fmla="*/ 120444 w 163928"/>
                <a:gd name="connsiteY9" fmla="*/ 3759 h 205338"/>
                <a:gd name="connsiteX10" fmla="*/ 111408 w 163928"/>
                <a:gd name="connsiteY10" fmla="*/ 0 h 205338"/>
                <a:gd name="connsiteX11" fmla="*/ 41226 w 163928"/>
                <a:gd name="connsiteY11" fmla="*/ 0 h 205338"/>
                <a:gd name="connsiteX12" fmla="*/ 0 w 163928"/>
                <a:gd name="connsiteY12" fmla="*/ 23870 h 205338"/>
                <a:gd name="connsiteX13" fmla="*/ 0 w 163928"/>
                <a:gd name="connsiteY13" fmla="*/ 181469 h 205338"/>
                <a:gd name="connsiteX14" fmla="*/ 41226 w 163928"/>
                <a:gd name="connsiteY14" fmla="*/ 205339 h 205338"/>
                <a:gd name="connsiteX15" fmla="*/ 58782 w 163928"/>
                <a:gd name="connsiteY15" fmla="*/ 205339 h 205338"/>
                <a:gd name="connsiteX16" fmla="*/ 53035 w 163928"/>
                <a:gd name="connsiteY16" fmla="*/ 179680 h 20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3928" h="205338">
                  <a:moveTo>
                    <a:pt x="53035" y="179680"/>
                  </a:moveTo>
                  <a:lnTo>
                    <a:pt x="25567" y="179680"/>
                  </a:lnTo>
                  <a:lnTo>
                    <a:pt x="25567" y="25622"/>
                  </a:lnTo>
                  <a:lnTo>
                    <a:pt x="105912" y="25622"/>
                  </a:lnTo>
                  <a:cubicBezTo>
                    <a:pt x="116740" y="36352"/>
                    <a:pt x="127399" y="47228"/>
                    <a:pt x="138311" y="57886"/>
                  </a:cubicBezTo>
                  <a:lnTo>
                    <a:pt x="138311" y="86975"/>
                  </a:lnTo>
                  <a:lnTo>
                    <a:pt x="163928" y="86975"/>
                  </a:lnTo>
                  <a:lnTo>
                    <a:pt x="163928" y="52521"/>
                  </a:lnTo>
                  <a:cubicBezTo>
                    <a:pt x="163928" y="49126"/>
                    <a:pt x="162593" y="45842"/>
                    <a:pt x="160181" y="43506"/>
                  </a:cubicBezTo>
                  <a:lnTo>
                    <a:pt x="120444" y="3759"/>
                  </a:lnTo>
                  <a:cubicBezTo>
                    <a:pt x="118032" y="1350"/>
                    <a:pt x="114795" y="0"/>
                    <a:pt x="111408" y="0"/>
                  </a:cubicBezTo>
                  <a:lnTo>
                    <a:pt x="41226" y="0"/>
                  </a:lnTo>
                  <a:cubicBezTo>
                    <a:pt x="27621" y="0"/>
                    <a:pt x="0" y="5438"/>
                    <a:pt x="0" y="23870"/>
                  </a:cubicBezTo>
                  <a:lnTo>
                    <a:pt x="0" y="181469"/>
                  </a:lnTo>
                  <a:cubicBezTo>
                    <a:pt x="0" y="194572"/>
                    <a:pt x="18451" y="205339"/>
                    <a:pt x="41226" y="205339"/>
                  </a:cubicBezTo>
                  <a:lnTo>
                    <a:pt x="58782" y="205339"/>
                  </a:lnTo>
                  <a:cubicBezTo>
                    <a:pt x="52312" y="197783"/>
                    <a:pt x="53035" y="188951"/>
                    <a:pt x="53035" y="179680"/>
                  </a:cubicBezTo>
                  <a:close/>
                </a:path>
              </a:pathLst>
            </a:custGeom>
            <a:solidFill>
              <a:schemeClr val="bg1"/>
            </a:solidFill>
            <a:ln w="3646" cap="flat">
              <a:noFill/>
              <a:prstDash val="solid"/>
              <a:miter/>
            </a:ln>
          </p:spPr>
          <p:txBody>
            <a:bodyPr rtlCol="0" anchor="ctr"/>
            <a:lstStyle/>
            <a:p>
              <a:endParaRPr lang="en-GR"/>
            </a:p>
          </p:txBody>
        </p:sp>
        <p:sp>
          <p:nvSpPr>
            <p:cNvPr id="32" name="Freeform 670">
              <a:extLst>
                <a:ext uri="{FF2B5EF4-FFF2-40B4-BE49-F238E27FC236}">
                  <a16:creationId xmlns:a16="http://schemas.microsoft.com/office/drawing/2014/main" id="{949C1492-3AB2-DF4C-3AAC-D930AAC87A04}"/>
                </a:ext>
              </a:extLst>
            </p:cNvPr>
            <p:cNvSpPr/>
            <p:nvPr/>
          </p:nvSpPr>
          <p:spPr>
            <a:xfrm>
              <a:off x="5476397" y="5318951"/>
              <a:ext cx="142684" cy="53901"/>
            </a:xfrm>
            <a:custGeom>
              <a:avLst/>
              <a:gdLst>
                <a:gd name="connsiteX0" fmla="*/ 0 w 161154"/>
                <a:gd name="connsiteY0" fmla="*/ 45367 h 60878"/>
                <a:gd name="connsiteX1" fmla="*/ 26800 w 161154"/>
                <a:gd name="connsiteY1" fmla="*/ 60879 h 60878"/>
                <a:gd name="connsiteX2" fmla="*/ 134253 w 161154"/>
                <a:gd name="connsiteY2" fmla="*/ 60879 h 60878"/>
                <a:gd name="connsiteX3" fmla="*/ 161155 w 161154"/>
                <a:gd name="connsiteY3" fmla="*/ 45330 h 60878"/>
                <a:gd name="connsiteX4" fmla="*/ 161155 w 161154"/>
                <a:gd name="connsiteY4" fmla="*/ 0 h 60878"/>
                <a:gd name="connsiteX5" fmla="*/ 0 w 161154"/>
                <a:gd name="connsiteY5" fmla="*/ 0 h 60878"/>
                <a:gd name="connsiteX6" fmla="*/ 0 w 161154"/>
                <a:gd name="connsiteY6" fmla="*/ 45367 h 60878"/>
                <a:gd name="connsiteX7" fmla="*/ 56936 w 161154"/>
                <a:gd name="connsiteY7" fmla="*/ 29928 h 60878"/>
                <a:gd name="connsiteX8" fmla="*/ 98366 w 161154"/>
                <a:gd name="connsiteY8" fmla="*/ 29928 h 60878"/>
                <a:gd name="connsiteX9" fmla="*/ 98366 w 161154"/>
                <a:gd name="connsiteY9" fmla="*/ 43798 h 60878"/>
                <a:gd name="connsiteX10" fmla="*/ 56936 w 161154"/>
                <a:gd name="connsiteY10" fmla="*/ 43798 h 60878"/>
                <a:gd name="connsiteX11" fmla="*/ 56936 w 161154"/>
                <a:gd name="connsiteY11" fmla="*/ 29928 h 60878"/>
                <a:gd name="connsiteX12" fmla="*/ 18994 w 161154"/>
                <a:gd name="connsiteY12" fmla="*/ 29928 h 60878"/>
                <a:gd name="connsiteX13" fmla="*/ 40043 w 161154"/>
                <a:gd name="connsiteY13" fmla="*/ 29928 h 60878"/>
                <a:gd name="connsiteX14" fmla="*/ 40043 w 161154"/>
                <a:gd name="connsiteY14" fmla="*/ 43798 h 60878"/>
                <a:gd name="connsiteX15" fmla="*/ 18994 w 161154"/>
                <a:gd name="connsiteY15" fmla="*/ 43798 h 60878"/>
                <a:gd name="connsiteX16" fmla="*/ 18994 w 161154"/>
                <a:gd name="connsiteY16" fmla="*/ 29928 h 60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1154" h="60878">
                  <a:moveTo>
                    <a:pt x="0" y="45367"/>
                  </a:moveTo>
                  <a:cubicBezTo>
                    <a:pt x="0" y="53944"/>
                    <a:pt x="12021" y="60879"/>
                    <a:pt x="26800" y="60879"/>
                  </a:cubicBezTo>
                  <a:lnTo>
                    <a:pt x="134253" y="60879"/>
                  </a:lnTo>
                  <a:cubicBezTo>
                    <a:pt x="143131" y="60879"/>
                    <a:pt x="161155" y="57338"/>
                    <a:pt x="161155" y="45330"/>
                  </a:cubicBezTo>
                  <a:lnTo>
                    <a:pt x="161155" y="0"/>
                  </a:lnTo>
                  <a:lnTo>
                    <a:pt x="0" y="0"/>
                  </a:lnTo>
                  <a:lnTo>
                    <a:pt x="0" y="45367"/>
                  </a:lnTo>
                  <a:close/>
                  <a:moveTo>
                    <a:pt x="56936" y="29928"/>
                  </a:moveTo>
                  <a:lnTo>
                    <a:pt x="98366" y="29928"/>
                  </a:lnTo>
                  <a:cubicBezTo>
                    <a:pt x="103365" y="30038"/>
                    <a:pt x="103351" y="43652"/>
                    <a:pt x="98366" y="43798"/>
                  </a:cubicBezTo>
                  <a:lnTo>
                    <a:pt x="56936" y="43798"/>
                  </a:lnTo>
                  <a:cubicBezTo>
                    <a:pt x="51951" y="43652"/>
                    <a:pt x="51936" y="30038"/>
                    <a:pt x="56936" y="29928"/>
                  </a:cubicBezTo>
                  <a:close/>
                  <a:moveTo>
                    <a:pt x="18994" y="29928"/>
                  </a:moveTo>
                  <a:lnTo>
                    <a:pt x="40043" y="29928"/>
                  </a:lnTo>
                  <a:cubicBezTo>
                    <a:pt x="45043" y="30038"/>
                    <a:pt x="45028" y="43652"/>
                    <a:pt x="40043" y="43798"/>
                  </a:cubicBezTo>
                  <a:lnTo>
                    <a:pt x="18994" y="43798"/>
                  </a:lnTo>
                  <a:cubicBezTo>
                    <a:pt x="14009" y="43652"/>
                    <a:pt x="13995" y="30038"/>
                    <a:pt x="18994" y="29928"/>
                  </a:cubicBezTo>
                  <a:close/>
                </a:path>
              </a:pathLst>
            </a:custGeom>
            <a:solidFill>
              <a:schemeClr val="bg1"/>
            </a:solidFill>
            <a:ln w="3646" cap="flat">
              <a:noFill/>
              <a:prstDash val="solid"/>
              <a:miter/>
            </a:ln>
          </p:spPr>
          <p:txBody>
            <a:bodyPr rtlCol="0" anchor="ctr"/>
            <a:lstStyle/>
            <a:p>
              <a:endParaRPr lang="en-GR"/>
            </a:p>
          </p:txBody>
        </p:sp>
        <p:sp>
          <p:nvSpPr>
            <p:cNvPr id="33" name="Freeform 671">
              <a:extLst>
                <a:ext uri="{FF2B5EF4-FFF2-40B4-BE49-F238E27FC236}">
                  <a16:creationId xmlns:a16="http://schemas.microsoft.com/office/drawing/2014/main" id="{36CF4099-5167-4446-5C21-B046A67085A5}"/>
                </a:ext>
              </a:extLst>
            </p:cNvPr>
            <p:cNvSpPr/>
            <p:nvPr/>
          </p:nvSpPr>
          <p:spPr>
            <a:xfrm>
              <a:off x="5476381" y="5278072"/>
              <a:ext cx="142746" cy="22653"/>
            </a:xfrm>
            <a:custGeom>
              <a:avLst/>
              <a:gdLst>
                <a:gd name="connsiteX0" fmla="*/ 161225 w 161224"/>
                <a:gd name="connsiteY0" fmla="*/ 25585 h 25585"/>
                <a:gd name="connsiteX1" fmla="*/ 70 w 161224"/>
                <a:gd name="connsiteY1" fmla="*/ 25585 h 25585"/>
                <a:gd name="connsiteX2" fmla="*/ 840 w 161224"/>
                <a:gd name="connsiteY2" fmla="*/ 15293 h 25585"/>
                <a:gd name="connsiteX3" fmla="*/ 33646 w 161224"/>
                <a:gd name="connsiteY3" fmla="*/ 0 h 25585"/>
                <a:gd name="connsiteX4" fmla="*/ 127597 w 161224"/>
                <a:gd name="connsiteY4" fmla="*/ 0 h 25585"/>
                <a:gd name="connsiteX5" fmla="*/ 161225 w 161224"/>
                <a:gd name="connsiteY5" fmla="*/ 19308 h 25585"/>
                <a:gd name="connsiteX6" fmla="*/ 161225 w 161224"/>
                <a:gd name="connsiteY6" fmla="*/ 25585 h 25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224" h="25585">
                  <a:moveTo>
                    <a:pt x="161225" y="25585"/>
                  </a:moveTo>
                  <a:lnTo>
                    <a:pt x="70" y="25585"/>
                  </a:lnTo>
                  <a:cubicBezTo>
                    <a:pt x="70" y="22227"/>
                    <a:pt x="-343" y="18541"/>
                    <a:pt x="840" y="15293"/>
                  </a:cubicBezTo>
                  <a:cubicBezTo>
                    <a:pt x="4124" y="6569"/>
                    <a:pt x="17524" y="0"/>
                    <a:pt x="33646" y="0"/>
                  </a:cubicBezTo>
                  <a:lnTo>
                    <a:pt x="127597" y="0"/>
                  </a:lnTo>
                  <a:cubicBezTo>
                    <a:pt x="146080" y="0"/>
                    <a:pt x="161071" y="8614"/>
                    <a:pt x="161225" y="19308"/>
                  </a:cubicBezTo>
                  <a:lnTo>
                    <a:pt x="161225" y="25585"/>
                  </a:lnTo>
                  <a:close/>
                </a:path>
              </a:pathLst>
            </a:custGeom>
            <a:solidFill>
              <a:schemeClr val="bg1"/>
            </a:solidFill>
            <a:ln w="3646" cap="flat">
              <a:noFill/>
              <a:prstDash val="solid"/>
              <a:miter/>
            </a:ln>
          </p:spPr>
          <p:txBody>
            <a:bodyPr rtlCol="0" anchor="ctr"/>
            <a:lstStyle/>
            <a:p>
              <a:endParaRPr lang="en-GR"/>
            </a:p>
          </p:txBody>
        </p:sp>
      </p:grpSp>
      <p:sp>
        <p:nvSpPr>
          <p:cNvPr id="16" name="Кружок">
            <a:extLst>
              <a:ext uri="{FF2B5EF4-FFF2-40B4-BE49-F238E27FC236}">
                <a16:creationId xmlns:a16="http://schemas.microsoft.com/office/drawing/2014/main" id="{FF72B213-BE45-1EF8-EFC6-14062B0501EA}"/>
              </a:ext>
            </a:extLst>
          </p:cNvPr>
          <p:cNvSpPr/>
          <p:nvPr/>
        </p:nvSpPr>
        <p:spPr bwMode="auto">
          <a:xfrm>
            <a:off x="9049810" y="3459582"/>
            <a:ext cx="591741" cy="591741"/>
          </a:xfrm>
          <a:prstGeom prst="ellipse">
            <a:avLst/>
          </a:prstGeom>
          <a:solidFill>
            <a:schemeClr val="tx2"/>
          </a:solidFill>
          <a:ln w="12700" cap="flat">
            <a:noFill/>
            <a:miter lim="400000"/>
          </a:ln>
          <a:effectLst/>
        </p:spPr>
        <p:txBody>
          <a:bodyPr lIns="14288" tIns="14288" rIns="14288" bIns="14288" anchor="ctr"/>
          <a:lstStyle/>
          <a:p>
            <a:pPr defTabSz="685663">
              <a:defRPr/>
            </a:pPr>
            <a:endParaRPr sz="1350" kern="0">
              <a:solidFill>
                <a:srgbClr val="7F7A7E"/>
              </a:solidFill>
              <a:ea typeface="Arial"/>
              <a:cs typeface="Arial"/>
              <a:sym typeface="Arial"/>
            </a:endParaRPr>
          </a:p>
        </p:txBody>
      </p:sp>
      <p:grpSp>
        <p:nvGrpSpPr>
          <p:cNvPr id="34" name="Group 33">
            <a:extLst>
              <a:ext uri="{FF2B5EF4-FFF2-40B4-BE49-F238E27FC236}">
                <a16:creationId xmlns:a16="http://schemas.microsoft.com/office/drawing/2014/main" id="{FB4E44E5-7592-5D6A-5743-F40C480EDD55}"/>
              </a:ext>
            </a:extLst>
          </p:cNvPr>
          <p:cNvGrpSpPr/>
          <p:nvPr/>
        </p:nvGrpSpPr>
        <p:grpSpPr>
          <a:xfrm flipH="1">
            <a:off x="9182945" y="3635934"/>
            <a:ext cx="325466" cy="239037"/>
            <a:chOff x="7745134" y="3871927"/>
            <a:chExt cx="206779" cy="151868"/>
          </a:xfrm>
        </p:grpSpPr>
        <p:sp>
          <p:nvSpPr>
            <p:cNvPr id="35" name="Freeform 487">
              <a:extLst>
                <a:ext uri="{FF2B5EF4-FFF2-40B4-BE49-F238E27FC236}">
                  <a16:creationId xmlns:a16="http://schemas.microsoft.com/office/drawing/2014/main" id="{5AC69C68-A6AE-D733-DDDB-62FD9B730D84}"/>
                </a:ext>
              </a:extLst>
            </p:cNvPr>
            <p:cNvSpPr/>
            <p:nvPr/>
          </p:nvSpPr>
          <p:spPr>
            <a:xfrm>
              <a:off x="7745134" y="3871927"/>
              <a:ext cx="206779" cy="151868"/>
            </a:xfrm>
            <a:custGeom>
              <a:avLst/>
              <a:gdLst>
                <a:gd name="connsiteX0" fmla="*/ 227130 w 233546"/>
                <a:gd name="connsiteY0" fmla="*/ 10424 h 171527"/>
                <a:gd name="connsiteX1" fmla="*/ 212569 w 233546"/>
                <a:gd name="connsiteY1" fmla="*/ 314 h 171527"/>
                <a:gd name="connsiteX2" fmla="*/ 212314 w 233546"/>
                <a:gd name="connsiteY2" fmla="*/ 314 h 171527"/>
                <a:gd name="connsiteX3" fmla="*/ 18502 w 233546"/>
                <a:gd name="connsiteY3" fmla="*/ 825 h 171527"/>
                <a:gd name="connsiteX4" fmla="*/ 4890 w 233546"/>
                <a:gd name="connsiteY4" fmla="*/ 12797 h 171527"/>
                <a:gd name="connsiteX5" fmla="*/ 0 w 233546"/>
                <a:gd name="connsiteY5" fmla="*/ 44879 h 171527"/>
                <a:gd name="connsiteX6" fmla="*/ 0 w 233546"/>
                <a:gd name="connsiteY6" fmla="*/ 136233 h 171527"/>
                <a:gd name="connsiteX7" fmla="*/ 9890 w 233546"/>
                <a:gd name="connsiteY7" fmla="*/ 166125 h 171527"/>
                <a:gd name="connsiteX8" fmla="*/ 21166 w 233546"/>
                <a:gd name="connsiteY8" fmla="*/ 171527 h 171527"/>
                <a:gd name="connsiteX9" fmla="*/ 212350 w 233546"/>
                <a:gd name="connsiteY9" fmla="*/ 171527 h 171527"/>
                <a:gd name="connsiteX10" fmla="*/ 223627 w 233546"/>
                <a:gd name="connsiteY10" fmla="*/ 166125 h 171527"/>
                <a:gd name="connsiteX11" fmla="*/ 233516 w 233546"/>
                <a:gd name="connsiteY11" fmla="*/ 136233 h 171527"/>
                <a:gd name="connsiteX12" fmla="*/ 233516 w 233546"/>
                <a:gd name="connsiteY12" fmla="*/ 49185 h 171527"/>
                <a:gd name="connsiteX13" fmla="*/ 227166 w 233546"/>
                <a:gd name="connsiteY13" fmla="*/ 10424 h 171527"/>
                <a:gd name="connsiteX14" fmla="*/ 227130 w 233546"/>
                <a:gd name="connsiteY14" fmla="*/ 10424 h 171527"/>
                <a:gd name="connsiteX15" fmla="*/ 214394 w 233546"/>
                <a:gd name="connsiteY15" fmla="*/ 19731 h 171527"/>
                <a:gd name="connsiteX16" fmla="*/ 214394 w 233546"/>
                <a:gd name="connsiteY16" fmla="*/ 56375 h 171527"/>
                <a:gd name="connsiteX17" fmla="*/ 19341 w 233546"/>
                <a:gd name="connsiteY17" fmla="*/ 56375 h 171527"/>
                <a:gd name="connsiteX18" fmla="*/ 19341 w 233546"/>
                <a:gd name="connsiteY18" fmla="*/ 19658 h 171527"/>
                <a:gd name="connsiteX19" fmla="*/ 214431 w 233546"/>
                <a:gd name="connsiteY19" fmla="*/ 19731 h 171527"/>
                <a:gd name="connsiteX20" fmla="*/ 214394 w 233546"/>
                <a:gd name="connsiteY20" fmla="*/ 19731 h 171527"/>
                <a:gd name="connsiteX21" fmla="*/ 19341 w 233546"/>
                <a:gd name="connsiteY21" fmla="*/ 152110 h 171527"/>
                <a:gd name="connsiteX22" fmla="*/ 19341 w 233546"/>
                <a:gd name="connsiteY22" fmla="*/ 75756 h 171527"/>
                <a:gd name="connsiteX23" fmla="*/ 214431 w 233546"/>
                <a:gd name="connsiteY23" fmla="*/ 75756 h 171527"/>
                <a:gd name="connsiteX24" fmla="*/ 214431 w 233546"/>
                <a:gd name="connsiteY24" fmla="*/ 152110 h 171527"/>
                <a:gd name="connsiteX25" fmla="*/ 19341 w 233546"/>
                <a:gd name="connsiteY25" fmla="*/ 152110 h 171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33546" h="171527">
                  <a:moveTo>
                    <a:pt x="227130" y="10424"/>
                  </a:moveTo>
                  <a:cubicBezTo>
                    <a:pt x="223919" y="5205"/>
                    <a:pt x="218883" y="752"/>
                    <a:pt x="212569" y="314"/>
                  </a:cubicBezTo>
                  <a:cubicBezTo>
                    <a:pt x="212460" y="314"/>
                    <a:pt x="212423" y="314"/>
                    <a:pt x="212314" y="314"/>
                  </a:cubicBezTo>
                  <a:cubicBezTo>
                    <a:pt x="204432" y="-197"/>
                    <a:pt x="21640" y="-124"/>
                    <a:pt x="18502" y="825"/>
                  </a:cubicBezTo>
                  <a:cubicBezTo>
                    <a:pt x="12553" y="2541"/>
                    <a:pt x="7700" y="7322"/>
                    <a:pt x="4890" y="12797"/>
                  </a:cubicBezTo>
                  <a:cubicBezTo>
                    <a:pt x="-109" y="22651"/>
                    <a:pt x="0" y="34038"/>
                    <a:pt x="0" y="44879"/>
                  </a:cubicBezTo>
                  <a:lnTo>
                    <a:pt x="0" y="136233"/>
                  </a:lnTo>
                  <a:cubicBezTo>
                    <a:pt x="0" y="148497"/>
                    <a:pt x="3686" y="159665"/>
                    <a:pt x="9890" y="166125"/>
                  </a:cubicBezTo>
                  <a:cubicBezTo>
                    <a:pt x="13284" y="169666"/>
                    <a:pt x="17152" y="171527"/>
                    <a:pt x="21166" y="171527"/>
                  </a:cubicBezTo>
                  <a:lnTo>
                    <a:pt x="212350" y="171527"/>
                  </a:lnTo>
                  <a:cubicBezTo>
                    <a:pt x="216365" y="171527"/>
                    <a:pt x="220269" y="169666"/>
                    <a:pt x="223627" y="166125"/>
                  </a:cubicBezTo>
                  <a:cubicBezTo>
                    <a:pt x="229830" y="159665"/>
                    <a:pt x="233516" y="148497"/>
                    <a:pt x="233516" y="136233"/>
                  </a:cubicBezTo>
                  <a:lnTo>
                    <a:pt x="233516" y="49185"/>
                  </a:lnTo>
                  <a:cubicBezTo>
                    <a:pt x="233516" y="35936"/>
                    <a:pt x="234355" y="22177"/>
                    <a:pt x="227166" y="10424"/>
                  </a:cubicBezTo>
                  <a:lnTo>
                    <a:pt x="227130" y="10424"/>
                  </a:lnTo>
                  <a:close/>
                  <a:moveTo>
                    <a:pt x="214394" y="19731"/>
                  </a:moveTo>
                  <a:lnTo>
                    <a:pt x="214394" y="56375"/>
                  </a:lnTo>
                  <a:lnTo>
                    <a:pt x="19341" y="56375"/>
                  </a:lnTo>
                  <a:lnTo>
                    <a:pt x="19341" y="19658"/>
                  </a:lnTo>
                  <a:lnTo>
                    <a:pt x="214431" y="19731"/>
                  </a:lnTo>
                  <a:lnTo>
                    <a:pt x="214394" y="19731"/>
                  </a:lnTo>
                  <a:close/>
                  <a:moveTo>
                    <a:pt x="19341" y="152110"/>
                  </a:moveTo>
                  <a:lnTo>
                    <a:pt x="19341" y="75756"/>
                  </a:lnTo>
                  <a:lnTo>
                    <a:pt x="214431" y="75756"/>
                  </a:lnTo>
                  <a:lnTo>
                    <a:pt x="214431" y="152110"/>
                  </a:lnTo>
                  <a:lnTo>
                    <a:pt x="19341" y="152110"/>
                  </a:lnTo>
                  <a:close/>
                </a:path>
              </a:pathLst>
            </a:custGeom>
            <a:solidFill>
              <a:schemeClr val="bg1"/>
            </a:solidFill>
            <a:ln w="3646" cap="flat">
              <a:noFill/>
              <a:prstDash val="solid"/>
              <a:miter/>
            </a:ln>
          </p:spPr>
          <p:txBody>
            <a:bodyPr rtlCol="0" anchor="ctr"/>
            <a:lstStyle/>
            <a:p>
              <a:endParaRPr lang="en-GR"/>
            </a:p>
          </p:txBody>
        </p:sp>
        <p:sp>
          <p:nvSpPr>
            <p:cNvPr id="36" name="Freeform 488">
              <a:extLst>
                <a:ext uri="{FF2B5EF4-FFF2-40B4-BE49-F238E27FC236}">
                  <a16:creationId xmlns:a16="http://schemas.microsoft.com/office/drawing/2014/main" id="{07DB3D9A-1DF7-5679-6C9F-A3E2DC2FE3EE}"/>
                </a:ext>
              </a:extLst>
            </p:cNvPr>
            <p:cNvSpPr/>
            <p:nvPr/>
          </p:nvSpPr>
          <p:spPr>
            <a:xfrm>
              <a:off x="7773858" y="3898187"/>
              <a:ext cx="15024" cy="15059"/>
            </a:xfrm>
            <a:custGeom>
              <a:avLst/>
              <a:gdLst>
                <a:gd name="connsiteX0" fmla="*/ 8466 w 16969"/>
                <a:gd name="connsiteY0" fmla="*/ 17008 h 17008"/>
                <a:gd name="connsiteX1" fmla="*/ 16969 w 16969"/>
                <a:gd name="connsiteY1" fmla="*/ 8504 h 17008"/>
                <a:gd name="connsiteX2" fmla="*/ 8466 w 16969"/>
                <a:gd name="connsiteY2" fmla="*/ 0 h 17008"/>
                <a:gd name="connsiteX3" fmla="*/ 0 w 16969"/>
                <a:gd name="connsiteY3" fmla="*/ 8504 h 17008"/>
                <a:gd name="connsiteX4" fmla="*/ 8466 w 16969"/>
                <a:gd name="connsiteY4" fmla="*/ 17008 h 17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9" h="17008">
                  <a:moveTo>
                    <a:pt x="8466" y="17008"/>
                  </a:moveTo>
                  <a:cubicBezTo>
                    <a:pt x="13174" y="17008"/>
                    <a:pt x="16969" y="13176"/>
                    <a:pt x="16969" y="8504"/>
                  </a:cubicBezTo>
                  <a:cubicBezTo>
                    <a:pt x="16969" y="3796"/>
                    <a:pt x="13174" y="0"/>
                    <a:pt x="8466" y="0"/>
                  </a:cubicBezTo>
                  <a:cubicBezTo>
                    <a:pt x="3795" y="0"/>
                    <a:pt x="0" y="3796"/>
                    <a:pt x="0" y="8504"/>
                  </a:cubicBezTo>
                  <a:cubicBezTo>
                    <a:pt x="0" y="13176"/>
                    <a:pt x="3795" y="17008"/>
                    <a:pt x="8466" y="17008"/>
                  </a:cubicBezTo>
                  <a:close/>
                </a:path>
              </a:pathLst>
            </a:custGeom>
            <a:solidFill>
              <a:schemeClr val="bg1"/>
            </a:solidFill>
            <a:ln w="3646" cap="flat">
              <a:noFill/>
              <a:prstDash val="solid"/>
              <a:miter/>
            </a:ln>
          </p:spPr>
          <p:txBody>
            <a:bodyPr rtlCol="0" anchor="ctr"/>
            <a:lstStyle/>
            <a:p>
              <a:endParaRPr lang="en-GR"/>
            </a:p>
          </p:txBody>
        </p:sp>
        <p:sp>
          <p:nvSpPr>
            <p:cNvPr id="37" name="Freeform 489">
              <a:extLst>
                <a:ext uri="{FF2B5EF4-FFF2-40B4-BE49-F238E27FC236}">
                  <a16:creationId xmlns:a16="http://schemas.microsoft.com/office/drawing/2014/main" id="{A8EF5E9A-D09F-D947-1F18-9E99600D719A}"/>
                </a:ext>
              </a:extLst>
            </p:cNvPr>
            <p:cNvSpPr/>
            <p:nvPr/>
          </p:nvSpPr>
          <p:spPr>
            <a:xfrm>
              <a:off x="7794924" y="3898187"/>
              <a:ext cx="14991" cy="15059"/>
            </a:xfrm>
            <a:custGeom>
              <a:avLst/>
              <a:gdLst>
                <a:gd name="connsiteX0" fmla="*/ 8466 w 16932"/>
                <a:gd name="connsiteY0" fmla="*/ 17008 h 17008"/>
                <a:gd name="connsiteX1" fmla="*/ 16933 w 16932"/>
                <a:gd name="connsiteY1" fmla="*/ 8504 h 17008"/>
                <a:gd name="connsiteX2" fmla="*/ 8466 w 16932"/>
                <a:gd name="connsiteY2" fmla="*/ 0 h 17008"/>
                <a:gd name="connsiteX3" fmla="*/ 0 w 16932"/>
                <a:gd name="connsiteY3" fmla="*/ 8504 h 17008"/>
                <a:gd name="connsiteX4" fmla="*/ 8466 w 16932"/>
                <a:gd name="connsiteY4" fmla="*/ 17008 h 17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32" h="17008">
                  <a:moveTo>
                    <a:pt x="8466" y="17008"/>
                  </a:moveTo>
                  <a:cubicBezTo>
                    <a:pt x="13137" y="17008"/>
                    <a:pt x="16933" y="13176"/>
                    <a:pt x="16933" y="8504"/>
                  </a:cubicBezTo>
                  <a:cubicBezTo>
                    <a:pt x="16933" y="3796"/>
                    <a:pt x="13137" y="0"/>
                    <a:pt x="8466" y="0"/>
                  </a:cubicBezTo>
                  <a:cubicBezTo>
                    <a:pt x="3795" y="0"/>
                    <a:pt x="0" y="3796"/>
                    <a:pt x="0" y="8504"/>
                  </a:cubicBezTo>
                  <a:cubicBezTo>
                    <a:pt x="0" y="13176"/>
                    <a:pt x="3795" y="17008"/>
                    <a:pt x="8466" y="17008"/>
                  </a:cubicBezTo>
                  <a:close/>
                </a:path>
              </a:pathLst>
            </a:custGeom>
            <a:solidFill>
              <a:schemeClr val="bg1"/>
            </a:solidFill>
            <a:ln w="3646" cap="flat">
              <a:noFill/>
              <a:prstDash val="solid"/>
              <a:miter/>
            </a:ln>
          </p:spPr>
          <p:txBody>
            <a:bodyPr rtlCol="0" anchor="ctr"/>
            <a:lstStyle/>
            <a:p>
              <a:endParaRPr lang="en-GR"/>
            </a:p>
          </p:txBody>
        </p:sp>
        <p:sp>
          <p:nvSpPr>
            <p:cNvPr id="38" name="Freeform 490">
              <a:extLst>
                <a:ext uri="{FF2B5EF4-FFF2-40B4-BE49-F238E27FC236}">
                  <a16:creationId xmlns:a16="http://schemas.microsoft.com/office/drawing/2014/main" id="{0F3B168D-1F7A-B017-92E4-A9BD4FE15FBD}"/>
                </a:ext>
              </a:extLst>
            </p:cNvPr>
            <p:cNvSpPr/>
            <p:nvPr/>
          </p:nvSpPr>
          <p:spPr>
            <a:xfrm>
              <a:off x="7815958" y="3898187"/>
              <a:ext cx="15023" cy="15059"/>
            </a:xfrm>
            <a:custGeom>
              <a:avLst/>
              <a:gdLst>
                <a:gd name="connsiteX0" fmla="*/ 8503 w 16968"/>
                <a:gd name="connsiteY0" fmla="*/ 17008 h 17008"/>
                <a:gd name="connsiteX1" fmla="*/ 16969 w 16968"/>
                <a:gd name="connsiteY1" fmla="*/ 8504 h 17008"/>
                <a:gd name="connsiteX2" fmla="*/ 8503 w 16968"/>
                <a:gd name="connsiteY2" fmla="*/ 0 h 17008"/>
                <a:gd name="connsiteX3" fmla="*/ 0 w 16968"/>
                <a:gd name="connsiteY3" fmla="*/ 8504 h 17008"/>
                <a:gd name="connsiteX4" fmla="*/ 8503 w 16968"/>
                <a:gd name="connsiteY4" fmla="*/ 17008 h 17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8" h="17008">
                  <a:moveTo>
                    <a:pt x="8503" y="17008"/>
                  </a:moveTo>
                  <a:cubicBezTo>
                    <a:pt x="13174" y="17008"/>
                    <a:pt x="16969" y="13176"/>
                    <a:pt x="16969" y="8504"/>
                  </a:cubicBezTo>
                  <a:cubicBezTo>
                    <a:pt x="16969" y="3796"/>
                    <a:pt x="13174" y="0"/>
                    <a:pt x="8503" y="0"/>
                  </a:cubicBezTo>
                  <a:cubicBezTo>
                    <a:pt x="3795" y="0"/>
                    <a:pt x="0" y="3796"/>
                    <a:pt x="0" y="8504"/>
                  </a:cubicBezTo>
                  <a:cubicBezTo>
                    <a:pt x="0" y="13176"/>
                    <a:pt x="3795" y="17008"/>
                    <a:pt x="8503" y="17008"/>
                  </a:cubicBezTo>
                  <a:close/>
                </a:path>
              </a:pathLst>
            </a:custGeom>
            <a:solidFill>
              <a:schemeClr val="bg1"/>
            </a:solidFill>
            <a:ln w="3646" cap="flat">
              <a:noFill/>
              <a:prstDash val="solid"/>
              <a:miter/>
            </a:ln>
          </p:spPr>
          <p:txBody>
            <a:bodyPr rtlCol="0" anchor="ctr"/>
            <a:lstStyle/>
            <a:p>
              <a:endParaRPr lang="en-GR"/>
            </a:p>
          </p:txBody>
        </p:sp>
      </p:grpSp>
      <p:grpSp>
        <p:nvGrpSpPr>
          <p:cNvPr id="39" name="Group 38">
            <a:extLst>
              <a:ext uri="{FF2B5EF4-FFF2-40B4-BE49-F238E27FC236}">
                <a16:creationId xmlns:a16="http://schemas.microsoft.com/office/drawing/2014/main" id="{F76BCC19-4624-B8F9-C4E8-5C452A3D1742}"/>
              </a:ext>
            </a:extLst>
          </p:cNvPr>
          <p:cNvGrpSpPr/>
          <p:nvPr/>
        </p:nvGrpSpPr>
        <p:grpSpPr>
          <a:xfrm flipH="1">
            <a:off x="2758947" y="3635921"/>
            <a:ext cx="287295" cy="239058"/>
            <a:chOff x="4430114" y="1541998"/>
            <a:chExt cx="182529" cy="151881"/>
          </a:xfrm>
        </p:grpSpPr>
        <p:sp>
          <p:nvSpPr>
            <p:cNvPr id="40" name="Freeform 121">
              <a:extLst>
                <a:ext uri="{FF2B5EF4-FFF2-40B4-BE49-F238E27FC236}">
                  <a16:creationId xmlns:a16="http://schemas.microsoft.com/office/drawing/2014/main" id="{0C7BC884-5CBF-4267-0D3E-3F9242919E3A}"/>
                </a:ext>
              </a:extLst>
            </p:cNvPr>
            <p:cNvSpPr/>
            <p:nvPr/>
          </p:nvSpPr>
          <p:spPr>
            <a:xfrm>
              <a:off x="4474333" y="1584280"/>
              <a:ext cx="30905" cy="30912"/>
            </a:xfrm>
            <a:custGeom>
              <a:avLst/>
              <a:gdLst>
                <a:gd name="connsiteX0" fmla="*/ 17454 w 34905"/>
                <a:gd name="connsiteY0" fmla="*/ 34914 h 34914"/>
                <a:gd name="connsiteX1" fmla="*/ 34905 w 34905"/>
                <a:gd name="connsiteY1" fmla="*/ 17457 h 34914"/>
                <a:gd name="connsiteX2" fmla="*/ 17454 w 34905"/>
                <a:gd name="connsiteY2" fmla="*/ 0 h 34914"/>
                <a:gd name="connsiteX3" fmla="*/ 0 w 34905"/>
                <a:gd name="connsiteY3" fmla="*/ 17457 h 34914"/>
                <a:gd name="connsiteX4" fmla="*/ 17454 w 34905"/>
                <a:gd name="connsiteY4" fmla="*/ 34914 h 34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05" h="34914">
                  <a:moveTo>
                    <a:pt x="17454" y="34914"/>
                  </a:moveTo>
                  <a:cubicBezTo>
                    <a:pt x="27107" y="34914"/>
                    <a:pt x="34905" y="27111"/>
                    <a:pt x="34905" y="17457"/>
                  </a:cubicBezTo>
                  <a:cubicBezTo>
                    <a:pt x="34905" y="7803"/>
                    <a:pt x="27107" y="0"/>
                    <a:pt x="17454" y="0"/>
                  </a:cubicBezTo>
                  <a:cubicBezTo>
                    <a:pt x="7798" y="0"/>
                    <a:pt x="0" y="7803"/>
                    <a:pt x="0" y="17457"/>
                  </a:cubicBezTo>
                  <a:cubicBezTo>
                    <a:pt x="0" y="27111"/>
                    <a:pt x="7798" y="34914"/>
                    <a:pt x="17454" y="34914"/>
                  </a:cubicBezTo>
                  <a:close/>
                </a:path>
              </a:pathLst>
            </a:custGeom>
            <a:solidFill>
              <a:schemeClr val="bg1"/>
            </a:solidFill>
            <a:ln w="3646" cap="flat">
              <a:noFill/>
              <a:prstDash val="solid"/>
              <a:miter/>
            </a:ln>
          </p:spPr>
          <p:txBody>
            <a:bodyPr rtlCol="0" anchor="ctr"/>
            <a:lstStyle/>
            <a:p>
              <a:endParaRPr lang="en-GR"/>
            </a:p>
          </p:txBody>
        </p:sp>
        <p:sp>
          <p:nvSpPr>
            <p:cNvPr id="41" name="Freeform 122">
              <a:extLst>
                <a:ext uri="{FF2B5EF4-FFF2-40B4-BE49-F238E27FC236}">
                  <a16:creationId xmlns:a16="http://schemas.microsoft.com/office/drawing/2014/main" id="{918946B6-A24C-0218-FA66-624466B75CA4}"/>
                </a:ext>
              </a:extLst>
            </p:cNvPr>
            <p:cNvSpPr/>
            <p:nvPr/>
          </p:nvSpPr>
          <p:spPr>
            <a:xfrm>
              <a:off x="4464644" y="1619390"/>
              <a:ext cx="50361" cy="25606"/>
            </a:xfrm>
            <a:custGeom>
              <a:avLst/>
              <a:gdLst>
                <a:gd name="connsiteX0" fmla="*/ 7755 w 56880"/>
                <a:gd name="connsiteY0" fmla="*/ 28921 h 28921"/>
                <a:gd name="connsiteX1" fmla="*/ 49126 w 56880"/>
                <a:gd name="connsiteY1" fmla="*/ 28921 h 28921"/>
                <a:gd name="connsiteX2" fmla="*/ 56881 w 56880"/>
                <a:gd name="connsiteY2" fmla="*/ 23790 h 28921"/>
                <a:gd name="connsiteX3" fmla="*/ 56881 w 56880"/>
                <a:gd name="connsiteY3" fmla="*/ 17067 h 28921"/>
                <a:gd name="connsiteX4" fmla="*/ 28439 w 56880"/>
                <a:gd name="connsiteY4" fmla="*/ 0 h 28921"/>
                <a:gd name="connsiteX5" fmla="*/ 0 w 56880"/>
                <a:gd name="connsiteY5" fmla="*/ 17067 h 28921"/>
                <a:gd name="connsiteX6" fmla="*/ 0 w 56880"/>
                <a:gd name="connsiteY6" fmla="*/ 23877 h 28921"/>
                <a:gd name="connsiteX7" fmla="*/ 7755 w 56880"/>
                <a:gd name="connsiteY7" fmla="*/ 28921 h 28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80" h="28921">
                  <a:moveTo>
                    <a:pt x="7755" y="28921"/>
                  </a:moveTo>
                  <a:lnTo>
                    <a:pt x="49126" y="28921"/>
                  </a:lnTo>
                  <a:cubicBezTo>
                    <a:pt x="53476" y="28662"/>
                    <a:pt x="56837" y="26461"/>
                    <a:pt x="56881" y="23790"/>
                  </a:cubicBezTo>
                  <a:lnTo>
                    <a:pt x="56881" y="17067"/>
                  </a:lnTo>
                  <a:cubicBezTo>
                    <a:pt x="56881" y="7628"/>
                    <a:pt x="44127" y="0"/>
                    <a:pt x="28439" y="0"/>
                  </a:cubicBezTo>
                  <a:cubicBezTo>
                    <a:pt x="12754" y="0"/>
                    <a:pt x="0" y="7628"/>
                    <a:pt x="0" y="17067"/>
                  </a:cubicBezTo>
                  <a:lnTo>
                    <a:pt x="0" y="23877"/>
                  </a:lnTo>
                  <a:cubicBezTo>
                    <a:pt x="84" y="26505"/>
                    <a:pt x="3445" y="28662"/>
                    <a:pt x="7755" y="28921"/>
                  </a:cubicBezTo>
                  <a:close/>
                </a:path>
              </a:pathLst>
            </a:custGeom>
            <a:solidFill>
              <a:schemeClr val="bg1"/>
            </a:solidFill>
            <a:ln w="3646" cap="flat">
              <a:noFill/>
              <a:prstDash val="solid"/>
              <a:miter/>
            </a:ln>
          </p:spPr>
          <p:txBody>
            <a:bodyPr rtlCol="0" anchor="ctr"/>
            <a:lstStyle/>
            <a:p>
              <a:endParaRPr lang="en-GR"/>
            </a:p>
          </p:txBody>
        </p:sp>
        <p:sp>
          <p:nvSpPr>
            <p:cNvPr id="42" name="Freeform 123">
              <a:extLst>
                <a:ext uri="{FF2B5EF4-FFF2-40B4-BE49-F238E27FC236}">
                  <a16:creationId xmlns:a16="http://schemas.microsoft.com/office/drawing/2014/main" id="{3512323E-4255-3056-F9AF-516278933BC0}"/>
                </a:ext>
              </a:extLst>
            </p:cNvPr>
            <p:cNvSpPr/>
            <p:nvPr/>
          </p:nvSpPr>
          <p:spPr>
            <a:xfrm>
              <a:off x="4537364" y="1584280"/>
              <a:ext cx="30905" cy="30912"/>
            </a:xfrm>
            <a:custGeom>
              <a:avLst/>
              <a:gdLst>
                <a:gd name="connsiteX0" fmla="*/ 34905 w 34905"/>
                <a:gd name="connsiteY0" fmla="*/ 17457 h 34914"/>
                <a:gd name="connsiteX1" fmla="*/ 17454 w 34905"/>
                <a:gd name="connsiteY1" fmla="*/ 34914 h 34914"/>
                <a:gd name="connsiteX2" fmla="*/ 0 w 34905"/>
                <a:gd name="connsiteY2" fmla="*/ 17457 h 34914"/>
                <a:gd name="connsiteX3" fmla="*/ 17454 w 34905"/>
                <a:gd name="connsiteY3" fmla="*/ 0 h 34914"/>
                <a:gd name="connsiteX4" fmla="*/ 34905 w 34905"/>
                <a:gd name="connsiteY4" fmla="*/ 17457 h 34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05" h="34914">
                  <a:moveTo>
                    <a:pt x="34905" y="17457"/>
                  </a:moveTo>
                  <a:cubicBezTo>
                    <a:pt x="34905" y="27111"/>
                    <a:pt x="27107" y="34914"/>
                    <a:pt x="17454" y="34914"/>
                  </a:cubicBezTo>
                  <a:cubicBezTo>
                    <a:pt x="7798" y="34914"/>
                    <a:pt x="0" y="27111"/>
                    <a:pt x="0" y="17457"/>
                  </a:cubicBezTo>
                  <a:cubicBezTo>
                    <a:pt x="0" y="7803"/>
                    <a:pt x="7798" y="0"/>
                    <a:pt x="17454" y="0"/>
                  </a:cubicBezTo>
                  <a:cubicBezTo>
                    <a:pt x="27107" y="0"/>
                    <a:pt x="34905" y="7803"/>
                    <a:pt x="34905" y="17457"/>
                  </a:cubicBezTo>
                  <a:close/>
                </a:path>
              </a:pathLst>
            </a:custGeom>
            <a:solidFill>
              <a:schemeClr val="bg1"/>
            </a:solidFill>
            <a:ln w="3646" cap="flat">
              <a:noFill/>
              <a:prstDash val="solid"/>
              <a:miter/>
            </a:ln>
          </p:spPr>
          <p:txBody>
            <a:bodyPr rtlCol="0" anchor="ctr"/>
            <a:lstStyle/>
            <a:p>
              <a:endParaRPr lang="en-GR"/>
            </a:p>
          </p:txBody>
        </p:sp>
        <p:sp>
          <p:nvSpPr>
            <p:cNvPr id="43" name="Freeform 124">
              <a:extLst>
                <a:ext uri="{FF2B5EF4-FFF2-40B4-BE49-F238E27FC236}">
                  <a16:creationId xmlns:a16="http://schemas.microsoft.com/office/drawing/2014/main" id="{DA3F8F28-067E-5BF9-CD33-B61CF93498EB}"/>
                </a:ext>
              </a:extLst>
            </p:cNvPr>
            <p:cNvSpPr/>
            <p:nvPr/>
          </p:nvSpPr>
          <p:spPr>
            <a:xfrm>
              <a:off x="4527674" y="1619390"/>
              <a:ext cx="50361" cy="25606"/>
            </a:xfrm>
            <a:custGeom>
              <a:avLst/>
              <a:gdLst>
                <a:gd name="connsiteX0" fmla="*/ 7755 w 56880"/>
                <a:gd name="connsiteY0" fmla="*/ 28921 h 28921"/>
                <a:gd name="connsiteX1" fmla="*/ 49126 w 56880"/>
                <a:gd name="connsiteY1" fmla="*/ 28921 h 28921"/>
                <a:gd name="connsiteX2" fmla="*/ 56881 w 56880"/>
                <a:gd name="connsiteY2" fmla="*/ 23790 h 28921"/>
                <a:gd name="connsiteX3" fmla="*/ 56881 w 56880"/>
                <a:gd name="connsiteY3" fmla="*/ 17067 h 28921"/>
                <a:gd name="connsiteX4" fmla="*/ 28439 w 56880"/>
                <a:gd name="connsiteY4" fmla="*/ 0 h 28921"/>
                <a:gd name="connsiteX5" fmla="*/ 0 w 56880"/>
                <a:gd name="connsiteY5" fmla="*/ 17067 h 28921"/>
                <a:gd name="connsiteX6" fmla="*/ 0 w 56880"/>
                <a:gd name="connsiteY6" fmla="*/ 23877 h 28921"/>
                <a:gd name="connsiteX7" fmla="*/ 7755 w 56880"/>
                <a:gd name="connsiteY7" fmla="*/ 28921 h 28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80" h="28921">
                  <a:moveTo>
                    <a:pt x="7755" y="28921"/>
                  </a:moveTo>
                  <a:lnTo>
                    <a:pt x="49126" y="28921"/>
                  </a:lnTo>
                  <a:cubicBezTo>
                    <a:pt x="53476" y="28662"/>
                    <a:pt x="56837" y="26461"/>
                    <a:pt x="56881" y="23790"/>
                  </a:cubicBezTo>
                  <a:lnTo>
                    <a:pt x="56881" y="17067"/>
                  </a:lnTo>
                  <a:cubicBezTo>
                    <a:pt x="56881" y="7628"/>
                    <a:pt x="44127" y="0"/>
                    <a:pt x="28439" y="0"/>
                  </a:cubicBezTo>
                  <a:cubicBezTo>
                    <a:pt x="12754" y="0"/>
                    <a:pt x="0" y="7628"/>
                    <a:pt x="0" y="17067"/>
                  </a:cubicBezTo>
                  <a:lnTo>
                    <a:pt x="0" y="23877"/>
                  </a:lnTo>
                  <a:cubicBezTo>
                    <a:pt x="84" y="26505"/>
                    <a:pt x="3445" y="28662"/>
                    <a:pt x="7755" y="28921"/>
                  </a:cubicBezTo>
                  <a:close/>
                </a:path>
              </a:pathLst>
            </a:custGeom>
            <a:solidFill>
              <a:schemeClr val="bg1"/>
            </a:solidFill>
            <a:ln w="3646" cap="flat">
              <a:noFill/>
              <a:prstDash val="solid"/>
              <a:miter/>
            </a:ln>
          </p:spPr>
          <p:txBody>
            <a:bodyPr rtlCol="0" anchor="ctr"/>
            <a:lstStyle/>
            <a:p>
              <a:endParaRPr lang="en-GR"/>
            </a:p>
          </p:txBody>
        </p:sp>
        <p:sp>
          <p:nvSpPr>
            <p:cNvPr id="44" name="Freeform 125">
              <a:extLst>
                <a:ext uri="{FF2B5EF4-FFF2-40B4-BE49-F238E27FC236}">
                  <a16:creationId xmlns:a16="http://schemas.microsoft.com/office/drawing/2014/main" id="{3194378C-BC91-1D30-0420-6E5CEF8C0C94}"/>
                </a:ext>
              </a:extLst>
            </p:cNvPr>
            <p:cNvSpPr/>
            <p:nvPr/>
          </p:nvSpPr>
          <p:spPr>
            <a:xfrm>
              <a:off x="4430114" y="1541998"/>
              <a:ext cx="182529" cy="151881"/>
            </a:xfrm>
            <a:custGeom>
              <a:avLst/>
              <a:gdLst>
                <a:gd name="connsiteX0" fmla="*/ 48134 w 206157"/>
                <a:gd name="connsiteY0" fmla="*/ 88 h 171541"/>
                <a:gd name="connsiteX1" fmla="*/ 155305 w 206157"/>
                <a:gd name="connsiteY1" fmla="*/ 0 h 171541"/>
                <a:gd name="connsiteX2" fmla="*/ 206158 w 206157"/>
                <a:gd name="connsiteY2" fmla="*/ 29739 h 171541"/>
                <a:gd name="connsiteX3" fmla="*/ 206158 w 206157"/>
                <a:gd name="connsiteY3" fmla="*/ 124561 h 171541"/>
                <a:gd name="connsiteX4" fmla="*/ 158020 w 206157"/>
                <a:gd name="connsiteY4" fmla="*/ 154216 h 171541"/>
                <a:gd name="connsiteX5" fmla="*/ 137551 w 206157"/>
                <a:gd name="connsiteY5" fmla="*/ 154216 h 171541"/>
                <a:gd name="connsiteX6" fmla="*/ 137551 w 206157"/>
                <a:gd name="connsiteY6" fmla="*/ 171541 h 171541"/>
                <a:gd name="connsiteX7" fmla="*/ 68602 w 206157"/>
                <a:gd name="connsiteY7" fmla="*/ 171541 h 171541"/>
                <a:gd name="connsiteX8" fmla="*/ 68602 w 206157"/>
                <a:gd name="connsiteY8" fmla="*/ 154259 h 171541"/>
                <a:gd name="connsiteX9" fmla="*/ 50849 w 206157"/>
                <a:gd name="connsiteY9" fmla="*/ 154259 h 171541"/>
                <a:gd name="connsiteX10" fmla="*/ 0 w 206157"/>
                <a:gd name="connsiteY10" fmla="*/ 124517 h 171541"/>
                <a:gd name="connsiteX11" fmla="*/ 0 w 206157"/>
                <a:gd name="connsiteY11" fmla="*/ 29739 h 171541"/>
                <a:gd name="connsiteX12" fmla="*/ 48134 w 206157"/>
                <a:gd name="connsiteY12" fmla="*/ 88 h 171541"/>
                <a:gd name="connsiteX13" fmla="*/ 21804 w 206157"/>
                <a:gd name="connsiteY13" fmla="*/ 133569 h 171541"/>
                <a:gd name="connsiteX14" fmla="*/ 184350 w 206157"/>
                <a:gd name="connsiteY14" fmla="*/ 133441 h 171541"/>
                <a:gd name="connsiteX15" fmla="*/ 184350 w 206157"/>
                <a:gd name="connsiteY15" fmla="*/ 20472 h 171541"/>
                <a:gd name="connsiteX16" fmla="*/ 21804 w 206157"/>
                <a:gd name="connsiteY16" fmla="*/ 20603 h 171541"/>
                <a:gd name="connsiteX17" fmla="*/ 21804 w 206157"/>
                <a:gd name="connsiteY17" fmla="*/ 133569 h 171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6157" h="171541">
                  <a:moveTo>
                    <a:pt x="48134" y="88"/>
                  </a:moveTo>
                  <a:lnTo>
                    <a:pt x="155305" y="0"/>
                  </a:lnTo>
                  <a:cubicBezTo>
                    <a:pt x="183445" y="172"/>
                    <a:pt x="206158" y="13406"/>
                    <a:pt x="206158" y="29739"/>
                  </a:cubicBezTo>
                  <a:lnTo>
                    <a:pt x="206158" y="124561"/>
                  </a:lnTo>
                  <a:cubicBezTo>
                    <a:pt x="206158" y="140335"/>
                    <a:pt x="184868" y="153223"/>
                    <a:pt x="158020" y="154216"/>
                  </a:cubicBezTo>
                  <a:lnTo>
                    <a:pt x="137551" y="154216"/>
                  </a:lnTo>
                  <a:lnTo>
                    <a:pt x="137551" y="171541"/>
                  </a:lnTo>
                  <a:lnTo>
                    <a:pt x="68602" y="171541"/>
                  </a:lnTo>
                  <a:lnTo>
                    <a:pt x="68602" y="154259"/>
                  </a:lnTo>
                  <a:lnTo>
                    <a:pt x="50849" y="154259"/>
                  </a:lnTo>
                  <a:cubicBezTo>
                    <a:pt x="22709" y="154084"/>
                    <a:pt x="0" y="140854"/>
                    <a:pt x="0" y="124517"/>
                  </a:cubicBezTo>
                  <a:lnTo>
                    <a:pt x="0" y="29739"/>
                  </a:lnTo>
                  <a:cubicBezTo>
                    <a:pt x="0" y="13964"/>
                    <a:pt x="21286" y="1077"/>
                    <a:pt x="48134" y="88"/>
                  </a:cubicBezTo>
                  <a:close/>
                  <a:moveTo>
                    <a:pt x="21804" y="133569"/>
                  </a:moveTo>
                  <a:lnTo>
                    <a:pt x="184350" y="133441"/>
                  </a:lnTo>
                  <a:lnTo>
                    <a:pt x="184350" y="20472"/>
                  </a:lnTo>
                  <a:lnTo>
                    <a:pt x="21804" y="20603"/>
                  </a:lnTo>
                  <a:lnTo>
                    <a:pt x="21804" y="133569"/>
                  </a:lnTo>
                  <a:close/>
                </a:path>
              </a:pathLst>
            </a:custGeom>
            <a:solidFill>
              <a:schemeClr val="bg1"/>
            </a:solidFill>
            <a:ln w="3646" cap="flat">
              <a:noFill/>
              <a:prstDash val="solid"/>
              <a:miter/>
            </a:ln>
          </p:spPr>
          <p:txBody>
            <a:bodyPr rtlCol="0" anchor="ctr"/>
            <a:lstStyle/>
            <a:p>
              <a:endParaRPr lang="en-GR"/>
            </a:p>
          </p:txBody>
        </p:sp>
      </p:grpSp>
      <p:sp>
        <p:nvSpPr>
          <p:cNvPr id="45" name="TextBox 44">
            <a:extLst>
              <a:ext uri="{FF2B5EF4-FFF2-40B4-BE49-F238E27FC236}">
                <a16:creationId xmlns:a16="http://schemas.microsoft.com/office/drawing/2014/main" id="{EAD3FDE0-D25A-DF43-8A1E-DFFBEA6737B5}"/>
              </a:ext>
            </a:extLst>
          </p:cNvPr>
          <p:cNvSpPr txBox="1"/>
          <p:nvPr/>
        </p:nvSpPr>
        <p:spPr>
          <a:xfrm>
            <a:off x="3627220" y="4649393"/>
            <a:ext cx="1193573" cy="369332"/>
          </a:xfrm>
          <a:prstGeom prst="rect">
            <a:avLst/>
          </a:prstGeom>
          <a:noFill/>
        </p:spPr>
        <p:txBody>
          <a:bodyPr wrap="square" lIns="0" tIns="0" rIns="0" bIns="0" rtlCol="0">
            <a:spAutoFit/>
          </a:bodyPr>
          <a:lstStyle/>
          <a:p>
            <a:pPr algn="ctr" defTabSz="171416"/>
            <a:r>
              <a:rPr lang="en-GB" sz="1200">
                <a:solidFill>
                  <a:schemeClr val="tx1">
                    <a:lumMod val="65000"/>
                    <a:lumOff val="35000"/>
                  </a:schemeClr>
                </a:solidFill>
                <a:latin typeface="Aptos" panose="020B0004020202020204" pitchFamily="34" charset="0"/>
              </a:rPr>
              <a:t>Sit </a:t>
            </a:r>
            <a:r>
              <a:rPr lang="en-GB" sz="1200" err="1">
                <a:solidFill>
                  <a:schemeClr val="tx1">
                    <a:lumMod val="65000"/>
                    <a:lumOff val="35000"/>
                  </a:schemeClr>
                </a:solidFill>
                <a:latin typeface="Aptos" panose="020B0004020202020204" pitchFamily="34" charset="0"/>
              </a:rPr>
              <a:t>amet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nulla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facilisi</a:t>
            </a:r>
            <a:r>
              <a:rPr lang="en-GB" sz="1200">
                <a:solidFill>
                  <a:schemeClr val="tx1">
                    <a:lumMod val="65000"/>
                    <a:lumOff val="35000"/>
                  </a:schemeClr>
                </a:solidFill>
                <a:latin typeface="Aptos" panose="020B0004020202020204" pitchFamily="34" charset="0"/>
              </a:rPr>
              <a:t> mon.</a:t>
            </a:r>
            <a:endPar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endParaRPr>
          </a:p>
        </p:txBody>
      </p:sp>
      <p:sp>
        <p:nvSpPr>
          <p:cNvPr id="46" name="TextBox 45">
            <a:extLst>
              <a:ext uri="{FF2B5EF4-FFF2-40B4-BE49-F238E27FC236}">
                <a16:creationId xmlns:a16="http://schemas.microsoft.com/office/drawing/2014/main" id="{E89784EC-1339-C147-3B31-6338DDC49D50}"/>
              </a:ext>
            </a:extLst>
          </p:cNvPr>
          <p:cNvSpPr txBox="1"/>
          <p:nvPr/>
        </p:nvSpPr>
        <p:spPr>
          <a:xfrm>
            <a:off x="7425765" y="4649393"/>
            <a:ext cx="1193573" cy="369332"/>
          </a:xfrm>
          <a:prstGeom prst="rect">
            <a:avLst/>
          </a:prstGeom>
          <a:noFill/>
        </p:spPr>
        <p:txBody>
          <a:bodyPr wrap="square" lIns="0" tIns="0" rIns="0" bIns="0" rtlCol="0">
            <a:spAutoFit/>
          </a:bodyPr>
          <a:lstStyle/>
          <a:p>
            <a:pPr algn="ctr" defTabSz="171416"/>
            <a:r>
              <a:rPr lang="en-GB" sz="1200">
                <a:solidFill>
                  <a:schemeClr val="tx1">
                    <a:lumMod val="65000"/>
                    <a:lumOff val="35000"/>
                  </a:schemeClr>
                </a:solidFill>
                <a:latin typeface="Aptos" panose="020B0004020202020204" pitchFamily="34" charset="0"/>
              </a:rPr>
              <a:t>Auctor </a:t>
            </a:r>
            <a:r>
              <a:rPr lang="en-GB" sz="1200" err="1">
                <a:solidFill>
                  <a:schemeClr val="tx1">
                    <a:lumMod val="65000"/>
                    <a:lumOff val="35000"/>
                  </a:schemeClr>
                </a:solidFill>
                <a:latin typeface="Aptos" panose="020B0004020202020204" pitchFamily="34" charset="0"/>
              </a:rPr>
              <a:t>eu</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aug</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uet</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lectus</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arcu</a:t>
            </a:r>
            <a:r>
              <a:rPr lang="en-GB" sz="1200">
                <a:solidFill>
                  <a:schemeClr val="tx1">
                    <a:lumMod val="65000"/>
                    <a:lumOff val="35000"/>
                  </a:schemeClr>
                </a:solidFill>
                <a:latin typeface="Aptos" panose="020B0004020202020204" pitchFamily="34" charset="0"/>
              </a:rPr>
              <a:t>.</a:t>
            </a:r>
            <a:endPar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endParaRPr>
          </a:p>
        </p:txBody>
      </p:sp>
      <p:sp>
        <p:nvSpPr>
          <p:cNvPr id="47" name="TextBox 46">
            <a:extLst>
              <a:ext uri="{FF2B5EF4-FFF2-40B4-BE49-F238E27FC236}">
                <a16:creationId xmlns:a16="http://schemas.microsoft.com/office/drawing/2014/main" id="{B582C66A-F4F5-DB2F-5B68-003183433B0C}"/>
              </a:ext>
            </a:extLst>
          </p:cNvPr>
          <p:cNvSpPr txBox="1"/>
          <p:nvPr/>
        </p:nvSpPr>
        <p:spPr>
          <a:xfrm>
            <a:off x="8748894" y="4649393"/>
            <a:ext cx="1193573" cy="369332"/>
          </a:xfrm>
          <a:prstGeom prst="rect">
            <a:avLst/>
          </a:prstGeom>
          <a:noFill/>
        </p:spPr>
        <p:txBody>
          <a:bodyPr wrap="square" lIns="0" tIns="0" rIns="0" bIns="0" rtlCol="0">
            <a:spAutoFit/>
          </a:bodyPr>
          <a:lstStyle/>
          <a:p>
            <a:pPr algn="ctr" defTabSz="171416"/>
            <a:r>
              <a:rPr lang="en-GB" sz="1200">
                <a:solidFill>
                  <a:schemeClr val="tx1">
                    <a:lumMod val="65000"/>
                    <a:lumOff val="35000"/>
                  </a:schemeClr>
                </a:solidFill>
                <a:latin typeface="Aptos" panose="020B0004020202020204" pitchFamily="34" charset="0"/>
              </a:rPr>
              <a:t>Purus </a:t>
            </a:r>
            <a:r>
              <a:rPr lang="en-GB" sz="1200" err="1">
                <a:solidFill>
                  <a:schemeClr val="tx1">
                    <a:lumMod val="65000"/>
                    <a:lumOff val="35000"/>
                  </a:schemeClr>
                </a:solidFill>
                <a:latin typeface="Aptos" panose="020B0004020202020204" pitchFamily="34" charset="0"/>
              </a:rPr>
              <a:t>inma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tel</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necla</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quistay</a:t>
            </a:r>
            <a:r>
              <a:rPr lang="en-GB" sz="1200">
                <a:solidFill>
                  <a:schemeClr val="tx1">
                    <a:lumMod val="65000"/>
                    <a:lumOff val="35000"/>
                  </a:schemeClr>
                </a:solidFill>
                <a:latin typeface="Aptos" panose="020B0004020202020204" pitchFamily="34" charset="0"/>
              </a:rPr>
              <a:t>.</a:t>
            </a:r>
            <a:endPar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endParaRPr>
          </a:p>
        </p:txBody>
      </p:sp>
      <p:sp>
        <p:nvSpPr>
          <p:cNvPr id="48" name="TextBox 47">
            <a:extLst>
              <a:ext uri="{FF2B5EF4-FFF2-40B4-BE49-F238E27FC236}">
                <a16:creationId xmlns:a16="http://schemas.microsoft.com/office/drawing/2014/main" id="{7A4A71DB-672C-7C71-10CB-967B6EBA7ABE}"/>
              </a:ext>
            </a:extLst>
          </p:cNvPr>
          <p:cNvSpPr txBox="1"/>
          <p:nvPr/>
        </p:nvSpPr>
        <p:spPr>
          <a:xfrm>
            <a:off x="5522978" y="5166723"/>
            <a:ext cx="1193573" cy="369332"/>
          </a:xfrm>
          <a:prstGeom prst="rect">
            <a:avLst/>
          </a:prstGeom>
          <a:noFill/>
        </p:spPr>
        <p:txBody>
          <a:bodyPr wrap="square" lIns="0" tIns="0" rIns="0" bIns="0" rtlCol="0">
            <a:spAutoFit/>
          </a:bodyPr>
          <a:lstStyle/>
          <a:p>
            <a:pPr algn="ctr" defTabSz="171416"/>
            <a:r>
              <a:rPr lang="en-GB" sz="1200">
                <a:solidFill>
                  <a:schemeClr val="tx1">
                    <a:lumMod val="65000"/>
                    <a:lumOff val="35000"/>
                  </a:schemeClr>
                </a:solidFill>
                <a:latin typeface="Aptos" panose="020B0004020202020204" pitchFamily="34" charset="0"/>
              </a:rPr>
              <a:t>Maecenas phare </a:t>
            </a:r>
            <a:r>
              <a:rPr lang="en-GB" sz="1200" err="1">
                <a:solidFill>
                  <a:schemeClr val="tx1">
                    <a:lumMod val="65000"/>
                    <a:lumOff val="35000"/>
                  </a:schemeClr>
                </a:solidFill>
                <a:latin typeface="Aptos" panose="020B0004020202020204" pitchFamily="34" charset="0"/>
              </a:rPr>
              <a:t>trarco</a:t>
            </a:r>
            <a:r>
              <a:rPr lang="en-GB" sz="1200">
                <a:solidFill>
                  <a:schemeClr val="tx1">
                    <a:lumMod val="65000"/>
                    <a:lumOff val="35000"/>
                  </a:schemeClr>
                </a:solidFill>
                <a:latin typeface="Aptos" panose="020B0004020202020204" pitchFamily="34" charset="0"/>
              </a:rPr>
              <a:t> </a:t>
            </a:r>
            <a:r>
              <a:rPr lang="en-GB" sz="1200" err="1">
                <a:solidFill>
                  <a:schemeClr val="tx1">
                    <a:lumMod val="65000"/>
                    <a:lumOff val="35000"/>
                  </a:schemeClr>
                </a:solidFill>
                <a:latin typeface="Aptos" panose="020B0004020202020204" pitchFamily="34" charset="0"/>
              </a:rPr>
              <a:t>posur</a:t>
            </a:r>
            <a:r>
              <a:rPr lang="en-GB" sz="1200">
                <a:solidFill>
                  <a:schemeClr val="tx1">
                    <a:lumMod val="65000"/>
                    <a:lumOff val="35000"/>
                  </a:schemeClr>
                </a:solidFill>
                <a:latin typeface="Aptos" panose="020B0004020202020204" pitchFamily="34" charset="0"/>
              </a:rPr>
              <a:t>.</a:t>
            </a:r>
            <a:endPar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endParaRPr>
          </a:p>
        </p:txBody>
      </p:sp>
    </p:spTree>
    <p:extLst>
      <p:ext uri="{BB962C8B-B14F-4D97-AF65-F5344CB8AC3E}">
        <p14:creationId xmlns:p14="http://schemas.microsoft.com/office/powerpoint/2010/main" val="66740492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F464BE0-5445-8B76-5BE7-9439AD61DBFA}"/>
              </a:ext>
            </a:extLst>
          </p:cNvPr>
          <p:cNvSpPr/>
          <p:nvPr/>
        </p:nvSpPr>
        <p:spPr>
          <a:xfrm>
            <a:off x="342419" y="1997612"/>
            <a:ext cx="11513031" cy="4318782"/>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25" name="Freeform 255">
            <a:extLst>
              <a:ext uri="{FF2B5EF4-FFF2-40B4-BE49-F238E27FC236}">
                <a16:creationId xmlns:a16="http://schemas.microsoft.com/office/drawing/2014/main" id="{22BF5445-7EAE-AAEF-0743-CC9B9B27AB34}"/>
              </a:ext>
            </a:extLst>
          </p:cNvPr>
          <p:cNvSpPr/>
          <p:nvPr/>
        </p:nvSpPr>
        <p:spPr>
          <a:xfrm flipH="1">
            <a:off x="7635820" y="3869398"/>
            <a:ext cx="908520" cy="360999"/>
          </a:xfrm>
          <a:custGeom>
            <a:avLst/>
            <a:gdLst>
              <a:gd name="connsiteX0" fmla="*/ 146850 w 204359"/>
              <a:gd name="connsiteY0" fmla="*/ 53396 h 81201"/>
              <a:gd name="connsiteX1" fmla="*/ 146850 w 204359"/>
              <a:gd name="connsiteY1" fmla="*/ 75693 h 81201"/>
              <a:gd name="connsiteX2" fmla="*/ 155645 w 204359"/>
              <a:gd name="connsiteY2" fmla="*/ 80091 h 81201"/>
              <a:gd name="connsiteX3" fmla="*/ 202173 w 204359"/>
              <a:gd name="connsiteY3" fmla="*/ 45009 h 81201"/>
              <a:gd name="connsiteX4" fmla="*/ 202173 w 204359"/>
              <a:gd name="connsiteY4" fmla="*/ 36213 h 81201"/>
              <a:gd name="connsiteX5" fmla="*/ 155645 w 204359"/>
              <a:gd name="connsiteY5" fmla="*/ 1131 h 81201"/>
              <a:gd name="connsiteX6" fmla="*/ 146850 w 204359"/>
              <a:gd name="connsiteY6" fmla="*/ 5529 h 81201"/>
              <a:gd name="connsiteX7" fmla="*/ 146850 w 204359"/>
              <a:gd name="connsiteY7" fmla="*/ 27826 h 81201"/>
              <a:gd name="connsiteX8" fmla="*/ 0 w 204359"/>
              <a:gd name="connsiteY8" fmla="*/ 27928 h 81201"/>
              <a:gd name="connsiteX9" fmla="*/ 0 w 204359"/>
              <a:gd name="connsiteY9" fmla="*/ 53396 h 81201"/>
              <a:gd name="connsiteX10" fmla="*/ 146850 w 204359"/>
              <a:gd name="connsiteY10" fmla="*/ 53396 h 8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59" h="81201">
                <a:moveTo>
                  <a:pt x="146850" y="53396"/>
                </a:moveTo>
                <a:lnTo>
                  <a:pt x="146850" y="75693"/>
                </a:lnTo>
                <a:cubicBezTo>
                  <a:pt x="146850" y="80244"/>
                  <a:pt x="152065" y="82803"/>
                  <a:pt x="155645" y="80091"/>
                </a:cubicBezTo>
                <a:lnTo>
                  <a:pt x="202173" y="45009"/>
                </a:lnTo>
                <a:cubicBezTo>
                  <a:pt x="205088" y="42812"/>
                  <a:pt x="205088" y="38414"/>
                  <a:pt x="202173" y="36213"/>
                </a:cubicBezTo>
                <a:lnTo>
                  <a:pt x="155645" y="1131"/>
                </a:lnTo>
                <a:cubicBezTo>
                  <a:pt x="152014" y="-1628"/>
                  <a:pt x="146850" y="978"/>
                  <a:pt x="146850" y="5529"/>
                </a:cubicBezTo>
                <a:lnTo>
                  <a:pt x="146850" y="27826"/>
                </a:lnTo>
                <a:lnTo>
                  <a:pt x="0" y="27928"/>
                </a:lnTo>
                <a:lnTo>
                  <a:pt x="0" y="53396"/>
                </a:lnTo>
                <a:lnTo>
                  <a:pt x="146850" y="53396"/>
                </a:lnTo>
                <a:close/>
              </a:path>
            </a:pathLst>
          </a:custGeom>
          <a:solidFill>
            <a:schemeClr val="accent1"/>
          </a:solidFill>
          <a:ln w="3646" cap="flat">
            <a:noFill/>
            <a:prstDash val="solid"/>
            <a:miter/>
          </a:ln>
        </p:spPr>
        <p:txBody>
          <a:bodyPr rtlCol="0" anchor="ctr"/>
          <a:lstStyle/>
          <a:p>
            <a:endParaRPr lang="en-GR"/>
          </a:p>
        </p:txBody>
      </p:sp>
      <p:sp>
        <p:nvSpPr>
          <p:cNvPr id="7" name="Freeform 255">
            <a:extLst>
              <a:ext uri="{FF2B5EF4-FFF2-40B4-BE49-F238E27FC236}">
                <a16:creationId xmlns:a16="http://schemas.microsoft.com/office/drawing/2014/main" id="{B5D04D1D-5284-AB7E-7FB3-E77294687330}"/>
              </a:ext>
            </a:extLst>
          </p:cNvPr>
          <p:cNvSpPr/>
          <p:nvPr/>
        </p:nvSpPr>
        <p:spPr>
          <a:xfrm>
            <a:off x="3651693" y="3869398"/>
            <a:ext cx="908520" cy="360999"/>
          </a:xfrm>
          <a:custGeom>
            <a:avLst/>
            <a:gdLst>
              <a:gd name="connsiteX0" fmla="*/ 146850 w 204359"/>
              <a:gd name="connsiteY0" fmla="*/ 53396 h 81201"/>
              <a:gd name="connsiteX1" fmla="*/ 146850 w 204359"/>
              <a:gd name="connsiteY1" fmla="*/ 75693 h 81201"/>
              <a:gd name="connsiteX2" fmla="*/ 155645 w 204359"/>
              <a:gd name="connsiteY2" fmla="*/ 80091 h 81201"/>
              <a:gd name="connsiteX3" fmla="*/ 202173 w 204359"/>
              <a:gd name="connsiteY3" fmla="*/ 45009 h 81201"/>
              <a:gd name="connsiteX4" fmla="*/ 202173 w 204359"/>
              <a:gd name="connsiteY4" fmla="*/ 36213 h 81201"/>
              <a:gd name="connsiteX5" fmla="*/ 155645 w 204359"/>
              <a:gd name="connsiteY5" fmla="*/ 1131 h 81201"/>
              <a:gd name="connsiteX6" fmla="*/ 146850 w 204359"/>
              <a:gd name="connsiteY6" fmla="*/ 5529 h 81201"/>
              <a:gd name="connsiteX7" fmla="*/ 146850 w 204359"/>
              <a:gd name="connsiteY7" fmla="*/ 27826 h 81201"/>
              <a:gd name="connsiteX8" fmla="*/ 0 w 204359"/>
              <a:gd name="connsiteY8" fmla="*/ 27928 h 81201"/>
              <a:gd name="connsiteX9" fmla="*/ 0 w 204359"/>
              <a:gd name="connsiteY9" fmla="*/ 53396 h 81201"/>
              <a:gd name="connsiteX10" fmla="*/ 146850 w 204359"/>
              <a:gd name="connsiteY10" fmla="*/ 53396 h 8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59" h="81201">
                <a:moveTo>
                  <a:pt x="146850" y="53396"/>
                </a:moveTo>
                <a:lnTo>
                  <a:pt x="146850" y="75693"/>
                </a:lnTo>
                <a:cubicBezTo>
                  <a:pt x="146850" y="80244"/>
                  <a:pt x="152065" y="82803"/>
                  <a:pt x="155645" y="80091"/>
                </a:cubicBezTo>
                <a:lnTo>
                  <a:pt x="202173" y="45009"/>
                </a:lnTo>
                <a:cubicBezTo>
                  <a:pt x="205088" y="42812"/>
                  <a:pt x="205088" y="38414"/>
                  <a:pt x="202173" y="36213"/>
                </a:cubicBezTo>
                <a:lnTo>
                  <a:pt x="155645" y="1131"/>
                </a:lnTo>
                <a:cubicBezTo>
                  <a:pt x="152014" y="-1628"/>
                  <a:pt x="146850" y="978"/>
                  <a:pt x="146850" y="5529"/>
                </a:cubicBezTo>
                <a:lnTo>
                  <a:pt x="146850" y="27826"/>
                </a:lnTo>
                <a:lnTo>
                  <a:pt x="0" y="27928"/>
                </a:lnTo>
                <a:lnTo>
                  <a:pt x="0" y="53396"/>
                </a:lnTo>
                <a:lnTo>
                  <a:pt x="146850" y="53396"/>
                </a:lnTo>
                <a:close/>
              </a:path>
            </a:pathLst>
          </a:custGeom>
          <a:solidFill>
            <a:srgbClr val="007B85"/>
          </a:solidFill>
          <a:ln w="3646" cap="flat">
            <a:noFill/>
            <a:prstDash val="solid"/>
            <a:miter/>
          </a:ln>
        </p:spPr>
        <p:txBody>
          <a:bodyPr rtlCol="0" anchor="ctr"/>
          <a:lstStyle/>
          <a:p>
            <a:endParaRPr lang="en-GR"/>
          </a:p>
        </p:txBody>
      </p:sp>
      <p:sp>
        <p:nvSpPr>
          <p:cNvPr id="26" name="Text Placeholder 25">
            <a:extLst>
              <a:ext uri="{FF2B5EF4-FFF2-40B4-BE49-F238E27FC236}">
                <a16:creationId xmlns:a16="http://schemas.microsoft.com/office/drawing/2014/main" id="{6FBFCF7F-64E9-645F-6BEC-3F2D9956D01C}"/>
              </a:ext>
            </a:extLst>
          </p:cNvPr>
          <p:cNvSpPr>
            <a:spLocks noGrp="1"/>
          </p:cNvSpPr>
          <p:nvPr>
            <p:ph type="body" sz="quarter" idx="14"/>
          </p:nvPr>
        </p:nvSpPr>
        <p:spPr>
          <a:xfrm>
            <a:off x="331201" y="1268822"/>
            <a:ext cx="7939040" cy="364908"/>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4" name="Slide Number Placeholder 3">
            <a:extLst>
              <a:ext uri="{FF2B5EF4-FFF2-40B4-BE49-F238E27FC236}">
                <a16:creationId xmlns:a16="http://schemas.microsoft.com/office/drawing/2014/main" id="{9C70C4B2-36D2-87B9-9348-B4FDB783C9EF}"/>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172</a:t>
            </a:fld>
            <a:endParaRPr lang="en-GR"/>
          </a:p>
        </p:txBody>
      </p:sp>
      <p:sp>
        <p:nvSpPr>
          <p:cNvPr id="11" name="Oval 10">
            <a:extLst>
              <a:ext uri="{FF2B5EF4-FFF2-40B4-BE49-F238E27FC236}">
                <a16:creationId xmlns:a16="http://schemas.microsoft.com/office/drawing/2014/main" id="{3C358C78-A994-2A9D-CA7E-C0601138386E}"/>
              </a:ext>
            </a:extLst>
          </p:cNvPr>
          <p:cNvSpPr/>
          <p:nvPr/>
        </p:nvSpPr>
        <p:spPr>
          <a:xfrm>
            <a:off x="3270571" y="3725716"/>
            <a:ext cx="648363" cy="648363"/>
          </a:xfrm>
          <a:prstGeom prst="ellipse">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endParaRPr lang="en-US" sz="1350">
              <a:solidFill>
                <a:srgbClr val="FFFFFF"/>
              </a:solidFill>
            </a:endParaRPr>
          </a:p>
        </p:txBody>
      </p:sp>
      <p:sp>
        <p:nvSpPr>
          <p:cNvPr id="13" name="Oval 12">
            <a:extLst>
              <a:ext uri="{FF2B5EF4-FFF2-40B4-BE49-F238E27FC236}">
                <a16:creationId xmlns:a16="http://schemas.microsoft.com/office/drawing/2014/main" id="{4A214F60-C22E-DE61-C0D2-2A86AC8466C5}"/>
              </a:ext>
            </a:extLst>
          </p:cNvPr>
          <p:cNvSpPr/>
          <p:nvPr/>
        </p:nvSpPr>
        <p:spPr>
          <a:xfrm flipH="1">
            <a:off x="8273068" y="3725716"/>
            <a:ext cx="648363" cy="648363"/>
          </a:xfrm>
          <a:prstGeom prst="ellipse">
            <a:avLst/>
          </a:prstGeom>
          <a:solidFill>
            <a:schemeClr val="accent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endParaRPr lang="en-US" sz="1350">
              <a:solidFill>
                <a:srgbClr val="FFFFFF"/>
              </a:solidFill>
            </a:endParaRPr>
          </a:p>
        </p:txBody>
      </p:sp>
      <p:sp>
        <p:nvSpPr>
          <p:cNvPr id="14" name="CuadroTexto 4">
            <a:extLst>
              <a:ext uri="{FF2B5EF4-FFF2-40B4-BE49-F238E27FC236}">
                <a16:creationId xmlns:a16="http://schemas.microsoft.com/office/drawing/2014/main" id="{96C3B5F8-0541-9C4B-06DE-B1E14199C5DB}"/>
              </a:ext>
            </a:extLst>
          </p:cNvPr>
          <p:cNvSpPr txBox="1"/>
          <p:nvPr/>
        </p:nvSpPr>
        <p:spPr>
          <a:xfrm>
            <a:off x="3307755" y="3819065"/>
            <a:ext cx="573992" cy="461665"/>
          </a:xfrm>
          <a:prstGeom prst="rect">
            <a:avLst/>
          </a:prstGeom>
          <a:noFill/>
        </p:spPr>
        <p:txBody>
          <a:bodyPr wrap="square" rtlCol="0">
            <a:spAutoFit/>
          </a:bodyPr>
          <a:lstStyle/>
          <a:p>
            <a:pPr algn="ctr" defTabSz="685663"/>
            <a:r>
              <a:rPr lang="en-US" sz="2400">
                <a:solidFill>
                  <a:srgbClr val="FFFFFF"/>
                </a:solidFill>
                <a:ea typeface="Roboto Medium" panose="02000000000000000000" pitchFamily="2" charset="0"/>
                <a:cs typeface="Lato Semibold" panose="020F0502020204030203" pitchFamily="34" charset="0"/>
              </a:rPr>
              <a:t>M</a:t>
            </a:r>
          </a:p>
        </p:txBody>
      </p:sp>
      <p:sp>
        <p:nvSpPr>
          <p:cNvPr id="15" name="CuadroTexto 4">
            <a:extLst>
              <a:ext uri="{FF2B5EF4-FFF2-40B4-BE49-F238E27FC236}">
                <a16:creationId xmlns:a16="http://schemas.microsoft.com/office/drawing/2014/main" id="{D6B17F68-F7B3-540F-A89B-41BC96D8AD88}"/>
              </a:ext>
            </a:extLst>
          </p:cNvPr>
          <p:cNvSpPr txBox="1"/>
          <p:nvPr/>
        </p:nvSpPr>
        <p:spPr>
          <a:xfrm>
            <a:off x="8310252" y="3819065"/>
            <a:ext cx="573992" cy="461665"/>
          </a:xfrm>
          <a:prstGeom prst="rect">
            <a:avLst/>
          </a:prstGeom>
          <a:noFill/>
        </p:spPr>
        <p:txBody>
          <a:bodyPr wrap="square" rtlCol="0">
            <a:spAutoFit/>
          </a:bodyPr>
          <a:lstStyle/>
          <a:p>
            <a:pPr algn="ctr" defTabSz="685663"/>
            <a:r>
              <a:rPr lang="en-US" sz="2400">
                <a:solidFill>
                  <a:srgbClr val="FFFFFF"/>
                </a:solidFill>
                <a:ea typeface="Roboto Medium" panose="02000000000000000000" pitchFamily="2" charset="0"/>
                <a:cs typeface="Lato Semibold" panose="020F0502020204030203" pitchFamily="34" charset="0"/>
              </a:rPr>
              <a:t>D</a:t>
            </a:r>
            <a:endParaRPr lang="en-US" sz="2250">
              <a:solidFill>
                <a:srgbClr val="FFFFFF"/>
              </a:solidFill>
              <a:ea typeface="Roboto Medium" panose="02000000000000000000" pitchFamily="2" charset="0"/>
              <a:cs typeface="Lato Semibold" panose="020F0502020204030203" pitchFamily="34" charset="0"/>
            </a:endParaRPr>
          </a:p>
        </p:txBody>
      </p:sp>
      <p:graphicFrame>
        <p:nvGraphicFramePr>
          <p:cNvPr id="16" name="Chart 15">
            <a:extLst>
              <a:ext uri="{FF2B5EF4-FFF2-40B4-BE49-F238E27FC236}">
                <a16:creationId xmlns:a16="http://schemas.microsoft.com/office/drawing/2014/main" id="{06A6935E-C6F0-BBD8-7495-5EA4CACBAAD1}"/>
              </a:ext>
            </a:extLst>
          </p:cNvPr>
          <p:cNvGraphicFramePr/>
          <p:nvPr>
            <p:extLst>
              <p:ext uri="{D42A27DB-BD31-4B8C-83A1-F6EECF244321}">
                <p14:modId xmlns:p14="http://schemas.microsoft.com/office/powerpoint/2010/main" val="2494005789"/>
              </p:ext>
            </p:extLst>
          </p:nvPr>
        </p:nvGraphicFramePr>
        <p:xfrm>
          <a:off x="4941338" y="2758305"/>
          <a:ext cx="2309327" cy="2583180"/>
        </p:xfrm>
        <a:graphic>
          <a:graphicData uri="http://schemas.openxmlformats.org/drawingml/2006/chart">
            <c:chart xmlns:c="http://schemas.openxmlformats.org/drawingml/2006/chart" xmlns:r="http://schemas.openxmlformats.org/officeDocument/2006/relationships" r:id="rId2"/>
          </a:graphicData>
        </a:graphic>
      </p:graphicFrame>
      <p:sp>
        <p:nvSpPr>
          <p:cNvPr id="23" name="TextBox 22">
            <a:extLst>
              <a:ext uri="{FF2B5EF4-FFF2-40B4-BE49-F238E27FC236}">
                <a16:creationId xmlns:a16="http://schemas.microsoft.com/office/drawing/2014/main" id="{1BFD073E-DBCD-BE59-8326-9BEB3E9BB42D}"/>
              </a:ext>
            </a:extLst>
          </p:cNvPr>
          <p:cNvSpPr txBox="1"/>
          <p:nvPr/>
        </p:nvSpPr>
        <p:spPr>
          <a:xfrm>
            <a:off x="3270571" y="5162527"/>
            <a:ext cx="1962461" cy="461665"/>
          </a:xfrm>
          <a:prstGeom prst="rect">
            <a:avLst/>
          </a:prstGeom>
          <a:noFill/>
        </p:spPr>
        <p:txBody>
          <a:bodyPr wrap="square" rtlCol="0">
            <a:spAutoFit/>
          </a:bodyPr>
          <a:lstStyle/>
          <a:p>
            <a:pPr defTabSz="171416"/>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Suspemdice</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a:t>
            </a:r>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intervul</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a:t>
            </a:r>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etalogy</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sect</a:t>
            </a:r>
          </a:p>
        </p:txBody>
      </p:sp>
      <p:sp>
        <p:nvSpPr>
          <p:cNvPr id="24" name="Rectangle 23">
            <a:extLst>
              <a:ext uri="{FF2B5EF4-FFF2-40B4-BE49-F238E27FC236}">
                <a16:creationId xmlns:a16="http://schemas.microsoft.com/office/drawing/2014/main" id="{EA36A4ED-3BE4-91CC-C27E-454D62BD6ACF}"/>
              </a:ext>
            </a:extLst>
          </p:cNvPr>
          <p:cNvSpPr/>
          <p:nvPr/>
        </p:nvSpPr>
        <p:spPr>
          <a:xfrm>
            <a:off x="3270569" y="4919126"/>
            <a:ext cx="1962462" cy="307777"/>
          </a:xfrm>
          <a:prstGeom prst="rect">
            <a:avLst/>
          </a:prstGeom>
        </p:spPr>
        <p:txBody>
          <a:bodyPr wrap="square">
            <a:spAutoFit/>
          </a:bodyPr>
          <a:lstStyle/>
          <a:p>
            <a:pPr defTabSz="685663"/>
            <a:r>
              <a:rPr lang="en-US" sz="1400" b="1">
                <a:solidFill>
                  <a:schemeClr val="accent1"/>
                </a:solidFill>
                <a:latin typeface="Aptos" panose="020B0004020202020204" pitchFamily="34" charset="0"/>
                <a:ea typeface="Roboto Medium" panose="02000000000000000000" pitchFamily="2" charset="0"/>
                <a:cs typeface="Montserrat" charset="0"/>
              </a:rPr>
              <a:t>Mobile</a:t>
            </a:r>
          </a:p>
        </p:txBody>
      </p:sp>
      <p:sp>
        <p:nvSpPr>
          <p:cNvPr id="21" name="TextBox 20">
            <a:extLst>
              <a:ext uri="{FF2B5EF4-FFF2-40B4-BE49-F238E27FC236}">
                <a16:creationId xmlns:a16="http://schemas.microsoft.com/office/drawing/2014/main" id="{D8D40B52-7E68-D7D3-1802-E251B8331AFF}"/>
              </a:ext>
            </a:extLst>
          </p:cNvPr>
          <p:cNvSpPr txBox="1"/>
          <p:nvPr/>
        </p:nvSpPr>
        <p:spPr>
          <a:xfrm>
            <a:off x="7479951" y="5162527"/>
            <a:ext cx="1962462" cy="461665"/>
          </a:xfrm>
          <a:prstGeom prst="rect">
            <a:avLst/>
          </a:prstGeom>
          <a:noFill/>
        </p:spPr>
        <p:txBody>
          <a:bodyPr wrap="square" rtlCol="0">
            <a:spAutoFit/>
          </a:bodyPr>
          <a:lstStyle/>
          <a:p>
            <a:pPr defTabSz="171416"/>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Correspund</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as </a:t>
            </a:r>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sembyli</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a:t>
            </a:r>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volunter</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a:t>
            </a:r>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ameta</a:t>
            </a:r>
            <a:endPar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endParaRPr>
          </a:p>
        </p:txBody>
      </p:sp>
      <p:sp>
        <p:nvSpPr>
          <p:cNvPr id="22" name="Rectangle 21">
            <a:extLst>
              <a:ext uri="{FF2B5EF4-FFF2-40B4-BE49-F238E27FC236}">
                <a16:creationId xmlns:a16="http://schemas.microsoft.com/office/drawing/2014/main" id="{08B9D0EA-DD3C-79A5-CDEF-99F519A86B5A}"/>
              </a:ext>
            </a:extLst>
          </p:cNvPr>
          <p:cNvSpPr/>
          <p:nvPr/>
        </p:nvSpPr>
        <p:spPr>
          <a:xfrm>
            <a:off x="7479953" y="4919126"/>
            <a:ext cx="1962463" cy="307777"/>
          </a:xfrm>
          <a:prstGeom prst="rect">
            <a:avLst/>
          </a:prstGeom>
        </p:spPr>
        <p:txBody>
          <a:bodyPr wrap="square">
            <a:spAutoFit/>
          </a:bodyPr>
          <a:lstStyle/>
          <a:p>
            <a:pPr defTabSz="685663"/>
            <a:r>
              <a:rPr lang="en-US" sz="1400" b="1">
                <a:solidFill>
                  <a:schemeClr val="accent1"/>
                </a:solidFill>
                <a:latin typeface="Aptos" panose="020B0004020202020204" pitchFamily="34" charset="0"/>
                <a:ea typeface="Roboto Medium" panose="02000000000000000000" pitchFamily="2" charset="0"/>
                <a:cs typeface="Montserrat" charset="0"/>
              </a:rPr>
              <a:t>Desktop</a:t>
            </a:r>
          </a:p>
        </p:txBody>
      </p:sp>
      <p:sp>
        <p:nvSpPr>
          <p:cNvPr id="19" name="TextBox 18">
            <a:extLst>
              <a:ext uri="{FF2B5EF4-FFF2-40B4-BE49-F238E27FC236}">
                <a16:creationId xmlns:a16="http://schemas.microsoft.com/office/drawing/2014/main" id="{D2A4B703-0F9D-4B8A-F135-3258BD4D623E}"/>
              </a:ext>
            </a:extLst>
          </p:cNvPr>
          <p:cNvSpPr txBox="1"/>
          <p:nvPr/>
        </p:nvSpPr>
        <p:spPr>
          <a:xfrm>
            <a:off x="1980421" y="3819065"/>
            <a:ext cx="1253651" cy="461665"/>
          </a:xfrm>
          <a:prstGeom prst="rect">
            <a:avLst/>
          </a:prstGeom>
          <a:noFill/>
        </p:spPr>
        <p:txBody>
          <a:bodyPr wrap="square" rtlCol="0">
            <a:spAutoFit/>
          </a:bodyPr>
          <a:lstStyle/>
          <a:p>
            <a:pPr algn="r" defTabSz="171416"/>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Lorem</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a:t>
            </a:r>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ipsum</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a:t>
            </a:r>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dolor</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sit </a:t>
            </a:r>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amet</a:t>
            </a:r>
            <a:endPar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endParaRPr>
          </a:p>
        </p:txBody>
      </p:sp>
      <p:sp>
        <p:nvSpPr>
          <p:cNvPr id="20" name="TextBox 19">
            <a:extLst>
              <a:ext uri="{FF2B5EF4-FFF2-40B4-BE49-F238E27FC236}">
                <a16:creationId xmlns:a16="http://schemas.microsoft.com/office/drawing/2014/main" id="{7E1F0E66-5363-69DD-A2CC-A12578F4F830}"/>
              </a:ext>
            </a:extLst>
          </p:cNvPr>
          <p:cNvSpPr txBox="1"/>
          <p:nvPr/>
        </p:nvSpPr>
        <p:spPr>
          <a:xfrm>
            <a:off x="8952795" y="3819065"/>
            <a:ext cx="1253651" cy="461665"/>
          </a:xfrm>
          <a:prstGeom prst="rect">
            <a:avLst/>
          </a:prstGeom>
          <a:noFill/>
        </p:spPr>
        <p:txBody>
          <a:bodyPr wrap="square" rtlCol="0">
            <a:spAutoFit/>
          </a:bodyPr>
          <a:lstStyle/>
          <a:p>
            <a:pPr defTabSz="171416"/>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Nisi</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a:t>
            </a:r>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labories</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et </a:t>
            </a:r>
            <a:r>
              <a:rPr lang="da-DK"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quis</a:t>
            </a:r>
            <a:r>
              <a:rPr lang="da-DK"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sase</a:t>
            </a:r>
          </a:p>
        </p:txBody>
      </p:sp>
      <p:grpSp>
        <p:nvGrpSpPr>
          <p:cNvPr id="5" name="Group 4">
            <a:extLst>
              <a:ext uri="{FF2B5EF4-FFF2-40B4-BE49-F238E27FC236}">
                <a16:creationId xmlns:a16="http://schemas.microsoft.com/office/drawing/2014/main" id="{1CCB60BB-22F9-5F99-CA44-7912D84AF2E7}"/>
              </a:ext>
            </a:extLst>
          </p:cNvPr>
          <p:cNvGrpSpPr/>
          <p:nvPr/>
        </p:nvGrpSpPr>
        <p:grpSpPr>
          <a:xfrm>
            <a:off x="3226604" y="3309375"/>
            <a:ext cx="2930954" cy="1639382"/>
            <a:chOff x="2723823" y="3484307"/>
            <a:chExt cx="2930954" cy="1639382"/>
          </a:xfrm>
        </p:grpSpPr>
        <p:sp>
          <p:nvSpPr>
            <p:cNvPr id="6" name="Rounded Rectangle 5">
              <a:extLst>
                <a:ext uri="{FF2B5EF4-FFF2-40B4-BE49-F238E27FC236}">
                  <a16:creationId xmlns:a16="http://schemas.microsoft.com/office/drawing/2014/main" id="{10C32383-6268-A2C7-F301-E93099E37BEE}"/>
                </a:ext>
              </a:extLst>
            </p:cNvPr>
            <p:cNvSpPr/>
            <p:nvPr/>
          </p:nvSpPr>
          <p:spPr>
            <a:xfrm>
              <a:off x="2723823" y="3484307"/>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Title</a:t>
              </a:r>
              <a:endParaRPr lang="en-US" sz="800">
                <a:solidFill>
                  <a:schemeClr val="bg1">
                    <a:lumMod val="95000"/>
                  </a:schemeClr>
                </a:solidFill>
                <a:latin typeface="Aptos" panose="020B0004020202020204" pitchFamily="34" charset="0"/>
              </a:endParaRPr>
            </a:p>
            <a:p>
              <a:pPr>
                <a:lnSpc>
                  <a:spcPct val="110000"/>
                </a:lnSpc>
                <a:spcBef>
                  <a:spcPts val="900"/>
                </a:spcBef>
              </a:pPr>
              <a:r>
                <a:rPr lang="el-GR" sz="800">
                  <a:latin typeface="Aptos" panose="020B0004020202020204" pitchFamily="34" charset="0"/>
                </a:rPr>
                <a:t>Στα </a:t>
              </a:r>
              <a:r>
                <a:rPr lang="en-US" sz="800">
                  <a:latin typeface="Aptos" panose="020B0004020202020204" pitchFamily="34" charset="0"/>
                </a:rPr>
                <a:t>infographics </a:t>
              </a:r>
              <a:r>
                <a:rPr lang="el-GR" sz="800">
                  <a:latin typeface="Aptos" panose="020B0004020202020204" pitchFamily="34" charset="0"/>
                </a:rPr>
                <a:t>οι τ</a:t>
              </a:r>
              <a:r>
                <a:rPr lang="en-US" sz="800" err="1">
                  <a:latin typeface="Aptos" panose="020B0004020202020204" pitchFamily="34" charset="0"/>
                </a:rPr>
                <a:t>ί</a:t>
              </a:r>
              <a:r>
                <a:rPr lang="el-GR" sz="800" err="1">
                  <a:latin typeface="Aptos" panose="020B0004020202020204" pitchFamily="34" charset="0"/>
                </a:rPr>
                <a:t>τλοι</a:t>
              </a:r>
              <a:r>
                <a:rPr lang="el-GR" sz="800">
                  <a:latin typeface="Aptos" panose="020B0004020202020204" pitchFamily="34" charset="0"/>
                </a:rPr>
                <a:t> είναι από 12</a:t>
              </a:r>
              <a:r>
                <a:rPr lang="en-US" sz="800" err="1">
                  <a:latin typeface="Aptos" panose="020B0004020202020204" pitchFamily="34" charset="0"/>
                </a:rPr>
                <a:t>pt</a:t>
              </a:r>
              <a:r>
                <a:rPr lang="en-US" sz="800">
                  <a:latin typeface="Aptos" panose="020B0004020202020204" pitchFamily="34" charset="0"/>
                </a:rPr>
                <a:t> </a:t>
              </a:r>
              <a:r>
                <a:rPr lang="en-US" sz="800" err="1">
                  <a:latin typeface="Aptos" panose="020B0004020202020204" pitchFamily="34" charset="0"/>
                </a:rPr>
                <a:t>έ</a:t>
              </a:r>
              <a:r>
                <a:rPr lang="el-GR" sz="800">
                  <a:latin typeface="Aptos" panose="020B0004020202020204" pitchFamily="34" charset="0"/>
                </a:rPr>
                <a:t>ως </a:t>
              </a:r>
              <a:r>
                <a:rPr lang="en-US" sz="800">
                  <a:latin typeface="Aptos" panose="020B0004020202020204" pitchFamily="34" charset="0"/>
                </a:rPr>
                <a:t>18pt </a:t>
              </a:r>
              <a:r>
                <a:rPr lang="el-GR" sz="800">
                  <a:latin typeface="Aptos" panose="020B0004020202020204" pitchFamily="34" charset="0"/>
                </a:rPr>
                <a:t>και το χρώμα είναι </a:t>
              </a:r>
              <a:r>
                <a:rPr lang="en-US" sz="800">
                  <a:latin typeface="Aptos" panose="020B0004020202020204" pitchFamily="34" charset="0"/>
                </a:rPr>
                <a:t>Dark Teal. </a:t>
              </a:r>
              <a:r>
                <a:rPr lang="el-GR" sz="800">
                  <a:latin typeface="Aptos" panose="020B0004020202020204" pitchFamily="34" charset="0"/>
                </a:rPr>
                <a:t>Εκτός και αν είναι πάνω σε σκούρο </a:t>
              </a:r>
              <a:r>
                <a:rPr lang="en-US" sz="800">
                  <a:latin typeface="Aptos" panose="020B0004020202020204" pitchFamily="34" charset="0"/>
                </a:rPr>
                <a:t>background </a:t>
              </a:r>
              <a:r>
                <a:rPr lang="en-US" sz="800" err="1">
                  <a:latin typeface="Aptos" panose="020B0004020202020204" pitchFamily="34" charset="0"/>
                </a:rPr>
                <a:t>ό</a:t>
              </a:r>
              <a:r>
                <a:rPr lang="el-GR" sz="800">
                  <a:latin typeface="Aptos" panose="020B0004020202020204" pitchFamily="34" charset="0"/>
                </a:rPr>
                <a:t>που τότε είναι </a:t>
              </a:r>
              <a:r>
                <a:rPr lang="en-US" sz="800">
                  <a:latin typeface="Aptos" panose="020B0004020202020204" pitchFamily="34" charset="0"/>
                </a:rPr>
                <a:t>white</a:t>
              </a:r>
              <a:r>
                <a:rPr lang="el-GR" sz="800">
                  <a:latin typeface="Aptos" panose="020B0004020202020204" pitchFamily="34" charset="0"/>
                </a:rPr>
                <a:t>.</a:t>
              </a:r>
            </a:p>
            <a:p>
              <a:pPr>
                <a:lnSpc>
                  <a:spcPct val="110000"/>
                </a:lnSpc>
                <a:spcBef>
                  <a:spcPts val="900"/>
                </a:spcBef>
              </a:pPr>
              <a:r>
                <a:rPr lang="en-US" sz="800">
                  <a:latin typeface="Aptos" panose="020B0004020202020204" pitchFamily="34" charset="0"/>
                </a:rPr>
                <a:t>In infographics, the titles range from 12pt to 18pt and the color is Dark Teal, except when they are on a dark background, in which case the color is White.</a:t>
              </a:r>
              <a:endParaRPr lang="en-GR" sz="800">
                <a:latin typeface="Aptos" panose="020B0004020202020204" pitchFamily="34" charset="0"/>
              </a:endParaRPr>
            </a:p>
          </p:txBody>
        </p:sp>
        <p:sp>
          <p:nvSpPr>
            <p:cNvPr id="9" name="Triangle 8">
              <a:extLst>
                <a:ext uri="{FF2B5EF4-FFF2-40B4-BE49-F238E27FC236}">
                  <a16:creationId xmlns:a16="http://schemas.microsoft.com/office/drawing/2014/main" id="{6825BF6D-6A15-828A-8328-61584D31AFE1}"/>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10" name="Group 9">
            <a:extLst>
              <a:ext uri="{FF2B5EF4-FFF2-40B4-BE49-F238E27FC236}">
                <a16:creationId xmlns:a16="http://schemas.microsoft.com/office/drawing/2014/main" id="{22AAB168-8B7B-8098-D3A2-7D75414EF890}"/>
              </a:ext>
            </a:extLst>
          </p:cNvPr>
          <p:cNvGrpSpPr/>
          <p:nvPr/>
        </p:nvGrpSpPr>
        <p:grpSpPr>
          <a:xfrm>
            <a:off x="9230995" y="2442283"/>
            <a:ext cx="2930954" cy="1358061"/>
            <a:chOff x="2723823" y="3765628"/>
            <a:chExt cx="2930954" cy="1358061"/>
          </a:xfrm>
        </p:grpSpPr>
        <p:sp>
          <p:nvSpPr>
            <p:cNvPr id="17" name="Rounded Rectangle 16">
              <a:extLst>
                <a:ext uri="{FF2B5EF4-FFF2-40B4-BE49-F238E27FC236}">
                  <a16:creationId xmlns:a16="http://schemas.microsoft.com/office/drawing/2014/main" id="{F9F96F07-B23A-D9AD-3C43-5C7E4AA620AF}"/>
                </a:ext>
              </a:extLst>
            </p:cNvPr>
            <p:cNvSpPr/>
            <p:nvPr/>
          </p:nvSpPr>
          <p:spPr>
            <a:xfrm>
              <a:off x="2723823" y="3765628"/>
              <a:ext cx="2930954" cy="127463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Text</a:t>
              </a:r>
              <a:endParaRPr lang="en-US" sz="800">
                <a:solidFill>
                  <a:schemeClr val="bg1">
                    <a:lumMod val="95000"/>
                  </a:schemeClr>
                </a:solidFill>
                <a:latin typeface="Aptos" panose="020B0004020202020204" pitchFamily="34" charset="0"/>
              </a:endParaRPr>
            </a:p>
            <a:p>
              <a:pPr>
                <a:lnSpc>
                  <a:spcPct val="110000"/>
                </a:lnSpc>
                <a:spcBef>
                  <a:spcPts val="900"/>
                </a:spcBef>
              </a:pPr>
              <a:r>
                <a:rPr lang="el-GR" sz="800">
                  <a:latin typeface="Aptos" panose="020B0004020202020204" pitchFamily="34" charset="0"/>
                </a:rPr>
                <a:t>Στα </a:t>
              </a:r>
              <a:r>
                <a:rPr lang="en-US" sz="800">
                  <a:latin typeface="Aptos" panose="020B0004020202020204" pitchFamily="34" charset="0"/>
                </a:rPr>
                <a:t>infographics </a:t>
              </a:r>
              <a:r>
                <a:rPr lang="el-GR" sz="800">
                  <a:latin typeface="Aptos" panose="020B0004020202020204" pitchFamily="34" charset="0"/>
                </a:rPr>
                <a:t>τα </a:t>
              </a:r>
              <a:r>
                <a:rPr lang="el-GR" sz="800" err="1">
                  <a:latin typeface="Aptos" panose="020B0004020202020204" pitchFamily="34" charset="0"/>
                </a:rPr>
                <a:t>κε</a:t>
              </a:r>
              <a:r>
                <a:rPr lang="en-US" sz="800" err="1">
                  <a:latin typeface="Aptos" panose="020B0004020202020204" pitchFamily="34" charset="0"/>
                </a:rPr>
                <a:t>ί</a:t>
              </a:r>
              <a:r>
                <a:rPr lang="el-GR" sz="800" err="1">
                  <a:latin typeface="Aptos" panose="020B0004020202020204" pitchFamily="34" charset="0"/>
                </a:rPr>
                <a:t>μενα</a:t>
              </a:r>
              <a:r>
                <a:rPr lang="el-GR" sz="800">
                  <a:latin typeface="Aptos" panose="020B0004020202020204" pitchFamily="34" charset="0"/>
                </a:rPr>
                <a:t> ε</a:t>
              </a:r>
              <a:r>
                <a:rPr lang="en-US" sz="800" err="1">
                  <a:latin typeface="Aptos" panose="020B0004020202020204" pitchFamily="34" charset="0"/>
                </a:rPr>
                <a:t>ί</a:t>
              </a:r>
              <a:r>
                <a:rPr lang="el-GR" sz="800">
                  <a:latin typeface="Aptos" panose="020B0004020202020204" pitchFamily="34" charset="0"/>
                </a:rPr>
                <a:t>ναι από 11</a:t>
              </a:r>
              <a:r>
                <a:rPr lang="en-US" sz="800" err="1">
                  <a:latin typeface="Aptos" panose="020B0004020202020204" pitchFamily="34" charset="0"/>
                </a:rPr>
                <a:t>pt</a:t>
              </a:r>
              <a:r>
                <a:rPr lang="en-US" sz="800">
                  <a:latin typeface="Aptos" panose="020B0004020202020204" pitchFamily="34" charset="0"/>
                </a:rPr>
                <a:t> </a:t>
              </a:r>
              <a:r>
                <a:rPr lang="en-US" sz="800" err="1">
                  <a:latin typeface="Aptos" panose="020B0004020202020204" pitchFamily="34" charset="0"/>
                </a:rPr>
                <a:t>έ</a:t>
              </a:r>
              <a:r>
                <a:rPr lang="el-GR" sz="800">
                  <a:latin typeface="Aptos" panose="020B0004020202020204" pitchFamily="34" charset="0"/>
                </a:rPr>
                <a:t>ως </a:t>
              </a:r>
              <a:r>
                <a:rPr lang="en-US" sz="800">
                  <a:latin typeface="Aptos" panose="020B0004020202020204" pitchFamily="34" charset="0"/>
                </a:rPr>
                <a:t>1</a:t>
              </a:r>
              <a:r>
                <a:rPr lang="el-GR" sz="800">
                  <a:latin typeface="Aptos" panose="020B0004020202020204" pitchFamily="34" charset="0"/>
                </a:rPr>
                <a:t>2</a:t>
              </a:r>
              <a:r>
                <a:rPr lang="en-US" sz="800" err="1">
                  <a:latin typeface="Aptos" panose="020B0004020202020204" pitchFamily="34" charset="0"/>
                </a:rPr>
                <a:t>pt</a:t>
              </a:r>
              <a:r>
                <a:rPr lang="en-US" sz="800">
                  <a:latin typeface="Aptos" panose="020B0004020202020204" pitchFamily="34" charset="0"/>
                </a:rPr>
                <a:t> </a:t>
              </a:r>
              <a:r>
                <a:rPr lang="el-GR" sz="800">
                  <a:latin typeface="Aptos" panose="020B0004020202020204" pitchFamily="34" charset="0"/>
                </a:rPr>
                <a:t>και το χρώμα είναι </a:t>
              </a:r>
              <a:r>
                <a:rPr lang="en-US" sz="800">
                  <a:latin typeface="Aptos" panose="020B0004020202020204" pitchFamily="34" charset="0"/>
                </a:rPr>
                <a:t>Grey. </a:t>
              </a:r>
              <a:r>
                <a:rPr lang="el-GR" sz="800">
                  <a:latin typeface="Aptos" panose="020B0004020202020204" pitchFamily="34" charset="0"/>
                </a:rPr>
                <a:t>Εκτός</a:t>
              </a:r>
              <a:r>
                <a:rPr lang="en-US" sz="800">
                  <a:latin typeface="Aptos" panose="020B0004020202020204" pitchFamily="34" charset="0"/>
                </a:rPr>
                <a:t> </a:t>
              </a:r>
              <a:r>
                <a:rPr lang="el-GR" sz="800">
                  <a:latin typeface="Aptos" panose="020B0004020202020204" pitchFamily="34" charset="0"/>
                </a:rPr>
                <a:t>από ορισμένες εξαιρέσεις</a:t>
              </a:r>
              <a:r>
                <a:rPr lang="en-US" sz="800">
                  <a:latin typeface="Aptos" panose="020B0004020202020204" pitchFamily="34" charset="0"/>
                </a:rPr>
                <a:t>.</a:t>
              </a:r>
              <a:endParaRPr lang="el-GR" sz="800">
                <a:latin typeface="Aptos" panose="020B0004020202020204" pitchFamily="34" charset="0"/>
              </a:endParaRPr>
            </a:p>
            <a:p>
              <a:pPr>
                <a:lnSpc>
                  <a:spcPct val="110000"/>
                </a:lnSpc>
                <a:spcBef>
                  <a:spcPts val="900"/>
                </a:spcBef>
              </a:pPr>
              <a:r>
                <a:rPr lang="en-US" sz="800">
                  <a:latin typeface="Aptos" panose="020B0004020202020204" pitchFamily="34" charset="0"/>
                </a:rPr>
                <a:t>In infographics, the text ranges from 11pt to 12pt and the color is Grey, with some exceptions.</a:t>
              </a:r>
              <a:endParaRPr lang="en-GR" sz="800">
                <a:latin typeface="Aptos" panose="020B0004020202020204" pitchFamily="34" charset="0"/>
              </a:endParaRPr>
            </a:p>
          </p:txBody>
        </p:sp>
        <p:sp>
          <p:nvSpPr>
            <p:cNvPr id="18" name="Triangle 17">
              <a:extLst>
                <a:ext uri="{FF2B5EF4-FFF2-40B4-BE49-F238E27FC236}">
                  <a16:creationId xmlns:a16="http://schemas.microsoft.com/office/drawing/2014/main" id="{0F42BBCE-CDB4-C7EB-42E2-2D82AF0F6831}"/>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
        <p:nvSpPr>
          <p:cNvPr id="3" name="Text Placeholder 2">
            <a:extLst>
              <a:ext uri="{FF2B5EF4-FFF2-40B4-BE49-F238E27FC236}">
                <a16:creationId xmlns:a16="http://schemas.microsoft.com/office/drawing/2014/main" id="{7309AA52-9382-2E52-A4FB-515A703B1350}"/>
              </a:ext>
            </a:extLst>
          </p:cNvPr>
          <p:cNvSpPr>
            <a:spLocks noGrp="1"/>
          </p:cNvSpPr>
          <p:nvPr>
            <p:ph type="body" sz="quarter" idx="25"/>
          </p:nvPr>
        </p:nvSpPr>
        <p:spPr>
          <a:xfrm>
            <a:off x="332318" y="741496"/>
            <a:ext cx="11531549" cy="334515"/>
          </a:xfrm>
        </p:spPr>
        <p:txBody>
          <a:bodyPr/>
          <a:lstStyle/>
          <a:p>
            <a:r>
              <a:rPr lang="en-GR"/>
              <a:t>Infographic</a:t>
            </a:r>
          </a:p>
        </p:txBody>
      </p:sp>
    </p:spTree>
    <p:extLst>
      <p:ext uri="{BB962C8B-B14F-4D97-AF65-F5344CB8AC3E}">
        <p14:creationId xmlns:p14="http://schemas.microsoft.com/office/powerpoint/2010/main" val="172613439"/>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A39F3959-3C63-5EEE-A3EC-FBE0E5FA4BD9}"/>
              </a:ext>
            </a:extLst>
          </p:cNvPr>
          <p:cNvSpPr>
            <a:spLocks noGrp="1"/>
          </p:cNvSpPr>
          <p:nvPr>
            <p:ph type="body" sz="quarter" idx="14"/>
          </p:nvPr>
        </p:nvSpPr>
        <p:spPr>
          <a:xfrm>
            <a:off x="331201" y="1268822"/>
            <a:ext cx="7939040" cy="364908"/>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4" name="Slide Number Placeholder 3">
            <a:extLst>
              <a:ext uri="{FF2B5EF4-FFF2-40B4-BE49-F238E27FC236}">
                <a16:creationId xmlns:a16="http://schemas.microsoft.com/office/drawing/2014/main" id="{6F045A13-6B69-E0A5-D54F-165F2A652A81}"/>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173</a:t>
            </a:fld>
            <a:endParaRPr lang="en-GR"/>
          </a:p>
        </p:txBody>
      </p:sp>
      <p:sp>
        <p:nvSpPr>
          <p:cNvPr id="8" name="Rectangle 7">
            <a:extLst>
              <a:ext uri="{FF2B5EF4-FFF2-40B4-BE49-F238E27FC236}">
                <a16:creationId xmlns:a16="http://schemas.microsoft.com/office/drawing/2014/main" id="{B6E06574-AB24-1C76-5AC7-EB56C6C3EB2C}"/>
              </a:ext>
            </a:extLst>
          </p:cNvPr>
          <p:cNvSpPr/>
          <p:nvPr/>
        </p:nvSpPr>
        <p:spPr>
          <a:xfrm>
            <a:off x="342419" y="1988998"/>
            <a:ext cx="11513031" cy="4327396"/>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grpSp>
        <p:nvGrpSpPr>
          <p:cNvPr id="27" name="Group 26">
            <a:extLst>
              <a:ext uri="{FF2B5EF4-FFF2-40B4-BE49-F238E27FC236}">
                <a16:creationId xmlns:a16="http://schemas.microsoft.com/office/drawing/2014/main" id="{FF4C0F8D-575B-D45B-0A75-CDA56833BBD9}"/>
              </a:ext>
            </a:extLst>
          </p:cNvPr>
          <p:cNvGrpSpPr/>
          <p:nvPr/>
        </p:nvGrpSpPr>
        <p:grpSpPr>
          <a:xfrm>
            <a:off x="2378640" y="2821942"/>
            <a:ext cx="7434720" cy="2661511"/>
            <a:chOff x="2258066" y="2897505"/>
            <a:chExt cx="7434720" cy="2661511"/>
          </a:xfrm>
        </p:grpSpPr>
        <p:sp>
          <p:nvSpPr>
            <p:cNvPr id="10" name="Trapezoid 53">
              <a:extLst>
                <a:ext uri="{FF2B5EF4-FFF2-40B4-BE49-F238E27FC236}">
                  <a16:creationId xmlns:a16="http://schemas.microsoft.com/office/drawing/2014/main" id="{FF3F1245-8FF2-076C-4E06-A42A4ED36CE7}"/>
                </a:ext>
              </a:extLst>
            </p:cNvPr>
            <p:cNvSpPr/>
            <p:nvPr/>
          </p:nvSpPr>
          <p:spPr>
            <a:xfrm rot="16200000">
              <a:off x="3186646" y="2930164"/>
              <a:ext cx="2661511" cy="2596194"/>
            </a:xfrm>
            <a:prstGeom prst="trapezoid">
              <a:avLst/>
            </a:prstGeom>
            <a:gradFill>
              <a:gsLst>
                <a:gs pos="100000">
                  <a:srgbClr val="F5F9F6"/>
                </a:gs>
                <a:gs pos="0">
                  <a:schemeClr val="bg2">
                    <a:lumMod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endParaRPr lang="en-US" sz="1350">
                <a:solidFill>
                  <a:srgbClr val="FFFFFF"/>
                </a:solidFill>
              </a:endParaRPr>
            </a:p>
          </p:txBody>
        </p:sp>
        <p:sp>
          <p:nvSpPr>
            <p:cNvPr id="11" name="Oval 10">
              <a:extLst>
                <a:ext uri="{FF2B5EF4-FFF2-40B4-BE49-F238E27FC236}">
                  <a16:creationId xmlns:a16="http://schemas.microsoft.com/office/drawing/2014/main" id="{A308BE8F-F75E-40BD-B9D3-27FCDF3E5998}"/>
                </a:ext>
              </a:extLst>
            </p:cNvPr>
            <p:cNvSpPr/>
            <p:nvPr/>
          </p:nvSpPr>
          <p:spPr>
            <a:xfrm>
              <a:off x="2258066" y="3267024"/>
              <a:ext cx="1922474" cy="19224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663"/>
              <a:r>
                <a:rPr lang="en-US" sz="1400" b="1">
                  <a:solidFill>
                    <a:srgbClr val="FFFFFF"/>
                  </a:solidFill>
                  <a:latin typeface="Aptos" panose="020B0004020202020204" pitchFamily="34" charset="0"/>
                  <a:ea typeface="Roboto Medium" panose="02000000000000000000" pitchFamily="2" charset="0"/>
                  <a:cs typeface="Poppins SemiBold" pitchFamily="2" charset="77"/>
                </a:rPr>
                <a:t>Lorem ipsum sit </a:t>
              </a:r>
              <a:r>
                <a:rPr lang="en-US" sz="1400" b="1" err="1">
                  <a:solidFill>
                    <a:srgbClr val="FFFFFF"/>
                  </a:solidFill>
                  <a:latin typeface="Aptos" panose="020B0004020202020204" pitchFamily="34" charset="0"/>
                  <a:ea typeface="Roboto Medium" panose="02000000000000000000" pitchFamily="2" charset="0"/>
                  <a:cs typeface="Poppins SemiBold" pitchFamily="2" charset="77"/>
                </a:rPr>
                <a:t>amet</a:t>
              </a:r>
              <a:endParaRPr lang="en-US" sz="1400" b="1">
                <a:solidFill>
                  <a:srgbClr val="FFFFFF"/>
                </a:solidFill>
                <a:latin typeface="Aptos" panose="020B0004020202020204" pitchFamily="34" charset="0"/>
                <a:ea typeface="Roboto Medium" panose="02000000000000000000" pitchFamily="2" charset="0"/>
                <a:cs typeface="Poppins SemiBold" pitchFamily="2" charset="77"/>
              </a:endParaRPr>
            </a:p>
          </p:txBody>
        </p:sp>
        <p:grpSp>
          <p:nvGrpSpPr>
            <p:cNvPr id="26" name="Group 25">
              <a:extLst>
                <a:ext uri="{FF2B5EF4-FFF2-40B4-BE49-F238E27FC236}">
                  <a16:creationId xmlns:a16="http://schemas.microsoft.com/office/drawing/2014/main" id="{1DB703FD-5844-5409-E1C4-F9A8C66B4311}"/>
                </a:ext>
              </a:extLst>
            </p:cNvPr>
            <p:cNvGrpSpPr/>
            <p:nvPr/>
          </p:nvGrpSpPr>
          <p:grpSpPr>
            <a:xfrm>
              <a:off x="5245147" y="3043419"/>
              <a:ext cx="4447639" cy="2369684"/>
              <a:chOff x="5245147" y="3087808"/>
              <a:chExt cx="4447639" cy="2369684"/>
            </a:xfrm>
          </p:grpSpPr>
          <p:grpSp>
            <p:nvGrpSpPr>
              <p:cNvPr id="6" name="Group 5">
                <a:extLst>
                  <a:ext uri="{FF2B5EF4-FFF2-40B4-BE49-F238E27FC236}">
                    <a16:creationId xmlns:a16="http://schemas.microsoft.com/office/drawing/2014/main" id="{D3353EF6-7B58-C770-2A85-21814ECE463A}"/>
                  </a:ext>
                </a:extLst>
              </p:cNvPr>
              <p:cNvGrpSpPr/>
              <p:nvPr/>
            </p:nvGrpSpPr>
            <p:grpSpPr>
              <a:xfrm>
                <a:off x="5245147" y="3087808"/>
                <a:ext cx="4447639" cy="646331"/>
                <a:chOff x="5245147" y="3087808"/>
                <a:chExt cx="4447639" cy="646331"/>
              </a:xfrm>
            </p:grpSpPr>
            <p:sp>
              <p:nvSpPr>
                <p:cNvPr id="12" name="CuadroTexto 395">
                  <a:extLst>
                    <a:ext uri="{FF2B5EF4-FFF2-40B4-BE49-F238E27FC236}">
                      <a16:creationId xmlns:a16="http://schemas.microsoft.com/office/drawing/2014/main" id="{FDFEFB87-9A10-67F8-C57C-A53CDFC6B5ED}"/>
                    </a:ext>
                  </a:extLst>
                </p:cNvPr>
                <p:cNvSpPr txBox="1"/>
                <p:nvPr/>
              </p:nvSpPr>
              <p:spPr>
                <a:xfrm flipH="1">
                  <a:off x="6491834" y="3241696"/>
                  <a:ext cx="1218653" cy="338554"/>
                </a:xfrm>
                <a:prstGeom prst="rect">
                  <a:avLst/>
                </a:prstGeom>
                <a:noFill/>
              </p:spPr>
              <p:txBody>
                <a:bodyPr wrap="square" rtlCol="0">
                  <a:spAutoFit/>
                </a:bodyPr>
                <a:lstStyle/>
                <a:p>
                  <a:pPr defTabSz="685663"/>
                  <a:r>
                    <a:rPr lang="en-US" sz="1600" b="1">
                      <a:solidFill>
                        <a:schemeClr val="accent1"/>
                      </a:solidFill>
                      <a:latin typeface="Aptos" panose="020B0004020202020204" pitchFamily="34" charset="0"/>
                      <a:ea typeface="Roboto Medium" panose="02000000000000000000" pitchFamily="2" charset="0"/>
                      <a:cs typeface="Poppins SemiBold" pitchFamily="2" charset="77"/>
                    </a:rPr>
                    <a:t>Initiation</a:t>
                  </a:r>
                </a:p>
              </p:txBody>
            </p:sp>
            <p:sp>
              <p:nvSpPr>
                <p:cNvPr id="13" name="Rectangle 56">
                  <a:extLst>
                    <a:ext uri="{FF2B5EF4-FFF2-40B4-BE49-F238E27FC236}">
                      <a16:creationId xmlns:a16="http://schemas.microsoft.com/office/drawing/2014/main" id="{402784BB-045C-0BBC-E059-81F78F0FAC12}"/>
                    </a:ext>
                  </a:extLst>
                </p:cNvPr>
                <p:cNvSpPr/>
                <p:nvPr/>
              </p:nvSpPr>
              <p:spPr>
                <a:xfrm flipH="1">
                  <a:off x="7662335" y="3087808"/>
                  <a:ext cx="2030451" cy="646331"/>
                </a:xfrm>
                <a:prstGeom prst="rect">
                  <a:avLst/>
                </a:prstGeom>
              </p:spPr>
              <p:txBody>
                <a:bodyPr wrap="square">
                  <a:spAutoFit/>
                </a:bodyPr>
                <a:lstStyle/>
                <a:p>
                  <a:pPr defTabSz="685663"/>
                  <a:r>
                    <a:rPr lang="en-US"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Lorem ipsum dolor sit </a:t>
                  </a:r>
                  <a:r>
                    <a:rPr lang="en-US"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amet</a:t>
                  </a:r>
                  <a:r>
                    <a:rPr lang="en-US"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a:t>
                  </a:r>
                  <a:r>
                    <a:rPr lang="en-US"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consectetur</a:t>
                  </a:r>
                  <a:r>
                    <a:rPr lang="en-US"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a:t>
                  </a:r>
                  <a:r>
                    <a:rPr lang="en-US"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adipiscing</a:t>
                  </a:r>
                  <a:r>
                    <a:rPr lang="en-US"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a:t>
                  </a:r>
                  <a:r>
                    <a:rPr lang="en-US" sz="1200" err="1">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elit</a:t>
                  </a:r>
                  <a:r>
                    <a:rPr lang="en-US" sz="1200">
                      <a:solidFill>
                        <a:schemeClr val="tx1">
                          <a:lumMod val="65000"/>
                          <a:lumOff val="35000"/>
                        </a:schemeClr>
                      </a:solidFill>
                      <a:latin typeface="Aptos" panose="020B0004020202020204" pitchFamily="34" charset="0"/>
                      <a:ea typeface="Lato Light" panose="020F0502020204030203" pitchFamily="34" charset="0"/>
                      <a:cs typeface="Lato Light" panose="020F0502020204030203" pitchFamily="34" charset="0"/>
                    </a:rPr>
                    <a:t>. </a:t>
                  </a:r>
                </a:p>
              </p:txBody>
            </p:sp>
            <p:sp>
              <p:nvSpPr>
                <p:cNvPr id="7" name="Freeform 255">
                  <a:extLst>
                    <a:ext uri="{FF2B5EF4-FFF2-40B4-BE49-F238E27FC236}">
                      <a16:creationId xmlns:a16="http://schemas.microsoft.com/office/drawing/2014/main" id="{02E5085A-C095-75CA-0634-A6D1769E08FD}"/>
                    </a:ext>
                  </a:extLst>
                </p:cNvPr>
                <p:cNvSpPr/>
                <p:nvPr/>
              </p:nvSpPr>
              <p:spPr>
                <a:xfrm>
                  <a:off x="5245147" y="3230474"/>
                  <a:ext cx="908520" cy="360999"/>
                </a:xfrm>
                <a:custGeom>
                  <a:avLst/>
                  <a:gdLst>
                    <a:gd name="connsiteX0" fmla="*/ 146850 w 204359"/>
                    <a:gd name="connsiteY0" fmla="*/ 53396 h 81201"/>
                    <a:gd name="connsiteX1" fmla="*/ 146850 w 204359"/>
                    <a:gd name="connsiteY1" fmla="*/ 75693 h 81201"/>
                    <a:gd name="connsiteX2" fmla="*/ 155645 w 204359"/>
                    <a:gd name="connsiteY2" fmla="*/ 80091 h 81201"/>
                    <a:gd name="connsiteX3" fmla="*/ 202173 w 204359"/>
                    <a:gd name="connsiteY3" fmla="*/ 45009 h 81201"/>
                    <a:gd name="connsiteX4" fmla="*/ 202173 w 204359"/>
                    <a:gd name="connsiteY4" fmla="*/ 36213 h 81201"/>
                    <a:gd name="connsiteX5" fmla="*/ 155645 w 204359"/>
                    <a:gd name="connsiteY5" fmla="*/ 1131 h 81201"/>
                    <a:gd name="connsiteX6" fmla="*/ 146850 w 204359"/>
                    <a:gd name="connsiteY6" fmla="*/ 5529 h 81201"/>
                    <a:gd name="connsiteX7" fmla="*/ 146850 w 204359"/>
                    <a:gd name="connsiteY7" fmla="*/ 27826 h 81201"/>
                    <a:gd name="connsiteX8" fmla="*/ 0 w 204359"/>
                    <a:gd name="connsiteY8" fmla="*/ 27928 h 81201"/>
                    <a:gd name="connsiteX9" fmla="*/ 0 w 204359"/>
                    <a:gd name="connsiteY9" fmla="*/ 53396 h 81201"/>
                    <a:gd name="connsiteX10" fmla="*/ 146850 w 204359"/>
                    <a:gd name="connsiteY10" fmla="*/ 53396 h 8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59" h="81201">
                      <a:moveTo>
                        <a:pt x="146850" y="53396"/>
                      </a:moveTo>
                      <a:lnTo>
                        <a:pt x="146850" y="75693"/>
                      </a:lnTo>
                      <a:cubicBezTo>
                        <a:pt x="146850" y="80244"/>
                        <a:pt x="152065" y="82803"/>
                        <a:pt x="155645" y="80091"/>
                      </a:cubicBezTo>
                      <a:lnTo>
                        <a:pt x="202173" y="45009"/>
                      </a:lnTo>
                      <a:cubicBezTo>
                        <a:pt x="205088" y="42812"/>
                        <a:pt x="205088" y="38414"/>
                        <a:pt x="202173" y="36213"/>
                      </a:cubicBezTo>
                      <a:lnTo>
                        <a:pt x="155645" y="1131"/>
                      </a:lnTo>
                      <a:cubicBezTo>
                        <a:pt x="152014" y="-1628"/>
                        <a:pt x="146850" y="978"/>
                        <a:pt x="146850" y="5529"/>
                      </a:cubicBezTo>
                      <a:lnTo>
                        <a:pt x="146850" y="27826"/>
                      </a:lnTo>
                      <a:lnTo>
                        <a:pt x="0" y="27928"/>
                      </a:lnTo>
                      <a:lnTo>
                        <a:pt x="0" y="53396"/>
                      </a:lnTo>
                      <a:lnTo>
                        <a:pt x="146850" y="53396"/>
                      </a:lnTo>
                      <a:close/>
                    </a:path>
                  </a:pathLst>
                </a:custGeom>
                <a:solidFill>
                  <a:schemeClr val="accent1"/>
                </a:solidFill>
                <a:ln w="3646" cap="flat">
                  <a:noFill/>
                  <a:prstDash val="solid"/>
                  <a:miter/>
                </a:ln>
              </p:spPr>
              <p:txBody>
                <a:bodyPr rtlCol="0" anchor="ctr"/>
                <a:lstStyle/>
                <a:p>
                  <a:endParaRPr lang="en-GR"/>
                </a:p>
              </p:txBody>
            </p:sp>
          </p:grpSp>
          <p:grpSp>
            <p:nvGrpSpPr>
              <p:cNvPr id="16" name="Group 15">
                <a:extLst>
                  <a:ext uri="{FF2B5EF4-FFF2-40B4-BE49-F238E27FC236}">
                    <a16:creationId xmlns:a16="http://schemas.microsoft.com/office/drawing/2014/main" id="{E866CC56-9FB1-6AAB-B6B2-6C02DA1B253F}"/>
                  </a:ext>
                </a:extLst>
              </p:cNvPr>
              <p:cNvGrpSpPr/>
              <p:nvPr/>
            </p:nvGrpSpPr>
            <p:grpSpPr>
              <a:xfrm>
                <a:off x="5245147" y="3949484"/>
                <a:ext cx="4447639" cy="646331"/>
                <a:chOff x="5245147" y="3974297"/>
                <a:chExt cx="4447639" cy="646331"/>
              </a:xfrm>
            </p:grpSpPr>
            <p:sp>
              <p:nvSpPr>
                <p:cNvPr id="14" name="CuadroTexto 395">
                  <a:extLst>
                    <a:ext uri="{FF2B5EF4-FFF2-40B4-BE49-F238E27FC236}">
                      <a16:creationId xmlns:a16="http://schemas.microsoft.com/office/drawing/2014/main" id="{3119BC31-7D2E-2649-6CD0-5578A9EC6497}"/>
                    </a:ext>
                  </a:extLst>
                </p:cNvPr>
                <p:cNvSpPr txBox="1"/>
                <p:nvPr/>
              </p:nvSpPr>
              <p:spPr>
                <a:xfrm flipH="1">
                  <a:off x="6491834" y="4128185"/>
                  <a:ext cx="1170500" cy="338554"/>
                </a:xfrm>
                <a:prstGeom prst="rect">
                  <a:avLst/>
                </a:prstGeom>
                <a:noFill/>
              </p:spPr>
              <p:txBody>
                <a:bodyPr wrap="square" rtlCol="0">
                  <a:spAutoFit/>
                </a:bodyPr>
                <a:lstStyle/>
                <a:p>
                  <a:pPr defTabSz="685663"/>
                  <a:r>
                    <a:rPr lang="en-US" sz="1600" b="1">
                      <a:solidFill>
                        <a:schemeClr val="accent1"/>
                      </a:solidFill>
                      <a:latin typeface="Aptos" panose="020B0004020202020204" pitchFamily="34" charset="0"/>
                      <a:ea typeface="Roboto Medium" panose="02000000000000000000" pitchFamily="2" charset="0"/>
                      <a:cs typeface="Poppins SemiBold" pitchFamily="2" charset="77"/>
                    </a:rPr>
                    <a:t>Planning</a:t>
                  </a:r>
                </a:p>
              </p:txBody>
            </p:sp>
            <p:sp>
              <p:nvSpPr>
                <p:cNvPr id="20" name="Rectangle 56">
                  <a:extLst>
                    <a:ext uri="{FF2B5EF4-FFF2-40B4-BE49-F238E27FC236}">
                      <a16:creationId xmlns:a16="http://schemas.microsoft.com/office/drawing/2014/main" id="{5CDFDFF5-AC7B-08AE-2B52-34268C3DF997}"/>
                    </a:ext>
                  </a:extLst>
                </p:cNvPr>
                <p:cNvSpPr/>
                <p:nvPr/>
              </p:nvSpPr>
              <p:spPr>
                <a:xfrm flipH="1">
                  <a:off x="7662335" y="3974297"/>
                  <a:ext cx="2030451" cy="646331"/>
                </a:xfrm>
                <a:prstGeom prst="rect">
                  <a:avLst/>
                </a:prstGeom>
              </p:spPr>
              <p:txBody>
                <a:bodyPr wrap="square">
                  <a:spAutoFit/>
                </a:bodyPr>
                <a:lstStyle/>
                <a:p>
                  <a:pPr defTabSz="685663">
                    <a:spcAft>
                      <a:spcPts val="1200"/>
                    </a:spcAft>
                    <a:buClr>
                      <a:srgbClr val="047A85"/>
                    </a:buClr>
                    <a:tabLst>
                      <a:tab pos="352425" algn="l"/>
                    </a:tabLst>
                    <a:defRPr/>
                  </a:pPr>
                  <a:r>
                    <a:rPr lang="en-GB" sz="1200">
                      <a:solidFill>
                        <a:schemeClr val="tx1">
                          <a:lumMod val="65000"/>
                          <a:lumOff val="35000"/>
                        </a:schemeClr>
                      </a:solidFill>
                      <a:latin typeface="Aptos" panose="020B0004020202020204" pitchFamily="34" charset="0"/>
                      <a:cs typeface="Lato Light" panose="020F0502020204030203" pitchFamily="34" charset="0"/>
                    </a:rPr>
                    <a:t>Ad minim </a:t>
                  </a:r>
                  <a:r>
                    <a:rPr lang="en-GB" sz="1200" err="1">
                      <a:solidFill>
                        <a:schemeClr val="tx1">
                          <a:lumMod val="65000"/>
                          <a:lumOff val="35000"/>
                        </a:schemeClr>
                      </a:solidFill>
                      <a:latin typeface="Aptos" panose="020B0004020202020204" pitchFamily="34" charset="0"/>
                      <a:cs typeface="Lato Light" panose="020F0502020204030203" pitchFamily="34" charset="0"/>
                    </a:rPr>
                    <a:t>veniamanto</a:t>
                  </a:r>
                  <a:r>
                    <a:rPr lang="en-GB" sz="1200">
                      <a:solidFill>
                        <a:schemeClr val="tx1">
                          <a:lumMod val="65000"/>
                          <a:lumOff val="35000"/>
                        </a:schemeClr>
                      </a:solidFill>
                      <a:latin typeface="Aptos" panose="020B0004020202020204" pitchFamily="34" charset="0"/>
                      <a:cs typeface="Lato Light" panose="020F0502020204030203" pitchFamily="34" charset="0"/>
                    </a:rPr>
                    <a:t> </a:t>
                  </a:r>
                  <a:r>
                    <a:rPr lang="en-GB" sz="1200" err="1">
                      <a:solidFill>
                        <a:schemeClr val="tx1">
                          <a:lumMod val="65000"/>
                          <a:lumOff val="35000"/>
                        </a:schemeClr>
                      </a:solidFill>
                      <a:latin typeface="Aptos" panose="020B0004020202020204" pitchFamily="34" charset="0"/>
                      <a:cs typeface="Lato Light" panose="020F0502020204030203" pitchFamily="34" charset="0"/>
                    </a:rPr>
                    <a:t>quisanato</a:t>
                  </a:r>
                  <a:r>
                    <a:rPr lang="en-GB" sz="1200">
                      <a:solidFill>
                        <a:schemeClr val="tx1">
                          <a:lumMod val="65000"/>
                          <a:lumOff val="35000"/>
                        </a:schemeClr>
                      </a:solidFill>
                      <a:latin typeface="Aptos" panose="020B0004020202020204" pitchFamily="34" charset="0"/>
                      <a:cs typeface="Lato Light" panose="020F0502020204030203" pitchFamily="34" charset="0"/>
                    </a:rPr>
                    <a:t> </a:t>
                  </a:r>
                  <a:r>
                    <a:rPr lang="en-GB" sz="1200" err="1">
                      <a:solidFill>
                        <a:schemeClr val="tx1">
                          <a:lumMod val="65000"/>
                          <a:lumOff val="35000"/>
                        </a:schemeClr>
                      </a:solidFill>
                      <a:latin typeface="Aptos" panose="020B0004020202020204" pitchFamily="34" charset="0"/>
                      <a:cs typeface="Lato Light" panose="020F0502020204030203" pitchFamily="34" charset="0"/>
                    </a:rPr>
                    <a:t>nostrud</a:t>
                  </a:r>
                  <a:r>
                    <a:rPr lang="en-GB" sz="1200">
                      <a:solidFill>
                        <a:schemeClr val="tx1">
                          <a:lumMod val="65000"/>
                          <a:lumOff val="35000"/>
                        </a:schemeClr>
                      </a:solidFill>
                      <a:latin typeface="Aptos" panose="020B0004020202020204" pitchFamily="34" charset="0"/>
                      <a:cs typeface="Lato Light" panose="020F0502020204030203" pitchFamily="34" charset="0"/>
                    </a:rPr>
                    <a:t> exercitation parat.</a:t>
                  </a:r>
                </a:p>
              </p:txBody>
            </p:sp>
            <p:sp>
              <p:nvSpPr>
                <p:cNvPr id="22" name="Freeform 255">
                  <a:extLst>
                    <a:ext uri="{FF2B5EF4-FFF2-40B4-BE49-F238E27FC236}">
                      <a16:creationId xmlns:a16="http://schemas.microsoft.com/office/drawing/2014/main" id="{FB694B85-BABC-3EA8-139B-C68FDE380AEA}"/>
                    </a:ext>
                  </a:extLst>
                </p:cNvPr>
                <p:cNvSpPr/>
                <p:nvPr/>
              </p:nvSpPr>
              <p:spPr>
                <a:xfrm>
                  <a:off x="5245147" y="4116963"/>
                  <a:ext cx="908520" cy="360999"/>
                </a:xfrm>
                <a:custGeom>
                  <a:avLst/>
                  <a:gdLst>
                    <a:gd name="connsiteX0" fmla="*/ 146850 w 204359"/>
                    <a:gd name="connsiteY0" fmla="*/ 53396 h 81201"/>
                    <a:gd name="connsiteX1" fmla="*/ 146850 w 204359"/>
                    <a:gd name="connsiteY1" fmla="*/ 75693 h 81201"/>
                    <a:gd name="connsiteX2" fmla="*/ 155645 w 204359"/>
                    <a:gd name="connsiteY2" fmla="*/ 80091 h 81201"/>
                    <a:gd name="connsiteX3" fmla="*/ 202173 w 204359"/>
                    <a:gd name="connsiteY3" fmla="*/ 45009 h 81201"/>
                    <a:gd name="connsiteX4" fmla="*/ 202173 w 204359"/>
                    <a:gd name="connsiteY4" fmla="*/ 36213 h 81201"/>
                    <a:gd name="connsiteX5" fmla="*/ 155645 w 204359"/>
                    <a:gd name="connsiteY5" fmla="*/ 1131 h 81201"/>
                    <a:gd name="connsiteX6" fmla="*/ 146850 w 204359"/>
                    <a:gd name="connsiteY6" fmla="*/ 5529 h 81201"/>
                    <a:gd name="connsiteX7" fmla="*/ 146850 w 204359"/>
                    <a:gd name="connsiteY7" fmla="*/ 27826 h 81201"/>
                    <a:gd name="connsiteX8" fmla="*/ 0 w 204359"/>
                    <a:gd name="connsiteY8" fmla="*/ 27928 h 81201"/>
                    <a:gd name="connsiteX9" fmla="*/ 0 w 204359"/>
                    <a:gd name="connsiteY9" fmla="*/ 53396 h 81201"/>
                    <a:gd name="connsiteX10" fmla="*/ 146850 w 204359"/>
                    <a:gd name="connsiteY10" fmla="*/ 53396 h 8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59" h="81201">
                      <a:moveTo>
                        <a:pt x="146850" y="53396"/>
                      </a:moveTo>
                      <a:lnTo>
                        <a:pt x="146850" y="75693"/>
                      </a:lnTo>
                      <a:cubicBezTo>
                        <a:pt x="146850" y="80244"/>
                        <a:pt x="152065" y="82803"/>
                        <a:pt x="155645" y="80091"/>
                      </a:cubicBezTo>
                      <a:lnTo>
                        <a:pt x="202173" y="45009"/>
                      </a:lnTo>
                      <a:cubicBezTo>
                        <a:pt x="205088" y="42812"/>
                        <a:pt x="205088" y="38414"/>
                        <a:pt x="202173" y="36213"/>
                      </a:cubicBezTo>
                      <a:lnTo>
                        <a:pt x="155645" y="1131"/>
                      </a:lnTo>
                      <a:cubicBezTo>
                        <a:pt x="152014" y="-1628"/>
                        <a:pt x="146850" y="978"/>
                        <a:pt x="146850" y="5529"/>
                      </a:cubicBezTo>
                      <a:lnTo>
                        <a:pt x="146850" y="27826"/>
                      </a:lnTo>
                      <a:lnTo>
                        <a:pt x="0" y="27928"/>
                      </a:lnTo>
                      <a:lnTo>
                        <a:pt x="0" y="53396"/>
                      </a:lnTo>
                      <a:lnTo>
                        <a:pt x="146850" y="53396"/>
                      </a:lnTo>
                      <a:close/>
                    </a:path>
                  </a:pathLst>
                </a:custGeom>
                <a:solidFill>
                  <a:srgbClr val="007B85"/>
                </a:solidFill>
                <a:ln w="3646" cap="flat">
                  <a:noFill/>
                  <a:prstDash val="solid"/>
                  <a:miter/>
                </a:ln>
              </p:spPr>
              <p:txBody>
                <a:bodyPr rtlCol="0" anchor="ctr"/>
                <a:lstStyle/>
                <a:p>
                  <a:endParaRPr lang="en-GR"/>
                </a:p>
              </p:txBody>
            </p:sp>
          </p:grpSp>
          <p:grpSp>
            <p:nvGrpSpPr>
              <p:cNvPr id="25" name="Group 24">
                <a:extLst>
                  <a:ext uri="{FF2B5EF4-FFF2-40B4-BE49-F238E27FC236}">
                    <a16:creationId xmlns:a16="http://schemas.microsoft.com/office/drawing/2014/main" id="{1779FC5E-EA8B-8996-40DD-5550B164D9F3}"/>
                  </a:ext>
                </a:extLst>
              </p:cNvPr>
              <p:cNvGrpSpPr/>
              <p:nvPr/>
            </p:nvGrpSpPr>
            <p:grpSpPr>
              <a:xfrm>
                <a:off x="5245147" y="4811161"/>
                <a:ext cx="4447639" cy="646331"/>
                <a:chOff x="5245147" y="4811161"/>
                <a:chExt cx="4447639" cy="646331"/>
              </a:xfrm>
            </p:grpSpPr>
            <p:sp>
              <p:nvSpPr>
                <p:cNvPr id="15" name="CuadroTexto 395">
                  <a:extLst>
                    <a:ext uri="{FF2B5EF4-FFF2-40B4-BE49-F238E27FC236}">
                      <a16:creationId xmlns:a16="http://schemas.microsoft.com/office/drawing/2014/main" id="{F79FC01E-6C66-85A5-5853-30AFA38F8B3A}"/>
                    </a:ext>
                  </a:extLst>
                </p:cNvPr>
                <p:cNvSpPr txBox="1"/>
                <p:nvPr/>
              </p:nvSpPr>
              <p:spPr>
                <a:xfrm flipH="1">
                  <a:off x="6491834" y="4965049"/>
                  <a:ext cx="1304378" cy="338554"/>
                </a:xfrm>
                <a:prstGeom prst="rect">
                  <a:avLst/>
                </a:prstGeom>
                <a:noFill/>
              </p:spPr>
              <p:txBody>
                <a:bodyPr wrap="square" rtlCol="0">
                  <a:spAutoFit/>
                </a:bodyPr>
                <a:lstStyle/>
                <a:p>
                  <a:pPr defTabSz="685663"/>
                  <a:r>
                    <a:rPr lang="en-US" sz="1600" b="1">
                      <a:solidFill>
                        <a:schemeClr val="accent1"/>
                      </a:solidFill>
                      <a:latin typeface="Aptos" panose="020B0004020202020204" pitchFamily="34" charset="0"/>
                      <a:ea typeface="Roboto Medium" panose="02000000000000000000" pitchFamily="2" charset="0"/>
                      <a:cs typeface="Poppins SemiBold" pitchFamily="2" charset="77"/>
                    </a:rPr>
                    <a:t>Execution</a:t>
                  </a:r>
                </a:p>
              </p:txBody>
            </p:sp>
            <p:sp>
              <p:nvSpPr>
                <p:cNvPr id="21" name="Rectangle 56">
                  <a:extLst>
                    <a:ext uri="{FF2B5EF4-FFF2-40B4-BE49-F238E27FC236}">
                      <a16:creationId xmlns:a16="http://schemas.microsoft.com/office/drawing/2014/main" id="{2C08FDED-FB95-22EB-92C3-B9828572C75B}"/>
                    </a:ext>
                  </a:extLst>
                </p:cNvPr>
                <p:cNvSpPr/>
                <p:nvPr/>
              </p:nvSpPr>
              <p:spPr>
                <a:xfrm flipH="1">
                  <a:off x="7662335" y="4811161"/>
                  <a:ext cx="2030451" cy="646331"/>
                </a:xfrm>
                <a:prstGeom prst="rect">
                  <a:avLst/>
                </a:prstGeom>
              </p:spPr>
              <p:txBody>
                <a:bodyPr wrap="square">
                  <a:spAutoFit/>
                </a:bodyPr>
                <a:lstStyle/>
                <a:p>
                  <a:pPr defTabSz="685663">
                    <a:spcAft>
                      <a:spcPts val="1200"/>
                    </a:spcAft>
                    <a:buClr>
                      <a:srgbClr val="047A85"/>
                    </a:buClr>
                    <a:tabLst>
                      <a:tab pos="352425" algn="l"/>
                    </a:tabLst>
                    <a:defRPr/>
                  </a:pPr>
                  <a:r>
                    <a:rPr lang="en-GB" sz="1200">
                      <a:solidFill>
                        <a:schemeClr val="tx1">
                          <a:lumMod val="65000"/>
                          <a:lumOff val="35000"/>
                        </a:schemeClr>
                      </a:solidFill>
                      <a:latin typeface="Aptos" panose="020B0004020202020204" pitchFamily="34" charset="0"/>
                      <a:cs typeface="Lato Light" panose="020F0502020204030203" pitchFamily="34" charset="0"/>
                    </a:rPr>
                    <a:t>Ut </a:t>
                  </a:r>
                  <a:r>
                    <a:rPr lang="en-GB" sz="1200" err="1">
                      <a:solidFill>
                        <a:schemeClr val="tx1">
                          <a:lumMod val="65000"/>
                          <a:lumOff val="35000"/>
                        </a:schemeClr>
                      </a:solidFill>
                      <a:latin typeface="Aptos" panose="020B0004020202020204" pitchFamily="34" charset="0"/>
                      <a:cs typeface="Lato Light" panose="020F0502020204030203" pitchFamily="34" charset="0"/>
                    </a:rPr>
                    <a:t>enim</a:t>
                  </a:r>
                  <a:r>
                    <a:rPr lang="en-GB" sz="1200">
                      <a:solidFill>
                        <a:schemeClr val="tx1">
                          <a:lumMod val="65000"/>
                          <a:lumOff val="35000"/>
                        </a:schemeClr>
                      </a:solidFill>
                      <a:latin typeface="Aptos" panose="020B0004020202020204" pitchFamily="34" charset="0"/>
                      <a:cs typeface="Lato Light" panose="020F0502020204030203" pitchFamily="34" charset="0"/>
                    </a:rPr>
                    <a:t> at </a:t>
                  </a:r>
                  <a:r>
                    <a:rPr lang="en-GB" sz="1200" err="1">
                      <a:solidFill>
                        <a:schemeClr val="tx1">
                          <a:lumMod val="65000"/>
                          <a:lumOff val="35000"/>
                        </a:schemeClr>
                      </a:solidFill>
                      <a:latin typeface="Aptos" panose="020B0004020202020204" pitchFamily="34" charset="0"/>
                      <a:cs typeface="Lato Light" panose="020F0502020204030203" pitchFamily="34" charset="0"/>
                    </a:rPr>
                    <a:t>minierogen</a:t>
                  </a:r>
                  <a:r>
                    <a:rPr lang="en-GB" sz="1200">
                      <a:solidFill>
                        <a:schemeClr val="tx1">
                          <a:lumMod val="65000"/>
                          <a:lumOff val="35000"/>
                        </a:schemeClr>
                      </a:solidFill>
                      <a:latin typeface="Aptos" panose="020B0004020202020204" pitchFamily="34" charset="0"/>
                      <a:cs typeface="Lato Light" panose="020F0502020204030203" pitchFamily="34" charset="0"/>
                    </a:rPr>
                    <a:t> </a:t>
                  </a:r>
                  <a:r>
                    <a:rPr lang="en-GB" sz="1200" err="1">
                      <a:solidFill>
                        <a:schemeClr val="tx1">
                          <a:lumMod val="65000"/>
                          <a:lumOff val="35000"/>
                        </a:schemeClr>
                      </a:solidFill>
                      <a:latin typeface="Aptos" panose="020B0004020202020204" pitchFamily="34" charset="0"/>
                      <a:cs typeface="Lato Light" panose="020F0502020204030203" pitchFamily="34" charset="0"/>
                    </a:rPr>
                    <a:t>veniam</a:t>
                  </a:r>
                  <a:r>
                    <a:rPr lang="el-GR" sz="1200">
                      <a:solidFill>
                        <a:schemeClr val="tx1">
                          <a:lumMod val="65000"/>
                          <a:lumOff val="35000"/>
                        </a:schemeClr>
                      </a:solidFill>
                      <a:latin typeface="Aptos" panose="020B0004020202020204" pitchFamily="34" charset="0"/>
                      <a:cs typeface="Lato Light" panose="020F0502020204030203" pitchFamily="34" charset="0"/>
                    </a:rPr>
                    <a:t> </a:t>
                  </a:r>
                  <a:r>
                    <a:rPr lang="en-US" sz="1200">
                      <a:solidFill>
                        <a:schemeClr val="tx1">
                          <a:lumMod val="65000"/>
                          <a:lumOff val="35000"/>
                        </a:schemeClr>
                      </a:solidFill>
                      <a:latin typeface="Aptos" panose="020B0004020202020204" pitchFamily="34" charset="0"/>
                      <a:cs typeface="Lato Light" panose="020F0502020204030203" pitchFamily="34" charset="0"/>
                    </a:rPr>
                    <a:t>et</a:t>
                  </a:r>
                  <a:r>
                    <a:rPr lang="en-GB" sz="1200">
                      <a:solidFill>
                        <a:schemeClr val="tx1">
                          <a:lumMod val="65000"/>
                          <a:lumOff val="35000"/>
                        </a:schemeClr>
                      </a:solidFill>
                      <a:latin typeface="Aptos" panose="020B0004020202020204" pitchFamily="34" charset="0"/>
                      <a:cs typeface="Lato Light" panose="020F0502020204030203" pitchFamily="34" charset="0"/>
                    </a:rPr>
                    <a:t> </a:t>
                  </a:r>
                  <a:r>
                    <a:rPr lang="en-GB" sz="1200" err="1">
                      <a:solidFill>
                        <a:schemeClr val="tx1">
                          <a:lumMod val="65000"/>
                          <a:lumOff val="35000"/>
                        </a:schemeClr>
                      </a:solidFill>
                      <a:latin typeface="Aptos" panose="020B0004020202020204" pitchFamily="34" charset="0"/>
                      <a:cs typeface="Lato Light" panose="020F0502020204030203" pitchFamily="34" charset="0"/>
                    </a:rPr>
                    <a:t>quis</a:t>
                  </a:r>
                  <a:r>
                    <a:rPr lang="en-GB" sz="1200">
                      <a:solidFill>
                        <a:schemeClr val="tx1">
                          <a:lumMod val="65000"/>
                          <a:lumOff val="35000"/>
                        </a:schemeClr>
                      </a:solidFill>
                      <a:latin typeface="Aptos" panose="020B0004020202020204" pitchFamily="34" charset="0"/>
                      <a:cs typeface="Lato Light" panose="020F0502020204030203" pitchFamily="34" charset="0"/>
                    </a:rPr>
                    <a:t> </a:t>
                  </a:r>
                  <a:r>
                    <a:rPr lang="en-GB" sz="1200" err="1">
                      <a:solidFill>
                        <a:schemeClr val="tx1">
                          <a:lumMod val="65000"/>
                          <a:lumOff val="35000"/>
                        </a:schemeClr>
                      </a:solidFill>
                      <a:latin typeface="Aptos" panose="020B0004020202020204" pitchFamily="34" charset="0"/>
                      <a:cs typeface="Lato Light" panose="020F0502020204030203" pitchFamily="34" charset="0"/>
                    </a:rPr>
                    <a:t>nostrud</a:t>
                  </a:r>
                  <a:r>
                    <a:rPr lang="en-GB" sz="1200">
                      <a:solidFill>
                        <a:schemeClr val="tx1">
                          <a:lumMod val="65000"/>
                          <a:lumOff val="35000"/>
                        </a:schemeClr>
                      </a:solidFill>
                      <a:latin typeface="Aptos" panose="020B0004020202020204" pitchFamily="34" charset="0"/>
                      <a:cs typeface="Lato Light" panose="020F0502020204030203" pitchFamily="34" charset="0"/>
                    </a:rPr>
                    <a:t> exercitation </a:t>
                  </a:r>
                  <a:r>
                    <a:rPr lang="en-GB" sz="1200" err="1">
                      <a:solidFill>
                        <a:schemeClr val="tx1">
                          <a:lumMod val="65000"/>
                          <a:lumOff val="35000"/>
                        </a:schemeClr>
                      </a:solidFill>
                      <a:latin typeface="Aptos" panose="020B0004020202020204" pitchFamily="34" charset="0"/>
                      <a:cs typeface="Lato Light" panose="020F0502020204030203" pitchFamily="34" charset="0"/>
                    </a:rPr>
                    <a:t>cel</a:t>
                  </a:r>
                  <a:r>
                    <a:rPr lang="en-GB" sz="1200">
                      <a:solidFill>
                        <a:schemeClr val="tx1">
                          <a:lumMod val="65000"/>
                          <a:lumOff val="35000"/>
                        </a:schemeClr>
                      </a:solidFill>
                      <a:latin typeface="Aptos" panose="020B0004020202020204" pitchFamily="34" charset="0"/>
                      <a:cs typeface="Lato Light" panose="020F0502020204030203" pitchFamily="34" charset="0"/>
                    </a:rPr>
                    <a:t> </a:t>
                  </a:r>
                  <a:r>
                    <a:rPr lang="en-GB" sz="1200" err="1">
                      <a:solidFill>
                        <a:schemeClr val="tx1">
                          <a:lumMod val="65000"/>
                          <a:lumOff val="35000"/>
                        </a:schemeClr>
                      </a:solidFill>
                      <a:latin typeface="Aptos" panose="020B0004020202020204" pitchFamily="34" charset="0"/>
                      <a:cs typeface="Lato Light" panose="020F0502020204030203" pitchFamily="34" charset="0"/>
                    </a:rPr>
                    <a:t>veni</a:t>
                  </a:r>
                  <a:r>
                    <a:rPr lang="en-GB" sz="1200">
                      <a:solidFill>
                        <a:schemeClr val="tx1">
                          <a:lumMod val="65000"/>
                          <a:lumOff val="35000"/>
                        </a:schemeClr>
                      </a:solidFill>
                      <a:latin typeface="Aptos" panose="020B0004020202020204" pitchFamily="34" charset="0"/>
                      <a:cs typeface="Lato Light" panose="020F0502020204030203" pitchFamily="34" charset="0"/>
                    </a:rPr>
                    <a:t>.</a:t>
                  </a:r>
                  <a:endParaRPr lang="en-US" sz="1200">
                    <a:solidFill>
                      <a:schemeClr val="tx1">
                        <a:lumMod val="65000"/>
                        <a:lumOff val="35000"/>
                      </a:schemeClr>
                    </a:solidFill>
                    <a:latin typeface="Aptos" panose="020B0004020202020204" pitchFamily="34" charset="0"/>
                    <a:cs typeface="Lato Light" panose="020F0502020204030203" pitchFamily="34" charset="0"/>
                  </a:endParaRPr>
                </a:p>
              </p:txBody>
            </p:sp>
            <p:sp>
              <p:nvSpPr>
                <p:cNvPr id="23" name="Freeform 255">
                  <a:extLst>
                    <a:ext uri="{FF2B5EF4-FFF2-40B4-BE49-F238E27FC236}">
                      <a16:creationId xmlns:a16="http://schemas.microsoft.com/office/drawing/2014/main" id="{E8BF4285-6E0C-9B35-ADB9-0F7BC73FA959}"/>
                    </a:ext>
                  </a:extLst>
                </p:cNvPr>
                <p:cNvSpPr/>
                <p:nvPr/>
              </p:nvSpPr>
              <p:spPr>
                <a:xfrm>
                  <a:off x="5245147" y="4953827"/>
                  <a:ext cx="908520" cy="360999"/>
                </a:xfrm>
                <a:custGeom>
                  <a:avLst/>
                  <a:gdLst>
                    <a:gd name="connsiteX0" fmla="*/ 146850 w 204359"/>
                    <a:gd name="connsiteY0" fmla="*/ 53396 h 81201"/>
                    <a:gd name="connsiteX1" fmla="*/ 146850 w 204359"/>
                    <a:gd name="connsiteY1" fmla="*/ 75693 h 81201"/>
                    <a:gd name="connsiteX2" fmla="*/ 155645 w 204359"/>
                    <a:gd name="connsiteY2" fmla="*/ 80091 h 81201"/>
                    <a:gd name="connsiteX3" fmla="*/ 202173 w 204359"/>
                    <a:gd name="connsiteY3" fmla="*/ 45009 h 81201"/>
                    <a:gd name="connsiteX4" fmla="*/ 202173 w 204359"/>
                    <a:gd name="connsiteY4" fmla="*/ 36213 h 81201"/>
                    <a:gd name="connsiteX5" fmla="*/ 155645 w 204359"/>
                    <a:gd name="connsiteY5" fmla="*/ 1131 h 81201"/>
                    <a:gd name="connsiteX6" fmla="*/ 146850 w 204359"/>
                    <a:gd name="connsiteY6" fmla="*/ 5529 h 81201"/>
                    <a:gd name="connsiteX7" fmla="*/ 146850 w 204359"/>
                    <a:gd name="connsiteY7" fmla="*/ 27826 h 81201"/>
                    <a:gd name="connsiteX8" fmla="*/ 0 w 204359"/>
                    <a:gd name="connsiteY8" fmla="*/ 27928 h 81201"/>
                    <a:gd name="connsiteX9" fmla="*/ 0 w 204359"/>
                    <a:gd name="connsiteY9" fmla="*/ 53396 h 81201"/>
                    <a:gd name="connsiteX10" fmla="*/ 146850 w 204359"/>
                    <a:gd name="connsiteY10" fmla="*/ 53396 h 8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4359" h="81201">
                      <a:moveTo>
                        <a:pt x="146850" y="53396"/>
                      </a:moveTo>
                      <a:lnTo>
                        <a:pt x="146850" y="75693"/>
                      </a:lnTo>
                      <a:cubicBezTo>
                        <a:pt x="146850" y="80244"/>
                        <a:pt x="152065" y="82803"/>
                        <a:pt x="155645" y="80091"/>
                      </a:cubicBezTo>
                      <a:lnTo>
                        <a:pt x="202173" y="45009"/>
                      </a:lnTo>
                      <a:cubicBezTo>
                        <a:pt x="205088" y="42812"/>
                        <a:pt x="205088" y="38414"/>
                        <a:pt x="202173" y="36213"/>
                      </a:cubicBezTo>
                      <a:lnTo>
                        <a:pt x="155645" y="1131"/>
                      </a:lnTo>
                      <a:cubicBezTo>
                        <a:pt x="152014" y="-1628"/>
                        <a:pt x="146850" y="978"/>
                        <a:pt x="146850" y="5529"/>
                      </a:cubicBezTo>
                      <a:lnTo>
                        <a:pt x="146850" y="27826"/>
                      </a:lnTo>
                      <a:lnTo>
                        <a:pt x="0" y="27928"/>
                      </a:lnTo>
                      <a:lnTo>
                        <a:pt x="0" y="53396"/>
                      </a:lnTo>
                      <a:lnTo>
                        <a:pt x="146850" y="53396"/>
                      </a:lnTo>
                      <a:close/>
                    </a:path>
                  </a:pathLst>
                </a:custGeom>
                <a:solidFill>
                  <a:schemeClr val="accent3"/>
                </a:solidFill>
                <a:ln w="3646" cap="flat">
                  <a:noFill/>
                  <a:prstDash val="solid"/>
                  <a:miter/>
                </a:ln>
              </p:spPr>
              <p:txBody>
                <a:bodyPr rtlCol="0" anchor="ctr"/>
                <a:lstStyle/>
                <a:p>
                  <a:endParaRPr lang="en-GR"/>
                </a:p>
              </p:txBody>
            </p:sp>
          </p:grpSp>
        </p:grpSp>
      </p:grpSp>
      <p:sp>
        <p:nvSpPr>
          <p:cNvPr id="3" name="Text Placeholder 2">
            <a:extLst>
              <a:ext uri="{FF2B5EF4-FFF2-40B4-BE49-F238E27FC236}">
                <a16:creationId xmlns:a16="http://schemas.microsoft.com/office/drawing/2014/main" id="{B65D0500-1D7E-75B4-4787-2D9D20731420}"/>
              </a:ext>
            </a:extLst>
          </p:cNvPr>
          <p:cNvSpPr>
            <a:spLocks noGrp="1"/>
          </p:cNvSpPr>
          <p:nvPr>
            <p:ph type="body" sz="quarter" idx="25"/>
          </p:nvPr>
        </p:nvSpPr>
        <p:spPr>
          <a:xfrm>
            <a:off x="332318" y="741496"/>
            <a:ext cx="11531549" cy="334515"/>
          </a:xfrm>
        </p:spPr>
        <p:txBody>
          <a:bodyPr/>
          <a:lstStyle/>
          <a:p>
            <a:r>
              <a:rPr lang="en-GR"/>
              <a:t>Infographic</a:t>
            </a:r>
          </a:p>
        </p:txBody>
      </p:sp>
    </p:spTree>
    <p:extLst>
      <p:ext uri="{BB962C8B-B14F-4D97-AF65-F5344CB8AC3E}">
        <p14:creationId xmlns:p14="http://schemas.microsoft.com/office/powerpoint/2010/main" val="1392107746"/>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 Placeholder 45">
            <a:extLst>
              <a:ext uri="{FF2B5EF4-FFF2-40B4-BE49-F238E27FC236}">
                <a16:creationId xmlns:a16="http://schemas.microsoft.com/office/drawing/2014/main" id="{6727F5A2-919F-D2EE-BDE2-822C8018EA84}"/>
              </a:ext>
            </a:extLst>
          </p:cNvPr>
          <p:cNvSpPr>
            <a:spLocks noGrp="1"/>
          </p:cNvSpPr>
          <p:nvPr>
            <p:ph type="body" sz="quarter" idx="14"/>
          </p:nvPr>
        </p:nvSpPr>
        <p:spPr>
          <a:xfrm>
            <a:off x="331201" y="1268822"/>
            <a:ext cx="7939040" cy="364908"/>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4" name="Slide Number Placeholder 3">
            <a:extLst>
              <a:ext uri="{FF2B5EF4-FFF2-40B4-BE49-F238E27FC236}">
                <a16:creationId xmlns:a16="http://schemas.microsoft.com/office/drawing/2014/main" id="{496B14F8-9CCB-4E7D-44E0-0F0B801009D1}"/>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174</a:t>
            </a:fld>
            <a:endParaRPr lang="en-GR"/>
          </a:p>
        </p:txBody>
      </p:sp>
      <p:sp>
        <p:nvSpPr>
          <p:cNvPr id="8" name="Rectangle 7">
            <a:extLst>
              <a:ext uri="{FF2B5EF4-FFF2-40B4-BE49-F238E27FC236}">
                <a16:creationId xmlns:a16="http://schemas.microsoft.com/office/drawing/2014/main" id="{E0082209-679A-56B9-C39E-41B77AF49CE4}"/>
              </a:ext>
            </a:extLst>
          </p:cNvPr>
          <p:cNvSpPr/>
          <p:nvPr/>
        </p:nvSpPr>
        <p:spPr>
          <a:xfrm>
            <a:off x="6311450" y="2307552"/>
            <a:ext cx="5544000" cy="1777101"/>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R">
              <a:solidFill>
                <a:prstClr val="white"/>
              </a:solidFill>
              <a:latin typeface="Calibri" panose="020F0502020204030204"/>
            </a:endParaRPr>
          </a:p>
        </p:txBody>
      </p:sp>
      <p:sp>
        <p:nvSpPr>
          <p:cNvPr id="9" name="Rectangle 8">
            <a:extLst>
              <a:ext uri="{FF2B5EF4-FFF2-40B4-BE49-F238E27FC236}">
                <a16:creationId xmlns:a16="http://schemas.microsoft.com/office/drawing/2014/main" id="{05FF88E4-360D-D63B-050B-57C060BCC0C9}"/>
              </a:ext>
            </a:extLst>
          </p:cNvPr>
          <p:cNvSpPr/>
          <p:nvPr/>
        </p:nvSpPr>
        <p:spPr>
          <a:xfrm>
            <a:off x="346712" y="2307550"/>
            <a:ext cx="5544000" cy="1777101"/>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R">
              <a:solidFill>
                <a:prstClr val="white"/>
              </a:solidFill>
              <a:latin typeface="Calibri" panose="020F0502020204030204"/>
            </a:endParaRPr>
          </a:p>
        </p:txBody>
      </p:sp>
      <p:sp>
        <p:nvSpPr>
          <p:cNvPr id="10" name="Rectangle 9">
            <a:extLst>
              <a:ext uri="{FF2B5EF4-FFF2-40B4-BE49-F238E27FC236}">
                <a16:creationId xmlns:a16="http://schemas.microsoft.com/office/drawing/2014/main" id="{8FC7BBB1-6C08-1C7E-D326-57EDEBB62384}"/>
              </a:ext>
            </a:extLst>
          </p:cNvPr>
          <p:cNvSpPr/>
          <p:nvPr/>
        </p:nvSpPr>
        <p:spPr>
          <a:xfrm>
            <a:off x="360000" y="4491474"/>
            <a:ext cx="5544000" cy="1826526"/>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R">
              <a:solidFill>
                <a:prstClr val="white"/>
              </a:solidFill>
              <a:latin typeface="Calibri" panose="020F0502020204030204"/>
            </a:endParaRPr>
          </a:p>
        </p:txBody>
      </p:sp>
      <p:sp>
        <p:nvSpPr>
          <p:cNvPr id="11" name="Rectangle 10">
            <a:extLst>
              <a:ext uri="{FF2B5EF4-FFF2-40B4-BE49-F238E27FC236}">
                <a16:creationId xmlns:a16="http://schemas.microsoft.com/office/drawing/2014/main" id="{12210508-2D34-21C6-D657-5BC9ED7E358E}"/>
              </a:ext>
            </a:extLst>
          </p:cNvPr>
          <p:cNvSpPr/>
          <p:nvPr/>
        </p:nvSpPr>
        <p:spPr>
          <a:xfrm>
            <a:off x="6298162" y="4483990"/>
            <a:ext cx="5544000" cy="1840610"/>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R">
              <a:solidFill>
                <a:prstClr val="white"/>
              </a:solidFill>
              <a:latin typeface="Calibri" panose="020F0502020204030204"/>
            </a:endParaRPr>
          </a:p>
        </p:txBody>
      </p:sp>
      <p:sp>
        <p:nvSpPr>
          <p:cNvPr id="13" name="Freeform 8940">
            <a:extLst>
              <a:ext uri="{FF2B5EF4-FFF2-40B4-BE49-F238E27FC236}">
                <a16:creationId xmlns:a16="http://schemas.microsoft.com/office/drawing/2014/main" id="{264F69F9-B57A-988A-6D24-20E4A90E1E91}"/>
              </a:ext>
            </a:extLst>
          </p:cNvPr>
          <p:cNvSpPr>
            <a:spLocks noChangeArrowheads="1"/>
          </p:cNvSpPr>
          <p:nvPr/>
        </p:nvSpPr>
        <p:spPr bwMode="auto">
          <a:xfrm>
            <a:off x="4120810" y="2304416"/>
            <a:ext cx="1769902" cy="1777101"/>
          </a:xfrm>
          <a:custGeom>
            <a:avLst/>
            <a:gdLst>
              <a:gd name="T0" fmla="*/ 125052 w 347"/>
              <a:gd name="T1" fmla="*/ 126638 h 351"/>
              <a:gd name="T2" fmla="*/ 125052 w 347"/>
              <a:gd name="T3" fmla="*/ 4704 h 351"/>
              <a:gd name="T4" fmla="*/ 125052 w 347"/>
              <a:gd name="T5" fmla="*/ 4704 h 351"/>
              <a:gd name="T6" fmla="*/ 125052 w 347"/>
              <a:gd name="T7" fmla="*/ 0 h 351"/>
              <a:gd name="T8" fmla="*/ 125052 w 347"/>
              <a:gd name="T9" fmla="*/ 0 h 351"/>
              <a:gd name="T10" fmla="*/ 0 w 347"/>
              <a:gd name="T11" fmla="*/ 126638 h 351"/>
              <a:gd name="T12" fmla="*/ 0 w 347"/>
              <a:gd name="T13" fmla="*/ 126638 h 351"/>
              <a:gd name="T14" fmla="*/ 3976 w 347"/>
              <a:gd name="T15" fmla="*/ 126638 h 351"/>
              <a:gd name="T16" fmla="*/ 125052 w 347"/>
              <a:gd name="T17" fmla="*/ 126638 h 3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47" h="351">
                <a:moveTo>
                  <a:pt x="346" y="350"/>
                </a:moveTo>
                <a:lnTo>
                  <a:pt x="346" y="13"/>
                </a:lnTo>
                <a:cubicBezTo>
                  <a:pt x="346" y="9"/>
                  <a:pt x="346" y="5"/>
                  <a:pt x="346" y="0"/>
                </a:cubicBezTo>
                <a:cubicBezTo>
                  <a:pt x="158" y="8"/>
                  <a:pt x="6" y="160"/>
                  <a:pt x="0" y="350"/>
                </a:cubicBezTo>
                <a:cubicBezTo>
                  <a:pt x="4" y="350"/>
                  <a:pt x="7" y="350"/>
                  <a:pt x="11" y="350"/>
                </a:cubicBezTo>
                <a:lnTo>
                  <a:pt x="346" y="350"/>
                </a:lnTo>
              </a:path>
            </a:pathLst>
          </a:custGeom>
          <a:solidFill>
            <a:schemeClr val="accent1"/>
          </a:solidFill>
          <a:ln>
            <a:noFill/>
          </a:ln>
          <a:effectLst/>
        </p:spPr>
        <p:txBody>
          <a:bodyPr wrap="none" anchor="ctr"/>
          <a:lstStyle/>
          <a:p>
            <a:pPr defTabSz="685663"/>
            <a:endParaRPr lang="en-US" sz="1350"/>
          </a:p>
        </p:txBody>
      </p:sp>
      <p:sp>
        <p:nvSpPr>
          <p:cNvPr id="14" name="Freeform 8945">
            <a:extLst>
              <a:ext uri="{FF2B5EF4-FFF2-40B4-BE49-F238E27FC236}">
                <a16:creationId xmlns:a16="http://schemas.microsoft.com/office/drawing/2014/main" id="{14CC4D02-8E82-3738-DC9C-E8CF82AE3CFC}"/>
              </a:ext>
            </a:extLst>
          </p:cNvPr>
          <p:cNvSpPr>
            <a:spLocks noChangeArrowheads="1"/>
          </p:cNvSpPr>
          <p:nvPr/>
        </p:nvSpPr>
        <p:spPr bwMode="auto">
          <a:xfrm>
            <a:off x="6308758" y="2304415"/>
            <a:ext cx="1785132" cy="1777101"/>
          </a:xfrm>
          <a:custGeom>
            <a:avLst/>
            <a:gdLst>
              <a:gd name="T0" fmla="*/ 0 w 348"/>
              <a:gd name="T1" fmla="*/ 126638 h 351"/>
              <a:gd name="T2" fmla="*/ 121448 w 348"/>
              <a:gd name="T3" fmla="*/ 126638 h 351"/>
              <a:gd name="T4" fmla="*/ 121448 w 348"/>
              <a:gd name="T5" fmla="*/ 126638 h 351"/>
              <a:gd name="T6" fmla="*/ 125052 w 348"/>
              <a:gd name="T7" fmla="*/ 126638 h 351"/>
              <a:gd name="T8" fmla="*/ 125052 w 348"/>
              <a:gd name="T9" fmla="*/ 126638 h 351"/>
              <a:gd name="T10" fmla="*/ 0 w 348"/>
              <a:gd name="T11" fmla="*/ 0 h 351"/>
              <a:gd name="T12" fmla="*/ 0 w 348"/>
              <a:gd name="T13" fmla="*/ 0 h 351"/>
              <a:gd name="T14" fmla="*/ 0 w 348"/>
              <a:gd name="T15" fmla="*/ 4704 h 351"/>
              <a:gd name="T16" fmla="*/ 0 w 348"/>
              <a:gd name="T17" fmla="*/ 126638 h 3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48" h="351">
                <a:moveTo>
                  <a:pt x="0" y="350"/>
                </a:moveTo>
                <a:lnTo>
                  <a:pt x="337" y="350"/>
                </a:lnTo>
                <a:cubicBezTo>
                  <a:pt x="339" y="350"/>
                  <a:pt x="344" y="350"/>
                  <a:pt x="347" y="350"/>
                </a:cubicBezTo>
                <a:cubicBezTo>
                  <a:pt x="341" y="160"/>
                  <a:pt x="188" y="8"/>
                  <a:pt x="0" y="0"/>
                </a:cubicBezTo>
                <a:cubicBezTo>
                  <a:pt x="0" y="5"/>
                  <a:pt x="0" y="9"/>
                  <a:pt x="0" y="13"/>
                </a:cubicBezTo>
                <a:lnTo>
                  <a:pt x="0" y="350"/>
                </a:lnTo>
              </a:path>
            </a:pathLst>
          </a:custGeom>
          <a:solidFill>
            <a:schemeClr val="accent2"/>
          </a:solidFill>
          <a:ln>
            <a:noFill/>
          </a:ln>
          <a:effectLst/>
        </p:spPr>
        <p:txBody>
          <a:bodyPr wrap="none" anchor="ctr"/>
          <a:lstStyle/>
          <a:p>
            <a:pPr defTabSz="685663"/>
            <a:endParaRPr lang="en-US" sz="1350"/>
          </a:p>
        </p:txBody>
      </p:sp>
      <p:sp>
        <p:nvSpPr>
          <p:cNvPr id="15" name="Freeform 8950">
            <a:extLst>
              <a:ext uri="{FF2B5EF4-FFF2-40B4-BE49-F238E27FC236}">
                <a16:creationId xmlns:a16="http://schemas.microsoft.com/office/drawing/2014/main" id="{6E75F91F-2916-5A45-CAB2-5DAA025A9859}"/>
              </a:ext>
            </a:extLst>
          </p:cNvPr>
          <p:cNvSpPr>
            <a:spLocks noChangeArrowheads="1"/>
          </p:cNvSpPr>
          <p:nvPr/>
        </p:nvSpPr>
        <p:spPr bwMode="auto">
          <a:xfrm>
            <a:off x="4120810" y="4480856"/>
            <a:ext cx="1783190" cy="1826525"/>
          </a:xfrm>
          <a:custGeom>
            <a:avLst/>
            <a:gdLst>
              <a:gd name="T0" fmla="*/ 125052 w 347"/>
              <a:gd name="T1" fmla="*/ 0 h 350"/>
              <a:gd name="T2" fmla="*/ 3976 w 347"/>
              <a:gd name="T3" fmla="*/ 0 h 350"/>
              <a:gd name="T4" fmla="*/ 3976 w 347"/>
              <a:gd name="T5" fmla="*/ 0 h 350"/>
              <a:gd name="T6" fmla="*/ 0 w 347"/>
              <a:gd name="T7" fmla="*/ 0 h 350"/>
              <a:gd name="T8" fmla="*/ 0 w 347"/>
              <a:gd name="T9" fmla="*/ 0 h 350"/>
              <a:gd name="T10" fmla="*/ 125052 w 347"/>
              <a:gd name="T11" fmla="*/ 125054 h 350"/>
              <a:gd name="T12" fmla="*/ 125052 w 347"/>
              <a:gd name="T13" fmla="*/ 125054 h 350"/>
              <a:gd name="T14" fmla="*/ 125052 w 347"/>
              <a:gd name="T15" fmla="*/ 120396 h 350"/>
              <a:gd name="T16" fmla="*/ 125052 w 347"/>
              <a:gd name="T17" fmla="*/ 0 h 3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47" h="350">
                <a:moveTo>
                  <a:pt x="346" y="0"/>
                </a:moveTo>
                <a:lnTo>
                  <a:pt x="11" y="0"/>
                </a:lnTo>
                <a:cubicBezTo>
                  <a:pt x="7" y="0"/>
                  <a:pt x="4" y="0"/>
                  <a:pt x="0" y="0"/>
                </a:cubicBezTo>
                <a:cubicBezTo>
                  <a:pt x="7" y="189"/>
                  <a:pt x="158" y="341"/>
                  <a:pt x="346" y="349"/>
                </a:cubicBezTo>
                <a:cubicBezTo>
                  <a:pt x="346" y="345"/>
                  <a:pt x="346" y="341"/>
                  <a:pt x="346" y="336"/>
                </a:cubicBezTo>
                <a:lnTo>
                  <a:pt x="346" y="0"/>
                </a:lnTo>
              </a:path>
            </a:pathLst>
          </a:custGeom>
          <a:solidFill>
            <a:schemeClr val="accent4"/>
          </a:solidFill>
          <a:ln>
            <a:noFill/>
          </a:ln>
          <a:effectLst/>
        </p:spPr>
        <p:txBody>
          <a:bodyPr wrap="none" anchor="ctr"/>
          <a:lstStyle/>
          <a:p>
            <a:pPr defTabSz="685663"/>
            <a:endParaRPr lang="en-US" sz="1350"/>
          </a:p>
        </p:txBody>
      </p:sp>
      <p:sp>
        <p:nvSpPr>
          <p:cNvPr id="16" name="Freeform 8956">
            <a:extLst>
              <a:ext uri="{FF2B5EF4-FFF2-40B4-BE49-F238E27FC236}">
                <a16:creationId xmlns:a16="http://schemas.microsoft.com/office/drawing/2014/main" id="{6B3EF790-69B1-6A36-C70A-B14BB20B9975}"/>
              </a:ext>
            </a:extLst>
          </p:cNvPr>
          <p:cNvSpPr>
            <a:spLocks noChangeArrowheads="1"/>
          </p:cNvSpPr>
          <p:nvPr/>
        </p:nvSpPr>
        <p:spPr bwMode="auto">
          <a:xfrm>
            <a:off x="6308758" y="4480855"/>
            <a:ext cx="1825056" cy="1829663"/>
          </a:xfrm>
          <a:custGeom>
            <a:avLst/>
            <a:gdLst>
              <a:gd name="T0" fmla="*/ 121448 w 348"/>
              <a:gd name="T1" fmla="*/ 0 h 350"/>
              <a:gd name="T2" fmla="*/ 0 w 348"/>
              <a:gd name="T3" fmla="*/ 0 h 350"/>
              <a:gd name="T4" fmla="*/ 0 w 348"/>
              <a:gd name="T5" fmla="*/ 120396 h 350"/>
              <a:gd name="T6" fmla="*/ 0 w 348"/>
              <a:gd name="T7" fmla="*/ 120396 h 350"/>
              <a:gd name="T8" fmla="*/ 0 w 348"/>
              <a:gd name="T9" fmla="*/ 125054 h 350"/>
              <a:gd name="T10" fmla="*/ 0 w 348"/>
              <a:gd name="T11" fmla="*/ 125054 h 350"/>
              <a:gd name="T12" fmla="*/ 125052 w 348"/>
              <a:gd name="T13" fmla="*/ 0 h 350"/>
              <a:gd name="T14" fmla="*/ 125052 w 348"/>
              <a:gd name="T15" fmla="*/ 0 h 350"/>
              <a:gd name="T16" fmla="*/ 121448 w 348"/>
              <a:gd name="T17" fmla="*/ 0 h 3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48" h="350">
                <a:moveTo>
                  <a:pt x="337" y="0"/>
                </a:moveTo>
                <a:lnTo>
                  <a:pt x="0" y="0"/>
                </a:lnTo>
                <a:lnTo>
                  <a:pt x="0" y="336"/>
                </a:lnTo>
                <a:cubicBezTo>
                  <a:pt x="0" y="341"/>
                  <a:pt x="0" y="345"/>
                  <a:pt x="0" y="349"/>
                </a:cubicBezTo>
                <a:cubicBezTo>
                  <a:pt x="188" y="341"/>
                  <a:pt x="339" y="188"/>
                  <a:pt x="347" y="0"/>
                </a:cubicBezTo>
                <a:cubicBezTo>
                  <a:pt x="344" y="0"/>
                  <a:pt x="339" y="0"/>
                  <a:pt x="337" y="0"/>
                </a:cubicBezTo>
              </a:path>
            </a:pathLst>
          </a:custGeom>
          <a:solidFill>
            <a:schemeClr val="accent3"/>
          </a:solidFill>
          <a:ln>
            <a:noFill/>
          </a:ln>
          <a:effectLst/>
        </p:spPr>
        <p:txBody>
          <a:bodyPr wrap="none" anchor="ctr"/>
          <a:lstStyle/>
          <a:p>
            <a:pPr defTabSz="685663"/>
            <a:endParaRPr lang="en-US" sz="1350"/>
          </a:p>
        </p:txBody>
      </p:sp>
      <p:grpSp>
        <p:nvGrpSpPr>
          <p:cNvPr id="17" name="Group 16">
            <a:extLst>
              <a:ext uri="{FF2B5EF4-FFF2-40B4-BE49-F238E27FC236}">
                <a16:creationId xmlns:a16="http://schemas.microsoft.com/office/drawing/2014/main" id="{CC38FE78-8CF4-7D14-FEF6-67DA64BB08A3}"/>
              </a:ext>
            </a:extLst>
          </p:cNvPr>
          <p:cNvGrpSpPr/>
          <p:nvPr/>
        </p:nvGrpSpPr>
        <p:grpSpPr>
          <a:xfrm>
            <a:off x="4945358" y="3204699"/>
            <a:ext cx="585757" cy="380027"/>
            <a:chOff x="5748368" y="1218848"/>
            <a:chExt cx="206785" cy="134158"/>
          </a:xfrm>
        </p:grpSpPr>
        <p:sp>
          <p:nvSpPr>
            <p:cNvPr id="18" name="Freeform 72">
              <a:extLst>
                <a:ext uri="{FF2B5EF4-FFF2-40B4-BE49-F238E27FC236}">
                  <a16:creationId xmlns:a16="http://schemas.microsoft.com/office/drawing/2014/main" id="{B21CBCF2-A9C3-C338-128B-694A135C1122}"/>
                </a:ext>
              </a:extLst>
            </p:cNvPr>
            <p:cNvSpPr/>
            <p:nvPr/>
          </p:nvSpPr>
          <p:spPr>
            <a:xfrm>
              <a:off x="5760232" y="1218848"/>
              <a:ext cx="154593" cy="45991"/>
            </a:xfrm>
            <a:custGeom>
              <a:avLst/>
              <a:gdLst>
                <a:gd name="connsiteX0" fmla="*/ 174606 w 174605"/>
                <a:gd name="connsiteY0" fmla="*/ 9329 h 51944"/>
                <a:gd name="connsiteX1" fmla="*/ 138340 w 174605"/>
                <a:gd name="connsiteY1" fmla="*/ 0 h 51944"/>
                <a:gd name="connsiteX2" fmla="*/ 33613 w 174605"/>
                <a:gd name="connsiteY2" fmla="*/ 95 h 51944"/>
                <a:gd name="connsiteX3" fmla="*/ 0 w 174605"/>
                <a:gd name="connsiteY3" fmla="*/ 9329 h 51944"/>
                <a:gd name="connsiteX4" fmla="*/ 87776 w 174605"/>
                <a:gd name="connsiteY4" fmla="*/ 51944 h 51944"/>
                <a:gd name="connsiteX5" fmla="*/ 174606 w 174605"/>
                <a:gd name="connsiteY5" fmla="*/ 9329 h 51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4605" h="51944">
                  <a:moveTo>
                    <a:pt x="174606" y="9329"/>
                  </a:moveTo>
                  <a:cubicBezTo>
                    <a:pt x="165563" y="3694"/>
                    <a:pt x="152685" y="95"/>
                    <a:pt x="138340" y="0"/>
                  </a:cubicBezTo>
                  <a:cubicBezTo>
                    <a:pt x="138150" y="0"/>
                    <a:pt x="33613" y="95"/>
                    <a:pt x="33613" y="95"/>
                  </a:cubicBezTo>
                  <a:cubicBezTo>
                    <a:pt x="20356" y="569"/>
                    <a:pt x="8521" y="4026"/>
                    <a:pt x="0" y="9329"/>
                  </a:cubicBezTo>
                  <a:lnTo>
                    <a:pt x="87776" y="51944"/>
                  </a:lnTo>
                  <a:lnTo>
                    <a:pt x="174606" y="9329"/>
                  </a:lnTo>
                  <a:close/>
                </a:path>
              </a:pathLst>
            </a:custGeom>
            <a:solidFill>
              <a:schemeClr val="bg1"/>
            </a:solidFill>
            <a:ln w="3646" cap="flat">
              <a:noFill/>
              <a:prstDash val="solid"/>
              <a:miter/>
            </a:ln>
          </p:spPr>
          <p:txBody>
            <a:bodyPr rtlCol="0" anchor="ctr"/>
            <a:lstStyle/>
            <a:p>
              <a:endParaRPr lang="en-GR"/>
            </a:p>
          </p:txBody>
        </p:sp>
        <p:sp>
          <p:nvSpPr>
            <p:cNvPr id="19" name="Freeform 73">
              <a:extLst>
                <a:ext uri="{FF2B5EF4-FFF2-40B4-BE49-F238E27FC236}">
                  <a16:creationId xmlns:a16="http://schemas.microsoft.com/office/drawing/2014/main" id="{0D253172-2F39-A1E4-DD0D-C2489E23A57B}"/>
                </a:ext>
              </a:extLst>
            </p:cNvPr>
            <p:cNvSpPr/>
            <p:nvPr/>
          </p:nvSpPr>
          <p:spPr>
            <a:xfrm>
              <a:off x="5748368" y="1240273"/>
              <a:ext cx="178364" cy="112065"/>
            </a:xfrm>
            <a:custGeom>
              <a:avLst/>
              <a:gdLst>
                <a:gd name="connsiteX0" fmla="*/ 137632 w 201453"/>
                <a:gd name="connsiteY0" fmla="*/ 85752 h 126571"/>
                <a:gd name="connsiteX1" fmla="*/ 201454 w 201453"/>
                <a:gd name="connsiteY1" fmla="*/ 32294 h 126571"/>
                <a:gd name="connsiteX2" fmla="*/ 200694 w 201453"/>
                <a:gd name="connsiteY2" fmla="*/ 47 h 126571"/>
                <a:gd name="connsiteX3" fmla="*/ 101318 w 201453"/>
                <a:gd name="connsiteY3" fmla="*/ 48772 h 126571"/>
                <a:gd name="connsiteX4" fmla="*/ 759 w 201453"/>
                <a:gd name="connsiteY4" fmla="*/ 0 h 126571"/>
                <a:gd name="connsiteX5" fmla="*/ 0 w 201453"/>
                <a:gd name="connsiteY5" fmla="*/ 97497 h 126571"/>
                <a:gd name="connsiteX6" fmla="*/ 49666 w 201453"/>
                <a:gd name="connsiteY6" fmla="*/ 126572 h 126571"/>
                <a:gd name="connsiteX7" fmla="*/ 155955 w 201453"/>
                <a:gd name="connsiteY7" fmla="*/ 126382 h 126571"/>
                <a:gd name="connsiteX8" fmla="*/ 137632 w 201453"/>
                <a:gd name="connsiteY8" fmla="*/ 85800 h 126571"/>
                <a:gd name="connsiteX9" fmla="*/ 137632 w 201453"/>
                <a:gd name="connsiteY9" fmla="*/ 85752 h 126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1453" h="126571">
                  <a:moveTo>
                    <a:pt x="137632" y="85752"/>
                  </a:moveTo>
                  <a:cubicBezTo>
                    <a:pt x="137632" y="52535"/>
                    <a:pt x="168939" y="26290"/>
                    <a:pt x="201454" y="32294"/>
                  </a:cubicBezTo>
                  <a:cubicBezTo>
                    <a:pt x="201454" y="22187"/>
                    <a:pt x="200694" y="12300"/>
                    <a:pt x="200694" y="47"/>
                  </a:cubicBezTo>
                  <a:lnTo>
                    <a:pt x="101318" y="48772"/>
                  </a:lnTo>
                  <a:lnTo>
                    <a:pt x="759" y="0"/>
                  </a:lnTo>
                  <a:cubicBezTo>
                    <a:pt x="759" y="28724"/>
                    <a:pt x="0" y="68361"/>
                    <a:pt x="0" y="97497"/>
                  </a:cubicBezTo>
                  <a:cubicBezTo>
                    <a:pt x="0" y="113454"/>
                    <a:pt x="22206" y="126382"/>
                    <a:pt x="49666" y="126572"/>
                  </a:cubicBezTo>
                  <a:cubicBezTo>
                    <a:pt x="49853" y="126572"/>
                    <a:pt x="155433" y="126429"/>
                    <a:pt x="155955" y="126382"/>
                  </a:cubicBezTo>
                  <a:cubicBezTo>
                    <a:pt x="144733" y="116436"/>
                    <a:pt x="137632" y="101947"/>
                    <a:pt x="137632" y="85800"/>
                  </a:cubicBezTo>
                  <a:lnTo>
                    <a:pt x="137632" y="85752"/>
                  </a:lnTo>
                  <a:close/>
                </a:path>
              </a:pathLst>
            </a:custGeom>
            <a:solidFill>
              <a:schemeClr val="bg1"/>
            </a:solidFill>
            <a:ln w="3646" cap="flat">
              <a:noFill/>
              <a:prstDash val="solid"/>
              <a:miter/>
            </a:ln>
          </p:spPr>
          <p:txBody>
            <a:bodyPr rtlCol="0" anchor="ctr"/>
            <a:lstStyle/>
            <a:p>
              <a:endParaRPr lang="en-GR"/>
            </a:p>
          </p:txBody>
        </p:sp>
        <p:sp>
          <p:nvSpPr>
            <p:cNvPr id="20" name="Freeform 74">
              <a:extLst>
                <a:ext uri="{FF2B5EF4-FFF2-40B4-BE49-F238E27FC236}">
                  <a16:creationId xmlns:a16="http://schemas.microsoft.com/office/drawing/2014/main" id="{DCDCF980-4AD8-A716-A6A9-E8D80F346E0A}"/>
                </a:ext>
              </a:extLst>
            </p:cNvPr>
            <p:cNvSpPr/>
            <p:nvPr/>
          </p:nvSpPr>
          <p:spPr>
            <a:xfrm>
              <a:off x="5881544" y="1279387"/>
              <a:ext cx="73609" cy="73619"/>
            </a:xfrm>
            <a:custGeom>
              <a:avLst/>
              <a:gdLst>
                <a:gd name="connsiteX0" fmla="*/ 41569 w 83137"/>
                <a:gd name="connsiteY0" fmla="*/ 0 h 83149"/>
                <a:gd name="connsiteX1" fmla="*/ 0 w 83137"/>
                <a:gd name="connsiteY1" fmla="*/ 41575 h 83149"/>
                <a:gd name="connsiteX2" fmla="*/ 41569 w 83137"/>
                <a:gd name="connsiteY2" fmla="*/ 83150 h 83149"/>
                <a:gd name="connsiteX3" fmla="*/ 83137 w 83137"/>
                <a:gd name="connsiteY3" fmla="*/ 41575 h 83149"/>
                <a:gd name="connsiteX4" fmla="*/ 41569 w 83137"/>
                <a:gd name="connsiteY4" fmla="*/ 0 h 83149"/>
                <a:gd name="connsiteX5" fmla="*/ 69361 w 83137"/>
                <a:gd name="connsiteY5" fmla="*/ 43944 h 83149"/>
                <a:gd name="connsiteX6" fmla="*/ 43178 w 83137"/>
                <a:gd name="connsiteY6" fmla="*/ 63879 h 83149"/>
                <a:gd name="connsiteX7" fmla="*/ 38208 w 83137"/>
                <a:gd name="connsiteY7" fmla="*/ 61415 h 83149"/>
                <a:gd name="connsiteX8" fmla="*/ 38208 w 83137"/>
                <a:gd name="connsiteY8" fmla="*/ 49911 h 83149"/>
                <a:gd name="connsiteX9" fmla="*/ 12878 w 83137"/>
                <a:gd name="connsiteY9" fmla="*/ 49769 h 83149"/>
                <a:gd name="connsiteX10" fmla="*/ 12783 w 83137"/>
                <a:gd name="connsiteY10" fmla="*/ 32958 h 83149"/>
                <a:gd name="connsiteX11" fmla="*/ 38065 w 83137"/>
                <a:gd name="connsiteY11" fmla="*/ 33100 h 83149"/>
                <a:gd name="connsiteX12" fmla="*/ 38065 w 83137"/>
                <a:gd name="connsiteY12" fmla="*/ 21782 h 83149"/>
                <a:gd name="connsiteX13" fmla="*/ 42988 w 83137"/>
                <a:gd name="connsiteY13" fmla="*/ 19275 h 83149"/>
                <a:gd name="connsiteX14" fmla="*/ 69314 w 83137"/>
                <a:gd name="connsiteY14" fmla="*/ 38973 h 83149"/>
                <a:gd name="connsiteX15" fmla="*/ 69314 w 83137"/>
                <a:gd name="connsiteY15" fmla="*/ 43944 h 83149"/>
                <a:gd name="connsiteX16" fmla="*/ 69361 w 83137"/>
                <a:gd name="connsiteY16" fmla="*/ 43944 h 8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3137" h="83149">
                  <a:moveTo>
                    <a:pt x="41569" y="0"/>
                  </a:moveTo>
                  <a:cubicBezTo>
                    <a:pt x="18608" y="0"/>
                    <a:pt x="0" y="18610"/>
                    <a:pt x="0" y="41575"/>
                  </a:cubicBezTo>
                  <a:cubicBezTo>
                    <a:pt x="0" y="64543"/>
                    <a:pt x="18608" y="83150"/>
                    <a:pt x="41569" y="83150"/>
                  </a:cubicBezTo>
                  <a:cubicBezTo>
                    <a:pt x="64530" y="83150"/>
                    <a:pt x="83137" y="64543"/>
                    <a:pt x="83137" y="41575"/>
                  </a:cubicBezTo>
                  <a:cubicBezTo>
                    <a:pt x="83137" y="18610"/>
                    <a:pt x="64530" y="0"/>
                    <a:pt x="41569" y="0"/>
                  </a:cubicBezTo>
                  <a:close/>
                  <a:moveTo>
                    <a:pt x="69361" y="43944"/>
                  </a:moveTo>
                  <a:lnTo>
                    <a:pt x="43178" y="63879"/>
                  </a:lnTo>
                  <a:cubicBezTo>
                    <a:pt x="41142" y="65441"/>
                    <a:pt x="38208" y="63974"/>
                    <a:pt x="38208" y="61415"/>
                  </a:cubicBezTo>
                  <a:lnTo>
                    <a:pt x="38208" y="49911"/>
                  </a:lnTo>
                  <a:lnTo>
                    <a:pt x="12878" y="49769"/>
                  </a:lnTo>
                  <a:cubicBezTo>
                    <a:pt x="12926" y="45933"/>
                    <a:pt x="12736" y="36177"/>
                    <a:pt x="12783" y="32958"/>
                  </a:cubicBezTo>
                  <a:lnTo>
                    <a:pt x="38065" y="33100"/>
                  </a:lnTo>
                  <a:lnTo>
                    <a:pt x="38065" y="21782"/>
                  </a:lnTo>
                  <a:cubicBezTo>
                    <a:pt x="38018" y="19227"/>
                    <a:pt x="40904" y="17756"/>
                    <a:pt x="42988" y="19275"/>
                  </a:cubicBezTo>
                  <a:lnTo>
                    <a:pt x="69314" y="38973"/>
                  </a:lnTo>
                  <a:cubicBezTo>
                    <a:pt x="70971" y="40203"/>
                    <a:pt x="70971" y="42666"/>
                    <a:pt x="69314" y="43944"/>
                  </a:cubicBezTo>
                  <a:lnTo>
                    <a:pt x="69361" y="43944"/>
                  </a:lnTo>
                  <a:close/>
                </a:path>
              </a:pathLst>
            </a:custGeom>
            <a:solidFill>
              <a:schemeClr val="bg1"/>
            </a:solidFill>
            <a:ln w="3646" cap="flat">
              <a:noFill/>
              <a:prstDash val="solid"/>
              <a:miter/>
            </a:ln>
          </p:spPr>
          <p:txBody>
            <a:bodyPr rtlCol="0" anchor="ctr"/>
            <a:lstStyle/>
            <a:p>
              <a:endParaRPr lang="en-GR"/>
            </a:p>
          </p:txBody>
        </p:sp>
      </p:grpSp>
      <p:grpSp>
        <p:nvGrpSpPr>
          <p:cNvPr id="21" name="Group 20">
            <a:extLst>
              <a:ext uri="{FF2B5EF4-FFF2-40B4-BE49-F238E27FC236}">
                <a16:creationId xmlns:a16="http://schemas.microsoft.com/office/drawing/2014/main" id="{D7E5E4E0-7DDB-BB58-0420-6BC75631EB9F}"/>
              </a:ext>
            </a:extLst>
          </p:cNvPr>
          <p:cNvGrpSpPr/>
          <p:nvPr/>
        </p:nvGrpSpPr>
        <p:grpSpPr>
          <a:xfrm>
            <a:off x="4987240" y="4965342"/>
            <a:ext cx="501993" cy="512746"/>
            <a:chOff x="4048667" y="507272"/>
            <a:chExt cx="200154" cy="204441"/>
          </a:xfrm>
        </p:grpSpPr>
        <p:sp>
          <p:nvSpPr>
            <p:cNvPr id="22" name="Freeform 13">
              <a:extLst>
                <a:ext uri="{FF2B5EF4-FFF2-40B4-BE49-F238E27FC236}">
                  <a16:creationId xmlns:a16="http://schemas.microsoft.com/office/drawing/2014/main" id="{6123F128-CD47-D9E8-0955-23AB7A3E6A49}"/>
                </a:ext>
              </a:extLst>
            </p:cNvPr>
            <p:cNvSpPr/>
            <p:nvPr/>
          </p:nvSpPr>
          <p:spPr>
            <a:xfrm>
              <a:off x="4176800" y="507272"/>
              <a:ext cx="71321" cy="71331"/>
            </a:xfrm>
            <a:custGeom>
              <a:avLst/>
              <a:gdLst>
                <a:gd name="connsiteX0" fmla="*/ 35661 w 71321"/>
                <a:gd name="connsiteY0" fmla="*/ 71332 h 71331"/>
                <a:gd name="connsiteX1" fmla="*/ 71321 w 71321"/>
                <a:gd name="connsiteY1" fmla="*/ 35666 h 71331"/>
                <a:gd name="connsiteX2" fmla="*/ 35661 w 71321"/>
                <a:gd name="connsiteY2" fmla="*/ 0 h 71331"/>
                <a:gd name="connsiteX3" fmla="*/ 0 w 71321"/>
                <a:gd name="connsiteY3" fmla="*/ 35666 h 71331"/>
                <a:gd name="connsiteX4" fmla="*/ 35661 w 71321"/>
                <a:gd name="connsiteY4" fmla="*/ 71332 h 71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321" h="71331">
                  <a:moveTo>
                    <a:pt x="35661" y="71332"/>
                  </a:moveTo>
                  <a:cubicBezTo>
                    <a:pt x="55367" y="71332"/>
                    <a:pt x="71321" y="55375"/>
                    <a:pt x="71321" y="35666"/>
                  </a:cubicBezTo>
                  <a:cubicBezTo>
                    <a:pt x="71321" y="15957"/>
                    <a:pt x="55367" y="0"/>
                    <a:pt x="35661" y="0"/>
                  </a:cubicBezTo>
                  <a:cubicBezTo>
                    <a:pt x="15955" y="0"/>
                    <a:pt x="0" y="15957"/>
                    <a:pt x="0" y="35666"/>
                  </a:cubicBezTo>
                  <a:cubicBezTo>
                    <a:pt x="0" y="55375"/>
                    <a:pt x="15955" y="71332"/>
                    <a:pt x="35661" y="71332"/>
                  </a:cubicBezTo>
                  <a:close/>
                </a:path>
              </a:pathLst>
            </a:custGeom>
            <a:solidFill>
              <a:schemeClr val="bg1"/>
            </a:solidFill>
            <a:ln w="3646" cap="flat">
              <a:noFill/>
              <a:prstDash val="solid"/>
              <a:miter/>
            </a:ln>
          </p:spPr>
          <p:txBody>
            <a:bodyPr rtlCol="0" anchor="ctr"/>
            <a:lstStyle/>
            <a:p>
              <a:endParaRPr lang="en-GR"/>
            </a:p>
          </p:txBody>
        </p:sp>
        <p:sp>
          <p:nvSpPr>
            <p:cNvPr id="23" name="Freeform 14">
              <a:extLst>
                <a:ext uri="{FF2B5EF4-FFF2-40B4-BE49-F238E27FC236}">
                  <a16:creationId xmlns:a16="http://schemas.microsoft.com/office/drawing/2014/main" id="{81C25C44-2CB0-9A06-D13E-EDC5C67D3A0E}"/>
                </a:ext>
              </a:extLst>
            </p:cNvPr>
            <p:cNvSpPr/>
            <p:nvPr/>
          </p:nvSpPr>
          <p:spPr>
            <a:xfrm>
              <a:off x="4110982" y="689902"/>
              <a:ext cx="75773" cy="21811"/>
            </a:xfrm>
            <a:custGeom>
              <a:avLst/>
              <a:gdLst>
                <a:gd name="connsiteX0" fmla="*/ 37861 w 75773"/>
                <a:gd name="connsiteY0" fmla="*/ 21811 h 21811"/>
                <a:gd name="connsiteX1" fmla="*/ 75773 w 75773"/>
                <a:gd name="connsiteY1" fmla="*/ 0 h 21811"/>
                <a:gd name="connsiteX2" fmla="*/ 0 w 75773"/>
                <a:gd name="connsiteY2" fmla="*/ 0 h 21811"/>
                <a:gd name="connsiteX3" fmla="*/ 37912 w 75773"/>
                <a:gd name="connsiteY3" fmla="*/ 21811 h 21811"/>
                <a:gd name="connsiteX4" fmla="*/ 37861 w 75773"/>
                <a:gd name="connsiteY4" fmla="*/ 21811 h 21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73" h="21811">
                  <a:moveTo>
                    <a:pt x="37861" y="21811"/>
                  </a:moveTo>
                  <a:cubicBezTo>
                    <a:pt x="54067" y="21811"/>
                    <a:pt x="68172" y="13059"/>
                    <a:pt x="75773" y="0"/>
                  </a:cubicBezTo>
                  <a:lnTo>
                    <a:pt x="0" y="0"/>
                  </a:lnTo>
                  <a:cubicBezTo>
                    <a:pt x="7605" y="13059"/>
                    <a:pt x="21706" y="21811"/>
                    <a:pt x="37912" y="21811"/>
                  </a:cubicBezTo>
                  <a:lnTo>
                    <a:pt x="37861" y="21811"/>
                  </a:lnTo>
                  <a:close/>
                </a:path>
              </a:pathLst>
            </a:custGeom>
            <a:solidFill>
              <a:schemeClr val="bg1"/>
            </a:solidFill>
            <a:ln w="3646" cap="flat">
              <a:noFill/>
              <a:prstDash val="solid"/>
              <a:miter/>
            </a:ln>
          </p:spPr>
          <p:txBody>
            <a:bodyPr rtlCol="0" anchor="ctr"/>
            <a:lstStyle/>
            <a:p>
              <a:endParaRPr lang="en-GR"/>
            </a:p>
          </p:txBody>
        </p:sp>
        <p:sp>
          <p:nvSpPr>
            <p:cNvPr id="24" name="Freeform 15">
              <a:extLst>
                <a:ext uri="{FF2B5EF4-FFF2-40B4-BE49-F238E27FC236}">
                  <a16:creationId xmlns:a16="http://schemas.microsoft.com/office/drawing/2014/main" id="{9FDDC9CA-D1E8-AD9F-B451-5EAA3F21E984}"/>
                </a:ext>
              </a:extLst>
            </p:cNvPr>
            <p:cNvSpPr/>
            <p:nvPr/>
          </p:nvSpPr>
          <p:spPr>
            <a:xfrm>
              <a:off x="4048667" y="507646"/>
              <a:ext cx="200154" cy="172204"/>
            </a:xfrm>
            <a:custGeom>
              <a:avLst/>
              <a:gdLst>
                <a:gd name="connsiteX0" fmla="*/ 191254 w 200154"/>
                <a:gd name="connsiteY0" fmla="*/ 143090 h 172204"/>
                <a:gd name="connsiteX1" fmla="*/ 171647 w 200154"/>
                <a:gd name="connsiteY1" fmla="*/ 101172 h 172204"/>
                <a:gd name="connsiteX2" fmla="*/ 171048 w 200154"/>
                <a:gd name="connsiteY2" fmla="*/ 83864 h 172204"/>
                <a:gd name="connsiteX3" fmla="*/ 163746 w 200154"/>
                <a:gd name="connsiteY3" fmla="*/ 84467 h 172204"/>
                <a:gd name="connsiteX4" fmla="*/ 114583 w 200154"/>
                <a:gd name="connsiteY4" fmla="*/ 35293 h 172204"/>
                <a:gd name="connsiteX5" fmla="*/ 116284 w 200154"/>
                <a:gd name="connsiteY5" fmla="*/ 22639 h 172204"/>
                <a:gd name="connsiteX6" fmla="*/ 117831 w 200154"/>
                <a:gd name="connsiteY6" fmla="*/ 11284 h 172204"/>
                <a:gd name="connsiteX7" fmla="*/ 96176 w 200154"/>
                <a:gd name="connsiteY7" fmla="*/ 378 h 172204"/>
                <a:gd name="connsiteX8" fmla="*/ 80922 w 200154"/>
                <a:gd name="connsiteY8" fmla="*/ 22139 h 172204"/>
                <a:gd name="connsiteX9" fmla="*/ 34858 w 200154"/>
                <a:gd name="connsiteY9" fmla="*/ 63557 h 172204"/>
                <a:gd name="connsiteX10" fmla="*/ 28607 w 200154"/>
                <a:gd name="connsiteY10" fmla="*/ 92719 h 172204"/>
                <a:gd name="connsiteX11" fmla="*/ 28607 w 200154"/>
                <a:gd name="connsiteY11" fmla="*/ 101121 h 172204"/>
                <a:gd name="connsiteX12" fmla="*/ 9003 w 200154"/>
                <a:gd name="connsiteY12" fmla="*/ 143039 h 172204"/>
                <a:gd name="connsiteX13" fmla="*/ 0 w 200154"/>
                <a:gd name="connsiteY13" fmla="*/ 153047 h 172204"/>
                <a:gd name="connsiteX14" fmla="*/ 0 w 200154"/>
                <a:gd name="connsiteY14" fmla="*/ 172204 h 172204"/>
                <a:gd name="connsiteX15" fmla="*/ 200155 w 200154"/>
                <a:gd name="connsiteY15" fmla="*/ 172204 h 172204"/>
                <a:gd name="connsiteX16" fmla="*/ 200155 w 200154"/>
                <a:gd name="connsiteY16" fmla="*/ 153047 h 172204"/>
                <a:gd name="connsiteX17" fmla="*/ 191152 w 200154"/>
                <a:gd name="connsiteY17" fmla="*/ 143039 h 172204"/>
                <a:gd name="connsiteX18" fmla="*/ 191254 w 200154"/>
                <a:gd name="connsiteY18" fmla="*/ 143090 h 172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0154" h="172204">
                  <a:moveTo>
                    <a:pt x="191254" y="143090"/>
                  </a:moveTo>
                  <a:cubicBezTo>
                    <a:pt x="180649" y="130637"/>
                    <a:pt x="171647" y="117731"/>
                    <a:pt x="171647" y="101172"/>
                  </a:cubicBezTo>
                  <a:cubicBezTo>
                    <a:pt x="171647" y="101172"/>
                    <a:pt x="171398" y="86766"/>
                    <a:pt x="171048" y="83864"/>
                  </a:cubicBezTo>
                  <a:cubicBezTo>
                    <a:pt x="168647" y="84215"/>
                    <a:pt x="166246" y="84467"/>
                    <a:pt x="163746" y="84467"/>
                  </a:cubicBezTo>
                  <a:cubicBezTo>
                    <a:pt x="136639" y="84467"/>
                    <a:pt x="114583" y="62403"/>
                    <a:pt x="114583" y="35293"/>
                  </a:cubicBezTo>
                  <a:cubicBezTo>
                    <a:pt x="114583" y="31041"/>
                    <a:pt x="115130" y="26741"/>
                    <a:pt x="116284" y="22639"/>
                  </a:cubicBezTo>
                  <a:cubicBezTo>
                    <a:pt x="117382" y="18485"/>
                    <a:pt x="119783" y="15485"/>
                    <a:pt x="117831" y="11284"/>
                  </a:cubicBezTo>
                  <a:cubicBezTo>
                    <a:pt x="114182" y="3379"/>
                    <a:pt x="104730" y="-1425"/>
                    <a:pt x="96176" y="378"/>
                  </a:cubicBezTo>
                  <a:cubicBezTo>
                    <a:pt x="86524" y="2379"/>
                    <a:pt x="79470" y="12284"/>
                    <a:pt x="80922" y="22139"/>
                  </a:cubicBezTo>
                  <a:cubicBezTo>
                    <a:pt x="59866" y="28040"/>
                    <a:pt x="42912" y="43497"/>
                    <a:pt x="34858" y="63557"/>
                  </a:cubicBezTo>
                  <a:cubicBezTo>
                    <a:pt x="30858" y="72459"/>
                    <a:pt x="28607" y="82313"/>
                    <a:pt x="28607" y="92719"/>
                  </a:cubicBezTo>
                  <a:lnTo>
                    <a:pt x="28607" y="101121"/>
                  </a:lnTo>
                  <a:cubicBezTo>
                    <a:pt x="28607" y="117680"/>
                    <a:pt x="19604" y="130637"/>
                    <a:pt x="9003" y="143039"/>
                  </a:cubicBezTo>
                  <a:cubicBezTo>
                    <a:pt x="6051" y="146342"/>
                    <a:pt x="3000" y="149645"/>
                    <a:pt x="0" y="153047"/>
                  </a:cubicBezTo>
                  <a:lnTo>
                    <a:pt x="0" y="172204"/>
                  </a:lnTo>
                  <a:lnTo>
                    <a:pt x="200155" y="172204"/>
                  </a:lnTo>
                  <a:lnTo>
                    <a:pt x="200155" y="153047"/>
                  </a:lnTo>
                  <a:cubicBezTo>
                    <a:pt x="197155" y="149692"/>
                    <a:pt x="194104" y="146393"/>
                    <a:pt x="191152" y="143039"/>
                  </a:cubicBezTo>
                  <a:lnTo>
                    <a:pt x="191254" y="143090"/>
                  </a:lnTo>
                  <a:close/>
                </a:path>
              </a:pathLst>
            </a:custGeom>
            <a:solidFill>
              <a:schemeClr val="bg1"/>
            </a:solidFill>
            <a:ln w="3646" cap="flat">
              <a:noFill/>
              <a:prstDash val="solid"/>
              <a:miter/>
            </a:ln>
          </p:spPr>
          <p:txBody>
            <a:bodyPr rtlCol="0" anchor="ctr"/>
            <a:lstStyle/>
            <a:p>
              <a:endParaRPr lang="en-GR"/>
            </a:p>
          </p:txBody>
        </p:sp>
      </p:grpSp>
      <p:grpSp>
        <p:nvGrpSpPr>
          <p:cNvPr id="25" name="Group 24">
            <a:extLst>
              <a:ext uri="{FF2B5EF4-FFF2-40B4-BE49-F238E27FC236}">
                <a16:creationId xmlns:a16="http://schemas.microsoft.com/office/drawing/2014/main" id="{407C48C4-7B1D-084D-9AAD-D01C87888FB1}"/>
              </a:ext>
            </a:extLst>
          </p:cNvPr>
          <p:cNvGrpSpPr/>
          <p:nvPr/>
        </p:nvGrpSpPr>
        <p:grpSpPr>
          <a:xfrm>
            <a:off x="6688142" y="3147556"/>
            <a:ext cx="481323" cy="494308"/>
            <a:chOff x="8097315" y="2197994"/>
            <a:chExt cx="169918" cy="174502"/>
          </a:xfrm>
        </p:grpSpPr>
        <p:sp>
          <p:nvSpPr>
            <p:cNvPr id="26" name="Freeform 261">
              <a:extLst>
                <a:ext uri="{FF2B5EF4-FFF2-40B4-BE49-F238E27FC236}">
                  <a16:creationId xmlns:a16="http://schemas.microsoft.com/office/drawing/2014/main" id="{BE784335-DE23-8F52-703F-B3C58633F949}"/>
                </a:ext>
              </a:extLst>
            </p:cNvPr>
            <p:cNvSpPr/>
            <p:nvPr/>
          </p:nvSpPr>
          <p:spPr>
            <a:xfrm>
              <a:off x="8097315" y="2197994"/>
              <a:ext cx="169789" cy="84955"/>
            </a:xfrm>
            <a:custGeom>
              <a:avLst/>
              <a:gdLst>
                <a:gd name="connsiteX0" fmla="*/ 5182 w 191768"/>
                <a:gd name="connsiteY0" fmla="*/ 56168 h 95952"/>
                <a:gd name="connsiteX1" fmla="*/ 87071 w 191768"/>
                <a:gd name="connsiteY1" fmla="*/ 94009 h 95952"/>
                <a:gd name="connsiteX2" fmla="*/ 104697 w 191768"/>
                <a:gd name="connsiteY2" fmla="*/ 94009 h 95952"/>
                <a:gd name="connsiteX3" fmla="*/ 186587 w 191768"/>
                <a:gd name="connsiteY3" fmla="*/ 56168 h 95952"/>
                <a:gd name="connsiteX4" fmla="*/ 191769 w 191768"/>
                <a:gd name="connsiteY4" fmla="*/ 47978 h 95952"/>
                <a:gd name="connsiteX5" fmla="*/ 186587 w 191768"/>
                <a:gd name="connsiteY5" fmla="*/ 39787 h 95952"/>
                <a:gd name="connsiteX6" fmla="*/ 104697 w 191768"/>
                <a:gd name="connsiteY6" fmla="*/ 1946 h 95952"/>
                <a:gd name="connsiteX7" fmla="*/ 87071 w 191768"/>
                <a:gd name="connsiteY7" fmla="*/ 1946 h 95952"/>
                <a:gd name="connsiteX8" fmla="*/ 5182 w 191768"/>
                <a:gd name="connsiteY8" fmla="*/ 39787 h 95952"/>
                <a:gd name="connsiteX9" fmla="*/ 0 w 191768"/>
                <a:gd name="connsiteY9" fmla="*/ 47978 h 95952"/>
                <a:gd name="connsiteX10" fmla="*/ 5182 w 191768"/>
                <a:gd name="connsiteY10" fmla="*/ 56168 h 95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1768" h="95952">
                  <a:moveTo>
                    <a:pt x="5182" y="56168"/>
                  </a:moveTo>
                  <a:lnTo>
                    <a:pt x="87071" y="94009"/>
                  </a:lnTo>
                  <a:cubicBezTo>
                    <a:pt x="92655" y="96600"/>
                    <a:pt x="99114" y="96600"/>
                    <a:pt x="104697" y="94009"/>
                  </a:cubicBezTo>
                  <a:lnTo>
                    <a:pt x="186587" y="56168"/>
                  </a:lnTo>
                  <a:cubicBezTo>
                    <a:pt x="189761" y="54715"/>
                    <a:pt x="191769" y="51503"/>
                    <a:pt x="191769" y="47978"/>
                  </a:cubicBezTo>
                  <a:cubicBezTo>
                    <a:pt x="191769" y="44452"/>
                    <a:pt x="189761" y="41291"/>
                    <a:pt x="186587" y="39787"/>
                  </a:cubicBezTo>
                  <a:lnTo>
                    <a:pt x="104697" y="1946"/>
                  </a:lnTo>
                  <a:cubicBezTo>
                    <a:pt x="99114" y="-649"/>
                    <a:pt x="92655" y="-649"/>
                    <a:pt x="87071" y="1946"/>
                  </a:cubicBezTo>
                  <a:lnTo>
                    <a:pt x="5182" y="39787"/>
                  </a:lnTo>
                  <a:cubicBezTo>
                    <a:pt x="2007" y="41236"/>
                    <a:pt x="0" y="44452"/>
                    <a:pt x="0" y="47978"/>
                  </a:cubicBezTo>
                  <a:cubicBezTo>
                    <a:pt x="0" y="51503"/>
                    <a:pt x="2007" y="54664"/>
                    <a:pt x="5182" y="56168"/>
                  </a:cubicBezTo>
                  <a:close/>
                </a:path>
              </a:pathLst>
            </a:custGeom>
            <a:solidFill>
              <a:schemeClr val="bg1"/>
            </a:solidFill>
            <a:ln w="3646" cap="flat">
              <a:noFill/>
              <a:prstDash val="solid"/>
              <a:miter/>
            </a:ln>
          </p:spPr>
          <p:txBody>
            <a:bodyPr rtlCol="0" anchor="ctr"/>
            <a:lstStyle/>
            <a:p>
              <a:endParaRPr lang="en-GR"/>
            </a:p>
          </p:txBody>
        </p:sp>
        <p:sp>
          <p:nvSpPr>
            <p:cNvPr id="27" name="Freeform 262">
              <a:extLst>
                <a:ext uri="{FF2B5EF4-FFF2-40B4-BE49-F238E27FC236}">
                  <a16:creationId xmlns:a16="http://schemas.microsoft.com/office/drawing/2014/main" id="{FE7CC028-850C-E26C-A2AC-8B37CED890CE}"/>
                </a:ext>
              </a:extLst>
            </p:cNvPr>
            <p:cNvSpPr/>
            <p:nvPr/>
          </p:nvSpPr>
          <p:spPr>
            <a:xfrm>
              <a:off x="8097444" y="2269847"/>
              <a:ext cx="169789" cy="57899"/>
            </a:xfrm>
            <a:custGeom>
              <a:avLst/>
              <a:gdLst>
                <a:gd name="connsiteX0" fmla="*/ 186440 w 191768"/>
                <a:gd name="connsiteY0" fmla="*/ 9227 h 65394"/>
                <a:gd name="connsiteX1" fmla="*/ 166552 w 191768"/>
                <a:gd name="connsiteY1" fmla="*/ 0 h 65394"/>
                <a:gd name="connsiteX2" fmla="*/ 109623 w 191768"/>
                <a:gd name="connsiteY2" fmla="*/ 26282 h 65394"/>
                <a:gd name="connsiteX3" fmla="*/ 81999 w 191768"/>
                <a:gd name="connsiteY3" fmla="*/ 26282 h 65394"/>
                <a:gd name="connsiteX4" fmla="*/ 25107 w 191768"/>
                <a:gd name="connsiteY4" fmla="*/ 0 h 65394"/>
                <a:gd name="connsiteX5" fmla="*/ 5182 w 191768"/>
                <a:gd name="connsiteY5" fmla="*/ 9227 h 65394"/>
                <a:gd name="connsiteX6" fmla="*/ 0 w 191768"/>
                <a:gd name="connsiteY6" fmla="*/ 17417 h 65394"/>
                <a:gd name="connsiteX7" fmla="*/ 5182 w 191768"/>
                <a:gd name="connsiteY7" fmla="*/ 25607 h 65394"/>
                <a:gd name="connsiteX8" fmla="*/ 87071 w 191768"/>
                <a:gd name="connsiteY8" fmla="*/ 63448 h 65394"/>
                <a:gd name="connsiteX9" fmla="*/ 104697 w 191768"/>
                <a:gd name="connsiteY9" fmla="*/ 63448 h 65394"/>
                <a:gd name="connsiteX10" fmla="*/ 186587 w 191768"/>
                <a:gd name="connsiteY10" fmla="*/ 25607 h 65394"/>
                <a:gd name="connsiteX11" fmla="*/ 191768 w 191768"/>
                <a:gd name="connsiteY11" fmla="*/ 17417 h 65394"/>
                <a:gd name="connsiteX12" fmla="*/ 186587 w 191768"/>
                <a:gd name="connsiteY12" fmla="*/ 9227 h 65394"/>
                <a:gd name="connsiteX13" fmla="*/ 186440 w 191768"/>
                <a:gd name="connsiteY13" fmla="*/ 9227 h 6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768" h="65394">
                  <a:moveTo>
                    <a:pt x="186440" y="9227"/>
                  </a:moveTo>
                  <a:lnTo>
                    <a:pt x="166552" y="0"/>
                  </a:lnTo>
                  <a:lnTo>
                    <a:pt x="109623" y="26282"/>
                  </a:lnTo>
                  <a:cubicBezTo>
                    <a:pt x="100866" y="30326"/>
                    <a:pt x="90757" y="30326"/>
                    <a:pt x="81999" y="26282"/>
                  </a:cubicBezTo>
                  <a:lnTo>
                    <a:pt x="25107" y="0"/>
                  </a:lnTo>
                  <a:lnTo>
                    <a:pt x="5182" y="9227"/>
                  </a:lnTo>
                  <a:cubicBezTo>
                    <a:pt x="2043" y="10679"/>
                    <a:pt x="0" y="13891"/>
                    <a:pt x="0" y="17417"/>
                  </a:cubicBezTo>
                  <a:cubicBezTo>
                    <a:pt x="0" y="20943"/>
                    <a:pt x="2043" y="24103"/>
                    <a:pt x="5182" y="25607"/>
                  </a:cubicBezTo>
                  <a:lnTo>
                    <a:pt x="87071" y="63448"/>
                  </a:lnTo>
                  <a:cubicBezTo>
                    <a:pt x="92691" y="66043"/>
                    <a:pt x="99114" y="66043"/>
                    <a:pt x="104697" y="63448"/>
                  </a:cubicBezTo>
                  <a:lnTo>
                    <a:pt x="186587" y="25607"/>
                  </a:lnTo>
                  <a:cubicBezTo>
                    <a:pt x="189761" y="24158"/>
                    <a:pt x="191768" y="20943"/>
                    <a:pt x="191768" y="17417"/>
                  </a:cubicBezTo>
                  <a:cubicBezTo>
                    <a:pt x="191768" y="13891"/>
                    <a:pt x="189761" y="10730"/>
                    <a:pt x="186587" y="9227"/>
                  </a:cubicBezTo>
                  <a:lnTo>
                    <a:pt x="186440" y="9227"/>
                  </a:lnTo>
                  <a:close/>
                </a:path>
              </a:pathLst>
            </a:custGeom>
            <a:solidFill>
              <a:schemeClr val="bg1"/>
            </a:solidFill>
            <a:ln w="3646" cap="flat">
              <a:noFill/>
              <a:prstDash val="solid"/>
              <a:miter/>
            </a:ln>
          </p:spPr>
          <p:txBody>
            <a:bodyPr rtlCol="0" anchor="ctr"/>
            <a:lstStyle/>
            <a:p>
              <a:endParaRPr lang="en-GR"/>
            </a:p>
          </p:txBody>
        </p:sp>
        <p:sp>
          <p:nvSpPr>
            <p:cNvPr id="28" name="Freeform 263">
              <a:extLst>
                <a:ext uri="{FF2B5EF4-FFF2-40B4-BE49-F238E27FC236}">
                  <a16:creationId xmlns:a16="http://schemas.microsoft.com/office/drawing/2014/main" id="{13B96E5F-F890-1A68-A36A-E71E104A9993}"/>
                </a:ext>
              </a:extLst>
            </p:cNvPr>
            <p:cNvSpPr/>
            <p:nvPr/>
          </p:nvSpPr>
          <p:spPr>
            <a:xfrm>
              <a:off x="8097444" y="2314597"/>
              <a:ext cx="169789" cy="57899"/>
            </a:xfrm>
            <a:custGeom>
              <a:avLst/>
              <a:gdLst>
                <a:gd name="connsiteX0" fmla="*/ 166552 w 191768"/>
                <a:gd name="connsiteY0" fmla="*/ 0 h 65394"/>
                <a:gd name="connsiteX1" fmla="*/ 186440 w 191768"/>
                <a:gd name="connsiteY1" fmla="*/ 9227 h 65394"/>
                <a:gd name="connsiteX2" fmla="*/ 186587 w 191768"/>
                <a:gd name="connsiteY2" fmla="*/ 9227 h 65394"/>
                <a:gd name="connsiteX3" fmla="*/ 191768 w 191768"/>
                <a:gd name="connsiteY3" fmla="*/ 17417 h 65394"/>
                <a:gd name="connsiteX4" fmla="*/ 186587 w 191768"/>
                <a:gd name="connsiteY4" fmla="*/ 25607 h 65394"/>
                <a:gd name="connsiteX5" fmla="*/ 104697 w 191768"/>
                <a:gd name="connsiteY5" fmla="*/ 63448 h 65394"/>
                <a:gd name="connsiteX6" fmla="*/ 87071 w 191768"/>
                <a:gd name="connsiteY6" fmla="*/ 63448 h 65394"/>
                <a:gd name="connsiteX7" fmla="*/ 5182 w 191768"/>
                <a:gd name="connsiteY7" fmla="*/ 25607 h 65394"/>
                <a:gd name="connsiteX8" fmla="*/ 0 w 191768"/>
                <a:gd name="connsiteY8" fmla="*/ 17417 h 65394"/>
                <a:gd name="connsiteX9" fmla="*/ 5182 w 191768"/>
                <a:gd name="connsiteY9" fmla="*/ 9227 h 65394"/>
                <a:gd name="connsiteX10" fmla="*/ 25107 w 191768"/>
                <a:gd name="connsiteY10" fmla="*/ 0 h 65394"/>
                <a:gd name="connsiteX11" fmla="*/ 81999 w 191768"/>
                <a:gd name="connsiteY11" fmla="*/ 26282 h 65394"/>
                <a:gd name="connsiteX12" fmla="*/ 109623 w 191768"/>
                <a:gd name="connsiteY12" fmla="*/ 26282 h 65394"/>
                <a:gd name="connsiteX13" fmla="*/ 166552 w 191768"/>
                <a:gd name="connsiteY13" fmla="*/ 0 h 6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768" h="65394">
                  <a:moveTo>
                    <a:pt x="166552" y="0"/>
                  </a:moveTo>
                  <a:lnTo>
                    <a:pt x="186440" y="9227"/>
                  </a:lnTo>
                  <a:lnTo>
                    <a:pt x="186587" y="9227"/>
                  </a:lnTo>
                  <a:cubicBezTo>
                    <a:pt x="189761" y="10730"/>
                    <a:pt x="191768" y="13891"/>
                    <a:pt x="191768" y="17417"/>
                  </a:cubicBezTo>
                  <a:cubicBezTo>
                    <a:pt x="191768" y="20943"/>
                    <a:pt x="189761" y="24158"/>
                    <a:pt x="186587" y="25607"/>
                  </a:cubicBezTo>
                  <a:lnTo>
                    <a:pt x="104697" y="63448"/>
                  </a:lnTo>
                  <a:cubicBezTo>
                    <a:pt x="99114" y="66043"/>
                    <a:pt x="92691" y="66043"/>
                    <a:pt x="87071" y="63448"/>
                  </a:cubicBezTo>
                  <a:lnTo>
                    <a:pt x="5182" y="25607"/>
                  </a:lnTo>
                  <a:cubicBezTo>
                    <a:pt x="2043" y="24103"/>
                    <a:pt x="0" y="20943"/>
                    <a:pt x="0" y="17417"/>
                  </a:cubicBezTo>
                  <a:cubicBezTo>
                    <a:pt x="0" y="13891"/>
                    <a:pt x="2043" y="10679"/>
                    <a:pt x="5182" y="9227"/>
                  </a:cubicBezTo>
                  <a:lnTo>
                    <a:pt x="25107" y="0"/>
                  </a:lnTo>
                  <a:lnTo>
                    <a:pt x="81999" y="26282"/>
                  </a:lnTo>
                  <a:cubicBezTo>
                    <a:pt x="90757" y="30326"/>
                    <a:pt x="100866" y="30326"/>
                    <a:pt x="109623" y="26282"/>
                  </a:cubicBezTo>
                  <a:lnTo>
                    <a:pt x="166552" y="0"/>
                  </a:lnTo>
                  <a:close/>
                </a:path>
              </a:pathLst>
            </a:custGeom>
            <a:solidFill>
              <a:schemeClr val="bg1"/>
            </a:solidFill>
            <a:ln w="3646" cap="flat">
              <a:noFill/>
              <a:prstDash val="solid"/>
              <a:miter/>
            </a:ln>
          </p:spPr>
          <p:txBody>
            <a:bodyPr rtlCol="0" anchor="ctr"/>
            <a:lstStyle/>
            <a:p>
              <a:endParaRPr lang="en-GR"/>
            </a:p>
          </p:txBody>
        </p:sp>
      </p:grpSp>
      <p:grpSp>
        <p:nvGrpSpPr>
          <p:cNvPr id="29" name="Group 28">
            <a:extLst>
              <a:ext uri="{FF2B5EF4-FFF2-40B4-BE49-F238E27FC236}">
                <a16:creationId xmlns:a16="http://schemas.microsoft.com/office/drawing/2014/main" id="{0140304A-3D4D-654E-207D-D10B15E5E424}"/>
              </a:ext>
            </a:extLst>
          </p:cNvPr>
          <p:cNvGrpSpPr/>
          <p:nvPr/>
        </p:nvGrpSpPr>
        <p:grpSpPr>
          <a:xfrm>
            <a:off x="6635927" y="5040746"/>
            <a:ext cx="585753" cy="361943"/>
            <a:chOff x="7745134" y="5549067"/>
            <a:chExt cx="206784" cy="127774"/>
          </a:xfrm>
        </p:grpSpPr>
        <p:sp>
          <p:nvSpPr>
            <p:cNvPr id="30" name="Freeform 752">
              <a:extLst>
                <a:ext uri="{FF2B5EF4-FFF2-40B4-BE49-F238E27FC236}">
                  <a16:creationId xmlns:a16="http://schemas.microsoft.com/office/drawing/2014/main" id="{21801D88-4B46-1401-D734-DB7027B0E5C8}"/>
                </a:ext>
              </a:extLst>
            </p:cNvPr>
            <p:cNvSpPr/>
            <p:nvPr/>
          </p:nvSpPr>
          <p:spPr>
            <a:xfrm>
              <a:off x="7906168" y="5644817"/>
              <a:ext cx="839" cy="517"/>
            </a:xfrm>
            <a:custGeom>
              <a:avLst/>
              <a:gdLst>
                <a:gd name="connsiteX0" fmla="*/ 474 w 948"/>
                <a:gd name="connsiteY0" fmla="*/ 584 h 584"/>
                <a:gd name="connsiteX1" fmla="*/ 949 w 948"/>
                <a:gd name="connsiteY1" fmla="*/ 0 h 584"/>
                <a:gd name="connsiteX2" fmla="*/ 0 w 948"/>
                <a:gd name="connsiteY2" fmla="*/ 0 h 584"/>
                <a:gd name="connsiteX3" fmla="*/ 474 w 948"/>
                <a:gd name="connsiteY3" fmla="*/ 584 h 584"/>
              </a:gdLst>
              <a:ahLst/>
              <a:cxnLst>
                <a:cxn ang="0">
                  <a:pos x="connsiteX0" y="connsiteY0"/>
                </a:cxn>
                <a:cxn ang="0">
                  <a:pos x="connsiteX1" y="connsiteY1"/>
                </a:cxn>
                <a:cxn ang="0">
                  <a:pos x="connsiteX2" y="connsiteY2"/>
                </a:cxn>
                <a:cxn ang="0">
                  <a:pos x="connsiteX3" y="connsiteY3"/>
                </a:cxn>
              </a:cxnLst>
              <a:rect l="l" t="t" r="r" b="b"/>
              <a:pathLst>
                <a:path w="948" h="584">
                  <a:moveTo>
                    <a:pt x="474" y="584"/>
                  </a:moveTo>
                  <a:lnTo>
                    <a:pt x="949" y="0"/>
                  </a:lnTo>
                  <a:lnTo>
                    <a:pt x="0" y="0"/>
                  </a:lnTo>
                  <a:lnTo>
                    <a:pt x="474" y="584"/>
                  </a:lnTo>
                  <a:close/>
                </a:path>
              </a:pathLst>
            </a:custGeom>
            <a:solidFill>
              <a:srgbClr val="007B85"/>
            </a:solidFill>
            <a:ln w="3646" cap="flat">
              <a:noFill/>
              <a:prstDash val="solid"/>
              <a:miter/>
            </a:ln>
          </p:spPr>
          <p:txBody>
            <a:bodyPr rtlCol="0" anchor="ctr"/>
            <a:lstStyle/>
            <a:p>
              <a:endParaRPr lang="en-GR"/>
            </a:p>
          </p:txBody>
        </p:sp>
        <p:sp>
          <p:nvSpPr>
            <p:cNvPr id="31" name="Freeform 753">
              <a:extLst>
                <a:ext uri="{FF2B5EF4-FFF2-40B4-BE49-F238E27FC236}">
                  <a16:creationId xmlns:a16="http://schemas.microsoft.com/office/drawing/2014/main" id="{A18AA94F-A943-4356-213C-8A1C6EED543C}"/>
                </a:ext>
              </a:extLst>
            </p:cNvPr>
            <p:cNvSpPr/>
            <p:nvPr/>
          </p:nvSpPr>
          <p:spPr>
            <a:xfrm>
              <a:off x="7745134" y="5549067"/>
              <a:ext cx="146365" cy="127709"/>
            </a:xfrm>
            <a:custGeom>
              <a:avLst/>
              <a:gdLst>
                <a:gd name="connsiteX0" fmla="*/ 115243 w 165311"/>
                <a:gd name="connsiteY0" fmla="*/ 93034 h 144240"/>
                <a:gd name="connsiteX1" fmla="*/ 165312 w 165311"/>
                <a:gd name="connsiteY1" fmla="*/ 28250 h 144240"/>
                <a:gd name="connsiteX2" fmla="*/ 107908 w 165311"/>
                <a:gd name="connsiteY2" fmla="*/ 0 h 144240"/>
                <a:gd name="connsiteX3" fmla="*/ 36602 w 165311"/>
                <a:gd name="connsiteY3" fmla="*/ 59346 h 144240"/>
                <a:gd name="connsiteX4" fmla="*/ 0 w 165311"/>
                <a:gd name="connsiteY4" fmla="*/ 101538 h 144240"/>
                <a:gd name="connsiteX5" fmla="*/ 42842 w 165311"/>
                <a:gd name="connsiteY5" fmla="*/ 144241 h 144240"/>
                <a:gd name="connsiteX6" fmla="*/ 139183 w 165311"/>
                <a:gd name="connsiteY6" fmla="*/ 144241 h 144240"/>
                <a:gd name="connsiteX7" fmla="*/ 115243 w 165311"/>
                <a:gd name="connsiteY7" fmla="*/ 92961 h 144240"/>
                <a:gd name="connsiteX8" fmla="*/ 115243 w 165311"/>
                <a:gd name="connsiteY8" fmla="*/ 93034 h 144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311" h="144240">
                  <a:moveTo>
                    <a:pt x="115243" y="93034"/>
                  </a:moveTo>
                  <a:cubicBezTo>
                    <a:pt x="115243" y="61974"/>
                    <a:pt x="136555" y="35805"/>
                    <a:pt x="165312" y="28250"/>
                  </a:cubicBezTo>
                  <a:cubicBezTo>
                    <a:pt x="152101" y="11096"/>
                    <a:pt x="131300" y="0"/>
                    <a:pt x="107908" y="0"/>
                  </a:cubicBezTo>
                  <a:cubicBezTo>
                    <a:pt x="72292" y="0"/>
                    <a:pt x="42696" y="25585"/>
                    <a:pt x="36602" y="59346"/>
                  </a:cubicBezTo>
                  <a:cubicBezTo>
                    <a:pt x="15874" y="62375"/>
                    <a:pt x="0" y="80113"/>
                    <a:pt x="0" y="101538"/>
                  </a:cubicBezTo>
                  <a:cubicBezTo>
                    <a:pt x="0" y="125152"/>
                    <a:pt x="19195" y="144241"/>
                    <a:pt x="42842" y="144241"/>
                  </a:cubicBezTo>
                  <a:lnTo>
                    <a:pt x="139183" y="144241"/>
                  </a:lnTo>
                  <a:cubicBezTo>
                    <a:pt x="124586" y="131904"/>
                    <a:pt x="115243" y="113509"/>
                    <a:pt x="115243" y="92961"/>
                  </a:cubicBezTo>
                  <a:lnTo>
                    <a:pt x="115243" y="93034"/>
                  </a:lnTo>
                  <a:close/>
                </a:path>
              </a:pathLst>
            </a:custGeom>
            <a:solidFill>
              <a:schemeClr val="bg1"/>
            </a:solidFill>
            <a:ln w="3646" cap="flat">
              <a:noFill/>
              <a:prstDash val="solid"/>
              <a:miter/>
            </a:ln>
          </p:spPr>
          <p:txBody>
            <a:bodyPr rtlCol="0" anchor="ctr"/>
            <a:lstStyle/>
            <a:p>
              <a:endParaRPr lang="en-GR"/>
            </a:p>
          </p:txBody>
        </p:sp>
        <p:sp>
          <p:nvSpPr>
            <p:cNvPr id="32" name="Freeform 754">
              <a:extLst>
                <a:ext uri="{FF2B5EF4-FFF2-40B4-BE49-F238E27FC236}">
                  <a16:creationId xmlns:a16="http://schemas.microsoft.com/office/drawing/2014/main" id="{E2269043-EEC9-0D94-F883-7DA483761122}"/>
                </a:ext>
              </a:extLst>
            </p:cNvPr>
            <p:cNvSpPr/>
            <p:nvPr/>
          </p:nvSpPr>
          <p:spPr>
            <a:xfrm>
              <a:off x="7861127" y="5586035"/>
              <a:ext cx="90791" cy="90806"/>
            </a:xfrm>
            <a:custGeom>
              <a:avLst/>
              <a:gdLst>
                <a:gd name="connsiteX0" fmla="*/ 51272 w 102544"/>
                <a:gd name="connsiteY0" fmla="*/ 0 h 102560"/>
                <a:gd name="connsiteX1" fmla="*/ 0 w 102544"/>
                <a:gd name="connsiteY1" fmla="*/ 51280 h 102560"/>
                <a:gd name="connsiteX2" fmla="*/ 51272 w 102544"/>
                <a:gd name="connsiteY2" fmla="*/ 102560 h 102560"/>
                <a:gd name="connsiteX3" fmla="*/ 102544 w 102544"/>
                <a:gd name="connsiteY3" fmla="*/ 51280 h 102560"/>
                <a:gd name="connsiteX4" fmla="*/ 51272 w 102544"/>
                <a:gd name="connsiteY4" fmla="*/ 0 h 102560"/>
                <a:gd name="connsiteX5" fmla="*/ 78787 w 102544"/>
                <a:gd name="connsiteY5" fmla="*/ 56645 h 102560"/>
                <a:gd name="connsiteX6" fmla="*/ 54483 w 102544"/>
                <a:gd name="connsiteY6" fmla="*/ 89129 h 102560"/>
                <a:gd name="connsiteX7" fmla="*/ 48353 w 102544"/>
                <a:gd name="connsiteY7" fmla="*/ 89129 h 102560"/>
                <a:gd name="connsiteX8" fmla="*/ 23793 w 102544"/>
                <a:gd name="connsiteY8" fmla="*/ 56828 h 102560"/>
                <a:gd name="connsiteX9" fmla="*/ 26822 w 102544"/>
                <a:gd name="connsiteY9" fmla="*/ 50696 h 102560"/>
                <a:gd name="connsiteX10" fmla="*/ 41018 w 102544"/>
                <a:gd name="connsiteY10" fmla="*/ 50696 h 102560"/>
                <a:gd name="connsiteX11" fmla="*/ 41164 w 102544"/>
                <a:gd name="connsiteY11" fmla="*/ 19454 h 102560"/>
                <a:gd name="connsiteX12" fmla="*/ 61891 w 102544"/>
                <a:gd name="connsiteY12" fmla="*/ 19344 h 102560"/>
                <a:gd name="connsiteX13" fmla="*/ 61745 w 102544"/>
                <a:gd name="connsiteY13" fmla="*/ 50514 h 102560"/>
                <a:gd name="connsiteX14" fmla="*/ 75686 w 102544"/>
                <a:gd name="connsiteY14" fmla="*/ 50514 h 102560"/>
                <a:gd name="connsiteX15" fmla="*/ 78787 w 102544"/>
                <a:gd name="connsiteY15" fmla="*/ 56572 h 102560"/>
                <a:gd name="connsiteX16" fmla="*/ 78787 w 102544"/>
                <a:gd name="connsiteY16" fmla="*/ 56645 h 102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2544" h="102560">
                  <a:moveTo>
                    <a:pt x="51272" y="0"/>
                  </a:moveTo>
                  <a:cubicBezTo>
                    <a:pt x="22954" y="0"/>
                    <a:pt x="0" y="22957"/>
                    <a:pt x="0" y="51280"/>
                  </a:cubicBezTo>
                  <a:cubicBezTo>
                    <a:pt x="0" y="79603"/>
                    <a:pt x="22954" y="102560"/>
                    <a:pt x="51272" y="102560"/>
                  </a:cubicBezTo>
                  <a:cubicBezTo>
                    <a:pt x="79590" y="102560"/>
                    <a:pt x="102544" y="79603"/>
                    <a:pt x="102544" y="51280"/>
                  </a:cubicBezTo>
                  <a:cubicBezTo>
                    <a:pt x="102544" y="22957"/>
                    <a:pt x="79590" y="0"/>
                    <a:pt x="51272" y="0"/>
                  </a:cubicBezTo>
                  <a:close/>
                  <a:moveTo>
                    <a:pt x="78787" y="56645"/>
                  </a:moveTo>
                  <a:lnTo>
                    <a:pt x="54483" y="89129"/>
                  </a:lnTo>
                  <a:cubicBezTo>
                    <a:pt x="52987" y="91173"/>
                    <a:pt x="49922" y="91173"/>
                    <a:pt x="48353" y="89129"/>
                  </a:cubicBezTo>
                  <a:lnTo>
                    <a:pt x="23793" y="56828"/>
                  </a:lnTo>
                  <a:cubicBezTo>
                    <a:pt x="21859" y="54309"/>
                    <a:pt x="23647" y="50696"/>
                    <a:pt x="26822" y="50696"/>
                  </a:cubicBezTo>
                  <a:lnTo>
                    <a:pt x="41018" y="50696"/>
                  </a:lnTo>
                  <a:lnTo>
                    <a:pt x="41164" y="19454"/>
                  </a:lnTo>
                  <a:cubicBezTo>
                    <a:pt x="45908" y="19490"/>
                    <a:pt x="57950" y="19271"/>
                    <a:pt x="61891" y="19344"/>
                  </a:cubicBezTo>
                  <a:lnTo>
                    <a:pt x="61745" y="50514"/>
                  </a:lnTo>
                  <a:lnTo>
                    <a:pt x="75686" y="50514"/>
                  </a:lnTo>
                  <a:cubicBezTo>
                    <a:pt x="78824" y="50441"/>
                    <a:pt x="80649" y="54017"/>
                    <a:pt x="78787" y="56572"/>
                  </a:cubicBezTo>
                  <a:lnTo>
                    <a:pt x="78787" y="56645"/>
                  </a:lnTo>
                  <a:close/>
                </a:path>
              </a:pathLst>
            </a:custGeom>
            <a:solidFill>
              <a:schemeClr val="bg1"/>
            </a:solidFill>
            <a:ln w="3646" cap="flat">
              <a:noFill/>
              <a:prstDash val="solid"/>
              <a:miter/>
            </a:ln>
          </p:spPr>
          <p:txBody>
            <a:bodyPr rtlCol="0" anchor="ctr"/>
            <a:lstStyle/>
            <a:p>
              <a:endParaRPr lang="en-GR"/>
            </a:p>
          </p:txBody>
        </p:sp>
      </p:grpSp>
      <p:sp>
        <p:nvSpPr>
          <p:cNvPr id="34" name="Text Placeholder 2">
            <a:extLst>
              <a:ext uri="{FF2B5EF4-FFF2-40B4-BE49-F238E27FC236}">
                <a16:creationId xmlns:a16="http://schemas.microsoft.com/office/drawing/2014/main" id="{AC0FC698-44B7-6C3B-DA40-D51EC103BCA8}"/>
              </a:ext>
            </a:extLst>
          </p:cNvPr>
          <p:cNvSpPr txBox="1">
            <a:spLocks/>
          </p:cNvSpPr>
          <p:nvPr/>
        </p:nvSpPr>
        <p:spPr>
          <a:xfrm>
            <a:off x="826474" y="2849597"/>
            <a:ext cx="2195327" cy="923330"/>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1200"/>
              </a:spcAft>
              <a:buClr>
                <a:srgbClr val="047A85"/>
              </a:buClr>
              <a:buNone/>
              <a:tabLst>
                <a:tab pos="352425" algn="l"/>
              </a:tabLst>
              <a:defRPr/>
            </a:pPr>
            <a:r>
              <a:rPr lang="en-GB" sz="1200">
                <a:solidFill>
                  <a:schemeClr val="tx1">
                    <a:lumMod val="65000"/>
                    <a:lumOff val="35000"/>
                  </a:schemeClr>
                </a:solidFill>
              </a:rPr>
              <a:t>Ut </a:t>
            </a:r>
            <a:r>
              <a:rPr lang="en-GB" sz="1200" err="1">
                <a:solidFill>
                  <a:schemeClr val="tx1">
                    <a:lumMod val="65000"/>
                    <a:lumOff val="35000"/>
                  </a:schemeClr>
                </a:solidFill>
              </a:rPr>
              <a:t>enim</a:t>
            </a:r>
            <a:r>
              <a:rPr lang="en-GB" sz="1200">
                <a:solidFill>
                  <a:schemeClr val="tx1">
                    <a:lumMod val="65000"/>
                    <a:lumOff val="35000"/>
                  </a:schemeClr>
                </a:solidFill>
              </a:rPr>
              <a:t> ad minim </a:t>
            </a:r>
            <a:r>
              <a:rPr lang="en-GB" sz="1200" err="1">
                <a:solidFill>
                  <a:schemeClr val="tx1">
                    <a:lumMod val="65000"/>
                    <a:lumOff val="35000"/>
                  </a:schemeClr>
                </a:solidFill>
              </a:rPr>
              <a:t>veniam</a:t>
            </a:r>
            <a:r>
              <a:rPr lang="el-GR" sz="1200">
                <a:solidFill>
                  <a:schemeClr val="tx1">
                    <a:lumMod val="65000"/>
                    <a:lumOff val="35000"/>
                  </a:schemeClr>
                </a:solidFill>
              </a:rPr>
              <a:t> </a:t>
            </a:r>
            <a:r>
              <a:rPr lang="en-US" sz="1200">
                <a:solidFill>
                  <a:schemeClr val="tx1">
                    <a:lumMod val="65000"/>
                    <a:lumOff val="35000"/>
                  </a:schemeClr>
                </a:solidFill>
              </a:rPr>
              <a:t>et</a:t>
            </a:r>
            <a:r>
              <a:rPr lang="en-GB" sz="1200">
                <a:solidFill>
                  <a:schemeClr val="tx1">
                    <a:lumMod val="65000"/>
                    <a:lumOff val="35000"/>
                  </a:schemeClr>
                </a:solidFill>
              </a:rPr>
              <a:t> </a:t>
            </a:r>
            <a:r>
              <a:rPr lang="en-GB" sz="1200" err="1">
                <a:solidFill>
                  <a:schemeClr val="tx1">
                    <a:lumMod val="65000"/>
                    <a:lumOff val="35000"/>
                  </a:schemeClr>
                </a:solidFill>
              </a:rPr>
              <a:t>quis</a:t>
            </a:r>
            <a:r>
              <a:rPr lang="en-GB" sz="1200">
                <a:solidFill>
                  <a:schemeClr val="tx1">
                    <a:lumMod val="65000"/>
                    <a:lumOff val="35000"/>
                  </a:schemeClr>
                </a:solidFill>
              </a:rPr>
              <a:t> </a:t>
            </a:r>
            <a:r>
              <a:rPr lang="en-GB" sz="1200" err="1">
                <a:solidFill>
                  <a:schemeClr val="tx1">
                    <a:lumMod val="65000"/>
                    <a:lumOff val="35000"/>
                  </a:schemeClr>
                </a:solidFill>
              </a:rPr>
              <a:t>nostrud</a:t>
            </a:r>
            <a:r>
              <a:rPr lang="en-GB" sz="1200">
                <a:solidFill>
                  <a:schemeClr val="tx1">
                    <a:lumMod val="65000"/>
                    <a:lumOff val="35000"/>
                  </a:schemeClr>
                </a:solidFill>
              </a:rPr>
              <a:t> exercitation </a:t>
            </a:r>
            <a:r>
              <a:rPr lang="en-GB" sz="1200" err="1">
                <a:solidFill>
                  <a:schemeClr val="tx1">
                    <a:lumMod val="65000"/>
                    <a:lumOff val="35000"/>
                  </a:schemeClr>
                </a:solidFill>
              </a:rPr>
              <a:t>cel</a:t>
            </a:r>
            <a:r>
              <a:rPr lang="en-GB" sz="1200">
                <a:solidFill>
                  <a:schemeClr val="tx1">
                    <a:lumMod val="65000"/>
                    <a:lumOff val="35000"/>
                  </a:schemeClr>
                </a:solidFill>
              </a:rPr>
              <a:t> </a:t>
            </a:r>
            <a:r>
              <a:rPr lang="en-GB" sz="1200" err="1">
                <a:solidFill>
                  <a:schemeClr val="tx1">
                    <a:lumMod val="65000"/>
                    <a:lumOff val="35000"/>
                  </a:schemeClr>
                </a:solidFill>
              </a:rPr>
              <a:t>veniam</a:t>
            </a:r>
            <a:r>
              <a:rPr lang="en-GB" sz="1200">
                <a:solidFill>
                  <a:schemeClr val="tx1">
                    <a:lumMod val="65000"/>
                    <a:lumOff val="35000"/>
                  </a:schemeClr>
                </a:solidFill>
              </a:rPr>
              <a:t> </a:t>
            </a:r>
            <a:r>
              <a:rPr lang="en-GB" sz="1200" err="1">
                <a:solidFill>
                  <a:schemeClr val="tx1">
                    <a:lumMod val="65000"/>
                    <a:lumOff val="35000"/>
                  </a:schemeClr>
                </a:solidFill>
              </a:rPr>
              <a:t>ullamco</a:t>
            </a:r>
            <a:r>
              <a:rPr lang="en-GB" sz="1200">
                <a:solidFill>
                  <a:schemeClr val="tx1">
                    <a:lumMod val="65000"/>
                    <a:lumOff val="35000"/>
                  </a:schemeClr>
                </a:solidFill>
              </a:rPr>
              <a:t> </a:t>
            </a:r>
            <a:r>
              <a:rPr lang="en-GB" sz="1200" err="1">
                <a:solidFill>
                  <a:schemeClr val="tx1">
                    <a:lumMod val="65000"/>
                    <a:lumOff val="35000"/>
                  </a:schemeClr>
                </a:solidFill>
              </a:rPr>
              <a:t>laboris</a:t>
            </a:r>
            <a:r>
              <a:rPr lang="en-GB" sz="1200">
                <a:solidFill>
                  <a:schemeClr val="tx1">
                    <a:lumMod val="65000"/>
                    <a:lumOff val="35000"/>
                  </a:schemeClr>
                </a:solidFill>
              </a:rPr>
              <a:t> </a:t>
            </a:r>
            <a:r>
              <a:rPr lang="en-GB" sz="1200" err="1">
                <a:solidFill>
                  <a:schemeClr val="tx1">
                    <a:lumMod val="65000"/>
                    <a:lumOff val="35000"/>
                  </a:schemeClr>
                </a:solidFill>
              </a:rPr>
              <a:t>nisit</a:t>
            </a:r>
            <a:r>
              <a:rPr lang="en-GB" sz="1200">
                <a:solidFill>
                  <a:schemeClr val="tx1">
                    <a:lumMod val="65000"/>
                    <a:lumOff val="35000"/>
                  </a:schemeClr>
                </a:solidFill>
              </a:rPr>
              <a:t> </a:t>
            </a:r>
            <a:r>
              <a:rPr lang="en-GB" sz="1200" err="1">
                <a:solidFill>
                  <a:schemeClr val="tx1">
                    <a:lumMod val="65000"/>
                    <a:lumOff val="35000"/>
                  </a:schemeClr>
                </a:solidFill>
              </a:rPr>
              <a:t>ut</a:t>
            </a:r>
            <a:r>
              <a:rPr lang="en-GB" sz="1200">
                <a:solidFill>
                  <a:schemeClr val="tx1">
                    <a:lumMod val="65000"/>
                    <a:lumOff val="35000"/>
                  </a:schemeClr>
                </a:solidFill>
              </a:rPr>
              <a:t> </a:t>
            </a:r>
            <a:r>
              <a:rPr lang="en-GB" sz="1200" err="1">
                <a:solidFill>
                  <a:schemeClr val="tx1">
                    <a:lumMod val="65000"/>
                    <a:lumOff val="35000"/>
                  </a:schemeClr>
                </a:solidFill>
              </a:rPr>
              <a:t>aliquip</a:t>
            </a:r>
            <a:r>
              <a:rPr lang="en-GB" sz="1200">
                <a:solidFill>
                  <a:schemeClr val="tx1">
                    <a:lumMod val="65000"/>
                    <a:lumOff val="35000"/>
                  </a:schemeClr>
                </a:solidFill>
              </a:rPr>
              <a:t> ex </a:t>
            </a:r>
            <a:r>
              <a:rPr lang="en-GB" sz="1200" err="1">
                <a:solidFill>
                  <a:schemeClr val="tx1">
                    <a:lumMod val="65000"/>
                    <a:lumOff val="35000"/>
                  </a:schemeClr>
                </a:solidFill>
              </a:rPr>
              <a:t>ea</a:t>
            </a:r>
            <a:r>
              <a:rPr lang="en-GB" sz="1200">
                <a:solidFill>
                  <a:schemeClr val="tx1">
                    <a:lumMod val="65000"/>
                    <a:lumOff val="35000"/>
                  </a:schemeClr>
                </a:solidFill>
              </a:rPr>
              <a:t> commodore minim </a:t>
            </a:r>
            <a:r>
              <a:rPr lang="en-GB" sz="1200" err="1">
                <a:solidFill>
                  <a:schemeClr val="tx1">
                    <a:lumMod val="65000"/>
                    <a:lumOff val="35000"/>
                  </a:schemeClr>
                </a:solidFill>
              </a:rPr>
              <a:t>consequat</a:t>
            </a:r>
            <a:r>
              <a:rPr lang="en-GB" sz="1200">
                <a:solidFill>
                  <a:schemeClr val="tx1">
                    <a:lumMod val="65000"/>
                    <a:lumOff val="35000"/>
                  </a:schemeClr>
                </a:solidFill>
              </a:rPr>
              <a:t> </a:t>
            </a:r>
            <a:r>
              <a:rPr lang="en-GB" sz="1200" err="1">
                <a:solidFill>
                  <a:schemeClr val="tx1">
                    <a:lumMod val="65000"/>
                    <a:lumOff val="35000"/>
                  </a:schemeClr>
                </a:solidFill>
              </a:rPr>
              <a:t>parsis</a:t>
            </a:r>
            <a:r>
              <a:rPr lang="en-GB" sz="1200">
                <a:solidFill>
                  <a:schemeClr val="tx1">
                    <a:lumMod val="65000"/>
                    <a:lumOff val="35000"/>
                  </a:schemeClr>
                </a:solidFill>
              </a:rPr>
              <a:t> sector.</a:t>
            </a:r>
          </a:p>
        </p:txBody>
      </p:sp>
      <p:sp>
        <p:nvSpPr>
          <p:cNvPr id="35" name="Text Placeholder 2">
            <a:extLst>
              <a:ext uri="{FF2B5EF4-FFF2-40B4-BE49-F238E27FC236}">
                <a16:creationId xmlns:a16="http://schemas.microsoft.com/office/drawing/2014/main" id="{388DCF35-0DFB-A76C-8535-C163A7C7EC13}"/>
              </a:ext>
            </a:extLst>
          </p:cNvPr>
          <p:cNvSpPr txBox="1">
            <a:spLocks/>
          </p:cNvSpPr>
          <p:nvPr/>
        </p:nvSpPr>
        <p:spPr>
          <a:xfrm>
            <a:off x="826473" y="2621475"/>
            <a:ext cx="2195327" cy="184666"/>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Clr>
                <a:srgbClr val="047A85"/>
              </a:buClr>
              <a:buNone/>
              <a:tabLst>
                <a:tab pos="352425" algn="l"/>
              </a:tabLst>
              <a:defRPr/>
            </a:pPr>
            <a:r>
              <a:rPr lang="en-GB" sz="1200" b="1">
                <a:solidFill>
                  <a:schemeClr val="accent1"/>
                </a:solidFill>
                <a:latin typeface="Aptos SemiBold" panose="020B0004020202020204" pitchFamily="34" charset="0"/>
              </a:rPr>
              <a:t>Lorem </a:t>
            </a:r>
            <a:r>
              <a:rPr lang="en-GB" sz="1200" b="1" err="1">
                <a:solidFill>
                  <a:schemeClr val="accent1"/>
                </a:solidFill>
                <a:latin typeface="Aptos SemiBold" panose="020B0004020202020204" pitchFamily="34" charset="0"/>
              </a:rPr>
              <a:t>dolor</a:t>
            </a:r>
            <a:r>
              <a:rPr lang="en-GB" sz="1200" b="1">
                <a:solidFill>
                  <a:schemeClr val="accent1"/>
                </a:solidFill>
                <a:latin typeface="Aptos SemiBold" panose="020B0004020202020204" pitchFamily="34" charset="0"/>
              </a:rPr>
              <a:t> sit </a:t>
            </a:r>
            <a:r>
              <a:rPr lang="en-GB" sz="1200" b="1" err="1">
                <a:solidFill>
                  <a:schemeClr val="accent1"/>
                </a:solidFill>
                <a:latin typeface="Aptos SemiBold" panose="020B0004020202020204" pitchFamily="34" charset="0"/>
              </a:rPr>
              <a:t>amet</a:t>
            </a:r>
            <a:endParaRPr lang="en-GB" sz="1200" b="1">
              <a:solidFill>
                <a:schemeClr val="accent1"/>
              </a:solidFill>
              <a:latin typeface="Aptos SemiBold" panose="020B0004020202020204" pitchFamily="34" charset="0"/>
            </a:endParaRPr>
          </a:p>
        </p:txBody>
      </p:sp>
      <p:grpSp>
        <p:nvGrpSpPr>
          <p:cNvPr id="36" name="Group 35">
            <a:extLst>
              <a:ext uri="{FF2B5EF4-FFF2-40B4-BE49-F238E27FC236}">
                <a16:creationId xmlns:a16="http://schemas.microsoft.com/office/drawing/2014/main" id="{6FD75B6F-6C60-5898-776B-3FE620C6491A}"/>
              </a:ext>
            </a:extLst>
          </p:cNvPr>
          <p:cNvGrpSpPr/>
          <p:nvPr/>
        </p:nvGrpSpPr>
        <p:grpSpPr>
          <a:xfrm>
            <a:off x="826474" y="4817519"/>
            <a:ext cx="2195327" cy="1149005"/>
            <a:chOff x="826474" y="4840379"/>
            <a:chExt cx="2195327" cy="1149005"/>
          </a:xfrm>
        </p:grpSpPr>
        <p:sp>
          <p:nvSpPr>
            <p:cNvPr id="37" name="Text Placeholder 2">
              <a:extLst>
                <a:ext uri="{FF2B5EF4-FFF2-40B4-BE49-F238E27FC236}">
                  <a16:creationId xmlns:a16="http://schemas.microsoft.com/office/drawing/2014/main" id="{D5F43334-326A-2EDF-B962-9EA9B1404DAC}"/>
                </a:ext>
              </a:extLst>
            </p:cNvPr>
            <p:cNvSpPr txBox="1">
              <a:spLocks/>
            </p:cNvSpPr>
            <p:nvPr/>
          </p:nvSpPr>
          <p:spPr>
            <a:xfrm>
              <a:off x="826474" y="5066054"/>
              <a:ext cx="2195327" cy="923330"/>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1200"/>
                </a:spcAft>
                <a:buClr>
                  <a:srgbClr val="047A85"/>
                </a:buClr>
                <a:buNone/>
                <a:tabLst>
                  <a:tab pos="352425" algn="l"/>
                </a:tabLst>
                <a:defRPr/>
              </a:pPr>
              <a:r>
                <a:rPr lang="en-GB" sz="1200">
                  <a:solidFill>
                    <a:schemeClr val="tx1">
                      <a:lumMod val="65000"/>
                      <a:lumOff val="35000"/>
                    </a:schemeClr>
                  </a:solidFill>
                </a:rPr>
                <a:t>Lorem ipsum </a:t>
              </a:r>
              <a:r>
                <a:rPr lang="en-GB" sz="1200" err="1">
                  <a:solidFill>
                    <a:schemeClr val="tx1">
                      <a:lumMod val="65000"/>
                      <a:lumOff val="35000"/>
                    </a:schemeClr>
                  </a:solidFill>
                </a:rPr>
                <a:t>dolor</a:t>
              </a:r>
              <a:r>
                <a:rPr lang="en-GB" sz="1200">
                  <a:solidFill>
                    <a:schemeClr val="tx1">
                      <a:lumMod val="65000"/>
                      <a:lumOff val="35000"/>
                    </a:schemeClr>
                  </a:solidFill>
                </a:rPr>
                <a:t> sit amen </a:t>
              </a:r>
              <a:r>
                <a:rPr lang="en-GB" sz="1200" err="1">
                  <a:solidFill>
                    <a:schemeClr val="tx1">
                      <a:lumMod val="65000"/>
                      <a:lumOff val="35000"/>
                    </a:schemeClr>
                  </a:solidFill>
                </a:rPr>
                <a:t>consectetur</a:t>
              </a:r>
              <a:r>
                <a:rPr lang="en-GB" sz="1200">
                  <a:solidFill>
                    <a:schemeClr val="tx1">
                      <a:lumMod val="65000"/>
                      <a:lumOff val="35000"/>
                    </a:schemeClr>
                  </a:solidFill>
                </a:rPr>
                <a:t> </a:t>
              </a:r>
              <a:r>
                <a:rPr lang="en-GB" sz="1200" err="1">
                  <a:solidFill>
                    <a:schemeClr val="tx1">
                      <a:lumMod val="65000"/>
                      <a:lumOff val="35000"/>
                    </a:schemeClr>
                  </a:solidFill>
                </a:rPr>
                <a:t>adipiscing</a:t>
              </a:r>
              <a:r>
                <a:rPr lang="en-GB" sz="1200">
                  <a:solidFill>
                    <a:schemeClr val="tx1">
                      <a:lumMod val="65000"/>
                      <a:lumOff val="35000"/>
                    </a:schemeClr>
                  </a:solidFill>
                </a:rPr>
                <a:t> </a:t>
              </a:r>
              <a:r>
                <a:rPr lang="en-GB" sz="1200" err="1">
                  <a:solidFill>
                    <a:schemeClr val="tx1">
                      <a:lumMod val="65000"/>
                      <a:lumOff val="35000"/>
                    </a:schemeClr>
                  </a:solidFill>
                </a:rPr>
                <a:t>elit</a:t>
              </a:r>
              <a:r>
                <a:rPr lang="en-GB" sz="1200">
                  <a:solidFill>
                    <a:schemeClr val="tx1">
                      <a:lumMod val="65000"/>
                      <a:lumOff val="35000"/>
                    </a:schemeClr>
                  </a:solidFill>
                </a:rPr>
                <a:t>o </a:t>
              </a:r>
              <a:r>
                <a:rPr lang="en-GB" sz="1200" err="1">
                  <a:solidFill>
                    <a:schemeClr val="tx1">
                      <a:lumMod val="65000"/>
                      <a:lumOff val="35000"/>
                    </a:schemeClr>
                  </a:solidFill>
                </a:rPr>
                <a:t>sed</a:t>
              </a:r>
              <a:r>
                <a:rPr lang="en-GB" sz="1200">
                  <a:solidFill>
                    <a:schemeClr val="tx1">
                      <a:lumMod val="65000"/>
                      <a:lumOff val="35000"/>
                    </a:schemeClr>
                  </a:solidFill>
                </a:rPr>
                <a:t> do </a:t>
              </a:r>
              <a:r>
                <a:rPr lang="en-GB" sz="1200" err="1">
                  <a:solidFill>
                    <a:schemeClr val="tx1">
                      <a:lumMod val="65000"/>
                      <a:lumOff val="35000"/>
                    </a:schemeClr>
                  </a:solidFill>
                </a:rPr>
                <a:t>eiusmod</a:t>
              </a:r>
              <a:r>
                <a:rPr lang="en-GB" sz="1200">
                  <a:solidFill>
                    <a:schemeClr val="tx1">
                      <a:lumMod val="65000"/>
                      <a:lumOff val="35000"/>
                    </a:schemeClr>
                  </a:solidFill>
                </a:rPr>
                <a:t> </a:t>
              </a:r>
              <a:r>
                <a:rPr lang="en-GB" sz="1200" err="1">
                  <a:solidFill>
                    <a:schemeClr val="tx1">
                      <a:lumMod val="65000"/>
                      <a:lumOff val="35000"/>
                    </a:schemeClr>
                  </a:solidFill>
                </a:rPr>
                <a:t>temporiant</a:t>
              </a:r>
              <a:r>
                <a:rPr lang="en-GB" sz="1200">
                  <a:solidFill>
                    <a:schemeClr val="tx1">
                      <a:lumMod val="65000"/>
                      <a:lumOff val="35000"/>
                    </a:schemeClr>
                  </a:solidFill>
                </a:rPr>
                <a:t> </a:t>
              </a:r>
              <a:r>
                <a:rPr lang="en-GB" sz="1200" err="1">
                  <a:solidFill>
                    <a:schemeClr val="tx1">
                      <a:lumMod val="65000"/>
                      <a:lumOff val="35000"/>
                    </a:schemeClr>
                  </a:solidFill>
                </a:rPr>
                <a:t>incididunt</a:t>
              </a:r>
              <a:r>
                <a:rPr lang="en-GB" sz="1200">
                  <a:solidFill>
                    <a:schemeClr val="tx1">
                      <a:lumMod val="65000"/>
                      <a:lumOff val="35000"/>
                    </a:schemeClr>
                  </a:solidFill>
                </a:rPr>
                <a:t> </a:t>
              </a:r>
              <a:r>
                <a:rPr lang="en-GB" sz="1200" err="1">
                  <a:solidFill>
                    <a:schemeClr val="tx1">
                      <a:lumMod val="65000"/>
                      <a:lumOff val="35000"/>
                    </a:schemeClr>
                  </a:solidFill>
                </a:rPr>
                <a:t>ut</a:t>
              </a:r>
              <a:r>
                <a:rPr lang="en-GB" sz="1200">
                  <a:solidFill>
                    <a:schemeClr val="tx1">
                      <a:lumMod val="65000"/>
                      <a:lumOff val="35000"/>
                    </a:schemeClr>
                  </a:solidFill>
                </a:rPr>
                <a:t> labore </a:t>
              </a:r>
              <a:r>
                <a:rPr lang="en-GB" sz="1200" err="1">
                  <a:solidFill>
                    <a:schemeClr val="tx1">
                      <a:lumMod val="65000"/>
                      <a:lumOff val="35000"/>
                    </a:schemeClr>
                  </a:solidFill>
                </a:rPr>
                <a:t>etaliqua</a:t>
              </a:r>
              <a:r>
                <a:rPr lang="en-GB" sz="1200">
                  <a:solidFill>
                    <a:schemeClr val="tx1">
                      <a:lumMod val="65000"/>
                      <a:lumOff val="35000"/>
                    </a:schemeClr>
                  </a:solidFill>
                </a:rPr>
                <a:t> dolore magna </a:t>
              </a:r>
              <a:r>
                <a:rPr lang="en-GB" sz="1200" err="1">
                  <a:solidFill>
                    <a:schemeClr val="tx1">
                      <a:lumMod val="65000"/>
                      <a:lumOff val="35000"/>
                    </a:schemeClr>
                  </a:solidFill>
                </a:rPr>
                <a:t>aliqua</a:t>
              </a:r>
              <a:r>
                <a:rPr lang="en-GB" sz="1200">
                  <a:solidFill>
                    <a:schemeClr val="tx1">
                      <a:lumMod val="65000"/>
                      <a:lumOff val="35000"/>
                    </a:schemeClr>
                  </a:solidFill>
                </a:rPr>
                <a:t>. </a:t>
              </a:r>
            </a:p>
          </p:txBody>
        </p:sp>
        <p:sp>
          <p:nvSpPr>
            <p:cNvPr id="38" name="Text Placeholder 2">
              <a:extLst>
                <a:ext uri="{FF2B5EF4-FFF2-40B4-BE49-F238E27FC236}">
                  <a16:creationId xmlns:a16="http://schemas.microsoft.com/office/drawing/2014/main" id="{A867EBE1-C0A3-166C-C451-553DD4C39A73}"/>
                </a:ext>
              </a:extLst>
            </p:cNvPr>
            <p:cNvSpPr txBox="1">
              <a:spLocks/>
            </p:cNvSpPr>
            <p:nvPr/>
          </p:nvSpPr>
          <p:spPr>
            <a:xfrm>
              <a:off x="826474" y="4840379"/>
              <a:ext cx="2195327" cy="184666"/>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Clr>
                  <a:srgbClr val="047A85"/>
                </a:buClr>
                <a:buNone/>
                <a:tabLst>
                  <a:tab pos="352425" algn="l"/>
                </a:tabLst>
                <a:defRPr/>
              </a:pPr>
              <a:r>
                <a:rPr lang="en-GB" sz="1200" b="1">
                  <a:solidFill>
                    <a:schemeClr val="accent1"/>
                  </a:solidFill>
                  <a:latin typeface="Aptos SemiBold" panose="020B0004020202020204" pitchFamily="34" charset="0"/>
                </a:rPr>
                <a:t>Verde vente du </a:t>
              </a:r>
              <a:r>
                <a:rPr lang="en-GB" sz="1200" b="1" err="1">
                  <a:solidFill>
                    <a:schemeClr val="accent1"/>
                  </a:solidFill>
                  <a:latin typeface="Aptos SemiBold" panose="020B0004020202020204" pitchFamily="34" charset="0"/>
                </a:rPr>
                <a:t>est</a:t>
              </a:r>
              <a:endParaRPr lang="en-GR" sz="1200">
                <a:solidFill>
                  <a:schemeClr val="accent1"/>
                </a:solidFill>
              </a:endParaRPr>
            </a:p>
          </p:txBody>
        </p:sp>
      </p:grpSp>
      <p:grpSp>
        <p:nvGrpSpPr>
          <p:cNvPr id="39" name="Group 38">
            <a:extLst>
              <a:ext uri="{FF2B5EF4-FFF2-40B4-BE49-F238E27FC236}">
                <a16:creationId xmlns:a16="http://schemas.microsoft.com/office/drawing/2014/main" id="{AC93148C-C3CE-6A58-8F7F-4A899F5636B5}"/>
              </a:ext>
            </a:extLst>
          </p:cNvPr>
          <p:cNvGrpSpPr/>
          <p:nvPr/>
        </p:nvGrpSpPr>
        <p:grpSpPr>
          <a:xfrm>
            <a:off x="9296106" y="2621475"/>
            <a:ext cx="2195327" cy="966786"/>
            <a:chOff x="826474" y="2655765"/>
            <a:chExt cx="2195327" cy="966786"/>
          </a:xfrm>
        </p:grpSpPr>
        <p:sp>
          <p:nvSpPr>
            <p:cNvPr id="40" name="Text Placeholder 2">
              <a:extLst>
                <a:ext uri="{FF2B5EF4-FFF2-40B4-BE49-F238E27FC236}">
                  <a16:creationId xmlns:a16="http://schemas.microsoft.com/office/drawing/2014/main" id="{4B1D591C-8713-A936-B97B-15E6144CC4F4}"/>
                </a:ext>
              </a:extLst>
            </p:cNvPr>
            <p:cNvSpPr txBox="1">
              <a:spLocks/>
            </p:cNvSpPr>
            <p:nvPr/>
          </p:nvSpPr>
          <p:spPr>
            <a:xfrm>
              <a:off x="826474" y="2883887"/>
              <a:ext cx="2195327" cy="738664"/>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1200"/>
                </a:spcAft>
                <a:buClr>
                  <a:srgbClr val="047A85"/>
                </a:buClr>
                <a:buNone/>
                <a:tabLst>
                  <a:tab pos="352425" algn="l"/>
                </a:tabLst>
                <a:defRPr/>
              </a:pPr>
              <a:r>
                <a:rPr lang="en-GB" sz="1200">
                  <a:solidFill>
                    <a:schemeClr val="tx1">
                      <a:lumMod val="65000"/>
                      <a:lumOff val="35000"/>
                    </a:schemeClr>
                  </a:solidFill>
                </a:rPr>
                <a:t>Ad minim </a:t>
              </a:r>
              <a:r>
                <a:rPr lang="en-GB" sz="1200" err="1">
                  <a:solidFill>
                    <a:schemeClr val="tx1">
                      <a:lumMod val="65000"/>
                      <a:lumOff val="35000"/>
                    </a:schemeClr>
                  </a:solidFill>
                </a:rPr>
                <a:t>veniam</a:t>
              </a:r>
              <a:r>
                <a:rPr lang="en-GB" sz="1200">
                  <a:solidFill>
                    <a:schemeClr val="tx1">
                      <a:lumMod val="65000"/>
                      <a:lumOff val="35000"/>
                    </a:schemeClr>
                  </a:solidFill>
                </a:rPr>
                <a:t>, </a:t>
              </a:r>
              <a:r>
                <a:rPr lang="en-GB" sz="1200" err="1">
                  <a:solidFill>
                    <a:schemeClr val="tx1">
                      <a:lumMod val="65000"/>
                      <a:lumOff val="35000"/>
                    </a:schemeClr>
                  </a:solidFill>
                </a:rPr>
                <a:t>quisanato</a:t>
              </a:r>
              <a:r>
                <a:rPr lang="en-GB" sz="1200">
                  <a:solidFill>
                    <a:schemeClr val="tx1">
                      <a:lumMod val="65000"/>
                      <a:lumOff val="35000"/>
                    </a:schemeClr>
                  </a:solidFill>
                </a:rPr>
                <a:t> </a:t>
              </a:r>
              <a:r>
                <a:rPr lang="en-GB" sz="1200" err="1">
                  <a:solidFill>
                    <a:schemeClr val="tx1">
                      <a:lumMod val="65000"/>
                      <a:lumOff val="35000"/>
                    </a:schemeClr>
                  </a:solidFill>
                </a:rPr>
                <a:t>nostrud</a:t>
              </a:r>
              <a:r>
                <a:rPr lang="en-GB" sz="1200">
                  <a:solidFill>
                    <a:schemeClr val="tx1">
                      <a:lumMod val="65000"/>
                      <a:lumOff val="35000"/>
                    </a:schemeClr>
                  </a:solidFill>
                </a:rPr>
                <a:t> exercitation </a:t>
              </a:r>
              <a:r>
                <a:rPr lang="en-GB" sz="1200" err="1">
                  <a:solidFill>
                    <a:schemeClr val="tx1">
                      <a:lumMod val="65000"/>
                      <a:lumOff val="35000"/>
                    </a:schemeClr>
                  </a:solidFill>
                </a:rPr>
                <a:t>eagalpe</a:t>
              </a:r>
              <a:r>
                <a:rPr lang="en-GB" sz="1200">
                  <a:solidFill>
                    <a:schemeClr val="tx1">
                      <a:lumMod val="65000"/>
                      <a:lumOff val="35000"/>
                    </a:schemeClr>
                  </a:solidFill>
                </a:rPr>
                <a:t> </a:t>
              </a:r>
              <a:r>
                <a:rPr lang="en-GB" sz="1200" err="1">
                  <a:solidFill>
                    <a:schemeClr val="tx1">
                      <a:lumMod val="65000"/>
                      <a:lumOff val="35000"/>
                    </a:schemeClr>
                  </a:solidFill>
                </a:rPr>
                <a:t>commodo</a:t>
              </a:r>
              <a:r>
                <a:rPr lang="en-GB" sz="1200">
                  <a:solidFill>
                    <a:schemeClr val="tx1">
                      <a:lumMod val="65000"/>
                      <a:lumOff val="35000"/>
                    </a:schemeClr>
                  </a:solidFill>
                </a:rPr>
                <a:t> </a:t>
              </a:r>
              <a:r>
                <a:rPr lang="en-GB" sz="1200" err="1">
                  <a:solidFill>
                    <a:schemeClr val="tx1">
                      <a:lumMod val="65000"/>
                      <a:lumOff val="35000"/>
                    </a:schemeClr>
                  </a:solidFill>
                </a:rPr>
                <a:t>aute</a:t>
              </a:r>
              <a:r>
                <a:rPr lang="en-GB" sz="1200">
                  <a:solidFill>
                    <a:schemeClr val="tx1">
                      <a:lumMod val="65000"/>
                      <a:lumOff val="35000"/>
                    </a:schemeClr>
                  </a:solidFill>
                </a:rPr>
                <a:t> </a:t>
              </a:r>
              <a:r>
                <a:rPr lang="en-GB" sz="1200" err="1">
                  <a:solidFill>
                    <a:schemeClr val="tx1">
                      <a:lumMod val="65000"/>
                      <a:lumOff val="35000"/>
                    </a:schemeClr>
                  </a:solidFill>
                </a:rPr>
                <a:t>irure</a:t>
              </a:r>
              <a:r>
                <a:rPr lang="en-GB" sz="1200">
                  <a:solidFill>
                    <a:schemeClr val="tx1">
                      <a:lumMod val="65000"/>
                      <a:lumOff val="35000"/>
                    </a:schemeClr>
                  </a:solidFill>
                </a:rPr>
                <a:t> </a:t>
              </a:r>
              <a:r>
                <a:rPr lang="en-GB" sz="1200" err="1">
                  <a:solidFill>
                    <a:schemeClr val="tx1">
                      <a:lumMod val="65000"/>
                      <a:lumOff val="35000"/>
                    </a:schemeClr>
                  </a:solidFill>
                </a:rPr>
                <a:t>dolor</a:t>
              </a:r>
              <a:r>
                <a:rPr lang="en-GB" sz="1200">
                  <a:solidFill>
                    <a:schemeClr val="tx1">
                      <a:lumMod val="65000"/>
                      <a:lumOff val="35000"/>
                    </a:schemeClr>
                  </a:solidFill>
                </a:rPr>
                <a:t> in </a:t>
              </a:r>
              <a:r>
                <a:rPr lang="en-GB" sz="1200" err="1">
                  <a:solidFill>
                    <a:schemeClr val="tx1">
                      <a:lumMod val="65000"/>
                      <a:lumOff val="35000"/>
                    </a:schemeClr>
                  </a:solidFill>
                </a:rPr>
                <a:t>esse</a:t>
              </a:r>
              <a:r>
                <a:rPr lang="en-GB" sz="1200">
                  <a:solidFill>
                    <a:schemeClr val="tx1">
                      <a:lumMod val="65000"/>
                      <a:lumOff val="35000"/>
                    </a:schemeClr>
                  </a:solidFill>
                </a:rPr>
                <a:t> </a:t>
              </a:r>
              <a:r>
                <a:rPr lang="en-GB" sz="1200" err="1">
                  <a:solidFill>
                    <a:schemeClr val="tx1">
                      <a:lumMod val="65000"/>
                      <a:lumOff val="35000"/>
                    </a:schemeClr>
                  </a:solidFill>
                </a:rPr>
                <a:t>vapelo</a:t>
              </a:r>
              <a:r>
                <a:rPr lang="en-GB" sz="1200">
                  <a:solidFill>
                    <a:schemeClr val="tx1">
                      <a:lumMod val="65000"/>
                      <a:lumOff val="35000"/>
                    </a:schemeClr>
                  </a:solidFill>
                </a:rPr>
                <a:t>.  </a:t>
              </a:r>
            </a:p>
          </p:txBody>
        </p:sp>
        <p:sp>
          <p:nvSpPr>
            <p:cNvPr id="41" name="Text Placeholder 2">
              <a:extLst>
                <a:ext uri="{FF2B5EF4-FFF2-40B4-BE49-F238E27FC236}">
                  <a16:creationId xmlns:a16="http://schemas.microsoft.com/office/drawing/2014/main" id="{C55D6C9E-95A1-76D3-A846-D0AA1EAA139A}"/>
                </a:ext>
              </a:extLst>
            </p:cNvPr>
            <p:cNvSpPr txBox="1">
              <a:spLocks/>
            </p:cNvSpPr>
            <p:nvPr/>
          </p:nvSpPr>
          <p:spPr>
            <a:xfrm>
              <a:off x="826474" y="2655765"/>
              <a:ext cx="2195327" cy="184666"/>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Clr>
                  <a:srgbClr val="047A85"/>
                </a:buClr>
                <a:buNone/>
                <a:tabLst>
                  <a:tab pos="352425" algn="l"/>
                </a:tabLst>
                <a:defRPr/>
              </a:pPr>
              <a:r>
                <a:rPr lang="en-GB" sz="1200" b="1" err="1">
                  <a:solidFill>
                    <a:schemeClr val="accent1"/>
                  </a:solidFill>
                  <a:latin typeface="Aptos SemiBold" panose="020B0004020202020204" pitchFamily="34" charset="0"/>
                </a:rPr>
                <a:t>Elist</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sed</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aliquia</a:t>
              </a:r>
              <a:endParaRPr lang="en-GR" sz="1200">
                <a:solidFill>
                  <a:schemeClr val="accent1"/>
                </a:solidFill>
              </a:endParaRPr>
            </a:p>
          </p:txBody>
        </p:sp>
      </p:grpSp>
      <p:grpSp>
        <p:nvGrpSpPr>
          <p:cNvPr id="42" name="Group 41">
            <a:extLst>
              <a:ext uri="{FF2B5EF4-FFF2-40B4-BE49-F238E27FC236}">
                <a16:creationId xmlns:a16="http://schemas.microsoft.com/office/drawing/2014/main" id="{BC8F1699-31CC-C0A2-F0F2-1A5AD7D4173D}"/>
              </a:ext>
            </a:extLst>
          </p:cNvPr>
          <p:cNvGrpSpPr/>
          <p:nvPr/>
        </p:nvGrpSpPr>
        <p:grpSpPr>
          <a:xfrm>
            <a:off x="9296106" y="4817521"/>
            <a:ext cx="2195327" cy="1149005"/>
            <a:chOff x="826474" y="2658212"/>
            <a:chExt cx="2195327" cy="1149005"/>
          </a:xfrm>
        </p:grpSpPr>
        <p:sp>
          <p:nvSpPr>
            <p:cNvPr id="43" name="Text Placeholder 2">
              <a:extLst>
                <a:ext uri="{FF2B5EF4-FFF2-40B4-BE49-F238E27FC236}">
                  <a16:creationId xmlns:a16="http://schemas.microsoft.com/office/drawing/2014/main" id="{1CAB03E9-28A6-6732-0C22-58E9F9F472A9}"/>
                </a:ext>
              </a:extLst>
            </p:cNvPr>
            <p:cNvSpPr txBox="1">
              <a:spLocks/>
            </p:cNvSpPr>
            <p:nvPr/>
          </p:nvSpPr>
          <p:spPr>
            <a:xfrm>
              <a:off x="826474" y="2883887"/>
              <a:ext cx="2195327" cy="923330"/>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1200"/>
                </a:spcAft>
                <a:buClr>
                  <a:srgbClr val="047A85"/>
                </a:buClr>
                <a:buNone/>
                <a:tabLst>
                  <a:tab pos="352425" algn="l"/>
                </a:tabLst>
                <a:defRPr/>
              </a:pPr>
              <a:r>
                <a:rPr lang="en-GB" sz="1200" err="1">
                  <a:solidFill>
                    <a:schemeClr val="tx1">
                      <a:lumMod val="65000"/>
                      <a:lumOff val="35000"/>
                    </a:schemeClr>
                  </a:solidFill>
                </a:rPr>
                <a:t>Elit</a:t>
              </a:r>
              <a:r>
                <a:rPr lang="en-GB" sz="1200">
                  <a:solidFill>
                    <a:schemeClr val="tx1">
                      <a:lumMod val="65000"/>
                      <a:lumOff val="35000"/>
                    </a:schemeClr>
                  </a:solidFill>
                </a:rPr>
                <a:t> </a:t>
              </a:r>
              <a:r>
                <a:rPr lang="en-GB" sz="1200" err="1">
                  <a:solidFill>
                    <a:schemeClr val="tx1">
                      <a:lumMod val="65000"/>
                      <a:lumOff val="35000"/>
                    </a:schemeClr>
                  </a:solidFill>
                </a:rPr>
                <a:t>sed</a:t>
              </a:r>
              <a:r>
                <a:rPr lang="en-GB" sz="1200">
                  <a:solidFill>
                    <a:schemeClr val="tx1">
                      <a:lumMod val="65000"/>
                      <a:lumOff val="35000"/>
                    </a:schemeClr>
                  </a:solidFill>
                </a:rPr>
                <a:t> do </a:t>
              </a:r>
              <a:r>
                <a:rPr lang="en-GB" sz="1200" err="1">
                  <a:solidFill>
                    <a:schemeClr val="tx1">
                      <a:lumMod val="65000"/>
                      <a:lumOff val="35000"/>
                    </a:schemeClr>
                  </a:solidFill>
                </a:rPr>
                <a:t>eiusmod</a:t>
              </a:r>
              <a:r>
                <a:rPr lang="en-GB" sz="1200">
                  <a:solidFill>
                    <a:schemeClr val="tx1">
                      <a:lumMod val="65000"/>
                      <a:lumOff val="35000"/>
                    </a:schemeClr>
                  </a:solidFill>
                </a:rPr>
                <a:t> </a:t>
              </a:r>
              <a:r>
                <a:rPr lang="en-GB" sz="1200" err="1">
                  <a:solidFill>
                    <a:schemeClr val="tx1">
                      <a:lumMod val="65000"/>
                      <a:lumOff val="35000"/>
                    </a:schemeClr>
                  </a:solidFill>
                </a:rPr>
                <a:t>tempor</a:t>
              </a:r>
              <a:r>
                <a:rPr lang="en-GB" sz="1200">
                  <a:solidFill>
                    <a:schemeClr val="tx1">
                      <a:lumMod val="65000"/>
                      <a:lumOff val="35000"/>
                    </a:schemeClr>
                  </a:solidFill>
                </a:rPr>
                <a:t> </a:t>
              </a:r>
              <a:r>
                <a:rPr lang="en-GB" sz="1200" err="1">
                  <a:solidFill>
                    <a:schemeClr val="tx1">
                      <a:lumMod val="65000"/>
                      <a:lumOff val="35000"/>
                    </a:schemeClr>
                  </a:solidFill>
                </a:rPr>
                <a:t>incididunt</a:t>
              </a:r>
              <a:r>
                <a:rPr lang="en-GB" sz="1200">
                  <a:solidFill>
                    <a:schemeClr val="tx1">
                      <a:lumMod val="65000"/>
                      <a:lumOff val="35000"/>
                    </a:schemeClr>
                  </a:solidFill>
                </a:rPr>
                <a:t> </a:t>
              </a:r>
              <a:r>
                <a:rPr lang="en-GB" sz="1200" err="1">
                  <a:solidFill>
                    <a:schemeClr val="tx1">
                      <a:lumMod val="65000"/>
                      <a:lumOff val="35000"/>
                    </a:schemeClr>
                  </a:solidFill>
                </a:rPr>
                <a:t>ut</a:t>
              </a:r>
              <a:r>
                <a:rPr lang="en-GB" sz="1200">
                  <a:solidFill>
                    <a:schemeClr val="tx1">
                      <a:lumMod val="65000"/>
                      <a:lumOff val="35000"/>
                    </a:schemeClr>
                  </a:solidFill>
                </a:rPr>
                <a:t> </a:t>
              </a:r>
              <a:r>
                <a:rPr lang="en-GB" sz="1200" err="1">
                  <a:solidFill>
                    <a:schemeClr val="tx1">
                      <a:lumMod val="65000"/>
                      <a:lumOff val="35000"/>
                    </a:schemeClr>
                  </a:solidFill>
                </a:rPr>
                <a:t>aliqua</a:t>
              </a:r>
              <a:r>
                <a:rPr lang="en-GB" sz="1200">
                  <a:solidFill>
                    <a:schemeClr val="tx1">
                      <a:lumMod val="65000"/>
                      <a:lumOff val="35000"/>
                    </a:schemeClr>
                  </a:solidFill>
                </a:rPr>
                <a:t>. Nostros exercitation </a:t>
              </a:r>
              <a:r>
                <a:rPr lang="en-GB" sz="1200" err="1">
                  <a:solidFill>
                    <a:schemeClr val="tx1">
                      <a:lumMod val="65000"/>
                      <a:lumOff val="35000"/>
                    </a:schemeClr>
                  </a:solidFill>
                </a:rPr>
                <a:t>ullamco</a:t>
              </a:r>
              <a:r>
                <a:rPr lang="en-GB" sz="1200">
                  <a:solidFill>
                    <a:schemeClr val="tx1">
                      <a:lumMod val="65000"/>
                      <a:lumOff val="35000"/>
                    </a:schemeClr>
                  </a:solidFill>
                </a:rPr>
                <a:t> </a:t>
              </a:r>
              <a:r>
                <a:rPr lang="en-GB" sz="1200" err="1">
                  <a:solidFill>
                    <a:schemeClr val="tx1">
                      <a:lumMod val="65000"/>
                      <a:lumOff val="35000"/>
                    </a:schemeClr>
                  </a:solidFill>
                </a:rPr>
                <a:t>laboris</a:t>
              </a:r>
              <a:r>
                <a:rPr lang="en-GB" sz="1200">
                  <a:solidFill>
                    <a:schemeClr val="tx1">
                      <a:lumMod val="65000"/>
                      <a:lumOff val="35000"/>
                    </a:schemeClr>
                  </a:solidFill>
                </a:rPr>
                <a:t> nisi </a:t>
              </a:r>
              <a:r>
                <a:rPr lang="en-GB" sz="1200" err="1">
                  <a:solidFill>
                    <a:schemeClr val="tx1">
                      <a:lumMod val="65000"/>
                      <a:lumOff val="35000"/>
                    </a:schemeClr>
                  </a:solidFill>
                </a:rPr>
                <a:t>ut</a:t>
              </a:r>
              <a:r>
                <a:rPr lang="en-GB" sz="1200">
                  <a:solidFill>
                    <a:schemeClr val="tx1">
                      <a:lumMod val="65000"/>
                      <a:lumOff val="35000"/>
                    </a:schemeClr>
                  </a:solidFill>
                </a:rPr>
                <a:t> </a:t>
              </a:r>
              <a:r>
                <a:rPr lang="en-GB" sz="1200" err="1">
                  <a:solidFill>
                    <a:schemeClr val="tx1">
                      <a:lumMod val="65000"/>
                      <a:lumOff val="35000"/>
                    </a:schemeClr>
                  </a:solidFill>
                </a:rPr>
                <a:t>aliquip</a:t>
              </a:r>
              <a:r>
                <a:rPr lang="en-GB" sz="1200">
                  <a:solidFill>
                    <a:schemeClr val="tx1">
                      <a:lumMod val="65000"/>
                      <a:lumOff val="35000"/>
                    </a:schemeClr>
                  </a:solidFill>
                </a:rPr>
                <a:t> ex </a:t>
              </a:r>
              <a:r>
                <a:rPr lang="en-GB" sz="1200" err="1">
                  <a:solidFill>
                    <a:schemeClr val="tx1">
                      <a:lumMod val="65000"/>
                      <a:lumOff val="35000"/>
                    </a:schemeClr>
                  </a:solidFill>
                </a:rPr>
                <a:t>eacomodol</a:t>
              </a:r>
              <a:r>
                <a:rPr lang="en-GB" sz="1200">
                  <a:solidFill>
                    <a:schemeClr val="tx1">
                      <a:lumMod val="65000"/>
                      <a:lumOff val="35000"/>
                    </a:schemeClr>
                  </a:solidFill>
                </a:rPr>
                <a:t> </a:t>
              </a:r>
              <a:r>
                <a:rPr lang="en-GB" sz="1200" err="1">
                  <a:solidFill>
                    <a:schemeClr val="tx1">
                      <a:lumMod val="65000"/>
                      <a:lumOff val="35000"/>
                    </a:schemeClr>
                  </a:solidFill>
                </a:rPr>
                <a:t>adipsico</a:t>
              </a:r>
              <a:r>
                <a:rPr lang="en-GB" sz="1200">
                  <a:solidFill>
                    <a:schemeClr val="tx1">
                      <a:lumMod val="65000"/>
                      <a:lumOff val="35000"/>
                    </a:schemeClr>
                  </a:solidFill>
                </a:rPr>
                <a:t> </a:t>
              </a:r>
              <a:r>
                <a:rPr lang="en-GB" sz="1200" err="1">
                  <a:solidFill>
                    <a:schemeClr val="tx1">
                      <a:lumMod val="65000"/>
                      <a:lumOff val="35000"/>
                    </a:schemeClr>
                  </a:solidFill>
                </a:rPr>
                <a:t>kapito</a:t>
              </a:r>
              <a:r>
                <a:rPr lang="en-GB" sz="1200">
                  <a:solidFill>
                    <a:schemeClr val="tx1">
                      <a:lumMod val="65000"/>
                      <a:lumOff val="35000"/>
                    </a:schemeClr>
                  </a:solidFill>
                </a:rPr>
                <a:t> </a:t>
              </a:r>
              <a:r>
                <a:rPr lang="en-GB" sz="1200" err="1">
                  <a:solidFill>
                    <a:schemeClr val="tx1">
                      <a:lumMod val="65000"/>
                      <a:lumOff val="35000"/>
                    </a:schemeClr>
                  </a:solidFill>
                </a:rPr>
                <a:t>lamane</a:t>
              </a:r>
              <a:r>
                <a:rPr lang="en-GB" sz="1200">
                  <a:solidFill>
                    <a:schemeClr val="tx1">
                      <a:lumMod val="65000"/>
                      <a:lumOff val="35000"/>
                    </a:schemeClr>
                  </a:solidFill>
                </a:rPr>
                <a:t>.</a:t>
              </a:r>
            </a:p>
          </p:txBody>
        </p:sp>
        <p:sp>
          <p:nvSpPr>
            <p:cNvPr id="44" name="Text Placeholder 2">
              <a:extLst>
                <a:ext uri="{FF2B5EF4-FFF2-40B4-BE49-F238E27FC236}">
                  <a16:creationId xmlns:a16="http://schemas.microsoft.com/office/drawing/2014/main" id="{198E267B-07B4-C28E-6297-C8483C6E76DF}"/>
                </a:ext>
              </a:extLst>
            </p:cNvPr>
            <p:cNvSpPr txBox="1">
              <a:spLocks/>
            </p:cNvSpPr>
            <p:nvPr/>
          </p:nvSpPr>
          <p:spPr>
            <a:xfrm>
              <a:off x="826474" y="2658212"/>
              <a:ext cx="2195327" cy="184666"/>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Clr>
                  <a:srgbClr val="047A85"/>
                </a:buClr>
                <a:buNone/>
                <a:tabLst>
                  <a:tab pos="352425" algn="l"/>
                </a:tabLst>
                <a:defRPr/>
              </a:pPr>
              <a:r>
                <a:rPr lang="en-GB" sz="1200" b="1">
                  <a:solidFill>
                    <a:schemeClr val="accent1"/>
                  </a:solidFill>
                  <a:latin typeface="Aptos SemiBold" panose="020B0004020202020204" pitchFamily="34" charset="0"/>
                </a:rPr>
                <a:t>Ut </a:t>
              </a:r>
              <a:r>
                <a:rPr lang="en-GB" sz="1200" b="1" err="1">
                  <a:solidFill>
                    <a:schemeClr val="accent1"/>
                  </a:solidFill>
                  <a:latin typeface="Aptos SemiBold" panose="020B0004020202020204" pitchFamily="34" charset="0"/>
                </a:rPr>
                <a:t>enim</a:t>
              </a:r>
              <a:r>
                <a:rPr lang="en-GB" sz="1200" b="1">
                  <a:solidFill>
                    <a:schemeClr val="accent1"/>
                  </a:solidFill>
                  <a:latin typeface="Aptos SemiBold" panose="020B0004020202020204" pitchFamily="34" charset="0"/>
                </a:rPr>
                <a:t> ad minim </a:t>
              </a:r>
              <a:r>
                <a:rPr lang="en-GB" sz="1200" b="1" err="1">
                  <a:solidFill>
                    <a:schemeClr val="accent1"/>
                  </a:solidFill>
                  <a:latin typeface="Aptos SemiBold" panose="020B0004020202020204" pitchFamily="34" charset="0"/>
                </a:rPr>
                <a:t>ea</a:t>
              </a:r>
              <a:endParaRPr lang="en-GR" sz="1200">
                <a:solidFill>
                  <a:schemeClr val="accent1"/>
                </a:solidFill>
              </a:endParaRPr>
            </a:p>
          </p:txBody>
        </p:sp>
      </p:grpSp>
      <p:sp>
        <p:nvSpPr>
          <p:cNvPr id="3" name="Text Placeholder 2">
            <a:extLst>
              <a:ext uri="{FF2B5EF4-FFF2-40B4-BE49-F238E27FC236}">
                <a16:creationId xmlns:a16="http://schemas.microsoft.com/office/drawing/2014/main" id="{09ABAC19-C373-4944-F210-7B9D634738E7}"/>
              </a:ext>
            </a:extLst>
          </p:cNvPr>
          <p:cNvSpPr>
            <a:spLocks noGrp="1"/>
          </p:cNvSpPr>
          <p:nvPr>
            <p:ph type="body" sz="quarter" idx="25"/>
          </p:nvPr>
        </p:nvSpPr>
        <p:spPr>
          <a:xfrm>
            <a:off x="332318" y="741496"/>
            <a:ext cx="11531549" cy="334515"/>
          </a:xfrm>
        </p:spPr>
        <p:txBody>
          <a:bodyPr/>
          <a:lstStyle/>
          <a:p>
            <a:r>
              <a:rPr lang="en-GR"/>
              <a:t>Infographic</a:t>
            </a:r>
          </a:p>
        </p:txBody>
      </p:sp>
    </p:spTree>
    <p:extLst>
      <p:ext uri="{BB962C8B-B14F-4D97-AF65-F5344CB8AC3E}">
        <p14:creationId xmlns:p14="http://schemas.microsoft.com/office/powerpoint/2010/main" val="220509173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 Placeholder 48">
            <a:extLst>
              <a:ext uri="{FF2B5EF4-FFF2-40B4-BE49-F238E27FC236}">
                <a16:creationId xmlns:a16="http://schemas.microsoft.com/office/drawing/2014/main" id="{BB8039BC-77A0-151F-A0DF-F39048FD3AD5}"/>
              </a:ext>
            </a:extLst>
          </p:cNvPr>
          <p:cNvSpPr>
            <a:spLocks noGrp="1"/>
          </p:cNvSpPr>
          <p:nvPr>
            <p:ph type="body" sz="quarter" idx="14"/>
          </p:nvPr>
        </p:nvSpPr>
        <p:spPr>
          <a:xfrm>
            <a:off x="331201" y="1268822"/>
            <a:ext cx="7939040" cy="364908"/>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4" name="Slide Number Placeholder 3">
            <a:extLst>
              <a:ext uri="{FF2B5EF4-FFF2-40B4-BE49-F238E27FC236}">
                <a16:creationId xmlns:a16="http://schemas.microsoft.com/office/drawing/2014/main" id="{76890017-B10C-6199-CBEF-53C9F4EAE131}"/>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175</a:t>
            </a:fld>
            <a:endParaRPr lang="en-GR"/>
          </a:p>
        </p:txBody>
      </p:sp>
      <p:sp>
        <p:nvSpPr>
          <p:cNvPr id="8" name="Rectangle 7">
            <a:extLst>
              <a:ext uri="{FF2B5EF4-FFF2-40B4-BE49-F238E27FC236}">
                <a16:creationId xmlns:a16="http://schemas.microsoft.com/office/drawing/2014/main" id="{DBFE0574-4726-8F36-AA1F-3302ECE50545}"/>
              </a:ext>
            </a:extLst>
          </p:cNvPr>
          <p:cNvSpPr/>
          <p:nvPr/>
        </p:nvSpPr>
        <p:spPr>
          <a:xfrm>
            <a:off x="6311450" y="2307552"/>
            <a:ext cx="5544000" cy="1777101"/>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R">
              <a:solidFill>
                <a:prstClr val="white"/>
              </a:solidFill>
              <a:latin typeface="Calibri" panose="020F0502020204030204"/>
            </a:endParaRPr>
          </a:p>
        </p:txBody>
      </p:sp>
      <p:sp>
        <p:nvSpPr>
          <p:cNvPr id="9" name="Rectangle 8">
            <a:extLst>
              <a:ext uri="{FF2B5EF4-FFF2-40B4-BE49-F238E27FC236}">
                <a16:creationId xmlns:a16="http://schemas.microsoft.com/office/drawing/2014/main" id="{0998B1F1-80E9-9EDD-3835-5B23BD6312B9}"/>
              </a:ext>
            </a:extLst>
          </p:cNvPr>
          <p:cNvSpPr/>
          <p:nvPr/>
        </p:nvSpPr>
        <p:spPr>
          <a:xfrm>
            <a:off x="346712" y="2307550"/>
            <a:ext cx="5544000" cy="1777101"/>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R">
              <a:solidFill>
                <a:prstClr val="white"/>
              </a:solidFill>
              <a:latin typeface="Calibri" panose="020F0502020204030204"/>
            </a:endParaRPr>
          </a:p>
        </p:txBody>
      </p:sp>
      <p:sp>
        <p:nvSpPr>
          <p:cNvPr id="10" name="Rectangle 9">
            <a:extLst>
              <a:ext uri="{FF2B5EF4-FFF2-40B4-BE49-F238E27FC236}">
                <a16:creationId xmlns:a16="http://schemas.microsoft.com/office/drawing/2014/main" id="{3BFEEC2A-8CBC-6D18-C9B9-916A9C405228}"/>
              </a:ext>
            </a:extLst>
          </p:cNvPr>
          <p:cNvSpPr/>
          <p:nvPr/>
        </p:nvSpPr>
        <p:spPr>
          <a:xfrm>
            <a:off x="360000" y="4483990"/>
            <a:ext cx="5544000" cy="1826526"/>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R">
              <a:solidFill>
                <a:prstClr val="white"/>
              </a:solidFill>
              <a:latin typeface="Calibri" panose="020F0502020204030204"/>
            </a:endParaRPr>
          </a:p>
        </p:txBody>
      </p:sp>
      <p:sp>
        <p:nvSpPr>
          <p:cNvPr id="11" name="Rectangle 10">
            <a:extLst>
              <a:ext uri="{FF2B5EF4-FFF2-40B4-BE49-F238E27FC236}">
                <a16:creationId xmlns:a16="http://schemas.microsoft.com/office/drawing/2014/main" id="{7E730801-52DB-9BFE-34C5-C7C41C6FE702}"/>
              </a:ext>
            </a:extLst>
          </p:cNvPr>
          <p:cNvSpPr/>
          <p:nvPr/>
        </p:nvSpPr>
        <p:spPr>
          <a:xfrm>
            <a:off x="6298162" y="4483990"/>
            <a:ext cx="5544000" cy="1840610"/>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R">
              <a:solidFill>
                <a:prstClr val="white"/>
              </a:solidFill>
              <a:latin typeface="Calibri" panose="020F0502020204030204"/>
            </a:endParaRPr>
          </a:p>
        </p:txBody>
      </p:sp>
      <p:sp>
        <p:nvSpPr>
          <p:cNvPr id="12" name="Oval 11">
            <a:extLst>
              <a:ext uri="{FF2B5EF4-FFF2-40B4-BE49-F238E27FC236}">
                <a16:creationId xmlns:a16="http://schemas.microsoft.com/office/drawing/2014/main" id="{5F21E236-242A-E9FB-DD23-63EE9F28CF72}"/>
              </a:ext>
            </a:extLst>
          </p:cNvPr>
          <p:cNvSpPr/>
          <p:nvPr/>
        </p:nvSpPr>
        <p:spPr>
          <a:xfrm>
            <a:off x="4617466" y="3160881"/>
            <a:ext cx="3013045" cy="2235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a:t>   </a:t>
            </a:r>
          </a:p>
        </p:txBody>
      </p:sp>
      <p:sp>
        <p:nvSpPr>
          <p:cNvPr id="13" name="Forma libre 2">
            <a:extLst>
              <a:ext uri="{FF2B5EF4-FFF2-40B4-BE49-F238E27FC236}">
                <a16:creationId xmlns:a16="http://schemas.microsoft.com/office/drawing/2014/main" id="{889FAB50-4A4E-5C6A-2AE8-03B5754FF0A5}"/>
              </a:ext>
            </a:extLst>
          </p:cNvPr>
          <p:cNvSpPr/>
          <p:nvPr/>
        </p:nvSpPr>
        <p:spPr>
          <a:xfrm rot="5400000">
            <a:off x="6615753" y="2492497"/>
            <a:ext cx="1290482" cy="1893833"/>
          </a:xfrm>
          <a:custGeom>
            <a:avLst/>
            <a:gdLst>
              <a:gd name="connsiteX0" fmla="*/ 110552 w 195824"/>
              <a:gd name="connsiteY0" fmla="*/ 203328 h 287380"/>
              <a:gd name="connsiteX1" fmla="*/ 196765 w 195824"/>
              <a:gd name="connsiteY1" fmla="*/ 110705 h 287380"/>
              <a:gd name="connsiteX2" fmla="*/ 196765 w 195824"/>
              <a:gd name="connsiteY2" fmla="*/ 0 h 287380"/>
              <a:gd name="connsiteX3" fmla="*/ 55289 w 195824"/>
              <a:gd name="connsiteY3" fmla="*/ 64063 h 287380"/>
              <a:gd name="connsiteX4" fmla="*/ 0 w 195824"/>
              <a:gd name="connsiteY4" fmla="*/ 203328 h 287380"/>
              <a:gd name="connsiteX5" fmla="*/ 0 w 195824"/>
              <a:gd name="connsiteY5" fmla="*/ 223928 h 287380"/>
              <a:gd name="connsiteX6" fmla="*/ 0 w 195824"/>
              <a:gd name="connsiteY6" fmla="*/ 288296 h 287380"/>
              <a:gd name="connsiteX7" fmla="*/ 110552 w 195824"/>
              <a:gd name="connsiteY7" fmla="*/ 288296 h 287380"/>
              <a:gd name="connsiteX8" fmla="*/ 110552 w 195824"/>
              <a:gd name="connsiteY8" fmla="*/ 223928 h 287380"/>
              <a:gd name="connsiteX9" fmla="*/ 110552 w 195824"/>
              <a:gd name="connsiteY9" fmla="*/ 203328 h 287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824" h="287380">
                <a:moveTo>
                  <a:pt x="110552" y="203328"/>
                </a:moveTo>
                <a:cubicBezTo>
                  <a:pt x="110552" y="154346"/>
                  <a:pt x="148649" y="114139"/>
                  <a:pt x="196765" y="110705"/>
                </a:cubicBezTo>
                <a:lnTo>
                  <a:pt x="196765" y="0"/>
                </a:lnTo>
                <a:cubicBezTo>
                  <a:pt x="141096" y="1806"/>
                  <a:pt x="90995" y="26093"/>
                  <a:pt x="55289" y="64063"/>
                </a:cubicBezTo>
                <a:cubicBezTo>
                  <a:pt x="21032" y="100481"/>
                  <a:pt x="0" y="149489"/>
                  <a:pt x="0" y="203328"/>
                </a:cubicBezTo>
                <a:lnTo>
                  <a:pt x="0" y="223928"/>
                </a:lnTo>
                <a:lnTo>
                  <a:pt x="0" y="288296"/>
                </a:lnTo>
                <a:lnTo>
                  <a:pt x="110552" y="288296"/>
                </a:lnTo>
                <a:lnTo>
                  <a:pt x="110552" y="223928"/>
                </a:lnTo>
                <a:lnTo>
                  <a:pt x="110552" y="203328"/>
                </a:lnTo>
                <a:close/>
              </a:path>
            </a:pathLst>
          </a:custGeom>
          <a:solidFill>
            <a:schemeClr val="accent3"/>
          </a:solidFill>
          <a:ln w="2543" cap="flat">
            <a:noFill/>
            <a:prstDash val="solid"/>
            <a:miter/>
          </a:ln>
        </p:spPr>
        <p:txBody>
          <a:bodyPr rtlCol="0" anchor="ctr"/>
          <a:lstStyle/>
          <a:p>
            <a:pPr defTabSz="685663"/>
            <a:endParaRPr lang="es-MX" sz="1350">
              <a:solidFill>
                <a:srgbClr val="999999"/>
              </a:solidFill>
            </a:endParaRPr>
          </a:p>
        </p:txBody>
      </p:sp>
      <p:sp>
        <p:nvSpPr>
          <p:cNvPr id="14" name="Forma libre 3">
            <a:extLst>
              <a:ext uri="{FF2B5EF4-FFF2-40B4-BE49-F238E27FC236}">
                <a16:creationId xmlns:a16="http://schemas.microsoft.com/office/drawing/2014/main" id="{B918898F-D53F-99D0-D028-7119BC2893EB}"/>
              </a:ext>
            </a:extLst>
          </p:cNvPr>
          <p:cNvSpPr/>
          <p:nvPr/>
        </p:nvSpPr>
        <p:spPr>
          <a:xfrm rot="5400000">
            <a:off x="6606270" y="4189877"/>
            <a:ext cx="1290482" cy="1893833"/>
          </a:xfrm>
          <a:custGeom>
            <a:avLst/>
            <a:gdLst>
              <a:gd name="connsiteX0" fmla="*/ 86214 w 195824"/>
              <a:gd name="connsiteY0" fmla="*/ 203328 h 287380"/>
              <a:gd name="connsiteX1" fmla="*/ 0 w 195824"/>
              <a:gd name="connsiteY1" fmla="*/ 110705 h 287380"/>
              <a:gd name="connsiteX2" fmla="*/ 0 w 195824"/>
              <a:gd name="connsiteY2" fmla="*/ 0 h 287380"/>
              <a:gd name="connsiteX3" fmla="*/ 141477 w 195824"/>
              <a:gd name="connsiteY3" fmla="*/ 64063 h 287380"/>
              <a:gd name="connsiteX4" fmla="*/ 196766 w 195824"/>
              <a:gd name="connsiteY4" fmla="*/ 203328 h 287380"/>
              <a:gd name="connsiteX5" fmla="*/ 196766 w 195824"/>
              <a:gd name="connsiteY5" fmla="*/ 223928 h 287380"/>
              <a:gd name="connsiteX6" fmla="*/ 196766 w 195824"/>
              <a:gd name="connsiteY6" fmla="*/ 288296 h 287380"/>
              <a:gd name="connsiteX7" fmla="*/ 86189 w 195824"/>
              <a:gd name="connsiteY7" fmla="*/ 288296 h 287380"/>
              <a:gd name="connsiteX8" fmla="*/ 86189 w 195824"/>
              <a:gd name="connsiteY8" fmla="*/ 223928 h 287380"/>
              <a:gd name="connsiteX9" fmla="*/ 86189 w 195824"/>
              <a:gd name="connsiteY9" fmla="*/ 203328 h 287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824" h="287380">
                <a:moveTo>
                  <a:pt x="86214" y="203328"/>
                </a:moveTo>
                <a:cubicBezTo>
                  <a:pt x="86214" y="154346"/>
                  <a:pt x="48117" y="114139"/>
                  <a:pt x="0" y="110705"/>
                </a:cubicBezTo>
                <a:lnTo>
                  <a:pt x="0" y="0"/>
                </a:lnTo>
                <a:cubicBezTo>
                  <a:pt x="55671" y="1806"/>
                  <a:pt x="105771" y="26093"/>
                  <a:pt x="141477" y="64063"/>
                </a:cubicBezTo>
                <a:cubicBezTo>
                  <a:pt x="175734" y="100481"/>
                  <a:pt x="196766" y="149489"/>
                  <a:pt x="196766" y="203328"/>
                </a:cubicBezTo>
                <a:lnTo>
                  <a:pt x="196766" y="223928"/>
                </a:lnTo>
                <a:lnTo>
                  <a:pt x="196766" y="288296"/>
                </a:lnTo>
                <a:lnTo>
                  <a:pt x="86189" y="288296"/>
                </a:lnTo>
                <a:lnTo>
                  <a:pt x="86189" y="223928"/>
                </a:lnTo>
                <a:lnTo>
                  <a:pt x="86189" y="203328"/>
                </a:lnTo>
                <a:close/>
              </a:path>
            </a:pathLst>
          </a:custGeom>
          <a:solidFill>
            <a:schemeClr val="accent4"/>
          </a:solidFill>
          <a:ln w="2543" cap="flat">
            <a:noFill/>
            <a:prstDash val="solid"/>
            <a:miter/>
          </a:ln>
        </p:spPr>
        <p:txBody>
          <a:bodyPr rtlCol="0" anchor="ctr"/>
          <a:lstStyle/>
          <a:p>
            <a:pPr defTabSz="685663"/>
            <a:endParaRPr lang="es-MX" sz="1350">
              <a:solidFill>
                <a:srgbClr val="999999"/>
              </a:solidFill>
            </a:endParaRPr>
          </a:p>
        </p:txBody>
      </p:sp>
      <p:sp>
        <p:nvSpPr>
          <p:cNvPr id="15" name="Forma libre 4">
            <a:extLst>
              <a:ext uri="{FF2B5EF4-FFF2-40B4-BE49-F238E27FC236}">
                <a16:creationId xmlns:a16="http://schemas.microsoft.com/office/drawing/2014/main" id="{AA36F6F3-0F64-91D8-587B-FA82EA125EA6}"/>
              </a:ext>
            </a:extLst>
          </p:cNvPr>
          <p:cNvSpPr/>
          <p:nvPr/>
        </p:nvSpPr>
        <p:spPr>
          <a:xfrm rot="5400000">
            <a:off x="4298554" y="2492496"/>
            <a:ext cx="1290482" cy="1893833"/>
          </a:xfrm>
          <a:custGeom>
            <a:avLst/>
            <a:gdLst>
              <a:gd name="connsiteX0" fmla="*/ 110552 w 195824"/>
              <a:gd name="connsiteY0" fmla="*/ 84968 h 287380"/>
              <a:gd name="connsiteX1" fmla="*/ 196765 w 195824"/>
              <a:gd name="connsiteY1" fmla="*/ 177591 h 287380"/>
              <a:gd name="connsiteX2" fmla="*/ 196765 w 195824"/>
              <a:gd name="connsiteY2" fmla="*/ 288297 h 287380"/>
              <a:gd name="connsiteX3" fmla="*/ 55289 w 195824"/>
              <a:gd name="connsiteY3" fmla="*/ 224234 h 287380"/>
              <a:gd name="connsiteX4" fmla="*/ 0 w 195824"/>
              <a:gd name="connsiteY4" fmla="*/ 84968 h 287380"/>
              <a:gd name="connsiteX5" fmla="*/ 0 w 195824"/>
              <a:gd name="connsiteY5" fmla="*/ 64368 h 287380"/>
              <a:gd name="connsiteX6" fmla="*/ 0 w 195824"/>
              <a:gd name="connsiteY6" fmla="*/ 0 h 287380"/>
              <a:gd name="connsiteX7" fmla="*/ 110552 w 195824"/>
              <a:gd name="connsiteY7" fmla="*/ 0 h 287380"/>
              <a:gd name="connsiteX8" fmla="*/ 110552 w 195824"/>
              <a:gd name="connsiteY8" fmla="*/ 64368 h 287380"/>
              <a:gd name="connsiteX9" fmla="*/ 110552 w 195824"/>
              <a:gd name="connsiteY9" fmla="*/ 84968 h 287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824" h="287380">
                <a:moveTo>
                  <a:pt x="110552" y="84968"/>
                </a:moveTo>
                <a:cubicBezTo>
                  <a:pt x="110552" y="133950"/>
                  <a:pt x="148649" y="174158"/>
                  <a:pt x="196765" y="177591"/>
                </a:cubicBezTo>
                <a:lnTo>
                  <a:pt x="196765" y="288297"/>
                </a:lnTo>
                <a:cubicBezTo>
                  <a:pt x="141096" y="286491"/>
                  <a:pt x="90995" y="262203"/>
                  <a:pt x="55289" y="224234"/>
                </a:cubicBezTo>
                <a:cubicBezTo>
                  <a:pt x="21032" y="187815"/>
                  <a:pt x="0" y="138808"/>
                  <a:pt x="0" y="84968"/>
                </a:cubicBezTo>
                <a:lnTo>
                  <a:pt x="0" y="64368"/>
                </a:lnTo>
                <a:lnTo>
                  <a:pt x="0" y="0"/>
                </a:lnTo>
                <a:lnTo>
                  <a:pt x="110552" y="0"/>
                </a:lnTo>
                <a:lnTo>
                  <a:pt x="110552" y="64368"/>
                </a:lnTo>
                <a:lnTo>
                  <a:pt x="110552" y="84968"/>
                </a:lnTo>
                <a:close/>
              </a:path>
            </a:pathLst>
          </a:custGeom>
          <a:solidFill>
            <a:schemeClr val="accent2"/>
          </a:solidFill>
          <a:ln w="2543" cap="flat">
            <a:noFill/>
            <a:prstDash val="solid"/>
            <a:miter/>
          </a:ln>
        </p:spPr>
        <p:txBody>
          <a:bodyPr rtlCol="0" anchor="ctr"/>
          <a:lstStyle/>
          <a:p>
            <a:pPr defTabSz="685663"/>
            <a:endParaRPr lang="es-MX" sz="1350">
              <a:solidFill>
                <a:srgbClr val="999999"/>
              </a:solidFill>
            </a:endParaRPr>
          </a:p>
        </p:txBody>
      </p:sp>
      <p:sp>
        <p:nvSpPr>
          <p:cNvPr id="16" name="Forma libre 5">
            <a:extLst>
              <a:ext uri="{FF2B5EF4-FFF2-40B4-BE49-F238E27FC236}">
                <a16:creationId xmlns:a16="http://schemas.microsoft.com/office/drawing/2014/main" id="{0F242C92-6638-3251-C99D-A6B6C4E60A69}"/>
              </a:ext>
            </a:extLst>
          </p:cNvPr>
          <p:cNvSpPr/>
          <p:nvPr/>
        </p:nvSpPr>
        <p:spPr>
          <a:xfrm rot="5400000">
            <a:off x="4311842" y="4189877"/>
            <a:ext cx="1290482" cy="1893833"/>
          </a:xfrm>
          <a:custGeom>
            <a:avLst/>
            <a:gdLst>
              <a:gd name="connsiteX0" fmla="*/ 86214 w 195824"/>
              <a:gd name="connsiteY0" fmla="*/ 84968 h 287380"/>
              <a:gd name="connsiteX1" fmla="*/ 0 w 195824"/>
              <a:gd name="connsiteY1" fmla="*/ 177591 h 287380"/>
              <a:gd name="connsiteX2" fmla="*/ 0 w 195824"/>
              <a:gd name="connsiteY2" fmla="*/ 288297 h 287380"/>
              <a:gd name="connsiteX3" fmla="*/ 141477 w 195824"/>
              <a:gd name="connsiteY3" fmla="*/ 224234 h 287380"/>
              <a:gd name="connsiteX4" fmla="*/ 196766 w 195824"/>
              <a:gd name="connsiteY4" fmla="*/ 84968 h 287380"/>
              <a:gd name="connsiteX5" fmla="*/ 196766 w 195824"/>
              <a:gd name="connsiteY5" fmla="*/ 64368 h 287380"/>
              <a:gd name="connsiteX6" fmla="*/ 196766 w 195824"/>
              <a:gd name="connsiteY6" fmla="*/ 0 h 287380"/>
              <a:gd name="connsiteX7" fmla="*/ 86189 w 195824"/>
              <a:gd name="connsiteY7" fmla="*/ 0 h 287380"/>
              <a:gd name="connsiteX8" fmla="*/ 86189 w 195824"/>
              <a:gd name="connsiteY8" fmla="*/ 64368 h 287380"/>
              <a:gd name="connsiteX9" fmla="*/ 86189 w 195824"/>
              <a:gd name="connsiteY9" fmla="*/ 84968 h 287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5824" h="287380">
                <a:moveTo>
                  <a:pt x="86214" y="84968"/>
                </a:moveTo>
                <a:cubicBezTo>
                  <a:pt x="86214" y="133950"/>
                  <a:pt x="48117" y="174158"/>
                  <a:pt x="0" y="177591"/>
                </a:cubicBezTo>
                <a:lnTo>
                  <a:pt x="0" y="288297"/>
                </a:lnTo>
                <a:cubicBezTo>
                  <a:pt x="55671" y="286491"/>
                  <a:pt x="105771" y="262203"/>
                  <a:pt x="141477" y="224234"/>
                </a:cubicBezTo>
                <a:cubicBezTo>
                  <a:pt x="175734" y="187815"/>
                  <a:pt x="196766" y="138808"/>
                  <a:pt x="196766" y="84968"/>
                </a:cubicBezTo>
                <a:lnTo>
                  <a:pt x="196766" y="64368"/>
                </a:lnTo>
                <a:lnTo>
                  <a:pt x="196766" y="0"/>
                </a:lnTo>
                <a:lnTo>
                  <a:pt x="86189" y="0"/>
                </a:lnTo>
                <a:lnTo>
                  <a:pt x="86189" y="64368"/>
                </a:lnTo>
                <a:lnTo>
                  <a:pt x="86189" y="84968"/>
                </a:lnTo>
                <a:close/>
              </a:path>
            </a:pathLst>
          </a:custGeom>
          <a:solidFill>
            <a:schemeClr val="accent5"/>
          </a:solidFill>
          <a:ln w="2543" cap="flat">
            <a:noFill/>
            <a:prstDash val="solid"/>
            <a:miter/>
          </a:ln>
        </p:spPr>
        <p:txBody>
          <a:bodyPr rtlCol="0" anchor="ctr"/>
          <a:lstStyle/>
          <a:p>
            <a:pPr defTabSz="685663"/>
            <a:endParaRPr lang="es-MX" sz="1350">
              <a:solidFill>
                <a:srgbClr val="999999"/>
              </a:solidFill>
            </a:endParaRPr>
          </a:p>
        </p:txBody>
      </p:sp>
      <p:grpSp>
        <p:nvGrpSpPr>
          <p:cNvPr id="17" name="Group 16">
            <a:extLst>
              <a:ext uri="{FF2B5EF4-FFF2-40B4-BE49-F238E27FC236}">
                <a16:creationId xmlns:a16="http://schemas.microsoft.com/office/drawing/2014/main" id="{98638056-4636-E80E-2FCC-7F87B90FC691}"/>
              </a:ext>
            </a:extLst>
          </p:cNvPr>
          <p:cNvGrpSpPr/>
          <p:nvPr/>
        </p:nvGrpSpPr>
        <p:grpSpPr>
          <a:xfrm>
            <a:off x="4709971" y="3092801"/>
            <a:ext cx="510106" cy="330945"/>
            <a:chOff x="5748368" y="1218848"/>
            <a:chExt cx="206785" cy="134158"/>
          </a:xfrm>
        </p:grpSpPr>
        <p:sp>
          <p:nvSpPr>
            <p:cNvPr id="18" name="Freeform 72">
              <a:extLst>
                <a:ext uri="{FF2B5EF4-FFF2-40B4-BE49-F238E27FC236}">
                  <a16:creationId xmlns:a16="http://schemas.microsoft.com/office/drawing/2014/main" id="{2CA232B9-2575-8142-5DA7-256DEF7FD7D1}"/>
                </a:ext>
              </a:extLst>
            </p:cNvPr>
            <p:cNvSpPr/>
            <p:nvPr/>
          </p:nvSpPr>
          <p:spPr>
            <a:xfrm>
              <a:off x="5760232" y="1218848"/>
              <a:ext cx="154593" cy="45991"/>
            </a:xfrm>
            <a:custGeom>
              <a:avLst/>
              <a:gdLst>
                <a:gd name="connsiteX0" fmla="*/ 174606 w 174605"/>
                <a:gd name="connsiteY0" fmla="*/ 9329 h 51944"/>
                <a:gd name="connsiteX1" fmla="*/ 138340 w 174605"/>
                <a:gd name="connsiteY1" fmla="*/ 0 h 51944"/>
                <a:gd name="connsiteX2" fmla="*/ 33613 w 174605"/>
                <a:gd name="connsiteY2" fmla="*/ 95 h 51944"/>
                <a:gd name="connsiteX3" fmla="*/ 0 w 174605"/>
                <a:gd name="connsiteY3" fmla="*/ 9329 h 51944"/>
                <a:gd name="connsiteX4" fmla="*/ 87776 w 174605"/>
                <a:gd name="connsiteY4" fmla="*/ 51944 h 51944"/>
                <a:gd name="connsiteX5" fmla="*/ 174606 w 174605"/>
                <a:gd name="connsiteY5" fmla="*/ 9329 h 51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4605" h="51944">
                  <a:moveTo>
                    <a:pt x="174606" y="9329"/>
                  </a:moveTo>
                  <a:cubicBezTo>
                    <a:pt x="165563" y="3694"/>
                    <a:pt x="152685" y="95"/>
                    <a:pt x="138340" y="0"/>
                  </a:cubicBezTo>
                  <a:cubicBezTo>
                    <a:pt x="138150" y="0"/>
                    <a:pt x="33613" y="95"/>
                    <a:pt x="33613" y="95"/>
                  </a:cubicBezTo>
                  <a:cubicBezTo>
                    <a:pt x="20356" y="569"/>
                    <a:pt x="8521" y="4026"/>
                    <a:pt x="0" y="9329"/>
                  </a:cubicBezTo>
                  <a:lnTo>
                    <a:pt x="87776" y="51944"/>
                  </a:lnTo>
                  <a:lnTo>
                    <a:pt x="174606" y="9329"/>
                  </a:lnTo>
                  <a:close/>
                </a:path>
              </a:pathLst>
            </a:custGeom>
            <a:solidFill>
              <a:schemeClr val="bg1"/>
            </a:solidFill>
            <a:ln w="3646" cap="flat">
              <a:noFill/>
              <a:prstDash val="solid"/>
              <a:miter/>
            </a:ln>
          </p:spPr>
          <p:txBody>
            <a:bodyPr rtlCol="0" anchor="ctr"/>
            <a:lstStyle/>
            <a:p>
              <a:endParaRPr lang="en-GR"/>
            </a:p>
          </p:txBody>
        </p:sp>
        <p:sp>
          <p:nvSpPr>
            <p:cNvPr id="19" name="Freeform 73">
              <a:extLst>
                <a:ext uri="{FF2B5EF4-FFF2-40B4-BE49-F238E27FC236}">
                  <a16:creationId xmlns:a16="http://schemas.microsoft.com/office/drawing/2014/main" id="{61E8F57C-B540-F653-96D8-6B149735D67E}"/>
                </a:ext>
              </a:extLst>
            </p:cNvPr>
            <p:cNvSpPr/>
            <p:nvPr/>
          </p:nvSpPr>
          <p:spPr>
            <a:xfrm>
              <a:off x="5748368" y="1240273"/>
              <a:ext cx="178364" cy="112065"/>
            </a:xfrm>
            <a:custGeom>
              <a:avLst/>
              <a:gdLst>
                <a:gd name="connsiteX0" fmla="*/ 137632 w 201453"/>
                <a:gd name="connsiteY0" fmla="*/ 85752 h 126571"/>
                <a:gd name="connsiteX1" fmla="*/ 201454 w 201453"/>
                <a:gd name="connsiteY1" fmla="*/ 32294 h 126571"/>
                <a:gd name="connsiteX2" fmla="*/ 200694 w 201453"/>
                <a:gd name="connsiteY2" fmla="*/ 47 h 126571"/>
                <a:gd name="connsiteX3" fmla="*/ 101318 w 201453"/>
                <a:gd name="connsiteY3" fmla="*/ 48772 h 126571"/>
                <a:gd name="connsiteX4" fmla="*/ 759 w 201453"/>
                <a:gd name="connsiteY4" fmla="*/ 0 h 126571"/>
                <a:gd name="connsiteX5" fmla="*/ 0 w 201453"/>
                <a:gd name="connsiteY5" fmla="*/ 97497 h 126571"/>
                <a:gd name="connsiteX6" fmla="*/ 49666 w 201453"/>
                <a:gd name="connsiteY6" fmla="*/ 126572 h 126571"/>
                <a:gd name="connsiteX7" fmla="*/ 155955 w 201453"/>
                <a:gd name="connsiteY7" fmla="*/ 126382 h 126571"/>
                <a:gd name="connsiteX8" fmla="*/ 137632 w 201453"/>
                <a:gd name="connsiteY8" fmla="*/ 85800 h 126571"/>
                <a:gd name="connsiteX9" fmla="*/ 137632 w 201453"/>
                <a:gd name="connsiteY9" fmla="*/ 85752 h 126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1453" h="126571">
                  <a:moveTo>
                    <a:pt x="137632" y="85752"/>
                  </a:moveTo>
                  <a:cubicBezTo>
                    <a:pt x="137632" y="52535"/>
                    <a:pt x="168939" y="26290"/>
                    <a:pt x="201454" y="32294"/>
                  </a:cubicBezTo>
                  <a:cubicBezTo>
                    <a:pt x="201454" y="22187"/>
                    <a:pt x="200694" y="12300"/>
                    <a:pt x="200694" y="47"/>
                  </a:cubicBezTo>
                  <a:lnTo>
                    <a:pt x="101318" y="48772"/>
                  </a:lnTo>
                  <a:lnTo>
                    <a:pt x="759" y="0"/>
                  </a:lnTo>
                  <a:cubicBezTo>
                    <a:pt x="759" y="28724"/>
                    <a:pt x="0" y="68361"/>
                    <a:pt x="0" y="97497"/>
                  </a:cubicBezTo>
                  <a:cubicBezTo>
                    <a:pt x="0" y="113454"/>
                    <a:pt x="22206" y="126382"/>
                    <a:pt x="49666" y="126572"/>
                  </a:cubicBezTo>
                  <a:cubicBezTo>
                    <a:pt x="49853" y="126572"/>
                    <a:pt x="155433" y="126429"/>
                    <a:pt x="155955" y="126382"/>
                  </a:cubicBezTo>
                  <a:cubicBezTo>
                    <a:pt x="144733" y="116436"/>
                    <a:pt x="137632" y="101947"/>
                    <a:pt x="137632" y="85800"/>
                  </a:cubicBezTo>
                  <a:lnTo>
                    <a:pt x="137632" y="85752"/>
                  </a:lnTo>
                  <a:close/>
                </a:path>
              </a:pathLst>
            </a:custGeom>
            <a:solidFill>
              <a:schemeClr val="bg1"/>
            </a:solidFill>
            <a:ln w="3646" cap="flat">
              <a:noFill/>
              <a:prstDash val="solid"/>
              <a:miter/>
            </a:ln>
          </p:spPr>
          <p:txBody>
            <a:bodyPr rtlCol="0" anchor="ctr"/>
            <a:lstStyle/>
            <a:p>
              <a:endParaRPr lang="en-GR"/>
            </a:p>
          </p:txBody>
        </p:sp>
        <p:sp>
          <p:nvSpPr>
            <p:cNvPr id="20" name="Freeform 74">
              <a:extLst>
                <a:ext uri="{FF2B5EF4-FFF2-40B4-BE49-F238E27FC236}">
                  <a16:creationId xmlns:a16="http://schemas.microsoft.com/office/drawing/2014/main" id="{41413873-724E-929B-09CE-858FF82398FA}"/>
                </a:ext>
              </a:extLst>
            </p:cNvPr>
            <p:cNvSpPr/>
            <p:nvPr/>
          </p:nvSpPr>
          <p:spPr>
            <a:xfrm>
              <a:off x="5881544" y="1279387"/>
              <a:ext cx="73609" cy="73619"/>
            </a:xfrm>
            <a:custGeom>
              <a:avLst/>
              <a:gdLst>
                <a:gd name="connsiteX0" fmla="*/ 41569 w 83137"/>
                <a:gd name="connsiteY0" fmla="*/ 0 h 83149"/>
                <a:gd name="connsiteX1" fmla="*/ 0 w 83137"/>
                <a:gd name="connsiteY1" fmla="*/ 41575 h 83149"/>
                <a:gd name="connsiteX2" fmla="*/ 41569 w 83137"/>
                <a:gd name="connsiteY2" fmla="*/ 83150 h 83149"/>
                <a:gd name="connsiteX3" fmla="*/ 83137 w 83137"/>
                <a:gd name="connsiteY3" fmla="*/ 41575 h 83149"/>
                <a:gd name="connsiteX4" fmla="*/ 41569 w 83137"/>
                <a:gd name="connsiteY4" fmla="*/ 0 h 83149"/>
                <a:gd name="connsiteX5" fmla="*/ 69361 w 83137"/>
                <a:gd name="connsiteY5" fmla="*/ 43944 h 83149"/>
                <a:gd name="connsiteX6" fmla="*/ 43178 w 83137"/>
                <a:gd name="connsiteY6" fmla="*/ 63879 h 83149"/>
                <a:gd name="connsiteX7" fmla="*/ 38208 w 83137"/>
                <a:gd name="connsiteY7" fmla="*/ 61415 h 83149"/>
                <a:gd name="connsiteX8" fmla="*/ 38208 w 83137"/>
                <a:gd name="connsiteY8" fmla="*/ 49911 h 83149"/>
                <a:gd name="connsiteX9" fmla="*/ 12878 w 83137"/>
                <a:gd name="connsiteY9" fmla="*/ 49769 h 83149"/>
                <a:gd name="connsiteX10" fmla="*/ 12783 w 83137"/>
                <a:gd name="connsiteY10" fmla="*/ 32958 h 83149"/>
                <a:gd name="connsiteX11" fmla="*/ 38065 w 83137"/>
                <a:gd name="connsiteY11" fmla="*/ 33100 h 83149"/>
                <a:gd name="connsiteX12" fmla="*/ 38065 w 83137"/>
                <a:gd name="connsiteY12" fmla="*/ 21782 h 83149"/>
                <a:gd name="connsiteX13" fmla="*/ 42988 w 83137"/>
                <a:gd name="connsiteY13" fmla="*/ 19275 h 83149"/>
                <a:gd name="connsiteX14" fmla="*/ 69314 w 83137"/>
                <a:gd name="connsiteY14" fmla="*/ 38973 h 83149"/>
                <a:gd name="connsiteX15" fmla="*/ 69314 w 83137"/>
                <a:gd name="connsiteY15" fmla="*/ 43944 h 83149"/>
                <a:gd name="connsiteX16" fmla="*/ 69361 w 83137"/>
                <a:gd name="connsiteY16" fmla="*/ 43944 h 8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3137" h="83149">
                  <a:moveTo>
                    <a:pt x="41569" y="0"/>
                  </a:moveTo>
                  <a:cubicBezTo>
                    <a:pt x="18608" y="0"/>
                    <a:pt x="0" y="18610"/>
                    <a:pt x="0" y="41575"/>
                  </a:cubicBezTo>
                  <a:cubicBezTo>
                    <a:pt x="0" y="64543"/>
                    <a:pt x="18608" y="83150"/>
                    <a:pt x="41569" y="83150"/>
                  </a:cubicBezTo>
                  <a:cubicBezTo>
                    <a:pt x="64530" y="83150"/>
                    <a:pt x="83137" y="64543"/>
                    <a:pt x="83137" y="41575"/>
                  </a:cubicBezTo>
                  <a:cubicBezTo>
                    <a:pt x="83137" y="18610"/>
                    <a:pt x="64530" y="0"/>
                    <a:pt x="41569" y="0"/>
                  </a:cubicBezTo>
                  <a:close/>
                  <a:moveTo>
                    <a:pt x="69361" y="43944"/>
                  </a:moveTo>
                  <a:lnTo>
                    <a:pt x="43178" y="63879"/>
                  </a:lnTo>
                  <a:cubicBezTo>
                    <a:pt x="41142" y="65441"/>
                    <a:pt x="38208" y="63974"/>
                    <a:pt x="38208" y="61415"/>
                  </a:cubicBezTo>
                  <a:lnTo>
                    <a:pt x="38208" y="49911"/>
                  </a:lnTo>
                  <a:lnTo>
                    <a:pt x="12878" y="49769"/>
                  </a:lnTo>
                  <a:cubicBezTo>
                    <a:pt x="12926" y="45933"/>
                    <a:pt x="12736" y="36177"/>
                    <a:pt x="12783" y="32958"/>
                  </a:cubicBezTo>
                  <a:lnTo>
                    <a:pt x="38065" y="33100"/>
                  </a:lnTo>
                  <a:lnTo>
                    <a:pt x="38065" y="21782"/>
                  </a:lnTo>
                  <a:cubicBezTo>
                    <a:pt x="38018" y="19227"/>
                    <a:pt x="40904" y="17756"/>
                    <a:pt x="42988" y="19275"/>
                  </a:cubicBezTo>
                  <a:lnTo>
                    <a:pt x="69314" y="38973"/>
                  </a:lnTo>
                  <a:cubicBezTo>
                    <a:pt x="70971" y="40203"/>
                    <a:pt x="70971" y="42666"/>
                    <a:pt x="69314" y="43944"/>
                  </a:cubicBezTo>
                  <a:lnTo>
                    <a:pt x="69361" y="43944"/>
                  </a:lnTo>
                  <a:close/>
                </a:path>
              </a:pathLst>
            </a:custGeom>
            <a:solidFill>
              <a:schemeClr val="bg1"/>
            </a:solidFill>
            <a:ln w="3646" cap="flat">
              <a:noFill/>
              <a:prstDash val="solid"/>
              <a:miter/>
            </a:ln>
          </p:spPr>
          <p:txBody>
            <a:bodyPr rtlCol="0" anchor="ctr"/>
            <a:lstStyle/>
            <a:p>
              <a:endParaRPr lang="en-GR"/>
            </a:p>
          </p:txBody>
        </p:sp>
      </p:grpSp>
      <p:grpSp>
        <p:nvGrpSpPr>
          <p:cNvPr id="21" name="Group 20">
            <a:extLst>
              <a:ext uri="{FF2B5EF4-FFF2-40B4-BE49-F238E27FC236}">
                <a16:creationId xmlns:a16="http://schemas.microsoft.com/office/drawing/2014/main" id="{2F453A8B-61C7-7131-5FC1-C3AD3275098B}"/>
              </a:ext>
            </a:extLst>
          </p:cNvPr>
          <p:cNvGrpSpPr/>
          <p:nvPr/>
        </p:nvGrpSpPr>
        <p:grpSpPr>
          <a:xfrm>
            <a:off x="4746464" y="5115790"/>
            <a:ext cx="437162" cy="446525"/>
            <a:chOff x="4048667" y="507272"/>
            <a:chExt cx="200154" cy="204441"/>
          </a:xfrm>
        </p:grpSpPr>
        <p:sp>
          <p:nvSpPr>
            <p:cNvPr id="22" name="Freeform 13">
              <a:extLst>
                <a:ext uri="{FF2B5EF4-FFF2-40B4-BE49-F238E27FC236}">
                  <a16:creationId xmlns:a16="http://schemas.microsoft.com/office/drawing/2014/main" id="{EA26CEAA-BABC-8225-FE8F-63DE68ACC7AB}"/>
                </a:ext>
              </a:extLst>
            </p:cNvPr>
            <p:cNvSpPr/>
            <p:nvPr/>
          </p:nvSpPr>
          <p:spPr>
            <a:xfrm>
              <a:off x="4176800" y="507272"/>
              <a:ext cx="71321" cy="71331"/>
            </a:xfrm>
            <a:custGeom>
              <a:avLst/>
              <a:gdLst>
                <a:gd name="connsiteX0" fmla="*/ 35661 w 71321"/>
                <a:gd name="connsiteY0" fmla="*/ 71332 h 71331"/>
                <a:gd name="connsiteX1" fmla="*/ 71321 w 71321"/>
                <a:gd name="connsiteY1" fmla="*/ 35666 h 71331"/>
                <a:gd name="connsiteX2" fmla="*/ 35661 w 71321"/>
                <a:gd name="connsiteY2" fmla="*/ 0 h 71331"/>
                <a:gd name="connsiteX3" fmla="*/ 0 w 71321"/>
                <a:gd name="connsiteY3" fmla="*/ 35666 h 71331"/>
                <a:gd name="connsiteX4" fmla="*/ 35661 w 71321"/>
                <a:gd name="connsiteY4" fmla="*/ 71332 h 71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321" h="71331">
                  <a:moveTo>
                    <a:pt x="35661" y="71332"/>
                  </a:moveTo>
                  <a:cubicBezTo>
                    <a:pt x="55367" y="71332"/>
                    <a:pt x="71321" y="55375"/>
                    <a:pt x="71321" y="35666"/>
                  </a:cubicBezTo>
                  <a:cubicBezTo>
                    <a:pt x="71321" y="15957"/>
                    <a:pt x="55367" y="0"/>
                    <a:pt x="35661" y="0"/>
                  </a:cubicBezTo>
                  <a:cubicBezTo>
                    <a:pt x="15955" y="0"/>
                    <a:pt x="0" y="15957"/>
                    <a:pt x="0" y="35666"/>
                  </a:cubicBezTo>
                  <a:cubicBezTo>
                    <a:pt x="0" y="55375"/>
                    <a:pt x="15955" y="71332"/>
                    <a:pt x="35661" y="71332"/>
                  </a:cubicBezTo>
                  <a:close/>
                </a:path>
              </a:pathLst>
            </a:custGeom>
            <a:solidFill>
              <a:schemeClr val="bg1"/>
            </a:solidFill>
            <a:ln w="3646" cap="flat">
              <a:noFill/>
              <a:prstDash val="solid"/>
              <a:miter/>
            </a:ln>
          </p:spPr>
          <p:txBody>
            <a:bodyPr rtlCol="0" anchor="ctr"/>
            <a:lstStyle/>
            <a:p>
              <a:endParaRPr lang="en-GR"/>
            </a:p>
          </p:txBody>
        </p:sp>
        <p:sp>
          <p:nvSpPr>
            <p:cNvPr id="23" name="Freeform 14">
              <a:extLst>
                <a:ext uri="{FF2B5EF4-FFF2-40B4-BE49-F238E27FC236}">
                  <a16:creationId xmlns:a16="http://schemas.microsoft.com/office/drawing/2014/main" id="{E442A0AA-65FC-BD43-0439-625796966B50}"/>
                </a:ext>
              </a:extLst>
            </p:cNvPr>
            <p:cNvSpPr/>
            <p:nvPr/>
          </p:nvSpPr>
          <p:spPr>
            <a:xfrm>
              <a:off x="4110982" y="689902"/>
              <a:ext cx="75773" cy="21811"/>
            </a:xfrm>
            <a:custGeom>
              <a:avLst/>
              <a:gdLst>
                <a:gd name="connsiteX0" fmla="*/ 37861 w 75773"/>
                <a:gd name="connsiteY0" fmla="*/ 21811 h 21811"/>
                <a:gd name="connsiteX1" fmla="*/ 75773 w 75773"/>
                <a:gd name="connsiteY1" fmla="*/ 0 h 21811"/>
                <a:gd name="connsiteX2" fmla="*/ 0 w 75773"/>
                <a:gd name="connsiteY2" fmla="*/ 0 h 21811"/>
                <a:gd name="connsiteX3" fmla="*/ 37912 w 75773"/>
                <a:gd name="connsiteY3" fmla="*/ 21811 h 21811"/>
                <a:gd name="connsiteX4" fmla="*/ 37861 w 75773"/>
                <a:gd name="connsiteY4" fmla="*/ 21811 h 21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73" h="21811">
                  <a:moveTo>
                    <a:pt x="37861" y="21811"/>
                  </a:moveTo>
                  <a:cubicBezTo>
                    <a:pt x="54067" y="21811"/>
                    <a:pt x="68172" y="13059"/>
                    <a:pt x="75773" y="0"/>
                  </a:cubicBezTo>
                  <a:lnTo>
                    <a:pt x="0" y="0"/>
                  </a:lnTo>
                  <a:cubicBezTo>
                    <a:pt x="7605" y="13059"/>
                    <a:pt x="21706" y="21811"/>
                    <a:pt x="37912" y="21811"/>
                  </a:cubicBezTo>
                  <a:lnTo>
                    <a:pt x="37861" y="21811"/>
                  </a:lnTo>
                  <a:close/>
                </a:path>
              </a:pathLst>
            </a:custGeom>
            <a:solidFill>
              <a:schemeClr val="bg1"/>
            </a:solidFill>
            <a:ln w="3646" cap="flat">
              <a:noFill/>
              <a:prstDash val="solid"/>
              <a:miter/>
            </a:ln>
          </p:spPr>
          <p:txBody>
            <a:bodyPr rtlCol="0" anchor="ctr"/>
            <a:lstStyle/>
            <a:p>
              <a:endParaRPr lang="en-GR"/>
            </a:p>
          </p:txBody>
        </p:sp>
        <p:sp>
          <p:nvSpPr>
            <p:cNvPr id="24" name="Freeform 15">
              <a:extLst>
                <a:ext uri="{FF2B5EF4-FFF2-40B4-BE49-F238E27FC236}">
                  <a16:creationId xmlns:a16="http://schemas.microsoft.com/office/drawing/2014/main" id="{12717372-0237-82DB-AA7D-B60B902AA7F9}"/>
                </a:ext>
              </a:extLst>
            </p:cNvPr>
            <p:cNvSpPr/>
            <p:nvPr/>
          </p:nvSpPr>
          <p:spPr>
            <a:xfrm>
              <a:off x="4048667" y="507646"/>
              <a:ext cx="200154" cy="172204"/>
            </a:xfrm>
            <a:custGeom>
              <a:avLst/>
              <a:gdLst>
                <a:gd name="connsiteX0" fmla="*/ 191254 w 200154"/>
                <a:gd name="connsiteY0" fmla="*/ 143090 h 172204"/>
                <a:gd name="connsiteX1" fmla="*/ 171647 w 200154"/>
                <a:gd name="connsiteY1" fmla="*/ 101172 h 172204"/>
                <a:gd name="connsiteX2" fmla="*/ 171048 w 200154"/>
                <a:gd name="connsiteY2" fmla="*/ 83864 h 172204"/>
                <a:gd name="connsiteX3" fmla="*/ 163746 w 200154"/>
                <a:gd name="connsiteY3" fmla="*/ 84467 h 172204"/>
                <a:gd name="connsiteX4" fmla="*/ 114583 w 200154"/>
                <a:gd name="connsiteY4" fmla="*/ 35293 h 172204"/>
                <a:gd name="connsiteX5" fmla="*/ 116284 w 200154"/>
                <a:gd name="connsiteY5" fmla="*/ 22639 h 172204"/>
                <a:gd name="connsiteX6" fmla="*/ 117831 w 200154"/>
                <a:gd name="connsiteY6" fmla="*/ 11284 h 172204"/>
                <a:gd name="connsiteX7" fmla="*/ 96176 w 200154"/>
                <a:gd name="connsiteY7" fmla="*/ 378 h 172204"/>
                <a:gd name="connsiteX8" fmla="*/ 80922 w 200154"/>
                <a:gd name="connsiteY8" fmla="*/ 22139 h 172204"/>
                <a:gd name="connsiteX9" fmla="*/ 34858 w 200154"/>
                <a:gd name="connsiteY9" fmla="*/ 63557 h 172204"/>
                <a:gd name="connsiteX10" fmla="*/ 28607 w 200154"/>
                <a:gd name="connsiteY10" fmla="*/ 92719 h 172204"/>
                <a:gd name="connsiteX11" fmla="*/ 28607 w 200154"/>
                <a:gd name="connsiteY11" fmla="*/ 101121 h 172204"/>
                <a:gd name="connsiteX12" fmla="*/ 9003 w 200154"/>
                <a:gd name="connsiteY12" fmla="*/ 143039 h 172204"/>
                <a:gd name="connsiteX13" fmla="*/ 0 w 200154"/>
                <a:gd name="connsiteY13" fmla="*/ 153047 h 172204"/>
                <a:gd name="connsiteX14" fmla="*/ 0 w 200154"/>
                <a:gd name="connsiteY14" fmla="*/ 172204 h 172204"/>
                <a:gd name="connsiteX15" fmla="*/ 200155 w 200154"/>
                <a:gd name="connsiteY15" fmla="*/ 172204 h 172204"/>
                <a:gd name="connsiteX16" fmla="*/ 200155 w 200154"/>
                <a:gd name="connsiteY16" fmla="*/ 153047 h 172204"/>
                <a:gd name="connsiteX17" fmla="*/ 191152 w 200154"/>
                <a:gd name="connsiteY17" fmla="*/ 143039 h 172204"/>
                <a:gd name="connsiteX18" fmla="*/ 191254 w 200154"/>
                <a:gd name="connsiteY18" fmla="*/ 143090 h 172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0154" h="172204">
                  <a:moveTo>
                    <a:pt x="191254" y="143090"/>
                  </a:moveTo>
                  <a:cubicBezTo>
                    <a:pt x="180649" y="130637"/>
                    <a:pt x="171647" y="117731"/>
                    <a:pt x="171647" y="101172"/>
                  </a:cubicBezTo>
                  <a:cubicBezTo>
                    <a:pt x="171647" y="101172"/>
                    <a:pt x="171398" y="86766"/>
                    <a:pt x="171048" y="83864"/>
                  </a:cubicBezTo>
                  <a:cubicBezTo>
                    <a:pt x="168647" y="84215"/>
                    <a:pt x="166246" y="84467"/>
                    <a:pt x="163746" y="84467"/>
                  </a:cubicBezTo>
                  <a:cubicBezTo>
                    <a:pt x="136639" y="84467"/>
                    <a:pt x="114583" y="62403"/>
                    <a:pt x="114583" y="35293"/>
                  </a:cubicBezTo>
                  <a:cubicBezTo>
                    <a:pt x="114583" y="31041"/>
                    <a:pt x="115130" y="26741"/>
                    <a:pt x="116284" y="22639"/>
                  </a:cubicBezTo>
                  <a:cubicBezTo>
                    <a:pt x="117382" y="18485"/>
                    <a:pt x="119783" y="15485"/>
                    <a:pt x="117831" y="11284"/>
                  </a:cubicBezTo>
                  <a:cubicBezTo>
                    <a:pt x="114182" y="3379"/>
                    <a:pt x="104730" y="-1425"/>
                    <a:pt x="96176" y="378"/>
                  </a:cubicBezTo>
                  <a:cubicBezTo>
                    <a:pt x="86524" y="2379"/>
                    <a:pt x="79470" y="12284"/>
                    <a:pt x="80922" y="22139"/>
                  </a:cubicBezTo>
                  <a:cubicBezTo>
                    <a:pt x="59866" y="28040"/>
                    <a:pt x="42912" y="43497"/>
                    <a:pt x="34858" y="63557"/>
                  </a:cubicBezTo>
                  <a:cubicBezTo>
                    <a:pt x="30858" y="72459"/>
                    <a:pt x="28607" y="82313"/>
                    <a:pt x="28607" y="92719"/>
                  </a:cubicBezTo>
                  <a:lnTo>
                    <a:pt x="28607" y="101121"/>
                  </a:lnTo>
                  <a:cubicBezTo>
                    <a:pt x="28607" y="117680"/>
                    <a:pt x="19604" y="130637"/>
                    <a:pt x="9003" y="143039"/>
                  </a:cubicBezTo>
                  <a:cubicBezTo>
                    <a:pt x="6051" y="146342"/>
                    <a:pt x="3000" y="149645"/>
                    <a:pt x="0" y="153047"/>
                  </a:cubicBezTo>
                  <a:lnTo>
                    <a:pt x="0" y="172204"/>
                  </a:lnTo>
                  <a:lnTo>
                    <a:pt x="200155" y="172204"/>
                  </a:lnTo>
                  <a:lnTo>
                    <a:pt x="200155" y="153047"/>
                  </a:lnTo>
                  <a:cubicBezTo>
                    <a:pt x="197155" y="149692"/>
                    <a:pt x="194104" y="146393"/>
                    <a:pt x="191152" y="143039"/>
                  </a:cubicBezTo>
                  <a:lnTo>
                    <a:pt x="191254" y="143090"/>
                  </a:lnTo>
                  <a:close/>
                </a:path>
              </a:pathLst>
            </a:custGeom>
            <a:solidFill>
              <a:schemeClr val="bg1"/>
            </a:solidFill>
            <a:ln w="3646" cap="flat">
              <a:noFill/>
              <a:prstDash val="solid"/>
              <a:miter/>
            </a:ln>
          </p:spPr>
          <p:txBody>
            <a:bodyPr rtlCol="0" anchor="ctr"/>
            <a:lstStyle/>
            <a:p>
              <a:endParaRPr lang="en-GR"/>
            </a:p>
          </p:txBody>
        </p:sp>
      </p:grpSp>
      <p:grpSp>
        <p:nvGrpSpPr>
          <p:cNvPr id="25" name="Group 24">
            <a:extLst>
              <a:ext uri="{FF2B5EF4-FFF2-40B4-BE49-F238E27FC236}">
                <a16:creationId xmlns:a16="http://schemas.microsoft.com/office/drawing/2014/main" id="{A34988E9-3358-78E9-CAD5-C21C89949AE2}"/>
              </a:ext>
            </a:extLst>
          </p:cNvPr>
          <p:cNvGrpSpPr/>
          <p:nvPr/>
        </p:nvGrpSpPr>
        <p:grpSpPr>
          <a:xfrm>
            <a:off x="7019103" y="3043049"/>
            <a:ext cx="419160" cy="430468"/>
            <a:chOff x="8097315" y="2197994"/>
            <a:chExt cx="169918" cy="174502"/>
          </a:xfrm>
        </p:grpSpPr>
        <p:sp>
          <p:nvSpPr>
            <p:cNvPr id="26" name="Freeform 261">
              <a:extLst>
                <a:ext uri="{FF2B5EF4-FFF2-40B4-BE49-F238E27FC236}">
                  <a16:creationId xmlns:a16="http://schemas.microsoft.com/office/drawing/2014/main" id="{FFB0BA1D-21E7-FA44-DA81-4903DC634630}"/>
                </a:ext>
              </a:extLst>
            </p:cNvPr>
            <p:cNvSpPr/>
            <p:nvPr/>
          </p:nvSpPr>
          <p:spPr>
            <a:xfrm>
              <a:off x="8097315" y="2197994"/>
              <a:ext cx="169789" cy="84955"/>
            </a:xfrm>
            <a:custGeom>
              <a:avLst/>
              <a:gdLst>
                <a:gd name="connsiteX0" fmla="*/ 5182 w 191768"/>
                <a:gd name="connsiteY0" fmla="*/ 56168 h 95952"/>
                <a:gd name="connsiteX1" fmla="*/ 87071 w 191768"/>
                <a:gd name="connsiteY1" fmla="*/ 94009 h 95952"/>
                <a:gd name="connsiteX2" fmla="*/ 104697 w 191768"/>
                <a:gd name="connsiteY2" fmla="*/ 94009 h 95952"/>
                <a:gd name="connsiteX3" fmla="*/ 186587 w 191768"/>
                <a:gd name="connsiteY3" fmla="*/ 56168 h 95952"/>
                <a:gd name="connsiteX4" fmla="*/ 191769 w 191768"/>
                <a:gd name="connsiteY4" fmla="*/ 47978 h 95952"/>
                <a:gd name="connsiteX5" fmla="*/ 186587 w 191768"/>
                <a:gd name="connsiteY5" fmla="*/ 39787 h 95952"/>
                <a:gd name="connsiteX6" fmla="*/ 104697 w 191768"/>
                <a:gd name="connsiteY6" fmla="*/ 1946 h 95952"/>
                <a:gd name="connsiteX7" fmla="*/ 87071 w 191768"/>
                <a:gd name="connsiteY7" fmla="*/ 1946 h 95952"/>
                <a:gd name="connsiteX8" fmla="*/ 5182 w 191768"/>
                <a:gd name="connsiteY8" fmla="*/ 39787 h 95952"/>
                <a:gd name="connsiteX9" fmla="*/ 0 w 191768"/>
                <a:gd name="connsiteY9" fmla="*/ 47978 h 95952"/>
                <a:gd name="connsiteX10" fmla="*/ 5182 w 191768"/>
                <a:gd name="connsiteY10" fmla="*/ 56168 h 95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1768" h="95952">
                  <a:moveTo>
                    <a:pt x="5182" y="56168"/>
                  </a:moveTo>
                  <a:lnTo>
                    <a:pt x="87071" y="94009"/>
                  </a:lnTo>
                  <a:cubicBezTo>
                    <a:pt x="92655" y="96600"/>
                    <a:pt x="99114" y="96600"/>
                    <a:pt x="104697" y="94009"/>
                  </a:cubicBezTo>
                  <a:lnTo>
                    <a:pt x="186587" y="56168"/>
                  </a:lnTo>
                  <a:cubicBezTo>
                    <a:pt x="189761" y="54715"/>
                    <a:pt x="191769" y="51503"/>
                    <a:pt x="191769" y="47978"/>
                  </a:cubicBezTo>
                  <a:cubicBezTo>
                    <a:pt x="191769" y="44452"/>
                    <a:pt x="189761" y="41291"/>
                    <a:pt x="186587" y="39787"/>
                  </a:cubicBezTo>
                  <a:lnTo>
                    <a:pt x="104697" y="1946"/>
                  </a:lnTo>
                  <a:cubicBezTo>
                    <a:pt x="99114" y="-649"/>
                    <a:pt x="92655" y="-649"/>
                    <a:pt x="87071" y="1946"/>
                  </a:cubicBezTo>
                  <a:lnTo>
                    <a:pt x="5182" y="39787"/>
                  </a:lnTo>
                  <a:cubicBezTo>
                    <a:pt x="2007" y="41236"/>
                    <a:pt x="0" y="44452"/>
                    <a:pt x="0" y="47978"/>
                  </a:cubicBezTo>
                  <a:cubicBezTo>
                    <a:pt x="0" y="51503"/>
                    <a:pt x="2007" y="54664"/>
                    <a:pt x="5182" y="56168"/>
                  </a:cubicBezTo>
                  <a:close/>
                </a:path>
              </a:pathLst>
            </a:custGeom>
            <a:solidFill>
              <a:schemeClr val="bg1"/>
            </a:solidFill>
            <a:ln w="3646" cap="flat">
              <a:noFill/>
              <a:prstDash val="solid"/>
              <a:miter/>
            </a:ln>
          </p:spPr>
          <p:txBody>
            <a:bodyPr rtlCol="0" anchor="ctr"/>
            <a:lstStyle/>
            <a:p>
              <a:endParaRPr lang="en-GR"/>
            </a:p>
          </p:txBody>
        </p:sp>
        <p:sp>
          <p:nvSpPr>
            <p:cNvPr id="27" name="Freeform 262">
              <a:extLst>
                <a:ext uri="{FF2B5EF4-FFF2-40B4-BE49-F238E27FC236}">
                  <a16:creationId xmlns:a16="http://schemas.microsoft.com/office/drawing/2014/main" id="{1AADD212-6B68-B439-C0D4-E00EEC25AE9A}"/>
                </a:ext>
              </a:extLst>
            </p:cNvPr>
            <p:cNvSpPr/>
            <p:nvPr/>
          </p:nvSpPr>
          <p:spPr>
            <a:xfrm>
              <a:off x="8097444" y="2269847"/>
              <a:ext cx="169789" cy="57899"/>
            </a:xfrm>
            <a:custGeom>
              <a:avLst/>
              <a:gdLst>
                <a:gd name="connsiteX0" fmla="*/ 186440 w 191768"/>
                <a:gd name="connsiteY0" fmla="*/ 9227 h 65394"/>
                <a:gd name="connsiteX1" fmla="*/ 166552 w 191768"/>
                <a:gd name="connsiteY1" fmla="*/ 0 h 65394"/>
                <a:gd name="connsiteX2" fmla="*/ 109623 w 191768"/>
                <a:gd name="connsiteY2" fmla="*/ 26282 h 65394"/>
                <a:gd name="connsiteX3" fmla="*/ 81999 w 191768"/>
                <a:gd name="connsiteY3" fmla="*/ 26282 h 65394"/>
                <a:gd name="connsiteX4" fmla="*/ 25107 w 191768"/>
                <a:gd name="connsiteY4" fmla="*/ 0 h 65394"/>
                <a:gd name="connsiteX5" fmla="*/ 5182 w 191768"/>
                <a:gd name="connsiteY5" fmla="*/ 9227 h 65394"/>
                <a:gd name="connsiteX6" fmla="*/ 0 w 191768"/>
                <a:gd name="connsiteY6" fmla="*/ 17417 h 65394"/>
                <a:gd name="connsiteX7" fmla="*/ 5182 w 191768"/>
                <a:gd name="connsiteY7" fmla="*/ 25607 h 65394"/>
                <a:gd name="connsiteX8" fmla="*/ 87071 w 191768"/>
                <a:gd name="connsiteY8" fmla="*/ 63448 h 65394"/>
                <a:gd name="connsiteX9" fmla="*/ 104697 w 191768"/>
                <a:gd name="connsiteY9" fmla="*/ 63448 h 65394"/>
                <a:gd name="connsiteX10" fmla="*/ 186587 w 191768"/>
                <a:gd name="connsiteY10" fmla="*/ 25607 h 65394"/>
                <a:gd name="connsiteX11" fmla="*/ 191768 w 191768"/>
                <a:gd name="connsiteY11" fmla="*/ 17417 h 65394"/>
                <a:gd name="connsiteX12" fmla="*/ 186587 w 191768"/>
                <a:gd name="connsiteY12" fmla="*/ 9227 h 65394"/>
                <a:gd name="connsiteX13" fmla="*/ 186440 w 191768"/>
                <a:gd name="connsiteY13" fmla="*/ 9227 h 6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768" h="65394">
                  <a:moveTo>
                    <a:pt x="186440" y="9227"/>
                  </a:moveTo>
                  <a:lnTo>
                    <a:pt x="166552" y="0"/>
                  </a:lnTo>
                  <a:lnTo>
                    <a:pt x="109623" y="26282"/>
                  </a:lnTo>
                  <a:cubicBezTo>
                    <a:pt x="100866" y="30326"/>
                    <a:pt x="90757" y="30326"/>
                    <a:pt x="81999" y="26282"/>
                  </a:cubicBezTo>
                  <a:lnTo>
                    <a:pt x="25107" y="0"/>
                  </a:lnTo>
                  <a:lnTo>
                    <a:pt x="5182" y="9227"/>
                  </a:lnTo>
                  <a:cubicBezTo>
                    <a:pt x="2043" y="10679"/>
                    <a:pt x="0" y="13891"/>
                    <a:pt x="0" y="17417"/>
                  </a:cubicBezTo>
                  <a:cubicBezTo>
                    <a:pt x="0" y="20943"/>
                    <a:pt x="2043" y="24103"/>
                    <a:pt x="5182" y="25607"/>
                  </a:cubicBezTo>
                  <a:lnTo>
                    <a:pt x="87071" y="63448"/>
                  </a:lnTo>
                  <a:cubicBezTo>
                    <a:pt x="92691" y="66043"/>
                    <a:pt x="99114" y="66043"/>
                    <a:pt x="104697" y="63448"/>
                  </a:cubicBezTo>
                  <a:lnTo>
                    <a:pt x="186587" y="25607"/>
                  </a:lnTo>
                  <a:cubicBezTo>
                    <a:pt x="189761" y="24158"/>
                    <a:pt x="191768" y="20943"/>
                    <a:pt x="191768" y="17417"/>
                  </a:cubicBezTo>
                  <a:cubicBezTo>
                    <a:pt x="191768" y="13891"/>
                    <a:pt x="189761" y="10730"/>
                    <a:pt x="186587" y="9227"/>
                  </a:cubicBezTo>
                  <a:lnTo>
                    <a:pt x="186440" y="9227"/>
                  </a:lnTo>
                  <a:close/>
                </a:path>
              </a:pathLst>
            </a:custGeom>
            <a:solidFill>
              <a:schemeClr val="bg1"/>
            </a:solidFill>
            <a:ln w="3646" cap="flat">
              <a:noFill/>
              <a:prstDash val="solid"/>
              <a:miter/>
            </a:ln>
          </p:spPr>
          <p:txBody>
            <a:bodyPr rtlCol="0" anchor="ctr"/>
            <a:lstStyle/>
            <a:p>
              <a:endParaRPr lang="en-GR"/>
            </a:p>
          </p:txBody>
        </p:sp>
        <p:sp>
          <p:nvSpPr>
            <p:cNvPr id="28" name="Freeform 263">
              <a:extLst>
                <a:ext uri="{FF2B5EF4-FFF2-40B4-BE49-F238E27FC236}">
                  <a16:creationId xmlns:a16="http://schemas.microsoft.com/office/drawing/2014/main" id="{3BBEF36C-D7F1-5DAB-5646-4527F380CD53}"/>
                </a:ext>
              </a:extLst>
            </p:cNvPr>
            <p:cNvSpPr/>
            <p:nvPr/>
          </p:nvSpPr>
          <p:spPr>
            <a:xfrm>
              <a:off x="8097444" y="2314597"/>
              <a:ext cx="169789" cy="57899"/>
            </a:xfrm>
            <a:custGeom>
              <a:avLst/>
              <a:gdLst>
                <a:gd name="connsiteX0" fmla="*/ 166552 w 191768"/>
                <a:gd name="connsiteY0" fmla="*/ 0 h 65394"/>
                <a:gd name="connsiteX1" fmla="*/ 186440 w 191768"/>
                <a:gd name="connsiteY1" fmla="*/ 9227 h 65394"/>
                <a:gd name="connsiteX2" fmla="*/ 186587 w 191768"/>
                <a:gd name="connsiteY2" fmla="*/ 9227 h 65394"/>
                <a:gd name="connsiteX3" fmla="*/ 191768 w 191768"/>
                <a:gd name="connsiteY3" fmla="*/ 17417 h 65394"/>
                <a:gd name="connsiteX4" fmla="*/ 186587 w 191768"/>
                <a:gd name="connsiteY4" fmla="*/ 25607 h 65394"/>
                <a:gd name="connsiteX5" fmla="*/ 104697 w 191768"/>
                <a:gd name="connsiteY5" fmla="*/ 63448 h 65394"/>
                <a:gd name="connsiteX6" fmla="*/ 87071 w 191768"/>
                <a:gd name="connsiteY6" fmla="*/ 63448 h 65394"/>
                <a:gd name="connsiteX7" fmla="*/ 5182 w 191768"/>
                <a:gd name="connsiteY7" fmla="*/ 25607 h 65394"/>
                <a:gd name="connsiteX8" fmla="*/ 0 w 191768"/>
                <a:gd name="connsiteY8" fmla="*/ 17417 h 65394"/>
                <a:gd name="connsiteX9" fmla="*/ 5182 w 191768"/>
                <a:gd name="connsiteY9" fmla="*/ 9227 h 65394"/>
                <a:gd name="connsiteX10" fmla="*/ 25107 w 191768"/>
                <a:gd name="connsiteY10" fmla="*/ 0 h 65394"/>
                <a:gd name="connsiteX11" fmla="*/ 81999 w 191768"/>
                <a:gd name="connsiteY11" fmla="*/ 26282 h 65394"/>
                <a:gd name="connsiteX12" fmla="*/ 109623 w 191768"/>
                <a:gd name="connsiteY12" fmla="*/ 26282 h 65394"/>
                <a:gd name="connsiteX13" fmla="*/ 166552 w 191768"/>
                <a:gd name="connsiteY13" fmla="*/ 0 h 65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768" h="65394">
                  <a:moveTo>
                    <a:pt x="166552" y="0"/>
                  </a:moveTo>
                  <a:lnTo>
                    <a:pt x="186440" y="9227"/>
                  </a:lnTo>
                  <a:lnTo>
                    <a:pt x="186587" y="9227"/>
                  </a:lnTo>
                  <a:cubicBezTo>
                    <a:pt x="189761" y="10730"/>
                    <a:pt x="191768" y="13891"/>
                    <a:pt x="191768" y="17417"/>
                  </a:cubicBezTo>
                  <a:cubicBezTo>
                    <a:pt x="191768" y="20943"/>
                    <a:pt x="189761" y="24158"/>
                    <a:pt x="186587" y="25607"/>
                  </a:cubicBezTo>
                  <a:lnTo>
                    <a:pt x="104697" y="63448"/>
                  </a:lnTo>
                  <a:cubicBezTo>
                    <a:pt x="99114" y="66043"/>
                    <a:pt x="92691" y="66043"/>
                    <a:pt x="87071" y="63448"/>
                  </a:cubicBezTo>
                  <a:lnTo>
                    <a:pt x="5182" y="25607"/>
                  </a:lnTo>
                  <a:cubicBezTo>
                    <a:pt x="2043" y="24103"/>
                    <a:pt x="0" y="20943"/>
                    <a:pt x="0" y="17417"/>
                  </a:cubicBezTo>
                  <a:cubicBezTo>
                    <a:pt x="0" y="13891"/>
                    <a:pt x="2043" y="10679"/>
                    <a:pt x="5182" y="9227"/>
                  </a:cubicBezTo>
                  <a:lnTo>
                    <a:pt x="25107" y="0"/>
                  </a:lnTo>
                  <a:lnTo>
                    <a:pt x="81999" y="26282"/>
                  </a:lnTo>
                  <a:cubicBezTo>
                    <a:pt x="90757" y="30326"/>
                    <a:pt x="100866" y="30326"/>
                    <a:pt x="109623" y="26282"/>
                  </a:cubicBezTo>
                  <a:lnTo>
                    <a:pt x="166552" y="0"/>
                  </a:lnTo>
                  <a:close/>
                </a:path>
              </a:pathLst>
            </a:custGeom>
            <a:solidFill>
              <a:schemeClr val="bg1"/>
            </a:solidFill>
            <a:ln w="3646" cap="flat">
              <a:noFill/>
              <a:prstDash val="solid"/>
              <a:miter/>
            </a:ln>
          </p:spPr>
          <p:txBody>
            <a:bodyPr rtlCol="0" anchor="ctr"/>
            <a:lstStyle/>
            <a:p>
              <a:endParaRPr lang="en-GR"/>
            </a:p>
          </p:txBody>
        </p:sp>
      </p:grpSp>
      <p:grpSp>
        <p:nvGrpSpPr>
          <p:cNvPr id="29" name="Group 28">
            <a:extLst>
              <a:ext uri="{FF2B5EF4-FFF2-40B4-BE49-F238E27FC236}">
                <a16:creationId xmlns:a16="http://schemas.microsoft.com/office/drawing/2014/main" id="{FC47EB0D-DB3E-B3EA-2772-77364F6B041F}"/>
              </a:ext>
            </a:extLst>
          </p:cNvPr>
          <p:cNvGrpSpPr/>
          <p:nvPr/>
        </p:nvGrpSpPr>
        <p:grpSpPr>
          <a:xfrm>
            <a:off x="6976629" y="5177630"/>
            <a:ext cx="510183" cy="315110"/>
            <a:chOff x="7745134" y="5549067"/>
            <a:chExt cx="206784" cy="127774"/>
          </a:xfrm>
        </p:grpSpPr>
        <p:sp>
          <p:nvSpPr>
            <p:cNvPr id="30" name="Freeform 752">
              <a:extLst>
                <a:ext uri="{FF2B5EF4-FFF2-40B4-BE49-F238E27FC236}">
                  <a16:creationId xmlns:a16="http://schemas.microsoft.com/office/drawing/2014/main" id="{4FC5A3F2-2813-C08B-5F16-27DEA2627308}"/>
                </a:ext>
              </a:extLst>
            </p:cNvPr>
            <p:cNvSpPr/>
            <p:nvPr/>
          </p:nvSpPr>
          <p:spPr>
            <a:xfrm>
              <a:off x="7906168" y="5644817"/>
              <a:ext cx="839" cy="517"/>
            </a:xfrm>
            <a:custGeom>
              <a:avLst/>
              <a:gdLst>
                <a:gd name="connsiteX0" fmla="*/ 474 w 948"/>
                <a:gd name="connsiteY0" fmla="*/ 584 h 584"/>
                <a:gd name="connsiteX1" fmla="*/ 949 w 948"/>
                <a:gd name="connsiteY1" fmla="*/ 0 h 584"/>
                <a:gd name="connsiteX2" fmla="*/ 0 w 948"/>
                <a:gd name="connsiteY2" fmla="*/ 0 h 584"/>
                <a:gd name="connsiteX3" fmla="*/ 474 w 948"/>
                <a:gd name="connsiteY3" fmla="*/ 584 h 584"/>
              </a:gdLst>
              <a:ahLst/>
              <a:cxnLst>
                <a:cxn ang="0">
                  <a:pos x="connsiteX0" y="connsiteY0"/>
                </a:cxn>
                <a:cxn ang="0">
                  <a:pos x="connsiteX1" y="connsiteY1"/>
                </a:cxn>
                <a:cxn ang="0">
                  <a:pos x="connsiteX2" y="connsiteY2"/>
                </a:cxn>
                <a:cxn ang="0">
                  <a:pos x="connsiteX3" y="connsiteY3"/>
                </a:cxn>
              </a:cxnLst>
              <a:rect l="l" t="t" r="r" b="b"/>
              <a:pathLst>
                <a:path w="948" h="584">
                  <a:moveTo>
                    <a:pt x="474" y="584"/>
                  </a:moveTo>
                  <a:lnTo>
                    <a:pt x="949" y="0"/>
                  </a:lnTo>
                  <a:lnTo>
                    <a:pt x="0" y="0"/>
                  </a:lnTo>
                  <a:lnTo>
                    <a:pt x="474" y="584"/>
                  </a:lnTo>
                  <a:close/>
                </a:path>
              </a:pathLst>
            </a:custGeom>
            <a:solidFill>
              <a:srgbClr val="007B85"/>
            </a:solidFill>
            <a:ln w="3646" cap="flat">
              <a:noFill/>
              <a:prstDash val="solid"/>
              <a:miter/>
            </a:ln>
          </p:spPr>
          <p:txBody>
            <a:bodyPr rtlCol="0" anchor="ctr"/>
            <a:lstStyle/>
            <a:p>
              <a:endParaRPr lang="en-GR"/>
            </a:p>
          </p:txBody>
        </p:sp>
        <p:sp>
          <p:nvSpPr>
            <p:cNvPr id="31" name="Freeform 753">
              <a:extLst>
                <a:ext uri="{FF2B5EF4-FFF2-40B4-BE49-F238E27FC236}">
                  <a16:creationId xmlns:a16="http://schemas.microsoft.com/office/drawing/2014/main" id="{4CC91D6C-FE57-19B3-5CE0-300AC9DF033A}"/>
                </a:ext>
              </a:extLst>
            </p:cNvPr>
            <p:cNvSpPr/>
            <p:nvPr/>
          </p:nvSpPr>
          <p:spPr>
            <a:xfrm>
              <a:off x="7745134" y="5549067"/>
              <a:ext cx="146365" cy="127709"/>
            </a:xfrm>
            <a:custGeom>
              <a:avLst/>
              <a:gdLst>
                <a:gd name="connsiteX0" fmla="*/ 115243 w 165311"/>
                <a:gd name="connsiteY0" fmla="*/ 93034 h 144240"/>
                <a:gd name="connsiteX1" fmla="*/ 165312 w 165311"/>
                <a:gd name="connsiteY1" fmla="*/ 28250 h 144240"/>
                <a:gd name="connsiteX2" fmla="*/ 107908 w 165311"/>
                <a:gd name="connsiteY2" fmla="*/ 0 h 144240"/>
                <a:gd name="connsiteX3" fmla="*/ 36602 w 165311"/>
                <a:gd name="connsiteY3" fmla="*/ 59346 h 144240"/>
                <a:gd name="connsiteX4" fmla="*/ 0 w 165311"/>
                <a:gd name="connsiteY4" fmla="*/ 101538 h 144240"/>
                <a:gd name="connsiteX5" fmla="*/ 42842 w 165311"/>
                <a:gd name="connsiteY5" fmla="*/ 144241 h 144240"/>
                <a:gd name="connsiteX6" fmla="*/ 139183 w 165311"/>
                <a:gd name="connsiteY6" fmla="*/ 144241 h 144240"/>
                <a:gd name="connsiteX7" fmla="*/ 115243 w 165311"/>
                <a:gd name="connsiteY7" fmla="*/ 92961 h 144240"/>
                <a:gd name="connsiteX8" fmla="*/ 115243 w 165311"/>
                <a:gd name="connsiteY8" fmla="*/ 93034 h 144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311" h="144240">
                  <a:moveTo>
                    <a:pt x="115243" y="93034"/>
                  </a:moveTo>
                  <a:cubicBezTo>
                    <a:pt x="115243" y="61974"/>
                    <a:pt x="136555" y="35805"/>
                    <a:pt x="165312" y="28250"/>
                  </a:cubicBezTo>
                  <a:cubicBezTo>
                    <a:pt x="152101" y="11096"/>
                    <a:pt x="131300" y="0"/>
                    <a:pt x="107908" y="0"/>
                  </a:cubicBezTo>
                  <a:cubicBezTo>
                    <a:pt x="72292" y="0"/>
                    <a:pt x="42696" y="25585"/>
                    <a:pt x="36602" y="59346"/>
                  </a:cubicBezTo>
                  <a:cubicBezTo>
                    <a:pt x="15874" y="62375"/>
                    <a:pt x="0" y="80113"/>
                    <a:pt x="0" y="101538"/>
                  </a:cubicBezTo>
                  <a:cubicBezTo>
                    <a:pt x="0" y="125152"/>
                    <a:pt x="19195" y="144241"/>
                    <a:pt x="42842" y="144241"/>
                  </a:cubicBezTo>
                  <a:lnTo>
                    <a:pt x="139183" y="144241"/>
                  </a:lnTo>
                  <a:cubicBezTo>
                    <a:pt x="124586" y="131904"/>
                    <a:pt x="115243" y="113509"/>
                    <a:pt x="115243" y="92961"/>
                  </a:cubicBezTo>
                  <a:lnTo>
                    <a:pt x="115243" y="93034"/>
                  </a:lnTo>
                  <a:close/>
                </a:path>
              </a:pathLst>
            </a:custGeom>
            <a:solidFill>
              <a:schemeClr val="bg1"/>
            </a:solidFill>
            <a:ln w="3646" cap="flat">
              <a:noFill/>
              <a:prstDash val="solid"/>
              <a:miter/>
            </a:ln>
          </p:spPr>
          <p:txBody>
            <a:bodyPr rtlCol="0" anchor="ctr"/>
            <a:lstStyle/>
            <a:p>
              <a:endParaRPr lang="en-GR"/>
            </a:p>
          </p:txBody>
        </p:sp>
        <p:sp>
          <p:nvSpPr>
            <p:cNvPr id="32" name="Freeform 754">
              <a:extLst>
                <a:ext uri="{FF2B5EF4-FFF2-40B4-BE49-F238E27FC236}">
                  <a16:creationId xmlns:a16="http://schemas.microsoft.com/office/drawing/2014/main" id="{41B1F695-12D0-B71F-D290-5D17C6073970}"/>
                </a:ext>
              </a:extLst>
            </p:cNvPr>
            <p:cNvSpPr/>
            <p:nvPr/>
          </p:nvSpPr>
          <p:spPr>
            <a:xfrm>
              <a:off x="7861127" y="5586035"/>
              <a:ext cx="90791" cy="90806"/>
            </a:xfrm>
            <a:custGeom>
              <a:avLst/>
              <a:gdLst>
                <a:gd name="connsiteX0" fmla="*/ 51272 w 102544"/>
                <a:gd name="connsiteY0" fmla="*/ 0 h 102560"/>
                <a:gd name="connsiteX1" fmla="*/ 0 w 102544"/>
                <a:gd name="connsiteY1" fmla="*/ 51280 h 102560"/>
                <a:gd name="connsiteX2" fmla="*/ 51272 w 102544"/>
                <a:gd name="connsiteY2" fmla="*/ 102560 h 102560"/>
                <a:gd name="connsiteX3" fmla="*/ 102544 w 102544"/>
                <a:gd name="connsiteY3" fmla="*/ 51280 h 102560"/>
                <a:gd name="connsiteX4" fmla="*/ 51272 w 102544"/>
                <a:gd name="connsiteY4" fmla="*/ 0 h 102560"/>
                <a:gd name="connsiteX5" fmla="*/ 78787 w 102544"/>
                <a:gd name="connsiteY5" fmla="*/ 56645 h 102560"/>
                <a:gd name="connsiteX6" fmla="*/ 54483 w 102544"/>
                <a:gd name="connsiteY6" fmla="*/ 89129 h 102560"/>
                <a:gd name="connsiteX7" fmla="*/ 48353 w 102544"/>
                <a:gd name="connsiteY7" fmla="*/ 89129 h 102560"/>
                <a:gd name="connsiteX8" fmla="*/ 23793 w 102544"/>
                <a:gd name="connsiteY8" fmla="*/ 56828 h 102560"/>
                <a:gd name="connsiteX9" fmla="*/ 26822 w 102544"/>
                <a:gd name="connsiteY9" fmla="*/ 50696 h 102560"/>
                <a:gd name="connsiteX10" fmla="*/ 41018 w 102544"/>
                <a:gd name="connsiteY10" fmla="*/ 50696 h 102560"/>
                <a:gd name="connsiteX11" fmla="*/ 41164 w 102544"/>
                <a:gd name="connsiteY11" fmla="*/ 19454 h 102560"/>
                <a:gd name="connsiteX12" fmla="*/ 61891 w 102544"/>
                <a:gd name="connsiteY12" fmla="*/ 19344 h 102560"/>
                <a:gd name="connsiteX13" fmla="*/ 61745 w 102544"/>
                <a:gd name="connsiteY13" fmla="*/ 50514 h 102560"/>
                <a:gd name="connsiteX14" fmla="*/ 75686 w 102544"/>
                <a:gd name="connsiteY14" fmla="*/ 50514 h 102560"/>
                <a:gd name="connsiteX15" fmla="*/ 78787 w 102544"/>
                <a:gd name="connsiteY15" fmla="*/ 56572 h 102560"/>
                <a:gd name="connsiteX16" fmla="*/ 78787 w 102544"/>
                <a:gd name="connsiteY16" fmla="*/ 56645 h 102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2544" h="102560">
                  <a:moveTo>
                    <a:pt x="51272" y="0"/>
                  </a:moveTo>
                  <a:cubicBezTo>
                    <a:pt x="22954" y="0"/>
                    <a:pt x="0" y="22957"/>
                    <a:pt x="0" y="51280"/>
                  </a:cubicBezTo>
                  <a:cubicBezTo>
                    <a:pt x="0" y="79603"/>
                    <a:pt x="22954" y="102560"/>
                    <a:pt x="51272" y="102560"/>
                  </a:cubicBezTo>
                  <a:cubicBezTo>
                    <a:pt x="79590" y="102560"/>
                    <a:pt x="102544" y="79603"/>
                    <a:pt x="102544" y="51280"/>
                  </a:cubicBezTo>
                  <a:cubicBezTo>
                    <a:pt x="102544" y="22957"/>
                    <a:pt x="79590" y="0"/>
                    <a:pt x="51272" y="0"/>
                  </a:cubicBezTo>
                  <a:close/>
                  <a:moveTo>
                    <a:pt x="78787" y="56645"/>
                  </a:moveTo>
                  <a:lnTo>
                    <a:pt x="54483" y="89129"/>
                  </a:lnTo>
                  <a:cubicBezTo>
                    <a:pt x="52987" y="91173"/>
                    <a:pt x="49922" y="91173"/>
                    <a:pt x="48353" y="89129"/>
                  </a:cubicBezTo>
                  <a:lnTo>
                    <a:pt x="23793" y="56828"/>
                  </a:lnTo>
                  <a:cubicBezTo>
                    <a:pt x="21859" y="54309"/>
                    <a:pt x="23647" y="50696"/>
                    <a:pt x="26822" y="50696"/>
                  </a:cubicBezTo>
                  <a:lnTo>
                    <a:pt x="41018" y="50696"/>
                  </a:lnTo>
                  <a:lnTo>
                    <a:pt x="41164" y="19454"/>
                  </a:lnTo>
                  <a:cubicBezTo>
                    <a:pt x="45908" y="19490"/>
                    <a:pt x="57950" y="19271"/>
                    <a:pt x="61891" y="19344"/>
                  </a:cubicBezTo>
                  <a:lnTo>
                    <a:pt x="61745" y="50514"/>
                  </a:lnTo>
                  <a:lnTo>
                    <a:pt x="75686" y="50514"/>
                  </a:lnTo>
                  <a:cubicBezTo>
                    <a:pt x="78824" y="50441"/>
                    <a:pt x="80649" y="54017"/>
                    <a:pt x="78787" y="56572"/>
                  </a:cubicBezTo>
                  <a:lnTo>
                    <a:pt x="78787" y="56645"/>
                  </a:lnTo>
                  <a:close/>
                </a:path>
              </a:pathLst>
            </a:custGeom>
            <a:solidFill>
              <a:schemeClr val="bg1"/>
            </a:solidFill>
            <a:ln w="3646" cap="flat">
              <a:noFill/>
              <a:prstDash val="solid"/>
              <a:miter/>
            </a:ln>
          </p:spPr>
          <p:txBody>
            <a:bodyPr rtlCol="0" anchor="ctr"/>
            <a:lstStyle/>
            <a:p>
              <a:endParaRPr lang="en-GR"/>
            </a:p>
          </p:txBody>
        </p:sp>
      </p:grpSp>
      <p:sp>
        <p:nvSpPr>
          <p:cNvPr id="45" name="Freeform 440">
            <a:extLst>
              <a:ext uri="{FF2B5EF4-FFF2-40B4-BE49-F238E27FC236}">
                <a16:creationId xmlns:a16="http://schemas.microsoft.com/office/drawing/2014/main" id="{CF062178-EECA-8DFA-DCBE-9956553A02EB}"/>
              </a:ext>
            </a:extLst>
          </p:cNvPr>
          <p:cNvSpPr/>
          <p:nvPr/>
        </p:nvSpPr>
        <p:spPr>
          <a:xfrm>
            <a:off x="5723707" y="3885493"/>
            <a:ext cx="751998" cy="797659"/>
          </a:xfrm>
          <a:custGeom>
            <a:avLst/>
            <a:gdLst>
              <a:gd name="connsiteX0" fmla="*/ 96345 w 192689"/>
              <a:gd name="connsiteY0" fmla="*/ 0 h 204389"/>
              <a:gd name="connsiteX1" fmla="*/ 4 w 192689"/>
              <a:gd name="connsiteY1" fmla="*/ 45944 h 204389"/>
              <a:gd name="connsiteX2" fmla="*/ 85762 w 192689"/>
              <a:gd name="connsiteY2" fmla="*/ 201981 h 204389"/>
              <a:gd name="connsiteX3" fmla="*/ 106964 w 192689"/>
              <a:gd name="connsiteY3" fmla="*/ 201981 h 204389"/>
              <a:gd name="connsiteX4" fmla="*/ 192685 w 192689"/>
              <a:gd name="connsiteY4" fmla="*/ 45944 h 204389"/>
              <a:gd name="connsiteX5" fmla="*/ 96381 w 192689"/>
              <a:gd name="connsiteY5" fmla="*/ 0 h 204389"/>
              <a:gd name="connsiteX6" fmla="*/ 96345 w 192689"/>
              <a:gd name="connsiteY6" fmla="*/ 0 h 204389"/>
              <a:gd name="connsiteX7" fmla="*/ 75836 w 192689"/>
              <a:gd name="connsiteY7" fmla="*/ 147817 h 204389"/>
              <a:gd name="connsiteX8" fmla="*/ 38686 w 192689"/>
              <a:gd name="connsiteY8" fmla="*/ 112385 h 204389"/>
              <a:gd name="connsiteX9" fmla="*/ 52809 w 192689"/>
              <a:gd name="connsiteY9" fmla="*/ 97563 h 204389"/>
              <a:gd name="connsiteX10" fmla="*/ 75580 w 192689"/>
              <a:gd name="connsiteY10" fmla="*/ 119283 h 204389"/>
              <a:gd name="connsiteX11" fmla="*/ 152981 w 192689"/>
              <a:gd name="connsiteY11" fmla="*/ 42418 h 204389"/>
              <a:gd name="connsiteX12" fmla="*/ 167396 w 192689"/>
              <a:gd name="connsiteY12" fmla="*/ 56933 h 204389"/>
              <a:gd name="connsiteX13" fmla="*/ 75836 w 192689"/>
              <a:gd name="connsiteY13" fmla="*/ 147817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2689" h="204389">
                <a:moveTo>
                  <a:pt x="96345" y="0"/>
                </a:moveTo>
                <a:cubicBezTo>
                  <a:pt x="-2222" y="0"/>
                  <a:pt x="4" y="45944"/>
                  <a:pt x="4" y="45944"/>
                </a:cubicBezTo>
                <a:cubicBezTo>
                  <a:pt x="223" y="85756"/>
                  <a:pt x="16572" y="168840"/>
                  <a:pt x="85762" y="201981"/>
                </a:cubicBezTo>
                <a:cubicBezTo>
                  <a:pt x="92440" y="205192"/>
                  <a:pt x="100249" y="205192"/>
                  <a:pt x="106964" y="201981"/>
                </a:cubicBezTo>
                <a:cubicBezTo>
                  <a:pt x="176081" y="168840"/>
                  <a:pt x="192503" y="85756"/>
                  <a:pt x="192685" y="45944"/>
                </a:cubicBezTo>
                <a:cubicBezTo>
                  <a:pt x="192685" y="45944"/>
                  <a:pt x="194948" y="0"/>
                  <a:pt x="96381" y="0"/>
                </a:cubicBezTo>
                <a:lnTo>
                  <a:pt x="96345" y="0"/>
                </a:lnTo>
                <a:close/>
                <a:moveTo>
                  <a:pt x="75836" y="147817"/>
                </a:moveTo>
                <a:lnTo>
                  <a:pt x="38686" y="112385"/>
                </a:lnTo>
                <a:lnTo>
                  <a:pt x="52809" y="97563"/>
                </a:lnTo>
                <a:lnTo>
                  <a:pt x="75580" y="119283"/>
                </a:lnTo>
                <a:lnTo>
                  <a:pt x="152981" y="42418"/>
                </a:lnTo>
                <a:lnTo>
                  <a:pt x="167396" y="56933"/>
                </a:lnTo>
                <a:lnTo>
                  <a:pt x="75836" y="147817"/>
                </a:lnTo>
                <a:close/>
              </a:path>
            </a:pathLst>
          </a:custGeom>
          <a:solidFill>
            <a:schemeClr val="accent1"/>
          </a:solidFill>
          <a:ln w="3646" cap="flat">
            <a:noFill/>
            <a:prstDash val="solid"/>
            <a:miter/>
          </a:ln>
        </p:spPr>
        <p:txBody>
          <a:bodyPr rtlCol="0" anchor="ctr"/>
          <a:lstStyle/>
          <a:p>
            <a:endParaRPr lang="en-GR"/>
          </a:p>
        </p:txBody>
      </p:sp>
      <p:sp>
        <p:nvSpPr>
          <p:cNvPr id="43" name="Oval 42">
            <a:extLst>
              <a:ext uri="{FF2B5EF4-FFF2-40B4-BE49-F238E27FC236}">
                <a16:creationId xmlns:a16="http://schemas.microsoft.com/office/drawing/2014/main" id="{F05C822C-5BA7-B078-769B-1087B8D446F1}"/>
              </a:ext>
            </a:extLst>
          </p:cNvPr>
          <p:cNvSpPr/>
          <p:nvPr/>
        </p:nvSpPr>
        <p:spPr>
          <a:xfrm>
            <a:off x="826474" y="4834787"/>
            <a:ext cx="468498" cy="468498"/>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R" sz="1400" b="1">
                <a:latin typeface="Aptos SemiBold" panose="020B0004020202020204" pitchFamily="34" charset="0"/>
              </a:rPr>
              <a:t>02</a:t>
            </a:r>
          </a:p>
        </p:txBody>
      </p:sp>
      <p:sp>
        <p:nvSpPr>
          <p:cNvPr id="44" name="Oval 43">
            <a:extLst>
              <a:ext uri="{FF2B5EF4-FFF2-40B4-BE49-F238E27FC236}">
                <a16:creationId xmlns:a16="http://schemas.microsoft.com/office/drawing/2014/main" id="{B5FA8390-6289-74CB-3190-D60FB5D450DA}"/>
              </a:ext>
            </a:extLst>
          </p:cNvPr>
          <p:cNvSpPr/>
          <p:nvPr/>
        </p:nvSpPr>
        <p:spPr>
          <a:xfrm>
            <a:off x="8688806" y="4834787"/>
            <a:ext cx="468498" cy="468498"/>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R" sz="1400" b="1">
                <a:latin typeface="Aptos SemiBold" panose="020B0004020202020204" pitchFamily="34" charset="0"/>
              </a:rPr>
              <a:t>04</a:t>
            </a:r>
          </a:p>
        </p:txBody>
      </p:sp>
      <p:sp>
        <p:nvSpPr>
          <p:cNvPr id="46" name="Oval 45">
            <a:extLst>
              <a:ext uri="{FF2B5EF4-FFF2-40B4-BE49-F238E27FC236}">
                <a16:creationId xmlns:a16="http://schemas.microsoft.com/office/drawing/2014/main" id="{E2CA2A49-54EC-7853-95C0-D76DD6C7751C}"/>
              </a:ext>
            </a:extLst>
          </p:cNvPr>
          <p:cNvSpPr/>
          <p:nvPr/>
        </p:nvSpPr>
        <p:spPr>
          <a:xfrm>
            <a:off x="826474" y="2623101"/>
            <a:ext cx="468498" cy="46849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R" sz="1400" b="1">
                <a:latin typeface="Aptos SemiBold" panose="020B0004020202020204" pitchFamily="34" charset="0"/>
              </a:rPr>
              <a:t>01</a:t>
            </a:r>
          </a:p>
        </p:txBody>
      </p:sp>
      <p:sp>
        <p:nvSpPr>
          <p:cNvPr id="47" name="Oval 46">
            <a:extLst>
              <a:ext uri="{FF2B5EF4-FFF2-40B4-BE49-F238E27FC236}">
                <a16:creationId xmlns:a16="http://schemas.microsoft.com/office/drawing/2014/main" id="{65EEBBBE-A431-10E7-9CC0-A364E79720F1}"/>
              </a:ext>
            </a:extLst>
          </p:cNvPr>
          <p:cNvSpPr/>
          <p:nvPr/>
        </p:nvSpPr>
        <p:spPr>
          <a:xfrm>
            <a:off x="8688806" y="2623101"/>
            <a:ext cx="468498" cy="468498"/>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R" sz="1400" b="1">
                <a:latin typeface="Aptos SemiBold" panose="020B0004020202020204" pitchFamily="34" charset="0"/>
              </a:rPr>
              <a:t>03</a:t>
            </a:r>
          </a:p>
        </p:txBody>
      </p:sp>
      <p:grpSp>
        <p:nvGrpSpPr>
          <p:cNvPr id="64" name="Group 63">
            <a:extLst>
              <a:ext uri="{FF2B5EF4-FFF2-40B4-BE49-F238E27FC236}">
                <a16:creationId xmlns:a16="http://schemas.microsoft.com/office/drawing/2014/main" id="{DA6FB6B4-7449-9C93-E174-90F3870934F5}"/>
              </a:ext>
            </a:extLst>
          </p:cNvPr>
          <p:cNvGrpSpPr/>
          <p:nvPr/>
        </p:nvGrpSpPr>
        <p:grpSpPr>
          <a:xfrm>
            <a:off x="1433771" y="2621475"/>
            <a:ext cx="2195328" cy="1151452"/>
            <a:chOff x="826473" y="2655765"/>
            <a:chExt cx="2195328" cy="1151452"/>
          </a:xfrm>
        </p:grpSpPr>
        <p:sp>
          <p:nvSpPr>
            <p:cNvPr id="65" name="Text Placeholder 2">
              <a:extLst>
                <a:ext uri="{FF2B5EF4-FFF2-40B4-BE49-F238E27FC236}">
                  <a16:creationId xmlns:a16="http://schemas.microsoft.com/office/drawing/2014/main" id="{B5454612-1EC6-8407-A4EF-EFFF48A7F206}"/>
                </a:ext>
              </a:extLst>
            </p:cNvPr>
            <p:cNvSpPr txBox="1">
              <a:spLocks/>
            </p:cNvSpPr>
            <p:nvPr/>
          </p:nvSpPr>
          <p:spPr>
            <a:xfrm>
              <a:off x="826474" y="2883887"/>
              <a:ext cx="2195327" cy="923330"/>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1200"/>
                </a:spcAft>
                <a:buClr>
                  <a:srgbClr val="047A85"/>
                </a:buClr>
                <a:buNone/>
                <a:tabLst>
                  <a:tab pos="352425" algn="l"/>
                </a:tabLst>
                <a:defRPr/>
              </a:pPr>
              <a:r>
                <a:rPr lang="en-GB" sz="1200">
                  <a:solidFill>
                    <a:schemeClr val="tx1">
                      <a:lumMod val="65000"/>
                      <a:lumOff val="35000"/>
                    </a:schemeClr>
                  </a:solidFill>
                </a:rPr>
                <a:t>Ut </a:t>
              </a:r>
              <a:r>
                <a:rPr lang="en-GB" sz="1200" err="1">
                  <a:solidFill>
                    <a:schemeClr val="tx1">
                      <a:lumMod val="65000"/>
                      <a:lumOff val="35000"/>
                    </a:schemeClr>
                  </a:solidFill>
                </a:rPr>
                <a:t>enim</a:t>
              </a:r>
              <a:r>
                <a:rPr lang="en-GB" sz="1200">
                  <a:solidFill>
                    <a:schemeClr val="tx1">
                      <a:lumMod val="65000"/>
                      <a:lumOff val="35000"/>
                    </a:schemeClr>
                  </a:solidFill>
                </a:rPr>
                <a:t> ad minim </a:t>
              </a:r>
              <a:r>
                <a:rPr lang="en-GB" sz="1200" err="1">
                  <a:solidFill>
                    <a:schemeClr val="tx1">
                      <a:lumMod val="65000"/>
                      <a:lumOff val="35000"/>
                    </a:schemeClr>
                  </a:solidFill>
                </a:rPr>
                <a:t>veniam</a:t>
              </a:r>
              <a:r>
                <a:rPr lang="el-GR" sz="1200">
                  <a:solidFill>
                    <a:schemeClr val="tx1">
                      <a:lumMod val="65000"/>
                      <a:lumOff val="35000"/>
                    </a:schemeClr>
                  </a:solidFill>
                </a:rPr>
                <a:t> </a:t>
              </a:r>
              <a:r>
                <a:rPr lang="en-US" sz="1200">
                  <a:solidFill>
                    <a:schemeClr val="tx1">
                      <a:lumMod val="65000"/>
                      <a:lumOff val="35000"/>
                    </a:schemeClr>
                  </a:solidFill>
                </a:rPr>
                <a:t>et</a:t>
              </a:r>
              <a:r>
                <a:rPr lang="en-GB" sz="1200">
                  <a:solidFill>
                    <a:schemeClr val="tx1">
                      <a:lumMod val="65000"/>
                      <a:lumOff val="35000"/>
                    </a:schemeClr>
                  </a:solidFill>
                </a:rPr>
                <a:t> </a:t>
              </a:r>
              <a:r>
                <a:rPr lang="en-GB" sz="1200" err="1">
                  <a:solidFill>
                    <a:schemeClr val="tx1">
                      <a:lumMod val="65000"/>
                      <a:lumOff val="35000"/>
                    </a:schemeClr>
                  </a:solidFill>
                </a:rPr>
                <a:t>quis</a:t>
              </a:r>
              <a:r>
                <a:rPr lang="en-GB" sz="1200">
                  <a:solidFill>
                    <a:schemeClr val="tx1">
                      <a:lumMod val="65000"/>
                      <a:lumOff val="35000"/>
                    </a:schemeClr>
                  </a:solidFill>
                </a:rPr>
                <a:t> </a:t>
              </a:r>
              <a:r>
                <a:rPr lang="en-GB" sz="1200" err="1">
                  <a:solidFill>
                    <a:schemeClr val="tx1">
                      <a:lumMod val="65000"/>
                      <a:lumOff val="35000"/>
                    </a:schemeClr>
                  </a:solidFill>
                </a:rPr>
                <a:t>nostrud</a:t>
              </a:r>
              <a:r>
                <a:rPr lang="en-GB" sz="1200">
                  <a:solidFill>
                    <a:schemeClr val="tx1">
                      <a:lumMod val="65000"/>
                      <a:lumOff val="35000"/>
                    </a:schemeClr>
                  </a:solidFill>
                </a:rPr>
                <a:t> exercitation </a:t>
              </a:r>
              <a:r>
                <a:rPr lang="en-GB" sz="1200" err="1">
                  <a:solidFill>
                    <a:schemeClr val="tx1">
                      <a:lumMod val="65000"/>
                      <a:lumOff val="35000"/>
                    </a:schemeClr>
                  </a:solidFill>
                </a:rPr>
                <a:t>cel</a:t>
              </a:r>
              <a:r>
                <a:rPr lang="en-GB" sz="1200">
                  <a:solidFill>
                    <a:schemeClr val="tx1">
                      <a:lumMod val="65000"/>
                      <a:lumOff val="35000"/>
                    </a:schemeClr>
                  </a:solidFill>
                </a:rPr>
                <a:t> </a:t>
              </a:r>
              <a:r>
                <a:rPr lang="en-GB" sz="1200" err="1">
                  <a:solidFill>
                    <a:schemeClr val="tx1">
                      <a:lumMod val="65000"/>
                      <a:lumOff val="35000"/>
                    </a:schemeClr>
                  </a:solidFill>
                </a:rPr>
                <a:t>veniam</a:t>
              </a:r>
              <a:r>
                <a:rPr lang="en-GB" sz="1200">
                  <a:solidFill>
                    <a:schemeClr val="tx1">
                      <a:lumMod val="65000"/>
                      <a:lumOff val="35000"/>
                    </a:schemeClr>
                  </a:solidFill>
                </a:rPr>
                <a:t> </a:t>
              </a:r>
              <a:r>
                <a:rPr lang="en-GB" sz="1200" err="1">
                  <a:solidFill>
                    <a:schemeClr val="tx1">
                      <a:lumMod val="65000"/>
                      <a:lumOff val="35000"/>
                    </a:schemeClr>
                  </a:solidFill>
                </a:rPr>
                <a:t>ullamco</a:t>
              </a:r>
              <a:r>
                <a:rPr lang="en-GB" sz="1200">
                  <a:solidFill>
                    <a:schemeClr val="tx1">
                      <a:lumMod val="65000"/>
                      <a:lumOff val="35000"/>
                    </a:schemeClr>
                  </a:solidFill>
                </a:rPr>
                <a:t> </a:t>
              </a:r>
              <a:r>
                <a:rPr lang="en-GB" sz="1200" err="1">
                  <a:solidFill>
                    <a:schemeClr val="tx1">
                      <a:lumMod val="65000"/>
                      <a:lumOff val="35000"/>
                    </a:schemeClr>
                  </a:solidFill>
                </a:rPr>
                <a:t>laboris</a:t>
              </a:r>
              <a:r>
                <a:rPr lang="en-GB" sz="1200">
                  <a:solidFill>
                    <a:schemeClr val="tx1">
                      <a:lumMod val="65000"/>
                      <a:lumOff val="35000"/>
                    </a:schemeClr>
                  </a:solidFill>
                </a:rPr>
                <a:t> </a:t>
              </a:r>
              <a:r>
                <a:rPr lang="en-GB" sz="1200" err="1">
                  <a:solidFill>
                    <a:schemeClr val="tx1">
                      <a:lumMod val="65000"/>
                      <a:lumOff val="35000"/>
                    </a:schemeClr>
                  </a:solidFill>
                </a:rPr>
                <a:t>nisit</a:t>
              </a:r>
              <a:r>
                <a:rPr lang="en-GB" sz="1200">
                  <a:solidFill>
                    <a:schemeClr val="tx1">
                      <a:lumMod val="65000"/>
                      <a:lumOff val="35000"/>
                    </a:schemeClr>
                  </a:solidFill>
                </a:rPr>
                <a:t> </a:t>
              </a:r>
              <a:r>
                <a:rPr lang="en-GB" sz="1200" err="1">
                  <a:solidFill>
                    <a:schemeClr val="tx1">
                      <a:lumMod val="65000"/>
                      <a:lumOff val="35000"/>
                    </a:schemeClr>
                  </a:solidFill>
                </a:rPr>
                <a:t>ut</a:t>
              </a:r>
              <a:r>
                <a:rPr lang="en-GB" sz="1200">
                  <a:solidFill>
                    <a:schemeClr val="tx1">
                      <a:lumMod val="65000"/>
                      <a:lumOff val="35000"/>
                    </a:schemeClr>
                  </a:solidFill>
                </a:rPr>
                <a:t> </a:t>
              </a:r>
              <a:r>
                <a:rPr lang="en-GB" sz="1200" err="1">
                  <a:solidFill>
                    <a:schemeClr val="tx1">
                      <a:lumMod val="65000"/>
                      <a:lumOff val="35000"/>
                    </a:schemeClr>
                  </a:solidFill>
                </a:rPr>
                <a:t>aliquip</a:t>
              </a:r>
              <a:r>
                <a:rPr lang="en-GB" sz="1200">
                  <a:solidFill>
                    <a:schemeClr val="tx1">
                      <a:lumMod val="65000"/>
                      <a:lumOff val="35000"/>
                    </a:schemeClr>
                  </a:solidFill>
                </a:rPr>
                <a:t> ex </a:t>
              </a:r>
              <a:r>
                <a:rPr lang="en-GB" sz="1200" err="1">
                  <a:solidFill>
                    <a:schemeClr val="tx1">
                      <a:lumMod val="65000"/>
                      <a:lumOff val="35000"/>
                    </a:schemeClr>
                  </a:solidFill>
                </a:rPr>
                <a:t>ea</a:t>
              </a:r>
              <a:r>
                <a:rPr lang="en-GB" sz="1200">
                  <a:solidFill>
                    <a:schemeClr val="tx1">
                      <a:lumMod val="65000"/>
                      <a:lumOff val="35000"/>
                    </a:schemeClr>
                  </a:solidFill>
                </a:rPr>
                <a:t> commodore minim </a:t>
              </a:r>
              <a:r>
                <a:rPr lang="en-GB" sz="1200" err="1">
                  <a:solidFill>
                    <a:schemeClr val="tx1">
                      <a:lumMod val="65000"/>
                      <a:lumOff val="35000"/>
                    </a:schemeClr>
                  </a:solidFill>
                </a:rPr>
                <a:t>consequat</a:t>
              </a:r>
              <a:r>
                <a:rPr lang="en-GB" sz="1200">
                  <a:solidFill>
                    <a:schemeClr val="tx1">
                      <a:lumMod val="65000"/>
                      <a:lumOff val="35000"/>
                    </a:schemeClr>
                  </a:solidFill>
                </a:rPr>
                <a:t> pareto </a:t>
              </a:r>
              <a:r>
                <a:rPr lang="en-GB" sz="1200" err="1">
                  <a:solidFill>
                    <a:schemeClr val="tx1">
                      <a:lumMod val="65000"/>
                      <a:lumOff val="35000"/>
                    </a:schemeClr>
                  </a:solidFill>
                </a:rPr>
                <a:t>lamane</a:t>
              </a:r>
              <a:r>
                <a:rPr lang="en-GB" sz="1200">
                  <a:solidFill>
                    <a:schemeClr val="tx1">
                      <a:lumMod val="65000"/>
                      <a:lumOff val="35000"/>
                    </a:schemeClr>
                  </a:solidFill>
                </a:rPr>
                <a:t>.</a:t>
              </a:r>
            </a:p>
          </p:txBody>
        </p:sp>
        <p:sp>
          <p:nvSpPr>
            <p:cNvPr id="66" name="Text Placeholder 2">
              <a:extLst>
                <a:ext uri="{FF2B5EF4-FFF2-40B4-BE49-F238E27FC236}">
                  <a16:creationId xmlns:a16="http://schemas.microsoft.com/office/drawing/2014/main" id="{CE7D3E17-C7A9-4616-46FC-AFBF5A089580}"/>
                </a:ext>
              </a:extLst>
            </p:cNvPr>
            <p:cNvSpPr txBox="1">
              <a:spLocks/>
            </p:cNvSpPr>
            <p:nvPr/>
          </p:nvSpPr>
          <p:spPr>
            <a:xfrm>
              <a:off x="826473" y="2655765"/>
              <a:ext cx="2195327" cy="184666"/>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Clr>
                  <a:srgbClr val="047A85"/>
                </a:buClr>
                <a:buNone/>
                <a:tabLst>
                  <a:tab pos="352425" algn="l"/>
                </a:tabLst>
                <a:defRPr/>
              </a:pPr>
              <a:r>
                <a:rPr lang="en-GB" sz="1200" b="1">
                  <a:solidFill>
                    <a:schemeClr val="accent1"/>
                  </a:solidFill>
                  <a:latin typeface="Aptos SemiBold" panose="020B0004020202020204" pitchFamily="34" charset="0"/>
                </a:rPr>
                <a:t>Lorem </a:t>
              </a:r>
              <a:r>
                <a:rPr lang="en-GB" sz="1200" b="1" err="1">
                  <a:solidFill>
                    <a:schemeClr val="accent1"/>
                  </a:solidFill>
                  <a:latin typeface="Aptos SemiBold" panose="020B0004020202020204" pitchFamily="34" charset="0"/>
                </a:rPr>
                <a:t>dolor</a:t>
              </a:r>
              <a:r>
                <a:rPr lang="en-GB" sz="1200" b="1">
                  <a:solidFill>
                    <a:schemeClr val="accent1"/>
                  </a:solidFill>
                  <a:latin typeface="Aptos SemiBold" panose="020B0004020202020204" pitchFamily="34" charset="0"/>
                </a:rPr>
                <a:t> sit </a:t>
              </a:r>
              <a:r>
                <a:rPr lang="en-GB" sz="1200" b="1" err="1">
                  <a:solidFill>
                    <a:schemeClr val="accent1"/>
                  </a:solidFill>
                  <a:latin typeface="Aptos SemiBold" panose="020B0004020202020204" pitchFamily="34" charset="0"/>
                </a:rPr>
                <a:t>amet</a:t>
              </a:r>
              <a:endParaRPr lang="en-GB" sz="1200" b="1">
                <a:solidFill>
                  <a:schemeClr val="accent1"/>
                </a:solidFill>
                <a:latin typeface="Aptos SemiBold" panose="020B0004020202020204" pitchFamily="34" charset="0"/>
              </a:endParaRPr>
            </a:p>
          </p:txBody>
        </p:sp>
      </p:grpSp>
      <p:grpSp>
        <p:nvGrpSpPr>
          <p:cNvPr id="67" name="Group 66">
            <a:extLst>
              <a:ext uri="{FF2B5EF4-FFF2-40B4-BE49-F238E27FC236}">
                <a16:creationId xmlns:a16="http://schemas.microsoft.com/office/drawing/2014/main" id="{1B0856E6-92E6-35E8-B2D3-5973E51C6621}"/>
              </a:ext>
            </a:extLst>
          </p:cNvPr>
          <p:cNvGrpSpPr/>
          <p:nvPr/>
        </p:nvGrpSpPr>
        <p:grpSpPr>
          <a:xfrm>
            <a:off x="1433774" y="4817521"/>
            <a:ext cx="2195327" cy="1149005"/>
            <a:chOff x="826474" y="4840379"/>
            <a:chExt cx="2195327" cy="1149005"/>
          </a:xfrm>
        </p:grpSpPr>
        <p:sp>
          <p:nvSpPr>
            <p:cNvPr id="68" name="Text Placeholder 2">
              <a:extLst>
                <a:ext uri="{FF2B5EF4-FFF2-40B4-BE49-F238E27FC236}">
                  <a16:creationId xmlns:a16="http://schemas.microsoft.com/office/drawing/2014/main" id="{F29AEA59-DB2B-93D3-380D-B01E9686FE3B}"/>
                </a:ext>
              </a:extLst>
            </p:cNvPr>
            <p:cNvSpPr txBox="1">
              <a:spLocks/>
            </p:cNvSpPr>
            <p:nvPr/>
          </p:nvSpPr>
          <p:spPr>
            <a:xfrm>
              <a:off x="826474" y="5066054"/>
              <a:ext cx="2195327" cy="923330"/>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1200"/>
                </a:spcAft>
                <a:buClr>
                  <a:srgbClr val="047A85"/>
                </a:buClr>
                <a:buNone/>
                <a:tabLst>
                  <a:tab pos="352425" algn="l"/>
                </a:tabLst>
                <a:defRPr/>
              </a:pPr>
              <a:r>
                <a:rPr lang="en-GB" sz="1200">
                  <a:solidFill>
                    <a:schemeClr val="tx1">
                      <a:lumMod val="65000"/>
                      <a:lumOff val="35000"/>
                    </a:schemeClr>
                  </a:solidFill>
                </a:rPr>
                <a:t>Lorem ipsum </a:t>
              </a:r>
              <a:r>
                <a:rPr lang="en-GB" sz="1200" err="1">
                  <a:solidFill>
                    <a:schemeClr val="tx1">
                      <a:lumMod val="65000"/>
                      <a:lumOff val="35000"/>
                    </a:schemeClr>
                  </a:solidFill>
                </a:rPr>
                <a:t>dolor</a:t>
              </a:r>
              <a:r>
                <a:rPr lang="en-GB" sz="1200">
                  <a:solidFill>
                    <a:schemeClr val="tx1">
                      <a:lumMod val="65000"/>
                      <a:lumOff val="35000"/>
                    </a:schemeClr>
                  </a:solidFill>
                </a:rPr>
                <a:t> sit amen </a:t>
              </a:r>
              <a:r>
                <a:rPr lang="en-GB" sz="1200" err="1">
                  <a:solidFill>
                    <a:schemeClr val="tx1">
                      <a:lumMod val="65000"/>
                      <a:lumOff val="35000"/>
                    </a:schemeClr>
                  </a:solidFill>
                </a:rPr>
                <a:t>consectetur</a:t>
              </a:r>
              <a:r>
                <a:rPr lang="en-GB" sz="1200">
                  <a:solidFill>
                    <a:schemeClr val="tx1">
                      <a:lumMod val="65000"/>
                      <a:lumOff val="35000"/>
                    </a:schemeClr>
                  </a:solidFill>
                </a:rPr>
                <a:t> </a:t>
              </a:r>
              <a:r>
                <a:rPr lang="en-GB" sz="1200" err="1">
                  <a:solidFill>
                    <a:schemeClr val="tx1">
                      <a:lumMod val="65000"/>
                      <a:lumOff val="35000"/>
                    </a:schemeClr>
                  </a:solidFill>
                </a:rPr>
                <a:t>adipiscing</a:t>
              </a:r>
              <a:r>
                <a:rPr lang="en-GB" sz="1200">
                  <a:solidFill>
                    <a:schemeClr val="tx1">
                      <a:lumMod val="65000"/>
                      <a:lumOff val="35000"/>
                    </a:schemeClr>
                  </a:solidFill>
                </a:rPr>
                <a:t> </a:t>
              </a:r>
              <a:r>
                <a:rPr lang="en-GB" sz="1200" err="1">
                  <a:solidFill>
                    <a:schemeClr val="tx1">
                      <a:lumMod val="65000"/>
                      <a:lumOff val="35000"/>
                    </a:schemeClr>
                  </a:solidFill>
                </a:rPr>
                <a:t>elit</a:t>
              </a:r>
              <a:r>
                <a:rPr lang="en-GB" sz="1200">
                  <a:solidFill>
                    <a:schemeClr val="tx1">
                      <a:lumMod val="65000"/>
                      <a:lumOff val="35000"/>
                    </a:schemeClr>
                  </a:solidFill>
                </a:rPr>
                <a:t>o </a:t>
              </a:r>
              <a:r>
                <a:rPr lang="en-GB" sz="1200" err="1">
                  <a:solidFill>
                    <a:schemeClr val="tx1">
                      <a:lumMod val="65000"/>
                      <a:lumOff val="35000"/>
                    </a:schemeClr>
                  </a:solidFill>
                </a:rPr>
                <a:t>sed</a:t>
              </a:r>
              <a:r>
                <a:rPr lang="en-GB" sz="1200">
                  <a:solidFill>
                    <a:schemeClr val="tx1">
                      <a:lumMod val="65000"/>
                      <a:lumOff val="35000"/>
                    </a:schemeClr>
                  </a:solidFill>
                </a:rPr>
                <a:t> do </a:t>
              </a:r>
              <a:r>
                <a:rPr lang="en-GB" sz="1200" err="1">
                  <a:solidFill>
                    <a:schemeClr val="tx1">
                      <a:lumMod val="65000"/>
                      <a:lumOff val="35000"/>
                    </a:schemeClr>
                  </a:solidFill>
                </a:rPr>
                <a:t>eiusmod</a:t>
              </a:r>
              <a:r>
                <a:rPr lang="en-GB" sz="1200">
                  <a:solidFill>
                    <a:schemeClr val="tx1">
                      <a:lumMod val="65000"/>
                      <a:lumOff val="35000"/>
                    </a:schemeClr>
                  </a:solidFill>
                </a:rPr>
                <a:t> </a:t>
              </a:r>
              <a:r>
                <a:rPr lang="en-GB" sz="1200" err="1">
                  <a:solidFill>
                    <a:schemeClr val="tx1">
                      <a:lumMod val="65000"/>
                      <a:lumOff val="35000"/>
                    </a:schemeClr>
                  </a:solidFill>
                </a:rPr>
                <a:t>temporiant</a:t>
              </a:r>
              <a:r>
                <a:rPr lang="en-GB" sz="1200">
                  <a:solidFill>
                    <a:schemeClr val="tx1">
                      <a:lumMod val="65000"/>
                      <a:lumOff val="35000"/>
                    </a:schemeClr>
                  </a:solidFill>
                </a:rPr>
                <a:t> </a:t>
              </a:r>
              <a:r>
                <a:rPr lang="en-GB" sz="1200" err="1">
                  <a:solidFill>
                    <a:schemeClr val="tx1">
                      <a:lumMod val="65000"/>
                      <a:lumOff val="35000"/>
                    </a:schemeClr>
                  </a:solidFill>
                </a:rPr>
                <a:t>incididunt</a:t>
              </a:r>
              <a:r>
                <a:rPr lang="en-GB" sz="1200">
                  <a:solidFill>
                    <a:schemeClr val="tx1">
                      <a:lumMod val="65000"/>
                      <a:lumOff val="35000"/>
                    </a:schemeClr>
                  </a:solidFill>
                </a:rPr>
                <a:t> </a:t>
              </a:r>
              <a:r>
                <a:rPr lang="en-GB" sz="1200" err="1">
                  <a:solidFill>
                    <a:schemeClr val="tx1">
                      <a:lumMod val="65000"/>
                      <a:lumOff val="35000"/>
                    </a:schemeClr>
                  </a:solidFill>
                </a:rPr>
                <a:t>ut</a:t>
              </a:r>
              <a:r>
                <a:rPr lang="en-GB" sz="1200">
                  <a:solidFill>
                    <a:schemeClr val="tx1">
                      <a:lumMod val="65000"/>
                      <a:lumOff val="35000"/>
                    </a:schemeClr>
                  </a:solidFill>
                </a:rPr>
                <a:t> labore </a:t>
              </a:r>
              <a:r>
                <a:rPr lang="en-GB" sz="1200" err="1">
                  <a:solidFill>
                    <a:schemeClr val="tx1">
                      <a:lumMod val="65000"/>
                      <a:lumOff val="35000"/>
                    </a:schemeClr>
                  </a:solidFill>
                </a:rPr>
                <a:t>etaliqua</a:t>
              </a:r>
              <a:r>
                <a:rPr lang="en-GB" sz="1200">
                  <a:solidFill>
                    <a:schemeClr val="tx1">
                      <a:lumMod val="65000"/>
                      <a:lumOff val="35000"/>
                    </a:schemeClr>
                  </a:solidFill>
                </a:rPr>
                <a:t> dolore magna </a:t>
              </a:r>
              <a:r>
                <a:rPr lang="en-GB" sz="1200" err="1">
                  <a:solidFill>
                    <a:schemeClr val="tx1">
                      <a:lumMod val="65000"/>
                      <a:lumOff val="35000"/>
                    </a:schemeClr>
                  </a:solidFill>
                </a:rPr>
                <a:t>aliqua</a:t>
              </a:r>
              <a:r>
                <a:rPr lang="en-GB" sz="1200">
                  <a:solidFill>
                    <a:schemeClr val="tx1">
                      <a:lumMod val="65000"/>
                      <a:lumOff val="35000"/>
                    </a:schemeClr>
                  </a:solidFill>
                </a:rPr>
                <a:t>. </a:t>
              </a:r>
            </a:p>
          </p:txBody>
        </p:sp>
        <p:sp>
          <p:nvSpPr>
            <p:cNvPr id="69" name="Text Placeholder 2">
              <a:extLst>
                <a:ext uri="{FF2B5EF4-FFF2-40B4-BE49-F238E27FC236}">
                  <a16:creationId xmlns:a16="http://schemas.microsoft.com/office/drawing/2014/main" id="{5B89F77C-0F15-86A6-3A0A-C1B741E29444}"/>
                </a:ext>
              </a:extLst>
            </p:cNvPr>
            <p:cNvSpPr txBox="1">
              <a:spLocks/>
            </p:cNvSpPr>
            <p:nvPr/>
          </p:nvSpPr>
          <p:spPr>
            <a:xfrm>
              <a:off x="826474" y="4840379"/>
              <a:ext cx="2195327" cy="184666"/>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Clr>
                  <a:srgbClr val="047A85"/>
                </a:buClr>
                <a:buNone/>
                <a:tabLst>
                  <a:tab pos="352425" algn="l"/>
                </a:tabLst>
                <a:defRPr/>
              </a:pPr>
              <a:r>
                <a:rPr lang="en-GB" sz="1200" b="1">
                  <a:solidFill>
                    <a:schemeClr val="accent1"/>
                  </a:solidFill>
                  <a:latin typeface="Aptos SemiBold" panose="020B0004020202020204" pitchFamily="34" charset="0"/>
                </a:rPr>
                <a:t>Verde vente du </a:t>
              </a:r>
              <a:r>
                <a:rPr lang="en-GB" sz="1200" b="1" err="1">
                  <a:solidFill>
                    <a:schemeClr val="accent1"/>
                  </a:solidFill>
                  <a:latin typeface="Aptos SemiBold" panose="020B0004020202020204" pitchFamily="34" charset="0"/>
                </a:rPr>
                <a:t>est</a:t>
              </a:r>
              <a:endParaRPr lang="en-GR" sz="1200">
                <a:solidFill>
                  <a:schemeClr val="accent1"/>
                </a:solidFill>
              </a:endParaRPr>
            </a:p>
          </p:txBody>
        </p:sp>
      </p:grpSp>
      <p:grpSp>
        <p:nvGrpSpPr>
          <p:cNvPr id="70" name="Group 69">
            <a:extLst>
              <a:ext uri="{FF2B5EF4-FFF2-40B4-BE49-F238E27FC236}">
                <a16:creationId xmlns:a16="http://schemas.microsoft.com/office/drawing/2014/main" id="{85B42A3B-E639-7B16-932B-05DFB7E4436F}"/>
              </a:ext>
            </a:extLst>
          </p:cNvPr>
          <p:cNvGrpSpPr/>
          <p:nvPr/>
        </p:nvGrpSpPr>
        <p:grpSpPr>
          <a:xfrm>
            <a:off x="9296106" y="2621475"/>
            <a:ext cx="2195327" cy="966786"/>
            <a:chOff x="826474" y="2655765"/>
            <a:chExt cx="2195327" cy="966786"/>
          </a:xfrm>
        </p:grpSpPr>
        <p:sp>
          <p:nvSpPr>
            <p:cNvPr id="71" name="Text Placeholder 2">
              <a:extLst>
                <a:ext uri="{FF2B5EF4-FFF2-40B4-BE49-F238E27FC236}">
                  <a16:creationId xmlns:a16="http://schemas.microsoft.com/office/drawing/2014/main" id="{D4CC15A4-160F-0FA0-0897-162A355EBC1C}"/>
                </a:ext>
              </a:extLst>
            </p:cNvPr>
            <p:cNvSpPr txBox="1">
              <a:spLocks/>
            </p:cNvSpPr>
            <p:nvPr/>
          </p:nvSpPr>
          <p:spPr>
            <a:xfrm>
              <a:off x="826474" y="2883887"/>
              <a:ext cx="2195327" cy="738664"/>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1200"/>
                </a:spcAft>
                <a:buClr>
                  <a:srgbClr val="047A85"/>
                </a:buClr>
                <a:buNone/>
                <a:tabLst>
                  <a:tab pos="352425" algn="l"/>
                </a:tabLst>
                <a:defRPr/>
              </a:pPr>
              <a:r>
                <a:rPr lang="en-GB" sz="1200">
                  <a:solidFill>
                    <a:schemeClr val="tx1">
                      <a:lumMod val="65000"/>
                      <a:lumOff val="35000"/>
                    </a:schemeClr>
                  </a:solidFill>
                </a:rPr>
                <a:t>Ad minim </a:t>
              </a:r>
              <a:r>
                <a:rPr lang="en-GB" sz="1200" err="1">
                  <a:solidFill>
                    <a:schemeClr val="tx1">
                      <a:lumMod val="65000"/>
                      <a:lumOff val="35000"/>
                    </a:schemeClr>
                  </a:solidFill>
                </a:rPr>
                <a:t>veniam</a:t>
              </a:r>
              <a:r>
                <a:rPr lang="en-GB" sz="1200">
                  <a:solidFill>
                    <a:schemeClr val="tx1">
                      <a:lumMod val="65000"/>
                      <a:lumOff val="35000"/>
                    </a:schemeClr>
                  </a:solidFill>
                </a:rPr>
                <a:t>, </a:t>
              </a:r>
              <a:r>
                <a:rPr lang="en-GB" sz="1200" err="1">
                  <a:solidFill>
                    <a:schemeClr val="tx1">
                      <a:lumMod val="65000"/>
                      <a:lumOff val="35000"/>
                    </a:schemeClr>
                  </a:solidFill>
                </a:rPr>
                <a:t>quisanato</a:t>
              </a:r>
              <a:r>
                <a:rPr lang="en-GB" sz="1200">
                  <a:solidFill>
                    <a:schemeClr val="tx1">
                      <a:lumMod val="65000"/>
                      <a:lumOff val="35000"/>
                    </a:schemeClr>
                  </a:solidFill>
                </a:rPr>
                <a:t> </a:t>
              </a:r>
              <a:r>
                <a:rPr lang="en-GB" sz="1200" err="1">
                  <a:solidFill>
                    <a:schemeClr val="tx1">
                      <a:lumMod val="65000"/>
                      <a:lumOff val="35000"/>
                    </a:schemeClr>
                  </a:solidFill>
                </a:rPr>
                <a:t>nostrud</a:t>
              </a:r>
              <a:r>
                <a:rPr lang="en-GB" sz="1200">
                  <a:solidFill>
                    <a:schemeClr val="tx1">
                      <a:lumMod val="65000"/>
                      <a:lumOff val="35000"/>
                    </a:schemeClr>
                  </a:solidFill>
                </a:rPr>
                <a:t> exercitation </a:t>
              </a:r>
              <a:r>
                <a:rPr lang="en-GB" sz="1200" err="1">
                  <a:solidFill>
                    <a:schemeClr val="tx1">
                      <a:lumMod val="65000"/>
                      <a:lumOff val="35000"/>
                    </a:schemeClr>
                  </a:solidFill>
                </a:rPr>
                <a:t>eagalpe</a:t>
              </a:r>
              <a:r>
                <a:rPr lang="en-GB" sz="1200">
                  <a:solidFill>
                    <a:schemeClr val="tx1">
                      <a:lumMod val="65000"/>
                      <a:lumOff val="35000"/>
                    </a:schemeClr>
                  </a:solidFill>
                </a:rPr>
                <a:t> </a:t>
              </a:r>
              <a:r>
                <a:rPr lang="en-GB" sz="1200" err="1">
                  <a:solidFill>
                    <a:schemeClr val="tx1">
                      <a:lumMod val="65000"/>
                      <a:lumOff val="35000"/>
                    </a:schemeClr>
                  </a:solidFill>
                </a:rPr>
                <a:t>commodo</a:t>
              </a:r>
              <a:r>
                <a:rPr lang="en-GB" sz="1200">
                  <a:solidFill>
                    <a:schemeClr val="tx1">
                      <a:lumMod val="65000"/>
                      <a:lumOff val="35000"/>
                    </a:schemeClr>
                  </a:solidFill>
                </a:rPr>
                <a:t> </a:t>
              </a:r>
              <a:r>
                <a:rPr lang="en-GB" sz="1200" err="1">
                  <a:solidFill>
                    <a:schemeClr val="tx1">
                      <a:lumMod val="65000"/>
                      <a:lumOff val="35000"/>
                    </a:schemeClr>
                  </a:solidFill>
                </a:rPr>
                <a:t>aute</a:t>
              </a:r>
              <a:r>
                <a:rPr lang="en-GB" sz="1200">
                  <a:solidFill>
                    <a:schemeClr val="tx1">
                      <a:lumMod val="65000"/>
                      <a:lumOff val="35000"/>
                    </a:schemeClr>
                  </a:solidFill>
                </a:rPr>
                <a:t> </a:t>
              </a:r>
              <a:r>
                <a:rPr lang="en-GB" sz="1200" err="1">
                  <a:solidFill>
                    <a:schemeClr val="tx1">
                      <a:lumMod val="65000"/>
                      <a:lumOff val="35000"/>
                    </a:schemeClr>
                  </a:solidFill>
                </a:rPr>
                <a:t>irure</a:t>
              </a:r>
              <a:r>
                <a:rPr lang="en-GB" sz="1200">
                  <a:solidFill>
                    <a:schemeClr val="tx1">
                      <a:lumMod val="65000"/>
                      <a:lumOff val="35000"/>
                    </a:schemeClr>
                  </a:solidFill>
                </a:rPr>
                <a:t> </a:t>
              </a:r>
              <a:r>
                <a:rPr lang="en-GB" sz="1200" err="1">
                  <a:solidFill>
                    <a:schemeClr val="tx1">
                      <a:lumMod val="65000"/>
                      <a:lumOff val="35000"/>
                    </a:schemeClr>
                  </a:solidFill>
                </a:rPr>
                <a:t>dolor</a:t>
              </a:r>
              <a:r>
                <a:rPr lang="en-GB" sz="1200">
                  <a:solidFill>
                    <a:schemeClr val="tx1">
                      <a:lumMod val="65000"/>
                      <a:lumOff val="35000"/>
                    </a:schemeClr>
                  </a:solidFill>
                </a:rPr>
                <a:t> in </a:t>
              </a:r>
              <a:r>
                <a:rPr lang="en-GB" sz="1200" err="1">
                  <a:solidFill>
                    <a:schemeClr val="tx1">
                      <a:lumMod val="65000"/>
                      <a:lumOff val="35000"/>
                    </a:schemeClr>
                  </a:solidFill>
                </a:rPr>
                <a:t>esse</a:t>
              </a:r>
              <a:r>
                <a:rPr lang="en-GB" sz="1200">
                  <a:solidFill>
                    <a:schemeClr val="tx1">
                      <a:lumMod val="65000"/>
                      <a:lumOff val="35000"/>
                    </a:schemeClr>
                  </a:solidFill>
                </a:rPr>
                <a:t> </a:t>
              </a:r>
              <a:r>
                <a:rPr lang="en-GB" sz="1200" err="1">
                  <a:solidFill>
                    <a:schemeClr val="tx1">
                      <a:lumMod val="65000"/>
                      <a:lumOff val="35000"/>
                    </a:schemeClr>
                  </a:solidFill>
                </a:rPr>
                <a:t>sectore</a:t>
              </a:r>
              <a:r>
                <a:rPr lang="en-GB" sz="1200">
                  <a:solidFill>
                    <a:schemeClr val="tx1">
                      <a:lumMod val="65000"/>
                      <a:lumOff val="35000"/>
                    </a:schemeClr>
                  </a:solidFill>
                </a:rPr>
                <a:t>. </a:t>
              </a:r>
            </a:p>
          </p:txBody>
        </p:sp>
        <p:sp>
          <p:nvSpPr>
            <p:cNvPr id="72" name="Text Placeholder 2">
              <a:extLst>
                <a:ext uri="{FF2B5EF4-FFF2-40B4-BE49-F238E27FC236}">
                  <a16:creationId xmlns:a16="http://schemas.microsoft.com/office/drawing/2014/main" id="{9CDBFD36-B38F-E298-0B5F-ABB55676222D}"/>
                </a:ext>
              </a:extLst>
            </p:cNvPr>
            <p:cNvSpPr txBox="1">
              <a:spLocks/>
            </p:cNvSpPr>
            <p:nvPr/>
          </p:nvSpPr>
          <p:spPr>
            <a:xfrm>
              <a:off x="826474" y="2655765"/>
              <a:ext cx="2195327" cy="184666"/>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Clr>
                  <a:srgbClr val="047A85"/>
                </a:buClr>
                <a:buNone/>
                <a:tabLst>
                  <a:tab pos="352425" algn="l"/>
                </a:tabLst>
                <a:defRPr/>
              </a:pPr>
              <a:r>
                <a:rPr lang="en-GB" sz="1200" b="1" err="1">
                  <a:solidFill>
                    <a:schemeClr val="accent1"/>
                  </a:solidFill>
                  <a:latin typeface="Aptos SemiBold" panose="020B0004020202020204" pitchFamily="34" charset="0"/>
                </a:rPr>
                <a:t>Elist</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sed</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aliquia</a:t>
              </a:r>
              <a:endParaRPr lang="en-GR" sz="1200">
                <a:solidFill>
                  <a:schemeClr val="accent1"/>
                </a:solidFill>
              </a:endParaRPr>
            </a:p>
          </p:txBody>
        </p:sp>
      </p:grpSp>
      <p:grpSp>
        <p:nvGrpSpPr>
          <p:cNvPr id="73" name="Group 72">
            <a:extLst>
              <a:ext uri="{FF2B5EF4-FFF2-40B4-BE49-F238E27FC236}">
                <a16:creationId xmlns:a16="http://schemas.microsoft.com/office/drawing/2014/main" id="{15C90B9A-98F9-31EC-870D-6DDABED80FCE}"/>
              </a:ext>
            </a:extLst>
          </p:cNvPr>
          <p:cNvGrpSpPr/>
          <p:nvPr/>
        </p:nvGrpSpPr>
        <p:grpSpPr>
          <a:xfrm>
            <a:off x="9296106" y="4817521"/>
            <a:ext cx="2195327" cy="1149005"/>
            <a:chOff x="826474" y="2658212"/>
            <a:chExt cx="2195327" cy="1149005"/>
          </a:xfrm>
        </p:grpSpPr>
        <p:sp>
          <p:nvSpPr>
            <p:cNvPr id="74" name="Text Placeholder 2">
              <a:extLst>
                <a:ext uri="{FF2B5EF4-FFF2-40B4-BE49-F238E27FC236}">
                  <a16:creationId xmlns:a16="http://schemas.microsoft.com/office/drawing/2014/main" id="{7BB236AD-4D75-E60A-E2B2-8C18391CB7B9}"/>
                </a:ext>
              </a:extLst>
            </p:cNvPr>
            <p:cNvSpPr txBox="1">
              <a:spLocks/>
            </p:cNvSpPr>
            <p:nvPr/>
          </p:nvSpPr>
          <p:spPr>
            <a:xfrm>
              <a:off x="826474" y="2883887"/>
              <a:ext cx="2195327" cy="923330"/>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1200"/>
                </a:spcAft>
                <a:buClr>
                  <a:srgbClr val="047A85"/>
                </a:buClr>
                <a:buNone/>
                <a:tabLst>
                  <a:tab pos="352425" algn="l"/>
                </a:tabLst>
                <a:defRPr/>
              </a:pPr>
              <a:r>
                <a:rPr lang="en-GB" sz="1200" err="1">
                  <a:solidFill>
                    <a:schemeClr val="tx1">
                      <a:lumMod val="65000"/>
                      <a:lumOff val="35000"/>
                    </a:schemeClr>
                  </a:solidFill>
                </a:rPr>
                <a:t>Elit</a:t>
              </a:r>
              <a:r>
                <a:rPr lang="en-GB" sz="1200">
                  <a:solidFill>
                    <a:schemeClr val="tx1">
                      <a:lumMod val="65000"/>
                      <a:lumOff val="35000"/>
                    </a:schemeClr>
                  </a:solidFill>
                </a:rPr>
                <a:t> </a:t>
              </a:r>
              <a:r>
                <a:rPr lang="en-GB" sz="1200" err="1">
                  <a:solidFill>
                    <a:schemeClr val="tx1">
                      <a:lumMod val="65000"/>
                      <a:lumOff val="35000"/>
                    </a:schemeClr>
                  </a:solidFill>
                </a:rPr>
                <a:t>sed</a:t>
              </a:r>
              <a:r>
                <a:rPr lang="en-GB" sz="1200">
                  <a:solidFill>
                    <a:schemeClr val="tx1">
                      <a:lumMod val="65000"/>
                      <a:lumOff val="35000"/>
                    </a:schemeClr>
                  </a:solidFill>
                </a:rPr>
                <a:t> do </a:t>
              </a:r>
              <a:r>
                <a:rPr lang="en-GB" sz="1200" err="1">
                  <a:solidFill>
                    <a:schemeClr val="tx1">
                      <a:lumMod val="65000"/>
                      <a:lumOff val="35000"/>
                    </a:schemeClr>
                  </a:solidFill>
                </a:rPr>
                <a:t>eiusmod</a:t>
              </a:r>
              <a:r>
                <a:rPr lang="en-GB" sz="1200">
                  <a:solidFill>
                    <a:schemeClr val="tx1">
                      <a:lumMod val="65000"/>
                      <a:lumOff val="35000"/>
                    </a:schemeClr>
                  </a:solidFill>
                </a:rPr>
                <a:t> </a:t>
              </a:r>
              <a:r>
                <a:rPr lang="en-GB" sz="1200" err="1">
                  <a:solidFill>
                    <a:schemeClr val="tx1">
                      <a:lumMod val="65000"/>
                      <a:lumOff val="35000"/>
                    </a:schemeClr>
                  </a:solidFill>
                </a:rPr>
                <a:t>tempor</a:t>
              </a:r>
              <a:r>
                <a:rPr lang="en-GB" sz="1200">
                  <a:solidFill>
                    <a:schemeClr val="tx1">
                      <a:lumMod val="65000"/>
                      <a:lumOff val="35000"/>
                    </a:schemeClr>
                  </a:solidFill>
                </a:rPr>
                <a:t> </a:t>
              </a:r>
              <a:r>
                <a:rPr lang="en-GB" sz="1200" err="1">
                  <a:solidFill>
                    <a:schemeClr val="tx1">
                      <a:lumMod val="65000"/>
                      <a:lumOff val="35000"/>
                    </a:schemeClr>
                  </a:solidFill>
                </a:rPr>
                <a:t>incididunt</a:t>
              </a:r>
              <a:r>
                <a:rPr lang="en-GB" sz="1200">
                  <a:solidFill>
                    <a:schemeClr val="tx1">
                      <a:lumMod val="65000"/>
                      <a:lumOff val="35000"/>
                    </a:schemeClr>
                  </a:solidFill>
                </a:rPr>
                <a:t> </a:t>
              </a:r>
              <a:r>
                <a:rPr lang="en-GB" sz="1200" err="1">
                  <a:solidFill>
                    <a:schemeClr val="tx1">
                      <a:lumMod val="65000"/>
                      <a:lumOff val="35000"/>
                    </a:schemeClr>
                  </a:solidFill>
                </a:rPr>
                <a:t>ut</a:t>
              </a:r>
              <a:r>
                <a:rPr lang="en-GB" sz="1200">
                  <a:solidFill>
                    <a:schemeClr val="tx1">
                      <a:lumMod val="65000"/>
                      <a:lumOff val="35000"/>
                    </a:schemeClr>
                  </a:solidFill>
                </a:rPr>
                <a:t> </a:t>
              </a:r>
              <a:r>
                <a:rPr lang="en-GB" sz="1200" err="1">
                  <a:solidFill>
                    <a:schemeClr val="tx1">
                      <a:lumMod val="65000"/>
                      <a:lumOff val="35000"/>
                    </a:schemeClr>
                  </a:solidFill>
                </a:rPr>
                <a:t>aliqua</a:t>
              </a:r>
              <a:r>
                <a:rPr lang="en-GB" sz="1200">
                  <a:solidFill>
                    <a:schemeClr val="tx1">
                      <a:lumMod val="65000"/>
                      <a:lumOff val="35000"/>
                    </a:schemeClr>
                  </a:solidFill>
                </a:rPr>
                <a:t>. Nostros exercitation </a:t>
              </a:r>
              <a:r>
                <a:rPr lang="en-GB" sz="1200" err="1">
                  <a:solidFill>
                    <a:schemeClr val="tx1">
                      <a:lumMod val="65000"/>
                      <a:lumOff val="35000"/>
                    </a:schemeClr>
                  </a:solidFill>
                </a:rPr>
                <a:t>ullamco</a:t>
              </a:r>
              <a:r>
                <a:rPr lang="en-GB" sz="1200">
                  <a:solidFill>
                    <a:schemeClr val="tx1">
                      <a:lumMod val="65000"/>
                      <a:lumOff val="35000"/>
                    </a:schemeClr>
                  </a:solidFill>
                </a:rPr>
                <a:t> </a:t>
              </a:r>
              <a:r>
                <a:rPr lang="en-GB" sz="1200" err="1">
                  <a:solidFill>
                    <a:schemeClr val="tx1">
                      <a:lumMod val="65000"/>
                      <a:lumOff val="35000"/>
                    </a:schemeClr>
                  </a:solidFill>
                </a:rPr>
                <a:t>laboris</a:t>
              </a:r>
              <a:r>
                <a:rPr lang="en-GB" sz="1200">
                  <a:solidFill>
                    <a:schemeClr val="tx1">
                      <a:lumMod val="65000"/>
                      <a:lumOff val="35000"/>
                    </a:schemeClr>
                  </a:solidFill>
                </a:rPr>
                <a:t> nisi </a:t>
              </a:r>
              <a:r>
                <a:rPr lang="en-GB" sz="1200" err="1">
                  <a:solidFill>
                    <a:schemeClr val="tx1">
                      <a:lumMod val="65000"/>
                      <a:lumOff val="35000"/>
                    </a:schemeClr>
                  </a:solidFill>
                </a:rPr>
                <a:t>ut</a:t>
              </a:r>
              <a:r>
                <a:rPr lang="en-GB" sz="1200">
                  <a:solidFill>
                    <a:schemeClr val="tx1">
                      <a:lumMod val="65000"/>
                      <a:lumOff val="35000"/>
                    </a:schemeClr>
                  </a:solidFill>
                </a:rPr>
                <a:t> </a:t>
              </a:r>
              <a:r>
                <a:rPr lang="en-GB" sz="1200" err="1">
                  <a:solidFill>
                    <a:schemeClr val="tx1">
                      <a:lumMod val="65000"/>
                      <a:lumOff val="35000"/>
                    </a:schemeClr>
                  </a:solidFill>
                </a:rPr>
                <a:t>aliquip</a:t>
              </a:r>
              <a:r>
                <a:rPr lang="en-GB" sz="1200">
                  <a:solidFill>
                    <a:schemeClr val="tx1">
                      <a:lumMod val="65000"/>
                      <a:lumOff val="35000"/>
                    </a:schemeClr>
                  </a:solidFill>
                </a:rPr>
                <a:t> ex </a:t>
              </a:r>
              <a:r>
                <a:rPr lang="en-GB" sz="1200" err="1">
                  <a:solidFill>
                    <a:schemeClr val="tx1">
                      <a:lumMod val="65000"/>
                      <a:lumOff val="35000"/>
                    </a:schemeClr>
                  </a:solidFill>
                </a:rPr>
                <a:t>eacomodol</a:t>
              </a:r>
              <a:r>
                <a:rPr lang="en-GB" sz="1200">
                  <a:solidFill>
                    <a:schemeClr val="tx1">
                      <a:lumMod val="65000"/>
                      <a:lumOff val="35000"/>
                    </a:schemeClr>
                  </a:solidFill>
                </a:rPr>
                <a:t> </a:t>
              </a:r>
              <a:r>
                <a:rPr lang="en-GB" sz="1200" err="1">
                  <a:solidFill>
                    <a:schemeClr val="tx1">
                      <a:lumMod val="65000"/>
                      <a:lumOff val="35000"/>
                    </a:schemeClr>
                  </a:solidFill>
                </a:rPr>
                <a:t>adipsico</a:t>
              </a:r>
              <a:r>
                <a:rPr lang="en-GB" sz="1200">
                  <a:solidFill>
                    <a:schemeClr val="tx1">
                      <a:lumMod val="65000"/>
                      <a:lumOff val="35000"/>
                    </a:schemeClr>
                  </a:solidFill>
                </a:rPr>
                <a:t> </a:t>
              </a:r>
              <a:r>
                <a:rPr lang="en-GB" sz="1200" err="1">
                  <a:solidFill>
                    <a:schemeClr val="tx1">
                      <a:lumMod val="65000"/>
                      <a:lumOff val="35000"/>
                    </a:schemeClr>
                  </a:solidFill>
                </a:rPr>
                <a:t>parathale</a:t>
              </a:r>
              <a:r>
                <a:rPr lang="en-GB" sz="1200">
                  <a:solidFill>
                    <a:schemeClr val="tx1">
                      <a:lumMod val="65000"/>
                      <a:lumOff val="35000"/>
                    </a:schemeClr>
                  </a:solidFill>
                </a:rPr>
                <a:t> poreto.</a:t>
              </a:r>
            </a:p>
          </p:txBody>
        </p:sp>
        <p:sp>
          <p:nvSpPr>
            <p:cNvPr id="75" name="Text Placeholder 2">
              <a:extLst>
                <a:ext uri="{FF2B5EF4-FFF2-40B4-BE49-F238E27FC236}">
                  <a16:creationId xmlns:a16="http://schemas.microsoft.com/office/drawing/2014/main" id="{D8B0ADCA-15C1-6DCF-BB91-3A7740D1C3FF}"/>
                </a:ext>
              </a:extLst>
            </p:cNvPr>
            <p:cNvSpPr txBox="1">
              <a:spLocks/>
            </p:cNvSpPr>
            <p:nvPr/>
          </p:nvSpPr>
          <p:spPr>
            <a:xfrm>
              <a:off x="826474" y="2658212"/>
              <a:ext cx="2195327" cy="184666"/>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Clr>
                  <a:srgbClr val="047A85"/>
                </a:buClr>
                <a:buNone/>
                <a:tabLst>
                  <a:tab pos="352425" algn="l"/>
                </a:tabLst>
                <a:defRPr/>
              </a:pPr>
              <a:r>
                <a:rPr lang="en-GB" sz="1200" b="1">
                  <a:solidFill>
                    <a:schemeClr val="accent1"/>
                  </a:solidFill>
                  <a:latin typeface="Aptos SemiBold" panose="020B0004020202020204" pitchFamily="34" charset="0"/>
                </a:rPr>
                <a:t>Ut </a:t>
              </a:r>
              <a:r>
                <a:rPr lang="en-GB" sz="1200" b="1" err="1">
                  <a:solidFill>
                    <a:schemeClr val="accent1"/>
                  </a:solidFill>
                  <a:latin typeface="Aptos SemiBold" panose="020B0004020202020204" pitchFamily="34" charset="0"/>
                </a:rPr>
                <a:t>enim</a:t>
              </a:r>
              <a:r>
                <a:rPr lang="en-GB" sz="1200" b="1">
                  <a:solidFill>
                    <a:schemeClr val="accent1"/>
                  </a:solidFill>
                  <a:latin typeface="Aptos SemiBold" panose="020B0004020202020204" pitchFamily="34" charset="0"/>
                </a:rPr>
                <a:t> ad minim </a:t>
              </a:r>
              <a:r>
                <a:rPr lang="en-GB" sz="1200" b="1" err="1">
                  <a:solidFill>
                    <a:schemeClr val="accent1"/>
                  </a:solidFill>
                  <a:latin typeface="Aptos SemiBold" panose="020B0004020202020204" pitchFamily="34" charset="0"/>
                </a:rPr>
                <a:t>ea</a:t>
              </a:r>
              <a:endParaRPr lang="en-GR" sz="1200">
                <a:solidFill>
                  <a:schemeClr val="accent1"/>
                </a:solidFill>
              </a:endParaRPr>
            </a:p>
          </p:txBody>
        </p:sp>
      </p:grpSp>
      <p:sp>
        <p:nvSpPr>
          <p:cNvPr id="3" name="Text Placeholder 2">
            <a:extLst>
              <a:ext uri="{FF2B5EF4-FFF2-40B4-BE49-F238E27FC236}">
                <a16:creationId xmlns:a16="http://schemas.microsoft.com/office/drawing/2014/main" id="{2973DC82-1F57-5316-C474-DCF3EA86A9FF}"/>
              </a:ext>
            </a:extLst>
          </p:cNvPr>
          <p:cNvSpPr>
            <a:spLocks noGrp="1"/>
          </p:cNvSpPr>
          <p:nvPr>
            <p:ph type="body" sz="quarter" idx="25"/>
          </p:nvPr>
        </p:nvSpPr>
        <p:spPr>
          <a:xfrm>
            <a:off x="332318" y="741496"/>
            <a:ext cx="11531549" cy="334515"/>
          </a:xfrm>
        </p:spPr>
        <p:txBody>
          <a:bodyPr/>
          <a:lstStyle/>
          <a:p>
            <a:r>
              <a:rPr lang="en-GR"/>
              <a:t>Infographic</a:t>
            </a:r>
          </a:p>
        </p:txBody>
      </p:sp>
    </p:spTree>
    <p:extLst>
      <p:ext uri="{BB962C8B-B14F-4D97-AF65-F5344CB8AC3E}">
        <p14:creationId xmlns:p14="http://schemas.microsoft.com/office/powerpoint/2010/main" val="167749563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311A5F5-1B7D-85DD-589D-CBB9294F8BEE}"/>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176</a:t>
            </a:fld>
            <a:endParaRPr lang="en-GR"/>
          </a:p>
        </p:txBody>
      </p:sp>
      <p:sp>
        <p:nvSpPr>
          <p:cNvPr id="9" name="Text Placeholder 8">
            <a:extLst>
              <a:ext uri="{FF2B5EF4-FFF2-40B4-BE49-F238E27FC236}">
                <a16:creationId xmlns:a16="http://schemas.microsoft.com/office/drawing/2014/main" id="{93BDED35-6CAC-D029-BFCD-03D567E996C7}"/>
              </a:ext>
            </a:extLst>
          </p:cNvPr>
          <p:cNvSpPr>
            <a:spLocks noGrp="1"/>
          </p:cNvSpPr>
          <p:nvPr>
            <p:ph type="body" sz="quarter" idx="14"/>
          </p:nvPr>
        </p:nvSpPr>
        <p:spPr>
          <a:xfrm>
            <a:off x="331201" y="1268822"/>
            <a:ext cx="7939040" cy="364908"/>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19" name="Rectangle 18">
            <a:extLst>
              <a:ext uri="{FF2B5EF4-FFF2-40B4-BE49-F238E27FC236}">
                <a16:creationId xmlns:a16="http://schemas.microsoft.com/office/drawing/2014/main" id="{89B76186-363F-B209-50C9-748B3C5F6A8B}"/>
              </a:ext>
            </a:extLst>
          </p:cNvPr>
          <p:cNvSpPr/>
          <p:nvPr/>
        </p:nvSpPr>
        <p:spPr>
          <a:xfrm>
            <a:off x="342419" y="1994370"/>
            <a:ext cx="2636137" cy="5325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72000" rIns="180000" bIns="72000" rtlCol="0" anchor="ctr"/>
          <a:lstStyle/>
          <a:p>
            <a:pPr algn="ctr"/>
            <a:r>
              <a:rPr lang="en-US" sz="1400" b="1">
                <a:solidFill>
                  <a:srgbClr val="FFFFFF"/>
                </a:solidFill>
                <a:latin typeface="Aptos" panose="020B0004020202020204" pitchFamily="34" charset="0"/>
                <a:ea typeface="Lato Semibold" panose="020F0502020204030203" pitchFamily="34" charset="0"/>
                <a:cs typeface="Poppins Medium" pitchFamily="2" charset="77"/>
              </a:rPr>
              <a:t>January</a:t>
            </a:r>
            <a:endParaRPr lang="en-GR" sz="1400">
              <a:latin typeface="Aptos" panose="020B0004020202020204" pitchFamily="34" charset="0"/>
            </a:endParaRPr>
          </a:p>
        </p:txBody>
      </p:sp>
      <p:sp>
        <p:nvSpPr>
          <p:cNvPr id="20" name="Rectangle 19">
            <a:extLst>
              <a:ext uri="{FF2B5EF4-FFF2-40B4-BE49-F238E27FC236}">
                <a16:creationId xmlns:a16="http://schemas.microsoft.com/office/drawing/2014/main" id="{AE9B1121-CC65-0BE3-CFCD-32EFC5EB5F7C}"/>
              </a:ext>
            </a:extLst>
          </p:cNvPr>
          <p:cNvSpPr/>
          <p:nvPr/>
        </p:nvSpPr>
        <p:spPr>
          <a:xfrm>
            <a:off x="3302073" y="1994370"/>
            <a:ext cx="2636137" cy="5280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FFFFFF"/>
                </a:solidFill>
                <a:latin typeface="Aptos" panose="020B0004020202020204" pitchFamily="34" charset="0"/>
                <a:ea typeface="Lato Semibold" panose="020F0502020204030203" pitchFamily="34" charset="0"/>
                <a:cs typeface="Poppins Medium" pitchFamily="2" charset="77"/>
              </a:rPr>
              <a:t>February</a:t>
            </a:r>
          </a:p>
        </p:txBody>
      </p:sp>
      <p:sp>
        <p:nvSpPr>
          <p:cNvPr id="21" name="Rectangle 20">
            <a:extLst>
              <a:ext uri="{FF2B5EF4-FFF2-40B4-BE49-F238E27FC236}">
                <a16:creationId xmlns:a16="http://schemas.microsoft.com/office/drawing/2014/main" id="{49093305-8CAD-6327-A0D1-92CA9F83D459}"/>
              </a:ext>
            </a:extLst>
          </p:cNvPr>
          <p:cNvSpPr/>
          <p:nvPr/>
        </p:nvSpPr>
        <p:spPr>
          <a:xfrm>
            <a:off x="6261725" y="1995040"/>
            <a:ext cx="2636137" cy="52554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FFFFFF"/>
                </a:solidFill>
                <a:latin typeface="Aptos" panose="020B0004020202020204" pitchFamily="34" charset="0"/>
                <a:ea typeface="Lato Semibold" panose="020F0502020204030203" pitchFamily="34" charset="0"/>
                <a:cs typeface="Poppins Medium" pitchFamily="2" charset="77"/>
              </a:rPr>
              <a:t>March</a:t>
            </a:r>
          </a:p>
        </p:txBody>
      </p:sp>
      <p:sp>
        <p:nvSpPr>
          <p:cNvPr id="22" name="Rectangle 21">
            <a:extLst>
              <a:ext uri="{FF2B5EF4-FFF2-40B4-BE49-F238E27FC236}">
                <a16:creationId xmlns:a16="http://schemas.microsoft.com/office/drawing/2014/main" id="{3FA1F895-E76F-584F-2269-79BA47BF1E8F}"/>
              </a:ext>
            </a:extLst>
          </p:cNvPr>
          <p:cNvSpPr/>
          <p:nvPr/>
        </p:nvSpPr>
        <p:spPr>
          <a:xfrm>
            <a:off x="9221378" y="1995041"/>
            <a:ext cx="2636137" cy="52554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FFFFFF"/>
                </a:solidFill>
                <a:latin typeface="Aptos" panose="020B0004020202020204" pitchFamily="34" charset="0"/>
                <a:ea typeface="Lato Semibold" panose="020F0502020204030203" pitchFamily="34" charset="0"/>
                <a:cs typeface="Poppins Medium" pitchFamily="2" charset="77"/>
              </a:rPr>
              <a:t>April</a:t>
            </a:r>
            <a:endParaRPr lang="en-GB" sz="1400" b="1">
              <a:solidFill>
                <a:schemeClr val="bg1"/>
              </a:solidFill>
              <a:latin typeface="Aptos" panose="020B0004020202020204" pitchFamily="34" charset="0"/>
            </a:endParaRPr>
          </a:p>
        </p:txBody>
      </p:sp>
      <p:sp>
        <p:nvSpPr>
          <p:cNvPr id="28" name="Text Placeholder 2">
            <a:extLst>
              <a:ext uri="{FF2B5EF4-FFF2-40B4-BE49-F238E27FC236}">
                <a16:creationId xmlns:a16="http://schemas.microsoft.com/office/drawing/2014/main" id="{4871BE3F-FF4A-1AD3-58F9-B8BC28C74249}"/>
              </a:ext>
            </a:extLst>
          </p:cNvPr>
          <p:cNvSpPr txBox="1">
            <a:spLocks/>
          </p:cNvSpPr>
          <p:nvPr/>
        </p:nvSpPr>
        <p:spPr>
          <a:xfrm>
            <a:off x="1090139" y="2747753"/>
            <a:ext cx="1727169" cy="804387"/>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900"/>
              </a:spcBef>
              <a:buClr>
                <a:srgbClr val="047A85"/>
              </a:buClr>
              <a:buNone/>
              <a:tabLst>
                <a:tab pos="352425" algn="l"/>
              </a:tabLst>
              <a:defRPr/>
            </a:pPr>
            <a:r>
              <a:rPr lang="en-GB" sz="1200">
                <a:solidFill>
                  <a:schemeClr val="tx1">
                    <a:lumMod val="65000"/>
                    <a:lumOff val="35000"/>
                  </a:schemeClr>
                </a:solidFill>
              </a:rPr>
              <a:t>Ut </a:t>
            </a:r>
            <a:r>
              <a:rPr lang="en-GB" sz="1200" err="1">
                <a:solidFill>
                  <a:schemeClr val="tx1">
                    <a:lumMod val="65000"/>
                    <a:lumOff val="35000"/>
                  </a:schemeClr>
                </a:solidFill>
              </a:rPr>
              <a:t>enim</a:t>
            </a:r>
            <a:r>
              <a:rPr lang="en-GB" sz="1200">
                <a:solidFill>
                  <a:schemeClr val="tx1">
                    <a:lumMod val="65000"/>
                    <a:lumOff val="35000"/>
                  </a:schemeClr>
                </a:solidFill>
              </a:rPr>
              <a:t> ad </a:t>
            </a:r>
            <a:r>
              <a:rPr lang="en-GB" sz="1200" err="1">
                <a:solidFill>
                  <a:schemeClr val="tx1">
                    <a:lumMod val="65000"/>
                    <a:lumOff val="35000"/>
                  </a:schemeClr>
                </a:solidFill>
              </a:rPr>
              <a:t>minionem</a:t>
            </a:r>
            <a:r>
              <a:rPr lang="en-GB" sz="1200">
                <a:solidFill>
                  <a:schemeClr val="tx1">
                    <a:lumMod val="65000"/>
                    <a:lumOff val="35000"/>
                  </a:schemeClr>
                </a:solidFill>
              </a:rPr>
              <a:t> </a:t>
            </a:r>
            <a:r>
              <a:rPr lang="en-GB" sz="1200" err="1">
                <a:solidFill>
                  <a:schemeClr val="tx1">
                    <a:lumMod val="65000"/>
                    <a:lumOff val="35000"/>
                  </a:schemeClr>
                </a:solidFill>
              </a:rPr>
              <a:t>veniam</a:t>
            </a:r>
            <a:r>
              <a:rPr lang="en-GB" sz="1200">
                <a:solidFill>
                  <a:schemeClr val="tx1">
                    <a:lumMod val="65000"/>
                    <a:lumOff val="35000"/>
                  </a:schemeClr>
                </a:solidFill>
              </a:rPr>
              <a:t>, </a:t>
            </a:r>
            <a:r>
              <a:rPr lang="en-GB" sz="1200" err="1">
                <a:solidFill>
                  <a:schemeClr val="tx1">
                    <a:lumMod val="65000"/>
                    <a:lumOff val="35000"/>
                  </a:schemeClr>
                </a:solidFill>
              </a:rPr>
              <a:t>quis</a:t>
            </a:r>
            <a:r>
              <a:rPr lang="en-GB" sz="1200">
                <a:solidFill>
                  <a:schemeClr val="tx1">
                    <a:lumMod val="65000"/>
                    <a:lumOff val="35000"/>
                  </a:schemeClr>
                </a:solidFill>
              </a:rPr>
              <a:t> </a:t>
            </a:r>
            <a:r>
              <a:rPr lang="en-GB" sz="1200" err="1">
                <a:solidFill>
                  <a:schemeClr val="tx1">
                    <a:lumMod val="65000"/>
                    <a:lumOff val="35000"/>
                  </a:schemeClr>
                </a:solidFill>
              </a:rPr>
              <a:t>nostrudi</a:t>
            </a:r>
            <a:r>
              <a:rPr lang="en-GB" sz="1200">
                <a:solidFill>
                  <a:schemeClr val="tx1">
                    <a:lumMod val="65000"/>
                    <a:lumOff val="35000"/>
                  </a:schemeClr>
                </a:solidFill>
              </a:rPr>
              <a:t> exercitation </a:t>
            </a:r>
            <a:r>
              <a:rPr lang="en-GB" sz="1200" err="1">
                <a:solidFill>
                  <a:schemeClr val="tx1">
                    <a:lumMod val="65000"/>
                    <a:lumOff val="35000"/>
                  </a:schemeClr>
                </a:solidFill>
              </a:rPr>
              <a:t>veniamal</a:t>
            </a:r>
            <a:r>
              <a:rPr lang="en-GB" sz="1200">
                <a:solidFill>
                  <a:schemeClr val="tx1">
                    <a:lumMod val="65000"/>
                    <a:lumOff val="35000"/>
                  </a:schemeClr>
                </a:solidFill>
              </a:rPr>
              <a:t> </a:t>
            </a:r>
            <a:r>
              <a:rPr lang="en-GB" sz="1200" err="1">
                <a:solidFill>
                  <a:schemeClr val="tx1">
                    <a:lumMod val="65000"/>
                    <a:lumOff val="35000"/>
                  </a:schemeClr>
                </a:solidFill>
              </a:rPr>
              <a:t>ullamco</a:t>
            </a:r>
            <a:r>
              <a:rPr lang="en-GB" sz="1200">
                <a:solidFill>
                  <a:schemeClr val="tx1">
                    <a:lumMod val="65000"/>
                    <a:lumOff val="35000"/>
                  </a:schemeClr>
                </a:solidFill>
              </a:rPr>
              <a:t> </a:t>
            </a:r>
            <a:r>
              <a:rPr lang="en-GB" sz="1200" err="1">
                <a:solidFill>
                  <a:schemeClr val="tx1">
                    <a:lumMod val="65000"/>
                    <a:lumOff val="35000"/>
                  </a:schemeClr>
                </a:solidFill>
              </a:rPr>
              <a:t>laboris</a:t>
            </a:r>
            <a:r>
              <a:rPr lang="en-GB" sz="1200">
                <a:solidFill>
                  <a:schemeClr val="tx1">
                    <a:lumMod val="65000"/>
                    <a:lumOff val="35000"/>
                  </a:schemeClr>
                </a:solidFill>
              </a:rPr>
              <a:t>.</a:t>
            </a:r>
          </a:p>
        </p:txBody>
      </p:sp>
      <p:sp>
        <p:nvSpPr>
          <p:cNvPr id="29" name="Oval 28">
            <a:extLst>
              <a:ext uri="{FF2B5EF4-FFF2-40B4-BE49-F238E27FC236}">
                <a16:creationId xmlns:a16="http://schemas.microsoft.com/office/drawing/2014/main" id="{838CAD7A-75DD-86CD-4D4A-2EDBD211043D}"/>
              </a:ext>
            </a:extLst>
          </p:cNvPr>
          <p:cNvSpPr/>
          <p:nvPr/>
        </p:nvSpPr>
        <p:spPr>
          <a:xfrm>
            <a:off x="503667" y="2755951"/>
            <a:ext cx="468498" cy="46849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R" sz="1200" b="1">
                <a:latin typeface="Aptos SemiBold" panose="020B0004020202020204" pitchFamily="34" charset="0"/>
              </a:rPr>
              <a:t>01</a:t>
            </a:r>
          </a:p>
        </p:txBody>
      </p:sp>
      <p:sp>
        <p:nvSpPr>
          <p:cNvPr id="26" name="Text Placeholder 2">
            <a:extLst>
              <a:ext uri="{FF2B5EF4-FFF2-40B4-BE49-F238E27FC236}">
                <a16:creationId xmlns:a16="http://schemas.microsoft.com/office/drawing/2014/main" id="{1161518D-244C-66E6-896D-1C176F50C1CE}"/>
              </a:ext>
            </a:extLst>
          </p:cNvPr>
          <p:cNvSpPr txBox="1">
            <a:spLocks/>
          </p:cNvSpPr>
          <p:nvPr/>
        </p:nvSpPr>
        <p:spPr>
          <a:xfrm>
            <a:off x="1090139" y="3748469"/>
            <a:ext cx="1727169" cy="1616918"/>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900"/>
              </a:spcBef>
              <a:buClr>
                <a:srgbClr val="047A85"/>
              </a:buClr>
              <a:buNone/>
              <a:tabLst>
                <a:tab pos="352425" algn="l"/>
              </a:tabLst>
              <a:defRPr/>
            </a:pPr>
            <a:r>
              <a:rPr lang="en-GB" sz="1200">
                <a:solidFill>
                  <a:schemeClr val="tx1">
                    <a:lumMod val="65000"/>
                    <a:lumOff val="35000"/>
                  </a:schemeClr>
                </a:solidFill>
              </a:rPr>
              <a:t>Duis </a:t>
            </a:r>
            <a:r>
              <a:rPr lang="en-GB" sz="1200" err="1">
                <a:solidFill>
                  <a:schemeClr val="tx1">
                    <a:lumMod val="65000"/>
                    <a:lumOff val="35000"/>
                  </a:schemeClr>
                </a:solidFill>
              </a:rPr>
              <a:t>aute</a:t>
            </a:r>
            <a:r>
              <a:rPr lang="en-GB" sz="1200">
                <a:solidFill>
                  <a:schemeClr val="tx1">
                    <a:lumMod val="65000"/>
                    <a:lumOff val="35000"/>
                  </a:schemeClr>
                </a:solidFill>
              </a:rPr>
              <a:t> </a:t>
            </a:r>
            <a:r>
              <a:rPr lang="en-GB" sz="1200" err="1">
                <a:solidFill>
                  <a:schemeClr val="tx1">
                    <a:lumMod val="65000"/>
                    <a:lumOff val="35000"/>
                  </a:schemeClr>
                </a:solidFill>
              </a:rPr>
              <a:t>irure</a:t>
            </a:r>
            <a:r>
              <a:rPr lang="en-GB" sz="1200">
                <a:solidFill>
                  <a:schemeClr val="tx1">
                    <a:lumMod val="65000"/>
                    <a:lumOff val="35000"/>
                  </a:schemeClr>
                </a:solidFill>
              </a:rPr>
              <a:t> </a:t>
            </a:r>
            <a:r>
              <a:rPr lang="en-GB" sz="1200" err="1">
                <a:solidFill>
                  <a:schemeClr val="tx1">
                    <a:lumMod val="65000"/>
                    <a:lumOff val="35000"/>
                  </a:schemeClr>
                </a:solidFill>
              </a:rPr>
              <a:t>doloria</a:t>
            </a:r>
            <a:r>
              <a:rPr lang="en-GB" sz="1200">
                <a:solidFill>
                  <a:schemeClr val="tx1">
                    <a:lumMod val="65000"/>
                    <a:lumOff val="35000"/>
                  </a:schemeClr>
                </a:solidFill>
              </a:rPr>
              <a:t> in </a:t>
            </a:r>
            <a:r>
              <a:rPr lang="en-GB" sz="1200" err="1">
                <a:solidFill>
                  <a:schemeClr val="tx1">
                    <a:lumMod val="65000"/>
                    <a:lumOff val="35000"/>
                  </a:schemeClr>
                </a:solidFill>
              </a:rPr>
              <a:t>reprehenderit</a:t>
            </a:r>
            <a:r>
              <a:rPr lang="en-GB" sz="1200">
                <a:solidFill>
                  <a:schemeClr val="tx1">
                    <a:lumMod val="65000"/>
                    <a:lumOff val="35000"/>
                  </a:schemeClr>
                </a:solidFill>
              </a:rPr>
              <a:t> </a:t>
            </a:r>
            <a:r>
              <a:rPr lang="en-GB" sz="1200" err="1">
                <a:solidFill>
                  <a:schemeClr val="tx1">
                    <a:lumMod val="65000"/>
                    <a:lumOff val="35000"/>
                  </a:schemeClr>
                </a:solidFill>
              </a:rPr>
              <a:t>involu</a:t>
            </a:r>
            <a:r>
              <a:rPr lang="en-GB" sz="1200">
                <a:solidFill>
                  <a:schemeClr val="tx1">
                    <a:lumMod val="65000"/>
                    <a:lumOff val="35000"/>
                  </a:schemeClr>
                </a:solidFill>
              </a:rPr>
              <a:t> </a:t>
            </a:r>
            <a:r>
              <a:rPr lang="en-GB" sz="1200" err="1">
                <a:solidFill>
                  <a:schemeClr val="tx1">
                    <a:lumMod val="65000"/>
                    <a:lumOff val="35000"/>
                  </a:schemeClr>
                </a:solidFill>
              </a:rPr>
              <a:t>velit</a:t>
            </a:r>
            <a:r>
              <a:rPr lang="en-GB" sz="1200">
                <a:solidFill>
                  <a:schemeClr val="tx1">
                    <a:lumMod val="65000"/>
                    <a:lumOff val="35000"/>
                  </a:schemeClr>
                </a:solidFill>
              </a:rPr>
              <a:t> </a:t>
            </a:r>
            <a:r>
              <a:rPr lang="en-GB" sz="1200" err="1">
                <a:solidFill>
                  <a:schemeClr val="tx1">
                    <a:lumMod val="65000"/>
                    <a:lumOff val="35000"/>
                  </a:schemeClr>
                </a:solidFill>
              </a:rPr>
              <a:t>esse</a:t>
            </a:r>
            <a:r>
              <a:rPr lang="en-GB" sz="1200">
                <a:solidFill>
                  <a:schemeClr val="tx1">
                    <a:lumMod val="65000"/>
                    <a:lumOff val="35000"/>
                  </a:schemeClr>
                </a:solidFill>
              </a:rPr>
              <a:t> </a:t>
            </a:r>
            <a:r>
              <a:rPr lang="en-GB" sz="1200" err="1">
                <a:solidFill>
                  <a:schemeClr val="tx1">
                    <a:lumMod val="65000"/>
                    <a:lumOff val="35000"/>
                  </a:schemeClr>
                </a:solidFill>
              </a:rPr>
              <a:t>cillum</a:t>
            </a:r>
            <a:r>
              <a:rPr lang="en-GB" sz="1200">
                <a:solidFill>
                  <a:schemeClr val="tx1">
                    <a:lumMod val="65000"/>
                    <a:lumOff val="35000"/>
                  </a:schemeClr>
                </a:solidFill>
              </a:rPr>
              <a:t> </a:t>
            </a:r>
            <a:r>
              <a:rPr lang="en-GB" sz="1200" err="1">
                <a:solidFill>
                  <a:schemeClr val="tx1">
                    <a:lumMod val="65000"/>
                    <a:lumOff val="35000"/>
                  </a:schemeClr>
                </a:solidFill>
              </a:rPr>
              <a:t>dolor</a:t>
            </a:r>
            <a:r>
              <a:rPr lang="en-GB" sz="1200">
                <a:solidFill>
                  <a:schemeClr val="tx1">
                    <a:lumMod val="65000"/>
                    <a:lumOff val="35000"/>
                  </a:schemeClr>
                </a:solidFill>
              </a:rPr>
              <a:t> </a:t>
            </a:r>
            <a:r>
              <a:rPr lang="en-GB" sz="1200" err="1">
                <a:solidFill>
                  <a:schemeClr val="tx1">
                    <a:lumMod val="65000"/>
                    <a:lumOff val="35000"/>
                  </a:schemeClr>
                </a:solidFill>
              </a:rPr>
              <a:t>eu</a:t>
            </a:r>
            <a:r>
              <a:rPr lang="en-GB" sz="1200">
                <a:solidFill>
                  <a:schemeClr val="tx1">
                    <a:lumMod val="65000"/>
                    <a:lumOff val="35000"/>
                  </a:schemeClr>
                </a:solidFill>
              </a:rPr>
              <a:t> </a:t>
            </a:r>
            <a:r>
              <a:rPr lang="en-GB" sz="1200" err="1">
                <a:solidFill>
                  <a:schemeClr val="tx1">
                    <a:lumMod val="65000"/>
                    <a:lumOff val="35000"/>
                  </a:schemeClr>
                </a:solidFill>
              </a:rPr>
              <a:t>fugiat</a:t>
            </a:r>
            <a:r>
              <a:rPr lang="en-GB" sz="1200">
                <a:solidFill>
                  <a:schemeClr val="tx1">
                    <a:lumMod val="65000"/>
                    <a:lumOff val="35000"/>
                  </a:schemeClr>
                </a:solidFill>
              </a:rPr>
              <a:t>. Ut </a:t>
            </a:r>
            <a:r>
              <a:rPr lang="en-GB" sz="1200" err="1">
                <a:solidFill>
                  <a:schemeClr val="tx1">
                    <a:lumMod val="65000"/>
                    <a:lumOff val="35000"/>
                  </a:schemeClr>
                </a:solidFill>
              </a:rPr>
              <a:t>enim</a:t>
            </a:r>
            <a:r>
              <a:rPr lang="en-GB" sz="1200">
                <a:solidFill>
                  <a:schemeClr val="tx1">
                    <a:lumMod val="65000"/>
                    <a:lumOff val="35000"/>
                  </a:schemeClr>
                </a:solidFill>
              </a:rPr>
              <a:t> </a:t>
            </a:r>
            <a:r>
              <a:rPr lang="en-GB" sz="1200" err="1">
                <a:solidFill>
                  <a:schemeClr val="tx1">
                    <a:lumMod val="65000"/>
                    <a:lumOff val="35000"/>
                  </a:schemeClr>
                </a:solidFill>
              </a:rPr>
              <a:t>ade</a:t>
            </a:r>
            <a:r>
              <a:rPr lang="en-GB" sz="1200">
                <a:solidFill>
                  <a:schemeClr val="tx1">
                    <a:lumMod val="65000"/>
                    <a:lumOff val="35000"/>
                  </a:schemeClr>
                </a:solidFill>
              </a:rPr>
              <a:t> minim </a:t>
            </a:r>
            <a:r>
              <a:rPr lang="en-GB" sz="1200" err="1">
                <a:solidFill>
                  <a:schemeClr val="tx1">
                    <a:lumMod val="65000"/>
                    <a:lumOff val="35000"/>
                  </a:schemeClr>
                </a:solidFill>
              </a:rPr>
              <a:t>veniam</a:t>
            </a:r>
            <a:r>
              <a:rPr lang="en-GB" sz="1200">
                <a:solidFill>
                  <a:schemeClr val="tx1">
                    <a:lumMod val="65000"/>
                    <a:lumOff val="35000"/>
                  </a:schemeClr>
                </a:solidFill>
              </a:rPr>
              <a:t>, </a:t>
            </a:r>
            <a:r>
              <a:rPr lang="en-GB" sz="1200" err="1">
                <a:solidFill>
                  <a:schemeClr val="tx1">
                    <a:lumMod val="65000"/>
                    <a:lumOff val="35000"/>
                  </a:schemeClr>
                </a:solidFill>
              </a:rPr>
              <a:t>quisiol</a:t>
            </a:r>
            <a:r>
              <a:rPr lang="en-GB" sz="1200">
                <a:solidFill>
                  <a:schemeClr val="tx1">
                    <a:lumMod val="65000"/>
                    <a:lumOff val="35000"/>
                  </a:schemeClr>
                </a:solidFill>
              </a:rPr>
              <a:t> </a:t>
            </a:r>
            <a:r>
              <a:rPr lang="en-GB" sz="1200" err="1">
                <a:solidFill>
                  <a:schemeClr val="tx1">
                    <a:lumMod val="65000"/>
                    <a:lumOff val="35000"/>
                  </a:schemeClr>
                </a:solidFill>
              </a:rPr>
              <a:t>nostrud</a:t>
            </a:r>
            <a:r>
              <a:rPr lang="en-GB" sz="1200">
                <a:solidFill>
                  <a:schemeClr val="tx1">
                    <a:lumMod val="65000"/>
                    <a:lumOff val="35000"/>
                  </a:schemeClr>
                </a:solidFill>
              </a:rPr>
              <a:t> </a:t>
            </a:r>
            <a:r>
              <a:rPr lang="en-GB" sz="1200" err="1">
                <a:solidFill>
                  <a:schemeClr val="tx1">
                    <a:lumMod val="65000"/>
                    <a:lumOff val="35000"/>
                  </a:schemeClr>
                </a:solidFill>
              </a:rPr>
              <a:t>exercitationai</a:t>
            </a:r>
            <a:r>
              <a:rPr lang="en-GB" sz="1200">
                <a:solidFill>
                  <a:schemeClr val="tx1">
                    <a:lumMod val="65000"/>
                    <a:lumOff val="35000"/>
                  </a:schemeClr>
                </a:solidFill>
              </a:rPr>
              <a:t> </a:t>
            </a:r>
            <a:r>
              <a:rPr lang="en-GB" sz="1200" err="1">
                <a:solidFill>
                  <a:schemeClr val="tx1">
                    <a:lumMod val="65000"/>
                    <a:lumOff val="35000"/>
                  </a:schemeClr>
                </a:solidFill>
              </a:rPr>
              <a:t>veniam</a:t>
            </a:r>
            <a:r>
              <a:rPr lang="en-GB" sz="1200">
                <a:solidFill>
                  <a:schemeClr val="tx1">
                    <a:lumMod val="65000"/>
                    <a:lumOff val="35000"/>
                  </a:schemeClr>
                </a:solidFill>
              </a:rPr>
              <a:t> </a:t>
            </a:r>
            <a:r>
              <a:rPr lang="en-GB" sz="1200" err="1">
                <a:solidFill>
                  <a:schemeClr val="tx1">
                    <a:lumMod val="65000"/>
                    <a:lumOff val="35000"/>
                  </a:schemeClr>
                </a:solidFill>
              </a:rPr>
              <a:t>ullamco</a:t>
            </a:r>
            <a:r>
              <a:rPr lang="en-GB" sz="1200">
                <a:solidFill>
                  <a:schemeClr val="tx1">
                    <a:lumMod val="65000"/>
                    <a:lumOff val="35000"/>
                  </a:schemeClr>
                </a:solidFill>
              </a:rPr>
              <a:t> </a:t>
            </a:r>
            <a:r>
              <a:rPr lang="en-GB" sz="1200" err="1">
                <a:solidFill>
                  <a:schemeClr val="tx1">
                    <a:lumMod val="65000"/>
                    <a:lumOff val="35000"/>
                  </a:schemeClr>
                </a:solidFill>
              </a:rPr>
              <a:t>labor</a:t>
            </a:r>
            <a:r>
              <a:rPr lang="en-GB" sz="1200">
                <a:solidFill>
                  <a:schemeClr val="tx1">
                    <a:lumMod val="65000"/>
                    <a:lumOff val="35000"/>
                  </a:schemeClr>
                </a:solidFill>
              </a:rPr>
              <a:t> nisi </a:t>
            </a:r>
            <a:r>
              <a:rPr lang="en-GB" sz="1200" err="1">
                <a:solidFill>
                  <a:schemeClr val="tx1">
                    <a:lumMod val="65000"/>
                    <a:lumOff val="35000"/>
                  </a:schemeClr>
                </a:solidFill>
              </a:rPr>
              <a:t>ut</a:t>
            </a:r>
            <a:r>
              <a:rPr lang="en-GB" sz="1200">
                <a:solidFill>
                  <a:schemeClr val="tx1">
                    <a:lumMod val="65000"/>
                    <a:lumOff val="35000"/>
                  </a:schemeClr>
                </a:solidFill>
              </a:rPr>
              <a:t> </a:t>
            </a:r>
            <a:r>
              <a:rPr lang="en-GB" sz="1200" err="1">
                <a:solidFill>
                  <a:schemeClr val="tx1">
                    <a:lumMod val="65000"/>
                    <a:lumOff val="35000"/>
                  </a:schemeClr>
                </a:solidFill>
              </a:rPr>
              <a:t>cillum</a:t>
            </a:r>
            <a:r>
              <a:rPr lang="en-GB" sz="1200">
                <a:solidFill>
                  <a:schemeClr val="tx1">
                    <a:lumMod val="65000"/>
                    <a:lumOff val="35000"/>
                  </a:schemeClr>
                </a:solidFill>
              </a:rPr>
              <a:t> </a:t>
            </a:r>
            <a:r>
              <a:rPr lang="en-GB" sz="1200" err="1">
                <a:solidFill>
                  <a:schemeClr val="tx1">
                    <a:lumMod val="65000"/>
                    <a:lumOff val="35000"/>
                  </a:schemeClr>
                </a:solidFill>
              </a:rPr>
              <a:t>dolor</a:t>
            </a:r>
            <a:r>
              <a:rPr lang="en-GB" sz="1200">
                <a:solidFill>
                  <a:schemeClr val="tx1">
                    <a:lumMod val="65000"/>
                    <a:lumOff val="35000"/>
                  </a:schemeClr>
                </a:solidFill>
              </a:rPr>
              <a:t> </a:t>
            </a:r>
            <a:r>
              <a:rPr lang="en-GB" sz="1200" err="1">
                <a:solidFill>
                  <a:schemeClr val="tx1">
                    <a:lumMod val="65000"/>
                    <a:lumOff val="35000"/>
                  </a:schemeClr>
                </a:solidFill>
              </a:rPr>
              <a:t>aliquip</a:t>
            </a:r>
            <a:r>
              <a:rPr lang="en-GB" sz="1200">
                <a:solidFill>
                  <a:schemeClr val="tx1">
                    <a:lumMod val="65000"/>
                    <a:lumOff val="35000"/>
                  </a:schemeClr>
                </a:solidFill>
              </a:rPr>
              <a:t>.</a:t>
            </a:r>
          </a:p>
        </p:txBody>
      </p:sp>
      <p:sp>
        <p:nvSpPr>
          <p:cNvPr id="27" name="Oval 26">
            <a:extLst>
              <a:ext uri="{FF2B5EF4-FFF2-40B4-BE49-F238E27FC236}">
                <a16:creationId xmlns:a16="http://schemas.microsoft.com/office/drawing/2014/main" id="{BE5150D5-09F7-53DA-731C-6567DD352DB9}"/>
              </a:ext>
            </a:extLst>
          </p:cNvPr>
          <p:cNvSpPr/>
          <p:nvPr/>
        </p:nvSpPr>
        <p:spPr>
          <a:xfrm>
            <a:off x="503667" y="3756667"/>
            <a:ext cx="468498" cy="46849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R" sz="1200" b="1">
                <a:latin typeface="Aptos SemiBold" panose="020B0004020202020204" pitchFamily="34" charset="0"/>
              </a:rPr>
              <a:t>23</a:t>
            </a:r>
          </a:p>
        </p:txBody>
      </p:sp>
      <p:sp>
        <p:nvSpPr>
          <p:cNvPr id="31" name="Text Placeholder 2">
            <a:extLst>
              <a:ext uri="{FF2B5EF4-FFF2-40B4-BE49-F238E27FC236}">
                <a16:creationId xmlns:a16="http://schemas.microsoft.com/office/drawing/2014/main" id="{BCE5B474-F0F7-3957-7EA2-4D84ABE022D4}"/>
              </a:ext>
            </a:extLst>
          </p:cNvPr>
          <p:cNvSpPr txBox="1">
            <a:spLocks/>
          </p:cNvSpPr>
          <p:nvPr/>
        </p:nvSpPr>
        <p:spPr>
          <a:xfrm>
            <a:off x="4049793" y="2747755"/>
            <a:ext cx="1727169" cy="804387"/>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900"/>
              </a:spcBef>
              <a:buClr>
                <a:srgbClr val="047A85"/>
              </a:buClr>
              <a:buNone/>
              <a:tabLst>
                <a:tab pos="352425" algn="l"/>
              </a:tabLst>
              <a:defRPr/>
            </a:pPr>
            <a:r>
              <a:rPr lang="en-GB" sz="1200">
                <a:solidFill>
                  <a:schemeClr val="tx1">
                    <a:lumMod val="65000"/>
                    <a:lumOff val="35000"/>
                  </a:schemeClr>
                </a:solidFill>
              </a:rPr>
              <a:t>Lorem ipsum </a:t>
            </a:r>
            <a:r>
              <a:rPr lang="en-GB" sz="1200" err="1">
                <a:solidFill>
                  <a:schemeClr val="tx1">
                    <a:lumMod val="65000"/>
                    <a:lumOff val="35000"/>
                  </a:schemeClr>
                </a:solidFill>
              </a:rPr>
              <a:t>dolor</a:t>
            </a:r>
            <a:r>
              <a:rPr lang="en-GB" sz="1200">
                <a:solidFill>
                  <a:schemeClr val="tx1">
                    <a:lumMod val="65000"/>
                    <a:lumOff val="35000"/>
                  </a:schemeClr>
                </a:solidFill>
              </a:rPr>
              <a:t> </a:t>
            </a:r>
            <a:r>
              <a:rPr lang="en-GB" sz="1200" err="1">
                <a:solidFill>
                  <a:schemeClr val="tx1">
                    <a:lumMod val="65000"/>
                    <a:lumOff val="35000"/>
                  </a:schemeClr>
                </a:solidFill>
              </a:rPr>
              <a:t>sita</a:t>
            </a:r>
            <a:r>
              <a:rPr lang="en-GB" sz="1200">
                <a:solidFill>
                  <a:schemeClr val="tx1">
                    <a:lumMod val="65000"/>
                    <a:lumOff val="35000"/>
                  </a:schemeClr>
                </a:solidFill>
              </a:rPr>
              <a:t>, </a:t>
            </a:r>
            <a:r>
              <a:rPr lang="en-GB" sz="1200" err="1">
                <a:solidFill>
                  <a:schemeClr val="tx1">
                    <a:lumMod val="65000"/>
                    <a:lumOff val="35000"/>
                  </a:schemeClr>
                </a:solidFill>
              </a:rPr>
              <a:t>consectetur</a:t>
            </a:r>
            <a:r>
              <a:rPr lang="en-GB" sz="1200">
                <a:solidFill>
                  <a:schemeClr val="tx1">
                    <a:lumMod val="65000"/>
                    <a:lumOff val="35000"/>
                  </a:schemeClr>
                </a:solidFill>
              </a:rPr>
              <a:t> </a:t>
            </a:r>
            <a:r>
              <a:rPr lang="en-GB" sz="1200" err="1">
                <a:solidFill>
                  <a:schemeClr val="tx1">
                    <a:lumMod val="65000"/>
                    <a:lumOff val="35000"/>
                  </a:schemeClr>
                </a:solidFill>
              </a:rPr>
              <a:t>adipiscint</a:t>
            </a:r>
            <a:r>
              <a:rPr lang="en-GB" sz="1200">
                <a:solidFill>
                  <a:schemeClr val="tx1">
                    <a:lumMod val="65000"/>
                    <a:lumOff val="35000"/>
                  </a:schemeClr>
                </a:solidFill>
              </a:rPr>
              <a:t> </a:t>
            </a:r>
            <a:r>
              <a:rPr lang="en-GB" sz="1200" err="1">
                <a:solidFill>
                  <a:schemeClr val="tx1">
                    <a:lumMod val="65000"/>
                    <a:lumOff val="35000"/>
                  </a:schemeClr>
                </a:solidFill>
              </a:rPr>
              <a:t>elit</a:t>
            </a:r>
            <a:r>
              <a:rPr lang="en-GB" sz="1200">
                <a:solidFill>
                  <a:schemeClr val="tx1">
                    <a:lumMod val="65000"/>
                    <a:lumOff val="35000"/>
                  </a:schemeClr>
                </a:solidFill>
              </a:rPr>
              <a:t>, </a:t>
            </a:r>
            <a:r>
              <a:rPr lang="en-GB" sz="1200" err="1">
                <a:solidFill>
                  <a:schemeClr val="tx1">
                    <a:lumMod val="65000"/>
                    <a:lumOff val="35000"/>
                  </a:schemeClr>
                </a:solidFill>
              </a:rPr>
              <a:t>sed</a:t>
            </a:r>
            <a:r>
              <a:rPr lang="en-GB" sz="1200">
                <a:solidFill>
                  <a:schemeClr val="tx1">
                    <a:lumMod val="65000"/>
                    <a:lumOff val="35000"/>
                  </a:schemeClr>
                </a:solidFill>
              </a:rPr>
              <a:t> do </a:t>
            </a:r>
            <a:r>
              <a:rPr lang="en-GB" sz="1200" err="1">
                <a:solidFill>
                  <a:schemeClr val="tx1">
                    <a:lumMod val="65000"/>
                    <a:lumOff val="35000"/>
                  </a:schemeClr>
                </a:solidFill>
              </a:rPr>
              <a:t>eiusmodto</a:t>
            </a:r>
            <a:r>
              <a:rPr lang="en-GB" sz="1200">
                <a:solidFill>
                  <a:schemeClr val="tx1">
                    <a:lumMod val="65000"/>
                    <a:lumOff val="35000"/>
                  </a:schemeClr>
                </a:solidFill>
              </a:rPr>
              <a:t> </a:t>
            </a:r>
            <a:r>
              <a:rPr lang="en-GB" sz="1200" err="1">
                <a:solidFill>
                  <a:schemeClr val="tx1">
                    <a:lumMod val="65000"/>
                    <a:lumOff val="35000"/>
                  </a:schemeClr>
                </a:solidFill>
              </a:rPr>
              <a:t>incidi</a:t>
            </a:r>
            <a:r>
              <a:rPr lang="en-GB" sz="1200">
                <a:solidFill>
                  <a:schemeClr val="tx1">
                    <a:lumMod val="65000"/>
                    <a:lumOff val="35000"/>
                  </a:schemeClr>
                </a:solidFill>
              </a:rPr>
              <a:t> dunt.</a:t>
            </a:r>
          </a:p>
        </p:txBody>
      </p:sp>
      <p:sp>
        <p:nvSpPr>
          <p:cNvPr id="32" name="Oval 31">
            <a:extLst>
              <a:ext uri="{FF2B5EF4-FFF2-40B4-BE49-F238E27FC236}">
                <a16:creationId xmlns:a16="http://schemas.microsoft.com/office/drawing/2014/main" id="{F876F053-0F15-233E-B900-29C485A475D9}"/>
              </a:ext>
            </a:extLst>
          </p:cNvPr>
          <p:cNvSpPr/>
          <p:nvPr/>
        </p:nvSpPr>
        <p:spPr>
          <a:xfrm>
            <a:off x="3463319" y="2755951"/>
            <a:ext cx="468498" cy="46849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R" sz="1200" b="1">
                <a:latin typeface="Aptos SemiBold" panose="020B0004020202020204" pitchFamily="34" charset="0"/>
              </a:rPr>
              <a:t>07</a:t>
            </a:r>
          </a:p>
        </p:txBody>
      </p:sp>
      <p:sp>
        <p:nvSpPr>
          <p:cNvPr id="34" name="Text Placeholder 2">
            <a:extLst>
              <a:ext uri="{FF2B5EF4-FFF2-40B4-BE49-F238E27FC236}">
                <a16:creationId xmlns:a16="http://schemas.microsoft.com/office/drawing/2014/main" id="{62F92046-BB95-4B9D-214B-692FB4FAC2E2}"/>
              </a:ext>
            </a:extLst>
          </p:cNvPr>
          <p:cNvSpPr txBox="1">
            <a:spLocks/>
          </p:cNvSpPr>
          <p:nvPr/>
        </p:nvSpPr>
        <p:spPr>
          <a:xfrm>
            <a:off x="4049793" y="3748469"/>
            <a:ext cx="1727169" cy="1616918"/>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900"/>
              </a:spcBef>
              <a:buClr>
                <a:srgbClr val="047A85"/>
              </a:buClr>
              <a:buNone/>
              <a:tabLst>
                <a:tab pos="352425" algn="l"/>
              </a:tabLst>
              <a:defRPr/>
            </a:pPr>
            <a:r>
              <a:rPr lang="en-GB" sz="1200">
                <a:solidFill>
                  <a:schemeClr val="tx1">
                    <a:lumMod val="65000"/>
                    <a:lumOff val="35000"/>
                  </a:schemeClr>
                </a:solidFill>
              </a:rPr>
              <a:t>Vitae </a:t>
            </a:r>
            <a:r>
              <a:rPr lang="en-GB" sz="1200" err="1">
                <a:solidFill>
                  <a:schemeClr val="tx1">
                    <a:lumMod val="65000"/>
                    <a:lumOff val="35000"/>
                  </a:schemeClr>
                </a:solidFill>
              </a:rPr>
              <a:t>justo</a:t>
            </a:r>
            <a:r>
              <a:rPr lang="en-GB" sz="1200">
                <a:solidFill>
                  <a:schemeClr val="tx1">
                    <a:lumMod val="65000"/>
                    <a:lumOff val="35000"/>
                  </a:schemeClr>
                </a:solidFill>
              </a:rPr>
              <a:t> </a:t>
            </a:r>
            <a:r>
              <a:rPr lang="en-GB" sz="1200" err="1">
                <a:solidFill>
                  <a:schemeClr val="tx1">
                    <a:lumMod val="65000"/>
                    <a:lumOff val="35000"/>
                  </a:schemeClr>
                </a:solidFill>
              </a:rPr>
              <a:t>eget</a:t>
            </a:r>
            <a:r>
              <a:rPr lang="en-GB" sz="1200">
                <a:solidFill>
                  <a:schemeClr val="tx1">
                    <a:lumMod val="65000"/>
                    <a:lumOff val="35000"/>
                  </a:schemeClr>
                </a:solidFill>
              </a:rPr>
              <a:t> </a:t>
            </a:r>
            <a:r>
              <a:rPr lang="en-GB" sz="1200" err="1">
                <a:solidFill>
                  <a:schemeClr val="tx1">
                    <a:lumMod val="65000"/>
                    <a:lumOff val="35000"/>
                  </a:schemeClr>
                </a:solidFill>
              </a:rPr>
              <a:t>magni</a:t>
            </a:r>
            <a:r>
              <a:rPr lang="en-GB" sz="1200">
                <a:solidFill>
                  <a:schemeClr val="tx1">
                    <a:lumMod val="65000"/>
                    <a:lumOff val="35000"/>
                  </a:schemeClr>
                </a:solidFill>
              </a:rPr>
              <a:t> fermentum </a:t>
            </a:r>
            <a:r>
              <a:rPr lang="en-GB" sz="1200" err="1">
                <a:solidFill>
                  <a:schemeClr val="tx1">
                    <a:lumMod val="65000"/>
                    <a:lumOff val="35000"/>
                  </a:schemeClr>
                </a:solidFill>
              </a:rPr>
              <a:t>iaculis</a:t>
            </a:r>
            <a:r>
              <a:rPr lang="en-GB" sz="1200">
                <a:solidFill>
                  <a:schemeClr val="tx1">
                    <a:lumMod val="65000"/>
                    <a:lumOff val="35000"/>
                  </a:schemeClr>
                </a:solidFill>
              </a:rPr>
              <a:t> </a:t>
            </a:r>
            <a:r>
              <a:rPr lang="en-GB" sz="1200" err="1">
                <a:solidFill>
                  <a:schemeClr val="tx1">
                    <a:lumMod val="65000"/>
                    <a:lumOff val="35000"/>
                  </a:schemeClr>
                </a:solidFill>
              </a:rPr>
              <a:t>eut</a:t>
            </a:r>
            <a:r>
              <a:rPr lang="en-GB" sz="1200">
                <a:solidFill>
                  <a:schemeClr val="tx1">
                    <a:lumMod val="65000"/>
                    <a:lumOff val="35000"/>
                  </a:schemeClr>
                </a:solidFill>
              </a:rPr>
              <a:t> non diam. </a:t>
            </a:r>
            <a:r>
              <a:rPr lang="en-GB" sz="1200" err="1">
                <a:solidFill>
                  <a:schemeClr val="tx1">
                    <a:lumMod val="65000"/>
                    <a:lumOff val="35000"/>
                  </a:schemeClr>
                </a:solidFill>
              </a:rPr>
              <a:t>Pellentesqu</a:t>
            </a:r>
            <a:r>
              <a:rPr lang="en-GB" sz="1200">
                <a:solidFill>
                  <a:schemeClr val="tx1">
                    <a:lumMod val="65000"/>
                    <a:lumOff val="35000"/>
                  </a:schemeClr>
                </a:solidFill>
              </a:rPr>
              <a:t> id </a:t>
            </a:r>
            <a:r>
              <a:rPr lang="en-GB" sz="1200" err="1">
                <a:solidFill>
                  <a:schemeClr val="tx1">
                    <a:lumMod val="65000"/>
                    <a:lumOff val="35000"/>
                  </a:schemeClr>
                </a:solidFill>
              </a:rPr>
              <a:t>nibh</a:t>
            </a:r>
            <a:r>
              <a:rPr lang="en-GB" sz="1200">
                <a:solidFill>
                  <a:schemeClr val="tx1">
                    <a:lumMod val="65000"/>
                    <a:lumOff val="35000"/>
                  </a:schemeClr>
                </a:solidFill>
              </a:rPr>
              <a:t> </a:t>
            </a:r>
            <a:r>
              <a:rPr lang="en-GB" sz="1200" err="1">
                <a:solidFill>
                  <a:schemeClr val="tx1">
                    <a:lumMod val="65000"/>
                    <a:lumOff val="35000"/>
                  </a:schemeClr>
                </a:solidFill>
              </a:rPr>
              <a:t>tortor</a:t>
            </a:r>
            <a:r>
              <a:rPr lang="en-GB" sz="1200">
                <a:solidFill>
                  <a:schemeClr val="tx1">
                    <a:lumMod val="65000"/>
                    <a:lumOff val="35000"/>
                  </a:schemeClr>
                </a:solidFill>
              </a:rPr>
              <a:t> id </a:t>
            </a:r>
            <a:r>
              <a:rPr lang="en-GB" sz="1200" err="1">
                <a:solidFill>
                  <a:schemeClr val="tx1">
                    <a:lumMod val="65000"/>
                    <a:lumOff val="35000"/>
                  </a:schemeClr>
                </a:solidFill>
              </a:rPr>
              <a:t>alique</a:t>
            </a:r>
            <a:r>
              <a:rPr lang="en-GB" sz="1200">
                <a:solidFill>
                  <a:schemeClr val="tx1">
                    <a:lumMod val="65000"/>
                    <a:lumOff val="35000"/>
                  </a:schemeClr>
                </a:solidFill>
              </a:rPr>
              <a:t> </a:t>
            </a:r>
            <a:r>
              <a:rPr lang="en-GB" sz="1200" err="1">
                <a:solidFill>
                  <a:schemeClr val="tx1">
                    <a:lumMod val="65000"/>
                    <a:lumOff val="35000"/>
                  </a:schemeClr>
                </a:solidFill>
              </a:rPr>
              <a:t>lectus</a:t>
            </a:r>
            <a:r>
              <a:rPr lang="en-GB" sz="1200">
                <a:solidFill>
                  <a:schemeClr val="tx1">
                    <a:lumMod val="65000"/>
                    <a:lumOff val="35000"/>
                  </a:schemeClr>
                </a:solidFill>
              </a:rPr>
              <a:t> </a:t>
            </a:r>
            <a:r>
              <a:rPr lang="en-GB" sz="1200" err="1">
                <a:solidFill>
                  <a:schemeClr val="tx1">
                    <a:lumMod val="65000"/>
                    <a:lumOff val="35000"/>
                  </a:schemeClr>
                </a:solidFill>
              </a:rPr>
              <a:t>proin</a:t>
            </a:r>
            <a:r>
              <a:rPr lang="en-GB" sz="1200">
                <a:solidFill>
                  <a:schemeClr val="tx1">
                    <a:lumMod val="65000"/>
                    <a:lumOff val="35000"/>
                  </a:schemeClr>
                </a:solidFill>
              </a:rPr>
              <a:t> </a:t>
            </a:r>
            <a:r>
              <a:rPr lang="en-GB" sz="1200" err="1">
                <a:solidFill>
                  <a:schemeClr val="tx1">
                    <a:lumMod val="65000"/>
                    <a:lumOff val="35000"/>
                  </a:schemeClr>
                </a:solidFill>
              </a:rPr>
              <a:t>nibh</a:t>
            </a:r>
            <a:r>
              <a:rPr lang="en-GB" sz="1200">
                <a:solidFill>
                  <a:schemeClr val="tx1">
                    <a:lumMod val="65000"/>
                    <a:lumOff val="35000"/>
                  </a:schemeClr>
                </a:solidFill>
              </a:rPr>
              <a:t> </a:t>
            </a:r>
            <a:r>
              <a:rPr lang="en-GB" sz="1200" err="1">
                <a:solidFill>
                  <a:schemeClr val="tx1">
                    <a:lumMod val="65000"/>
                    <a:lumOff val="35000"/>
                  </a:schemeClr>
                </a:solidFill>
              </a:rPr>
              <a:t>nisll</a:t>
            </a:r>
            <a:r>
              <a:rPr lang="en-GB" sz="1200">
                <a:solidFill>
                  <a:schemeClr val="tx1">
                    <a:lumMod val="65000"/>
                    <a:lumOff val="35000"/>
                  </a:schemeClr>
                </a:solidFill>
              </a:rPr>
              <a:t>. </a:t>
            </a:r>
            <a:r>
              <a:rPr lang="en-GB" sz="1200" err="1">
                <a:solidFill>
                  <a:schemeClr val="tx1">
                    <a:lumMod val="65000"/>
                    <a:lumOff val="35000"/>
                  </a:schemeClr>
                </a:solidFill>
              </a:rPr>
              <a:t>Scelerisque</a:t>
            </a:r>
            <a:r>
              <a:rPr lang="en-GB" sz="1200">
                <a:solidFill>
                  <a:schemeClr val="tx1">
                    <a:lumMod val="65000"/>
                    <a:lumOff val="35000"/>
                  </a:schemeClr>
                </a:solidFill>
              </a:rPr>
              <a:t> </a:t>
            </a:r>
            <a:r>
              <a:rPr lang="en-GB" sz="1200" err="1">
                <a:solidFill>
                  <a:schemeClr val="tx1">
                    <a:lumMod val="65000"/>
                    <a:lumOff val="35000"/>
                  </a:schemeClr>
                </a:solidFill>
              </a:rPr>
              <a:t>fermenet</a:t>
            </a:r>
            <a:r>
              <a:rPr lang="en-GB" sz="1200">
                <a:solidFill>
                  <a:schemeClr val="tx1">
                    <a:lumMod val="65000"/>
                    <a:lumOff val="35000"/>
                  </a:schemeClr>
                </a:solidFill>
              </a:rPr>
              <a:t> dui </a:t>
            </a:r>
            <a:r>
              <a:rPr lang="en-GB" sz="1200" err="1">
                <a:solidFill>
                  <a:schemeClr val="tx1">
                    <a:lumMod val="65000"/>
                    <a:lumOff val="35000"/>
                  </a:schemeClr>
                </a:solidFill>
              </a:rPr>
              <a:t>faucibus</a:t>
            </a:r>
            <a:r>
              <a:rPr lang="en-GB" sz="1200">
                <a:solidFill>
                  <a:schemeClr val="tx1">
                    <a:lumMod val="65000"/>
                    <a:lumOff val="35000"/>
                  </a:schemeClr>
                </a:solidFill>
              </a:rPr>
              <a:t> in </a:t>
            </a:r>
            <a:r>
              <a:rPr lang="en-GB" sz="1200" err="1">
                <a:solidFill>
                  <a:schemeClr val="tx1">
                    <a:lumMod val="65000"/>
                    <a:lumOff val="35000"/>
                  </a:schemeClr>
                </a:solidFill>
              </a:rPr>
              <a:t>ornare</a:t>
            </a:r>
            <a:r>
              <a:rPr lang="en-GB" sz="1200">
                <a:solidFill>
                  <a:schemeClr val="tx1">
                    <a:lumMod val="65000"/>
                    <a:lumOff val="35000"/>
                  </a:schemeClr>
                </a:solidFill>
              </a:rPr>
              <a:t> </a:t>
            </a:r>
            <a:r>
              <a:rPr lang="en-GB" sz="1200" err="1">
                <a:solidFill>
                  <a:schemeClr val="tx1">
                    <a:lumMod val="65000"/>
                    <a:lumOff val="35000"/>
                  </a:schemeClr>
                </a:solidFill>
              </a:rPr>
              <a:t>quam</a:t>
            </a:r>
            <a:r>
              <a:rPr lang="en-GB" sz="1200">
                <a:solidFill>
                  <a:schemeClr val="tx1">
                    <a:lumMod val="65000"/>
                    <a:lumOff val="35000"/>
                  </a:schemeClr>
                </a:solidFill>
              </a:rPr>
              <a:t> </a:t>
            </a:r>
            <a:r>
              <a:rPr lang="en-GB" sz="1200" err="1">
                <a:solidFill>
                  <a:schemeClr val="tx1">
                    <a:lumMod val="65000"/>
                    <a:lumOff val="35000"/>
                  </a:schemeClr>
                </a:solidFill>
              </a:rPr>
              <a:t>cillum</a:t>
            </a:r>
            <a:r>
              <a:rPr lang="en-GB" sz="1200">
                <a:solidFill>
                  <a:schemeClr val="tx1">
                    <a:lumMod val="65000"/>
                    <a:lumOff val="35000"/>
                  </a:schemeClr>
                </a:solidFill>
              </a:rPr>
              <a:t> </a:t>
            </a:r>
            <a:r>
              <a:rPr lang="en-GB" sz="1200" err="1">
                <a:solidFill>
                  <a:schemeClr val="tx1">
                    <a:lumMod val="65000"/>
                    <a:lumOff val="35000"/>
                  </a:schemeClr>
                </a:solidFill>
              </a:rPr>
              <a:t>viverra</a:t>
            </a:r>
            <a:r>
              <a:rPr lang="en-GB" sz="1200">
                <a:solidFill>
                  <a:schemeClr val="tx1">
                    <a:lumMod val="65000"/>
                    <a:lumOff val="35000"/>
                  </a:schemeClr>
                </a:solidFill>
              </a:rPr>
              <a:t>.</a:t>
            </a:r>
          </a:p>
        </p:txBody>
      </p:sp>
      <p:sp>
        <p:nvSpPr>
          <p:cNvPr id="35" name="Oval 34">
            <a:extLst>
              <a:ext uri="{FF2B5EF4-FFF2-40B4-BE49-F238E27FC236}">
                <a16:creationId xmlns:a16="http://schemas.microsoft.com/office/drawing/2014/main" id="{01CC2871-F544-B5C3-18E1-BCE53DE8ADA0}"/>
              </a:ext>
            </a:extLst>
          </p:cNvPr>
          <p:cNvSpPr/>
          <p:nvPr/>
        </p:nvSpPr>
        <p:spPr>
          <a:xfrm>
            <a:off x="3463319" y="3756667"/>
            <a:ext cx="468498" cy="46849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R" sz="1200" b="1">
                <a:latin typeface="Aptos SemiBold" panose="020B0004020202020204" pitchFamily="34" charset="0"/>
              </a:rPr>
              <a:t>14</a:t>
            </a:r>
          </a:p>
        </p:txBody>
      </p:sp>
      <p:sp>
        <p:nvSpPr>
          <p:cNvPr id="37" name="Text Placeholder 2">
            <a:extLst>
              <a:ext uri="{FF2B5EF4-FFF2-40B4-BE49-F238E27FC236}">
                <a16:creationId xmlns:a16="http://schemas.microsoft.com/office/drawing/2014/main" id="{D17407EA-DD5D-85CF-DF2C-C9CE87BC9E02}"/>
              </a:ext>
            </a:extLst>
          </p:cNvPr>
          <p:cNvSpPr txBox="1">
            <a:spLocks/>
          </p:cNvSpPr>
          <p:nvPr/>
        </p:nvSpPr>
        <p:spPr>
          <a:xfrm>
            <a:off x="7030088" y="2747755"/>
            <a:ext cx="1727169" cy="804387"/>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900"/>
              </a:spcBef>
              <a:buClr>
                <a:srgbClr val="047A85"/>
              </a:buClr>
              <a:buNone/>
              <a:tabLst>
                <a:tab pos="352425" algn="l"/>
              </a:tabLst>
              <a:defRPr/>
            </a:pPr>
            <a:r>
              <a:rPr lang="en-GB" sz="1200">
                <a:solidFill>
                  <a:schemeClr val="tx1">
                    <a:lumMod val="65000"/>
                    <a:lumOff val="35000"/>
                  </a:schemeClr>
                </a:solidFill>
              </a:rPr>
              <a:t>Tempus </a:t>
            </a:r>
            <a:r>
              <a:rPr lang="en-GB" sz="1200" err="1">
                <a:solidFill>
                  <a:schemeClr val="tx1">
                    <a:lumMod val="65000"/>
                    <a:lumOff val="35000"/>
                  </a:schemeClr>
                </a:solidFill>
              </a:rPr>
              <a:t>egestas</a:t>
            </a:r>
            <a:r>
              <a:rPr lang="en-GB" sz="1200">
                <a:solidFill>
                  <a:schemeClr val="tx1">
                    <a:lumMod val="65000"/>
                    <a:lumOff val="35000"/>
                  </a:schemeClr>
                </a:solidFill>
              </a:rPr>
              <a:t> </a:t>
            </a:r>
            <a:r>
              <a:rPr lang="en-GB" sz="1200" err="1">
                <a:solidFill>
                  <a:schemeClr val="tx1">
                    <a:lumMod val="65000"/>
                    <a:lumOff val="35000"/>
                  </a:schemeClr>
                </a:solidFill>
              </a:rPr>
              <a:t>sedol</a:t>
            </a:r>
            <a:r>
              <a:rPr lang="en-GB" sz="1200">
                <a:solidFill>
                  <a:schemeClr val="tx1">
                    <a:lumMod val="65000"/>
                    <a:lumOff val="35000"/>
                  </a:schemeClr>
                </a:solidFill>
              </a:rPr>
              <a:t> </a:t>
            </a:r>
            <a:r>
              <a:rPr lang="en-GB" sz="1200" err="1">
                <a:solidFill>
                  <a:schemeClr val="tx1">
                    <a:lumMod val="65000"/>
                    <a:lumOff val="35000"/>
                  </a:schemeClr>
                </a:solidFill>
              </a:rPr>
              <a:t>sed</a:t>
            </a:r>
            <a:r>
              <a:rPr lang="en-GB" sz="1200">
                <a:solidFill>
                  <a:schemeClr val="tx1">
                    <a:lumMod val="65000"/>
                    <a:lumOff val="35000"/>
                  </a:schemeClr>
                </a:solidFill>
              </a:rPr>
              <a:t> </a:t>
            </a:r>
            <a:r>
              <a:rPr lang="en-GB" sz="1200" err="1">
                <a:solidFill>
                  <a:schemeClr val="tx1">
                    <a:lumMod val="65000"/>
                    <a:lumOff val="35000"/>
                  </a:schemeClr>
                </a:solidFill>
              </a:rPr>
              <a:t>risus</a:t>
            </a:r>
            <a:r>
              <a:rPr lang="en-GB" sz="1200">
                <a:solidFill>
                  <a:schemeClr val="tx1">
                    <a:lumMod val="65000"/>
                    <a:lumOff val="35000"/>
                  </a:schemeClr>
                </a:solidFill>
              </a:rPr>
              <a:t> </a:t>
            </a:r>
            <a:r>
              <a:rPr lang="en-GB" sz="1200" err="1">
                <a:solidFill>
                  <a:schemeClr val="tx1">
                    <a:lumMod val="65000"/>
                    <a:lumOff val="35000"/>
                  </a:schemeClr>
                </a:solidFill>
              </a:rPr>
              <a:t>pretiumvulet</a:t>
            </a:r>
            <a:r>
              <a:rPr lang="en-GB" sz="1200">
                <a:solidFill>
                  <a:schemeClr val="tx1">
                    <a:lumMod val="65000"/>
                    <a:lumOff val="35000"/>
                  </a:schemeClr>
                </a:solidFill>
              </a:rPr>
              <a:t> </a:t>
            </a:r>
            <a:r>
              <a:rPr lang="en-GB" sz="1200" err="1">
                <a:solidFill>
                  <a:schemeClr val="tx1">
                    <a:lumMod val="65000"/>
                    <a:lumOff val="35000"/>
                  </a:schemeClr>
                </a:solidFill>
              </a:rPr>
              <a:t>dignissim</a:t>
            </a:r>
            <a:r>
              <a:rPr lang="en-GB" sz="1200">
                <a:solidFill>
                  <a:schemeClr val="tx1">
                    <a:lumMod val="65000"/>
                    <a:lumOff val="35000"/>
                  </a:schemeClr>
                </a:solidFill>
              </a:rPr>
              <a:t>. In </a:t>
            </a:r>
            <a:r>
              <a:rPr lang="en-GB" sz="1200" err="1">
                <a:solidFill>
                  <a:schemeClr val="tx1">
                    <a:lumMod val="65000"/>
                    <a:lumOff val="35000"/>
                  </a:schemeClr>
                </a:solidFill>
              </a:rPr>
              <a:t>hendrerit</a:t>
            </a:r>
            <a:r>
              <a:rPr lang="en-GB" sz="1200">
                <a:solidFill>
                  <a:schemeClr val="tx1">
                    <a:lumMod val="65000"/>
                    <a:lumOff val="35000"/>
                  </a:schemeClr>
                </a:solidFill>
              </a:rPr>
              <a:t> gravida </a:t>
            </a:r>
            <a:r>
              <a:rPr lang="en-GB" sz="1200" err="1">
                <a:solidFill>
                  <a:schemeClr val="tx1">
                    <a:lumMod val="65000"/>
                    <a:lumOff val="35000"/>
                  </a:schemeClr>
                </a:solidFill>
              </a:rPr>
              <a:t>rutrum</a:t>
            </a:r>
            <a:r>
              <a:rPr lang="en-GB" sz="1200">
                <a:solidFill>
                  <a:schemeClr val="tx1">
                    <a:lumMod val="65000"/>
                    <a:lumOff val="35000"/>
                  </a:schemeClr>
                </a:solidFill>
              </a:rPr>
              <a:t> </a:t>
            </a:r>
            <a:r>
              <a:rPr lang="en-GB" sz="1200" err="1">
                <a:solidFill>
                  <a:schemeClr val="tx1">
                    <a:lumMod val="65000"/>
                    <a:lumOff val="35000"/>
                  </a:schemeClr>
                </a:solidFill>
              </a:rPr>
              <a:t>quis</a:t>
            </a:r>
            <a:r>
              <a:rPr lang="en-GB" sz="1200">
                <a:solidFill>
                  <a:schemeClr val="tx1">
                    <a:lumMod val="65000"/>
                    <a:lumOff val="35000"/>
                  </a:schemeClr>
                </a:solidFill>
              </a:rPr>
              <a:t>.</a:t>
            </a:r>
          </a:p>
        </p:txBody>
      </p:sp>
      <p:sp>
        <p:nvSpPr>
          <p:cNvPr id="38" name="Oval 37">
            <a:extLst>
              <a:ext uri="{FF2B5EF4-FFF2-40B4-BE49-F238E27FC236}">
                <a16:creationId xmlns:a16="http://schemas.microsoft.com/office/drawing/2014/main" id="{674CD711-5E1E-FEFB-B8A6-02FE80D6CD30}"/>
              </a:ext>
            </a:extLst>
          </p:cNvPr>
          <p:cNvSpPr/>
          <p:nvPr/>
        </p:nvSpPr>
        <p:spPr>
          <a:xfrm>
            <a:off x="6443614" y="2755951"/>
            <a:ext cx="468498" cy="46849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R" sz="1200" b="1">
                <a:latin typeface="Aptos SemiBold" panose="020B0004020202020204" pitchFamily="34" charset="0"/>
              </a:rPr>
              <a:t>29</a:t>
            </a:r>
          </a:p>
        </p:txBody>
      </p:sp>
      <p:sp>
        <p:nvSpPr>
          <p:cNvPr id="40" name="Text Placeholder 2">
            <a:extLst>
              <a:ext uri="{FF2B5EF4-FFF2-40B4-BE49-F238E27FC236}">
                <a16:creationId xmlns:a16="http://schemas.microsoft.com/office/drawing/2014/main" id="{C3580F8F-CAF7-A653-6A06-673B5916DB4A}"/>
              </a:ext>
            </a:extLst>
          </p:cNvPr>
          <p:cNvSpPr txBox="1">
            <a:spLocks/>
          </p:cNvSpPr>
          <p:nvPr/>
        </p:nvSpPr>
        <p:spPr>
          <a:xfrm>
            <a:off x="7030088" y="3748469"/>
            <a:ext cx="1727169" cy="1616918"/>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900"/>
              </a:spcBef>
              <a:buClr>
                <a:srgbClr val="047A85"/>
              </a:buClr>
              <a:buNone/>
              <a:tabLst>
                <a:tab pos="352425" algn="l"/>
              </a:tabLst>
              <a:defRPr/>
            </a:pPr>
            <a:r>
              <a:rPr lang="en-GB" sz="1200">
                <a:solidFill>
                  <a:schemeClr val="tx1">
                    <a:lumMod val="65000"/>
                    <a:lumOff val="35000"/>
                  </a:schemeClr>
                </a:solidFill>
              </a:rPr>
              <a:t>Est </a:t>
            </a:r>
            <a:r>
              <a:rPr lang="en-GB" sz="1200" err="1">
                <a:solidFill>
                  <a:schemeClr val="tx1">
                    <a:lumMod val="65000"/>
                    <a:lumOff val="35000"/>
                  </a:schemeClr>
                </a:solidFill>
              </a:rPr>
              <a:t>pellentesque</a:t>
            </a:r>
            <a:r>
              <a:rPr lang="en-GB" sz="1200">
                <a:solidFill>
                  <a:schemeClr val="tx1">
                    <a:lumMod val="65000"/>
                    <a:lumOff val="35000"/>
                  </a:schemeClr>
                </a:solidFill>
              </a:rPr>
              <a:t> </a:t>
            </a:r>
            <a:r>
              <a:rPr lang="en-GB" sz="1200" err="1">
                <a:solidFill>
                  <a:schemeClr val="tx1">
                    <a:lumMod val="65000"/>
                    <a:lumOff val="35000"/>
                  </a:schemeClr>
                </a:solidFill>
              </a:rPr>
              <a:t>eliatl</a:t>
            </a:r>
            <a:r>
              <a:rPr lang="en-GB" sz="1200">
                <a:solidFill>
                  <a:schemeClr val="tx1">
                    <a:lumMod val="65000"/>
                    <a:lumOff val="35000"/>
                  </a:schemeClr>
                </a:solidFill>
              </a:rPr>
              <a:t> </a:t>
            </a:r>
            <a:r>
              <a:rPr lang="en-GB" sz="1200" err="1">
                <a:solidFill>
                  <a:schemeClr val="tx1">
                    <a:lumMod val="65000"/>
                    <a:lumOff val="35000"/>
                  </a:schemeClr>
                </a:solidFill>
              </a:rPr>
              <a:t>ullamcorper</a:t>
            </a:r>
            <a:r>
              <a:rPr lang="en-GB" sz="1200">
                <a:solidFill>
                  <a:schemeClr val="tx1">
                    <a:lumMod val="65000"/>
                    <a:lumOff val="35000"/>
                  </a:schemeClr>
                </a:solidFill>
              </a:rPr>
              <a:t> </a:t>
            </a:r>
            <a:r>
              <a:rPr lang="en-GB" sz="1200" err="1">
                <a:solidFill>
                  <a:schemeClr val="tx1">
                    <a:lumMod val="65000"/>
                    <a:lumOff val="35000"/>
                  </a:schemeClr>
                </a:solidFill>
              </a:rPr>
              <a:t>dignissim</a:t>
            </a:r>
            <a:r>
              <a:rPr lang="en-GB" sz="1200">
                <a:solidFill>
                  <a:schemeClr val="tx1">
                    <a:lumMod val="65000"/>
                    <a:lumOff val="35000"/>
                  </a:schemeClr>
                </a:solidFill>
              </a:rPr>
              <a:t> </a:t>
            </a:r>
            <a:r>
              <a:rPr lang="en-GB" sz="1200" err="1">
                <a:solidFill>
                  <a:schemeClr val="tx1">
                    <a:lumMod val="65000"/>
                    <a:lumOff val="35000"/>
                  </a:schemeClr>
                </a:solidFill>
              </a:rPr>
              <a:t>cras</a:t>
            </a:r>
            <a:r>
              <a:rPr lang="en-GB" sz="1200">
                <a:solidFill>
                  <a:schemeClr val="tx1">
                    <a:lumMod val="65000"/>
                    <a:lumOff val="35000"/>
                  </a:schemeClr>
                </a:solidFill>
              </a:rPr>
              <a:t> </a:t>
            </a:r>
            <a:r>
              <a:rPr lang="en-GB" sz="1200" err="1">
                <a:solidFill>
                  <a:schemeClr val="tx1">
                    <a:lumMod val="65000"/>
                    <a:lumOff val="35000"/>
                  </a:schemeClr>
                </a:solidFill>
              </a:rPr>
              <a:t>tincidunt</a:t>
            </a:r>
            <a:r>
              <a:rPr lang="en-GB" sz="1200">
                <a:solidFill>
                  <a:schemeClr val="tx1">
                    <a:lumMod val="65000"/>
                    <a:lumOff val="35000"/>
                  </a:schemeClr>
                </a:solidFill>
              </a:rPr>
              <a:t> </a:t>
            </a:r>
            <a:r>
              <a:rPr lang="en-GB" sz="1200" err="1">
                <a:solidFill>
                  <a:schemeClr val="tx1">
                    <a:lumMod val="65000"/>
                    <a:lumOff val="35000"/>
                  </a:schemeClr>
                </a:solidFill>
              </a:rPr>
              <a:t>lobortis</a:t>
            </a:r>
            <a:r>
              <a:rPr lang="en-GB" sz="1200">
                <a:solidFill>
                  <a:schemeClr val="tx1">
                    <a:lumMod val="65000"/>
                    <a:lumOff val="35000"/>
                  </a:schemeClr>
                </a:solidFill>
              </a:rPr>
              <a:t> </a:t>
            </a:r>
            <a:r>
              <a:rPr lang="en-GB" sz="1200" err="1">
                <a:solidFill>
                  <a:schemeClr val="tx1">
                    <a:lumMod val="65000"/>
                    <a:lumOff val="35000"/>
                  </a:schemeClr>
                </a:solidFill>
              </a:rPr>
              <a:t>feugiat</a:t>
            </a:r>
            <a:r>
              <a:rPr lang="en-GB" sz="1200">
                <a:solidFill>
                  <a:schemeClr val="tx1">
                    <a:lumMod val="65000"/>
                    <a:lumOff val="35000"/>
                  </a:schemeClr>
                </a:solidFill>
              </a:rPr>
              <a:t> </a:t>
            </a:r>
            <a:r>
              <a:rPr lang="en-GB" sz="1200" err="1">
                <a:solidFill>
                  <a:schemeClr val="tx1">
                    <a:lumMod val="65000"/>
                    <a:lumOff val="35000"/>
                  </a:schemeClr>
                </a:solidFill>
              </a:rPr>
              <a:t>vivamus</a:t>
            </a:r>
            <a:r>
              <a:rPr lang="en-GB" sz="1200">
                <a:solidFill>
                  <a:schemeClr val="tx1">
                    <a:lumMod val="65000"/>
                    <a:lumOff val="35000"/>
                  </a:schemeClr>
                </a:solidFill>
              </a:rPr>
              <a:t>. </a:t>
            </a:r>
            <a:r>
              <a:rPr lang="en-GB" sz="1200" err="1">
                <a:solidFill>
                  <a:schemeClr val="tx1">
                    <a:lumMod val="65000"/>
                    <a:lumOff val="35000"/>
                  </a:schemeClr>
                </a:solidFill>
              </a:rPr>
              <a:t>Antet</a:t>
            </a:r>
            <a:r>
              <a:rPr lang="en-GB" sz="1200">
                <a:solidFill>
                  <a:schemeClr val="tx1">
                    <a:lumMod val="65000"/>
                    <a:lumOff val="35000"/>
                  </a:schemeClr>
                </a:solidFill>
              </a:rPr>
              <a:t> in </a:t>
            </a:r>
            <a:r>
              <a:rPr lang="en-GB" sz="1200" err="1">
                <a:solidFill>
                  <a:schemeClr val="tx1">
                    <a:lumMod val="65000"/>
                    <a:lumOff val="35000"/>
                  </a:schemeClr>
                </a:solidFill>
              </a:rPr>
              <a:t>nibh</a:t>
            </a:r>
            <a:r>
              <a:rPr lang="en-GB" sz="1200">
                <a:solidFill>
                  <a:schemeClr val="tx1">
                    <a:lumMod val="65000"/>
                    <a:lumOff val="35000"/>
                  </a:schemeClr>
                </a:solidFill>
              </a:rPr>
              <a:t> </a:t>
            </a:r>
            <a:r>
              <a:rPr lang="en-GB" sz="1200" err="1">
                <a:solidFill>
                  <a:schemeClr val="tx1">
                    <a:lumMod val="65000"/>
                    <a:lumOff val="35000"/>
                  </a:schemeClr>
                </a:solidFill>
              </a:rPr>
              <a:t>mauris</a:t>
            </a:r>
            <a:r>
              <a:rPr lang="en-GB" sz="1200">
                <a:solidFill>
                  <a:schemeClr val="tx1">
                    <a:lumMod val="65000"/>
                    <a:lumOff val="35000"/>
                  </a:schemeClr>
                </a:solidFill>
              </a:rPr>
              <a:t> </a:t>
            </a:r>
            <a:r>
              <a:rPr lang="en-GB" sz="1200" err="1">
                <a:solidFill>
                  <a:schemeClr val="tx1">
                    <a:lumMod val="65000"/>
                    <a:lumOff val="35000"/>
                  </a:schemeClr>
                </a:solidFill>
              </a:rPr>
              <a:t>cursusi</a:t>
            </a:r>
            <a:r>
              <a:rPr lang="en-GB" sz="1200">
                <a:solidFill>
                  <a:schemeClr val="tx1">
                    <a:lumMod val="65000"/>
                    <a:lumOff val="35000"/>
                  </a:schemeClr>
                </a:solidFill>
              </a:rPr>
              <a:t> </a:t>
            </a:r>
            <a:r>
              <a:rPr lang="en-GB" sz="1200" err="1">
                <a:solidFill>
                  <a:schemeClr val="tx1">
                    <a:lumMod val="65000"/>
                    <a:lumOff val="35000"/>
                  </a:schemeClr>
                </a:solidFill>
              </a:rPr>
              <a:t>mattis</a:t>
            </a:r>
            <a:r>
              <a:rPr lang="en-GB" sz="1200">
                <a:solidFill>
                  <a:schemeClr val="tx1">
                    <a:lumMod val="65000"/>
                    <a:lumOff val="35000"/>
                  </a:schemeClr>
                </a:solidFill>
              </a:rPr>
              <a:t>. Mattis </a:t>
            </a:r>
            <a:r>
              <a:rPr lang="en-GB" sz="1200" err="1">
                <a:solidFill>
                  <a:schemeClr val="tx1">
                    <a:lumMod val="65000"/>
                    <a:lumOff val="35000"/>
                  </a:schemeClr>
                </a:solidFill>
              </a:rPr>
              <a:t>rhoncus</a:t>
            </a:r>
            <a:r>
              <a:rPr lang="en-GB" sz="1200">
                <a:solidFill>
                  <a:schemeClr val="tx1">
                    <a:lumMod val="65000"/>
                    <a:lumOff val="35000"/>
                  </a:schemeClr>
                </a:solidFill>
              </a:rPr>
              <a:t> </a:t>
            </a:r>
            <a:r>
              <a:rPr lang="en-GB" sz="1200" err="1">
                <a:solidFill>
                  <a:schemeClr val="tx1">
                    <a:lumMod val="65000"/>
                    <a:lumOff val="35000"/>
                  </a:schemeClr>
                </a:solidFill>
              </a:rPr>
              <a:t>urna</a:t>
            </a:r>
            <a:r>
              <a:rPr lang="en-GB" sz="1200">
                <a:solidFill>
                  <a:schemeClr val="tx1">
                    <a:lumMod val="65000"/>
                    <a:lumOff val="35000"/>
                  </a:schemeClr>
                </a:solidFill>
              </a:rPr>
              <a:t> </a:t>
            </a:r>
            <a:r>
              <a:rPr lang="en-GB" sz="1200" err="1">
                <a:solidFill>
                  <a:schemeClr val="tx1">
                    <a:lumMod val="65000"/>
                    <a:lumOff val="35000"/>
                  </a:schemeClr>
                </a:solidFill>
              </a:rPr>
              <a:t>neque</a:t>
            </a:r>
            <a:r>
              <a:rPr lang="en-GB" sz="1200">
                <a:solidFill>
                  <a:schemeClr val="tx1">
                    <a:lumMod val="65000"/>
                    <a:lumOff val="35000"/>
                  </a:schemeClr>
                </a:solidFill>
              </a:rPr>
              <a:t> </a:t>
            </a:r>
            <a:r>
              <a:rPr lang="en-GB" sz="1200" err="1">
                <a:solidFill>
                  <a:schemeClr val="tx1">
                    <a:lumMod val="65000"/>
                    <a:lumOff val="35000"/>
                  </a:schemeClr>
                </a:solidFill>
              </a:rPr>
              <a:t>viverra</a:t>
            </a:r>
            <a:r>
              <a:rPr lang="en-GB" sz="1200">
                <a:solidFill>
                  <a:schemeClr val="tx1">
                    <a:lumMod val="65000"/>
                    <a:lumOff val="35000"/>
                  </a:schemeClr>
                </a:solidFill>
              </a:rPr>
              <a:t> </a:t>
            </a:r>
            <a:r>
              <a:rPr lang="en-GB" sz="1200" err="1">
                <a:solidFill>
                  <a:schemeClr val="tx1">
                    <a:lumMod val="65000"/>
                    <a:lumOff val="35000"/>
                  </a:schemeClr>
                </a:solidFill>
              </a:rPr>
              <a:t>jusi</a:t>
            </a:r>
            <a:r>
              <a:rPr lang="en-GB" sz="1200">
                <a:solidFill>
                  <a:schemeClr val="tx1">
                    <a:lumMod val="65000"/>
                    <a:lumOff val="35000"/>
                  </a:schemeClr>
                </a:solidFill>
              </a:rPr>
              <a:t> </a:t>
            </a:r>
            <a:r>
              <a:rPr lang="en-GB" sz="1200" err="1">
                <a:solidFill>
                  <a:schemeClr val="tx1">
                    <a:lumMod val="65000"/>
                    <a:lumOff val="35000"/>
                  </a:schemeClr>
                </a:solidFill>
              </a:rPr>
              <a:t>dolor</a:t>
            </a:r>
            <a:r>
              <a:rPr lang="en-GB" sz="1200">
                <a:solidFill>
                  <a:schemeClr val="tx1">
                    <a:lumMod val="65000"/>
                    <a:lumOff val="35000"/>
                  </a:schemeClr>
                </a:solidFill>
              </a:rPr>
              <a:t> </a:t>
            </a:r>
            <a:r>
              <a:rPr lang="en-GB" sz="1200" err="1">
                <a:solidFill>
                  <a:schemeClr val="tx1">
                    <a:lumMod val="65000"/>
                    <a:lumOff val="35000"/>
                  </a:schemeClr>
                </a:solidFill>
              </a:rPr>
              <a:t>negestas</a:t>
            </a:r>
            <a:r>
              <a:rPr lang="en-GB" sz="1200">
                <a:solidFill>
                  <a:schemeClr val="tx1">
                    <a:lumMod val="65000"/>
                    <a:lumOff val="35000"/>
                  </a:schemeClr>
                </a:solidFill>
              </a:rPr>
              <a:t>.</a:t>
            </a:r>
          </a:p>
        </p:txBody>
      </p:sp>
      <p:sp>
        <p:nvSpPr>
          <p:cNvPr id="41" name="Oval 40">
            <a:extLst>
              <a:ext uri="{FF2B5EF4-FFF2-40B4-BE49-F238E27FC236}">
                <a16:creationId xmlns:a16="http://schemas.microsoft.com/office/drawing/2014/main" id="{E27B47E6-5DBB-6773-4D57-F95F0F4D3075}"/>
              </a:ext>
            </a:extLst>
          </p:cNvPr>
          <p:cNvSpPr/>
          <p:nvPr/>
        </p:nvSpPr>
        <p:spPr>
          <a:xfrm>
            <a:off x="6443614" y="3756667"/>
            <a:ext cx="468498" cy="46849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R" sz="1200" b="1">
                <a:latin typeface="Aptos SemiBold" panose="020B0004020202020204" pitchFamily="34" charset="0"/>
              </a:rPr>
              <a:t>28</a:t>
            </a:r>
          </a:p>
        </p:txBody>
      </p:sp>
      <p:sp>
        <p:nvSpPr>
          <p:cNvPr id="43" name="Text Placeholder 2">
            <a:extLst>
              <a:ext uri="{FF2B5EF4-FFF2-40B4-BE49-F238E27FC236}">
                <a16:creationId xmlns:a16="http://schemas.microsoft.com/office/drawing/2014/main" id="{13033E91-9037-3709-8E44-A552BA0742AD}"/>
              </a:ext>
            </a:extLst>
          </p:cNvPr>
          <p:cNvSpPr txBox="1">
            <a:spLocks/>
          </p:cNvSpPr>
          <p:nvPr/>
        </p:nvSpPr>
        <p:spPr>
          <a:xfrm>
            <a:off x="9953092" y="2747755"/>
            <a:ext cx="1727169" cy="804387"/>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900"/>
              </a:spcBef>
              <a:buClr>
                <a:srgbClr val="047A85"/>
              </a:buClr>
              <a:buNone/>
              <a:tabLst>
                <a:tab pos="352425" algn="l"/>
              </a:tabLst>
              <a:defRPr/>
            </a:pPr>
            <a:r>
              <a:rPr lang="en-GB" sz="1200" err="1">
                <a:solidFill>
                  <a:schemeClr val="tx1">
                    <a:lumMod val="65000"/>
                    <a:lumOff val="35000"/>
                  </a:schemeClr>
                </a:solidFill>
              </a:rPr>
              <a:t>Lacus</a:t>
            </a:r>
            <a:r>
              <a:rPr lang="en-GB" sz="1200">
                <a:solidFill>
                  <a:schemeClr val="tx1">
                    <a:lumMod val="65000"/>
                    <a:lumOff val="35000"/>
                  </a:schemeClr>
                </a:solidFill>
              </a:rPr>
              <a:t> </a:t>
            </a:r>
            <a:r>
              <a:rPr lang="en-GB" sz="1200" err="1">
                <a:solidFill>
                  <a:schemeClr val="tx1">
                    <a:lumMod val="65000"/>
                    <a:lumOff val="35000"/>
                  </a:schemeClr>
                </a:solidFill>
              </a:rPr>
              <a:t>suspendisse</a:t>
            </a:r>
            <a:r>
              <a:rPr lang="en-GB" sz="1200">
                <a:solidFill>
                  <a:schemeClr val="tx1">
                    <a:lumMod val="65000"/>
                    <a:lumOff val="35000"/>
                  </a:schemeClr>
                </a:solidFill>
              </a:rPr>
              <a:t> fa </a:t>
            </a:r>
            <a:r>
              <a:rPr lang="en-GB" sz="1200" err="1">
                <a:solidFill>
                  <a:schemeClr val="tx1">
                    <a:lumMod val="65000"/>
                    <a:lumOff val="35000"/>
                  </a:schemeClr>
                </a:solidFill>
              </a:rPr>
              <a:t>interdum</a:t>
            </a:r>
            <a:r>
              <a:rPr lang="en-GB" sz="1200">
                <a:solidFill>
                  <a:schemeClr val="tx1">
                    <a:lumMod val="65000"/>
                    <a:lumOff val="35000"/>
                  </a:schemeClr>
                </a:solidFill>
              </a:rPr>
              <a:t> </a:t>
            </a:r>
            <a:r>
              <a:rPr lang="en-GB" sz="1200" err="1">
                <a:solidFill>
                  <a:schemeClr val="tx1">
                    <a:lumMod val="65000"/>
                    <a:lumOff val="35000"/>
                  </a:schemeClr>
                </a:solidFill>
              </a:rPr>
              <a:t>posuere</a:t>
            </a:r>
            <a:r>
              <a:rPr lang="en-GB" sz="1200">
                <a:solidFill>
                  <a:schemeClr val="tx1">
                    <a:lumMod val="65000"/>
                    <a:lumOff val="35000"/>
                  </a:schemeClr>
                </a:solidFill>
              </a:rPr>
              <a:t> lore ipsum </a:t>
            </a:r>
            <a:r>
              <a:rPr lang="en-GB" sz="1200" err="1">
                <a:solidFill>
                  <a:schemeClr val="tx1">
                    <a:lumMod val="65000"/>
                    <a:lumOff val="35000"/>
                  </a:schemeClr>
                </a:solidFill>
              </a:rPr>
              <a:t>dolor</a:t>
            </a:r>
            <a:r>
              <a:rPr lang="en-GB" sz="1200">
                <a:solidFill>
                  <a:schemeClr val="tx1">
                    <a:lumMod val="65000"/>
                    <a:lumOff val="35000"/>
                  </a:schemeClr>
                </a:solidFill>
              </a:rPr>
              <a:t>. In cursus </a:t>
            </a:r>
            <a:r>
              <a:rPr lang="en-GB" sz="1200" err="1">
                <a:solidFill>
                  <a:schemeClr val="tx1">
                    <a:lumMod val="65000"/>
                    <a:lumOff val="35000"/>
                  </a:schemeClr>
                </a:solidFill>
              </a:rPr>
              <a:t>turpis</a:t>
            </a:r>
            <a:r>
              <a:rPr lang="en-GB" sz="1200">
                <a:solidFill>
                  <a:schemeClr val="tx1">
                    <a:lumMod val="65000"/>
                    <a:lumOff val="35000"/>
                  </a:schemeClr>
                </a:solidFill>
              </a:rPr>
              <a:t> </a:t>
            </a:r>
            <a:r>
              <a:rPr lang="en-GB" sz="1200" err="1">
                <a:solidFill>
                  <a:schemeClr val="tx1">
                    <a:lumMod val="65000"/>
                    <a:lumOff val="35000"/>
                  </a:schemeClr>
                </a:solidFill>
              </a:rPr>
              <a:t>massa</a:t>
            </a:r>
            <a:r>
              <a:rPr lang="en-GB" sz="1200">
                <a:solidFill>
                  <a:schemeClr val="tx1">
                    <a:lumMod val="65000"/>
                    <a:lumOff val="35000"/>
                  </a:schemeClr>
                </a:solidFill>
              </a:rPr>
              <a:t> </a:t>
            </a:r>
            <a:r>
              <a:rPr lang="en-GB" sz="1200" err="1">
                <a:solidFill>
                  <a:schemeClr val="tx1">
                    <a:lumMod val="65000"/>
                    <a:lumOff val="35000"/>
                  </a:schemeClr>
                </a:solidFill>
              </a:rPr>
              <a:t>tincidu</a:t>
            </a:r>
            <a:r>
              <a:rPr lang="en-GB" sz="1200">
                <a:solidFill>
                  <a:schemeClr val="tx1">
                    <a:lumMod val="65000"/>
                    <a:lumOff val="35000"/>
                  </a:schemeClr>
                </a:solidFill>
              </a:rPr>
              <a:t>.</a:t>
            </a:r>
          </a:p>
        </p:txBody>
      </p:sp>
      <p:sp>
        <p:nvSpPr>
          <p:cNvPr id="44" name="Oval 43">
            <a:extLst>
              <a:ext uri="{FF2B5EF4-FFF2-40B4-BE49-F238E27FC236}">
                <a16:creationId xmlns:a16="http://schemas.microsoft.com/office/drawing/2014/main" id="{D5693724-062E-2DC8-849B-8A06F2773ED5}"/>
              </a:ext>
            </a:extLst>
          </p:cNvPr>
          <p:cNvSpPr/>
          <p:nvPr/>
        </p:nvSpPr>
        <p:spPr>
          <a:xfrm>
            <a:off x="9366618" y="2755951"/>
            <a:ext cx="468498" cy="46849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R" sz="1200" b="1">
                <a:latin typeface="Aptos SemiBold" panose="020B0004020202020204" pitchFamily="34" charset="0"/>
              </a:rPr>
              <a:t>03</a:t>
            </a:r>
          </a:p>
        </p:txBody>
      </p:sp>
      <p:sp>
        <p:nvSpPr>
          <p:cNvPr id="46" name="Text Placeholder 2">
            <a:extLst>
              <a:ext uri="{FF2B5EF4-FFF2-40B4-BE49-F238E27FC236}">
                <a16:creationId xmlns:a16="http://schemas.microsoft.com/office/drawing/2014/main" id="{81E09369-86AC-C0D6-B922-882DF78F504E}"/>
              </a:ext>
            </a:extLst>
          </p:cNvPr>
          <p:cNvSpPr txBox="1">
            <a:spLocks/>
          </p:cNvSpPr>
          <p:nvPr/>
        </p:nvSpPr>
        <p:spPr>
          <a:xfrm>
            <a:off x="9953092" y="3748469"/>
            <a:ext cx="1727169" cy="1616918"/>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900"/>
              </a:spcBef>
              <a:buClr>
                <a:srgbClr val="047A85"/>
              </a:buClr>
              <a:buNone/>
              <a:tabLst>
                <a:tab pos="352425" algn="l"/>
              </a:tabLst>
              <a:defRPr/>
            </a:pPr>
            <a:r>
              <a:rPr lang="en-GB" sz="1200">
                <a:solidFill>
                  <a:schemeClr val="tx1">
                    <a:lumMod val="65000"/>
                    <a:lumOff val="35000"/>
                  </a:schemeClr>
                </a:solidFill>
              </a:rPr>
              <a:t>Nunc </a:t>
            </a:r>
            <a:r>
              <a:rPr lang="en-GB" sz="1200" err="1">
                <a:solidFill>
                  <a:schemeClr val="tx1">
                    <a:lumMod val="65000"/>
                    <a:lumOff val="35000"/>
                  </a:schemeClr>
                </a:solidFill>
              </a:rPr>
              <a:t>mattis</a:t>
            </a:r>
            <a:r>
              <a:rPr lang="en-GB" sz="1200">
                <a:solidFill>
                  <a:schemeClr val="tx1">
                    <a:lumMod val="65000"/>
                    <a:lumOff val="35000"/>
                  </a:schemeClr>
                </a:solidFill>
              </a:rPr>
              <a:t> </a:t>
            </a:r>
            <a:r>
              <a:rPr lang="en-GB" sz="1200" err="1">
                <a:solidFill>
                  <a:schemeClr val="tx1">
                    <a:lumMod val="65000"/>
                    <a:lumOff val="35000"/>
                  </a:schemeClr>
                </a:solidFill>
              </a:rPr>
              <a:t>enim</a:t>
            </a:r>
            <a:r>
              <a:rPr lang="en-GB" sz="1200">
                <a:solidFill>
                  <a:schemeClr val="tx1">
                    <a:lumMod val="65000"/>
                    <a:lumOff val="35000"/>
                  </a:schemeClr>
                </a:solidFill>
              </a:rPr>
              <a:t> </a:t>
            </a:r>
            <a:r>
              <a:rPr lang="en-GB" sz="1200" err="1">
                <a:solidFill>
                  <a:schemeClr val="tx1">
                    <a:lumMod val="65000"/>
                    <a:lumOff val="35000"/>
                  </a:schemeClr>
                </a:solidFill>
              </a:rPr>
              <a:t>utal</a:t>
            </a:r>
            <a:r>
              <a:rPr lang="en-GB" sz="1200">
                <a:solidFill>
                  <a:schemeClr val="tx1">
                    <a:lumMod val="65000"/>
                    <a:lumOff val="35000"/>
                  </a:schemeClr>
                </a:solidFill>
              </a:rPr>
              <a:t> </a:t>
            </a:r>
            <a:r>
              <a:rPr lang="en-GB" sz="1200" err="1">
                <a:solidFill>
                  <a:schemeClr val="tx1">
                    <a:lumMod val="65000"/>
                    <a:lumOff val="35000"/>
                  </a:schemeClr>
                </a:solidFill>
              </a:rPr>
              <a:t>tellus</a:t>
            </a:r>
            <a:r>
              <a:rPr lang="en-GB" sz="1200">
                <a:solidFill>
                  <a:schemeClr val="tx1">
                    <a:lumMod val="65000"/>
                    <a:lumOff val="35000"/>
                  </a:schemeClr>
                </a:solidFill>
              </a:rPr>
              <a:t> </a:t>
            </a:r>
            <a:r>
              <a:rPr lang="en-GB" sz="1200" err="1">
                <a:solidFill>
                  <a:schemeClr val="tx1">
                    <a:lumMod val="65000"/>
                    <a:lumOff val="35000"/>
                  </a:schemeClr>
                </a:solidFill>
              </a:rPr>
              <a:t>elementum</a:t>
            </a:r>
            <a:r>
              <a:rPr lang="en-GB" sz="1200">
                <a:solidFill>
                  <a:schemeClr val="tx1">
                    <a:lumMod val="65000"/>
                    <a:lumOff val="35000"/>
                  </a:schemeClr>
                </a:solidFill>
              </a:rPr>
              <a:t> </a:t>
            </a:r>
            <a:r>
              <a:rPr lang="en-GB" sz="1200" err="1">
                <a:solidFill>
                  <a:schemeClr val="tx1">
                    <a:lumMod val="65000"/>
                    <a:lumOff val="35000"/>
                  </a:schemeClr>
                </a:solidFill>
              </a:rPr>
              <a:t>sagi</a:t>
            </a:r>
            <a:r>
              <a:rPr lang="en-GB" sz="1200">
                <a:solidFill>
                  <a:schemeClr val="tx1">
                    <a:lumMod val="65000"/>
                    <a:lumOff val="35000"/>
                  </a:schemeClr>
                </a:solidFill>
              </a:rPr>
              <a:t> vitae et. </a:t>
            </a:r>
            <a:r>
              <a:rPr lang="en-GB" sz="1200" err="1">
                <a:solidFill>
                  <a:schemeClr val="tx1">
                    <a:lumMod val="65000"/>
                    <a:lumOff val="35000"/>
                  </a:schemeClr>
                </a:solidFill>
              </a:rPr>
              <a:t>Accumsan</a:t>
            </a:r>
            <a:r>
              <a:rPr lang="en-GB" sz="1200">
                <a:solidFill>
                  <a:schemeClr val="tx1">
                    <a:lumMod val="65000"/>
                    <a:lumOff val="35000"/>
                  </a:schemeClr>
                </a:solidFill>
              </a:rPr>
              <a:t> sit </a:t>
            </a:r>
            <a:r>
              <a:rPr lang="en-GB" sz="1200" err="1">
                <a:solidFill>
                  <a:schemeClr val="tx1">
                    <a:lumMod val="65000"/>
                    <a:lumOff val="35000"/>
                  </a:schemeClr>
                </a:solidFill>
              </a:rPr>
              <a:t>amet</a:t>
            </a:r>
            <a:r>
              <a:rPr lang="en-GB" sz="1200">
                <a:solidFill>
                  <a:schemeClr val="tx1">
                    <a:lumMod val="65000"/>
                    <a:lumOff val="35000"/>
                  </a:schemeClr>
                </a:solidFill>
              </a:rPr>
              <a:t> </a:t>
            </a:r>
            <a:r>
              <a:rPr lang="en-GB" sz="1200" err="1">
                <a:solidFill>
                  <a:schemeClr val="tx1">
                    <a:lumMod val="65000"/>
                    <a:lumOff val="35000"/>
                  </a:schemeClr>
                </a:solidFill>
              </a:rPr>
              <a:t>nulla</a:t>
            </a:r>
            <a:r>
              <a:rPr lang="en-GB" sz="1200">
                <a:solidFill>
                  <a:schemeClr val="tx1">
                    <a:lumMod val="65000"/>
                    <a:lumOff val="35000"/>
                  </a:schemeClr>
                </a:solidFill>
              </a:rPr>
              <a:t> </a:t>
            </a:r>
            <a:r>
              <a:rPr lang="en-GB" sz="1200" err="1">
                <a:solidFill>
                  <a:schemeClr val="tx1">
                    <a:lumMod val="65000"/>
                    <a:lumOff val="35000"/>
                  </a:schemeClr>
                </a:solidFill>
              </a:rPr>
              <a:t>facilisi</a:t>
            </a:r>
            <a:r>
              <a:rPr lang="en-GB" sz="1200">
                <a:solidFill>
                  <a:schemeClr val="tx1">
                    <a:lumMod val="65000"/>
                    <a:lumOff val="35000"/>
                  </a:schemeClr>
                </a:solidFill>
              </a:rPr>
              <a:t> mor tempus </a:t>
            </a:r>
            <a:r>
              <a:rPr lang="en-GB" sz="1200" err="1">
                <a:solidFill>
                  <a:schemeClr val="tx1">
                    <a:lumMod val="65000"/>
                    <a:lumOff val="35000"/>
                  </a:schemeClr>
                </a:solidFill>
              </a:rPr>
              <a:t>iaculis</a:t>
            </a:r>
            <a:r>
              <a:rPr lang="en-GB" sz="1200">
                <a:solidFill>
                  <a:schemeClr val="tx1">
                    <a:lumMod val="65000"/>
                    <a:lumOff val="35000"/>
                  </a:schemeClr>
                </a:solidFill>
              </a:rPr>
              <a:t> </a:t>
            </a:r>
            <a:r>
              <a:rPr lang="en-GB" sz="1200" err="1">
                <a:solidFill>
                  <a:schemeClr val="tx1">
                    <a:lumMod val="65000"/>
                    <a:lumOff val="35000"/>
                  </a:schemeClr>
                </a:solidFill>
              </a:rPr>
              <a:t>urnato</a:t>
            </a:r>
            <a:r>
              <a:rPr lang="en-GB" sz="1200">
                <a:solidFill>
                  <a:schemeClr val="tx1">
                    <a:lumMod val="65000"/>
                    <a:lumOff val="35000"/>
                  </a:schemeClr>
                </a:solidFill>
              </a:rPr>
              <a:t>. </a:t>
            </a:r>
            <a:r>
              <a:rPr lang="en-GB" sz="1200" err="1">
                <a:solidFill>
                  <a:schemeClr val="tx1">
                    <a:lumMod val="65000"/>
                    <a:lumOff val="35000"/>
                  </a:schemeClr>
                </a:solidFill>
              </a:rPr>
              <a:t>Suspendisse</a:t>
            </a:r>
            <a:r>
              <a:rPr lang="en-GB" sz="1200">
                <a:solidFill>
                  <a:schemeClr val="tx1">
                    <a:lumMod val="65000"/>
                    <a:lumOff val="35000"/>
                  </a:schemeClr>
                </a:solidFill>
              </a:rPr>
              <a:t> in </a:t>
            </a:r>
            <a:r>
              <a:rPr lang="en-GB" sz="1200" err="1">
                <a:solidFill>
                  <a:schemeClr val="tx1">
                    <a:lumMod val="65000"/>
                    <a:lumOff val="35000"/>
                  </a:schemeClr>
                </a:solidFill>
              </a:rPr>
              <a:t>estant</a:t>
            </a:r>
            <a:r>
              <a:rPr lang="en-GB" sz="1200">
                <a:solidFill>
                  <a:schemeClr val="tx1">
                    <a:lumMod val="65000"/>
                    <a:lumOff val="35000"/>
                  </a:schemeClr>
                </a:solidFill>
              </a:rPr>
              <a:t> in </a:t>
            </a:r>
            <a:r>
              <a:rPr lang="en-GB" sz="1200" err="1">
                <a:solidFill>
                  <a:schemeClr val="tx1">
                    <a:lumMod val="65000"/>
                    <a:lumOff val="35000"/>
                  </a:schemeClr>
                </a:solidFill>
              </a:rPr>
              <a:t>nibh</a:t>
            </a:r>
            <a:r>
              <a:rPr lang="en-GB" sz="1200">
                <a:solidFill>
                  <a:schemeClr val="tx1">
                    <a:lumMod val="65000"/>
                    <a:lumOff val="35000"/>
                  </a:schemeClr>
                </a:solidFill>
              </a:rPr>
              <a:t> </a:t>
            </a:r>
            <a:r>
              <a:rPr lang="en-GB" sz="1200" err="1">
                <a:solidFill>
                  <a:schemeClr val="tx1">
                    <a:lumMod val="65000"/>
                    <a:lumOff val="35000"/>
                  </a:schemeClr>
                </a:solidFill>
              </a:rPr>
              <a:t>mauris</a:t>
            </a:r>
            <a:r>
              <a:rPr lang="en-GB" sz="1200">
                <a:solidFill>
                  <a:schemeClr val="tx1">
                    <a:lumMod val="65000"/>
                    <a:lumOff val="35000"/>
                  </a:schemeClr>
                </a:solidFill>
              </a:rPr>
              <a:t> </a:t>
            </a:r>
            <a:r>
              <a:rPr lang="en-GB" sz="1200" err="1">
                <a:solidFill>
                  <a:schemeClr val="tx1">
                    <a:lumMod val="65000"/>
                    <a:lumOff val="35000"/>
                  </a:schemeClr>
                </a:solidFill>
              </a:rPr>
              <a:t>cursust</a:t>
            </a:r>
            <a:r>
              <a:rPr lang="en-GB" sz="1200">
                <a:solidFill>
                  <a:schemeClr val="tx1">
                    <a:lumMod val="65000"/>
                    <a:lumOff val="35000"/>
                  </a:schemeClr>
                </a:solidFill>
              </a:rPr>
              <a:t> </a:t>
            </a:r>
            <a:r>
              <a:rPr lang="en-GB" sz="1200" err="1">
                <a:solidFill>
                  <a:schemeClr val="tx1">
                    <a:lumMod val="65000"/>
                    <a:lumOff val="35000"/>
                  </a:schemeClr>
                </a:solidFill>
              </a:rPr>
              <a:t>mattis</a:t>
            </a:r>
            <a:r>
              <a:rPr lang="en-GB" sz="1200">
                <a:solidFill>
                  <a:schemeClr val="tx1">
                    <a:lumMod val="65000"/>
                    <a:lumOff val="35000"/>
                  </a:schemeClr>
                </a:solidFill>
              </a:rPr>
              <a:t> </a:t>
            </a:r>
            <a:r>
              <a:rPr lang="en-GB" sz="1200" err="1">
                <a:solidFill>
                  <a:schemeClr val="tx1">
                    <a:lumMod val="65000"/>
                    <a:lumOff val="35000"/>
                  </a:schemeClr>
                </a:solidFill>
              </a:rPr>
              <a:t>molestie</a:t>
            </a:r>
            <a:r>
              <a:rPr lang="en-GB" sz="1200">
                <a:solidFill>
                  <a:schemeClr val="tx1">
                    <a:lumMod val="65000"/>
                    <a:lumOff val="35000"/>
                  </a:schemeClr>
                </a:solidFill>
              </a:rPr>
              <a:t>.</a:t>
            </a:r>
          </a:p>
        </p:txBody>
      </p:sp>
      <p:sp>
        <p:nvSpPr>
          <p:cNvPr id="47" name="Oval 46">
            <a:extLst>
              <a:ext uri="{FF2B5EF4-FFF2-40B4-BE49-F238E27FC236}">
                <a16:creationId xmlns:a16="http://schemas.microsoft.com/office/drawing/2014/main" id="{D7EF3ED7-98B7-488B-EB20-009D1763A8C5}"/>
              </a:ext>
            </a:extLst>
          </p:cNvPr>
          <p:cNvSpPr/>
          <p:nvPr/>
        </p:nvSpPr>
        <p:spPr>
          <a:xfrm>
            <a:off x="9366618" y="3756667"/>
            <a:ext cx="468498" cy="46849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R" sz="1200" b="1">
                <a:latin typeface="Aptos SemiBold" panose="020B0004020202020204" pitchFamily="34" charset="0"/>
              </a:rPr>
              <a:t>15</a:t>
            </a:r>
          </a:p>
        </p:txBody>
      </p:sp>
      <p:sp>
        <p:nvSpPr>
          <p:cNvPr id="3" name="Text Placeholder 2">
            <a:extLst>
              <a:ext uri="{FF2B5EF4-FFF2-40B4-BE49-F238E27FC236}">
                <a16:creationId xmlns:a16="http://schemas.microsoft.com/office/drawing/2014/main" id="{2D85FE5C-10E6-7410-07BA-98188EC6FF0B}"/>
              </a:ext>
            </a:extLst>
          </p:cNvPr>
          <p:cNvSpPr>
            <a:spLocks noGrp="1"/>
          </p:cNvSpPr>
          <p:nvPr>
            <p:ph type="body" sz="quarter" idx="25"/>
          </p:nvPr>
        </p:nvSpPr>
        <p:spPr>
          <a:xfrm>
            <a:off x="332318" y="741496"/>
            <a:ext cx="11531549" cy="334515"/>
          </a:xfrm>
        </p:spPr>
        <p:txBody>
          <a:bodyPr/>
          <a:lstStyle/>
          <a:p>
            <a:r>
              <a:rPr lang="en-GR"/>
              <a:t>Infographic</a:t>
            </a:r>
          </a:p>
        </p:txBody>
      </p:sp>
    </p:spTree>
    <p:extLst>
      <p:ext uri="{BB962C8B-B14F-4D97-AF65-F5344CB8AC3E}">
        <p14:creationId xmlns:p14="http://schemas.microsoft.com/office/powerpoint/2010/main" val="24826085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 Placeholder 28">
            <a:extLst>
              <a:ext uri="{FF2B5EF4-FFF2-40B4-BE49-F238E27FC236}">
                <a16:creationId xmlns:a16="http://schemas.microsoft.com/office/drawing/2014/main" id="{3B957788-9CAB-04EC-EB3D-7CA81ED8AC70}"/>
              </a:ext>
            </a:extLst>
          </p:cNvPr>
          <p:cNvSpPr>
            <a:spLocks noGrp="1"/>
          </p:cNvSpPr>
          <p:nvPr>
            <p:ph type="body" sz="quarter" idx="14"/>
          </p:nvPr>
        </p:nvSpPr>
        <p:spPr>
          <a:xfrm>
            <a:off x="331201" y="1268822"/>
            <a:ext cx="7939040" cy="364908"/>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4" name="Slide Number Placeholder 3">
            <a:extLst>
              <a:ext uri="{FF2B5EF4-FFF2-40B4-BE49-F238E27FC236}">
                <a16:creationId xmlns:a16="http://schemas.microsoft.com/office/drawing/2014/main" id="{173CC278-86D5-215D-6AE2-7E9A51DC7866}"/>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177</a:t>
            </a:fld>
            <a:endParaRPr lang="en-GR"/>
          </a:p>
        </p:txBody>
      </p:sp>
      <p:sp>
        <p:nvSpPr>
          <p:cNvPr id="20" name="Rectangle 19">
            <a:extLst>
              <a:ext uri="{FF2B5EF4-FFF2-40B4-BE49-F238E27FC236}">
                <a16:creationId xmlns:a16="http://schemas.microsoft.com/office/drawing/2014/main" id="{F3E29CD2-46B6-1FF9-1A1C-99D4CD4E0AF9}"/>
              </a:ext>
            </a:extLst>
          </p:cNvPr>
          <p:cNvSpPr/>
          <p:nvPr/>
        </p:nvSpPr>
        <p:spPr>
          <a:xfrm>
            <a:off x="7449276" y="2003175"/>
            <a:ext cx="2046472" cy="177110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21" name="Rectangle 20">
            <a:extLst>
              <a:ext uri="{FF2B5EF4-FFF2-40B4-BE49-F238E27FC236}">
                <a16:creationId xmlns:a16="http://schemas.microsoft.com/office/drawing/2014/main" id="{99F09ABF-F52D-5262-F0DF-585086581EEC}"/>
              </a:ext>
            </a:extLst>
          </p:cNvPr>
          <p:cNvSpPr/>
          <p:nvPr/>
        </p:nvSpPr>
        <p:spPr>
          <a:xfrm>
            <a:off x="7449275" y="3772513"/>
            <a:ext cx="2046472" cy="2543883"/>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22" name="Text Placeholder 2">
            <a:extLst>
              <a:ext uri="{FF2B5EF4-FFF2-40B4-BE49-F238E27FC236}">
                <a16:creationId xmlns:a16="http://schemas.microsoft.com/office/drawing/2014/main" id="{4466BE9B-D6AC-6564-C11E-5F1430DBE088}"/>
              </a:ext>
            </a:extLst>
          </p:cNvPr>
          <p:cNvSpPr txBox="1">
            <a:spLocks/>
          </p:cNvSpPr>
          <p:nvPr/>
        </p:nvSpPr>
        <p:spPr>
          <a:xfrm>
            <a:off x="7707740" y="3981493"/>
            <a:ext cx="1498301" cy="1693862"/>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600"/>
              </a:spcBef>
              <a:buClr>
                <a:srgbClr val="047A85"/>
              </a:buClr>
              <a:buNone/>
              <a:tabLst>
                <a:tab pos="352425" algn="l"/>
              </a:tabLst>
              <a:defRPr/>
            </a:pPr>
            <a:r>
              <a:rPr lang="en-US" sz="1200" b="1">
                <a:solidFill>
                  <a:schemeClr val="accent1"/>
                </a:solidFill>
                <a:ea typeface="Lato Semibold" panose="020F0502020204030203" pitchFamily="34" charset="0"/>
                <a:cs typeface="Poppins Medium" pitchFamily="2" charset="77"/>
              </a:rPr>
              <a:t>Pre-Order</a:t>
            </a:r>
          </a:p>
          <a:p>
            <a:pPr marL="0" indent="0">
              <a:lnSpc>
                <a:spcPct val="110000"/>
              </a:lnSpc>
              <a:spcBef>
                <a:spcPts val="600"/>
              </a:spcBef>
              <a:buClr>
                <a:srgbClr val="047A85"/>
              </a:buClr>
              <a:buNone/>
              <a:tabLst>
                <a:tab pos="352425" algn="l"/>
              </a:tabLst>
              <a:defRPr/>
            </a:pPr>
            <a:r>
              <a:rPr lang="en-GB" sz="1200" err="1">
                <a:solidFill>
                  <a:schemeClr val="tx1">
                    <a:lumMod val="65000"/>
                    <a:lumOff val="35000"/>
                  </a:schemeClr>
                </a:solidFill>
              </a:rPr>
              <a:t>Risus</a:t>
            </a:r>
            <a:r>
              <a:rPr lang="en-GB" sz="1200">
                <a:solidFill>
                  <a:schemeClr val="tx1">
                    <a:lumMod val="65000"/>
                    <a:lumOff val="35000"/>
                  </a:schemeClr>
                </a:solidFill>
              </a:rPr>
              <a:t> at </a:t>
            </a:r>
            <a:r>
              <a:rPr lang="en-GB" sz="1200" err="1">
                <a:solidFill>
                  <a:schemeClr val="tx1">
                    <a:lumMod val="65000"/>
                    <a:lumOff val="35000"/>
                  </a:schemeClr>
                </a:solidFill>
              </a:rPr>
              <a:t>ultrices</a:t>
            </a:r>
            <a:r>
              <a:rPr lang="en-GB" sz="1200">
                <a:solidFill>
                  <a:schemeClr val="tx1">
                    <a:lumMod val="65000"/>
                    <a:lumOff val="35000"/>
                  </a:schemeClr>
                </a:solidFill>
              </a:rPr>
              <a:t> </a:t>
            </a:r>
            <a:r>
              <a:rPr lang="en-GB" sz="1200" err="1">
                <a:solidFill>
                  <a:schemeClr val="tx1">
                    <a:lumMod val="65000"/>
                    <a:lumOff val="35000"/>
                  </a:schemeClr>
                </a:solidFill>
              </a:rPr>
              <a:t>ontari</a:t>
            </a:r>
            <a:r>
              <a:rPr lang="en-GB" sz="1200">
                <a:solidFill>
                  <a:schemeClr val="tx1">
                    <a:lumMod val="65000"/>
                    <a:lumOff val="35000"/>
                  </a:schemeClr>
                </a:solidFill>
              </a:rPr>
              <a:t> </a:t>
            </a:r>
            <a:r>
              <a:rPr lang="en-GB" sz="1200" err="1">
                <a:solidFill>
                  <a:schemeClr val="tx1">
                    <a:lumMod val="65000"/>
                    <a:lumOff val="35000"/>
                  </a:schemeClr>
                </a:solidFill>
              </a:rPr>
              <a:t>Elementuman</a:t>
            </a:r>
            <a:r>
              <a:rPr lang="en-GB" sz="1200">
                <a:solidFill>
                  <a:schemeClr val="tx1">
                    <a:lumMod val="65000"/>
                    <a:lumOff val="35000"/>
                  </a:schemeClr>
                </a:solidFill>
              </a:rPr>
              <a:t> pulvinar </a:t>
            </a:r>
            <a:r>
              <a:rPr lang="en-GB" sz="1200" err="1">
                <a:solidFill>
                  <a:schemeClr val="tx1">
                    <a:lumMod val="65000"/>
                    <a:lumOff val="35000"/>
                  </a:schemeClr>
                </a:solidFill>
              </a:rPr>
              <a:t>etiam</a:t>
            </a:r>
            <a:r>
              <a:rPr lang="en-GB" sz="1200">
                <a:solidFill>
                  <a:schemeClr val="tx1">
                    <a:lumMod val="65000"/>
                    <a:lumOff val="35000"/>
                  </a:schemeClr>
                </a:solidFill>
              </a:rPr>
              <a:t> non </a:t>
            </a:r>
            <a:r>
              <a:rPr lang="en-GB" sz="1200" err="1">
                <a:solidFill>
                  <a:schemeClr val="tx1">
                    <a:lumMod val="65000"/>
                    <a:lumOff val="35000"/>
                  </a:schemeClr>
                </a:solidFill>
              </a:rPr>
              <a:t>quam</a:t>
            </a:r>
            <a:r>
              <a:rPr lang="en-GB" sz="1200">
                <a:solidFill>
                  <a:schemeClr val="tx1">
                    <a:lumMod val="65000"/>
                    <a:lumOff val="35000"/>
                  </a:schemeClr>
                </a:solidFill>
              </a:rPr>
              <a:t> </a:t>
            </a:r>
            <a:r>
              <a:rPr lang="en-GB" sz="1200" err="1">
                <a:solidFill>
                  <a:schemeClr val="tx1">
                    <a:lumMod val="65000"/>
                    <a:lumOff val="35000"/>
                  </a:schemeClr>
                </a:solidFill>
              </a:rPr>
              <a:t>lacuk</a:t>
            </a:r>
            <a:r>
              <a:rPr lang="en-GB" sz="1200">
                <a:solidFill>
                  <a:schemeClr val="tx1">
                    <a:lumMod val="65000"/>
                    <a:lumOff val="35000"/>
                  </a:schemeClr>
                </a:solidFill>
              </a:rPr>
              <a:t> </a:t>
            </a:r>
            <a:r>
              <a:rPr lang="en-GB" sz="1200" err="1">
                <a:solidFill>
                  <a:schemeClr val="tx1">
                    <a:lumMod val="65000"/>
                    <a:lumOff val="35000"/>
                  </a:schemeClr>
                </a:solidFill>
              </a:rPr>
              <a:t>suspendisse</a:t>
            </a:r>
            <a:r>
              <a:rPr lang="en-GB" sz="1200">
                <a:solidFill>
                  <a:schemeClr val="tx1">
                    <a:lumMod val="65000"/>
                    <a:lumOff val="35000"/>
                  </a:schemeClr>
                </a:solidFill>
              </a:rPr>
              <a:t>. Ut </a:t>
            </a:r>
            <a:r>
              <a:rPr lang="en-GB" sz="1200" err="1">
                <a:solidFill>
                  <a:schemeClr val="tx1">
                    <a:lumMod val="65000"/>
                    <a:lumOff val="35000"/>
                  </a:schemeClr>
                </a:solidFill>
              </a:rPr>
              <a:t>cupis</a:t>
            </a:r>
            <a:r>
              <a:rPr lang="en-GB" sz="1200">
                <a:solidFill>
                  <a:schemeClr val="tx1">
                    <a:lumMod val="65000"/>
                    <a:lumOff val="35000"/>
                  </a:schemeClr>
                </a:solidFill>
              </a:rPr>
              <a:t> </a:t>
            </a:r>
            <a:r>
              <a:rPr lang="en-GB" sz="1200" err="1">
                <a:solidFill>
                  <a:schemeClr val="tx1">
                    <a:lumMod val="65000"/>
                    <a:lumOff val="35000"/>
                  </a:schemeClr>
                </a:solidFill>
              </a:rPr>
              <a:t>iste</a:t>
            </a:r>
            <a:r>
              <a:rPr lang="en-GB" sz="1200">
                <a:solidFill>
                  <a:schemeClr val="tx1">
                    <a:lumMod val="65000"/>
                    <a:lumOff val="35000"/>
                  </a:schemeClr>
                </a:solidFill>
              </a:rPr>
              <a:t> non rerum </a:t>
            </a:r>
            <a:r>
              <a:rPr lang="en-GB" sz="1200" err="1">
                <a:solidFill>
                  <a:schemeClr val="tx1">
                    <a:lumMod val="65000"/>
                    <a:lumOff val="35000"/>
                  </a:schemeClr>
                </a:solidFill>
              </a:rPr>
              <a:t>liberosi</a:t>
            </a:r>
            <a:r>
              <a:rPr lang="en-GB" sz="1200">
                <a:solidFill>
                  <a:schemeClr val="tx1">
                    <a:lumMod val="65000"/>
                    <a:lumOff val="35000"/>
                  </a:schemeClr>
                </a:solidFill>
              </a:rPr>
              <a:t> sit nostrum </a:t>
            </a:r>
            <a:r>
              <a:rPr lang="en-GB" sz="1200" err="1">
                <a:solidFill>
                  <a:schemeClr val="tx1">
                    <a:lumMod val="65000"/>
                    <a:lumOff val="35000"/>
                  </a:schemeClr>
                </a:solidFill>
              </a:rPr>
              <a:t>voluptasin</a:t>
            </a:r>
            <a:r>
              <a:rPr lang="en-GB" sz="1200">
                <a:solidFill>
                  <a:schemeClr val="tx1">
                    <a:lumMod val="65000"/>
                    <a:lumOff val="35000"/>
                  </a:schemeClr>
                </a:solidFill>
              </a:rPr>
              <a:t> in </a:t>
            </a:r>
            <a:r>
              <a:rPr lang="en-GB" sz="1200" err="1">
                <a:solidFill>
                  <a:schemeClr val="tx1">
                    <a:lumMod val="65000"/>
                    <a:lumOff val="35000"/>
                  </a:schemeClr>
                </a:solidFill>
              </a:rPr>
              <a:t>logupiates</a:t>
            </a:r>
            <a:r>
              <a:rPr lang="en-GB" sz="1200">
                <a:solidFill>
                  <a:schemeClr val="tx1">
                    <a:lumMod val="65000"/>
                    <a:lumOff val="35000"/>
                  </a:schemeClr>
                </a:solidFill>
              </a:rPr>
              <a:t> libero.</a:t>
            </a:r>
          </a:p>
        </p:txBody>
      </p:sp>
      <p:sp>
        <p:nvSpPr>
          <p:cNvPr id="33" name="Freeform 204">
            <a:extLst>
              <a:ext uri="{FF2B5EF4-FFF2-40B4-BE49-F238E27FC236}">
                <a16:creationId xmlns:a16="http://schemas.microsoft.com/office/drawing/2014/main" id="{AF1B0851-B21E-8BA5-75D3-289CE65DC1F6}"/>
              </a:ext>
            </a:extLst>
          </p:cNvPr>
          <p:cNvSpPr/>
          <p:nvPr/>
        </p:nvSpPr>
        <p:spPr>
          <a:xfrm>
            <a:off x="8002930" y="2478201"/>
            <a:ext cx="939164" cy="844503"/>
          </a:xfrm>
          <a:custGeom>
            <a:avLst/>
            <a:gdLst>
              <a:gd name="connsiteX0" fmla="*/ 205574 w 211928"/>
              <a:gd name="connsiteY0" fmla="*/ 73076 h 190567"/>
              <a:gd name="connsiteX1" fmla="*/ 173504 w 211928"/>
              <a:gd name="connsiteY1" fmla="*/ 73076 h 190567"/>
              <a:gd name="connsiteX2" fmla="*/ 132654 w 211928"/>
              <a:gd name="connsiteY2" fmla="*/ 2055 h 190567"/>
              <a:gd name="connsiteX3" fmla="*/ 114295 w 211928"/>
              <a:gd name="connsiteY3" fmla="*/ 12584 h 190567"/>
              <a:gd name="connsiteX4" fmla="*/ 148583 w 211928"/>
              <a:gd name="connsiteY4" fmla="*/ 73025 h 190567"/>
              <a:gd name="connsiteX5" fmla="*/ 63340 w 211928"/>
              <a:gd name="connsiteY5" fmla="*/ 73025 h 190567"/>
              <a:gd name="connsiteX6" fmla="*/ 97786 w 211928"/>
              <a:gd name="connsiteY6" fmla="*/ 12584 h 190567"/>
              <a:gd name="connsiteX7" fmla="*/ 79422 w 211928"/>
              <a:gd name="connsiteY7" fmla="*/ 2055 h 190567"/>
              <a:gd name="connsiteX8" fmla="*/ 38573 w 211928"/>
              <a:gd name="connsiteY8" fmla="*/ 73076 h 190567"/>
              <a:gd name="connsiteX9" fmla="*/ 6138 w 211928"/>
              <a:gd name="connsiteY9" fmla="*/ 73076 h 190567"/>
              <a:gd name="connsiteX10" fmla="*/ 0 w 211928"/>
              <a:gd name="connsiteY10" fmla="*/ 86413 h 190567"/>
              <a:gd name="connsiteX11" fmla="*/ 6138 w 211928"/>
              <a:gd name="connsiteY11" fmla="*/ 96840 h 190567"/>
              <a:gd name="connsiteX12" fmla="*/ 12065 w 211928"/>
              <a:gd name="connsiteY12" fmla="*/ 96840 h 190567"/>
              <a:gd name="connsiteX13" fmla="*/ 31059 w 211928"/>
              <a:gd name="connsiteY13" fmla="*/ 172786 h 190567"/>
              <a:gd name="connsiteX14" fmla="*/ 53867 w 211928"/>
              <a:gd name="connsiteY14" fmla="*/ 190567 h 190567"/>
              <a:gd name="connsiteX15" fmla="*/ 158053 w 211928"/>
              <a:gd name="connsiteY15" fmla="*/ 190567 h 190567"/>
              <a:gd name="connsiteX16" fmla="*/ 180861 w 211928"/>
              <a:gd name="connsiteY16" fmla="*/ 172786 h 190567"/>
              <a:gd name="connsiteX17" fmla="*/ 199855 w 211928"/>
              <a:gd name="connsiteY17" fmla="*/ 96840 h 190567"/>
              <a:gd name="connsiteX18" fmla="*/ 205519 w 211928"/>
              <a:gd name="connsiteY18" fmla="*/ 96840 h 190567"/>
              <a:gd name="connsiteX19" fmla="*/ 205519 w 211928"/>
              <a:gd name="connsiteY19" fmla="*/ 73076 h 190567"/>
              <a:gd name="connsiteX20" fmla="*/ 205574 w 211928"/>
              <a:gd name="connsiteY20" fmla="*/ 73076 h 190567"/>
              <a:gd name="connsiteX21" fmla="*/ 72069 w 211928"/>
              <a:gd name="connsiteY21" fmla="*/ 151722 h 190567"/>
              <a:gd name="connsiteX22" fmla="*/ 57782 w 211928"/>
              <a:gd name="connsiteY22" fmla="*/ 151722 h 190567"/>
              <a:gd name="connsiteX23" fmla="*/ 57782 w 211928"/>
              <a:gd name="connsiteY23" fmla="*/ 112133 h 190567"/>
              <a:gd name="connsiteX24" fmla="*/ 72014 w 211928"/>
              <a:gd name="connsiteY24" fmla="*/ 112133 h 190567"/>
              <a:gd name="connsiteX25" fmla="*/ 72014 w 211928"/>
              <a:gd name="connsiteY25" fmla="*/ 151722 h 190567"/>
              <a:gd name="connsiteX26" fmla="*/ 72069 w 211928"/>
              <a:gd name="connsiteY26" fmla="*/ 151722 h 190567"/>
              <a:gd name="connsiteX27" fmla="*/ 113025 w 211928"/>
              <a:gd name="connsiteY27" fmla="*/ 151722 h 190567"/>
              <a:gd name="connsiteX28" fmla="*/ 98738 w 211928"/>
              <a:gd name="connsiteY28" fmla="*/ 151722 h 190567"/>
              <a:gd name="connsiteX29" fmla="*/ 98738 w 211928"/>
              <a:gd name="connsiteY29" fmla="*/ 112133 h 190567"/>
              <a:gd name="connsiteX30" fmla="*/ 112974 w 211928"/>
              <a:gd name="connsiteY30" fmla="*/ 112133 h 190567"/>
              <a:gd name="connsiteX31" fmla="*/ 112974 w 211928"/>
              <a:gd name="connsiteY31" fmla="*/ 151722 h 190567"/>
              <a:gd name="connsiteX32" fmla="*/ 113025 w 211928"/>
              <a:gd name="connsiteY32" fmla="*/ 151722 h 190567"/>
              <a:gd name="connsiteX33" fmla="*/ 155356 w 211928"/>
              <a:gd name="connsiteY33" fmla="*/ 151722 h 190567"/>
              <a:gd name="connsiteX34" fmla="*/ 141069 w 211928"/>
              <a:gd name="connsiteY34" fmla="*/ 151722 h 190567"/>
              <a:gd name="connsiteX35" fmla="*/ 141069 w 211928"/>
              <a:gd name="connsiteY35" fmla="*/ 112133 h 190567"/>
              <a:gd name="connsiteX36" fmla="*/ 155305 w 211928"/>
              <a:gd name="connsiteY36" fmla="*/ 112133 h 190567"/>
              <a:gd name="connsiteX37" fmla="*/ 155305 w 211928"/>
              <a:gd name="connsiteY37" fmla="*/ 151722 h 190567"/>
              <a:gd name="connsiteX38" fmla="*/ 155356 w 211928"/>
              <a:gd name="connsiteY38" fmla="*/ 151722 h 190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11928" h="190567">
                <a:moveTo>
                  <a:pt x="205574" y="73076"/>
                </a:moveTo>
                <a:lnTo>
                  <a:pt x="173504" y="73076"/>
                </a:lnTo>
                <a:lnTo>
                  <a:pt x="132654" y="2055"/>
                </a:lnTo>
                <a:cubicBezTo>
                  <a:pt x="128698" y="-4413"/>
                  <a:pt x="110671" y="5872"/>
                  <a:pt x="114295" y="12584"/>
                </a:cubicBezTo>
                <a:lnTo>
                  <a:pt x="148583" y="73025"/>
                </a:lnTo>
                <a:lnTo>
                  <a:pt x="63340" y="73025"/>
                </a:lnTo>
                <a:lnTo>
                  <a:pt x="97786" y="12584"/>
                </a:lnTo>
                <a:cubicBezTo>
                  <a:pt x="101354" y="5858"/>
                  <a:pt x="83462" y="-4413"/>
                  <a:pt x="79422" y="2055"/>
                </a:cubicBezTo>
                <a:lnTo>
                  <a:pt x="38573" y="73076"/>
                </a:lnTo>
                <a:lnTo>
                  <a:pt x="6138" y="73076"/>
                </a:lnTo>
                <a:cubicBezTo>
                  <a:pt x="131" y="73262"/>
                  <a:pt x="0" y="82029"/>
                  <a:pt x="0" y="86413"/>
                </a:cubicBezTo>
                <a:cubicBezTo>
                  <a:pt x="0" y="92128"/>
                  <a:pt x="2752" y="96734"/>
                  <a:pt x="6138" y="96840"/>
                </a:cubicBezTo>
                <a:lnTo>
                  <a:pt x="12065" y="96840"/>
                </a:lnTo>
                <a:lnTo>
                  <a:pt x="31059" y="172786"/>
                </a:lnTo>
                <a:cubicBezTo>
                  <a:pt x="33653" y="183264"/>
                  <a:pt x="43072" y="190567"/>
                  <a:pt x="53867" y="190567"/>
                </a:cubicBezTo>
                <a:lnTo>
                  <a:pt x="158053" y="190567"/>
                </a:lnTo>
                <a:cubicBezTo>
                  <a:pt x="168847" y="190567"/>
                  <a:pt x="178215" y="183213"/>
                  <a:pt x="180861" y="172786"/>
                </a:cubicBezTo>
                <a:lnTo>
                  <a:pt x="199855" y="96840"/>
                </a:lnTo>
                <a:lnTo>
                  <a:pt x="205519" y="96840"/>
                </a:lnTo>
                <a:cubicBezTo>
                  <a:pt x="214051" y="96563"/>
                  <a:pt x="214080" y="73350"/>
                  <a:pt x="205519" y="73076"/>
                </a:cubicBezTo>
                <a:lnTo>
                  <a:pt x="205574" y="73076"/>
                </a:lnTo>
                <a:close/>
                <a:moveTo>
                  <a:pt x="72069" y="151722"/>
                </a:moveTo>
                <a:cubicBezTo>
                  <a:pt x="71934" y="156880"/>
                  <a:pt x="57917" y="156880"/>
                  <a:pt x="57782" y="151722"/>
                </a:cubicBezTo>
                <a:lnTo>
                  <a:pt x="57782" y="112133"/>
                </a:lnTo>
                <a:cubicBezTo>
                  <a:pt x="57914" y="107001"/>
                  <a:pt x="71883" y="106987"/>
                  <a:pt x="72014" y="112133"/>
                </a:cubicBezTo>
                <a:lnTo>
                  <a:pt x="72014" y="151722"/>
                </a:lnTo>
                <a:lnTo>
                  <a:pt x="72069" y="151722"/>
                </a:lnTo>
                <a:close/>
                <a:moveTo>
                  <a:pt x="113025" y="151722"/>
                </a:moveTo>
                <a:cubicBezTo>
                  <a:pt x="112890" y="156876"/>
                  <a:pt x="98873" y="156880"/>
                  <a:pt x="98738" y="151722"/>
                </a:cubicBezTo>
                <a:lnTo>
                  <a:pt x="98738" y="112133"/>
                </a:lnTo>
                <a:cubicBezTo>
                  <a:pt x="98869" y="107001"/>
                  <a:pt x="112839" y="106987"/>
                  <a:pt x="112974" y="112133"/>
                </a:cubicBezTo>
                <a:lnTo>
                  <a:pt x="112974" y="151722"/>
                </a:lnTo>
                <a:lnTo>
                  <a:pt x="113025" y="151722"/>
                </a:lnTo>
                <a:close/>
                <a:moveTo>
                  <a:pt x="155356" y="151722"/>
                </a:moveTo>
                <a:cubicBezTo>
                  <a:pt x="155221" y="156876"/>
                  <a:pt x="141204" y="156880"/>
                  <a:pt x="141069" y="151722"/>
                </a:cubicBezTo>
                <a:lnTo>
                  <a:pt x="141069" y="112133"/>
                </a:lnTo>
                <a:cubicBezTo>
                  <a:pt x="141204" y="107085"/>
                  <a:pt x="155174" y="107041"/>
                  <a:pt x="155305" y="112133"/>
                </a:cubicBezTo>
                <a:lnTo>
                  <a:pt x="155305" y="151722"/>
                </a:lnTo>
                <a:lnTo>
                  <a:pt x="155356" y="151722"/>
                </a:lnTo>
                <a:close/>
              </a:path>
            </a:pathLst>
          </a:custGeom>
          <a:solidFill>
            <a:schemeClr val="accent3"/>
          </a:solidFill>
          <a:ln w="3646" cap="flat">
            <a:noFill/>
            <a:prstDash val="solid"/>
            <a:miter/>
          </a:ln>
        </p:spPr>
        <p:txBody>
          <a:bodyPr rtlCol="0" anchor="ctr"/>
          <a:lstStyle/>
          <a:p>
            <a:endParaRPr lang="en-GR"/>
          </a:p>
        </p:txBody>
      </p:sp>
      <p:sp>
        <p:nvSpPr>
          <p:cNvPr id="16" name="Rectangle 15">
            <a:extLst>
              <a:ext uri="{FF2B5EF4-FFF2-40B4-BE49-F238E27FC236}">
                <a16:creationId xmlns:a16="http://schemas.microsoft.com/office/drawing/2014/main" id="{14B68ED0-36D3-0CC7-A059-BE9B0DFD0DD0}"/>
              </a:ext>
            </a:extLst>
          </p:cNvPr>
          <p:cNvSpPr/>
          <p:nvPr/>
        </p:nvSpPr>
        <p:spPr>
          <a:xfrm>
            <a:off x="5088041" y="2003175"/>
            <a:ext cx="2046472" cy="177110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17" name="Rectangle 16">
            <a:extLst>
              <a:ext uri="{FF2B5EF4-FFF2-40B4-BE49-F238E27FC236}">
                <a16:creationId xmlns:a16="http://schemas.microsoft.com/office/drawing/2014/main" id="{B4ADF4F7-75A7-D130-8BF9-9BFCE78C1450}"/>
              </a:ext>
            </a:extLst>
          </p:cNvPr>
          <p:cNvSpPr/>
          <p:nvPr/>
        </p:nvSpPr>
        <p:spPr>
          <a:xfrm>
            <a:off x="5088040" y="3772513"/>
            <a:ext cx="2046472" cy="2543883"/>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18" name="Text Placeholder 2">
            <a:extLst>
              <a:ext uri="{FF2B5EF4-FFF2-40B4-BE49-F238E27FC236}">
                <a16:creationId xmlns:a16="http://schemas.microsoft.com/office/drawing/2014/main" id="{85D6E82C-FE3B-4BA5-8E7B-9BACA87B56E3}"/>
              </a:ext>
            </a:extLst>
          </p:cNvPr>
          <p:cNvSpPr txBox="1">
            <a:spLocks/>
          </p:cNvSpPr>
          <p:nvPr/>
        </p:nvSpPr>
        <p:spPr>
          <a:xfrm>
            <a:off x="5346505" y="3981493"/>
            <a:ext cx="1498301" cy="1693862"/>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600"/>
              </a:spcBef>
              <a:buClr>
                <a:srgbClr val="047A85"/>
              </a:buClr>
              <a:buNone/>
              <a:tabLst>
                <a:tab pos="352425" algn="l"/>
              </a:tabLst>
              <a:defRPr/>
            </a:pPr>
            <a:r>
              <a:rPr lang="en-US" sz="1200" b="1">
                <a:solidFill>
                  <a:schemeClr val="accent1"/>
                </a:solidFill>
                <a:ea typeface="Lato Semibold" panose="020F0502020204030203" pitchFamily="34" charset="0"/>
                <a:cs typeface="Poppins Medium" pitchFamily="2" charset="77"/>
              </a:rPr>
              <a:t>Considerations</a:t>
            </a:r>
            <a:endParaRPr lang="en-GB" sz="1200">
              <a:solidFill>
                <a:schemeClr val="accent1"/>
              </a:solidFill>
            </a:endParaRPr>
          </a:p>
          <a:p>
            <a:pPr marL="0" indent="0">
              <a:lnSpc>
                <a:spcPct val="110000"/>
              </a:lnSpc>
              <a:spcBef>
                <a:spcPts val="600"/>
              </a:spcBef>
              <a:buClr>
                <a:srgbClr val="047A85"/>
              </a:buClr>
              <a:buNone/>
              <a:tabLst>
                <a:tab pos="352425" algn="l"/>
              </a:tabLst>
              <a:defRPr/>
            </a:pPr>
            <a:r>
              <a:rPr lang="en-GB" sz="1200">
                <a:solidFill>
                  <a:schemeClr val="tx1">
                    <a:lumMod val="65000"/>
                    <a:lumOff val="35000"/>
                  </a:schemeClr>
                </a:solidFill>
              </a:rPr>
              <a:t>Maecenas pharetra co </a:t>
            </a:r>
            <a:r>
              <a:rPr lang="en-GB" sz="1200" err="1">
                <a:solidFill>
                  <a:schemeClr val="tx1">
                    <a:lumMod val="65000"/>
                    <a:lumOff val="35000"/>
                  </a:schemeClr>
                </a:solidFill>
              </a:rPr>
              <a:t>posure</a:t>
            </a:r>
            <a:r>
              <a:rPr lang="en-GB" sz="1200">
                <a:solidFill>
                  <a:schemeClr val="tx1">
                    <a:lumMod val="65000"/>
                    <a:lumOff val="35000"/>
                  </a:schemeClr>
                </a:solidFill>
              </a:rPr>
              <a:t> </a:t>
            </a:r>
            <a:r>
              <a:rPr lang="en-GB" sz="1200" err="1">
                <a:solidFill>
                  <a:schemeClr val="tx1">
                    <a:lumMod val="65000"/>
                    <a:lumOff val="35000"/>
                  </a:schemeClr>
                </a:solidFill>
              </a:rPr>
              <a:t>morbi</a:t>
            </a:r>
            <a:r>
              <a:rPr lang="en-GB" sz="1200">
                <a:solidFill>
                  <a:schemeClr val="tx1">
                    <a:lumMod val="65000"/>
                    <a:lumOff val="35000"/>
                  </a:schemeClr>
                </a:solidFill>
              </a:rPr>
              <a:t> </a:t>
            </a:r>
            <a:r>
              <a:rPr lang="en-GB" sz="1200" err="1">
                <a:solidFill>
                  <a:schemeClr val="tx1">
                    <a:lumMod val="65000"/>
                    <a:lumOff val="35000"/>
                  </a:schemeClr>
                </a:solidFill>
              </a:rPr>
              <a:t>leo</a:t>
            </a:r>
            <a:r>
              <a:rPr lang="en-GB" sz="1200">
                <a:solidFill>
                  <a:schemeClr val="tx1">
                    <a:lumMod val="65000"/>
                    <a:lumOff val="35000"/>
                  </a:schemeClr>
                </a:solidFill>
              </a:rPr>
              <a:t> </a:t>
            </a:r>
            <a:r>
              <a:rPr lang="en-GB" sz="1200" err="1">
                <a:solidFill>
                  <a:schemeClr val="tx1">
                    <a:lumMod val="65000"/>
                    <a:lumOff val="35000"/>
                  </a:schemeClr>
                </a:solidFill>
              </a:rPr>
              <a:t>urna</a:t>
            </a:r>
            <a:r>
              <a:rPr lang="en-GB" sz="1200">
                <a:solidFill>
                  <a:schemeClr val="tx1">
                    <a:lumMod val="65000"/>
                    <a:lumOff val="35000"/>
                  </a:schemeClr>
                </a:solidFill>
              </a:rPr>
              <a:t> molest. Purus </a:t>
            </a:r>
            <a:r>
              <a:rPr lang="en-GB" sz="1200" err="1">
                <a:solidFill>
                  <a:schemeClr val="tx1">
                    <a:lumMod val="65000"/>
                    <a:lumOff val="35000"/>
                  </a:schemeClr>
                </a:solidFill>
              </a:rPr>
              <a:t>inma</a:t>
            </a:r>
            <a:r>
              <a:rPr lang="en-GB" sz="1200">
                <a:solidFill>
                  <a:schemeClr val="tx1">
                    <a:lumMod val="65000"/>
                    <a:lumOff val="35000"/>
                  </a:schemeClr>
                </a:solidFill>
              </a:rPr>
              <a:t> </a:t>
            </a:r>
            <a:r>
              <a:rPr lang="en-GB" sz="1200" err="1">
                <a:solidFill>
                  <a:schemeClr val="tx1">
                    <a:lumMod val="65000"/>
                    <a:lumOff val="35000"/>
                  </a:schemeClr>
                </a:solidFill>
              </a:rPr>
              <a:t>tel</a:t>
            </a:r>
            <a:r>
              <a:rPr lang="en-GB" sz="1200">
                <a:solidFill>
                  <a:schemeClr val="tx1">
                    <a:lumMod val="65000"/>
                    <a:lumOff val="35000"/>
                  </a:schemeClr>
                </a:solidFill>
              </a:rPr>
              <a:t> </a:t>
            </a:r>
            <a:r>
              <a:rPr lang="en-GB" sz="1200" err="1">
                <a:solidFill>
                  <a:schemeClr val="tx1">
                    <a:lumMod val="65000"/>
                    <a:lumOff val="35000"/>
                  </a:schemeClr>
                </a:solidFill>
              </a:rPr>
              <a:t>nec</a:t>
            </a:r>
            <a:r>
              <a:rPr lang="en-GB" sz="1200">
                <a:solidFill>
                  <a:schemeClr val="tx1">
                    <a:lumMod val="65000"/>
                    <a:lumOff val="35000"/>
                  </a:schemeClr>
                </a:solidFill>
              </a:rPr>
              <a:t>. </a:t>
            </a:r>
            <a:r>
              <a:rPr lang="en-GB" sz="1200" err="1">
                <a:solidFill>
                  <a:schemeClr val="tx1">
                    <a:lumMod val="65000"/>
                    <a:lumOff val="35000"/>
                  </a:schemeClr>
                </a:solidFill>
              </a:rPr>
              <a:t>Risus</a:t>
            </a:r>
            <a:r>
              <a:rPr lang="en-GB" sz="1200">
                <a:solidFill>
                  <a:schemeClr val="tx1">
                    <a:lumMod val="65000"/>
                    <a:lumOff val="35000"/>
                  </a:schemeClr>
                </a:solidFill>
              </a:rPr>
              <a:t> at </a:t>
            </a:r>
            <a:r>
              <a:rPr lang="en-GB" sz="1200" err="1">
                <a:solidFill>
                  <a:schemeClr val="tx1">
                    <a:lumMod val="65000"/>
                    <a:lumOff val="35000"/>
                  </a:schemeClr>
                </a:solidFill>
              </a:rPr>
              <a:t>ultricera</a:t>
            </a:r>
            <a:r>
              <a:rPr lang="en-GB" sz="1200">
                <a:solidFill>
                  <a:schemeClr val="tx1">
                    <a:lumMod val="65000"/>
                    <a:lumOff val="35000"/>
                  </a:schemeClr>
                </a:solidFill>
              </a:rPr>
              <a:t>. C</a:t>
            </a:r>
            <a:r>
              <a:rPr lang="en-GB" sz="1200" err="1">
                <a:solidFill>
                  <a:schemeClr val="tx1">
                    <a:lumMod val="65000"/>
                    <a:lumOff val="35000"/>
                  </a:schemeClr>
                </a:solidFill>
              </a:rPr>
              <a:t>upi</a:t>
            </a:r>
            <a:r>
              <a:rPr lang="en-GB" sz="1200">
                <a:solidFill>
                  <a:schemeClr val="tx1">
                    <a:lumMod val="65000"/>
                    <a:lumOff val="35000"/>
                  </a:schemeClr>
                </a:solidFill>
              </a:rPr>
              <a:t> </a:t>
            </a:r>
            <a:r>
              <a:rPr lang="en-GB" sz="1200" err="1">
                <a:solidFill>
                  <a:schemeClr val="tx1">
                    <a:lumMod val="65000"/>
                    <a:lumOff val="35000"/>
                  </a:schemeClr>
                </a:solidFill>
              </a:rPr>
              <a:t>iste</a:t>
            </a:r>
            <a:r>
              <a:rPr lang="en-GB" sz="1200">
                <a:solidFill>
                  <a:schemeClr val="tx1">
                    <a:lumMod val="65000"/>
                    <a:lumOff val="35000"/>
                  </a:schemeClr>
                </a:solidFill>
              </a:rPr>
              <a:t> non </a:t>
            </a:r>
            <a:r>
              <a:rPr lang="en-GB" sz="1200" err="1">
                <a:solidFill>
                  <a:schemeClr val="tx1">
                    <a:lumMod val="65000"/>
                    <a:lumOff val="35000"/>
                  </a:schemeClr>
                </a:solidFill>
              </a:rPr>
              <a:t>rerumen</a:t>
            </a:r>
            <a:r>
              <a:rPr lang="en-GB" sz="1200">
                <a:solidFill>
                  <a:schemeClr val="tx1">
                    <a:lumMod val="65000"/>
                    <a:lumOff val="35000"/>
                  </a:schemeClr>
                </a:solidFill>
              </a:rPr>
              <a:t> libero sit nostrum </a:t>
            </a:r>
            <a:r>
              <a:rPr lang="en-GB" sz="1200" err="1">
                <a:solidFill>
                  <a:schemeClr val="tx1">
                    <a:lumMod val="65000"/>
                    <a:lumOff val="35000"/>
                  </a:schemeClr>
                </a:solidFill>
              </a:rPr>
              <a:t>volu</a:t>
            </a:r>
            <a:r>
              <a:rPr lang="en-GB" sz="1200">
                <a:solidFill>
                  <a:schemeClr val="tx1">
                    <a:lumMod val="65000"/>
                    <a:lumOff val="35000"/>
                  </a:schemeClr>
                </a:solidFill>
              </a:rPr>
              <a:t> in </a:t>
            </a:r>
            <a:r>
              <a:rPr lang="en-GB" sz="1200" err="1">
                <a:solidFill>
                  <a:schemeClr val="tx1">
                    <a:lumMod val="65000"/>
                    <a:lumOff val="35000"/>
                  </a:schemeClr>
                </a:solidFill>
              </a:rPr>
              <a:t>celepta</a:t>
            </a:r>
            <a:r>
              <a:rPr lang="en-GB" sz="1200">
                <a:solidFill>
                  <a:schemeClr val="tx1">
                    <a:lumMod val="65000"/>
                    <a:lumOff val="35000"/>
                  </a:schemeClr>
                </a:solidFill>
              </a:rPr>
              <a:t> </a:t>
            </a:r>
            <a:r>
              <a:rPr lang="en-GB" sz="1200" err="1">
                <a:solidFill>
                  <a:schemeClr val="tx1">
                    <a:lumMod val="65000"/>
                    <a:lumOff val="35000"/>
                  </a:schemeClr>
                </a:solidFill>
              </a:rPr>
              <a:t>lom</a:t>
            </a:r>
            <a:r>
              <a:rPr lang="en-GB" sz="1200">
                <a:solidFill>
                  <a:schemeClr val="tx1">
                    <a:lumMod val="65000"/>
                    <a:lumOff val="35000"/>
                  </a:schemeClr>
                </a:solidFill>
              </a:rPr>
              <a:t>.</a:t>
            </a:r>
            <a:endParaRPr lang="en-GR" sz="1200">
              <a:solidFill>
                <a:schemeClr val="tx1">
                  <a:lumMod val="65000"/>
                  <a:lumOff val="35000"/>
                </a:schemeClr>
              </a:solidFill>
            </a:endParaRPr>
          </a:p>
        </p:txBody>
      </p:sp>
      <p:grpSp>
        <p:nvGrpSpPr>
          <p:cNvPr id="34" name="Group 33">
            <a:extLst>
              <a:ext uri="{FF2B5EF4-FFF2-40B4-BE49-F238E27FC236}">
                <a16:creationId xmlns:a16="http://schemas.microsoft.com/office/drawing/2014/main" id="{39DEF64C-76D1-FD13-FB53-ED7301CA0201}"/>
              </a:ext>
            </a:extLst>
          </p:cNvPr>
          <p:cNvGrpSpPr/>
          <p:nvPr/>
        </p:nvGrpSpPr>
        <p:grpSpPr>
          <a:xfrm>
            <a:off x="5593713" y="2385559"/>
            <a:ext cx="1035199" cy="1029755"/>
            <a:chOff x="6746709" y="3180415"/>
            <a:chExt cx="206826" cy="205739"/>
          </a:xfrm>
          <a:solidFill>
            <a:schemeClr val="accent3"/>
          </a:solidFill>
        </p:grpSpPr>
        <p:sp>
          <p:nvSpPr>
            <p:cNvPr id="35" name="Freeform 380">
              <a:extLst>
                <a:ext uri="{FF2B5EF4-FFF2-40B4-BE49-F238E27FC236}">
                  <a16:creationId xmlns:a16="http://schemas.microsoft.com/office/drawing/2014/main" id="{290AA842-21BB-B277-C28A-C180F96B1E5A}"/>
                </a:ext>
              </a:extLst>
            </p:cNvPr>
            <p:cNvSpPr/>
            <p:nvPr/>
          </p:nvSpPr>
          <p:spPr>
            <a:xfrm>
              <a:off x="6869700" y="3180460"/>
              <a:ext cx="63674" cy="63637"/>
            </a:xfrm>
            <a:custGeom>
              <a:avLst/>
              <a:gdLst>
                <a:gd name="connsiteX0" fmla="*/ 1558 w 71916"/>
                <a:gd name="connsiteY0" fmla="*/ 46572 h 71875"/>
                <a:gd name="connsiteX1" fmla="*/ 4284 w 71916"/>
                <a:gd name="connsiteY1" fmla="*/ 53043 h 71875"/>
                <a:gd name="connsiteX2" fmla="*/ 35909 w 71916"/>
                <a:gd name="connsiteY2" fmla="*/ 71876 h 71875"/>
                <a:gd name="connsiteX3" fmla="*/ 48707 w 71916"/>
                <a:gd name="connsiteY3" fmla="*/ 69493 h 71875"/>
                <a:gd name="connsiteX4" fmla="*/ 54206 w 71916"/>
                <a:gd name="connsiteY4" fmla="*/ 66865 h 71875"/>
                <a:gd name="connsiteX5" fmla="*/ 61359 w 71916"/>
                <a:gd name="connsiteY5" fmla="*/ 61365 h 71875"/>
                <a:gd name="connsiteX6" fmla="*/ 63694 w 71916"/>
                <a:gd name="connsiteY6" fmla="*/ 58835 h 71875"/>
                <a:gd name="connsiteX7" fmla="*/ 66468 w 71916"/>
                <a:gd name="connsiteY7" fmla="*/ 54941 h 71875"/>
                <a:gd name="connsiteX8" fmla="*/ 70310 w 71916"/>
                <a:gd name="connsiteY8" fmla="*/ 46667 h 71875"/>
                <a:gd name="connsiteX9" fmla="*/ 71916 w 71916"/>
                <a:gd name="connsiteY9" fmla="*/ 35962 h 71875"/>
                <a:gd name="connsiteX10" fmla="*/ 70310 w 71916"/>
                <a:gd name="connsiteY10" fmla="*/ 25257 h 71875"/>
                <a:gd name="connsiteX11" fmla="*/ 65785 w 71916"/>
                <a:gd name="connsiteY11" fmla="*/ 15862 h 71875"/>
                <a:gd name="connsiteX12" fmla="*/ 63694 w 71916"/>
                <a:gd name="connsiteY12" fmla="*/ 13088 h 71875"/>
                <a:gd name="connsiteX13" fmla="*/ 35960 w 71916"/>
                <a:gd name="connsiteY13" fmla="*/ 0 h 71875"/>
                <a:gd name="connsiteX14" fmla="*/ 29245 w 71916"/>
                <a:gd name="connsiteY14" fmla="*/ 632 h 71875"/>
                <a:gd name="connsiteX15" fmla="*/ 27833 w 71916"/>
                <a:gd name="connsiteY15" fmla="*/ 924 h 71875"/>
                <a:gd name="connsiteX16" fmla="*/ 17663 w 71916"/>
                <a:gd name="connsiteY16" fmla="*/ 5011 h 71875"/>
                <a:gd name="connsiteX17" fmla="*/ 10754 w 71916"/>
                <a:gd name="connsiteY17" fmla="*/ 10267 h 71875"/>
                <a:gd name="connsiteX18" fmla="*/ 10510 w 71916"/>
                <a:gd name="connsiteY18" fmla="*/ 10460 h 71875"/>
                <a:gd name="connsiteX19" fmla="*/ 4332 w 71916"/>
                <a:gd name="connsiteY19" fmla="*/ 18734 h 71875"/>
                <a:gd name="connsiteX20" fmla="*/ 1606 w 71916"/>
                <a:gd name="connsiteY20" fmla="*/ 25206 h 71875"/>
                <a:gd name="connsiteX21" fmla="*/ 197 w 71916"/>
                <a:gd name="connsiteY21" fmla="*/ 32213 h 71875"/>
                <a:gd name="connsiteX22" fmla="*/ 0 w 71916"/>
                <a:gd name="connsiteY22" fmla="*/ 35914 h 71875"/>
                <a:gd name="connsiteX23" fmla="*/ 197 w 71916"/>
                <a:gd name="connsiteY23" fmla="*/ 39612 h 71875"/>
                <a:gd name="connsiteX24" fmla="*/ 1606 w 71916"/>
                <a:gd name="connsiteY24" fmla="*/ 46619 h 71875"/>
                <a:gd name="connsiteX25" fmla="*/ 1558 w 71916"/>
                <a:gd name="connsiteY25" fmla="*/ 46572 h 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1916" h="71875">
                  <a:moveTo>
                    <a:pt x="1558" y="46572"/>
                  </a:moveTo>
                  <a:cubicBezTo>
                    <a:pt x="2241" y="48809"/>
                    <a:pt x="3164" y="50999"/>
                    <a:pt x="4284" y="53043"/>
                  </a:cubicBezTo>
                  <a:cubicBezTo>
                    <a:pt x="10364" y="64237"/>
                    <a:pt x="22239" y="71876"/>
                    <a:pt x="35909" y="71876"/>
                  </a:cubicBezTo>
                  <a:cubicBezTo>
                    <a:pt x="40434" y="71876"/>
                    <a:pt x="44718" y="71000"/>
                    <a:pt x="48707" y="69493"/>
                  </a:cubicBezTo>
                  <a:cubicBezTo>
                    <a:pt x="50604" y="68763"/>
                    <a:pt x="52455" y="67887"/>
                    <a:pt x="54206" y="66865"/>
                  </a:cubicBezTo>
                  <a:cubicBezTo>
                    <a:pt x="56834" y="65306"/>
                    <a:pt x="59217" y="63507"/>
                    <a:pt x="61359" y="61365"/>
                  </a:cubicBezTo>
                  <a:cubicBezTo>
                    <a:pt x="62183" y="60536"/>
                    <a:pt x="62964" y="59711"/>
                    <a:pt x="63694" y="58835"/>
                  </a:cubicBezTo>
                  <a:cubicBezTo>
                    <a:pt x="64716" y="57616"/>
                    <a:pt x="65592" y="56302"/>
                    <a:pt x="66468" y="54941"/>
                  </a:cubicBezTo>
                  <a:cubicBezTo>
                    <a:pt x="68073" y="52360"/>
                    <a:pt x="69387" y="49586"/>
                    <a:pt x="70310" y="46667"/>
                  </a:cubicBezTo>
                  <a:cubicBezTo>
                    <a:pt x="71379" y="43309"/>
                    <a:pt x="71916" y="39710"/>
                    <a:pt x="71916" y="35962"/>
                  </a:cubicBezTo>
                  <a:cubicBezTo>
                    <a:pt x="71916" y="32213"/>
                    <a:pt x="71332" y="28662"/>
                    <a:pt x="70310" y="25257"/>
                  </a:cubicBezTo>
                  <a:cubicBezTo>
                    <a:pt x="69241" y="21899"/>
                    <a:pt x="67730" y="18734"/>
                    <a:pt x="65785" y="15862"/>
                  </a:cubicBezTo>
                  <a:cubicBezTo>
                    <a:pt x="65154" y="14891"/>
                    <a:pt x="64471" y="13964"/>
                    <a:pt x="63694" y="13088"/>
                  </a:cubicBezTo>
                  <a:cubicBezTo>
                    <a:pt x="57074" y="5110"/>
                    <a:pt x="47101" y="0"/>
                    <a:pt x="35960" y="0"/>
                  </a:cubicBezTo>
                  <a:cubicBezTo>
                    <a:pt x="33672" y="0"/>
                    <a:pt x="31435" y="241"/>
                    <a:pt x="29245" y="632"/>
                  </a:cubicBezTo>
                  <a:cubicBezTo>
                    <a:pt x="28756" y="730"/>
                    <a:pt x="28271" y="825"/>
                    <a:pt x="27833" y="924"/>
                  </a:cubicBezTo>
                  <a:cubicBezTo>
                    <a:pt x="24184" y="1752"/>
                    <a:pt x="20779" y="3161"/>
                    <a:pt x="17663" y="5011"/>
                  </a:cubicBezTo>
                  <a:cubicBezTo>
                    <a:pt x="15181" y="6519"/>
                    <a:pt x="12845" y="8271"/>
                    <a:pt x="10754" y="10267"/>
                  </a:cubicBezTo>
                  <a:cubicBezTo>
                    <a:pt x="10656" y="10366"/>
                    <a:pt x="10609" y="10413"/>
                    <a:pt x="10510" y="10460"/>
                  </a:cubicBezTo>
                  <a:cubicBezTo>
                    <a:pt x="8080" y="12895"/>
                    <a:pt x="5985" y="15669"/>
                    <a:pt x="4332" y="18734"/>
                  </a:cubicBezTo>
                  <a:cubicBezTo>
                    <a:pt x="3211" y="20778"/>
                    <a:pt x="2288" y="22921"/>
                    <a:pt x="1606" y="25206"/>
                  </a:cubicBezTo>
                  <a:cubicBezTo>
                    <a:pt x="927" y="27447"/>
                    <a:pt x="438" y="29830"/>
                    <a:pt x="197" y="32213"/>
                  </a:cubicBezTo>
                  <a:cubicBezTo>
                    <a:pt x="51" y="33432"/>
                    <a:pt x="0" y="34648"/>
                    <a:pt x="0" y="35914"/>
                  </a:cubicBezTo>
                  <a:cubicBezTo>
                    <a:pt x="0" y="37177"/>
                    <a:pt x="51" y="38396"/>
                    <a:pt x="197" y="39612"/>
                  </a:cubicBezTo>
                  <a:cubicBezTo>
                    <a:pt x="438" y="42046"/>
                    <a:pt x="927" y="44382"/>
                    <a:pt x="1606" y="46619"/>
                  </a:cubicBezTo>
                  <a:lnTo>
                    <a:pt x="1558" y="46572"/>
                  </a:lnTo>
                  <a:close/>
                </a:path>
              </a:pathLst>
            </a:custGeom>
            <a:grpFill/>
            <a:ln w="3646" cap="flat">
              <a:noFill/>
              <a:prstDash val="solid"/>
              <a:miter/>
            </a:ln>
          </p:spPr>
          <p:txBody>
            <a:bodyPr rtlCol="0" anchor="ctr"/>
            <a:lstStyle/>
            <a:p>
              <a:endParaRPr lang="en-GR"/>
            </a:p>
          </p:txBody>
        </p:sp>
        <p:sp>
          <p:nvSpPr>
            <p:cNvPr id="36" name="Freeform 381">
              <a:extLst>
                <a:ext uri="{FF2B5EF4-FFF2-40B4-BE49-F238E27FC236}">
                  <a16:creationId xmlns:a16="http://schemas.microsoft.com/office/drawing/2014/main" id="{FF66E150-CC64-C8A4-2171-C24EE0830294}"/>
                </a:ext>
              </a:extLst>
            </p:cNvPr>
            <p:cNvSpPr/>
            <p:nvPr/>
          </p:nvSpPr>
          <p:spPr>
            <a:xfrm>
              <a:off x="6766825" y="3180415"/>
              <a:ext cx="63631" cy="63683"/>
            </a:xfrm>
            <a:custGeom>
              <a:avLst/>
              <a:gdLst>
                <a:gd name="connsiteX0" fmla="*/ 4186 w 71868"/>
                <a:gd name="connsiteY0" fmla="*/ 53094 h 71926"/>
                <a:gd name="connsiteX1" fmla="*/ 18684 w 71868"/>
                <a:gd name="connsiteY1" fmla="*/ 67595 h 71926"/>
                <a:gd name="connsiteX2" fmla="*/ 21848 w 71868"/>
                <a:gd name="connsiteY2" fmla="*/ 69106 h 71926"/>
                <a:gd name="connsiteX3" fmla="*/ 35861 w 71868"/>
                <a:gd name="connsiteY3" fmla="*/ 71927 h 71926"/>
                <a:gd name="connsiteX4" fmla="*/ 49874 w 71868"/>
                <a:gd name="connsiteY4" fmla="*/ 69106 h 71926"/>
                <a:gd name="connsiteX5" fmla="*/ 53038 w 71868"/>
                <a:gd name="connsiteY5" fmla="*/ 67595 h 71926"/>
                <a:gd name="connsiteX6" fmla="*/ 67537 w 71868"/>
                <a:gd name="connsiteY6" fmla="*/ 53094 h 71926"/>
                <a:gd name="connsiteX7" fmla="*/ 71868 w 71868"/>
                <a:gd name="connsiteY7" fmla="*/ 35965 h 71926"/>
                <a:gd name="connsiteX8" fmla="*/ 63643 w 71868"/>
                <a:gd name="connsiteY8" fmla="*/ 13092 h 71926"/>
                <a:gd name="connsiteX9" fmla="*/ 58779 w 71868"/>
                <a:gd name="connsiteY9" fmla="*/ 8227 h 71926"/>
                <a:gd name="connsiteX10" fmla="*/ 56005 w 71868"/>
                <a:gd name="connsiteY10" fmla="*/ 6132 h 71926"/>
                <a:gd name="connsiteX11" fmla="*/ 35909 w 71868"/>
                <a:gd name="connsiteY11" fmla="*/ 0 h 71926"/>
                <a:gd name="connsiteX12" fmla="*/ 16933 w 71868"/>
                <a:gd name="connsiteY12" fmla="*/ 5453 h 71926"/>
                <a:gd name="connsiteX13" fmla="*/ 13042 w 71868"/>
                <a:gd name="connsiteY13" fmla="*/ 8227 h 71926"/>
                <a:gd name="connsiteX14" fmla="*/ 10510 w 71868"/>
                <a:gd name="connsiteY14" fmla="*/ 10562 h 71926"/>
                <a:gd name="connsiteX15" fmla="*/ 4332 w 71868"/>
                <a:gd name="connsiteY15" fmla="*/ 18833 h 71926"/>
                <a:gd name="connsiteX16" fmla="*/ 2824 w 71868"/>
                <a:gd name="connsiteY16" fmla="*/ 21997 h 71926"/>
                <a:gd name="connsiteX17" fmla="*/ 0 w 71868"/>
                <a:gd name="connsiteY17" fmla="*/ 36013 h 71926"/>
                <a:gd name="connsiteX18" fmla="*/ 2824 w 71868"/>
                <a:gd name="connsiteY18" fmla="*/ 50028 h 71926"/>
                <a:gd name="connsiteX19" fmla="*/ 4332 w 71868"/>
                <a:gd name="connsiteY19" fmla="*/ 53192 h 71926"/>
                <a:gd name="connsiteX20" fmla="*/ 4186 w 71868"/>
                <a:gd name="connsiteY20" fmla="*/ 53094 h 7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1868" h="71926">
                  <a:moveTo>
                    <a:pt x="4186" y="53094"/>
                  </a:moveTo>
                  <a:cubicBezTo>
                    <a:pt x="7496" y="59225"/>
                    <a:pt x="12553" y="64237"/>
                    <a:pt x="18684" y="67595"/>
                  </a:cubicBezTo>
                  <a:cubicBezTo>
                    <a:pt x="19706" y="68131"/>
                    <a:pt x="20779" y="68668"/>
                    <a:pt x="21848" y="69106"/>
                  </a:cubicBezTo>
                  <a:cubicBezTo>
                    <a:pt x="26129" y="70905"/>
                    <a:pt x="30898" y="71927"/>
                    <a:pt x="35861" y="71927"/>
                  </a:cubicBezTo>
                  <a:cubicBezTo>
                    <a:pt x="40824" y="71927"/>
                    <a:pt x="45543" y="70905"/>
                    <a:pt x="49874" y="69106"/>
                  </a:cubicBezTo>
                  <a:cubicBezTo>
                    <a:pt x="50943" y="68668"/>
                    <a:pt x="52016" y="68131"/>
                    <a:pt x="53038" y="67595"/>
                  </a:cubicBezTo>
                  <a:cubicBezTo>
                    <a:pt x="59169" y="64288"/>
                    <a:pt x="64179" y="59225"/>
                    <a:pt x="67537" y="53094"/>
                  </a:cubicBezTo>
                  <a:cubicBezTo>
                    <a:pt x="70310" y="47984"/>
                    <a:pt x="71868" y="42144"/>
                    <a:pt x="71868" y="35965"/>
                  </a:cubicBezTo>
                  <a:cubicBezTo>
                    <a:pt x="71868" y="27253"/>
                    <a:pt x="68803" y="19322"/>
                    <a:pt x="63643" y="13092"/>
                  </a:cubicBezTo>
                  <a:cubicBezTo>
                    <a:pt x="62183" y="11293"/>
                    <a:pt x="60530" y="9687"/>
                    <a:pt x="58779" y="8227"/>
                  </a:cubicBezTo>
                  <a:cubicBezTo>
                    <a:pt x="57903" y="7497"/>
                    <a:pt x="56980" y="6814"/>
                    <a:pt x="56005" y="6132"/>
                  </a:cubicBezTo>
                  <a:cubicBezTo>
                    <a:pt x="50265" y="2241"/>
                    <a:pt x="43353" y="0"/>
                    <a:pt x="35909" y="0"/>
                  </a:cubicBezTo>
                  <a:cubicBezTo>
                    <a:pt x="28953" y="0"/>
                    <a:pt x="22432" y="2044"/>
                    <a:pt x="16933" y="5453"/>
                  </a:cubicBezTo>
                  <a:cubicBezTo>
                    <a:pt x="15571" y="6278"/>
                    <a:pt x="14258" y="7205"/>
                    <a:pt x="13042" y="8227"/>
                  </a:cubicBezTo>
                  <a:cubicBezTo>
                    <a:pt x="12167" y="8957"/>
                    <a:pt x="11291" y="9734"/>
                    <a:pt x="10510" y="10562"/>
                  </a:cubicBezTo>
                  <a:cubicBezTo>
                    <a:pt x="8079" y="12993"/>
                    <a:pt x="5985" y="15767"/>
                    <a:pt x="4332" y="18833"/>
                  </a:cubicBezTo>
                  <a:cubicBezTo>
                    <a:pt x="3795" y="19855"/>
                    <a:pt x="3262" y="20928"/>
                    <a:pt x="2824" y="21997"/>
                  </a:cubicBezTo>
                  <a:cubicBezTo>
                    <a:pt x="1022" y="26279"/>
                    <a:pt x="0" y="31049"/>
                    <a:pt x="0" y="36013"/>
                  </a:cubicBezTo>
                  <a:cubicBezTo>
                    <a:pt x="0" y="40976"/>
                    <a:pt x="1022" y="45696"/>
                    <a:pt x="2824" y="50028"/>
                  </a:cubicBezTo>
                  <a:cubicBezTo>
                    <a:pt x="3262" y="51097"/>
                    <a:pt x="3795" y="52170"/>
                    <a:pt x="4332" y="53192"/>
                  </a:cubicBezTo>
                  <a:lnTo>
                    <a:pt x="4186" y="53094"/>
                  </a:lnTo>
                  <a:close/>
                </a:path>
              </a:pathLst>
            </a:custGeom>
            <a:grpFill/>
            <a:ln w="3646" cap="flat">
              <a:noFill/>
              <a:prstDash val="solid"/>
              <a:miter/>
            </a:ln>
          </p:spPr>
          <p:txBody>
            <a:bodyPr rtlCol="0" anchor="ctr"/>
            <a:lstStyle/>
            <a:p>
              <a:endParaRPr lang="en-GR"/>
            </a:p>
          </p:txBody>
        </p:sp>
        <p:sp>
          <p:nvSpPr>
            <p:cNvPr id="37" name="Freeform 382">
              <a:extLst>
                <a:ext uri="{FF2B5EF4-FFF2-40B4-BE49-F238E27FC236}">
                  <a16:creationId xmlns:a16="http://schemas.microsoft.com/office/drawing/2014/main" id="{EC00F540-0789-F3F5-7C7D-681F3BD48285}"/>
                </a:ext>
              </a:extLst>
            </p:cNvPr>
            <p:cNvSpPr/>
            <p:nvPr/>
          </p:nvSpPr>
          <p:spPr>
            <a:xfrm>
              <a:off x="6871943" y="3252717"/>
              <a:ext cx="81592" cy="52692"/>
            </a:xfrm>
            <a:custGeom>
              <a:avLst/>
              <a:gdLst>
                <a:gd name="connsiteX0" fmla="*/ 91815 w 92154"/>
                <a:gd name="connsiteY0" fmla="*/ 31534 h 59513"/>
                <a:gd name="connsiteX1" fmla="*/ 89480 w 92154"/>
                <a:gd name="connsiteY1" fmla="*/ 24673 h 59513"/>
                <a:gd name="connsiteX2" fmla="*/ 85049 w 92154"/>
                <a:gd name="connsiteY2" fmla="*/ 18395 h 59513"/>
                <a:gd name="connsiteX3" fmla="*/ 73470 w 92154"/>
                <a:gd name="connsiteY3" fmla="*/ 9489 h 59513"/>
                <a:gd name="connsiteX4" fmla="*/ 66270 w 92154"/>
                <a:gd name="connsiteY4" fmla="*/ 5986 h 59513"/>
                <a:gd name="connsiteX5" fmla="*/ 60286 w 92154"/>
                <a:gd name="connsiteY5" fmla="*/ 3891 h 59513"/>
                <a:gd name="connsiteX6" fmla="*/ 50943 w 92154"/>
                <a:gd name="connsiteY6" fmla="*/ 1555 h 59513"/>
                <a:gd name="connsiteX7" fmla="*/ 33522 w 92154"/>
                <a:gd name="connsiteY7" fmla="*/ 0 h 59513"/>
                <a:gd name="connsiteX8" fmla="*/ 27537 w 92154"/>
                <a:gd name="connsiteY8" fmla="*/ 193 h 59513"/>
                <a:gd name="connsiteX9" fmla="*/ 5594 w 92154"/>
                <a:gd name="connsiteY9" fmla="*/ 4234 h 59513"/>
                <a:gd name="connsiteX10" fmla="*/ 777 w 92154"/>
                <a:gd name="connsiteY10" fmla="*/ 5986 h 59513"/>
                <a:gd name="connsiteX11" fmla="*/ 0 w 92154"/>
                <a:gd name="connsiteY11" fmla="*/ 6325 h 59513"/>
                <a:gd name="connsiteX12" fmla="*/ 23355 w 92154"/>
                <a:gd name="connsiteY12" fmla="*/ 47641 h 59513"/>
                <a:gd name="connsiteX13" fmla="*/ 21797 w 92154"/>
                <a:gd name="connsiteY13" fmla="*/ 59514 h 59513"/>
                <a:gd name="connsiteX14" fmla="*/ 76145 w 92154"/>
                <a:gd name="connsiteY14" fmla="*/ 59514 h 59513"/>
                <a:gd name="connsiteX15" fmla="*/ 79408 w 92154"/>
                <a:gd name="connsiteY15" fmla="*/ 59127 h 59513"/>
                <a:gd name="connsiteX16" fmla="*/ 82422 w 92154"/>
                <a:gd name="connsiteY16" fmla="*/ 58397 h 59513"/>
                <a:gd name="connsiteX17" fmla="*/ 90888 w 92154"/>
                <a:gd name="connsiteY17" fmla="*/ 52849 h 59513"/>
                <a:gd name="connsiteX18" fmla="*/ 92155 w 92154"/>
                <a:gd name="connsiteY18" fmla="*/ 48955 h 59513"/>
                <a:gd name="connsiteX19" fmla="*/ 92155 w 92154"/>
                <a:gd name="connsiteY19" fmla="*/ 35086 h 59513"/>
                <a:gd name="connsiteX20" fmla="*/ 91863 w 92154"/>
                <a:gd name="connsiteY20" fmla="*/ 31483 h 59513"/>
                <a:gd name="connsiteX21" fmla="*/ 91815 w 92154"/>
                <a:gd name="connsiteY21" fmla="*/ 31534 h 59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154" h="59513">
                  <a:moveTo>
                    <a:pt x="91815" y="31534"/>
                  </a:moveTo>
                  <a:cubicBezTo>
                    <a:pt x="91425" y="29147"/>
                    <a:pt x="90647" y="26863"/>
                    <a:pt x="89480" y="24673"/>
                  </a:cubicBezTo>
                  <a:cubicBezTo>
                    <a:pt x="88312" y="22483"/>
                    <a:pt x="86852" y="20340"/>
                    <a:pt x="85049" y="18395"/>
                  </a:cubicBezTo>
                  <a:cubicBezTo>
                    <a:pt x="82035" y="15037"/>
                    <a:pt x="78094" y="12066"/>
                    <a:pt x="73470" y="9489"/>
                  </a:cubicBezTo>
                  <a:cubicBezTo>
                    <a:pt x="71234" y="8223"/>
                    <a:pt x="68847" y="7055"/>
                    <a:pt x="66270" y="5986"/>
                  </a:cubicBezTo>
                  <a:cubicBezTo>
                    <a:pt x="64373" y="5205"/>
                    <a:pt x="62329" y="4526"/>
                    <a:pt x="60286" y="3891"/>
                  </a:cubicBezTo>
                  <a:cubicBezTo>
                    <a:pt x="57315" y="2967"/>
                    <a:pt x="54202" y="2190"/>
                    <a:pt x="50943" y="1555"/>
                  </a:cubicBezTo>
                  <a:cubicBezTo>
                    <a:pt x="45444" y="533"/>
                    <a:pt x="39605" y="0"/>
                    <a:pt x="33522" y="0"/>
                  </a:cubicBezTo>
                  <a:cubicBezTo>
                    <a:pt x="31478" y="0"/>
                    <a:pt x="29486" y="47"/>
                    <a:pt x="27537" y="193"/>
                  </a:cubicBezTo>
                  <a:cubicBezTo>
                    <a:pt x="19655" y="679"/>
                    <a:pt x="12261" y="2091"/>
                    <a:pt x="5594" y="4234"/>
                  </a:cubicBezTo>
                  <a:cubicBezTo>
                    <a:pt x="3941" y="4767"/>
                    <a:pt x="2336" y="5351"/>
                    <a:pt x="777" y="5986"/>
                  </a:cubicBezTo>
                  <a:cubicBezTo>
                    <a:pt x="485" y="6080"/>
                    <a:pt x="241" y="6227"/>
                    <a:pt x="0" y="6325"/>
                  </a:cubicBezTo>
                  <a:cubicBezTo>
                    <a:pt x="13962" y="14793"/>
                    <a:pt x="23355" y="30122"/>
                    <a:pt x="23355" y="47641"/>
                  </a:cubicBezTo>
                  <a:cubicBezTo>
                    <a:pt x="23355" y="51776"/>
                    <a:pt x="22771" y="55718"/>
                    <a:pt x="21797" y="59514"/>
                  </a:cubicBezTo>
                  <a:lnTo>
                    <a:pt x="76145" y="59514"/>
                  </a:lnTo>
                  <a:cubicBezTo>
                    <a:pt x="77266" y="59466"/>
                    <a:pt x="78335" y="59320"/>
                    <a:pt x="79408" y="59127"/>
                  </a:cubicBezTo>
                  <a:cubicBezTo>
                    <a:pt x="80430" y="58930"/>
                    <a:pt x="81451" y="58689"/>
                    <a:pt x="82422" y="58397"/>
                  </a:cubicBezTo>
                  <a:cubicBezTo>
                    <a:pt x="86269" y="57229"/>
                    <a:pt x="89283" y="55233"/>
                    <a:pt x="90888" y="52849"/>
                  </a:cubicBezTo>
                  <a:cubicBezTo>
                    <a:pt x="91717" y="51630"/>
                    <a:pt x="92155" y="50316"/>
                    <a:pt x="92155" y="48955"/>
                  </a:cubicBezTo>
                  <a:lnTo>
                    <a:pt x="92155" y="35086"/>
                  </a:lnTo>
                  <a:cubicBezTo>
                    <a:pt x="92155" y="33870"/>
                    <a:pt x="92056" y="32651"/>
                    <a:pt x="91863" y="31483"/>
                  </a:cubicBezTo>
                  <a:lnTo>
                    <a:pt x="91815" y="31534"/>
                  </a:lnTo>
                  <a:close/>
                </a:path>
              </a:pathLst>
            </a:custGeom>
            <a:grpFill/>
            <a:ln w="3646" cap="flat">
              <a:noFill/>
              <a:prstDash val="solid"/>
              <a:miter/>
            </a:ln>
          </p:spPr>
          <p:txBody>
            <a:bodyPr rtlCol="0" anchor="ctr"/>
            <a:lstStyle/>
            <a:p>
              <a:endParaRPr lang="en-GR"/>
            </a:p>
          </p:txBody>
        </p:sp>
        <p:sp>
          <p:nvSpPr>
            <p:cNvPr id="38" name="Freeform 383">
              <a:extLst>
                <a:ext uri="{FF2B5EF4-FFF2-40B4-BE49-F238E27FC236}">
                  <a16:creationId xmlns:a16="http://schemas.microsoft.com/office/drawing/2014/main" id="{0E4DE516-9B69-B2C8-82FE-CD68D4D5CDCB}"/>
                </a:ext>
              </a:extLst>
            </p:cNvPr>
            <p:cNvSpPr/>
            <p:nvPr/>
          </p:nvSpPr>
          <p:spPr>
            <a:xfrm>
              <a:off x="6799181" y="3334538"/>
              <a:ext cx="101537" cy="51616"/>
            </a:xfrm>
            <a:custGeom>
              <a:avLst/>
              <a:gdLst>
                <a:gd name="connsiteX0" fmla="*/ 57315 w 114681"/>
                <a:gd name="connsiteY0" fmla="*/ 0 h 58298"/>
                <a:gd name="connsiteX1" fmla="*/ 0 w 114681"/>
                <a:gd name="connsiteY1" fmla="*/ 34403 h 58298"/>
                <a:gd name="connsiteX2" fmla="*/ 0 w 114681"/>
                <a:gd name="connsiteY2" fmla="*/ 48127 h 58298"/>
                <a:gd name="connsiteX3" fmla="*/ 15619 w 114681"/>
                <a:gd name="connsiteY3" fmla="*/ 58299 h 58298"/>
                <a:gd name="connsiteX4" fmla="*/ 99015 w 114681"/>
                <a:gd name="connsiteY4" fmla="*/ 58299 h 58298"/>
                <a:gd name="connsiteX5" fmla="*/ 114682 w 114681"/>
                <a:gd name="connsiteY5" fmla="*/ 47981 h 58298"/>
                <a:gd name="connsiteX6" fmla="*/ 114682 w 114681"/>
                <a:gd name="connsiteY6" fmla="*/ 34403 h 58298"/>
                <a:gd name="connsiteX7" fmla="*/ 57366 w 114681"/>
                <a:gd name="connsiteY7" fmla="*/ 0 h 58298"/>
                <a:gd name="connsiteX8" fmla="*/ 57315 w 114681"/>
                <a:gd name="connsiteY8" fmla="*/ 0 h 58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681" h="58298">
                  <a:moveTo>
                    <a:pt x="57315" y="0"/>
                  </a:moveTo>
                  <a:cubicBezTo>
                    <a:pt x="25640" y="0"/>
                    <a:pt x="0" y="15377"/>
                    <a:pt x="0" y="34403"/>
                  </a:cubicBezTo>
                  <a:lnTo>
                    <a:pt x="0" y="48127"/>
                  </a:lnTo>
                  <a:cubicBezTo>
                    <a:pt x="194" y="53433"/>
                    <a:pt x="6956" y="57762"/>
                    <a:pt x="15619" y="58299"/>
                  </a:cubicBezTo>
                  <a:lnTo>
                    <a:pt x="99015" y="58299"/>
                  </a:lnTo>
                  <a:cubicBezTo>
                    <a:pt x="107774" y="57762"/>
                    <a:pt x="114587" y="53382"/>
                    <a:pt x="114682" y="47981"/>
                  </a:cubicBezTo>
                  <a:lnTo>
                    <a:pt x="114682" y="34403"/>
                  </a:lnTo>
                  <a:cubicBezTo>
                    <a:pt x="114682" y="15424"/>
                    <a:pt x="88991" y="0"/>
                    <a:pt x="57366" y="0"/>
                  </a:cubicBezTo>
                  <a:lnTo>
                    <a:pt x="57315" y="0"/>
                  </a:lnTo>
                  <a:close/>
                </a:path>
              </a:pathLst>
            </a:custGeom>
            <a:grpFill/>
            <a:ln w="3646" cap="flat">
              <a:noFill/>
              <a:prstDash val="solid"/>
              <a:miter/>
            </a:ln>
          </p:spPr>
          <p:txBody>
            <a:bodyPr rtlCol="0" anchor="ctr"/>
            <a:lstStyle/>
            <a:p>
              <a:endParaRPr lang="en-GR"/>
            </a:p>
          </p:txBody>
        </p:sp>
        <p:sp>
          <p:nvSpPr>
            <p:cNvPr id="39" name="Freeform 384">
              <a:extLst>
                <a:ext uri="{FF2B5EF4-FFF2-40B4-BE49-F238E27FC236}">
                  <a16:creationId xmlns:a16="http://schemas.microsoft.com/office/drawing/2014/main" id="{2EB60CB6-9A70-ECD1-2B45-76534A409B56}"/>
                </a:ext>
              </a:extLst>
            </p:cNvPr>
            <p:cNvSpPr/>
            <p:nvPr/>
          </p:nvSpPr>
          <p:spPr>
            <a:xfrm>
              <a:off x="6818650" y="3263745"/>
              <a:ext cx="62293" cy="62303"/>
            </a:xfrm>
            <a:custGeom>
              <a:avLst/>
              <a:gdLst>
                <a:gd name="connsiteX0" fmla="*/ 0 w 70357"/>
                <a:gd name="connsiteY0" fmla="*/ 35184 h 70368"/>
                <a:gd name="connsiteX1" fmla="*/ 35179 w 70357"/>
                <a:gd name="connsiteY1" fmla="*/ 70369 h 70368"/>
                <a:gd name="connsiteX2" fmla="*/ 70358 w 70357"/>
                <a:gd name="connsiteY2" fmla="*/ 35184 h 70368"/>
                <a:gd name="connsiteX3" fmla="*/ 35179 w 70357"/>
                <a:gd name="connsiteY3" fmla="*/ 0 h 70368"/>
                <a:gd name="connsiteX4" fmla="*/ 0 w 70357"/>
                <a:gd name="connsiteY4" fmla="*/ 35184 h 70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357" h="70368">
                  <a:moveTo>
                    <a:pt x="0" y="35184"/>
                  </a:moveTo>
                  <a:cubicBezTo>
                    <a:pt x="0" y="54601"/>
                    <a:pt x="15765" y="70369"/>
                    <a:pt x="35179" y="70369"/>
                  </a:cubicBezTo>
                  <a:cubicBezTo>
                    <a:pt x="54593" y="70369"/>
                    <a:pt x="70358" y="54601"/>
                    <a:pt x="70358" y="35184"/>
                  </a:cubicBezTo>
                  <a:cubicBezTo>
                    <a:pt x="70358" y="15767"/>
                    <a:pt x="54593" y="0"/>
                    <a:pt x="35179" y="0"/>
                  </a:cubicBezTo>
                  <a:cubicBezTo>
                    <a:pt x="15765" y="0"/>
                    <a:pt x="0" y="15767"/>
                    <a:pt x="0" y="35184"/>
                  </a:cubicBezTo>
                  <a:close/>
                </a:path>
              </a:pathLst>
            </a:custGeom>
            <a:grpFill/>
            <a:ln w="3646" cap="flat">
              <a:noFill/>
              <a:prstDash val="solid"/>
              <a:miter/>
            </a:ln>
          </p:spPr>
          <p:txBody>
            <a:bodyPr rtlCol="0" anchor="ctr"/>
            <a:lstStyle/>
            <a:p>
              <a:endParaRPr lang="en-GR"/>
            </a:p>
          </p:txBody>
        </p:sp>
        <p:sp>
          <p:nvSpPr>
            <p:cNvPr id="40" name="Freeform 385">
              <a:extLst>
                <a:ext uri="{FF2B5EF4-FFF2-40B4-BE49-F238E27FC236}">
                  <a16:creationId xmlns:a16="http://schemas.microsoft.com/office/drawing/2014/main" id="{A4A268CC-A672-51E3-5CD5-BB15C51FF8B1}"/>
                </a:ext>
              </a:extLst>
            </p:cNvPr>
            <p:cNvSpPr/>
            <p:nvPr/>
          </p:nvSpPr>
          <p:spPr>
            <a:xfrm>
              <a:off x="6746709" y="3252717"/>
              <a:ext cx="81204" cy="52780"/>
            </a:xfrm>
            <a:custGeom>
              <a:avLst/>
              <a:gdLst>
                <a:gd name="connsiteX0" fmla="*/ 68117 w 91716"/>
                <a:gd name="connsiteY0" fmla="*/ 47641 h 59612"/>
                <a:gd name="connsiteX1" fmla="*/ 91717 w 91716"/>
                <a:gd name="connsiteY1" fmla="*/ 6179 h 59612"/>
                <a:gd name="connsiteX2" fmla="*/ 86560 w 91716"/>
                <a:gd name="connsiteY2" fmla="*/ 4234 h 59612"/>
                <a:gd name="connsiteX3" fmla="*/ 77218 w 91716"/>
                <a:gd name="connsiteY3" fmla="*/ 1847 h 59612"/>
                <a:gd name="connsiteX4" fmla="*/ 58629 w 91716"/>
                <a:gd name="connsiteY4" fmla="*/ 0 h 59612"/>
                <a:gd name="connsiteX5" fmla="*/ 17173 w 91716"/>
                <a:gd name="connsiteY5" fmla="*/ 10314 h 59612"/>
                <a:gd name="connsiteX6" fmla="*/ 2627 w 91716"/>
                <a:gd name="connsiteY6" fmla="*/ 24720 h 59612"/>
                <a:gd name="connsiteX7" fmla="*/ 292 w 91716"/>
                <a:gd name="connsiteY7" fmla="*/ 31582 h 59612"/>
                <a:gd name="connsiteX8" fmla="*/ 0 w 91716"/>
                <a:gd name="connsiteY8" fmla="*/ 35184 h 59612"/>
                <a:gd name="connsiteX9" fmla="*/ 0 w 91716"/>
                <a:gd name="connsiteY9" fmla="*/ 49199 h 59612"/>
                <a:gd name="connsiteX10" fmla="*/ 15958 w 91716"/>
                <a:gd name="connsiteY10" fmla="*/ 59612 h 59612"/>
                <a:gd name="connsiteX11" fmla="*/ 69577 w 91716"/>
                <a:gd name="connsiteY11" fmla="*/ 59612 h 59612"/>
                <a:gd name="connsiteX12" fmla="*/ 68022 w 91716"/>
                <a:gd name="connsiteY12" fmla="*/ 47739 h 59612"/>
                <a:gd name="connsiteX13" fmla="*/ 68117 w 91716"/>
                <a:gd name="connsiteY13" fmla="*/ 47641 h 59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716" h="59612">
                  <a:moveTo>
                    <a:pt x="68117" y="47641"/>
                  </a:moveTo>
                  <a:cubicBezTo>
                    <a:pt x="68117" y="30023"/>
                    <a:pt x="77605" y="14647"/>
                    <a:pt x="91717" y="6179"/>
                  </a:cubicBezTo>
                  <a:cubicBezTo>
                    <a:pt x="90064" y="5497"/>
                    <a:pt x="88360" y="4818"/>
                    <a:pt x="86560" y="4234"/>
                  </a:cubicBezTo>
                  <a:cubicBezTo>
                    <a:pt x="83590" y="3259"/>
                    <a:pt x="80477" y="2482"/>
                    <a:pt x="77218" y="1847"/>
                  </a:cubicBezTo>
                  <a:cubicBezTo>
                    <a:pt x="71379" y="679"/>
                    <a:pt x="65103" y="0"/>
                    <a:pt x="58629" y="0"/>
                  </a:cubicBezTo>
                  <a:cubicBezTo>
                    <a:pt x="42426" y="0"/>
                    <a:pt x="27782" y="3942"/>
                    <a:pt x="17173" y="10314"/>
                  </a:cubicBezTo>
                  <a:cubicBezTo>
                    <a:pt x="10557" y="14307"/>
                    <a:pt x="5496" y="19220"/>
                    <a:pt x="2627" y="24720"/>
                  </a:cubicBezTo>
                  <a:cubicBezTo>
                    <a:pt x="1507" y="26910"/>
                    <a:pt x="679" y="29199"/>
                    <a:pt x="292" y="31582"/>
                  </a:cubicBezTo>
                  <a:cubicBezTo>
                    <a:pt x="95" y="32750"/>
                    <a:pt x="0" y="33965"/>
                    <a:pt x="0" y="35184"/>
                  </a:cubicBezTo>
                  <a:lnTo>
                    <a:pt x="0" y="49199"/>
                  </a:lnTo>
                  <a:cubicBezTo>
                    <a:pt x="193" y="54649"/>
                    <a:pt x="7101" y="59076"/>
                    <a:pt x="15958" y="59612"/>
                  </a:cubicBezTo>
                  <a:lnTo>
                    <a:pt x="69577" y="59612"/>
                  </a:lnTo>
                  <a:cubicBezTo>
                    <a:pt x="68606" y="55816"/>
                    <a:pt x="68022" y="51827"/>
                    <a:pt x="68022" y="47739"/>
                  </a:cubicBezTo>
                  <a:lnTo>
                    <a:pt x="68117" y="47641"/>
                  </a:lnTo>
                  <a:close/>
                </a:path>
              </a:pathLst>
            </a:custGeom>
            <a:grpFill/>
            <a:ln w="3646" cap="flat">
              <a:noFill/>
              <a:prstDash val="solid"/>
              <a:miter/>
            </a:ln>
          </p:spPr>
          <p:txBody>
            <a:bodyPr rtlCol="0" anchor="ctr"/>
            <a:lstStyle/>
            <a:p>
              <a:endParaRPr lang="en-GR"/>
            </a:p>
          </p:txBody>
        </p:sp>
      </p:grpSp>
      <p:sp>
        <p:nvSpPr>
          <p:cNvPr id="24" name="Rectangle 23">
            <a:extLst>
              <a:ext uri="{FF2B5EF4-FFF2-40B4-BE49-F238E27FC236}">
                <a16:creationId xmlns:a16="http://schemas.microsoft.com/office/drawing/2014/main" id="{606202AF-ECB8-17C7-B8D5-F01921C1D8B6}"/>
              </a:ext>
            </a:extLst>
          </p:cNvPr>
          <p:cNvSpPr/>
          <p:nvPr/>
        </p:nvSpPr>
        <p:spPr>
          <a:xfrm>
            <a:off x="9810988" y="2001406"/>
            <a:ext cx="2046472" cy="177110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25" name="Rectangle 24">
            <a:extLst>
              <a:ext uri="{FF2B5EF4-FFF2-40B4-BE49-F238E27FC236}">
                <a16:creationId xmlns:a16="http://schemas.microsoft.com/office/drawing/2014/main" id="{358BC858-6371-DC2D-944E-CE3EAA4E9F0D}"/>
              </a:ext>
            </a:extLst>
          </p:cNvPr>
          <p:cNvSpPr/>
          <p:nvPr/>
        </p:nvSpPr>
        <p:spPr>
          <a:xfrm>
            <a:off x="9810987" y="3770742"/>
            <a:ext cx="2046472" cy="2543885"/>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26" name="Text Placeholder 2">
            <a:extLst>
              <a:ext uri="{FF2B5EF4-FFF2-40B4-BE49-F238E27FC236}">
                <a16:creationId xmlns:a16="http://schemas.microsoft.com/office/drawing/2014/main" id="{44C39287-5A48-2501-5456-848A03AF0079}"/>
              </a:ext>
            </a:extLst>
          </p:cNvPr>
          <p:cNvSpPr txBox="1">
            <a:spLocks/>
          </p:cNvSpPr>
          <p:nvPr/>
        </p:nvSpPr>
        <p:spPr>
          <a:xfrm>
            <a:off x="10069452" y="3981493"/>
            <a:ext cx="1498301" cy="1693862"/>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600"/>
              </a:spcBef>
              <a:buClr>
                <a:srgbClr val="047A85"/>
              </a:buClr>
              <a:buNone/>
              <a:tabLst>
                <a:tab pos="352425" algn="l"/>
              </a:tabLst>
              <a:defRPr/>
            </a:pPr>
            <a:r>
              <a:rPr lang="en-US" sz="1200" b="1">
                <a:solidFill>
                  <a:schemeClr val="accent1"/>
                </a:solidFill>
                <a:ea typeface="Lato Semibold" panose="020F0502020204030203" pitchFamily="34" charset="0"/>
                <a:cs typeface="Poppins Medium" pitchFamily="2" charset="77"/>
              </a:rPr>
              <a:t>Order </a:t>
            </a:r>
          </a:p>
          <a:p>
            <a:pPr marL="0" indent="0">
              <a:lnSpc>
                <a:spcPct val="110000"/>
              </a:lnSpc>
              <a:spcBef>
                <a:spcPts val="600"/>
              </a:spcBef>
              <a:buClr>
                <a:srgbClr val="047A85"/>
              </a:buClr>
              <a:buNone/>
              <a:tabLst>
                <a:tab pos="352425" algn="l"/>
              </a:tabLst>
              <a:defRPr/>
            </a:pPr>
            <a:r>
              <a:rPr lang="en-GB" sz="1200">
                <a:solidFill>
                  <a:schemeClr val="tx1">
                    <a:lumMod val="65000"/>
                    <a:lumOff val="35000"/>
                  </a:schemeClr>
                </a:solidFill>
              </a:rPr>
              <a:t>Mattis </a:t>
            </a:r>
            <a:r>
              <a:rPr lang="en-GB" sz="1200" err="1">
                <a:solidFill>
                  <a:schemeClr val="tx1">
                    <a:lumMod val="65000"/>
                    <a:lumOff val="35000"/>
                  </a:schemeClr>
                </a:solidFill>
              </a:rPr>
              <a:t>rhoncus</a:t>
            </a:r>
            <a:r>
              <a:rPr lang="en-GB" sz="1200">
                <a:solidFill>
                  <a:schemeClr val="tx1">
                    <a:lumMod val="65000"/>
                    <a:lumOff val="35000"/>
                  </a:schemeClr>
                </a:solidFill>
              </a:rPr>
              <a:t> </a:t>
            </a:r>
            <a:r>
              <a:rPr lang="en-GB" sz="1200" err="1">
                <a:solidFill>
                  <a:schemeClr val="tx1">
                    <a:lumMod val="65000"/>
                    <a:lumOff val="35000"/>
                  </a:schemeClr>
                </a:solidFill>
              </a:rPr>
              <a:t>auxurn</a:t>
            </a:r>
            <a:r>
              <a:rPr lang="en-GB" sz="1200">
                <a:solidFill>
                  <a:schemeClr val="tx1">
                    <a:lumMod val="65000"/>
                    <a:lumOff val="35000"/>
                  </a:schemeClr>
                </a:solidFill>
              </a:rPr>
              <a:t> </a:t>
            </a:r>
            <a:r>
              <a:rPr lang="en-GB" sz="1200" err="1">
                <a:solidFill>
                  <a:schemeClr val="tx1">
                    <a:lumMod val="65000"/>
                    <a:lumOff val="35000"/>
                  </a:schemeClr>
                </a:solidFill>
              </a:rPr>
              <a:t>nequette</a:t>
            </a:r>
            <a:r>
              <a:rPr lang="en-GB" sz="1200">
                <a:solidFill>
                  <a:schemeClr val="tx1">
                    <a:lumMod val="65000"/>
                    <a:lumOff val="35000"/>
                  </a:schemeClr>
                </a:solidFill>
              </a:rPr>
              <a:t> </a:t>
            </a:r>
            <a:r>
              <a:rPr lang="en-GB" sz="1200" err="1">
                <a:solidFill>
                  <a:schemeClr val="tx1">
                    <a:lumMod val="65000"/>
                    <a:lumOff val="35000"/>
                  </a:schemeClr>
                </a:solidFill>
              </a:rPr>
              <a:t>viverraer</a:t>
            </a:r>
            <a:r>
              <a:rPr lang="en-GB" sz="1200">
                <a:solidFill>
                  <a:schemeClr val="tx1">
                    <a:lumMod val="65000"/>
                    <a:lumOff val="35000"/>
                  </a:schemeClr>
                </a:solidFill>
              </a:rPr>
              <a:t> just </a:t>
            </a:r>
            <a:r>
              <a:rPr lang="en-GB" sz="1200" err="1">
                <a:solidFill>
                  <a:schemeClr val="tx1">
                    <a:lumMod val="65000"/>
                    <a:lumOff val="35000"/>
                  </a:schemeClr>
                </a:solidFill>
              </a:rPr>
              <a:t>onetr</a:t>
            </a:r>
            <a:r>
              <a:rPr lang="en-GB" sz="1200">
                <a:solidFill>
                  <a:schemeClr val="tx1">
                    <a:lumMod val="65000"/>
                    <a:lumOff val="35000"/>
                  </a:schemeClr>
                </a:solidFill>
              </a:rPr>
              <a:t> </a:t>
            </a:r>
            <a:r>
              <a:rPr lang="en-GB" sz="1200" err="1">
                <a:solidFill>
                  <a:schemeClr val="tx1">
                    <a:lumMod val="65000"/>
                    <a:lumOff val="35000"/>
                  </a:schemeClr>
                </a:solidFill>
              </a:rPr>
              <a:t>gestas</a:t>
            </a:r>
            <a:r>
              <a:rPr lang="en-GB" sz="1200">
                <a:solidFill>
                  <a:schemeClr val="tx1">
                    <a:lumMod val="65000"/>
                    <a:lumOff val="35000"/>
                  </a:schemeClr>
                </a:solidFill>
              </a:rPr>
              <a:t> </a:t>
            </a:r>
            <a:r>
              <a:rPr lang="en-GB" sz="1200" err="1">
                <a:solidFill>
                  <a:schemeClr val="tx1">
                    <a:lumMod val="65000"/>
                    <a:lumOff val="35000"/>
                  </a:schemeClr>
                </a:solidFill>
              </a:rPr>
              <a:t>pretiuma</a:t>
            </a:r>
            <a:r>
              <a:rPr lang="en-GB" sz="1200">
                <a:solidFill>
                  <a:schemeClr val="tx1">
                    <a:lumMod val="65000"/>
                    <a:lumOff val="35000"/>
                  </a:schemeClr>
                </a:solidFill>
              </a:rPr>
              <a:t> </a:t>
            </a:r>
            <a:r>
              <a:rPr lang="en-GB" sz="1200" err="1">
                <a:solidFill>
                  <a:schemeClr val="tx1">
                    <a:lumMod val="65000"/>
                    <a:lumOff val="35000"/>
                  </a:schemeClr>
                </a:solidFill>
              </a:rPr>
              <a:t>aer</a:t>
            </a:r>
            <a:r>
              <a:rPr lang="en-GB" sz="1200">
                <a:solidFill>
                  <a:schemeClr val="tx1">
                    <a:lumMod val="65000"/>
                    <a:lumOff val="35000"/>
                  </a:schemeClr>
                </a:solidFill>
              </a:rPr>
              <a:t> pharetra mas</a:t>
            </a:r>
            <a:r>
              <a:rPr lang="en-GB" sz="1200" err="1">
                <a:solidFill>
                  <a:schemeClr val="tx1">
                    <a:lumMod val="65000"/>
                    <a:lumOff val="35000"/>
                  </a:schemeClr>
                </a:solidFill>
              </a:rPr>
              <a:t>ederi</a:t>
            </a:r>
            <a:r>
              <a:rPr lang="en-GB" sz="1200">
                <a:solidFill>
                  <a:schemeClr val="tx1">
                    <a:lumMod val="65000"/>
                    <a:lumOff val="35000"/>
                  </a:schemeClr>
                </a:solidFill>
              </a:rPr>
              <a:t> </a:t>
            </a:r>
            <a:r>
              <a:rPr lang="en-GB" sz="1200" err="1">
                <a:solidFill>
                  <a:schemeClr val="tx1">
                    <a:lumMod val="65000"/>
                    <a:lumOff val="35000"/>
                  </a:schemeClr>
                </a:solidFill>
              </a:rPr>
              <a:t>ut</a:t>
            </a:r>
            <a:r>
              <a:rPr lang="en-GB" sz="1200">
                <a:solidFill>
                  <a:schemeClr val="tx1">
                    <a:lumMod val="65000"/>
                    <a:lumOff val="35000"/>
                  </a:schemeClr>
                </a:solidFill>
              </a:rPr>
              <a:t> </a:t>
            </a:r>
            <a:r>
              <a:rPr lang="en-GB" sz="1200" err="1">
                <a:solidFill>
                  <a:schemeClr val="tx1">
                    <a:lumMod val="65000"/>
                    <a:lumOff val="35000"/>
                  </a:schemeClr>
                </a:solidFill>
              </a:rPr>
              <a:t>cupi</a:t>
            </a:r>
            <a:r>
              <a:rPr lang="en-GB" sz="1200">
                <a:solidFill>
                  <a:schemeClr val="tx1">
                    <a:lumMod val="65000"/>
                    <a:lumOff val="35000"/>
                  </a:schemeClr>
                </a:solidFill>
              </a:rPr>
              <a:t> </a:t>
            </a:r>
            <a:r>
              <a:rPr lang="en-GB" sz="1200" err="1">
                <a:solidFill>
                  <a:schemeClr val="tx1">
                    <a:lumMod val="65000"/>
                    <a:lumOff val="35000"/>
                  </a:schemeClr>
                </a:solidFill>
              </a:rPr>
              <a:t>iste</a:t>
            </a:r>
            <a:r>
              <a:rPr lang="en-GB" sz="1200">
                <a:solidFill>
                  <a:schemeClr val="tx1">
                    <a:lumMod val="65000"/>
                    <a:lumOff val="35000"/>
                  </a:schemeClr>
                </a:solidFill>
              </a:rPr>
              <a:t> non rerum libero sit nostrum </a:t>
            </a:r>
            <a:r>
              <a:rPr lang="en-GB" sz="1200" err="1">
                <a:solidFill>
                  <a:schemeClr val="tx1">
                    <a:lumMod val="65000"/>
                    <a:lumOff val="35000"/>
                  </a:schemeClr>
                </a:solidFill>
              </a:rPr>
              <a:t>volu</a:t>
            </a:r>
            <a:r>
              <a:rPr lang="en-GB" sz="1200">
                <a:solidFill>
                  <a:schemeClr val="tx1">
                    <a:lumMod val="65000"/>
                    <a:lumOff val="35000"/>
                  </a:schemeClr>
                </a:solidFill>
              </a:rPr>
              <a:t> in </a:t>
            </a:r>
            <a:r>
              <a:rPr lang="en-GB" sz="1200" err="1">
                <a:solidFill>
                  <a:schemeClr val="tx1">
                    <a:lumMod val="65000"/>
                    <a:lumOff val="35000"/>
                  </a:schemeClr>
                </a:solidFill>
              </a:rPr>
              <a:t>voluptates</a:t>
            </a:r>
            <a:r>
              <a:rPr lang="en-GB" sz="1200">
                <a:solidFill>
                  <a:schemeClr val="tx1">
                    <a:lumMod val="65000"/>
                    <a:lumOff val="35000"/>
                  </a:schemeClr>
                </a:solidFill>
              </a:rPr>
              <a:t> libero.</a:t>
            </a:r>
            <a:endParaRPr lang="en-GR" sz="1200">
              <a:solidFill>
                <a:schemeClr val="tx1">
                  <a:lumMod val="65000"/>
                  <a:lumOff val="35000"/>
                </a:schemeClr>
              </a:solidFill>
            </a:endParaRPr>
          </a:p>
        </p:txBody>
      </p:sp>
      <p:grpSp>
        <p:nvGrpSpPr>
          <p:cNvPr id="41" name="Group 40">
            <a:extLst>
              <a:ext uri="{FF2B5EF4-FFF2-40B4-BE49-F238E27FC236}">
                <a16:creationId xmlns:a16="http://schemas.microsoft.com/office/drawing/2014/main" id="{BF497E30-6CFC-9BEE-4A05-ADAC4F78EDE3}"/>
              </a:ext>
            </a:extLst>
          </p:cNvPr>
          <p:cNvGrpSpPr/>
          <p:nvPr/>
        </p:nvGrpSpPr>
        <p:grpSpPr>
          <a:xfrm>
            <a:off x="10380932" y="2488264"/>
            <a:ext cx="906589" cy="820839"/>
            <a:chOff x="8756240" y="4534374"/>
            <a:chExt cx="181130" cy="163998"/>
          </a:xfrm>
          <a:solidFill>
            <a:schemeClr val="accent3"/>
          </a:solidFill>
        </p:grpSpPr>
        <p:sp>
          <p:nvSpPr>
            <p:cNvPr id="42" name="Freeform 603">
              <a:extLst>
                <a:ext uri="{FF2B5EF4-FFF2-40B4-BE49-F238E27FC236}">
                  <a16:creationId xmlns:a16="http://schemas.microsoft.com/office/drawing/2014/main" id="{1D6FA132-DFAE-2D17-C9A0-E3E0929188E9}"/>
                </a:ext>
              </a:extLst>
            </p:cNvPr>
            <p:cNvSpPr/>
            <p:nvPr/>
          </p:nvSpPr>
          <p:spPr>
            <a:xfrm>
              <a:off x="8756240" y="4534374"/>
              <a:ext cx="181130" cy="123960"/>
            </a:xfrm>
            <a:custGeom>
              <a:avLst/>
              <a:gdLst>
                <a:gd name="connsiteX0" fmla="*/ 175137 w 204577"/>
                <a:gd name="connsiteY0" fmla="*/ 139752 h 140006"/>
                <a:gd name="connsiteX1" fmla="*/ 70951 w 204577"/>
                <a:gd name="connsiteY1" fmla="*/ 139861 h 140006"/>
                <a:gd name="connsiteX2" fmla="*/ 70951 w 204577"/>
                <a:gd name="connsiteY2" fmla="*/ 140007 h 140006"/>
                <a:gd name="connsiteX3" fmla="*/ 44056 w 204577"/>
                <a:gd name="connsiteY3" fmla="*/ 117743 h 140006"/>
                <a:gd name="connsiteX4" fmla="*/ 25809 w 204577"/>
                <a:gd name="connsiteY4" fmla="*/ 21716 h 140006"/>
                <a:gd name="connsiteX5" fmla="*/ 24897 w 204577"/>
                <a:gd name="connsiteY5" fmla="*/ 20950 h 140006"/>
                <a:gd name="connsiteX6" fmla="*/ 5665 w 204577"/>
                <a:gd name="connsiteY6" fmla="*/ 20950 h 140006"/>
                <a:gd name="connsiteX7" fmla="*/ 5665 w 204577"/>
                <a:gd name="connsiteY7" fmla="*/ 0 h 140006"/>
                <a:gd name="connsiteX8" fmla="*/ 24824 w 204577"/>
                <a:gd name="connsiteY8" fmla="*/ 110 h 140006"/>
                <a:gd name="connsiteX9" fmla="*/ 43909 w 204577"/>
                <a:gd name="connsiteY9" fmla="*/ 11351 h 140006"/>
                <a:gd name="connsiteX10" fmla="*/ 186486 w 204577"/>
                <a:gd name="connsiteY10" fmla="*/ 11205 h 140006"/>
                <a:gd name="connsiteX11" fmla="*/ 186595 w 204577"/>
                <a:gd name="connsiteY11" fmla="*/ 11205 h 140006"/>
                <a:gd name="connsiteX12" fmla="*/ 204550 w 204577"/>
                <a:gd name="connsiteY12" fmla="*/ 28176 h 140006"/>
                <a:gd name="connsiteX13" fmla="*/ 180574 w 204577"/>
                <a:gd name="connsiteY13" fmla="*/ 103545 h 140006"/>
                <a:gd name="connsiteX14" fmla="*/ 174991 w 204577"/>
                <a:gd name="connsiteY14" fmla="*/ 105918 h 140006"/>
                <a:gd name="connsiteX15" fmla="*/ 62594 w 204577"/>
                <a:gd name="connsiteY15" fmla="*/ 106064 h 140006"/>
                <a:gd name="connsiteX16" fmla="*/ 75695 w 204577"/>
                <a:gd name="connsiteY16" fmla="*/ 119167 h 140006"/>
                <a:gd name="connsiteX17" fmla="*/ 175137 w 204577"/>
                <a:gd name="connsiteY17" fmla="*/ 119167 h 140006"/>
                <a:gd name="connsiteX18" fmla="*/ 175137 w 204577"/>
                <a:gd name="connsiteY18" fmla="*/ 139752 h 14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4577" h="140006">
                  <a:moveTo>
                    <a:pt x="175137" y="139752"/>
                  </a:moveTo>
                  <a:lnTo>
                    <a:pt x="70951" y="139861"/>
                  </a:lnTo>
                  <a:lnTo>
                    <a:pt x="70951" y="140007"/>
                  </a:lnTo>
                  <a:cubicBezTo>
                    <a:pt x="57813" y="140007"/>
                    <a:pt x="46501" y="130627"/>
                    <a:pt x="44056" y="117743"/>
                  </a:cubicBezTo>
                  <a:lnTo>
                    <a:pt x="25809" y="21716"/>
                  </a:lnTo>
                  <a:cubicBezTo>
                    <a:pt x="25700" y="21278"/>
                    <a:pt x="25335" y="20950"/>
                    <a:pt x="24897" y="20950"/>
                  </a:cubicBezTo>
                  <a:lnTo>
                    <a:pt x="5665" y="20950"/>
                  </a:lnTo>
                  <a:cubicBezTo>
                    <a:pt x="-1888" y="20695"/>
                    <a:pt x="-1888" y="255"/>
                    <a:pt x="5665" y="0"/>
                  </a:cubicBezTo>
                  <a:lnTo>
                    <a:pt x="24824" y="110"/>
                  </a:lnTo>
                  <a:cubicBezTo>
                    <a:pt x="32816" y="110"/>
                    <a:pt x="40115" y="4453"/>
                    <a:pt x="43909" y="11351"/>
                  </a:cubicBezTo>
                  <a:cubicBezTo>
                    <a:pt x="44238" y="11278"/>
                    <a:pt x="184625" y="11205"/>
                    <a:pt x="186486" y="11205"/>
                  </a:cubicBezTo>
                  <a:lnTo>
                    <a:pt x="186595" y="11205"/>
                  </a:lnTo>
                  <a:cubicBezTo>
                    <a:pt x="195865" y="11205"/>
                    <a:pt x="203346" y="19928"/>
                    <a:pt x="204550" y="28176"/>
                  </a:cubicBezTo>
                  <a:cubicBezTo>
                    <a:pt x="205426" y="34053"/>
                    <a:pt x="185391" y="99202"/>
                    <a:pt x="180574" y="103545"/>
                  </a:cubicBezTo>
                  <a:cubicBezTo>
                    <a:pt x="178895" y="105042"/>
                    <a:pt x="176889" y="105918"/>
                    <a:pt x="174991" y="105918"/>
                  </a:cubicBezTo>
                  <a:lnTo>
                    <a:pt x="62594" y="106064"/>
                  </a:lnTo>
                  <a:cubicBezTo>
                    <a:pt x="62594" y="113290"/>
                    <a:pt x="68432" y="119167"/>
                    <a:pt x="75695" y="119167"/>
                  </a:cubicBezTo>
                  <a:lnTo>
                    <a:pt x="175137" y="119167"/>
                  </a:lnTo>
                  <a:cubicBezTo>
                    <a:pt x="182545" y="119276"/>
                    <a:pt x="182545" y="139496"/>
                    <a:pt x="175137" y="139752"/>
                  </a:cubicBezTo>
                  <a:close/>
                </a:path>
              </a:pathLst>
            </a:custGeom>
            <a:grpFill/>
            <a:ln w="3646" cap="flat">
              <a:noFill/>
              <a:prstDash val="solid"/>
              <a:miter/>
            </a:ln>
          </p:spPr>
          <p:txBody>
            <a:bodyPr rtlCol="0" anchor="ctr"/>
            <a:lstStyle/>
            <a:p>
              <a:endParaRPr lang="en-GR"/>
            </a:p>
          </p:txBody>
        </p:sp>
        <p:sp>
          <p:nvSpPr>
            <p:cNvPr id="43" name="Freeform 604">
              <a:extLst>
                <a:ext uri="{FF2B5EF4-FFF2-40B4-BE49-F238E27FC236}">
                  <a16:creationId xmlns:a16="http://schemas.microsoft.com/office/drawing/2014/main" id="{F8860AE3-2EF2-7C4D-C1EA-F9F86ECD7A12}"/>
                </a:ext>
              </a:extLst>
            </p:cNvPr>
            <p:cNvSpPr/>
            <p:nvPr/>
          </p:nvSpPr>
          <p:spPr>
            <a:xfrm>
              <a:off x="8794858" y="4664862"/>
              <a:ext cx="33505" cy="33510"/>
            </a:xfrm>
            <a:custGeom>
              <a:avLst/>
              <a:gdLst>
                <a:gd name="connsiteX0" fmla="*/ 18903 w 37842"/>
                <a:gd name="connsiteY0" fmla="*/ 0 h 37848"/>
                <a:gd name="connsiteX1" fmla="*/ 0 w 37842"/>
                <a:gd name="connsiteY1" fmla="*/ 18942 h 37848"/>
                <a:gd name="connsiteX2" fmla="*/ 18903 w 37842"/>
                <a:gd name="connsiteY2" fmla="*/ 37849 h 37848"/>
                <a:gd name="connsiteX3" fmla="*/ 37843 w 37842"/>
                <a:gd name="connsiteY3" fmla="*/ 18942 h 37848"/>
                <a:gd name="connsiteX4" fmla="*/ 18903 w 37842"/>
                <a:gd name="connsiteY4" fmla="*/ 0 h 378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42" h="37848">
                  <a:moveTo>
                    <a:pt x="18903" y="0"/>
                  </a:moveTo>
                  <a:cubicBezTo>
                    <a:pt x="8503" y="0"/>
                    <a:pt x="0" y="8467"/>
                    <a:pt x="0" y="18942"/>
                  </a:cubicBezTo>
                  <a:cubicBezTo>
                    <a:pt x="0" y="29381"/>
                    <a:pt x="8466" y="37849"/>
                    <a:pt x="18903" y="37849"/>
                  </a:cubicBezTo>
                  <a:cubicBezTo>
                    <a:pt x="29376" y="37849"/>
                    <a:pt x="37843" y="29381"/>
                    <a:pt x="37843" y="18942"/>
                  </a:cubicBezTo>
                  <a:cubicBezTo>
                    <a:pt x="37843" y="8467"/>
                    <a:pt x="29376" y="0"/>
                    <a:pt x="18903" y="0"/>
                  </a:cubicBezTo>
                  <a:close/>
                </a:path>
              </a:pathLst>
            </a:custGeom>
            <a:grpFill/>
            <a:ln w="3646" cap="flat">
              <a:noFill/>
              <a:prstDash val="solid"/>
              <a:miter/>
            </a:ln>
          </p:spPr>
          <p:txBody>
            <a:bodyPr rtlCol="0" anchor="ctr"/>
            <a:lstStyle/>
            <a:p>
              <a:endParaRPr lang="en-GR"/>
            </a:p>
          </p:txBody>
        </p:sp>
        <p:sp>
          <p:nvSpPr>
            <p:cNvPr id="44" name="Freeform 605">
              <a:extLst>
                <a:ext uri="{FF2B5EF4-FFF2-40B4-BE49-F238E27FC236}">
                  <a16:creationId xmlns:a16="http://schemas.microsoft.com/office/drawing/2014/main" id="{EF9A793B-C7E6-C185-C57D-4200A1C75F77}"/>
                </a:ext>
              </a:extLst>
            </p:cNvPr>
            <p:cNvSpPr/>
            <p:nvPr/>
          </p:nvSpPr>
          <p:spPr>
            <a:xfrm>
              <a:off x="8885165" y="4664862"/>
              <a:ext cx="33505" cy="33510"/>
            </a:xfrm>
            <a:custGeom>
              <a:avLst/>
              <a:gdLst>
                <a:gd name="connsiteX0" fmla="*/ 18903 w 37842"/>
                <a:gd name="connsiteY0" fmla="*/ 37849 h 37848"/>
                <a:gd name="connsiteX1" fmla="*/ 37843 w 37842"/>
                <a:gd name="connsiteY1" fmla="*/ 18942 h 37848"/>
                <a:gd name="connsiteX2" fmla="*/ 18903 w 37842"/>
                <a:gd name="connsiteY2" fmla="*/ 0 h 37848"/>
                <a:gd name="connsiteX3" fmla="*/ 0 w 37842"/>
                <a:gd name="connsiteY3" fmla="*/ 18942 h 37848"/>
                <a:gd name="connsiteX4" fmla="*/ 18903 w 37842"/>
                <a:gd name="connsiteY4" fmla="*/ 37849 h 378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42" h="37848">
                  <a:moveTo>
                    <a:pt x="18903" y="37849"/>
                  </a:moveTo>
                  <a:cubicBezTo>
                    <a:pt x="29377" y="37849"/>
                    <a:pt x="37843" y="29381"/>
                    <a:pt x="37843" y="18942"/>
                  </a:cubicBezTo>
                  <a:cubicBezTo>
                    <a:pt x="37843" y="8467"/>
                    <a:pt x="29377" y="0"/>
                    <a:pt x="18903" y="0"/>
                  </a:cubicBezTo>
                  <a:cubicBezTo>
                    <a:pt x="8467" y="0"/>
                    <a:pt x="0" y="8467"/>
                    <a:pt x="0" y="18942"/>
                  </a:cubicBezTo>
                  <a:cubicBezTo>
                    <a:pt x="0" y="29381"/>
                    <a:pt x="8467" y="37849"/>
                    <a:pt x="18903" y="37849"/>
                  </a:cubicBezTo>
                  <a:close/>
                </a:path>
              </a:pathLst>
            </a:custGeom>
            <a:grpFill/>
            <a:ln w="3646" cap="flat">
              <a:noFill/>
              <a:prstDash val="solid"/>
              <a:miter/>
            </a:ln>
          </p:spPr>
          <p:txBody>
            <a:bodyPr rtlCol="0" anchor="ctr"/>
            <a:lstStyle/>
            <a:p>
              <a:endParaRPr lang="en-GR"/>
            </a:p>
          </p:txBody>
        </p:sp>
      </p:grpSp>
      <p:sp>
        <p:nvSpPr>
          <p:cNvPr id="12" name="Rectangle 11">
            <a:extLst>
              <a:ext uri="{FF2B5EF4-FFF2-40B4-BE49-F238E27FC236}">
                <a16:creationId xmlns:a16="http://schemas.microsoft.com/office/drawing/2014/main" id="{9B19E8D4-977B-0F14-0D5A-BCCDAF906CBD}"/>
              </a:ext>
            </a:extLst>
          </p:cNvPr>
          <p:cNvSpPr/>
          <p:nvPr/>
        </p:nvSpPr>
        <p:spPr>
          <a:xfrm>
            <a:off x="2703656" y="2003174"/>
            <a:ext cx="2046472" cy="177110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13" name="Rectangle 12">
            <a:extLst>
              <a:ext uri="{FF2B5EF4-FFF2-40B4-BE49-F238E27FC236}">
                <a16:creationId xmlns:a16="http://schemas.microsoft.com/office/drawing/2014/main" id="{9D9C084E-89D0-46FA-ACC5-10447F5E12B8}"/>
              </a:ext>
            </a:extLst>
          </p:cNvPr>
          <p:cNvSpPr/>
          <p:nvPr/>
        </p:nvSpPr>
        <p:spPr>
          <a:xfrm>
            <a:off x="2703656" y="3772513"/>
            <a:ext cx="2058047" cy="2543883"/>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14" name="Text Placeholder 2">
            <a:extLst>
              <a:ext uri="{FF2B5EF4-FFF2-40B4-BE49-F238E27FC236}">
                <a16:creationId xmlns:a16="http://schemas.microsoft.com/office/drawing/2014/main" id="{3FC587CF-2E52-032D-DBC0-D0FBB14DA1A3}"/>
              </a:ext>
            </a:extLst>
          </p:cNvPr>
          <p:cNvSpPr txBox="1">
            <a:spLocks/>
          </p:cNvSpPr>
          <p:nvPr/>
        </p:nvSpPr>
        <p:spPr>
          <a:xfrm>
            <a:off x="2962120" y="3981493"/>
            <a:ext cx="1498301" cy="1693862"/>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600"/>
              </a:spcBef>
              <a:buClr>
                <a:srgbClr val="047A85"/>
              </a:buClr>
              <a:buNone/>
              <a:tabLst>
                <a:tab pos="352425" algn="l"/>
              </a:tabLst>
              <a:defRPr/>
            </a:pPr>
            <a:r>
              <a:rPr lang="en-US" sz="1200" b="1">
                <a:solidFill>
                  <a:schemeClr val="accent1"/>
                </a:solidFill>
                <a:ea typeface="Lato Semibold" panose="020F0502020204030203" pitchFamily="34" charset="0"/>
                <a:cs typeface="Poppins Medium" pitchFamily="2" charset="77"/>
              </a:rPr>
              <a:t>Performance </a:t>
            </a:r>
          </a:p>
          <a:p>
            <a:pPr marL="0" indent="0">
              <a:lnSpc>
                <a:spcPct val="110000"/>
              </a:lnSpc>
              <a:spcBef>
                <a:spcPts val="600"/>
              </a:spcBef>
              <a:buClr>
                <a:srgbClr val="047A85"/>
              </a:buClr>
              <a:buNone/>
              <a:tabLst>
                <a:tab pos="352425" algn="l"/>
              </a:tabLst>
              <a:defRPr/>
            </a:pPr>
            <a:r>
              <a:rPr lang="en-GB" sz="1200">
                <a:solidFill>
                  <a:schemeClr val="tx1">
                    <a:lumMod val="65000"/>
                    <a:lumOff val="35000"/>
                  </a:schemeClr>
                </a:solidFill>
              </a:rPr>
              <a:t>Sit </a:t>
            </a:r>
            <a:r>
              <a:rPr lang="en-GB" sz="1200" err="1">
                <a:solidFill>
                  <a:schemeClr val="tx1">
                    <a:lumMod val="65000"/>
                    <a:lumOff val="35000"/>
                  </a:schemeClr>
                </a:solidFill>
              </a:rPr>
              <a:t>amet</a:t>
            </a:r>
            <a:r>
              <a:rPr lang="en-GB" sz="1200">
                <a:solidFill>
                  <a:schemeClr val="tx1">
                    <a:lumMod val="65000"/>
                    <a:lumOff val="35000"/>
                  </a:schemeClr>
                </a:solidFill>
              </a:rPr>
              <a:t> </a:t>
            </a:r>
            <a:r>
              <a:rPr lang="en-GB" sz="1200" err="1">
                <a:solidFill>
                  <a:schemeClr val="tx1">
                    <a:lumMod val="65000"/>
                    <a:lumOff val="35000"/>
                  </a:schemeClr>
                </a:solidFill>
              </a:rPr>
              <a:t>nulla</a:t>
            </a:r>
            <a:r>
              <a:rPr lang="en-GB" sz="1200">
                <a:solidFill>
                  <a:schemeClr val="tx1">
                    <a:lumMod val="65000"/>
                    <a:lumOff val="35000"/>
                  </a:schemeClr>
                </a:solidFill>
              </a:rPr>
              <a:t> kana </a:t>
            </a:r>
            <a:r>
              <a:rPr lang="en-GB" sz="1200" err="1">
                <a:solidFill>
                  <a:schemeClr val="tx1">
                    <a:lumMod val="65000"/>
                    <a:lumOff val="35000"/>
                  </a:schemeClr>
                </a:solidFill>
              </a:rPr>
              <a:t>fac</a:t>
            </a:r>
            <a:r>
              <a:rPr lang="en-GB" sz="1200">
                <a:solidFill>
                  <a:schemeClr val="tx1">
                    <a:lumMod val="65000"/>
                    <a:lumOff val="35000"/>
                  </a:schemeClr>
                </a:solidFill>
              </a:rPr>
              <a:t> </a:t>
            </a:r>
            <a:r>
              <a:rPr lang="en-GB" sz="1200" err="1">
                <a:solidFill>
                  <a:schemeClr val="tx1">
                    <a:lumMod val="65000"/>
                    <a:lumOff val="35000"/>
                  </a:schemeClr>
                </a:solidFill>
              </a:rPr>
              <a:t>mo</a:t>
            </a:r>
            <a:r>
              <a:rPr lang="en-GB" sz="1200">
                <a:solidFill>
                  <a:schemeClr val="tx1">
                    <a:lumMod val="65000"/>
                    <a:lumOff val="35000"/>
                  </a:schemeClr>
                </a:solidFill>
              </a:rPr>
              <a:t> </a:t>
            </a:r>
            <a:r>
              <a:rPr lang="en-GB" sz="1200" err="1">
                <a:solidFill>
                  <a:schemeClr val="tx1">
                    <a:lumMod val="65000"/>
                    <a:lumOff val="35000"/>
                  </a:schemeClr>
                </a:solidFill>
              </a:rPr>
              <a:t>tempufe</a:t>
            </a:r>
            <a:r>
              <a:rPr lang="en-GB" sz="1200">
                <a:solidFill>
                  <a:schemeClr val="tx1">
                    <a:lumMod val="65000"/>
                    <a:lumOff val="35000"/>
                  </a:schemeClr>
                </a:solidFill>
              </a:rPr>
              <a:t> </a:t>
            </a:r>
            <a:r>
              <a:rPr lang="en-GB" sz="1200" err="1">
                <a:solidFill>
                  <a:schemeClr val="tx1">
                    <a:lumMod val="65000"/>
                    <a:lumOff val="35000"/>
                  </a:schemeClr>
                </a:solidFill>
              </a:rPr>
              <a:t>iaculis</a:t>
            </a:r>
            <a:r>
              <a:rPr lang="en-GB" sz="1200">
                <a:solidFill>
                  <a:schemeClr val="tx1">
                    <a:lumMod val="65000"/>
                    <a:lumOff val="35000"/>
                  </a:schemeClr>
                </a:solidFill>
              </a:rPr>
              <a:t>. Si </a:t>
            </a:r>
            <a:r>
              <a:rPr lang="en-GB" sz="1200" err="1">
                <a:solidFill>
                  <a:schemeClr val="tx1">
                    <a:lumMod val="65000"/>
                    <a:lumOff val="35000"/>
                  </a:schemeClr>
                </a:solidFill>
              </a:rPr>
              <a:t>pul</a:t>
            </a:r>
            <a:r>
              <a:rPr lang="en-GB" sz="1200">
                <a:solidFill>
                  <a:schemeClr val="tx1">
                    <a:lumMod val="65000"/>
                    <a:lumOff val="35000"/>
                  </a:schemeClr>
                </a:solidFill>
              </a:rPr>
              <a:t> </a:t>
            </a:r>
            <a:r>
              <a:rPr lang="en-GB" sz="1200" err="1">
                <a:solidFill>
                  <a:schemeClr val="tx1">
                    <a:lumMod val="65000"/>
                    <a:lumOff val="35000"/>
                  </a:schemeClr>
                </a:solidFill>
              </a:rPr>
              <a:t>proin</a:t>
            </a:r>
            <a:r>
              <a:rPr lang="en-GB" sz="1200">
                <a:solidFill>
                  <a:schemeClr val="tx1">
                    <a:lumMod val="65000"/>
                    <a:lumOff val="35000"/>
                  </a:schemeClr>
                </a:solidFill>
              </a:rPr>
              <a:t> </a:t>
            </a:r>
            <a:r>
              <a:rPr lang="en-GB" sz="1200" err="1">
                <a:solidFill>
                  <a:schemeClr val="tx1">
                    <a:lumMod val="65000"/>
                    <a:lumOff val="35000"/>
                  </a:schemeClr>
                </a:solidFill>
              </a:rPr>
              <a:t>gravidlena</a:t>
            </a:r>
            <a:r>
              <a:rPr lang="en-GB" sz="1200">
                <a:solidFill>
                  <a:schemeClr val="tx1">
                    <a:lumMod val="65000"/>
                    <a:lumOff val="35000"/>
                  </a:schemeClr>
                </a:solidFill>
              </a:rPr>
              <a:t> he </a:t>
            </a:r>
            <a:r>
              <a:rPr lang="en-GB" sz="1200" err="1">
                <a:solidFill>
                  <a:schemeClr val="tx1">
                    <a:lumMod val="65000"/>
                    <a:lumOff val="35000"/>
                  </a:schemeClr>
                </a:solidFill>
              </a:rPr>
              <a:t>lectu</a:t>
            </a:r>
            <a:r>
              <a:rPr lang="en-GB" sz="1200">
                <a:solidFill>
                  <a:schemeClr val="tx1">
                    <a:lumMod val="65000"/>
                    <a:lumOff val="35000"/>
                  </a:schemeClr>
                </a:solidFill>
              </a:rPr>
              <a:t>. Ut </a:t>
            </a:r>
            <a:r>
              <a:rPr lang="en-GB" sz="1200" err="1">
                <a:solidFill>
                  <a:schemeClr val="tx1">
                    <a:lumMod val="65000"/>
                    <a:lumOff val="35000"/>
                  </a:schemeClr>
                </a:solidFill>
              </a:rPr>
              <a:t>cupi</a:t>
            </a:r>
            <a:r>
              <a:rPr lang="en-GB" sz="1200">
                <a:solidFill>
                  <a:schemeClr val="tx1">
                    <a:lumMod val="65000"/>
                    <a:lumOff val="35000"/>
                  </a:schemeClr>
                </a:solidFill>
              </a:rPr>
              <a:t> </a:t>
            </a:r>
            <a:r>
              <a:rPr lang="en-GB" sz="1200" err="1">
                <a:solidFill>
                  <a:schemeClr val="tx1">
                    <a:lumMod val="65000"/>
                    <a:lumOff val="35000"/>
                  </a:schemeClr>
                </a:solidFill>
              </a:rPr>
              <a:t>iste</a:t>
            </a:r>
            <a:r>
              <a:rPr lang="en-GB" sz="1200">
                <a:solidFill>
                  <a:schemeClr val="tx1">
                    <a:lumMod val="65000"/>
                    <a:lumOff val="35000"/>
                  </a:schemeClr>
                </a:solidFill>
              </a:rPr>
              <a:t> non rerum libero sit </a:t>
            </a:r>
            <a:r>
              <a:rPr lang="en-GB" sz="1200" err="1">
                <a:solidFill>
                  <a:schemeClr val="tx1">
                    <a:lumMod val="65000"/>
                    <a:lumOff val="35000"/>
                  </a:schemeClr>
                </a:solidFill>
              </a:rPr>
              <a:t>nostru</a:t>
            </a:r>
            <a:r>
              <a:rPr lang="en-GB" sz="1200">
                <a:solidFill>
                  <a:schemeClr val="tx1">
                    <a:lumMod val="65000"/>
                    <a:lumOff val="35000"/>
                  </a:schemeClr>
                </a:solidFill>
              </a:rPr>
              <a:t> </a:t>
            </a:r>
            <a:r>
              <a:rPr lang="en-GB" sz="1200" err="1">
                <a:solidFill>
                  <a:schemeClr val="tx1">
                    <a:lumMod val="65000"/>
                    <a:lumOff val="35000"/>
                  </a:schemeClr>
                </a:solidFill>
              </a:rPr>
              <a:t>voluptas</a:t>
            </a:r>
            <a:r>
              <a:rPr lang="en-GB" sz="1200">
                <a:solidFill>
                  <a:schemeClr val="tx1">
                    <a:lumMod val="65000"/>
                    <a:lumOff val="35000"/>
                  </a:schemeClr>
                </a:solidFill>
              </a:rPr>
              <a:t> in </a:t>
            </a:r>
            <a:r>
              <a:rPr lang="en-GB" sz="1200" err="1">
                <a:solidFill>
                  <a:schemeClr val="tx1">
                    <a:lumMod val="65000"/>
                    <a:lumOff val="35000"/>
                  </a:schemeClr>
                </a:solidFill>
              </a:rPr>
              <a:t>voluptates</a:t>
            </a:r>
            <a:r>
              <a:rPr lang="en-GB" sz="1200">
                <a:solidFill>
                  <a:schemeClr val="tx1">
                    <a:lumMod val="65000"/>
                    <a:lumOff val="35000"/>
                  </a:schemeClr>
                </a:solidFill>
              </a:rPr>
              <a:t> </a:t>
            </a:r>
            <a:r>
              <a:rPr lang="en-GB" sz="1200" err="1">
                <a:solidFill>
                  <a:schemeClr val="tx1">
                    <a:lumMod val="65000"/>
                    <a:lumOff val="35000"/>
                  </a:schemeClr>
                </a:solidFill>
              </a:rPr>
              <a:t>cimeron</a:t>
            </a:r>
            <a:r>
              <a:rPr lang="en-GB" sz="1200">
                <a:solidFill>
                  <a:schemeClr val="tx1">
                    <a:lumMod val="65000"/>
                    <a:lumOff val="35000"/>
                  </a:schemeClr>
                </a:solidFill>
              </a:rPr>
              <a:t> </a:t>
            </a:r>
            <a:r>
              <a:rPr lang="en-GB" sz="1200" err="1">
                <a:solidFill>
                  <a:schemeClr val="tx1">
                    <a:lumMod val="65000"/>
                    <a:lumOff val="35000"/>
                  </a:schemeClr>
                </a:solidFill>
              </a:rPr>
              <a:t>kairas</a:t>
            </a:r>
            <a:r>
              <a:rPr lang="en-GB" sz="1200">
                <a:solidFill>
                  <a:schemeClr val="tx1">
                    <a:lumMod val="65000"/>
                    <a:lumOff val="35000"/>
                  </a:schemeClr>
                </a:solidFill>
              </a:rPr>
              <a:t>.</a:t>
            </a:r>
            <a:endParaRPr lang="en-GR" sz="1200">
              <a:solidFill>
                <a:schemeClr val="tx1">
                  <a:lumMod val="65000"/>
                  <a:lumOff val="35000"/>
                </a:schemeClr>
              </a:solidFill>
            </a:endParaRPr>
          </a:p>
        </p:txBody>
      </p:sp>
      <p:grpSp>
        <p:nvGrpSpPr>
          <p:cNvPr id="45" name="Group 44">
            <a:extLst>
              <a:ext uri="{FF2B5EF4-FFF2-40B4-BE49-F238E27FC236}">
                <a16:creationId xmlns:a16="http://schemas.microsoft.com/office/drawing/2014/main" id="{D2432100-879F-D3BC-12CF-37DEF556BD6F}"/>
              </a:ext>
            </a:extLst>
          </p:cNvPr>
          <p:cNvGrpSpPr/>
          <p:nvPr/>
        </p:nvGrpSpPr>
        <p:grpSpPr>
          <a:xfrm>
            <a:off x="3279899" y="2447606"/>
            <a:ext cx="893936" cy="905756"/>
            <a:chOff x="4430114" y="5856060"/>
            <a:chExt cx="178603" cy="180964"/>
          </a:xfrm>
          <a:solidFill>
            <a:schemeClr val="accent3"/>
          </a:solidFill>
        </p:grpSpPr>
        <p:sp>
          <p:nvSpPr>
            <p:cNvPr id="46" name="Freeform 791">
              <a:extLst>
                <a:ext uri="{FF2B5EF4-FFF2-40B4-BE49-F238E27FC236}">
                  <a16:creationId xmlns:a16="http://schemas.microsoft.com/office/drawing/2014/main" id="{673271E5-21B6-3352-A4DB-6903FDA85AB6}"/>
                </a:ext>
              </a:extLst>
            </p:cNvPr>
            <p:cNvSpPr/>
            <p:nvPr/>
          </p:nvSpPr>
          <p:spPr>
            <a:xfrm>
              <a:off x="4487222" y="5914065"/>
              <a:ext cx="64972" cy="64986"/>
            </a:xfrm>
            <a:custGeom>
              <a:avLst/>
              <a:gdLst>
                <a:gd name="connsiteX0" fmla="*/ 0 w 73382"/>
                <a:gd name="connsiteY0" fmla="*/ 36717 h 73398"/>
                <a:gd name="connsiteX1" fmla="*/ 36693 w 73382"/>
                <a:gd name="connsiteY1" fmla="*/ 0 h 73398"/>
                <a:gd name="connsiteX2" fmla="*/ 73383 w 73382"/>
                <a:gd name="connsiteY2" fmla="*/ 36717 h 73398"/>
                <a:gd name="connsiteX3" fmla="*/ 36693 w 73382"/>
                <a:gd name="connsiteY3" fmla="*/ 73398 h 73398"/>
                <a:gd name="connsiteX4" fmla="*/ 0 w 73382"/>
                <a:gd name="connsiteY4" fmla="*/ 36717 h 733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382" h="73398">
                  <a:moveTo>
                    <a:pt x="0" y="36717"/>
                  </a:moveTo>
                  <a:cubicBezTo>
                    <a:pt x="0" y="16424"/>
                    <a:pt x="16455" y="0"/>
                    <a:pt x="36693" y="0"/>
                  </a:cubicBezTo>
                  <a:cubicBezTo>
                    <a:pt x="56980" y="0"/>
                    <a:pt x="73383" y="16424"/>
                    <a:pt x="73383" y="36717"/>
                  </a:cubicBezTo>
                  <a:cubicBezTo>
                    <a:pt x="73383" y="57010"/>
                    <a:pt x="56980" y="73398"/>
                    <a:pt x="36693" y="73398"/>
                  </a:cubicBezTo>
                  <a:cubicBezTo>
                    <a:pt x="16403" y="73398"/>
                    <a:pt x="0" y="57010"/>
                    <a:pt x="0" y="36717"/>
                  </a:cubicBezTo>
                  <a:close/>
                </a:path>
              </a:pathLst>
            </a:custGeom>
            <a:grpFill/>
            <a:ln w="3646" cap="flat">
              <a:noFill/>
              <a:prstDash val="solid"/>
              <a:miter/>
            </a:ln>
          </p:spPr>
          <p:txBody>
            <a:bodyPr rtlCol="0" anchor="ctr"/>
            <a:lstStyle/>
            <a:p>
              <a:endParaRPr lang="en-GR"/>
            </a:p>
          </p:txBody>
        </p:sp>
        <p:sp>
          <p:nvSpPr>
            <p:cNvPr id="47" name="Freeform 792">
              <a:extLst>
                <a:ext uri="{FF2B5EF4-FFF2-40B4-BE49-F238E27FC236}">
                  <a16:creationId xmlns:a16="http://schemas.microsoft.com/office/drawing/2014/main" id="{0FFFDD51-4F4D-CF47-B2E1-6066EEBA38C4}"/>
                </a:ext>
              </a:extLst>
            </p:cNvPr>
            <p:cNvSpPr/>
            <p:nvPr/>
          </p:nvSpPr>
          <p:spPr>
            <a:xfrm>
              <a:off x="4430114" y="5856060"/>
              <a:ext cx="178603" cy="180964"/>
            </a:xfrm>
            <a:custGeom>
              <a:avLst/>
              <a:gdLst>
                <a:gd name="connsiteX0" fmla="*/ 182393 w 201723"/>
                <a:gd name="connsiteY0" fmla="*/ 111283 h 204389"/>
                <a:gd name="connsiteX1" fmla="*/ 182240 w 201723"/>
                <a:gd name="connsiteY1" fmla="*/ 111356 h 204389"/>
                <a:gd name="connsiteX2" fmla="*/ 198797 w 201723"/>
                <a:gd name="connsiteY2" fmla="*/ 125590 h 204389"/>
                <a:gd name="connsiteX3" fmla="*/ 199563 w 201723"/>
                <a:gd name="connsiteY3" fmla="*/ 136430 h 204389"/>
                <a:gd name="connsiteX4" fmla="*/ 176565 w 201723"/>
                <a:gd name="connsiteY4" fmla="*/ 174242 h 204389"/>
                <a:gd name="connsiteX5" fmla="*/ 166552 w 201723"/>
                <a:gd name="connsiteY5" fmla="*/ 178513 h 204389"/>
                <a:gd name="connsiteX6" fmla="*/ 146215 w 201723"/>
                <a:gd name="connsiteY6" fmla="*/ 170337 h 204389"/>
                <a:gd name="connsiteX7" fmla="*/ 135329 w 201723"/>
                <a:gd name="connsiteY7" fmla="*/ 176395 h 204389"/>
                <a:gd name="connsiteX8" fmla="*/ 131753 w 201723"/>
                <a:gd name="connsiteY8" fmla="*/ 198112 h 204389"/>
                <a:gd name="connsiteX9" fmla="*/ 122910 w 201723"/>
                <a:gd name="connsiteY9" fmla="*/ 204390 h 204389"/>
                <a:gd name="connsiteX10" fmla="*/ 78659 w 201723"/>
                <a:gd name="connsiteY10" fmla="*/ 204390 h 204389"/>
                <a:gd name="connsiteX11" fmla="*/ 69817 w 201723"/>
                <a:gd name="connsiteY11" fmla="*/ 198112 h 204389"/>
                <a:gd name="connsiteX12" fmla="*/ 66190 w 201723"/>
                <a:gd name="connsiteY12" fmla="*/ 176067 h 204389"/>
                <a:gd name="connsiteX13" fmla="*/ 54589 w 201723"/>
                <a:gd name="connsiteY13" fmla="*/ 169425 h 204389"/>
                <a:gd name="connsiteX14" fmla="*/ 33792 w 201723"/>
                <a:gd name="connsiteY14" fmla="*/ 177417 h 204389"/>
                <a:gd name="connsiteX15" fmla="*/ 23877 w 201723"/>
                <a:gd name="connsiteY15" fmla="*/ 172965 h 204389"/>
                <a:gd name="connsiteX16" fmla="*/ 1496 w 201723"/>
                <a:gd name="connsiteY16" fmla="*/ 134788 h 204389"/>
                <a:gd name="connsiteX17" fmla="*/ 2467 w 201723"/>
                <a:gd name="connsiteY17" fmla="*/ 123948 h 204389"/>
                <a:gd name="connsiteX18" fmla="*/ 19739 w 201723"/>
                <a:gd name="connsiteY18" fmla="*/ 109567 h 204389"/>
                <a:gd name="connsiteX19" fmla="*/ 19841 w 201723"/>
                <a:gd name="connsiteY19" fmla="*/ 93435 h 204389"/>
                <a:gd name="connsiteX20" fmla="*/ 2824 w 201723"/>
                <a:gd name="connsiteY20" fmla="*/ 78799 h 204389"/>
                <a:gd name="connsiteX21" fmla="*/ 2058 w 201723"/>
                <a:gd name="connsiteY21" fmla="*/ 67960 h 204389"/>
                <a:gd name="connsiteX22" fmla="*/ 25052 w 201723"/>
                <a:gd name="connsiteY22" fmla="*/ 30147 h 204389"/>
                <a:gd name="connsiteX23" fmla="*/ 35069 w 201723"/>
                <a:gd name="connsiteY23" fmla="*/ 25877 h 204389"/>
                <a:gd name="connsiteX24" fmla="*/ 55764 w 201723"/>
                <a:gd name="connsiteY24" fmla="*/ 34199 h 204389"/>
                <a:gd name="connsiteX25" fmla="*/ 66292 w 201723"/>
                <a:gd name="connsiteY25" fmla="*/ 28323 h 204389"/>
                <a:gd name="connsiteX26" fmla="*/ 69920 w 201723"/>
                <a:gd name="connsiteY26" fmla="*/ 6278 h 204389"/>
                <a:gd name="connsiteX27" fmla="*/ 78762 w 201723"/>
                <a:gd name="connsiteY27" fmla="*/ 0 h 204389"/>
                <a:gd name="connsiteX28" fmla="*/ 123013 w 201723"/>
                <a:gd name="connsiteY28" fmla="*/ 0 h 204389"/>
                <a:gd name="connsiteX29" fmla="*/ 131855 w 201723"/>
                <a:gd name="connsiteY29" fmla="*/ 6278 h 204389"/>
                <a:gd name="connsiteX30" fmla="*/ 135482 w 201723"/>
                <a:gd name="connsiteY30" fmla="*/ 28067 h 204389"/>
                <a:gd name="connsiteX31" fmla="*/ 147441 w 201723"/>
                <a:gd name="connsiteY31" fmla="*/ 34819 h 204389"/>
                <a:gd name="connsiteX32" fmla="*/ 167931 w 201723"/>
                <a:gd name="connsiteY32" fmla="*/ 26936 h 204389"/>
                <a:gd name="connsiteX33" fmla="*/ 177843 w 201723"/>
                <a:gd name="connsiteY33" fmla="*/ 31388 h 204389"/>
                <a:gd name="connsiteX34" fmla="*/ 200227 w 201723"/>
                <a:gd name="connsiteY34" fmla="*/ 69566 h 204389"/>
                <a:gd name="connsiteX35" fmla="*/ 199257 w 201723"/>
                <a:gd name="connsiteY35" fmla="*/ 80406 h 204389"/>
                <a:gd name="connsiteX36" fmla="*/ 182495 w 201723"/>
                <a:gd name="connsiteY36" fmla="*/ 94348 h 204389"/>
                <a:gd name="connsiteX37" fmla="*/ 182393 w 201723"/>
                <a:gd name="connsiteY37" fmla="*/ 111283 h 204389"/>
                <a:gd name="connsiteX38" fmla="*/ 44013 w 201723"/>
                <a:gd name="connsiteY38" fmla="*/ 102158 h 204389"/>
                <a:gd name="connsiteX39" fmla="*/ 101143 w 201723"/>
                <a:gd name="connsiteY39" fmla="*/ 159314 h 204389"/>
                <a:gd name="connsiteX40" fmla="*/ 158272 w 201723"/>
                <a:gd name="connsiteY40" fmla="*/ 102158 h 204389"/>
                <a:gd name="connsiteX41" fmla="*/ 101143 w 201723"/>
                <a:gd name="connsiteY41" fmla="*/ 45039 h 204389"/>
                <a:gd name="connsiteX42" fmla="*/ 44013 w 201723"/>
                <a:gd name="connsiteY42" fmla="*/ 102158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01723" h="204389">
                  <a:moveTo>
                    <a:pt x="182393" y="111283"/>
                  </a:moveTo>
                  <a:lnTo>
                    <a:pt x="182240" y="111356"/>
                  </a:lnTo>
                  <a:lnTo>
                    <a:pt x="198797" y="125590"/>
                  </a:lnTo>
                  <a:cubicBezTo>
                    <a:pt x="201709" y="128072"/>
                    <a:pt x="201862" y="132598"/>
                    <a:pt x="199563" y="136430"/>
                  </a:cubicBezTo>
                  <a:lnTo>
                    <a:pt x="176565" y="174242"/>
                  </a:lnTo>
                  <a:cubicBezTo>
                    <a:pt x="174215" y="178075"/>
                    <a:pt x="170128" y="179973"/>
                    <a:pt x="166552" y="178513"/>
                  </a:cubicBezTo>
                  <a:lnTo>
                    <a:pt x="146215" y="170337"/>
                  </a:lnTo>
                  <a:cubicBezTo>
                    <a:pt x="142788" y="172636"/>
                    <a:pt x="139109" y="174644"/>
                    <a:pt x="135329" y="176395"/>
                  </a:cubicBezTo>
                  <a:lnTo>
                    <a:pt x="131753" y="198112"/>
                  </a:lnTo>
                  <a:cubicBezTo>
                    <a:pt x="131139" y="201871"/>
                    <a:pt x="127355" y="204390"/>
                    <a:pt x="122910" y="204390"/>
                  </a:cubicBezTo>
                  <a:lnTo>
                    <a:pt x="78659" y="204390"/>
                  </a:lnTo>
                  <a:cubicBezTo>
                    <a:pt x="74211" y="204390"/>
                    <a:pt x="70430" y="201944"/>
                    <a:pt x="69817" y="198112"/>
                  </a:cubicBezTo>
                  <a:lnTo>
                    <a:pt x="66190" y="176067"/>
                  </a:lnTo>
                  <a:cubicBezTo>
                    <a:pt x="62154" y="174132"/>
                    <a:pt x="58216" y="171943"/>
                    <a:pt x="54589" y="169425"/>
                  </a:cubicBezTo>
                  <a:lnTo>
                    <a:pt x="33792" y="177417"/>
                  </a:lnTo>
                  <a:cubicBezTo>
                    <a:pt x="30164" y="178768"/>
                    <a:pt x="26125" y="176797"/>
                    <a:pt x="23877" y="172965"/>
                  </a:cubicBezTo>
                  <a:lnTo>
                    <a:pt x="1496" y="134788"/>
                  </a:lnTo>
                  <a:cubicBezTo>
                    <a:pt x="-752" y="130955"/>
                    <a:pt x="-497" y="126430"/>
                    <a:pt x="2467" y="123948"/>
                  </a:cubicBezTo>
                  <a:lnTo>
                    <a:pt x="19739" y="109567"/>
                  </a:lnTo>
                  <a:cubicBezTo>
                    <a:pt x="19290" y="104202"/>
                    <a:pt x="19264" y="98800"/>
                    <a:pt x="19841" y="93435"/>
                  </a:cubicBezTo>
                  <a:lnTo>
                    <a:pt x="2824" y="78799"/>
                  </a:lnTo>
                  <a:cubicBezTo>
                    <a:pt x="-88" y="76318"/>
                    <a:pt x="-241" y="71792"/>
                    <a:pt x="2058" y="67960"/>
                  </a:cubicBezTo>
                  <a:lnTo>
                    <a:pt x="25052" y="30147"/>
                  </a:lnTo>
                  <a:cubicBezTo>
                    <a:pt x="27406" y="26315"/>
                    <a:pt x="31493" y="24417"/>
                    <a:pt x="35069" y="25877"/>
                  </a:cubicBezTo>
                  <a:lnTo>
                    <a:pt x="55764" y="34199"/>
                  </a:lnTo>
                  <a:cubicBezTo>
                    <a:pt x="59085" y="31936"/>
                    <a:pt x="62665" y="30038"/>
                    <a:pt x="66292" y="28323"/>
                  </a:cubicBezTo>
                  <a:lnTo>
                    <a:pt x="69920" y="6278"/>
                  </a:lnTo>
                  <a:cubicBezTo>
                    <a:pt x="70533" y="2518"/>
                    <a:pt x="74313" y="0"/>
                    <a:pt x="78762" y="0"/>
                  </a:cubicBezTo>
                  <a:lnTo>
                    <a:pt x="123013" y="0"/>
                  </a:lnTo>
                  <a:cubicBezTo>
                    <a:pt x="127461" y="0"/>
                    <a:pt x="131242" y="2446"/>
                    <a:pt x="131855" y="6278"/>
                  </a:cubicBezTo>
                  <a:lnTo>
                    <a:pt x="135482" y="28067"/>
                  </a:lnTo>
                  <a:cubicBezTo>
                    <a:pt x="139671" y="30001"/>
                    <a:pt x="143656" y="32191"/>
                    <a:pt x="147441" y="34819"/>
                  </a:cubicBezTo>
                  <a:lnTo>
                    <a:pt x="167931" y="26936"/>
                  </a:lnTo>
                  <a:cubicBezTo>
                    <a:pt x="171559" y="25549"/>
                    <a:pt x="175595" y="27556"/>
                    <a:pt x="177843" y="31388"/>
                  </a:cubicBezTo>
                  <a:lnTo>
                    <a:pt x="200227" y="69566"/>
                  </a:lnTo>
                  <a:cubicBezTo>
                    <a:pt x="202475" y="73398"/>
                    <a:pt x="202220" y="77887"/>
                    <a:pt x="199257" y="80406"/>
                  </a:cubicBezTo>
                  <a:lnTo>
                    <a:pt x="182495" y="94348"/>
                  </a:lnTo>
                  <a:cubicBezTo>
                    <a:pt x="183057" y="100005"/>
                    <a:pt x="182977" y="105625"/>
                    <a:pt x="182393" y="111283"/>
                  </a:cubicBezTo>
                  <a:close/>
                  <a:moveTo>
                    <a:pt x="44013" y="102158"/>
                  </a:moveTo>
                  <a:cubicBezTo>
                    <a:pt x="44013" y="133693"/>
                    <a:pt x="69664" y="159314"/>
                    <a:pt x="101143" y="159314"/>
                  </a:cubicBezTo>
                  <a:cubicBezTo>
                    <a:pt x="132672" y="159314"/>
                    <a:pt x="158272" y="133693"/>
                    <a:pt x="158272" y="102158"/>
                  </a:cubicBezTo>
                  <a:cubicBezTo>
                    <a:pt x="158272" y="70624"/>
                    <a:pt x="132672" y="45039"/>
                    <a:pt x="101143" y="45039"/>
                  </a:cubicBezTo>
                  <a:cubicBezTo>
                    <a:pt x="69613" y="45039"/>
                    <a:pt x="44013" y="70624"/>
                    <a:pt x="44013" y="102158"/>
                  </a:cubicBezTo>
                  <a:close/>
                </a:path>
              </a:pathLst>
            </a:custGeom>
            <a:grpFill/>
            <a:ln w="3646" cap="flat">
              <a:noFill/>
              <a:prstDash val="solid"/>
              <a:miter/>
            </a:ln>
          </p:spPr>
          <p:txBody>
            <a:bodyPr rtlCol="0" anchor="ctr"/>
            <a:lstStyle/>
            <a:p>
              <a:endParaRPr lang="en-GR"/>
            </a:p>
          </p:txBody>
        </p:sp>
      </p:grpSp>
      <p:sp>
        <p:nvSpPr>
          <p:cNvPr id="8" name="Rectangle 7">
            <a:extLst>
              <a:ext uri="{FF2B5EF4-FFF2-40B4-BE49-F238E27FC236}">
                <a16:creationId xmlns:a16="http://schemas.microsoft.com/office/drawing/2014/main" id="{EE5E9C95-22E7-C544-C2A4-DAADCDABE044}"/>
              </a:ext>
            </a:extLst>
          </p:cNvPr>
          <p:cNvSpPr/>
          <p:nvPr/>
        </p:nvSpPr>
        <p:spPr>
          <a:xfrm>
            <a:off x="342420" y="2001404"/>
            <a:ext cx="2046472" cy="174766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9" name="Rectangle 8">
            <a:extLst>
              <a:ext uri="{FF2B5EF4-FFF2-40B4-BE49-F238E27FC236}">
                <a16:creationId xmlns:a16="http://schemas.microsoft.com/office/drawing/2014/main" id="{326DC028-5E05-9611-97E5-5E06292FB41D}"/>
              </a:ext>
            </a:extLst>
          </p:cNvPr>
          <p:cNvSpPr/>
          <p:nvPr/>
        </p:nvSpPr>
        <p:spPr>
          <a:xfrm>
            <a:off x="342419" y="3768460"/>
            <a:ext cx="2046472" cy="2518717"/>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latin typeface="Aptos" panose="020B0004020202020204" pitchFamily="34" charset="0"/>
            </a:endParaRPr>
          </a:p>
        </p:txBody>
      </p:sp>
      <p:sp>
        <p:nvSpPr>
          <p:cNvPr id="10" name="Text Placeholder 2">
            <a:extLst>
              <a:ext uri="{FF2B5EF4-FFF2-40B4-BE49-F238E27FC236}">
                <a16:creationId xmlns:a16="http://schemas.microsoft.com/office/drawing/2014/main" id="{C12DB41C-D032-86F8-D2E0-76E95A5D56B3}"/>
              </a:ext>
            </a:extLst>
          </p:cNvPr>
          <p:cNvSpPr txBox="1">
            <a:spLocks/>
          </p:cNvSpPr>
          <p:nvPr/>
        </p:nvSpPr>
        <p:spPr>
          <a:xfrm>
            <a:off x="600882" y="3981493"/>
            <a:ext cx="1498301" cy="1732334"/>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600"/>
              </a:spcBef>
              <a:buClr>
                <a:srgbClr val="047A85"/>
              </a:buClr>
              <a:buNone/>
              <a:tabLst>
                <a:tab pos="352425" algn="l"/>
              </a:tabLst>
              <a:defRPr/>
            </a:pPr>
            <a:r>
              <a:rPr lang="en-US" sz="1200" b="1">
                <a:solidFill>
                  <a:schemeClr val="accent1"/>
                </a:solidFill>
                <a:ea typeface="Lato Semibold" panose="020F0502020204030203" pitchFamily="34" charset="0"/>
                <a:cs typeface="Poppins Medium" pitchFamily="2" charset="77"/>
              </a:rPr>
              <a:t>Awareness</a:t>
            </a:r>
            <a:endParaRPr lang="en-GB" sz="1200" b="1">
              <a:solidFill>
                <a:schemeClr val="accent1"/>
              </a:solidFill>
              <a:ea typeface="Lato Semibold" panose="020F0502020204030203" pitchFamily="34" charset="0"/>
              <a:cs typeface="Poppins Medium" pitchFamily="2" charset="77"/>
            </a:endParaRPr>
          </a:p>
          <a:p>
            <a:pPr marL="0" indent="0">
              <a:lnSpc>
                <a:spcPct val="110000"/>
              </a:lnSpc>
              <a:spcBef>
                <a:spcPts val="600"/>
              </a:spcBef>
              <a:buClr>
                <a:srgbClr val="047A85"/>
              </a:buClr>
              <a:buNone/>
              <a:tabLst>
                <a:tab pos="352425" algn="l"/>
              </a:tabLst>
              <a:defRPr/>
            </a:pPr>
            <a:r>
              <a:rPr lang="en-GB" sz="1200">
                <a:solidFill>
                  <a:schemeClr val="tx1">
                    <a:lumMod val="65000"/>
                    <a:lumOff val="35000"/>
                  </a:schemeClr>
                </a:solidFill>
              </a:rPr>
              <a:t>Ut </a:t>
            </a:r>
            <a:r>
              <a:rPr lang="en-GB" sz="1200" err="1">
                <a:solidFill>
                  <a:schemeClr val="tx1">
                    <a:lumMod val="65000"/>
                    <a:lumOff val="35000"/>
                  </a:schemeClr>
                </a:solidFill>
              </a:rPr>
              <a:t>enim</a:t>
            </a:r>
            <a:r>
              <a:rPr lang="en-GB" sz="1200">
                <a:solidFill>
                  <a:schemeClr val="tx1">
                    <a:lumMod val="65000"/>
                    <a:lumOff val="35000"/>
                  </a:schemeClr>
                </a:solidFill>
              </a:rPr>
              <a:t> an minima </a:t>
            </a:r>
            <a:r>
              <a:rPr lang="en-GB" sz="1200" err="1">
                <a:solidFill>
                  <a:schemeClr val="tx1">
                    <a:lumMod val="65000"/>
                    <a:lumOff val="35000"/>
                  </a:schemeClr>
                </a:solidFill>
              </a:rPr>
              <a:t>ve</a:t>
            </a:r>
            <a:r>
              <a:rPr lang="en-GB" sz="1200">
                <a:solidFill>
                  <a:schemeClr val="tx1">
                    <a:lumMod val="65000"/>
                    <a:lumOff val="35000"/>
                  </a:schemeClr>
                </a:solidFill>
              </a:rPr>
              <a:t>, </a:t>
            </a:r>
            <a:r>
              <a:rPr lang="en-GB" sz="1200" err="1">
                <a:solidFill>
                  <a:schemeClr val="tx1">
                    <a:lumMod val="65000"/>
                    <a:lumOff val="35000"/>
                  </a:schemeClr>
                </a:solidFill>
              </a:rPr>
              <a:t>quis</a:t>
            </a:r>
            <a:r>
              <a:rPr lang="en-GB" sz="1200">
                <a:solidFill>
                  <a:schemeClr val="tx1">
                    <a:lumMod val="65000"/>
                    <a:lumOff val="35000"/>
                  </a:schemeClr>
                </a:solidFill>
              </a:rPr>
              <a:t> </a:t>
            </a:r>
            <a:r>
              <a:rPr lang="en-GB" sz="1200" err="1">
                <a:solidFill>
                  <a:schemeClr val="tx1">
                    <a:lumMod val="65000"/>
                    <a:lumOff val="35000"/>
                  </a:schemeClr>
                </a:solidFill>
              </a:rPr>
              <a:t>nostri</a:t>
            </a:r>
            <a:r>
              <a:rPr lang="en-GB" sz="1200">
                <a:solidFill>
                  <a:schemeClr val="tx1">
                    <a:lumMod val="65000"/>
                    <a:lumOff val="35000"/>
                  </a:schemeClr>
                </a:solidFill>
              </a:rPr>
              <a:t> </a:t>
            </a:r>
            <a:r>
              <a:rPr lang="en-GB" sz="1200" err="1">
                <a:solidFill>
                  <a:schemeClr val="tx1">
                    <a:lumMod val="65000"/>
                    <a:lumOff val="35000"/>
                  </a:schemeClr>
                </a:solidFill>
              </a:rPr>
              <a:t>nie</a:t>
            </a:r>
            <a:r>
              <a:rPr lang="en-GB" sz="1200">
                <a:solidFill>
                  <a:schemeClr val="tx1">
                    <a:lumMod val="65000"/>
                    <a:lumOff val="35000"/>
                  </a:schemeClr>
                </a:solidFill>
              </a:rPr>
              <a:t> </a:t>
            </a:r>
            <a:r>
              <a:rPr lang="en-GB" sz="1200" err="1">
                <a:solidFill>
                  <a:schemeClr val="tx1">
                    <a:lumMod val="65000"/>
                    <a:lumOff val="35000"/>
                  </a:schemeClr>
                </a:solidFill>
              </a:rPr>
              <a:t>exercita</a:t>
            </a:r>
            <a:r>
              <a:rPr lang="en-GB" sz="1200">
                <a:solidFill>
                  <a:schemeClr val="tx1">
                    <a:lumMod val="65000"/>
                    <a:lumOff val="35000"/>
                  </a:schemeClr>
                </a:solidFill>
              </a:rPr>
              <a:t> </a:t>
            </a:r>
            <a:r>
              <a:rPr lang="en-GB" sz="1200" err="1">
                <a:solidFill>
                  <a:schemeClr val="tx1">
                    <a:lumMod val="65000"/>
                    <a:lumOff val="35000"/>
                  </a:schemeClr>
                </a:solidFill>
              </a:rPr>
              <a:t>ven</a:t>
            </a:r>
            <a:r>
              <a:rPr lang="en-GB" sz="1200">
                <a:solidFill>
                  <a:schemeClr val="tx1">
                    <a:lumMod val="65000"/>
                    <a:lumOff val="35000"/>
                  </a:schemeClr>
                </a:solidFill>
              </a:rPr>
              <a:t> </a:t>
            </a:r>
            <a:r>
              <a:rPr lang="en-GB" sz="1200" err="1">
                <a:solidFill>
                  <a:schemeClr val="tx1">
                    <a:lumMod val="65000"/>
                    <a:lumOff val="35000"/>
                  </a:schemeClr>
                </a:solidFill>
              </a:rPr>
              <a:t>matan</a:t>
            </a:r>
            <a:r>
              <a:rPr lang="en-GB" sz="1200">
                <a:solidFill>
                  <a:schemeClr val="tx1">
                    <a:lumMod val="65000"/>
                    <a:lumOff val="35000"/>
                  </a:schemeClr>
                </a:solidFill>
              </a:rPr>
              <a:t> </a:t>
            </a:r>
            <a:r>
              <a:rPr lang="en-GB" sz="1200" err="1">
                <a:solidFill>
                  <a:schemeClr val="tx1">
                    <a:lumMod val="65000"/>
                    <a:lumOff val="35000"/>
                  </a:schemeClr>
                </a:solidFill>
              </a:rPr>
              <a:t>ullamco</a:t>
            </a:r>
            <a:r>
              <a:rPr lang="en-GB" sz="1200">
                <a:solidFill>
                  <a:schemeClr val="tx1">
                    <a:lumMod val="65000"/>
                    <a:lumOff val="35000"/>
                  </a:schemeClr>
                </a:solidFill>
              </a:rPr>
              <a:t> las nisi </a:t>
            </a:r>
            <a:r>
              <a:rPr lang="en-GB" sz="1200" err="1">
                <a:solidFill>
                  <a:schemeClr val="tx1">
                    <a:lumMod val="65000"/>
                    <a:lumOff val="35000"/>
                  </a:schemeClr>
                </a:solidFill>
              </a:rPr>
              <a:t>utur</a:t>
            </a:r>
            <a:r>
              <a:rPr lang="en-GB" sz="1200">
                <a:solidFill>
                  <a:schemeClr val="tx1">
                    <a:lumMod val="65000"/>
                    <a:lumOff val="35000"/>
                  </a:schemeClr>
                </a:solidFill>
              </a:rPr>
              <a:t> </a:t>
            </a:r>
            <a:r>
              <a:rPr lang="en-GB" sz="1200" err="1">
                <a:solidFill>
                  <a:schemeClr val="tx1">
                    <a:lumMod val="65000"/>
                    <a:lumOff val="35000"/>
                  </a:schemeClr>
                </a:solidFill>
              </a:rPr>
              <a:t>aliquip</a:t>
            </a:r>
            <a:r>
              <a:rPr lang="en-GB" sz="1200">
                <a:solidFill>
                  <a:schemeClr val="tx1">
                    <a:lumMod val="65000"/>
                    <a:lumOff val="35000"/>
                  </a:schemeClr>
                </a:solidFill>
              </a:rPr>
              <a:t>. Duis </a:t>
            </a:r>
            <a:r>
              <a:rPr lang="en-GB" sz="1200" err="1">
                <a:solidFill>
                  <a:schemeClr val="tx1">
                    <a:lumMod val="65000"/>
                    <a:lumOff val="35000"/>
                  </a:schemeClr>
                </a:solidFill>
              </a:rPr>
              <a:t>aute</a:t>
            </a:r>
            <a:r>
              <a:rPr lang="en-GB" sz="1200">
                <a:solidFill>
                  <a:schemeClr val="tx1">
                    <a:lumMod val="65000"/>
                    <a:lumOff val="35000"/>
                  </a:schemeClr>
                </a:solidFill>
              </a:rPr>
              <a:t> </a:t>
            </a:r>
            <a:r>
              <a:rPr lang="en-GB" sz="1200" err="1">
                <a:solidFill>
                  <a:schemeClr val="tx1">
                    <a:lumMod val="65000"/>
                    <a:lumOff val="35000"/>
                  </a:schemeClr>
                </a:solidFill>
              </a:rPr>
              <a:t>irure</a:t>
            </a:r>
            <a:r>
              <a:rPr lang="en-GB" sz="1200">
                <a:solidFill>
                  <a:schemeClr val="tx1">
                    <a:lumMod val="65000"/>
                    <a:lumOff val="35000"/>
                  </a:schemeClr>
                </a:solidFill>
              </a:rPr>
              <a:t> </a:t>
            </a:r>
            <a:r>
              <a:rPr lang="en-GB" sz="1200" err="1">
                <a:solidFill>
                  <a:schemeClr val="tx1">
                    <a:lumMod val="65000"/>
                    <a:lumOff val="35000"/>
                  </a:schemeClr>
                </a:solidFill>
              </a:rPr>
              <a:t>dolor</a:t>
            </a:r>
            <a:r>
              <a:rPr lang="en-GB" sz="1200">
                <a:solidFill>
                  <a:schemeClr val="tx1">
                    <a:lumMod val="65000"/>
                    <a:lumOff val="35000"/>
                  </a:schemeClr>
                </a:solidFill>
              </a:rPr>
              <a:t> in </a:t>
            </a:r>
            <a:r>
              <a:rPr lang="en-GB" sz="1200" err="1">
                <a:solidFill>
                  <a:schemeClr val="tx1">
                    <a:lumMod val="65000"/>
                    <a:lumOff val="35000"/>
                  </a:schemeClr>
                </a:solidFill>
              </a:rPr>
              <a:t>repr</a:t>
            </a:r>
            <a:r>
              <a:rPr lang="en-GB" sz="1200">
                <a:solidFill>
                  <a:schemeClr val="tx1">
                    <a:lumMod val="65000"/>
                    <a:lumOff val="35000"/>
                  </a:schemeClr>
                </a:solidFill>
              </a:rPr>
              <a:t> in </a:t>
            </a:r>
            <a:r>
              <a:rPr lang="en-GB" sz="1200" err="1">
                <a:solidFill>
                  <a:schemeClr val="tx1">
                    <a:lumMod val="65000"/>
                    <a:lumOff val="35000"/>
                  </a:schemeClr>
                </a:solidFill>
              </a:rPr>
              <a:t>voluptate</a:t>
            </a:r>
            <a:r>
              <a:rPr lang="en-GB" sz="1200">
                <a:solidFill>
                  <a:schemeClr val="tx1">
                    <a:lumMod val="65000"/>
                    <a:lumOff val="35000"/>
                  </a:schemeClr>
                </a:solidFill>
              </a:rPr>
              <a:t> </a:t>
            </a:r>
            <a:r>
              <a:rPr lang="en-GB" sz="1200" err="1">
                <a:solidFill>
                  <a:schemeClr val="tx1">
                    <a:lumMod val="65000"/>
                    <a:lumOff val="35000"/>
                  </a:schemeClr>
                </a:solidFill>
              </a:rPr>
              <a:t>veli</a:t>
            </a:r>
            <a:r>
              <a:rPr lang="en-GB" sz="1200">
                <a:solidFill>
                  <a:schemeClr val="tx1">
                    <a:lumMod val="65000"/>
                    <a:lumOff val="35000"/>
                  </a:schemeClr>
                </a:solidFill>
              </a:rPr>
              <a:t>. </a:t>
            </a:r>
            <a:r>
              <a:rPr lang="en-GB" sz="1200" err="1">
                <a:solidFill>
                  <a:schemeClr val="tx1">
                    <a:lumMod val="65000"/>
                    <a:lumOff val="35000"/>
                  </a:schemeClr>
                </a:solidFill>
              </a:rPr>
              <a:t>Cupik</a:t>
            </a:r>
            <a:r>
              <a:rPr lang="en-GB" sz="1200">
                <a:solidFill>
                  <a:schemeClr val="tx1">
                    <a:lumMod val="65000"/>
                    <a:lumOff val="35000"/>
                  </a:schemeClr>
                </a:solidFill>
              </a:rPr>
              <a:t> </a:t>
            </a:r>
            <a:r>
              <a:rPr lang="en-GB" sz="1200" err="1">
                <a:solidFill>
                  <a:schemeClr val="tx1">
                    <a:lumMod val="65000"/>
                    <a:lumOff val="35000"/>
                  </a:schemeClr>
                </a:solidFill>
              </a:rPr>
              <a:t>iste</a:t>
            </a:r>
            <a:r>
              <a:rPr lang="en-GB" sz="1200">
                <a:solidFill>
                  <a:schemeClr val="tx1">
                    <a:lumMod val="65000"/>
                    <a:lumOff val="35000"/>
                  </a:schemeClr>
                </a:solidFill>
              </a:rPr>
              <a:t> Nonaka.</a:t>
            </a:r>
          </a:p>
        </p:txBody>
      </p:sp>
      <p:grpSp>
        <p:nvGrpSpPr>
          <p:cNvPr id="48" name="Group 47">
            <a:extLst>
              <a:ext uri="{FF2B5EF4-FFF2-40B4-BE49-F238E27FC236}">
                <a16:creationId xmlns:a16="http://schemas.microsoft.com/office/drawing/2014/main" id="{EA42023A-46CA-CEEA-5D00-4D813D509EBC}"/>
              </a:ext>
            </a:extLst>
          </p:cNvPr>
          <p:cNvGrpSpPr/>
          <p:nvPr/>
        </p:nvGrpSpPr>
        <p:grpSpPr>
          <a:xfrm>
            <a:off x="1046492" y="2422358"/>
            <a:ext cx="638328" cy="905755"/>
            <a:chOff x="5121551" y="5856060"/>
            <a:chExt cx="127534" cy="180964"/>
          </a:xfrm>
          <a:solidFill>
            <a:schemeClr val="accent3"/>
          </a:solidFill>
        </p:grpSpPr>
        <p:sp>
          <p:nvSpPr>
            <p:cNvPr id="49" name="Freeform 797">
              <a:extLst>
                <a:ext uri="{FF2B5EF4-FFF2-40B4-BE49-F238E27FC236}">
                  <a16:creationId xmlns:a16="http://schemas.microsoft.com/office/drawing/2014/main" id="{17DC423D-66EE-AD96-6B99-346C8CA9CCF8}"/>
                </a:ext>
              </a:extLst>
            </p:cNvPr>
            <p:cNvSpPr/>
            <p:nvPr/>
          </p:nvSpPr>
          <p:spPr>
            <a:xfrm>
              <a:off x="5121551" y="5856060"/>
              <a:ext cx="127534" cy="139212"/>
            </a:xfrm>
            <a:custGeom>
              <a:avLst/>
              <a:gdLst>
                <a:gd name="connsiteX0" fmla="*/ 0 w 144043"/>
                <a:gd name="connsiteY0" fmla="*/ 72084 h 157233"/>
                <a:gd name="connsiteX1" fmla="*/ 72022 w 144043"/>
                <a:gd name="connsiteY1" fmla="*/ 37 h 157233"/>
                <a:gd name="connsiteX2" fmla="*/ 72022 w 144043"/>
                <a:gd name="connsiteY2" fmla="*/ 0 h 157233"/>
                <a:gd name="connsiteX3" fmla="*/ 144043 w 144043"/>
                <a:gd name="connsiteY3" fmla="*/ 72084 h 157233"/>
                <a:gd name="connsiteX4" fmla="*/ 131205 w 144043"/>
                <a:gd name="connsiteY4" fmla="*/ 113181 h 157233"/>
                <a:gd name="connsiteX5" fmla="*/ 124954 w 144043"/>
                <a:gd name="connsiteY5" fmla="*/ 121831 h 157233"/>
                <a:gd name="connsiteX6" fmla="*/ 104759 w 144043"/>
                <a:gd name="connsiteY6" fmla="*/ 157234 h 157233"/>
                <a:gd name="connsiteX7" fmla="*/ 39284 w 144043"/>
                <a:gd name="connsiteY7" fmla="*/ 157234 h 157233"/>
                <a:gd name="connsiteX8" fmla="*/ 19148 w 144043"/>
                <a:gd name="connsiteY8" fmla="*/ 121904 h 157233"/>
                <a:gd name="connsiteX9" fmla="*/ 12838 w 144043"/>
                <a:gd name="connsiteY9" fmla="*/ 113181 h 157233"/>
                <a:gd name="connsiteX10" fmla="*/ 0 w 144043"/>
                <a:gd name="connsiteY10" fmla="*/ 72084 h 157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043" h="157233">
                  <a:moveTo>
                    <a:pt x="0" y="72084"/>
                  </a:moveTo>
                  <a:cubicBezTo>
                    <a:pt x="0" y="32337"/>
                    <a:pt x="32227" y="37"/>
                    <a:pt x="72022" y="37"/>
                  </a:cubicBezTo>
                  <a:lnTo>
                    <a:pt x="72022" y="0"/>
                  </a:lnTo>
                  <a:cubicBezTo>
                    <a:pt x="111766" y="0"/>
                    <a:pt x="144043" y="32228"/>
                    <a:pt x="144043" y="72084"/>
                  </a:cubicBezTo>
                  <a:cubicBezTo>
                    <a:pt x="144043" y="87376"/>
                    <a:pt x="139285" y="101502"/>
                    <a:pt x="131205" y="113181"/>
                  </a:cubicBezTo>
                  <a:cubicBezTo>
                    <a:pt x="129176" y="116064"/>
                    <a:pt x="127067" y="118947"/>
                    <a:pt x="124954" y="121831"/>
                  </a:cubicBezTo>
                  <a:cubicBezTo>
                    <a:pt x="116878" y="132890"/>
                    <a:pt x="108733" y="143985"/>
                    <a:pt x="104759" y="157234"/>
                  </a:cubicBezTo>
                  <a:lnTo>
                    <a:pt x="39284" y="157234"/>
                  </a:lnTo>
                  <a:cubicBezTo>
                    <a:pt x="35361" y="144022"/>
                    <a:pt x="27216" y="132926"/>
                    <a:pt x="19148" y="121904"/>
                  </a:cubicBezTo>
                  <a:cubicBezTo>
                    <a:pt x="17013" y="119020"/>
                    <a:pt x="14882" y="116101"/>
                    <a:pt x="12838" y="113181"/>
                  </a:cubicBezTo>
                  <a:cubicBezTo>
                    <a:pt x="4759" y="101502"/>
                    <a:pt x="0" y="87340"/>
                    <a:pt x="0" y="72084"/>
                  </a:cubicBezTo>
                  <a:close/>
                </a:path>
              </a:pathLst>
            </a:custGeom>
            <a:grpFill/>
            <a:ln w="3646" cap="flat">
              <a:noFill/>
              <a:prstDash val="solid"/>
              <a:miter/>
            </a:ln>
          </p:spPr>
          <p:txBody>
            <a:bodyPr rtlCol="0" anchor="ctr"/>
            <a:lstStyle/>
            <a:p>
              <a:endParaRPr lang="en-GR"/>
            </a:p>
          </p:txBody>
        </p:sp>
        <p:sp>
          <p:nvSpPr>
            <p:cNvPr id="50" name="Freeform 798">
              <a:extLst>
                <a:ext uri="{FF2B5EF4-FFF2-40B4-BE49-F238E27FC236}">
                  <a16:creationId xmlns:a16="http://schemas.microsoft.com/office/drawing/2014/main" id="{DBB7C986-AB36-BC77-C976-D5964E7E08E8}"/>
                </a:ext>
              </a:extLst>
            </p:cNvPr>
            <p:cNvSpPr/>
            <p:nvPr/>
          </p:nvSpPr>
          <p:spPr>
            <a:xfrm>
              <a:off x="5156288" y="6007521"/>
              <a:ext cx="57970" cy="29503"/>
            </a:xfrm>
            <a:custGeom>
              <a:avLst/>
              <a:gdLst>
                <a:gd name="connsiteX0" fmla="*/ 8952 w 65474"/>
                <a:gd name="connsiteY0" fmla="*/ 0 h 33322"/>
                <a:gd name="connsiteX1" fmla="*/ 56523 w 65474"/>
                <a:gd name="connsiteY1" fmla="*/ 0 h 33322"/>
                <a:gd name="connsiteX2" fmla="*/ 65475 w 65474"/>
                <a:gd name="connsiteY2" fmla="*/ 5840 h 33322"/>
                <a:gd name="connsiteX3" fmla="*/ 65475 w 65474"/>
                <a:gd name="connsiteY3" fmla="*/ 13687 h 33322"/>
                <a:gd name="connsiteX4" fmla="*/ 32737 w 65474"/>
                <a:gd name="connsiteY4" fmla="*/ 33323 h 33322"/>
                <a:gd name="connsiteX5" fmla="*/ 0 w 65474"/>
                <a:gd name="connsiteY5" fmla="*/ 13687 h 33322"/>
                <a:gd name="connsiteX6" fmla="*/ 0 w 65474"/>
                <a:gd name="connsiteY6" fmla="*/ 5913 h 33322"/>
                <a:gd name="connsiteX7" fmla="*/ 8952 w 65474"/>
                <a:gd name="connsiteY7" fmla="*/ 0 h 33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474" h="33322">
                  <a:moveTo>
                    <a:pt x="8952" y="0"/>
                  </a:moveTo>
                  <a:lnTo>
                    <a:pt x="56523" y="0"/>
                  </a:lnTo>
                  <a:cubicBezTo>
                    <a:pt x="61486" y="328"/>
                    <a:pt x="65373" y="2847"/>
                    <a:pt x="65475" y="5840"/>
                  </a:cubicBezTo>
                  <a:lnTo>
                    <a:pt x="65475" y="13687"/>
                  </a:lnTo>
                  <a:cubicBezTo>
                    <a:pt x="65475" y="24527"/>
                    <a:pt x="50794" y="33323"/>
                    <a:pt x="32737" y="33323"/>
                  </a:cubicBezTo>
                  <a:cubicBezTo>
                    <a:pt x="14681" y="33323"/>
                    <a:pt x="0" y="24527"/>
                    <a:pt x="0" y="13687"/>
                  </a:cubicBezTo>
                  <a:lnTo>
                    <a:pt x="0" y="5913"/>
                  </a:lnTo>
                  <a:cubicBezTo>
                    <a:pt x="51" y="2847"/>
                    <a:pt x="3941" y="328"/>
                    <a:pt x="8952" y="0"/>
                  </a:cubicBezTo>
                  <a:close/>
                </a:path>
              </a:pathLst>
            </a:custGeom>
            <a:grpFill/>
            <a:ln w="3646" cap="flat">
              <a:noFill/>
              <a:prstDash val="solid"/>
              <a:miter/>
            </a:ln>
          </p:spPr>
          <p:txBody>
            <a:bodyPr rtlCol="0" anchor="ctr"/>
            <a:lstStyle/>
            <a:p>
              <a:endParaRPr lang="en-GR"/>
            </a:p>
          </p:txBody>
        </p:sp>
      </p:grpSp>
      <p:sp>
        <p:nvSpPr>
          <p:cNvPr id="3" name="Text Placeholder 2">
            <a:extLst>
              <a:ext uri="{FF2B5EF4-FFF2-40B4-BE49-F238E27FC236}">
                <a16:creationId xmlns:a16="http://schemas.microsoft.com/office/drawing/2014/main" id="{20ED0AEA-DBB1-2A07-569A-5CECE4D85038}"/>
              </a:ext>
            </a:extLst>
          </p:cNvPr>
          <p:cNvSpPr>
            <a:spLocks noGrp="1"/>
          </p:cNvSpPr>
          <p:nvPr>
            <p:ph type="body" sz="quarter" idx="25"/>
          </p:nvPr>
        </p:nvSpPr>
        <p:spPr>
          <a:xfrm>
            <a:off x="332318" y="741496"/>
            <a:ext cx="11531549" cy="334515"/>
          </a:xfrm>
        </p:spPr>
        <p:txBody>
          <a:bodyPr/>
          <a:lstStyle/>
          <a:p>
            <a:r>
              <a:rPr lang="en-GR"/>
              <a:t>Infographic</a:t>
            </a:r>
          </a:p>
        </p:txBody>
      </p:sp>
    </p:spTree>
    <p:extLst>
      <p:ext uri="{BB962C8B-B14F-4D97-AF65-F5344CB8AC3E}">
        <p14:creationId xmlns:p14="http://schemas.microsoft.com/office/powerpoint/2010/main" val="1817885764"/>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3F4A3B32-FC92-0B30-6954-D6F1CEB84183}"/>
              </a:ext>
            </a:extLst>
          </p:cNvPr>
          <p:cNvSpPr/>
          <p:nvPr/>
        </p:nvSpPr>
        <p:spPr>
          <a:xfrm>
            <a:off x="6257800" y="3799494"/>
            <a:ext cx="2636137" cy="2202727"/>
          </a:xfrm>
          <a:prstGeom prst="rect">
            <a:avLst/>
          </a:prstGeom>
          <a:solidFill>
            <a:srgbClr val="F6FA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9" name="Slide Number Placeholder 8">
            <a:extLst>
              <a:ext uri="{FF2B5EF4-FFF2-40B4-BE49-F238E27FC236}">
                <a16:creationId xmlns:a16="http://schemas.microsoft.com/office/drawing/2014/main" id="{1C254AA4-8FE4-34CE-ABBB-E07677974DF4}"/>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178</a:t>
            </a:fld>
            <a:endParaRPr lang="en-GR"/>
          </a:p>
        </p:txBody>
      </p:sp>
      <p:sp>
        <p:nvSpPr>
          <p:cNvPr id="2" name="Rectangle 1">
            <a:extLst>
              <a:ext uri="{FF2B5EF4-FFF2-40B4-BE49-F238E27FC236}">
                <a16:creationId xmlns:a16="http://schemas.microsoft.com/office/drawing/2014/main" id="{D9A32EDD-179D-F9AD-4026-624F096B1CC2}"/>
              </a:ext>
            </a:extLst>
          </p:cNvPr>
          <p:cNvSpPr/>
          <p:nvPr/>
        </p:nvSpPr>
        <p:spPr>
          <a:xfrm>
            <a:off x="3300111" y="1281546"/>
            <a:ext cx="2636137" cy="220272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3" name="Text Placeholder 2">
            <a:extLst>
              <a:ext uri="{FF2B5EF4-FFF2-40B4-BE49-F238E27FC236}">
                <a16:creationId xmlns:a16="http://schemas.microsoft.com/office/drawing/2014/main" id="{EDAFF1E5-20BF-A075-6A37-1D0201F62475}"/>
              </a:ext>
            </a:extLst>
          </p:cNvPr>
          <p:cNvSpPr txBox="1">
            <a:spLocks/>
          </p:cNvSpPr>
          <p:nvPr/>
        </p:nvSpPr>
        <p:spPr>
          <a:xfrm>
            <a:off x="3442692" y="2479866"/>
            <a:ext cx="2279375" cy="815608"/>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4150" indent="-184150">
              <a:spcBef>
                <a:spcPts val="0"/>
              </a:spcBef>
              <a:spcAft>
                <a:spcPts val="600"/>
              </a:spcAft>
              <a:buClr>
                <a:schemeClr val="accent3"/>
              </a:buClr>
              <a:tabLst>
                <a:tab pos="352425" algn="l"/>
              </a:tabLst>
              <a:defRPr/>
            </a:pPr>
            <a:r>
              <a:rPr lang="en-GB" sz="1200">
                <a:solidFill>
                  <a:schemeClr val="bg1"/>
                </a:solidFill>
              </a:rPr>
              <a:t>Ut </a:t>
            </a:r>
            <a:r>
              <a:rPr lang="en-GB" sz="1200" err="1">
                <a:solidFill>
                  <a:schemeClr val="bg1"/>
                </a:solidFill>
              </a:rPr>
              <a:t>enim</a:t>
            </a:r>
            <a:r>
              <a:rPr lang="en-GB" sz="1200">
                <a:solidFill>
                  <a:schemeClr val="bg1"/>
                </a:solidFill>
              </a:rPr>
              <a:t> ad minim </a:t>
            </a:r>
            <a:r>
              <a:rPr lang="en-GB" sz="1200" err="1">
                <a:solidFill>
                  <a:schemeClr val="bg1"/>
                </a:solidFill>
              </a:rPr>
              <a:t>veniam</a:t>
            </a:r>
            <a:r>
              <a:rPr lang="en-GB" sz="1200">
                <a:solidFill>
                  <a:schemeClr val="bg1"/>
                </a:solidFill>
              </a:rPr>
              <a:t>, </a:t>
            </a:r>
            <a:r>
              <a:rPr lang="en-GB" sz="1200" err="1">
                <a:solidFill>
                  <a:schemeClr val="bg1"/>
                </a:solidFill>
              </a:rPr>
              <a:t>quis</a:t>
            </a:r>
            <a:r>
              <a:rPr lang="en-GB" sz="1200">
                <a:solidFill>
                  <a:schemeClr val="bg1"/>
                </a:solidFill>
              </a:rPr>
              <a:t> </a:t>
            </a:r>
            <a:r>
              <a:rPr lang="en-GB" sz="1200" err="1">
                <a:solidFill>
                  <a:schemeClr val="bg1"/>
                </a:solidFill>
              </a:rPr>
              <a:t>commodo</a:t>
            </a:r>
            <a:r>
              <a:rPr lang="en-GB" sz="1200">
                <a:solidFill>
                  <a:schemeClr val="bg1"/>
                </a:solidFill>
              </a:rPr>
              <a:t> minim </a:t>
            </a:r>
            <a:r>
              <a:rPr lang="en-GB" sz="1200" err="1">
                <a:solidFill>
                  <a:schemeClr val="bg1"/>
                </a:solidFill>
              </a:rPr>
              <a:t>consequat</a:t>
            </a:r>
            <a:r>
              <a:rPr lang="en-GB" sz="1200">
                <a:solidFill>
                  <a:schemeClr val="bg1"/>
                </a:solidFill>
              </a:rPr>
              <a:t>. </a:t>
            </a:r>
          </a:p>
          <a:p>
            <a:pPr marL="184150" indent="-184150">
              <a:spcBef>
                <a:spcPts val="0"/>
              </a:spcBef>
              <a:spcAft>
                <a:spcPts val="600"/>
              </a:spcAft>
              <a:buClr>
                <a:schemeClr val="accent3"/>
              </a:buClr>
              <a:tabLst>
                <a:tab pos="352425" algn="l"/>
              </a:tabLst>
              <a:defRPr/>
            </a:pPr>
            <a:r>
              <a:rPr lang="en-GB" sz="1200">
                <a:solidFill>
                  <a:schemeClr val="bg1"/>
                </a:solidFill>
              </a:rPr>
              <a:t>Lorem ipsum </a:t>
            </a:r>
            <a:r>
              <a:rPr lang="en-GB" sz="1200" err="1">
                <a:solidFill>
                  <a:schemeClr val="bg1"/>
                </a:solidFill>
              </a:rPr>
              <a:t>dolor</a:t>
            </a:r>
            <a:r>
              <a:rPr lang="en-GB" sz="1200">
                <a:solidFill>
                  <a:schemeClr val="bg1"/>
                </a:solidFill>
              </a:rPr>
              <a:t>, </a:t>
            </a:r>
            <a:r>
              <a:rPr lang="en-GB" sz="1200" err="1">
                <a:solidFill>
                  <a:schemeClr val="bg1"/>
                </a:solidFill>
              </a:rPr>
              <a:t>consecteta</a:t>
            </a:r>
            <a:r>
              <a:rPr lang="en-GB" sz="1200">
                <a:solidFill>
                  <a:schemeClr val="bg1"/>
                </a:solidFill>
              </a:rPr>
              <a:t> </a:t>
            </a:r>
            <a:r>
              <a:rPr lang="en-GB" sz="1200" err="1">
                <a:solidFill>
                  <a:schemeClr val="bg1"/>
                </a:solidFill>
              </a:rPr>
              <a:t>commodo</a:t>
            </a:r>
            <a:r>
              <a:rPr lang="en-GB" sz="1200">
                <a:solidFill>
                  <a:schemeClr val="bg1"/>
                </a:solidFill>
              </a:rPr>
              <a:t> </a:t>
            </a:r>
            <a:r>
              <a:rPr lang="en-GB" sz="1200" err="1">
                <a:solidFill>
                  <a:schemeClr val="bg1"/>
                </a:solidFill>
              </a:rPr>
              <a:t>dcolabriat</a:t>
            </a:r>
            <a:r>
              <a:rPr lang="en-GB" sz="1200">
                <a:solidFill>
                  <a:schemeClr val="bg1"/>
                </a:solidFill>
              </a:rPr>
              <a:t> </a:t>
            </a:r>
            <a:r>
              <a:rPr lang="en-GB" sz="1200" err="1">
                <a:solidFill>
                  <a:schemeClr val="bg1"/>
                </a:solidFill>
              </a:rPr>
              <a:t>sobre</a:t>
            </a:r>
            <a:r>
              <a:rPr lang="en-GB" sz="1200">
                <a:solidFill>
                  <a:schemeClr val="bg1"/>
                </a:solidFill>
              </a:rPr>
              <a:t>.</a:t>
            </a:r>
          </a:p>
        </p:txBody>
      </p:sp>
      <p:sp>
        <p:nvSpPr>
          <p:cNvPr id="4" name="Text Placeholder 2">
            <a:extLst>
              <a:ext uri="{FF2B5EF4-FFF2-40B4-BE49-F238E27FC236}">
                <a16:creationId xmlns:a16="http://schemas.microsoft.com/office/drawing/2014/main" id="{29E5D8E8-D5B2-3C2D-DE4C-10B81C297720}"/>
              </a:ext>
            </a:extLst>
          </p:cNvPr>
          <p:cNvSpPr txBox="1">
            <a:spLocks/>
          </p:cNvSpPr>
          <p:nvPr/>
        </p:nvSpPr>
        <p:spPr>
          <a:xfrm>
            <a:off x="3474526" y="1968235"/>
            <a:ext cx="1868557" cy="333425"/>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0000"/>
              </a:lnSpc>
              <a:spcBef>
                <a:spcPts val="0"/>
              </a:spcBef>
              <a:spcAft>
                <a:spcPts val="600"/>
              </a:spcAft>
              <a:buClr>
                <a:srgbClr val="047A85"/>
              </a:buClr>
              <a:buNone/>
              <a:tabLst>
                <a:tab pos="352425" algn="l"/>
              </a:tabLst>
              <a:defRPr/>
            </a:pPr>
            <a:r>
              <a:rPr lang="en-GB" sz="1200" b="1">
                <a:solidFill>
                  <a:schemeClr val="bg1"/>
                </a:solidFill>
                <a:latin typeface="Aptos SemiBold" panose="020B0004020202020204" pitchFamily="34" charset="0"/>
              </a:rPr>
              <a:t>Ut </a:t>
            </a:r>
            <a:r>
              <a:rPr lang="en-GB" sz="1200" b="1" err="1">
                <a:solidFill>
                  <a:schemeClr val="bg1"/>
                </a:solidFill>
                <a:latin typeface="Aptos SemiBold" panose="020B0004020202020204" pitchFamily="34" charset="0"/>
              </a:rPr>
              <a:t>enim</a:t>
            </a:r>
            <a:r>
              <a:rPr lang="en-GB" sz="1200" b="1">
                <a:solidFill>
                  <a:schemeClr val="bg1"/>
                </a:solidFill>
                <a:latin typeface="Aptos SemiBold" panose="020B0004020202020204" pitchFamily="34" charset="0"/>
              </a:rPr>
              <a:t> ad minim </a:t>
            </a:r>
            <a:r>
              <a:rPr lang="en-GB" sz="1200" b="1" err="1">
                <a:solidFill>
                  <a:schemeClr val="bg1"/>
                </a:solidFill>
                <a:latin typeface="Aptos SemiBold" panose="020B0004020202020204" pitchFamily="34" charset="0"/>
              </a:rPr>
              <a:t>veniam</a:t>
            </a:r>
            <a:r>
              <a:rPr lang="en-GB" sz="1200" b="1">
                <a:solidFill>
                  <a:schemeClr val="bg1"/>
                </a:solidFill>
                <a:latin typeface="Aptos SemiBold" panose="020B0004020202020204" pitchFamily="34" charset="0"/>
              </a:rPr>
              <a:t> </a:t>
            </a:r>
            <a:r>
              <a:rPr lang="en-GB" sz="1200" b="1" err="1">
                <a:solidFill>
                  <a:schemeClr val="bg1"/>
                </a:solidFill>
                <a:latin typeface="Aptos SemiBold" panose="020B0004020202020204" pitchFamily="34" charset="0"/>
              </a:rPr>
              <a:t>est</a:t>
            </a:r>
            <a:r>
              <a:rPr lang="en-GB" sz="1200" b="1">
                <a:solidFill>
                  <a:schemeClr val="bg1"/>
                </a:solidFill>
                <a:latin typeface="Aptos SemiBold" panose="020B0004020202020204" pitchFamily="34" charset="0"/>
              </a:rPr>
              <a:t> </a:t>
            </a:r>
            <a:r>
              <a:rPr lang="en-GB" sz="1200" b="1" err="1">
                <a:solidFill>
                  <a:schemeClr val="bg1"/>
                </a:solidFill>
                <a:latin typeface="Aptos SemiBold" panose="020B0004020202020204" pitchFamily="34" charset="0"/>
              </a:rPr>
              <a:t>novium</a:t>
            </a:r>
            <a:endParaRPr lang="en-GR" sz="1200">
              <a:solidFill>
                <a:schemeClr val="bg1"/>
              </a:solidFill>
            </a:endParaRPr>
          </a:p>
        </p:txBody>
      </p:sp>
      <p:grpSp>
        <p:nvGrpSpPr>
          <p:cNvPr id="5" name="Group 4">
            <a:extLst>
              <a:ext uri="{FF2B5EF4-FFF2-40B4-BE49-F238E27FC236}">
                <a16:creationId xmlns:a16="http://schemas.microsoft.com/office/drawing/2014/main" id="{6210F65B-FF4D-0880-4CA1-59CA0954277A}"/>
              </a:ext>
            </a:extLst>
          </p:cNvPr>
          <p:cNvGrpSpPr/>
          <p:nvPr/>
        </p:nvGrpSpPr>
        <p:grpSpPr>
          <a:xfrm>
            <a:off x="5442413" y="1475725"/>
            <a:ext cx="337929" cy="423980"/>
            <a:chOff x="4449500" y="1220405"/>
            <a:chExt cx="144235" cy="180964"/>
          </a:xfrm>
          <a:solidFill>
            <a:schemeClr val="accent3"/>
          </a:solidFill>
        </p:grpSpPr>
        <p:sp>
          <p:nvSpPr>
            <p:cNvPr id="6" name="Freeform 5">
              <a:extLst>
                <a:ext uri="{FF2B5EF4-FFF2-40B4-BE49-F238E27FC236}">
                  <a16:creationId xmlns:a16="http://schemas.microsoft.com/office/drawing/2014/main" id="{ABBD6442-2941-8CC1-3703-7F8AE85F80A0}"/>
                </a:ext>
              </a:extLst>
            </p:cNvPr>
            <p:cNvSpPr/>
            <p:nvPr/>
          </p:nvSpPr>
          <p:spPr>
            <a:xfrm>
              <a:off x="4534999" y="1259075"/>
              <a:ext cx="28620" cy="12476"/>
            </a:xfrm>
            <a:custGeom>
              <a:avLst/>
              <a:gdLst>
                <a:gd name="connsiteX0" fmla="*/ 0 w 32325"/>
                <a:gd name="connsiteY0" fmla="*/ 0 h 14091"/>
                <a:gd name="connsiteX1" fmla="*/ 32325 w 32325"/>
                <a:gd name="connsiteY1" fmla="*/ 0 h 14091"/>
                <a:gd name="connsiteX2" fmla="*/ 32325 w 32325"/>
                <a:gd name="connsiteY2" fmla="*/ 14092 h 14091"/>
                <a:gd name="connsiteX3" fmla="*/ 0 w 32325"/>
                <a:gd name="connsiteY3" fmla="*/ 14092 h 14091"/>
                <a:gd name="connsiteX4" fmla="*/ 0 w 32325"/>
                <a:gd name="connsiteY4" fmla="*/ 0 h 14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25" h="14091">
                  <a:moveTo>
                    <a:pt x="0" y="0"/>
                  </a:moveTo>
                  <a:lnTo>
                    <a:pt x="32325" y="0"/>
                  </a:lnTo>
                  <a:lnTo>
                    <a:pt x="32325" y="14092"/>
                  </a:lnTo>
                  <a:lnTo>
                    <a:pt x="0" y="14092"/>
                  </a:lnTo>
                  <a:lnTo>
                    <a:pt x="0" y="0"/>
                  </a:lnTo>
                  <a:close/>
                </a:path>
              </a:pathLst>
            </a:custGeom>
            <a:grpFill/>
            <a:ln w="3646" cap="flat">
              <a:noFill/>
              <a:prstDash val="solid"/>
              <a:miter/>
            </a:ln>
          </p:spPr>
          <p:txBody>
            <a:bodyPr rtlCol="0" anchor="ctr"/>
            <a:lstStyle/>
            <a:p>
              <a:endParaRPr lang="en-GR"/>
            </a:p>
          </p:txBody>
        </p:sp>
        <p:sp>
          <p:nvSpPr>
            <p:cNvPr id="19" name="Freeform 18">
              <a:extLst>
                <a:ext uri="{FF2B5EF4-FFF2-40B4-BE49-F238E27FC236}">
                  <a16:creationId xmlns:a16="http://schemas.microsoft.com/office/drawing/2014/main" id="{F3CFC156-8000-B5D6-E928-5961C5FD596B}"/>
                </a:ext>
              </a:extLst>
            </p:cNvPr>
            <p:cNvSpPr/>
            <p:nvPr/>
          </p:nvSpPr>
          <p:spPr>
            <a:xfrm>
              <a:off x="4449500" y="1220405"/>
              <a:ext cx="144235" cy="180964"/>
            </a:xfrm>
            <a:custGeom>
              <a:avLst/>
              <a:gdLst>
                <a:gd name="connsiteX0" fmla="*/ 122181 w 162906"/>
                <a:gd name="connsiteY0" fmla="*/ 0 h 204389"/>
                <a:gd name="connsiteX1" fmla="*/ 162907 w 162906"/>
                <a:gd name="connsiteY1" fmla="*/ 23570 h 204389"/>
                <a:gd name="connsiteX2" fmla="*/ 162907 w 162906"/>
                <a:gd name="connsiteY2" fmla="*/ 180819 h 204389"/>
                <a:gd name="connsiteX3" fmla="*/ 122181 w 162906"/>
                <a:gd name="connsiteY3" fmla="*/ 204390 h 204389"/>
                <a:gd name="connsiteX4" fmla="*/ 40726 w 162906"/>
                <a:gd name="connsiteY4" fmla="*/ 204390 h 204389"/>
                <a:gd name="connsiteX5" fmla="*/ 0 w 162906"/>
                <a:gd name="connsiteY5" fmla="*/ 180819 h 204389"/>
                <a:gd name="connsiteX6" fmla="*/ 0 w 162906"/>
                <a:gd name="connsiteY6" fmla="*/ 23570 h 204389"/>
                <a:gd name="connsiteX7" fmla="*/ 40726 w 162906"/>
                <a:gd name="connsiteY7" fmla="*/ 0 h 204389"/>
                <a:gd name="connsiteX8" fmla="*/ 122181 w 162906"/>
                <a:gd name="connsiteY8" fmla="*/ 0 h 204389"/>
                <a:gd name="connsiteX9" fmla="*/ 20235 w 162906"/>
                <a:gd name="connsiteY9" fmla="*/ 172519 h 204389"/>
                <a:gd name="connsiteX10" fmla="*/ 38525 w 162906"/>
                <a:gd name="connsiteY10" fmla="*/ 183126 h 204389"/>
                <a:gd name="connsiteX11" fmla="*/ 56812 w 162906"/>
                <a:gd name="connsiteY11" fmla="*/ 172519 h 204389"/>
                <a:gd name="connsiteX12" fmla="*/ 38525 w 162906"/>
                <a:gd name="connsiteY12" fmla="*/ 161913 h 204389"/>
                <a:gd name="connsiteX13" fmla="*/ 20235 w 162906"/>
                <a:gd name="connsiteY13" fmla="*/ 172519 h 204389"/>
                <a:gd name="connsiteX14" fmla="*/ 20235 w 162906"/>
                <a:gd name="connsiteY14" fmla="*/ 136755 h 204389"/>
                <a:gd name="connsiteX15" fmla="*/ 38525 w 162906"/>
                <a:gd name="connsiteY15" fmla="*/ 147361 h 204389"/>
                <a:gd name="connsiteX16" fmla="*/ 56812 w 162906"/>
                <a:gd name="connsiteY16" fmla="*/ 136755 h 204389"/>
                <a:gd name="connsiteX17" fmla="*/ 38525 w 162906"/>
                <a:gd name="connsiteY17" fmla="*/ 126148 h 204389"/>
                <a:gd name="connsiteX18" fmla="*/ 20235 w 162906"/>
                <a:gd name="connsiteY18" fmla="*/ 136755 h 204389"/>
                <a:gd name="connsiteX19" fmla="*/ 20235 w 162906"/>
                <a:gd name="connsiteY19" fmla="*/ 101761 h 204389"/>
                <a:gd name="connsiteX20" fmla="*/ 38525 w 162906"/>
                <a:gd name="connsiteY20" fmla="*/ 112367 h 204389"/>
                <a:gd name="connsiteX21" fmla="*/ 56812 w 162906"/>
                <a:gd name="connsiteY21" fmla="*/ 101761 h 204389"/>
                <a:gd name="connsiteX22" fmla="*/ 38525 w 162906"/>
                <a:gd name="connsiteY22" fmla="*/ 91154 h 204389"/>
                <a:gd name="connsiteX23" fmla="*/ 20235 w 162906"/>
                <a:gd name="connsiteY23" fmla="*/ 101761 h 204389"/>
                <a:gd name="connsiteX24" fmla="*/ 63165 w 162906"/>
                <a:gd name="connsiteY24" fmla="*/ 172571 h 204389"/>
                <a:gd name="connsiteX25" fmla="*/ 81455 w 162906"/>
                <a:gd name="connsiteY25" fmla="*/ 183177 h 204389"/>
                <a:gd name="connsiteX26" fmla="*/ 99742 w 162906"/>
                <a:gd name="connsiteY26" fmla="*/ 172571 h 204389"/>
                <a:gd name="connsiteX27" fmla="*/ 81455 w 162906"/>
                <a:gd name="connsiteY27" fmla="*/ 161964 h 204389"/>
                <a:gd name="connsiteX28" fmla="*/ 63165 w 162906"/>
                <a:gd name="connsiteY28" fmla="*/ 172571 h 204389"/>
                <a:gd name="connsiteX29" fmla="*/ 63165 w 162906"/>
                <a:gd name="connsiteY29" fmla="*/ 136806 h 204389"/>
                <a:gd name="connsiteX30" fmla="*/ 81455 w 162906"/>
                <a:gd name="connsiteY30" fmla="*/ 147412 h 204389"/>
                <a:gd name="connsiteX31" fmla="*/ 99742 w 162906"/>
                <a:gd name="connsiteY31" fmla="*/ 136806 h 204389"/>
                <a:gd name="connsiteX32" fmla="*/ 81455 w 162906"/>
                <a:gd name="connsiteY32" fmla="*/ 126200 h 204389"/>
                <a:gd name="connsiteX33" fmla="*/ 63165 w 162906"/>
                <a:gd name="connsiteY33" fmla="*/ 136806 h 204389"/>
                <a:gd name="connsiteX34" fmla="*/ 63165 w 162906"/>
                <a:gd name="connsiteY34" fmla="*/ 101812 h 204389"/>
                <a:gd name="connsiteX35" fmla="*/ 81455 w 162906"/>
                <a:gd name="connsiteY35" fmla="*/ 112418 h 204389"/>
                <a:gd name="connsiteX36" fmla="*/ 99742 w 162906"/>
                <a:gd name="connsiteY36" fmla="*/ 101812 h 204389"/>
                <a:gd name="connsiteX37" fmla="*/ 81455 w 162906"/>
                <a:gd name="connsiteY37" fmla="*/ 91205 h 204389"/>
                <a:gd name="connsiteX38" fmla="*/ 63165 w 162906"/>
                <a:gd name="connsiteY38" fmla="*/ 101812 h 204389"/>
                <a:gd name="connsiteX39" fmla="*/ 124126 w 162906"/>
                <a:gd name="connsiteY39" fmla="*/ 182819 h 204389"/>
                <a:gd name="connsiteX40" fmla="*/ 140573 w 162906"/>
                <a:gd name="connsiteY40" fmla="*/ 172622 h 204389"/>
                <a:gd name="connsiteX41" fmla="*/ 140573 w 162906"/>
                <a:gd name="connsiteY41" fmla="*/ 137576 h 204389"/>
                <a:gd name="connsiteX42" fmla="*/ 124126 w 162906"/>
                <a:gd name="connsiteY42" fmla="*/ 127378 h 204389"/>
                <a:gd name="connsiteX43" fmla="*/ 107682 w 162906"/>
                <a:gd name="connsiteY43" fmla="*/ 137576 h 204389"/>
                <a:gd name="connsiteX44" fmla="*/ 107682 w 162906"/>
                <a:gd name="connsiteY44" fmla="*/ 172622 h 204389"/>
                <a:gd name="connsiteX45" fmla="*/ 124126 w 162906"/>
                <a:gd name="connsiteY45" fmla="*/ 182819 h 204389"/>
                <a:gd name="connsiteX46" fmla="*/ 105839 w 162906"/>
                <a:gd name="connsiteY46" fmla="*/ 101812 h 204389"/>
                <a:gd name="connsiteX47" fmla="*/ 124126 w 162906"/>
                <a:gd name="connsiteY47" fmla="*/ 112418 h 204389"/>
                <a:gd name="connsiteX48" fmla="*/ 142416 w 162906"/>
                <a:gd name="connsiteY48" fmla="*/ 101812 h 204389"/>
                <a:gd name="connsiteX49" fmla="*/ 124126 w 162906"/>
                <a:gd name="connsiteY49" fmla="*/ 91205 h 204389"/>
                <a:gd name="connsiteX50" fmla="*/ 105839 w 162906"/>
                <a:gd name="connsiteY50" fmla="*/ 101812 h 204389"/>
                <a:gd name="connsiteX51" fmla="*/ 20235 w 162906"/>
                <a:gd name="connsiteY51" fmla="*/ 70759 h 204389"/>
                <a:gd name="connsiteX52" fmla="*/ 142416 w 162906"/>
                <a:gd name="connsiteY52" fmla="*/ 70759 h 204389"/>
                <a:gd name="connsiteX53" fmla="*/ 142416 w 162906"/>
                <a:gd name="connsiteY53" fmla="*/ 20034 h 204389"/>
                <a:gd name="connsiteX54" fmla="*/ 20235 w 162906"/>
                <a:gd name="connsiteY54" fmla="*/ 20034 h 204389"/>
                <a:gd name="connsiteX55" fmla="*/ 20235 w 162906"/>
                <a:gd name="connsiteY55" fmla="*/ 70759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62906" h="204389">
                  <a:moveTo>
                    <a:pt x="122181" y="0"/>
                  </a:moveTo>
                  <a:cubicBezTo>
                    <a:pt x="135610" y="0"/>
                    <a:pt x="162907" y="5354"/>
                    <a:pt x="162907" y="23570"/>
                  </a:cubicBezTo>
                  <a:lnTo>
                    <a:pt x="162907" y="180819"/>
                  </a:lnTo>
                  <a:cubicBezTo>
                    <a:pt x="162907" y="199054"/>
                    <a:pt x="135625" y="204390"/>
                    <a:pt x="122181" y="204390"/>
                  </a:cubicBezTo>
                  <a:lnTo>
                    <a:pt x="40726" y="204390"/>
                  </a:lnTo>
                  <a:cubicBezTo>
                    <a:pt x="27296" y="204390"/>
                    <a:pt x="0" y="199035"/>
                    <a:pt x="0" y="180819"/>
                  </a:cubicBezTo>
                  <a:lnTo>
                    <a:pt x="0" y="23570"/>
                  </a:lnTo>
                  <a:cubicBezTo>
                    <a:pt x="0" y="5336"/>
                    <a:pt x="27282" y="0"/>
                    <a:pt x="40726" y="0"/>
                  </a:cubicBezTo>
                  <a:lnTo>
                    <a:pt x="122181" y="0"/>
                  </a:lnTo>
                  <a:close/>
                  <a:moveTo>
                    <a:pt x="20235" y="172519"/>
                  </a:moveTo>
                  <a:cubicBezTo>
                    <a:pt x="20235" y="178359"/>
                    <a:pt x="28431" y="183126"/>
                    <a:pt x="38525" y="183126"/>
                  </a:cubicBezTo>
                  <a:cubicBezTo>
                    <a:pt x="48615" y="183126"/>
                    <a:pt x="56812" y="178359"/>
                    <a:pt x="56812" y="172519"/>
                  </a:cubicBezTo>
                  <a:cubicBezTo>
                    <a:pt x="56812" y="166680"/>
                    <a:pt x="48615" y="161913"/>
                    <a:pt x="38525" y="161913"/>
                  </a:cubicBezTo>
                  <a:cubicBezTo>
                    <a:pt x="28431" y="161913"/>
                    <a:pt x="20235" y="166680"/>
                    <a:pt x="20235" y="172519"/>
                  </a:cubicBezTo>
                  <a:close/>
                  <a:moveTo>
                    <a:pt x="20235" y="136755"/>
                  </a:moveTo>
                  <a:cubicBezTo>
                    <a:pt x="20235" y="142595"/>
                    <a:pt x="28431" y="147361"/>
                    <a:pt x="38525" y="147361"/>
                  </a:cubicBezTo>
                  <a:cubicBezTo>
                    <a:pt x="48615" y="147361"/>
                    <a:pt x="56812" y="142595"/>
                    <a:pt x="56812" y="136755"/>
                  </a:cubicBezTo>
                  <a:cubicBezTo>
                    <a:pt x="56812" y="130915"/>
                    <a:pt x="48615" y="126148"/>
                    <a:pt x="38525" y="126148"/>
                  </a:cubicBezTo>
                  <a:cubicBezTo>
                    <a:pt x="28431" y="126148"/>
                    <a:pt x="20235" y="130915"/>
                    <a:pt x="20235" y="136755"/>
                  </a:cubicBezTo>
                  <a:close/>
                  <a:moveTo>
                    <a:pt x="20235" y="101761"/>
                  </a:moveTo>
                  <a:cubicBezTo>
                    <a:pt x="20235" y="107600"/>
                    <a:pt x="28431" y="112367"/>
                    <a:pt x="38525" y="112367"/>
                  </a:cubicBezTo>
                  <a:cubicBezTo>
                    <a:pt x="48615" y="112367"/>
                    <a:pt x="56812" y="107600"/>
                    <a:pt x="56812" y="101761"/>
                  </a:cubicBezTo>
                  <a:cubicBezTo>
                    <a:pt x="56812" y="95917"/>
                    <a:pt x="48615" y="91154"/>
                    <a:pt x="38525" y="91154"/>
                  </a:cubicBezTo>
                  <a:cubicBezTo>
                    <a:pt x="28431" y="91154"/>
                    <a:pt x="20235" y="95917"/>
                    <a:pt x="20235" y="101761"/>
                  </a:cubicBezTo>
                  <a:close/>
                  <a:moveTo>
                    <a:pt x="63165" y="172571"/>
                  </a:moveTo>
                  <a:cubicBezTo>
                    <a:pt x="63165" y="178410"/>
                    <a:pt x="71361" y="183177"/>
                    <a:pt x="81455" y="183177"/>
                  </a:cubicBezTo>
                  <a:cubicBezTo>
                    <a:pt x="91545" y="183177"/>
                    <a:pt x="99742" y="178410"/>
                    <a:pt x="99742" y="172571"/>
                  </a:cubicBezTo>
                  <a:cubicBezTo>
                    <a:pt x="99742" y="166731"/>
                    <a:pt x="91545" y="161964"/>
                    <a:pt x="81455" y="161964"/>
                  </a:cubicBezTo>
                  <a:cubicBezTo>
                    <a:pt x="71361" y="161964"/>
                    <a:pt x="63165" y="166731"/>
                    <a:pt x="63165" y="172571"/>
                  </a:cubicBezTo>
                  <a:close/>
                  <a:moveTo>
                    <a:pt x="63165" y="136806"/>
                  </a:moveTo>
                  <a:cubicBezTo>
                    <a:pt x="63165" y="142649"/>
                    <a:pt x="71361" y="147412"/>
                    <a:pt x="81455" y="147412"/>
                  </a:cubicBezTo>
                  <a:cubicBezTo>
                    <a:pt x="91545" y="147412"/>
                    <a:pt x="99742" y="142649"/>
                    <a:pt x="99742" y="136806"/>
                  </a:cubicBezTo>
                  <a:cubicBezTo>
                    <a:pt x="99742" y="130966"/>
                    <a:pt x="91545" y="126200"/>
                    <a:pt x="81455" y="126200"/>
                  </a:cubicBezTo>
                  <a:cubicBezTo>
                    <a:pt x="71361" y="126200"/>
                    <a:pt x="63165" y="130966"/>
                    <a:pt x="63165" y="136806"/>
                  </a:cubicBezTo>
                  <a:close/>
                  <a:moveTo>
                    <a:pt x="63165" y="101812"/>
                  </a:moveTo>
                  <a:cubicBezTo>
                    <a:pt x="63165" y="107651"/>
                    <a:pt x="71361" y="112418"/>
                    <a:pt x="81455" y="112418"/>
                  </a:cubicBezTo>
                  <a:cubicBezTo>
                    <a:pt x="91545" y="112418"/>
                    <a:pt x="99742" y="107651"/>
                    <a:pt x="99742" y="101812"/>
                  </a:cubicBezTo>
                  <a:cubicBezTo>
                    <a:pt x="99742" y="95968"/>
                    <a:pt x="91545" y="91205"/>
                    <a:pt x="81455" y="91205"/>
                  </a:cubicBezTo>
                  <a:cubicBezTo>
                    <a:pt x="71361" y="91205"/>
                    <a:pt x="63165" y="95968"/>
                    <a:pt x="63165" y="101812"/>
                  </a:cubicBezTo>
                  <a:close/>
                  <a:moveTo>
                    <a:pt x="124126" y="182819"/>
                  </a:moveTo>
                  <a:cubicBezTo>
                    <a:pt x="133194" y="182819"/>
                    <a:pt x="140573" y="178257"/>
                    <a:pt x="140573" y="172622"/>
                  </a:cubicBezTo>
                  <a:lnTo>
                    <a:pt x="140573" y="137576"/>
                  </a:lnTo>
                  <a:cubicBezTo>
                    <a:pt x="140573" y="131937"/>
                    <a:pt x="133194" y="127378"/>
                    <a:pt x="124126" y="127378"/>
                  </a:cubicBezTo>
                  <a:cubicBezTo>
                    <a:pt x="115061" y="127378"/>
                    <a:pt x="107682" y="131937"/>
                    <a:pt x="107682" y="137576"/>
                  </a:cubicBezTo>
                  <a:lnTo>
                    <a:pt x="107682" y="172622"/>
                  </a:lnTo>
                  <a:cubicBezTo>
                    <a:pt x="107682" y="178257"/>
                    <a:pt x="115061" y="182819"/>
                    <a:pt x="124126" y="182819"/>
                  </a:cubicBezTo>
                  <a:close/>
                  <a:moveTo>
                    <a:pt x="105839" y="101812"/>
                  </a:moveTo>
                  <a:cubicBezTo>
                    <a:pt x="105839" y="107651"/>
                    <a:pt x="114036" y="112418"/>
                    <a:pt x="124126" y="112418"/>
                  </a:cubicBezTo>
                  <a:cubicBezTo>
                    <a:pt x="134220" y="112418"/>
                    <a:pt x="142416" y="107651"/>
                    <a:pt x="142416" y="101812"/>
                  </a:cubicBezTo>
                  <a:cubicBezTo>
                    <a:pt x="142416" y="95968"/>
                    <a:pt x="134220" y="91205"/>
                    <a:pt x="124126" y="91205"/>
                  </a:cubicBezTo>
                  <a:cubicBezTo>
                    <a:pt x="114036" y="91205"/>
                    <a:pt x="105839" y="95968"/>
                    <a:pt x="105839" y="101812"/>
                  </a:cubicBezTo>
                  <a:close/>
                  <a:moveTo>
                    <a:pt x="20235" y="70759"/>
                  </a:moveTo>
                  <a:lnTo>
                    <a:pt x="142416" y="70759"/>
                  </a:lnTo>
                  <a:lnTo>
                    <a:pt x="142416" y="20034"/>
                  </a:lnTo>
                  <a:lnTo>
                    <a:pt x="20235" y="20034"/>
                  </a:lnTo>
                  <a:lnTo>
                    <a:pt x="20235" y="70759"/>
                  </a:lnTo>
                  <a:close/>
                </a:path>
              </a:pathLst>
            </a:custGeom>
            <a:grpFill/>
            <a:ln w="3646" cap="flat">
              <a:noFill/>
              <a:prstDash val="solid"/>
              <a:miter/>
            </a:ln>
          </p:spPr>
          <p:txBody>
            <a:bodyPr rtlCol="0" anchor="ctr"/>
            <a:lstStyle/>
            <a:p>
              <a:endParaRPr lang="en-GR"/>
            </a:p>
          </p:txBody>
        </p:sp>
      </p:grpSp>
      <p:sp>
        <p:nvSpPr>
          <p:cNvPr id="20" name="Rectangle 19">
            <a:extLst>
              <a:ext uri="{FF2B5EF4-FFF2-40B4-BE49-F238E27FC236}">
                <a16:creationId xmlns:a16="http://schemas.microsoft.com/office/drawing/2014/main" id="{DFA59490-8F07-39DE-4E2E-8F7034ECDB21}"/>
              </a:ext>
            </a:extLst>
          </p:cNvPr>
          <p:cNvSpPr/>
          <p:nvPr/>
        </p:nvSpPr>
        <p:spPr>
          <a:xfrm>
            <a:off x="342420" y="1281544"/>
            <a:ext cx="2636137" cy="220272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21" name="Text Placeholder 2">
            <a:extLst>
              <a:ext uri="{FF2B5EF4-FFF2-40B4-BE49-F238E27FC236}">
                <a16:creationId xmlns:a16="http://schemas.microsoft.com/office/drawing/2014/main" id="{F28805B1-66F4-904B-7AA2-B25BC596D3B5}"/>
              </a:ext>
            </a:extLst>
          </p:cNvPr>
          <p:cNvSpPr txBox="1">
            <a:spLocks/>
          </p:cNvSpPr>
          <p:nvPr/>
        </p:nvSpPr>
        <p:spPr>
          <a:xfrm>
            <a:off x="485001" y="2479866"/>
            <a:ext cx="2279375" cy="815608"/>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4150" indent="-184150">
              <a:spcBef>
                <a:spcPts val="0"/>
              </a:spcBef>
              <a:spcAft>
                <a:spcPts val="600"/>
              </a:spcAft>
              <a:buClr>
                <a:schemeClr val="accent3"/>
              </a:buClr>
              <a:tabLst>
                <a:tab pos="352425" algn="l"/>
              </a:tabLst>
              <a:defRPr/>
            </a:pPr>
            <a:r>
              <a:rPr lang="en-GB" sz="1200">
                <a:solidFill>
                  <a:schemeClr val="bg1"/>
                </a:solidFill>
              </a:rPr>
              <a:t>Ut </a:t>
            </a:r>
            <a:r>
              <a:rPr lang="en-GB" sz="1200" err="1">
                <a:solidFill>
                  <a:schemeClr val="bg1"/>
                </a:solidFill>
              </a:rPr>
              <a:t>enim</a:t>
            </a:r>
            <a:r>
              <a:rPr lang="en-GB" sz="1200">
                <a:solidFill>
                  <a:schemeClr val="bg1"/>
                </a:solidFill>
              </a:rPr>
              <a:t> ad minim </a:t>
            </a:r>
            <a:r>
              <a:rPr lang="en-GB" sz="1200" err="1">
                <a:solidFill>
                  <a:schemeClr val="bg1"/>
                </a:solidFill>
              </a:rPr>
              <a:t>veniam</a:t>
            </a:r>
            <a:r>
              <a:rPr lang="en-GB" sz="1200">
                <a:solidFill>
                  <a:schemeClr val="bg1"/>
                </a:solidFill>
              </a:rPr>
              <a:t>, </a:t>
            </a:r>
            <a:r>
              <a:rPr lang="en-GB" sz="1200" err="1">
                <a:solidFill>
                  <a:schemeClr val="bg1"/>
                </a:solidFill>
              </a:rPr>
              <a:t>quis</a:t>
            </a:r>
            <a:r>
              <a:rPr lang="en-GB" sz="1200">
                <a:solidFill>
                  <a:schemeClr val="bg1"/>
                </a:solidFill>
              </a:rPr>
              <a:t> </a:t>
            </a:r>
            <a:r>
              <a:rPr lang="en-GB" sz="1200" err="1">
                <a:solidFill>
                  <a:schemeClr val="bg1"/>
                </a:solidFill>
              </a:rPr>
              <a:t>commodo</a:t>
            </a:r>
            <a:r>
              <a:rPr lang="en-GB" sz="1200">
                <a:solidFill>
                  <a:schemeClr val="bg1"/>
                </a:solidFill>
              </a:rPr>
              <a:t> minim </a:t>
            </a:r>
            <a:r>
              <a:rPr lang="en-GB" sz="1200" err="1">
                <a:solidFill>
                  <a:schemeClr val="bg1"/>
                </a:solidFill>
              </a:rPr>
              <a:t>consequat</a:t>
            </a:r>
            <a:r>
              <a:rPr lang="en-GB" sz="1200">
                <a:solidFill>
                  <a:schemeClr val="bg1"/>
                </a:solidFill>
              </a:rPr>
              <a:t>. </a:t>
            </a:r>
          </a:p>
          <a:p>
            <a:pPr marL="184150" indent="-184150">
              <a:spcBef>
                <a:spcPts val="0"/>
              </a:spcBef>
              <a:spcAft>
                <a:spcPts val="600"/>
              </a:spcAft>
              <a:buClr>
                <a:schemeClr val="accent3"/>
              </a:buClr>
              <a:tabLst>
                <a:tab pos="352425" algn="l"/>
              </a:tabLst>
              <a:defRPr/>
            </a:pPr>
            <a:r>
              <a:rPr lang="en-GB" sz="1200">
                <a:solidFill>
                  <a:schemeClr val="bg1"/>
                </a:solidFill>
              </a:rPr>
              <a:t>Lorem ipsum </a:t>
            </a:r>
            <a:r>
              <a:rPr lang="en-GB" sz="1200" err="1">
                <a:solidFill>
                  <a:schemeClr val="bg1"/>
                </a:solidFill>
              </a:rPr>
              <a:t>dolor</a:t>
            </a:r>
            <a:r>
              <a:rPr lang="en-GB" sz="1200">
                <a:solidFill>
                  <a:schemeClr val="bg1"/>
                </a:solidFill>
              </a:rPr>
              <a:t>, </a:t>
            </a:r>
            <a:r>
              <a:rPr lang="en-GB" sz="1200" err="1">
                <a:solidFill>
                  <a:schemeClr val="bg1"/>
                </a:solidFill>
              </a:rPr>
              <a:t>consecteta</a:t>
            </a:r>
            <a:r>
              <a:rPr lang="en-GB" sz="1200">
                <a:solidFill>
                  <a:schemeClr val="bg1"/>
                </a:solidFill>
              </a:rPr>
              <a:t> </a:t>
            </a:r>
            <a:r>
              <a:rPr lang="en-GB" sz="1200" err="1">
                <a:solidFill>
                  <a:schemeClr val="bg1"/>
                </a:solidFill>
              </a:rPr>
              <a:t>commodo</a:t>
            </a:r>
            <a:r>
              <a:rPr lang="en-GB" sz="1200">
                <a:solidFill>
                  <a:schemeClr val="bg1"/>
                </a:solidFill>
              </a:rPr>
              <a:t> </a:t>
            </a:r>
            <a:r>
              <a:rPr lang="en-GB" sz="1200" err="1">
                <a:solidFill>
                  <a:schemeClr val="bg1"/>
                </a:solidFill>
              </a:rPr>
              <a:t>tatarant</a:t>
            </a:r>
            <a:r>
              <a:rPr lang="en-GB" sz="1200">
                <a:solidFill>
                  <a:schemeClr val="bg1"/>
                </a:solidFill>
              </a:rPr>
              <a:t>.</a:t>
            </a:r>
          </a:p>
        </p:txBody>
      </p:sp>
      <p:sp>
        <p:nvSpPr>
          <p:cNvPr id="22" name="Text Placeholder 2">
            <a:extLst>
              <a:ext uri="{FF2B5EF4-FFF2-40B4-BE49-F238E27FC236}">
                <a16:creationId xmlns:a16="http://schemas.microsoft.com/office/drawing/2014/main" id="{3251E4EF-D89E-25FB-DF74-A3E214246A31}"/>
              </a:ext>
            </a:extLst>
          </p:cNvPr>
          <p:cNvSpPr txBox="1">
            <a:spLocks/>
          </p:cNvSpPr>
          <p:nvPr/>
        </p:nvSpPr>
        <p:spPr>
          <a:xfrm>
            <a:off x="516835" y="1968233"/>
            <a:ext cx="1868557" cy="333425"/>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0000"/>
              </a:lnSpc>
              <a:spcBef>
                <a:spcPts val="0"/>
              </a:spcBef>
              <a:spcAft>
                <a:spcPts val="600"/>
              </a:spcAft>
              <a:buClr>
                <a:srgbClr val="047A85"/>
              </a:buClr>
              <a:buNone/>
              <a:tabLst>
                <a:tab pos="352425" algn="l"/>
              </a:tabLst>
              <a:defRPr/>
            </a:pPr>
            <a:r>
              <a:rPr lang="en-GB" sz="1200" b="1">
                <a:solidFill>
                  <a:schemeClr val="bg1"/>
                </a:solidFill>
                <a:latin typeface="Aptos SemiBold" panose="020B0004020202020204" pitchFamily="34" charset="0"/>
              </a:rPr>
              <a:t>Lorem </a:t>
            </a:r>
            <a:r>
              <a:rPr lang="en-GB" sz="1200" b="1" err="1">
                <a:solidFill>
                  <a:schemeClr val="bg1"/>
                </a:solidFill>
                <a:latin typeface="Aptos SemiBold" panose="020B0004020202020204" pitchFamily="34" charset="0"/>
              </a:rPr>
              <a:t>ipsom</a:t>
            </a:r>
            <a:r>
              <a:rPr lang="en-GB" sz="1200" b="1">
                <a:solidFill>
                  <a:schemeClr val="bg1"/>
                </a:solidFill>
                <a:latin typeface="Aptos SemiBold" panose="020B0004020202020204" pitchFamily="34" charset="0"/>
              </a:rPr>
              <a:t> did du </a:t>
            </a:r>
            <a:r>
              <a:rPr lang="en-GB" sz="1200" b="1" err="1">
                <a:solidFill>
                  <a:schemeClr val="bg1"/>
                </a:solidFill>
                <a:latin typeface="Aptos SemiBold" panose="020B0004020202020204" pitchFamily="34" charset="0"/>
              </a:rPr>
              <a:t>facils</a:t>
            </a:r>
            <a:r>
              <a:rPr lang="en-GB" sz="1200" b="1">
                <a:solidFill>
                  <a:schemeClr val="bg1"/>
                </a:solidFill>
                <a:latin typeface="Aptos SemiBold" panose="020B0004020202020204" pitchFamily="34" charset="0"/>
              </a:rPr>
              <a:t> </a:t>
            </a:r>
            <a:r>
              <a:rPr lang="en-GB" sz="1200" b="1" err="1">
                <a:solidFill>
                  <a:schemeClr val="bg1"/>
                </a:solidFill>
                <a:latin typeface="Aptos SemiBold" panose="020B0004020202020204" pitchFamily="34" charset="0"/>
              </a:rPr>
              <a:t>verder</a:t>
            </a:r>
            <a:r>
              <a:rPr lang="en-GB" sz="1200" b="1">
                <a:solidFill>
                  <a:schemeClr val="bg1"/>
                </a:solidFill>
                <a:latin typeface="Aptos SemiBold" panose="020B0004020202020204" pitchFamily="34" charset="0"/>
              </a:rPr>
              <a:t> </a:t>
            </a:r>
            <a:r>
              <a:rPr lang="en-GB" sz="1200" b="1" err="1">
                <a:solidFill>
                  <a:schemeClr val="bg1"/>
                </a:solidFill>
                <a:latin typeface="Aptos SemiBold" panose="020B0004020202020204" pitchFamily="34" charset="0"/>
              </a:rPr>
              <a:t>ventr</a:t>
            </a:r>
            <a:endParaRPr lang="en-GR" sz="1200">
              <a:solidFill>
                <a:schemeClr val="bg1"/>
              </a:solidFill>
            </a:endParaRPr>
          </a:p>
        </p:txBody>
      </p:sp>
      <p:grpSp>
        <p:nvGrpSpPr>
          <p:cNvPr id="23" name="Group 22">
            <a:extLst>
              <a:ext uri="{FF2B5EF4-FFF2-40B4-BE49-F238E27FC236}">
                <a16:creationId xmlns:a16="http://schemas.microsoft.com/office/drawing/2014/main" id="{B7DAF9A3-A040-8548-968F-7974ED575CB3}"/>
              </a:ext>
            </a:extLst>
          </p:cNvPr>
          <p:cNvGrpSpPr/>
          <p:nvPr/>
        </p:nvGrpSpPr>
        <p:grpSpPr>
          <a:xfrm>
            <a:off x="2293155" y="1517947"/>
            <a:ext cx="521362" cy="381751"/>
            <a:chOff x="2293155" y="2010317"/>
            <a:chExt cx="521362" cy="381751"/>
          </a:xfrm>
          <a:solidFill>
            <a:schemeClr val="accent3"/>
          </a:solidFill>
        </p:grpSpPr>
        <p:sp>
          <p:nvSpPr>
            <p:cNvPr id="24" name="Freeform 6">
              <a:extLst>
                <a:ext uri="{FF2B5EF4-FFF2-40B4-BE49-F238E27FC236}">
                  <a16:creationId xmlns:a16="http://schemas.microsoft.com/office/drawing/2014/main" id="{06ACC15A-433E-BF10-D048-A6FF9B92F0BC}"/>
                </a:ext>
              </a:extLst>
            </p:cNvPr>
            <p:cNvSpPr/>
            <p:nvPr/>
          </p:nvSpPr>
          <p:spPr>
            <a:xfrm>
              <a:off x="2293155" y="2317490"/>
              <a:ext cx="306306" cy="74489"/>
            </a:xfrm>
            <a:custGeom>
              <a:avLst/>
              <a:gdLst>
                <a:gd name="connsiteX0" fmla="*/ 8848 w 137218"/>
                <a:gd name="connsiteY0" fmla="*/ 84 h 33370"/>
                <a:gd name="connsiteX1" fmla="*/ 2258 w 137218"/>
                <a:gd name="connsiteY1" fmla="*/ 2292 h 33370"/>
                <a:gd name="connsiteX2" fmla="*/ 8389 w 137218"/>
                <a:gd name="connsiteY2" fmla="*/ 25067 h 33370"/>
                <a:gd name="connsiteX3" fmla="*/ 24653 w 137218"/>
                <a:gd name="connsiteY3" fmla="*/ 33370 h 33370"/>
                <a:gd name="connsiteX4" fmla="*/ 137218 w 137218"/>
                <a:gd name="connsiteY4" fmla="*/ 33370 h 33370"/>
                <a:gd name="connsiteX5" fmla="*/ 137218 w 137218"/>
                <a:gd name="connsiteY5" fmla="*/ 0 h 33370"/>
                <a:gd name="connsiteX6" fmla="*/ 8848 w 137218"/>
                <a:gd name="connsiteY6" fmla="*/ 0 h 33370"/>
                <a:gd name="connsiteX7" fmla="*/ 8848 w 137218"/>
                <a:gd name="connsiteY7" fmla="*/ 84 h 3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218" h="33370">
                  <a:moveTo>
                    <a:pt x="8848" y="84"/>
                  </a:moveTo>
                  <a:cubicBezTo>
                    <a:pt x="6177" y="0"/>
                    <a:pt x="3885" y="708"/>
                    <a:pt x="2258" y="2292"/>
                  </a:cubicBezTo>
                  <a:cubicBezTo>
                    <a:pt x="-2373" y="6924"/>
                    <a:pt x="338" y="17103"/>
                    <a:pt x="8389" y="25067"/>
                  </a:cubicBezTo>
                  <a:cubicBezTo>
                    <a:pt x="13560" y="30242"/>
                    <a:pt x="19690" y="33162"/>
                    <a:pt x="24653" y="33370"/>
                  </a:cubicBezTo>
                  <a:lnTo>
                    <a:pt x="137218" y="33370"/>
                  </a:lnTo>
                  <a:lnTo>
                    <a:pt x="137218" y="0"/>
                  </a:lnTo>
                  <a:lnTo>
                    <a:pt x="8848" y="0"/>
                  </a:lnTo>
                  <a:lnTo>
                    <a:pt x="8848" y="84"/>
                  </a:lnTo>
                  <a:close/>
                </a:path>
              </a:pathLst>
            </a:custGeom>
            <a:grpFill/>
            <a:ln w="3646" cap="flat">
              <a:noFill/>
              <a:prstDash val="solid"/>
              <a:miter/>
            </a:ln>
          </p:spPr>
          <p:txBody>
            <a:bodyPr rtlCol="0" anchor="ctr"/>
            <a:lstStyle/>
            <a:p>
              <a:pPr>
                <a:defRPr/>
              </a:pPr>
              <a:endParaRPr lang="en-GR">
                <a:solidFill>
                  <a:srgbClr val="202020"/>
                </a:solidFill>
                <a:latin typeface="Aptos"/>
              </a:endParaRPr>
            </a:p>
          </p:txBody>
        </p:sp>
        <p:sp>
          <p:nvSpPr>
            <p:cNvPr id="27" name="Freeform 7">
              <a:extLst>
                <a:ext uri="{FF2B5EF4-FFF2-40B4-BE49-F238E27FC236}">
                  <a16:creationId xmlns:a16="http://schemas.microsoft.com/office/drawing/2014/main" id="{58FBEF60-FC7F-0CD3-1AFA-3DC286386C14}"/>
                </a:ext>
              </a:extLst>
            </p:cNvPr>
            <p:cNvSpPr/>
            <p:nvPr/>
          </p:nvSpPr>
          <p:spPr>
            <a:xfrm>
              <a:off x="2330967" y="2010317"/>
              <a:ext cx="446682" cy="288547"/>
            </a:xfrm>
            <a:custGeom>
              <a:avLst/>
              <a:gdLst>
                <a:gd name="connsiteX0" fmla="*/ 24523 w 200103"/>
                <a:gd name="connsiteY0" fmla="*/ 25195 h 129265"/>
                <a:gd name="connsiteX1" fmla="*/ 200103 w 200103"/>
                <a:gd name="connsiteY1" fmla="*/ 25111 h 129265"/>
                <a:gd name="connsiteX2" fmla="*/ 151057 w 200103"/>
                <a:gd name="connsiteY2" fmla="*/ 0 h 129265"/>
                <a:gd name="connsiteX3" fmla="*/ 46794 w 200103"/>
                <a:gd name="connsiteY3" fmla="*/ 84 h 129265"/>
                <a:gd name="connsiteX4" fmla="*/ 0 w 200103"/>
                <a:gd name="connsiteY4" fmla="*/ 28782 h 129265"/>
                <a:gd name="connsiteX5" fmla="*/ 0 w 200103"/>
                <a:gd name="connsiteY5" fmla="*/ 129265 h 129265"/>
                <a:gd name="connsiteX6" fmla="*/ 24523 w 200103"/>
                <a:gd name="connsiteY6" fmla="*/ 129265 h 129265"/>
                <a:gd name="connsiteX7" fmla="*/ 24523 w 200103"/>
                <a:gd name="connsiteY7" fmla="*/ 25195 h 129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0103" h="129265">
                  <a:moveTo>
                    <a:pt x="24523" y="25195"/>
                  </a:moveTo>
                  <a:lnTo>
                    <a:pt x="200103" y="25111"/>
                  </a:lnTo>
                  <a:cubicBezTo>
                    <a:pt x="196976" y="11055"/>
                    <a:pt x="176288" y="168"/>
                    <a:pt x="151057" y="0"/>
                  </a:cubicBezTo>
                  <a:cubicBezTo>
                    <a:pt x="150849" y="0"/>
                    <a:pt x="46794" y="84"/>
                    <a:pt x="46794" y="84"/>
                  </a:cubicBezTo>
                  <a:cubicBezTo>
                    <a:pt x="20684" y="1044"/>
                    <a:pt x="0" y="13471"/>
                    <a:pt x="0" y="28782"/>
                  </a:cubicBezTo>
                  <a:lnTo>
                    <a:pt x="0" y="129265"/>
                  </a:lnTo>
                  <a:lnTo>
                    <a:pt x="24523" y="129265"/>
                  </a:lnTo>
                  <a:lnTo>
                    <a:pt x="24523" y="25195"/>
                  </a:lnTo>
                  <a:close/>
                </a:path>
              </a:pathLst>
            </a:custGeom>
            <a:grpFill/>
            <a:ln w="3646" cap="flat">
              <a:noFill/>
              <a:prstDash val="solid"/>
              <a:miter/>
            </a:ln>
          </p:spPr>
          <p:txBody>
            <a:bodyPr rtlCol="0" anchor="ctr"/>
            <a:lstStyle/>
            <a:p>
              <a:pPr>
                <a:defRPr/>
              </a:pPr>
              <a:endParaRPr lang="en-GR">
                <a:solidFill>
                  <a:srgbClr val="202020"/>
                </a:solidFill>
                <a:latin typeface="Aptos"/>
              </a:endParaRPr>
            </a:p>
          </p:txBody>
        </p:sp>
        <p:sp>
          <p:nvSpPr>
            <p:cNvPr id="28" name="Freeform 8">
              <a:extLst>
                <a:ext uri="{FF2B5EF4-FFF2-40B4-BE49-F238E27FC236}">
                  <a16:creationId xmlns:a16="http://schemas.microsoft.com/office/drawing/2014/main" id="{0E746B30-C2DF-AEF7-AD3F-1CC9F41AAB5B}"/>
                </a:ext>
              </a:extLst>
            </p:cNvPr>
            <p:cNvSpPr/>
            <p:nvPr/>
          </p:nvSpPr>
          <p:spPr>
            <a:xfrm>
              <a:off x="2624601" y="2091226"/>
              <a:ext cx="189916" cy="300842"/>
            </a:xfrm>
            <a:custGeom>
              <a:avLst/>
              <a:gdLst>
                <a:gd name="connsiteX0" fmla="*/ 63807 w 85078"/>
                <a:gd name="connsiteY0" fmla="*/ 0 h 134773"/>
                <a:gd name="connsiteX1" fmla="*/ 21268 w 85078"/>
                <a:gd name="connsiteY1" fmla="*/ 0 h 134773"/>
                <a:gd name="connsiteX2" fmla="*/ 0 w 85078"/>
                <a:gd name="connsiteY2" fmla="*/ 12223 h 134773"/>
                <a:gd name="connsiteX3" fmla="*/ 0 w 85078"/>
                <a:gd name="connsiteY3" fmla="*/ 122553 h 134773"/>
                <a:gd name="connsiteX4" fmla="*/ 21268 w 85078"/>
                <a:gd name="connsiteY4" fmla="*/ 134773 h 134773"/>
                <a:gd name="connsiteX5" fmla="*/ 63807 w 85078"/>
                <a:gd name="connsiteY5" fmla="*/ 134773 h 134773"/>
                <a:gd name="connsiteX6" fmla="*/ 85079 w 85078"/>
                <a:gd name="connsiteY6" fmla="*/ 122553 h 134773"/>
                <a:gd name="connsiteX7" fmla="*/ 85079 w 85078"/>
                <a:gd name="connsiteY7" fmla="*/ 12223 h 134773"/>
                <a:gd name="connsiteX8" fmla="*/ 63807 w 85078"/>
                <a:gd name="connsiteY8" fmla="*/ 0 h 134773"/>
                <a:gd name="connsiteX9" fmla="*/ 42539 w 85078"/>
                <a:gd name="connsiteY9" fmla="*/ 124346 h 134773"/>
                <a:gd name="connsiteX10" fmla="*/ 31110 w 85078"/>
                <a:gd name="connsiteY10" fmla="*/ 117754 h 134773"/>
                <a:gd name="connsiteX11" fmla="*/ 42539 w 85078"/>
                <a:gd name="connsiteY11" fmla="*/ 111166 h 134773"/>
                <a:gd name="connsiteX12" fmla="*/ 53965 w 85078"/>
                <a:gd name="connsiteY12" fmla="*/ 117754 h 134773"/>
                <a:gd name="connsiteX13" fmla="*/ 42539 w 85078"/>
                <a:gd name="connsiteY13" fmla="*/ 124346 h 134773"/>
                <a:gd name="connsiteX14" fmla="*/ 68186 w 85078"/>
                <a:gd name="connsiteY14" fmla="*/ 100735 h 134773"/>
                <a:gd name="connsiteX15" fmla="*/ 16889 w 85078"/>
                <a:gd name="connsiteY15" fmla="*/ 100735 h 134773"/>
                <a:gd name="connsiteX16" fmla="*/ 16889 w 85078"/>
                <a:gd name="connsiteY16" fmla="*/ 17479 h 134773"/>
                <a:gd name="connsiteX17" fmla="*/ 68186 w 85078"/>
                <a:gd name="connsiteY17" fmla="*/ 17479 h 134773"/>
                <a:gd name="connsiteX18" fmla="*/ 68186 w 85078"/>
                <a:gd name="connsiteY18" fmla="*/ 100735 h 134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5078" h="134773">
                  <a:moveTo>
                    <a:pt x="63807" y="0"/>
                  </a:moveTo>
                  <a:lnTo>
                    <a:pt x="21268" y="0"/>
                  </a:lnTo>
                  <a:cubicBezTo>
                    <a:pt x="9506" y="0"/>
                    <a:pt x="0" y="5467"/>
                    <a:pt x="0" y="12223"/>
                  </a:cubicBezTo>
                  <a:lnTo>
                    <a:pt x="0" y="122553"/>
                  </a:lnTo>
                  <a:cubicBezTo>
                    <a:pt x="0" y="129309"/>
                    <a:pt x="9506" y="134773"/>
                    <a:pt x="21268" y="134773"/>
                  </a:cubicBezTo>
                  <a:lnTo>
                    <a:pt x="63807" y="134773"/>
                  </a:lnTo>
                  <a:cubicBezTo>
                    <a:pt x="75569" y="134773"/>
                    <a:pt x="85079" y="129309"/>
                    <a:pt x="85079" y="122553"/>
                  </a:cubicBezTo>
                  <a:lnTo>
                    <a:pt x="85079" y="12223"/>
                  </a:lnTo>
                  <a:cubicBezTo>
                    <a:pt x="85079" y="5467"/>
                    <a:pt x="75569" y="0"/>
                    <a:pt x="63807" y="0"/>
                  </a:cubicBezTo>
                  <a:close/>
                  <a:moveTo>
                    <a:pt x="42539" y="124346"/>
                  </a:moveTo>
                  <a:cubicBezTo>
                    <a:pt x="36201" y="124346"/>
                    <a:pt x="31110" y="121385"/>
                    <a:pt x="31110" y="117754"/>
                  </a:cubicBezTo>
                  <a:cubicBezTo>
                    <a:pt x="31110" y="114126"/>
                    <a:pt x="36241" y="111166"/>
                    <a:pt x="42539" y="111166"/>
                  </a:cubicBezTo>
                  <a:cubicBezTo>
                    <a:pt x="48834" y="111166"/>
                    <a:pt x="53965" y="114126"/>
                    <a:pt x="53965" y="117754"/>
                  </a:cubicBezTo>
                  <a:cubicBezTo>
                    <a:pt x="53965" y="121385"/>
                    <a:pt x="48834" y="124346"/>
                    <a:pt x="42539" y="124346"/>
                  </a:cubicBezTo>
                  <a:close/>
                  <a:moveTo>
                    <a:pt x="68186" y="100735"/>
                  </a:moveTo>
                  <a:lnTo>
                    <a:pt x="16889" y="100735"/>
                  </a:lnTo>
                  <a:lnTo>
                    <a:pt x="16889" y="17479"/>
                  </a:lnTo>
                  <a:lnTo>
                    <a:pt x="68186" y="17479"/>
                  </a:lnTo>
                  <a:lnTo>
                    <a:pt x="68186" y="100735"/>
                  </a:lnTo>
                  <a:close/>
                </a:path>
              </a:pathLst>
            </a:custGeom>
            <a:grpFill/>
            <a:ln w="3646" cap="flat">
              <a:noFill/>
              <a:prstDash val="solid"/>
              <a:miter/>
            </a:ln>
          </p:spPr>
          <p:txBody>
            <a:bodyPr rtlCol="0" anchor="ctr"/>
            <a:lstStyle/>
            <a:p>
              <a:pPr>
                <a:defRPr/>
              </a:pPr>
              <a:endParaRPr lang="en-GR">
                <a:solidFill>
                  <a:srgbClr val="202020"/>
                </a:solidFill>
                <a:latin typeface="Aptos"/>
              </a:endParaRPr>
            </a:p>
          </p:txBody>
        </p:sp>
      </p:grpSp>
      <p:sp>
        <p:nvSpPr>
          <p:cNvPr id="29" name="Rectangle 28">
            <a:extLst>
              <a:ext uri="{FF2B5EF4-FFF2-40B4-BE49-F238E27FC236}">
                <a16:creationId xmlns:a16="http://schemas.microsoft.com/office/drawing/2014/main" id="{A5D3E2CE-83C3-9A35-4D8F-40BF52AFEFAD}"/>
              </a:ext>
            </a:extLst>
          </p:cNvPr>
          <p:cNvSpPr/>
          <p:nvPr/>
        </p:nvSpPr>
        <p:spPr>
          <a:xfrm>
            <a:off x="6257800" y="1281546"/>
            <a:ext cx="2636137" cy="220272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30" name="Text Placeholder 2">
            <a:extLst>
              <a:ext uri="{FF2B5EF4-FFF2-40B4-BE49-F238E27FC236}">
                <a16:creationId xmlns:a16="http://schemas.microsoft.com/office/drawing/2014/main" id="{25D5551B-ED9D-D10B-43E9-5F931EC94441}"/>
              </a:ext>
            </a:extLst>
          </p:cNvPr>
          <p:cNvSpPr txBox="1">
            <a:spLocks/>
          </p:cNvSpPr>
          <p:nvPr/>
        </p:nvSpPr>
        <p:spPr>
          <a:xfrm>
            <a:off x="6400381" y="2479866"/>
            <a:ext cx="2279375" cy="815608"/>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4150" indent="-184150">
              <a:spcBef>
                <a:spcPts val="0"/>
              </a:spcBef>
              <a:spcAft>
                <a:spcPts val="600"/>
              </a:spcAft>
              <a:buClr>
                <a:schemeClr val="accent3"/>
              </a:buClr>
              <a:tabLst>
                <a:tab pos="352425" algn="l"/>
              </a:tabLst>
              <a:defRPr/>
            </a:pPr>
            <a:r>
              <a:rPr lang="en-GB" sz="1200">
                <a:solidFill>
                  <a:schemeClr val="bg1"/>
                </a:solidFill>
              </a:rPr>
              <a:t>Ut </a:t>
            </a:r>
            <a:r>
              <a:rPr lang="en-GB" sz="1200" err="1">
                <a:solidFill>
                  <a:schemeClr val="bg1"/>
                </a:solidFill>
              </a:rPr>
              <a:t>enim</a:t>
            </a:r>
            <a:r>
              <a:rPr lang="en-GB" sz="1200">
                <a:solidFill>
                  <a:schemeClr val="bg1"/>
                </a:solidFill>
              </a:rPr>
              <a:t> ad minim </a:t>
            </a:r>
            <a:r>
              <a:rPr lang="en-GB" sz="1200" err="1">
                <a:solidFill>
                  <a:schemeClr val="bg1"/>
                </a:solidFill>
              </a:rPr>
              <a:t>veniam</a:t>
            </a:r>
            <a:r>
              <a:rPr lang="en-GB" sz="1200">
                <a:solidFill>
                  <a:schemeClr val="bg1"/>
                </a:solidFill>
              </a:rPr>
              <a:t>, </a:t>
            </a:r>
            <a:r>
              <a:rPr lang="en-GB" sz="1200" err="1">
                <a:solidFill>
                  <a:schemeClr val="bg1"/>
                </a:solidFill>
              </a:rPr>
              <a:t>quis</a:t>
            </a:r>
            <a:r>
              <a:rPr lang="en-GB" sz="1200">
                <a:solidFill>
                  <a:schemeClr val="bg1"/>
                </a:solidFill>
              </a:rPr>
              <a:t> </a:t>
            </a:r>
            <a:r>
              <a:rPr lang="en-GB" sz="1200" err="1">
                <a:solidFill>
                  <a:schemeClr val="bg1"/>
                </a:solidFill>
              </a:rPr>
              <a:t>commodo</a:t>
            </a:r>
            <a:r>
              <a:rPr lang="en-GB" sz="1200">
                <a:solidFill>
                  <a:schemeClr val="bg1"/>
                </a:solidFill>
              </a:rPr>
              <a:t> minim </a:t>
            </a:r>
            <a:r>
              <a:rPr lang="en-GB" sz="1200" err="1">
                <a:solidFill>
                  <a:schemeClr val="bg1"/>
                </a:solidFill>
              </a:rPr>
              <a:t>consequat</a:t>
            </a:r>
            <a:r>
              <a:rPr lang="en-GB" sz="1200">
                <a:solidFill>
                  <a:schemeClr val="bg1"/>
                </a:solidFill>
              </a:rPr>
              <a:t>. </a:t>
            </a:r>
          </a:p>
          <a:p>
            <a:pPr marL="184150" indent="-184150">
              <a:spcBef>
                <a:spcPts val="0"/>
              </a:spcBef>
              <a:spcAft>
                <a:spcPts val="600"/>
              </a:spcAft>
              <a:buClr>
                <a:schemeClr val="accent3"/>
              </a:buClr>
              <a:tabLst>
                <a:tab pos="352425" algn="l"/>
              </a:tabLst>
              <a:defRPr/>
            </a:pPr>
            <a:r>
              <a:rPr lang="en-GB" sz="1200">
                <a:solidFill>
                  <a:schemeClr val="bg1"/>
                </a:solidFill>
              </a:rPr>
              <a:t>Lorem ipsum </a:t>
            </a:r>
            <a:r>
              <a:rPr lang="en-GB" sz="1200" err="1">
                <a:solidFill>
                  <a:schemeClr val="bg1"/>
                </a:solidFill>
              </a:rPr>
              <a:t>dolor</a:t>
            </a:r>
            <a:r>
              <a:rPr lang="en-GB" sz="1200">
                <a:solidFill>
                  <a:schemeClr val="bg1"/>
                </a:solidFill>
              </a:rPr>
              <a:t>, </a:t>
            </a:r>
            <a:r>
              <a:rPr lang="en-GB" sz="1200" err="1">
                <a:solidFill>
                  <a:schemeClr val="bg1"/>
                </a:solidFill>
              </a:rPr>
              <a:t>consecteta</a:t>
            </a:r>
            <a:r>
              <a:rPr lang="en-GB" sz="1200">
                <a:solidFill>
                  <a:schemeClr val="bg1"/>
                </a:solidFill>
              </a:rPr>
              <a:t> </a:t>
            </a:r>
            <a:r>
              <a:rPr lang="en-GB" sz="1200" err="1">
                <a:solidFill>
                  <a:schemeClr val="bg1"/>
                </a:solidFill>
              </a:rPr>
              <a:t>commodo</a:t>
            </a:r>
            <a:r>
              <a:rPr lang="en-GB" sz="1200">
                <a:solidFill>
                  <a:schemeClr val="bg1"/>
                </a:solidFill>
              </a:rPr>
              <a:t> dolore.</a:t>
            </a:r>
          </a:p>
        </p:txBody>
      </p:sp>
      <p:sp>
        <p:nvSpPr>
          <p:cNvPr id="31" name="Text Placeholder 2">
            <a:extLst>
              <a:ext uri="{FF2B5EF4-FFF2-40B4-BE49-F238E27FC236}">
                <a16:creationId xmlns:a16="http://schemas.microsoft.com/office/drawing/2014/main" id="{8A7480BD-9A8C-B8E7-14EC-7AC5A65FDC5B}"/>
              </a:ext>
            </a:extLst>
          </p:cNvPr>
          <p:cNvSpPr txBox="1">
            <a:spLocks/>
          </p:cNvSpPr>
          <p:nvPr/>
        </p:nvSpPr>
        <p:spPr>
          <a:xfrm>
            <a:off x="6432215" y="1968235"/>
            <a:ext cx="1868557" cy="333425"/>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0000"/>
              </a:lnSpc>
              <a:spcBef>
                <a:spcPts val="0"/>
              </a:spcBef>
              <a:spcAft>
                <a:spcPts val="600"/>
              </a:spcAft>
              <a:buClr>
                <a:srgbClr val="047A85"/>
              </a:buClr>
              <a:buNone/>
              <a:tabLst>
                <a:tab pos="352425" algn="l"/>
              </a:tabLst>
              <a:defRPr/>
            </a:pPr>
            <a:r>
              <a:rPr lang="en-GB" sz="1200" b="1">
                <a:solidFill>
                  <a:schemeClr val="bg1"/>
                </a:solidFill>
                <a:latin typeface="Aptos SemiBold" panose="020B0004020202020204" pitchFamily="34" charset="0"/>
              </a:rPr>
              <a:t>Did </a:t>
            </a:r>
            <a:r>
              <a:rPr lang="en-GB" sz="1200" b="1" err="1">
                <a:solidFill>
                  <a:schemeClr val="bg1"/>
                </a:solidFill>
                <a:latin typeface="Aptos SemiBold" panose="020B0004020202020204" pitchFamily="34" charset="0"/>
              </a:rPr>
              <a:t>enim</a:t>
            </a:r>
            <a:r>
              <a:rPr lang="en-GB" sz="1200" b="1">
                <a:solidFill>
                  <a:schemeClr val="bg1"/>
                </a:solidFill>
                <a:latin typeface="Aptos SemiBold" panose="020B0004020202020204" pitchFamily="34" charset="0"/>
              </a:rPr>
              <a:t> ad minim </a:t>
            </a:r>
            <a:r>
              <a:rPr lang="en-GB" sz="1200" b="1" err="1">
                <a:solidFill>
                  <a:schemeClr val="bg1"/>
                </a:solidFill>
                <a:latin typeface="Aptos SemiBold" panose="020B0004020202020204" pitchFamily="34" charset="0"/>
              </a:rPr>
              <a:t>veniam</a:t>
            </a:r>
            <a:r>
              <a:rPr lang="en-GB" sz="1200" b="1">
                <a:solidFill>
                  <a:schemeClr val="bg1"/>
                </a:solidFill>
                <a:latin typeface="Aptos SemiBold" panose="020B0004020202020204" pitchFamily="34" charset="0"/>
              </a:rPr>
              <a:t> </a:t>
            </a:r>
            <a:r>
              <a:rPr lang="en-GB" sz="1200" b="1" err="1">
                <a:solidFill>
                  <a:schemeClr val="bg1"/>
                </a:solidFill>
                <a:latin typeface="Aptos SemiBold" panose="020B0004020202020204" pitchFamily="34" charset="0"/>
              </a:rPr>
              <a:t>est</a:t>
            </a:r>
            <a:r>
              <a:rPr lang="en-GB" sz="1200" b="1">
                <a:solidFill>
                  <a:schemeClr val="bg1"/>
                </a:solidFill>
                <a:latin typeface="Aptos SemiBold" panose="020B0004020202020204" pitchFamily="34" charset="0"/>
              </a:rPr>
              <a:t> </a:t>
            </a:r>
            <a:r>
              <a:rPr lang="en-GB" sz="1200" b="1" err="1">
                <a:solidFill>
                  <a:schemeClr val="bg1"/>
                </a:solidFill>
                <a:latin typeface="Aptos SemiBold" panose="020B0004020202020204" pitchFamily="34" charset="0"/>
              </a:rPr>
              <a:t>laborum</a:t>
            </a:r>
            <a:endParaRPr lang="en-GB" sz="1200" b="1">
              <a:solidFill>
                <a:schemeClr val="bg1"/>
              </a:solidFill>
              <a:latin typeface="Aptos SemiBold" panose="020B0004020202020204" pitchFamily="34" charset="0"/>
            </a:endParaRPr>
          </a:p>
        </p:txBody>
      </p:sp>
      <p:grpSp>
        <p:nvGrpSpPr>
          <p:cNvPr id="32" name="Group 31">
            <a:extLst>
              <a:ext uri="{FF2B5EF4-FFF2-40B4-BE49-F238E27FC236}">
                <a16:creationId xmlns:a16="http://schemas.microsoft.com/office/drawing/2014/main" id="{8D7D3528-C263-436D-911F-25D684DAB05B}"/>
              </a:ext>
            </a:extLst>
          </p:cNvPr>
          <p:cNvGrpSpPr/>
          <p:nvPr/>
        </p:nvGrpSpPr>
        <p:grpSpPr>
          <a:xfrm>
            <a:off x="8213960" y="1417557"/>
            <a:ext cx="509338" cy="491704"/>
            <a:chOff x="8213960" y="1909929"/>
            <a:chExt cx="509338" cy="491704"/>
          </a:xfrm>
          <a:solidFill>
            <a:schemeClr val="accent3"/>
          </a:solidFill>
        </p:grpSpPr>
        <p:sp>
          <p:nvSpPr>
            <p:cNvPr id="33" name="Freeform 81">
              <a:extLst>
                <a:ext uri="{FF2B5EF4-FFF2-40B4-BE49-F238E27FC236}">
                  <a16:creationId xmlns:a16="http://schemas.microsoft.com/office/drawing/2014/main" id="{92A9EF44-B16C-34E6-2027-BF2FB8DE1536}"/>
                </a:ext>
              </a:extLst>
            </p:cNvPr>
            <p:cNvSpPr/>
            <p:nvPr/>
          </p:nvSpPr>
          <p:spPr>
            <a:xfrm>
              <a:off x="8431847" y="2047356"/>
              <a:ext cx="73661" cy="42588"/>
            </a:xfrm>
            <a:custGeom>
              <a:avLst/>
              <a:gdLst>
                <a:gd name="connsiteX0" fmla="*/ 15035 w 30073"/>
                <a:gd name="connsiteY0" fmla="*/ 17388 h 17387"/>
                <a:gd name="connsiteX1" fmla="*/ 30074 w 30073"/>
                <a:gd name="connsiteY1" fmla="*/ 8694 h 17387"/>
                <a:gd name="connsiteX2" fmla="*/ 15035 w 30073"/>
                <a:gd name="connsiteY2" fmla="*/ 0 h 17387"/>
                <a:gd name="connsiteX3" fmla="*/ 0 w 30073"/>
                <a:gd name="connsiteY3" fmla="*/ 8694 h 17387"/>
                <a:gd name="connsiteX4" fmla="*/ 15035 w 30073"/>
                <a:gd name="connsiteY4" fmla="*/ 17388 h 17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73" h="17387">
                  <a:moveTo>
                    <a:pt x="15035" y="17388"/>
                  </a:moveTo>
                  <a:cubicBezTo>
                    <a:pt x="23341" y="17388"/>
                    <a:pt x="30074" y="13493"/>
                    <a:pt x="30074" y="8694"/>
                  </a:cubicBezTo>
                  <a:cubicBezTo>
                    <a:pt x="30074" y="3894"/>
                    <a:pt x="23341" y="0"/>
                    <a:pt x="15035" y="0"/>
                  </a:cubicBezTo>
                  <a:cubicBezTo>
                    <a:pt x="6733" y="0"/>
                    <a:pt x="0" y="3894"/>
                    <a:pt x="0" y="8694"/>
                  </a:cubicBezTo>
                  <a:cubicBezTo>
                    <a:pt x="0" y="13493"/>
                    <a:pt x="6733" y="17388"/>
                    <a:pt x="15035" y="17388"/>
                  </a:cubicBezTo>
                  <a:close/>
                </a:path>
              </a:pathLst>
            </a:custGeom>
            <a:grpFill/>
            <a:ln w="3646" cap="flat">
              <a:noFill/>
              <a:prstDash val="solid"/>
              <a:miter/>
            </a:ln>
          </p:spPr>
          <p:txBody>
            <a:bodyPr rtlCol="0" anchor="ctr"/>
            <a:lstStyle/>
            <a:p>
              <a:pPr>
                <a:defRPr/>
              </a:pPr>
              <a:endParaRPr lang="en-GR">
                <a:solidFill>
                  <a:srgbClr val="202020"/>
                </a:solidFill>
                <a:latin typeface="Aptos"/>
              </a:endParaRPr>
            </a:p>
          </p:txBody>
        </p:sp>
        <p:sp>
          <p:nvSpPr>
            <p:cNvPr id="34" name="Freeform 82">
              <a:extLst>
                <a:ext uri="{FF2B5EF4-FFF2-40B4-BE49-F238E27FC236}">
                  <a16:creationId xmlns:a16="http://schemas.microsoft.com/office/drawing/2014/main" id="{C29BDD52-B3B3-8BC8-500B-A3892CE0F9CD}"/>
                </a:ext>
              </a:extLst>
            </p:cNvPr>
            <p:cNvSpPr/>
            <p:nvPr/>
          </p:nvSpPr>
          <p:spPr>
            <a:xfrm>
              <a:off x="8213960" y="1909929"/>
              <a:ext cx="500646" cy="491704"/>
            </a:xfrm>
            <a:custGeom>
              <a:avLst/>
              <a:gdLst>
                <a:gd name="connsiteX0" fmla="*/ 188079 w 204393"/>
                <a:gd name="connsiteY0" fmla="*/ 1252 h 200740"/>
                <a:gd name="connsiteX1" fmla="*/ 199771 w 204393"/>
                <a:gd name="connsiteY1" fmla="*/ 4472 h 200740"/>
                <a:gd name="connsiteX2" fmla="*/ 203245 w 204393"/>
                <a:gd name="connsiteY2" fmla="*/ 16162 h 200740"/>
                <a:gd name="connsiteX3" fmla="*/ 20600 w 204393"/>
                <a:gd name="connsiteY3" fmla="*/ 199496 h 200740"/>
                <a:gd name="connsiteX4" fmla="*/ 8908 w 204393"/>
                <a:gd name="connsiteY4" fmla="*/ 196280 h 200740"/>
                <a:gd name="connsiteX5" fmla="*/ 5434 w 204393"/>
                <a:gd name="connsiteY5" fmla="*/ 184586 h 200740"/>
                <a:gd name="connsiteX6" fmla="*/ 21859 w 204393"/>
                <a:gd name="connsiteY6" fmla="*/ 168071 h 200740"/>
                <a:gd name="connsiteX7" fmla="*/ 0 w 204393"/>
                <a:gd name="connsiteY7" fmla="*/ 143643 h 200740"/>
                <a:gd name="connsiteX8" fmla="*/ 0 w 204393"/>
                <a:gd name="connsiteY8" fmla="*/ 48065 h 200740"/>
                <a:gd name="connsiteX9" fmla="*/ 48542 w 204393"/>
                <a:gd name="connsiteY9" fmla="*/ 18162 h 200740"/>
                <a:gd name="connsiteX10" fmla="*/ 156619 w 204393"/>
                <a:gd name="connsiteY10" fmla="*/ 18074 h 200740"/>
                <a:gd name="connsiteX11" fmla="*/ 170176 w 204393"/>
                <a:gd name="connsiteY11" fmla="*/ 19206 h 200740"/>
                <a:gd name="connsiteX12" fmla="*/ 188079 w 204393"/>
                <a:gd name="connsiteY12" fmla="*/ 1252 h 200740"/>
                <a:gd name="connsiteX13" fmla="*/ 22034 w 204393"/>
                <a:gd name="connsiteY13" fmla="*/ 152771 h 200740"/>
                <a:gd name="connsiteX14" fmla="*/ 37200 w 204393"/>
                <a:gd name="connsiteY14" fmla="*/ 152771 h 200740"/>
                <a:gd name="connsiteX15" fmla="*/ 150751 w 204393"/>
                <a:gd name="connsiteY15" fmla="*/ 38765 h 200740"/>
                <a:gd name="connsiteX16" fmla="*/ 22034 w 204393"/>
                <a:gd name="connsiteY16" fmla="*/ 38849 h 200740"/>
                <a:gd name="connsiteX17" fmla="*/ 22034 w 204393"/>
                <a:gd name="connsiteY17" fmla="*/ 152771 h 20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4393" h="200740">
                  <a:moveTo>
                    <a:pt x="188079" y="1252"/>
                  </a:moveTo>
                  <a:cubicBezTo>
                    <a:pt x="190732" y="-1397"/>
                    <a:pt x="195728" y="384"/>
                    <a:pt x="199771" y="4472"/>
                  </a:cubicBezTo>
                  <a:cubicBezTo>
                    <a:pt x="204114" y="8818"/>
                    <a:pt x="205679" y="13727"/>
                    <a:pt x="203245" y="16162"/>
                  </a:cubicBezTo>
                  <a:lnTo>
                    <a:pt x="20600" y="199496"/>
                  </a:lnTo>
                  <a:cubicBezTo>
                    <a:pt x="17947" y="202149"/>
                    <a:pt x="12951" y="200321"/>
                    <a:pt x="8908" y="196280"/>
                  </a:cubicBezTo>
                  <a:cubicBezTo>
                    <a:pt x="4562" y="191933"/>
                    <a:pt x="3000" y="187021"/>
                    <a:pt x="5434" y="184586"/>
                  </a:cubicBezTo>
                  <a:lnTo>
                    <a:pt x="21859" y="168071"/>
                  </a:lnTo>
                  <a:cubicBezTo>
                    <a:pt x="8649" y="162640"/>
                    <a:pt x="0" y="153727"/>
                    <a:pt x="0" y="143643"/>
                  </a:cubicBezTo>
                  <a:lnTo>
                    <a:pt x="0" y="48065"/>
                  </a:lnTo>
                  <a:cubicBezTo>
                    <a:pt x="0" y="32159"/>
                    <a:pt x="21469" y="19162"/>
                    <a:pt x="48542" y="18162"/>
                  </a:cubicBezTo>
                  <a:lnTo>
                    <a:pt x="156619" y="18074"/>
                  </a:lnTo>
                  <a:cubicBezTo>
                    <a:pt x="161312" y="18074"/>
                    <a:pt x="165873" y="18509"/>
                    <a:pt x="170176" y="19206"/>
                  </a:cubicBezTo>
                  <a:lnTo>
                    <a:pt x="188079" y="1252"/>
                  </a:lnTo>
                  <a:close/>
                  <a:moveTo>
                    <a:pt x="22034" y="152771"/>
                  </a:moveTo>
                  <a:lnTo>
                    <a:pt x="37200" y="152771"/>
                  </a:lnTo>
                  <a:lnTo>
                    <a:pt x="150751" y="38765"/>
                  </a:lnTo>
                  <a:lnTo>
                    <a:pt x="22034" y="38849"/>
                  </a:lnTo>
                  <a:lnTo>
                    <a:pt x="22034" y="152771"/>
                  </a:lnTo>
                  <a:close/>
                </a:path>
              </a:pathLst>
            </a:custGeom>
            <a:grpFill/>
            <a:ln w="3646" cap="flat">
              <a:noFill/>
              <a:prstDash val="solid"/>
              <a:miter/>
            </a:ln>
          </p:spPr>
          <p:txBody>
            <a:bodyPr rtlCol="0" anchor="ctr"/>
            <a:lstStyle/>
            <a:p>
              <a:pPr>
                <a:defRPr/>
              </a:pPr>
              <a:endParaRPr lang="en-GR">
                <a:solidFill>
                  <a:srgbClr val="202020"/>
                </a:solidFill>
                <a:latin typeface="Aptos"/>
              </a:endParaRPr>
            </a:p>
          </p:txBody>
        </p:sp>
        <p:sp>
          <p:nvSpPr>
            <p:cNvPr id="35" name="Freeform 83">
              <a:extLst>
                <a:ext uri="{FF2B5EF4-FFF2-40B4-BE49-F238E27FC236}">
                  <a16:creationId xmlns:a16="http://schemas.microsoft.com/office/drawing/2014/main" id="{3D5129E6-4654-D4AD-CAB7-89BCE8B91FF3}"/>
                </a:ext>
              </a:extLst>
            </p:cNvPr>
            <p:cNvSpPr/>
            <p:nvPr/>
          </p:nvSpPr>
          <p:spPr>
            <a:xfrm>
              <a:off x="8383524" y="2007120"/>
              <a:ext cx="339774" cy="370923"/>
            </a:xfrm>
            <a:custGeom>
              <a:avLst/>
              <a:gdLst>
                <a:gd name="connsiteX0" fmla="*/ 136628 w 138715"/>
                <a:gd name="connsiteY0" fmla="*/ 0 h 151430"/>
                <a:gd name="connsiteX1" fmla="*/ 116725 w 138715"/>
                <a:gd name="connsiteY1" fmla="*/ 19994 h 151430"/>
                <a:gd name="connsiteX2" fmla="*/ 116725 w 138715"/>
                <a:gd name="connsiteY2" fmla="*/ 113006 h 151430"/>
                <a:gd name="connsiteX3" fmla="*/ 23990 w 138715"/>
                <a:gd name="connsiteY3" fmla="*/ 113093 h 151430"/>
                <a:gd name="connsiteX4" fmla="*/ 0 w 138715"/>
                <a:gd name="connsiteY4" fmla="*/ 137218 h 151430"/>
                <a:gd name="connsiteX5" fmla="*/ 0 w 138715"/>
                <a:gd name="connsiteY5" fmla="*/ 151431 h 151430"/>
                <a:gd name="connsiteX6" fmla="*/ 69529 w 138715"/>
                <a:gd name="connsiteY6" fmla="*/ 151431 h 151430"/>
                <a:gd name="connsiteX7" fmla="*/ 69529 w 138715"/>
                <a:gd name="connsiteY7" fmla="*/ 133955 h 151430"/>
                <a:gd name="connsiteX8" fmla="*/ 90173 w 138715"/>
                <a:gd name="connsiteY8" fmla="*/ 133955 h 151430"/>
                <a:gd name="connsiteX9" fmla="*/ 138716 w 138715"/>
                <a:gd name="connsiteY9" fmla="*/ 104009 h 151430"/>
                <a:gd name="connsiteX10" fmla="*/ 138716 w 138715"/>
                <a:gd name="connsiteY10" fmla="*/ 8387 h 151430"/>
                <a:gd name="connsiteX11" fmla="*/ 136628 w 138715"/>
                <a:gd name="connsiteY11" fmla="*/ 0 h 15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715" h="151430">
                  <a:moveTo>
                    <a:pt x="136628" y="0"/>
                  </a:moveTo>
                  <a:lnTo>
                    <a:pt x="116725" y="19994"/>
                  </a:lnTo>
                  <a:lnTo>
                    <a:pt x="116725" y="113006"/>
                  </a:lnTo>
                  <a:lnTo>
                    <a:pt x="23990" y="113093"/>
                  </a:lnTo>
                  <a:lnTo>
                    <a:pt x="0" y="137218"/>
                  </a:lnTo>
                  <a:lnTo>
                    <a:pt x="0" y="151431"/>
                  </a:lnTo>
                  <a:lnTo>
                    <a:pt x="69529" y="151431"/>
                  </a:lnTo>
                  <a:lnTo>
                    <a:pt x="69529" y="133955"/>
                  </a:lnTo>
                  <a:lnTo>
                    <a:pt x="90173" y="133955"/>
                  </a:lnTo>
                  <a:cubicBezTo>
                    <a:pt x="117247" y="132959"/>
                    <a:pt x="138716" y="119962"/>
                    <a:pt x="138716" y="104009"/>
                  </a:cubicBezTo>
                  <a:lnTo>
                    <a:pt x="138716" y="8387"/>
                  </a:lnTo>
                  <a:cubicBezTo>
                    <a:pt x="138716" y="5475"/>
                    <a:pt x="137975" y="2650"/>
                    <a:pt x="136628" y="0"/>
                  </a:cubicBezTo>
                  <a:close/>
                </a:path>
              </a:pathLst>
            </a:custGeom>
            <a:grpFill/>
            <a:ln w="3646" cap="flat">
              <a:noFill/>
              <a:prstDash val="solid"/>
              <a:miter/>
            </a:ln>
          </p:spPr>
          <p:txBody>
            <a:bodyPr rtlCol="0" anchor="ctr"/>
            <a:lstStyle/>
            <a:p>
              <a:pPr>
                <a:defRPr/>
              </a:pPr>
              <a:endParaRPr lang="en-GR">
                <a:solidFill>
                  <a:srgbClr val="202020"/>
                </a:solidFill>
                <a:latin typeface="Aptos"/>
              </a:endParaRPr>
            </a:p>
          </p:txBody>
        </p:sp>
      </p:grpSp>
      <p:sp>
        <p:nvSpPr>
          <p:cNvPr id="43" name="Rectangle 42">
            <a:extLst>
              <a:ext uri="{FF2B5EF4-FFF2-40B4-BE49-F238E27FC236}">
                <a16:creationId xmlns:a16="http://schemas.microsoft.com/office/drawing/2014/main" id="{6D2687E4-121F-A1ED-5363-DD6D9A9804A2}"/>
              </a:ext>
            </a:extLst>
          </p:cNvPr>
          <p:cNvSpPr/>
          <p:nvPr/>
        </p:nvSpPr>
        <p:spPr>
          <a:xfrm>
            <a:off x="342420" y="3799492"/>
            <a:ext cx="2636137" cy="2202727"/>
          </a:xfrm>
          <a:prstGeom prst="rect">
            <a:avLst/>
          </a:prstGeom>
          <a:solidFill>
            <a:srgbClr val="F6FA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45" name="Text Placeholder 2">
            <a:extLst>
              <a:ext uri="{FF2B5EF4-FFF2-40B4-BE49-F238E27FC236}">
                <a16:creationId xmlns:a16="http://schemas.microsoft.com/office/drawing/2014/main" id="{09C5D45E-11A1-8513-BF7A-0931B80C9FC8}"/>
              </a:ext>
            </a:extLst>
          </p:cNvPr>
          <p:cNvSpPr txBox="1">
            <a:spLocks/>
          </p:cNvSpPr>
          <p:nvPr/>
        </p:nvSpPr>
        <p:spPr>
          <a:xfrm>
            <a:off x="485001" y="5020238"/>
            <a:ext cx="2279375" cy="815608"/>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4150" indent="-184150">
              <a:spcBef>
                <a:spcPts val="0"/>
              </a:spcBef>
              <a:spcAft>
                <a:spcPts val="600"/>
              </a:spcAft>
              <a:buClr>
                <a:schemeClr val="accent3"/>
              </a:buClr>
              <a:tabLst>
                <a:tab pos="352425" algn="l"/>
              </a:tabLst>
              <a:defRPr/>
            </a:pPr>
            <a:r>
              <a:rPr lang="en-GB" sz="1200">
                <a:solidFill>
                  <a:schemeClr val="tx1">
                    <a:lumMod val="65000"/>
                    <a:lumOff val="35000"/>
                  </a:schemeClr>
                </a:solidFill>
              </a:rPr>
              <a:t>Ut </a:t>
            </a:r>
            <a:r>
              <a:rPr lang="en-GB" sz="1200" err="1">
                <a:solidFill>
                  <a:schemeClr val="tx1">
                    <a:lumMod val="65000"/>
                    <a:lumOff val="35000"/>
                  </a:schemeClr>
                </a:solidFill>
              </a:rPr>
              <a:t>enim</a:t>
            </a:r>
            <a:r>
              <a:rPr lang="en-GB" sz="1200">
                <a:solidFill>
                  <a:schemeClr val="tx1">
                    <a:lumMod val="65000"/>
                    <a:lumOff val="35000"/>
                  </a:schemeClr>
                </a:solidFill>
              </a:rPr>
              <a:t> ad minim </a:t>
            </a:r>
            <a:r>
              <a:rPr lang="en-GB" sz="1200" err="1">
                <a:solidFill>
                  <a:schemeClr val="tx1">
                    <a:lumMod val="65000"/>
                    <a:lumOff val="35000"/>
                  </a:schemeClr>
                </a:solidFill>
              </a:rPr>
              <a:t>veniam</a:t>
            </a:r>
            <a:r>
              <a:rPr lang="en-GB" sz="1200">
                <a:solidFill>
                  <a:schemeClr val="tx1">
                    <a:lumMod val="65000"/>
                    <a:lumOff val="35000"/>
                  </a:schemeClr>
                </a:solidFill>
              </a:rPr>
              <a:t>, </a:t>
            </a:r>
            <a:r>
              <a:rPr lang="en-GB" sz="1200" err="1">
                <a:solidFill>
                  <a:schemeClr val="tx1">
                    <a:lumMod val="65000"/>
                    <a:lumOff val="35000"/>
                  </a:schemeClr>
                </a:solidFill>
              </a:rPr>
              <a:t>quis</a:t>
            </a:r>
            <a:r>
              <a:rPr lang="en-GB" sz="1200">
                <a:solidFill>
                  <a:schemeClr val="tx1">
                    <a:lumMod val="65000"/>
                    <a:lumOff val="35000"/>
                  </a:schemeClr>
                </a:solidFill>
              </a:rPr>
              <a:t> </a:t>
            </a:r>
            <a:r>
              <a:rPr lang="en-GB" sz="1200" err="1">
                <a:solidFill>
                  <a:schemeClr val="tx1">
                    <a:lumMod val="65000"/>
                    <a:lumOff val="35000"/>
                  </a:schemeClr>
                </a:solidFill>
              </a:rPr>
              <a:t>commodo</a:t>
            </a:r>
            <a:r>
              <a:rPr lang="en-GB" sz="1200">
                <a:solidFill>
                  <a:schemeClr val="tx1">
                    <a:lumMod val="65000"/>
                    <a:lumOff val="35000"/>
                  </a:schemeClr>
                </a:solidFill>
              </a:rPr>
              <a:t> minim </a:t>
            </a:r>
            <a:r>
              <a:rPr lang="en-GB" sz="1200" err="1">
                <a:solidFill>
                  <a:schemeClr val="tx1">
                    <a:lumMod val="65000"/>
                    <a:lumOff val="35000"/>
                  </a:schemeClr>
                </a:solidFill>
              </a:rPr>
              <a:t>consequat</a:t>
            </a:r>
            <a:r>
              <a:rPr lang="en-GB" sz="1200">
                <a:solidFill>
                  <a:schemeClr val="tx1">
                    <a:lumMod val="65000"/>
                    <a:lumOff val="35000"/>
                  </a:schemeClr>
                </a:solidFill>
              </a:rPr>
              <a:t>. </a:t>
            </a:r>
          </a:p>
          <a:p>
            <a:pPr marL="184150" indent="-184150">
              <a:spcBef>
                <a:spcPts val="0"/>
              </a:spcBef>
              <a:spcAft>
                <a:spcPts val="600"/>
              </a:spcAft>
              <a:buClr>
                <a:schemeClr val="accent3"/>
              </a:buClr>
              <a:tabLst>
                <a:tab pos="352425" algn="l"/>
              </a:tabLst>
              <a:defRPr/>
            </a:pPr>
            <a:r>
              <a:rPr lang="en-GB" sz="1200">
                <a:solidFill>
                  <a:schemeClr val="tx1">
                    <a:lumMod val="65000"/>
                    <a:lumOff val="35000"/>
                  </a:schemeClr>
                </a:solidFill>
              </a:rPr>
              <a:t>Lorem ipsum </a:t>
            </a:r>
            <a:r>
              <a:rPr lang="en-GB" sz="1200" err="1">
                <a:solidFill>
                  <a:schemeClr val="tx1">
                    <a:lumMod val="65000"/>
                    <a:lumOff val="35000"/>
                  </a:schemeClr>
                </a:solidFill>
              </a:rPr>
              <a:t>dolor</a:t>
            </a:r>
            <a:r>
              <a:rPr lang="en-GB" sz="1200">
                <a:solidFill>
                  <a:schemeClr val="tx1">
                    <a:lumMod val="65000"/>
                    <a:lumOff val="35000"/>
                  </a:schemeClr>
                </a:solidFill>
              </a:rPr>
              <a:t>, </a:t>
            </a:r>
            <a:r>
              <a:rPr lang="en-GB" sz="1200" err="1">
                <a:solidFill>
                  <a:schemeClr val="tx1">
                    <a:lumMod val="65000"/>
                    <a:lumOff val="35000"/>
                  </a:schemeClr>
                </a:solidFill>
              </a:rPr>
              <a:t>consecteta</a:t>
            </a:r>
            <a:r>
              <a:rPr lang="en-GB" sz="1200">
                <a:solidFill>
                  <a:schemeClr val="tx1">
                    <a:lumMod val="65000"/>
                    <a:lumOff val="35000"/>
                  </a:schemeClr>
                </a:solidFill>
              </a:rPr>
              <a:t> dolore magna </a:t>
            </a:r>
            <a:r>
              <a:rPr lang="en-GB" sz="1200" err="1">
                <a:solidFill>
                  <a:schemeClr val="tx1">
                    <a:lumMod val="65000"/>
                    <a:lumOff val="35000"/>
                  </a:schemeClr>
                </a:solidFill>
              </a:rPr>
              <a:t>aliqua</a:t>
            </a:r>
            <a:r>
              <a:rPr lang="en-GB" sz="1200">
                <a:solidFill>
                  <a:schemeClr val="tx1">
                    <a:lumMod val="65000"/>
                    <a:lumOff val="35000"/>
                  </a:schemeClr>
                </a:solidFill>
              </a:rPr>
              <a:t>.</a:t>
            </a:r>
          </a:p>
        </p:txBody>
      </p:sp>
      <p:sp>
        <p:nvSpPr>
          <p:cNvPr id="46" name="Text Placeholder 2">
            <a:extLst>
              <a:ext uri="{FF2B5EF4-FFF2-40B4-BE49-F238E27FC236}">
                <a16:creationId xmlns:a16="http://schemas.microsoft.com/office/drawing/2014/main" id="{A37BDB59-13EC-3723-913C-539CF929D0E0}"/>
              </a:ext>
            </a:extLst>
          </p:cNvPr>
          <p:cNvSpPr txBox="1">
            <a:spLocks/>
          </p:cNvSpPr>
          <p:nvPr/>
        </p:nvSpPr>
        <p:spPr>
          <a:xfrm>
            <a:off x="516835" y="4508605"/>
            <a:ext cx="1868557" cy="333425"/>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0000"/>
              </a:lnSpc>
              <a:spcBef>
                <a:spcPts val="0"/>
              </a:spcBef>
              <a:spcAft>
                <a:spcPts val="600"/>
              </a:spcAft>
              <a:buClr>
                <a:srgbClr val="047A85"/>
              </a:buClr>
              <a:buNone/>
              <a:tabLst>
                <a:tab pos="352425" algn="l"/>
              </a:tabLst>
              <a:defRPr/>
            </a:pPr>
            <a:r>
              <a:rPr lang="en-GB" sz="1200" b="1">
                <a:solidFill>
                  <a:schemeClr val="accent1"/>
                </a:solidFill>
                <a:latin typeface="Aptos SemiBold" panose="020B0004020202020204" pitchFamily="34" charset="0"/>
              </a:rPr>
              <a:t>A</a:t>
            </a:r>
            <a:r>
              <a:rPr lang="en-GB" sz="1200" b="1" err="1">
                <a:solidFill>
                  <a:schemeClr val="accent1"/>
                </a:solidFill>
                <a:latin typeface="Aptos SemiBold" panose="020B0004020202020204" pitchFamily="34" charset="0"/>
              </a:rPr>
              <a:t>nim</a:t>
            </a:r>
            <a:r>
              <a:rPr lang="en-GB" sz="1200" b="1">
                <a:solidFill>
                  <a:schemeClr val="accent1"/>
                </a:solidFill>
                <a:latin typeface="Aptos SemiBold" panose="020B0004020202020204" pitchFamily="34" charset="0"/>
              </a:rPr>
              <a:t> id </a:t>
            </a:r>
            <a:r>
              <a:rPr lang="en-GB" sz="1200" b="1" err="1">
                <a:solidFill>
                  <a:schemeClr val="accent1"/>
                </a:solidFill>
                <a:latin typeface="Aptos SemiBold" panose="020B0004020202020204" pitchFamily="34" charset="0"/>
              </a:rPr>
              <a:t>enim</a:t>
            </a:r>
            <a:r>
              <a:rPr lang="en-GB" sz="1200" b="1">
                <a:solidFill>
                  <a:schemeClr val="accent1"/>
                </a:solidFill>
                <a:latin typeface="Aptos SemiBold" panose="020B0004020202020204" pitchFamily="34" charset="0"/>
              </a:rPr>
              <a:t> ad minim </a:t>
            </a:r>
            <a:r>
              <a:rPr lang="en-GB" sz="1200" b="1" err="1">
                <a:solidFill>
                  <a:schemeClr val="accent1"/>
                </a:solidFill>
                <a:latin typeface="Aptos SemiBold" panose="020B0004020202020204" pitchFamily="34" charset="0"/>
              </a:rPr>
              <a:t>veniam</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est</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laborum</a:t>
            </a:r>
            <a:endParaRPr lang="en-GR" sz="1200">
              <a:solidFill>
                <a:schemeClr val="accent1"/>
              </a:solidFill>
            </a:endParaRPr>
          </a:p>
        </p:txBody>
      </p:sp>
      <p:grpSp>
        <p:nvGrpSpPr>
          <p:cNvPr id="47" name="Group 46">
            <a:extLst>
              <a:ext uri="{FF2B5EF4-FFF2-40B4-BE49-F238E27FC236}">
                <a16:creationId xmlns:a16="http://schemas.microsoft.com/office/drawing/2014/main" id="{6458F6AD-D975-0F6C-B06E-E29B36EFB2AA}"/>
              </a:ext>
            </a:extLst>
          </p:cNvPr>
          <p:cNvGrpSpPr/>
          <p:nvPr/>
        </p:nvGrpSpPr>
        <p:grpSpPr>
          <a:xfrm>
            <a:off x="2459578" y="4027420"/>
            <a:ext cx="385619" cy="414224"/>
            <a:chOff x="4426883" y="3849294"/>
            <a:chExt cx="187369" cy="201268"/>
          </a:xfrm>
          <a:solidFill>
            <a:schemeClr val="accent3"/>
          </a:solidFill>
        </p:grpSpPr>
        <p:sp>
          <p:nvSpPr>
            <p:cNvPr id="48" name="Freeform 460">
              <a:extLst>
                <a:ext uri="{FF2B5EF4-FFF2-40B4-BE49-F238E27FC236}">
                  <a16:creationId xmlns:a16="http://schemas.microsoft.com/office/drawing/2014/main" id="{4ED78576-79E8-E46B-1182-4777E51A86A2}"/>
                </a:ext>
              </a:extLst>
            </p:cNvPr>
            <p:cNvSpPr/>
            <p:nvPr/>
          </p:nvSpPr>
          <p:spPr>
            <a:xfrm>
              <a:off x="4484518" y="3849294"/>
              <a:ext cx="129734" cy="200259"/>
            </a:xfrm>
            <a:custGeom>
              <a:avLst/>
              <a:gdLst>
                <a:gd name="connsiteX0" fmla="*/ 36646 w 146528"/>
                <a:gd name="connsiteY0" fmla="*/ 0 h 226182"/>
                <a:gd name="connsiteX1" fmla="*/ 109883 w 146528"/>
                <a:gd name="connsiteY1" fmla="*/ 0 h 226182"/>
                <a:gd name="connsiteX2" fmla="*/ 146529 w 146528"/>
                <a:gd name="connsiteY2" fmla="*/ 21169 h 226182"/>
                <a:gd name="connsiteX3" fmla="*/ 146529 w 146528"/>
                <a:gd name="connsiteY3" fmla="*/ 205010 h 226182"/>
                <a:gd name="connsiteX4" fmla="*/ 109883 w 146528"/>
                <a:gd name="connsiteY4" fmla="*/ 226179 h 226182"/>
                <a:gd name="connsiteX5" fmla="*/ 36646 w 146528"/>
                <a:gd name="connsiteY5" fmla="*/ 226179 h 226182"/>
                <a:gd name="connsiteX6" fmla="*/ 22479 w 146528"/>
                <a:gd name="connsiteY6" fmla="*/ 224135 h 226182"/>
                <a:gd name="connsiteX7" fmla="*/ 64417 w 146528"/>
                <a:gd name="connsiteY7" fmla="*/ 179169 h 226182"/>
                <a:gd name="connsiteX8" fmla="*/ 123878 w 146528"/>
                <a:gd name="connsiteY8" fmla="*/ 179169 h 226182"/>
                <a:gd name="connsiteX9" fmla="*/ 123878 w 146528"/>
                <a:gd name="connsiteY9" fmla="*/ 24308 h 226182"/>
                <a:gd name="connsiteX10" fmla="*/ 23333 w 146528"/>
                <a:gd name="connsiteY10" fmla="*/ 24308 h 226182"/>
                <a:gd name="connsiteX11" fmla="*/ 23333 w 146528"/>
                <a:gd name="connsiteY11" fmla="*/ 122999 h 226182"/>
                <a:gd name="connsiteX12" fmla="*/ 0 w 146528"/>
                <a:gd name="connsiteY12" fmla="*/ 138255 h 226182"/>
                <a:gd name="connsiteX13" fmla="*/ 0 w 146528"/>
                <a:gd name="connsiteY13" fmla="*/ 21169 h 226182"/>
                <a:gd name="connsiteX14" fmla="*/ 36646 w 146528"/>
                <a:gd name="connsiteY14" fmla="*/ 0 h 226182"/>
                <a:gd name="connsiteX15" fmla="*/ 55651 w 146528"/>
                <a:gd name="connsiteY15" fmla="*/ 203732 h 226182"/>
                <a:gd name="connsiteX16" fmla="*/ 73007 w 146528"/>
                <a:gd name="connsiteY16" fmla="*/ 213769 h 226182"/>
                <a:gd name="connsiteX17" fmla="*/ 90363 w 146528"/>
                <a:gd name="connsiteY17" fmla="*/ 203732 h 226182"/>
                <a:gd name="connsiteX18" fmla="*/ 73007 w 146528"/>
                <a:gd name="connsiteY18" fmla="*/ 193732 h 226182"/>
                <a:gd name="connsiteX19" fmla="*/ 55651 w 146528"/>
                <a:gd name="connsiteY19" fmla="*/ 203732 h 226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6528" h="226182">
                  <a:moveTo>
                    <a:pt x="36646" y="0"/>
                  </a:moveTo>
                  <a:lnTo>
                    <a:pt x="109883" y="0"/>
                  </a:lnTo>
                  <a:cubicBezTo>
                    <a:pt x="130140" y="0"/>
                    <a:pt x="146529" y="9453"/>
                    <a:pt x="146529" y="21169"/>
                  </a:cubicBezTo>
                  <a:lnTo>
                    <a:pt x="146529" y="205010"/>
                  </a:lnTo>
                  <a:cubicBezTo>
                    <a:pt x="146529" y="216653"/>
                    <a:pt x="130081" y="226179"/>
                    <a:pt x="109883" y="226179"/>
                  </a:cubicBezTo>
                  <a:lnTo>
                    <a:pt x="36646" y="226179"/>
                  </a:lnTo>
                  <a:cubicBezTo>
                    <a:pt x="32278" y="226179"/>
                    <a:pt x="26391" y="226362"/>
                    <a:pt x="22479" y="224135"/>
                  </a:cubicBezTo>
                  <a:cubicBezTo>
                    <a:pt x="40062" y="208295"/>
                    <a:pt x="64187" y="179462"/>
                    <a:pt x="64417" y="179169"/>
                  </a:cubicBezTo>
                  <a:lnTo>
                    <a:pt x="123878" y="179169"/>
                  </a:lnTo>
                  <a:lnTo>
                    <a:pt x="123878" y="24308"/>
                  </a:lnTo>
                  <a:lnTo>
                    <a:pt x="23333" y="24308"/>
                  </a:lnTo>
                  <a:lnTo>
                    <a:pt x="23333" y="122999"/>
                  </a:lnTo>
                  <a:cubicBezTo>
                    <a:pt x="20202" y="125261"/>
                    <a:pt x="0" y="138255"/>
                    <a:pt x="0" y="138255"/>
                  </a:cubicBezTo>
                  <a:lnTo>
                    <a:pt x="0" y="21169"/>
                  </a:lnTo>
                  <a:cubicBezTo>
                    <a:pt x="0" y="9489"/>
                    <a:pt x="16447" y="0"/>
                    <a:pt x="36646" y="0"/>
                  </a:cubicBezTo>
                  <a:close/>
                  <a:moveTo>
                    <a:pt x="55651" y="203732"/>
                  </a:moveTo>
                  <a:cubicBezTo>
                    <a:pt x="55651" y="209280"/>
                    <a:pt x="63450" y="213769"/>
                    <a:pt x="73007" y="213769"/>
                  </a:cubicBezTo>
                  <a:cubicBezTo>
                    <a:pt x="82623" y="213769"/>
                    <a:pt x="90363" y="209280"/>
                    <a:pt x="90363" y="203732"/>
                  </a:cubicBezTo>
                  <a:cubicBezTo>
                    <a:pt x="90363" y="198222"/>
                    <a:pt x="82623" y="193732"/>
                    <a:pt x="73007" y="193732"/>
                  </a:cubicBezTo>
                  <a:cubicBezTo>
                    <a:pt x="63391" y="193732"/>
                    <a:pt x="55651" y="198222"/>
                    <a:pt x="55651" y="203732"/>
                  </a:cubicBezTo>
                  <a:close/>
                </a:path>
              </a:pathLst>
            </a:custGeom>
            <a:grpFill/>
            <a:ln w="3646" cap="flat">
              <a:noFill/>
              <a:prstDash val="solid"/>
              <a:miter/>
            </a:ln>
          </p:spPr>
          <p:txBody>
            <a:bodyPr rtlCol="0" anchor="ctr"/>
            <a:lstStyle/>
            <a:p>
              <a:pPr>
                <a:defRPr/>
              </a:pPr>
              <a:endParaRPr lang="en-GR">
                <a:solidFill>
                  <a:srgbClr val="202020"/>
                </a:solidFill>
                <a:latin typeface="Aptos"/>
              </a:endParaRPr>
            </a:p>
          </p:txBody>
        </p:sp>
        <p:sp>
          <p:nvSpPr>
            <p:cNvPr id="49" name="Freeform 461">
              <a:extLst>
                <a:ext uri="{FF2B5EF4-FFF2-40B4-BE49-F238E27FC236}">
                  <a16:creationId xmlns:a16="http://schemas.microsoft.com/office/drawing/2014/main" id="{40C58F28-7138-50EE-80FD-EEC74467A532}"/>
                </a:ext>
              </a:extLst>
            </p:cNvPr>
            <p:cNvSpPr/>
            <p:nvPr/>
          </p:nvSpPr>
          <p:spPr>
            <a:xfrm>
              <a:off x="4426883" y="3889042"/>
              <a:ext cx="115985" cy="161520"/>
            </a:xfrm>
            <a:custGeom>
              <a:avLst/>
              <a:gdLst>
                <a:gd name="connsiteX0" fmla="*/ 130421 w 130999"/>
                <a:gd name="connsiteY0" fmla="*/ 98983 h 182428"/>
                <a:gd name="connsiteX1" fmla="*/ 123480 w 130999"/>
                <a:gd name="connsiteY1" fmla="*/ 117597 h 182428"/>
                <a:gd name="connsiteX2" fmla="*/ 123422 w 130999"/>
                <a:gd name="connsiteY2" fmla="*/ 117670 h 182428"/>
                <a:gd name="connsiteX3" fmla="*/ 63504 w 130999"/>
                <a:gd name="connsiteY3" fmla="*/ 178622 h 182428"/>
                <a:gd name="connsiteX4" fmla="*/ 23443 w 130999"/>
                <a:gd name="connsiteY4" fmla="*/ 181396 h 182428"/>
                <a:gd name="connsiteX5" fmla="*/ 0 w 130999"/>
                <a:gd name="connsiteY5" fmla="*/ 142233 h 182428"/>
                <a:gd name="connsiteX6" fmla="*/ 0 w 130999"/>
                <a:gd name="connsiteY6" fmla="*/ 64090 h 182428"/>
                <a:gd name="connsiteX7" fmla="*/ 18378 w 130999"/>
                <a:gd name="connsiteY7" fmla="*/ 29636 h 182428"/>
                <a:gd name="connsiteX8" fmla="*/ 49108 w 130999"/>
                <a:gd name="connsiteY8" fmla="*/ 0 h 182428"/>
                <a:gd name="connsiteX9" fmla="*/ 49108 w 130999"/>
                <a:gd name="connsiteY9" fmla="*/ 97888 h 182428"/>
                <a:gd name="connsiteX10" fmla="*/ 65665 w 130999"/>
                <a:gd name="connsiteY10" fmla="*/ 110370 h 182428"/>
                <a:gd name="connsiteX11" fmla="*/ 103621 w 130999"/>
                <a:gd name="connsiteY11" fmla="*/ 87778 h 182428"/>
                <a:gd name="connsiteX12" fmla="*/ 130421 w 130999"/>
                <a:gd name="connsiteY12" fmla="*/ 98983 h 182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0999" h="182428">
                  <a:moveTo>
                    <a:pt x="130421" y="98983"/>
                  </a:moveTo>
                  <a:cubicBezTo>
                    <a:pt x="132413" y="104859"/>
                    <a:pt x="129056" y="110662"/>
                    <a:pt x="123480" y="117597"/>
                  </a:cubicBezTo>
                  <a:lnTo>
                    <a:pt x="123422" y="117670"/>
                  </a:lnTo>
                  <a:cubicBezTo>
                    <a:pt x="120863" y="120845"/>
                    <a:pt x="81827" y="167745"/>
                    <a:pt x="63504" y="178622"/>
                  </a:cubicBezTo>
                  <a:cubicBezTo>
                    <a:pt x="52360" y="185045"/>
                    <a:pt x="35759" y="181396"/>
                    <a:pt x="23443" y="181396"/>
                  </a:cubicBezTo>
                  <a:cubicBezTo>
                    <a:pt x="10528" y="181396"/>
                    <a:pt x="0" y="163876"/>
                    <a:pt x="0" y="142233"/>
                  </a:cubicBezTo>
                  <a:lnTo>
                    <a:pt x="0" y="64090"/>
                  </a:lnTo>
                  <a:cubicBezTo>
                    <a:pt x="0" y="46170"/>
                    <a:pt x="9806" y="37374"/>
                    <a:pt x="18378" y="29636"/>
                  </a:cubicBezTo>
                  <a:cubicBezTo>
                    <a:pt x="28961" y="20147"/>
                    <a:pt x="38646" y="9672"/>
                    <a:pt x="49108" y="0"/>
                  </a:cubicBezTo>
                  <a:lnTo>
                    <a:pt x="49108" y="97888"/>
                  </a:lnTo>
                  <a:cubicBezTo>
                    <a:pt x="49108" y="107414"/>
                    <a:pt x="56458" y="113400"/>
                    <a:pt x="65665" y="110370"/>
                  </a:cubicBezTo>
                  <a:cubicBezTo>
                    <a:pt x="68683" y="109348"/>
                    <a:pt x="96906" y="92158"/>
                    <a:pt x="103621" y="87778"/>
                  </a:cubicBezTo>
                  <a:cubicBezTo>
                    <a:pt x="114032" y="80953"/>
                    <a:pt x="125301" y="84128"/>
                    <a:pt x="130421" y="98983"/>
                  </a:cubicBezTo>
                  <a:close/>
                </a:path>
              </a:pathLst>
            </a:custGeom>
            <a:grpFill/>
            <a:ln w="3646" cap="flat">
              <a:noFill/>
              <a:prstDash val="solid"/>
              <a:miter/>
            </a:ln>
          </p:spPr>
          <p:txBody>
            <a:bodyPr rtlCol="0" anchor="ctr"/>
            <a:lstStyle/>
            <a:p>
              <a:pPr>
                <a:defRPr/>
              </a:pPr>
              <a:endParaRPr lang="en-GR">
                <a:solidFill>
                  <a:srgbClr val="202020"/>
                </a:solidFill>
                <a:latin typeface="Aptos"/>
              </a:endParaRPr>
            </a:p>
          </p:txBody>
        </p:sp>
      </p:grpSp>
      <p:sp>
        <p:nvSpPr>
          <p:cNvPr id="50" name="Rectangle 49">
            <a:extLst>
              <a:ext uri="{FF2B5EF4-FFF2-40B4-BE49-F238E27FC236}">
                <a16:creationId xmlns:a16="http://schemas.microsoft.com/office/drawing/2014/main" id="{530EA485-C700-DC7F-9B4B-F852EF458D92}"/>
              </a:ext>
            </a:extLst>
          </p:cNvPr>
          <p:cNvSpPr/>
          <p:nvPr/>
        </p:nvSpPr>
        <p:spPr>
          <a:xfrm>
            <a:off x="3300111" y="3799494"/>
            <a:ext cx="2636137" cy="2202727"/>
          </a:xfrm>
          <a:prstGeom prst="rect">
            <a:avLst/>
          </a:prstGeom>
          <a:solidFill>
            <a:srgbClr val="F6FA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52" name="Text Placeholder 2">
            <a:extLst>
              <a:ext uri="{FF2B5EF4-FFF2-40B4-BE49-F238E27FC236}">
                <a16:creationId xmlns:a16="http://schemas.microsoft.com/office/drawing/2014/main" id="{C6711FCB-F1C0-8170-03CC-986C1362F142}"/>
              </a:ext>
            </a:extLst>
          </p:cNvPr>
          <p:cNvSpPr txBox="1">
            <a:spLocks/>
          </p:cNvSpPr>
          <p:nvPr/>
        </p:nvSpPr>
        <p:spPr>
          <a:xfrm>
            <a:off x="3442692" y="5032270"/>
            <a:ext cx="2279375" cy="815608"/>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4150" indent="-184150">
              <a:spcBef>
                <a:spcPts val="0"/>
              </a:spcBef>
              <a:spcAft>
                <a:spcPts val="600"/>
              </a:spcAft>
              <a:buClr>
                <a:schemeClr val="accent3"/>
              </a:buClr>
              <a:tabLst>
                <a:tab pos="352425" algn="l"/>
              </a:tabLst>
              <a:defRPr/>
            </a:pPr>
            <a:r>
              <a:rPr lang="en-GB" sz="1200">
                <a:solidFill>
                  <a:schemeClr val="tx1">
                    <a:lumMod val="65000"/>
                    <a:lumOff val="35000"/>
                  </a:schemeClr>
                </a:solidFill>
              </a:rPr>
              <a:t>Ut </a:t>
            </a:r>
            <a:r>
              <a:rPr lang="en-GB" sz="1200" err="1">
                <a:solidFill>
                  <a:schemeClr val="tx1">
                    <a:lumMod val="65000"/>
                    <a:lumOff val="35000"/>
                  </a:schemeClr>
                </a:solidFill>
              </a:rPr>
              <a:t>enim</a:t>
            </a:r>
            <a:r>
              <a:rPr lang="en-GB" sz="1200">
                <a:solidFill>
                  <a:schemeClr val="tx1">
                    <a:lumMod val="65000"/>
                    <a:lumOff val="35000"/>
                  </a:schemeClr>
                </a:solidFill>
              </a:rPr>
              <a:t> ad minim </a:t>
            </a:r>
            <a:r>
              <a:rPr lang="en-GB" sz="1200" err="1">
                <a:solidFill>
                  <a:schemeClr val="tx1">
                    <a:lumMod val="65000"/>
                    <a:lumOff val="35000"/>
                  </a:schemeClr>
                </a:solidFill>
              </a:rPr>
              <a:t>veniam</a:t>
            </a:r>
            <a:r>
              <a:rPr lang="en-GB" sz="1200">
                <a:solidFill>
                  <a:schemeClr val="tx1">
                    <a:lumMod val="65000"/>
                    <a:lumOff val="35000"/>
                  </a:schemeClr>
                </a:solidFill>
              </a:rPr>
              <a:t>, </a:t>
            </a:r>
            <a:r>
              <a:rPr lang="en-GB" sz="1200" err="1">
                <a:solidFill>
                  <a:schemeClr val="tx1">
                    <a:lumMod val="65000"/>
                    <a:lumOff val="35000"/>
                  </a:schemeClr>
                </a:solidFill>
              </a:rPr>
              <a:t>quis</a:t>
            </a:r>
            <a:r>
              <a:rPr lang="en-GB" sz="1200">
                <a:solidFill>
                  <a:schemeClr val="tx1">
                    <a:lumMod val="65000"/>
                    <a:lumOff val="35000"/>
                  </a:schemeClr>
                </a:solidFill>
              </a:rPr>
              <a:t> </a:t>
            </a:r>
            <a:r>
              <a:rPr lang="en-GB" sz="1200" err="1">
                <a:solidFill>
                  <a:schemeClr val="tx1">
                    <a:lumMod val="65000"/>
                    <a:lumOff val="35000"/>
                  </a:schemeClr>
                </a:solidFill>
              </a:rPr>
              <a:t>commodo</a:t>
            </a:r>
            <a:r>
              <a:rPr lang="en-GB" sz="1200">
                <a:solidFill>
                  <a:schemeClr val="tx1">
                    <a:lumMod val="65000"/>
                    <a:lumOff val="35000"/>
                  </a:schemeClr>
                </a:solidFill>
              </a:rPr>
              <a:t> minim </a:t>
            </a:r>
            <a:r>
              <a:rPr lang="en-GB" sz="1200" err="1">
                <a:solidFill>
                  <a:schemeClr val="tx1">
                    <a:lumMod val="65000"/>
                    <a:lumOff val="35000"/>
                  </a:schemeClr>
                </a:solidFill>
              </a:rPr>
              <a:t>consequat</a:t>
            </a:r>
            <a:r>
              <a:rPr lang="en-GB" sz="1200">
                <a:solidFill>
                  <a:schemeClr val="tx1">
                    <a:lumMod val="65000"/>
                    <a:lumOff val="35000"/>
                  </a:schemeClr>
                </a:solidFill>
              </a:rPr>
              <a:t>. </a:t>
            </a:r>
          </a:p>
          <a:p>
            <a:pPr marL="184150" indent="-184150">
              <a:spcBef>
                <a:spcPts val="0"/>
              </a:spcBef>
              <a:spcAft>
                <a:spcPts val="600"/>
              </a:spcAft>
              <a:buClr>
                <a:schemeClr val="accent3"/>
              </a:buClr>
              <a:tabLst>
                <a:tab pos="352425" algn="l"/>
              </a:tabLst>
              <a:defRPr/>
            </a:pPr>
            <a:r>
              <a:rPr lang="en-GB" sz="1200">
                <a:solidFill>
                  <a:schemeClr val="tx1">
                    <a:lumMod val="65000"/>
                    <a:lumOff val="35000"/>
                  </a:schemeClr>
                </a:solidFill>
              </a:rPr>
              <a:t>Lorem ipsum </a:t>
            </a:r>
            <a:r>
              <a:rPr lang="en-GB" sz="1200" err="1">
                <a:solidFill>
                  <a:schemeClr val="tx1">
                    <a:lumMod val="65000"/>
                    <a:lumOff val="35000"/>
                  </a:schemeClr>
                </a:solidFill>
              </a:rPr>
              <a:t>dolor</a:t>
            </a:r>
            <a:r>
              <a:rPr lang="en-GB" sz="1200">
                <a:solidFill>
                  <a:schemeClr val="tx1">
                    <a:lumMod val="65000"/>
                    <a:lumOff val="35000"/>
                  </a:schemeClr>
                </a:solidFill>
              </a:rPr>
              <a:t>, </a:t>
            </a:r>
            <a:r>
              <a:rPr lang="en-GB" sz="1200" err="1">
                <a:solidFill>
                  <a:schemeClr val="tx1">
                    <a:lumMod val="65000"/>
                    <a:lumOff val="35000"/>
                  </a:schemeClr>
                </a:solidFill>
              </a:rPr>
              <a:t>consecteta</a:t>
            </a:r>
            <a:r>
              <a:rPr lang="en-GB" sz="1200">
                <a:solidFill>
                  <a:schemeClr val="tx1">
                    <a:lumMod val="65000"/>
                    <a:lumOff val="35000"/>
                  </a:schemeClr>
                </a:solidFill>
              </a:rPr>
              <a:t> dolore magna </a:t>
            </a:r>
            <a:r>
              <a:rPr lang="en-GB" sz="1200" err="1">
                <a:solidFill>
                  <a:schemeClr val="tx1">
                    <a:lumMod val="65000"/>
                    <a:lumOff val="35000"/>
                  </a:schemeClr>
                </a:solidFill>
              </a:rPr>
              <a:t>aliqua</a:t>
            </a:r>
            <a:r>
              <a:rPr lang="en-GB" sz="1200">
                <a:solidFill>
                  <a:schemeClr val="tx1">
                    <a:lumMod val="65000"/>
                    <a:lumOff val="35000"/>
                  </a:schemeClr>
                </a:solidFill>
              </a:rPr>
              <a:t>.</a:t>
            </a:r>
          </a:p>
        </p:txBody>
      </p:sp>
      <p:sp>
        <p:nvSpPr>
          <p:cNvPr id="53" name="Text Placeholder 2">
            <a:extLst>
              <a:ext uri="{FF2B5EF4-FFF2-40B4-BE49-F238E27FC236}">
                <a16:creationId xmlns:a16="http://schemas.microsoft.com/office/drawing/2014/main" id="{E2631006-DF36-4CD4-B63E-D690D09A528B}"/>
              </a:ext>
            </a:extLst>
          </p:cNvPr>
          <p:cNvSpPr txBox="1">
            <a:spLocks/>
          </p:cNvSpPr>
          <p:nvPr/>
        </p:nvSpPr>
        <p:spPr>
          <a:xfrm>
            <a:off x="3474526" y="4520639"/>
            <a:ext cx="1868557" cy="333425"/>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0000"/>
              </a:lnSpc>
              <a:spcBef>
                <a:spcPts val="0"/>
              </a:spcBef>
              <a:spcAft>
                <a:spcPts val="600"/>
              </a:spcAft>
              <a:buClr>
                <a:srgbClr val="047A85"/>
              </a:buClr>
              <a:buNone/>
              <a:tabLst>
                <a:tab pos="352425" algn="l"/>
              </a:tabLst>
              <a:defRPr/>
            </a:pPr>
            <a:r>
              <a:rPr lang="en-GB" sz="1200" b="1" err="1">
                <a:solidFill>
                  <a:schemeClr val="accent1"/>
                </a:solidFill>
                <a:latin typeface="Aptos SemiBold" panose="020B0004020202020204" pitchFamily="34" charset="0"/>
              </a:rPr>
              <a:t>Deserunt</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mollit</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anim</a:t>
            </a:r>
            <a:r>
              <a:rPr lang="en-GB" sz="1200" b="1">
                <a:solidFill>
                  <a:schemeClr val="accent1"/>
                </a:solidFill>
                <a:latin typeface="Aptos SemiBold" panose="020B0004020202020204" pitchFamily="34" charset="0"/>
              </a:rPr>
              <a:t> id </a:t>
            </a:r>
            <a:r>
              <a:rPr lang="en-GB" sz="1200" b="1" err="1">
                <a:solidFill>
                  <a:schemeClr val="accent1"/>
                </a:solidFill>
                <a:latin typeface="Aptos SemiBold" panose="020B0004020202020204" pitchFamily="34" charset="0"/>
              </a:rPr>
              <a:t>est</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laborum</a:t>
            </a:r>
            <a:endParaRPr lang="en-GR" sz="1200">
              <a:solidFill>
                <a:schemeClr val="accent1"/>
              </a:solidFill>
            </a:endParaRPr>
          </a:p>
        </p:txBody>
      </p:sp>
      <p:grpSp>
        <p:nvGrpSpPr>
          <p:cNvPr id="54" name="Group 53">
            <a:extLst>
              <a:ext uri="{FF2B5EF4-FFF2-40B4-BE49-F238E27FC236}">
                <a16:creationId xmlns:a16="http://schemas.microsoft.com/office/drawing/2014/main" id="{78EDD855-CCF1-F51E-A3D8-973FD205558B}"/>
              </a:ext>
            </a:extLst>
          </p:cNvPr>
          <p:cNvGrpSpPr/>
          <p:nvPr/>
        </p:nvGrpSpPr>
        <p:grpSpPr>
          <a:xfrm>
            <a:off x="5362900" y="4015387"/>
            <a:ext cx="408801" cy="400244"/>
            <a:chOff x="6762906" y="4531138"/>
            <a:chExt cx="174946" cy="171283"/>
          </a:xfrm>
          <a:solidFill>
            <a:schemeClr val="accent3"/>
          </a:solidFill>
        </p:grpSpPr>
        <p:sp>
          <p:nvSpPr>
            <p:cNvPr id="55" name="Freeform 589">
              <a:extLst>
                <a:ext uri="{FF2B5EF4-FFF2-40B4-BE49-F238E27FC236}">
                  <a16:creationId xmlns:a16="http://schemas.microsoft.com/office/drawing/2014/main" id="{68A21CC2-2970-EC7C-CCA4-30831A936FA3}"/>
                </a:ext>
              </a:extLst>
            </p:cNvPr>
            <p:cNvSpPr/>
            <p:nvPr/>
          </p:nvSpPr>
          <p:spPr>
            <a:xfrm>
              <a:off x="6762906" y="4531138"/>
              <a:ext cx="173224" cy="51102"/>
            </a:xfrm>
            <a:custGeom>
              <a:avLst/>
              <a:gdLst>
                <a:gd name="connsiteX0" fmla="*/ 183032 w 195647"/>
                <a:gd name="connsiteY0" fmla="*/ 57709 h 57717"/>
                <a:gd name="connsiteX1" fmla="*/ 12477 w 195647"/>
                <a:gd name="connsiteY1" fmla="*/ 57453 h 57717"/>
                <a:gd name="connsiteX2" fmla="*/ 12477 w 195647"/>
                <a:gd name="connsiteY2" fmla="*/ 57380 h 57717"/>
                <a:gd name="connsiteX3" fmla="*/ 0 w 195647"/>
                <a:gd name="connsiteY3" fmla="*/ 44898 h 57717"/>
                <a:gd name="connsiteX4" fmla="*/ 7740 w 195647"/>
                <a:gd name="connsiteY4" fmla="*/ 32999 h 57717"/>
                <a:gd name="connsiteX5" fmla="*/ 79780 w 195647"/>
                <a:gd name="connsiteY5" fmla="*/ 3545 h 57717"/>
                <a:gd name="connsiteX6" fmla="*/ 116025 w 195647"/>
                <a:gd name="connsiteY6" fmla="*/ 3655 h 57717"/>
                <a:gd name="connsiteX7" fmla="*/ 188211 w 195647"/>
                <a:gd name="connsiteY7" fmla="*/ 33692 h 57717"/>
                <a:gd name="connsiteX8" fmla="*/ 183032 w 195647"/>
                <a:gd name="connsiteY8" fmla="*/ 57709 h 57717"/>
                <a:gd name="connsiteX9" fmla="*/ 116072 w 195647"/>
                <a:gd name="connsiteY9" fmla="*/ 32050 h 57717"/>
                <a:gd name="connsiteX10" fmla="*/ 97928 w 195647"/>
                <a:gd name="connsiteY10" fmla="*/ 21575 h 57717"/>
                <a:gd name="connsiteX11" fmla="*/ 79780 w 195647"/>
                <a:gd name="connsiteY11" fmla="*/ 32050 h 57717"/>
                <a:gd name="connsiteX12" fmla="*/ 97928 w 195647"/>
                <a:gd name="connsiteY12" fmla="*/ 42562 h 57717"/>
                <a:gd name="connsiteX13" fmla="*/ 116072 w 195647"/>
                <a:gd name="connsiteY13" fmla="*/ 32050 h 57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5647" h="57717">
                  <a:moveTo>
                    <a:pt x="183032" y="57709"/>
                  </a:moveTo>
                  <a:lnTo>
                    <a:pt x="12477" y="57453"/>
                  </a:lnTo>
                  <a:lnTo>
                    <a:pt x="12477" y="57380"/>
                  </a:lnTo>
                  <a:cubicBezTo>
                    <a:pt x="5572" y="57380"/>
                    <a:pt x="0" y="51795"/>
                    <a:pt x="0" y="44898"/>
                  </a:cubicBezTo>
                  <a:cubicBezTo>
                    <a:pt x="0" y="39751"/>
                    <a:pt x="2908" y="35006"/>
                    <a:pt x="7740" y="32999"/>
                  </a:cubicBezTo>
                  <a:lnTo>
                    <a:pt x="79780" y="3545"/>
                  </a:lnTo>
                  <a:cubicBezTo>
                    <a:pt x="91418" y="-1236"/>
                    <a:pt x="104434" y="-1163"/>
                    <a:pt x="116025" y="3655"/>
                  </a:cubicBezTo>
                  <a:lnTo>
                    <a:pt x="188211" y="33692"/>
                  </a:lnTo>
                  <a:cubicBezTo>
                    <a:pt x="200552" y="38802"/>
                    <a:pt x="196644" y="58183"/>
                    <a:pt x="183032" y="57709"/>
                  </a:cubicBezTo>
                  <a:close/>
                  <a:moveTo>
                    <a:pt x="116072" y="32050"/>
                  </a:moveTo>
                  <a:cubicBezTo>
                    <a:pt x="116072" y="26247"/>
                    <a:pt x="107938" y="21575"/>
                    <a:pt x="97928" y="21575"/>
                  </a:cubicBezTo>
                  <a:cubicBezTo>
                    <a:pt x="87918" y="21575"/>
                    <a:pt x="79780" y="26247"/>
                    <a:pt x="79780" y="32050"/>
                  </a:cubicBezTo>
                  <a:cubicBezTo>
                    <a:pt x="79780" y="37890"/>
                    <a:pt x="87918" y="42562"/>
                    <a:pt x="97928" y="42562"/>
                  </a:cubicBezTo>
                  <a:cubicBezTo>
                    <a:pt x="107938" y="42562"/>
                    <a:pt x="116072" y="37890"/>
                    <a:pt x="116072" y="32050"/>
                  </a:cubicBezTo>
                  <a:close/>
                </a:path>
              </a:pathLst>
            </a:custGeom>
            <a:grpFill/>
            <a:ln w="3646" cap="flat">
              <a:noFill/>
              <a:prstDash val="solid"/>
              <a:miter/>
            </a:ln>
          </p:spPr>
          <p:txBody>
            <a:bodyPr rtlCol="0" anchor="ctr"/>
            <a:lstStyle/>
            <a:p>
              <a:pPr>
                <a:defRPr/>
              </a:pPr>
              <a:endParaRPr lang="en-GR">
                <a:solidFill>
                  <a:srgbClr val="202020"/>
                </a:solidFill>
                <a:latin typeface="Aptos"/>
              </a:endParaRPr>
            </a:p>
          </p:txBody>
        </p:sp>
        <p:sp>
          <p:nvSpPr>
            <p:cNvPr id="56" name="Freeform 590">
              <a:extLst>
                <a:ext uri="{FF2B5EF4-FFF2-40B4-BE49-F238E27FC236}">
                  <a16:creationId xmlns:a16="http://schemas.microsoft.com/office/drawing/2014/main" id="{F799B023-C4C2-D122-E006-5F35218785D1}"/>
                </a:ext>
              </a:extLst>
            </p:cNvPr>
            <p:cNvSpPr/>
            <p:nvPr/>
          </p:nvSpPr>
          <p:spPr>
            <a:xfrm>
              <a:off x="6784124" y="4590222"/>
              <a:ext cx="21738" cy="68371"/>
            </a:xfrm>
            <a:custGeom>
              <a:avLst/>
              <a:gdLst>
                <a:gd name="connsiteX0" fmla="*/ 0 w 24552"/>
                <a:gd name="connsiteY0" fmla="*/ 69447 h 77221"/>
                <a:gd name="connsiteX1" fmla="*/ 0 w 24552"/>
                <a:gd name="connsiteY1" fmla="*/ 7802 h 77221"/>
                <a:gd name="connsiteX2" fmla="*/ 24552 w 24552"/>
                <a:gd name="connsiteY2" fmla="*/ 7802 h 77221"/>
                <a:gd name="connsiteX3" fmla="*/ 24552 w 24552"/>
                <a:gd name="connsiteY3" fmla="*/ 69447 h 77221"/>
                <a:gd name="connsiteX4" fmla="*/ 0 w 24552"/>
                <a:gd name="connsiteY4" fmla="*/ 69447 h 7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52" h="77221">
                  <a:moveTo>
                    <a:pt x="0" y="69447"/>
                  </a:moveTo>
                  <a:lnTo>
                    <a:pt x="0" y="7802"/>
                  </a:lnTo>
                  <a:cubicBezTo>
                    <a:pt x="0" y="-2601"/>
                    <a:pt x="24552" y="-2601"/>
                    <a:pt x="24552" y="7802"/>
                  </a:cubicBezTo>
                  <a:lnTo>
                    <a:pt x="24552" y="69447"/>
                  </a:lnTo>
                  <a:cubicBezTo>
                    <a:pt x="24552" y="79813"/>
                    <a:pt x="0" y="79813"/>
                    <a:pt x="0" y="69447"/>
                  </a:cubicBezTo>
                  <a:close/>
                </a:path>
              </a:pathLst>
            </a:custGeom>
            <a:grpFill/>
            <a:ln w="3646" cap="flat">
              <a:noFill/>
              <a:prstDash val="solid"/>
              <a:miter/>
            </a:ln>
          </p:spPr>
          <p:txBody>
            <a:bodyPr rtlCol="0" anchor="ctr"/>
            <a:lstStyle/>
            <a:p>
              <a:pPr>
                <a:defRPr/>
              </a:pPr>
              <a:endParaRPr lang="en-GR">
                <a:solidFill>
                  <a:srgbClr val="202020"/>
                </a:solidFill>
                <a:latin typeface="Aptos"/>
              </a:endParaRPr>
            </a:p>
          </p:txBody>
        </p:sp>
        <p:sp>
          <p:nvSpPr>
            <p:cNvPr id="57" name="Freeform 591">
              <a:extLst>
                <a:ext uri="{FF2B5EF4-FFF2-40B4-BE49-F238E27FC236}">
                  <a16:creationId xmlns:a16="http://schemas.microsoft.com/office/drawing/2014/main" id="{52B59532-3B76-0477-327A-1CF97813CCD1}"/>
                </a:ext>
              </a:extLst>
            </p:cNvPr>
            <p:cNvSpPr/>
            <p:nvPr/>
          </p:nvSpPr>
          <p:spPr>
            <a:xfrm>
              <a:off x="6820534" y="4590222"/>
              <a:ext cx="21741" cy="68371"/>
            </a:xfrm>
            <a:custGeom>
              <a:avLst/>
              <a:gdLst>
                <a:gd name="connsiteX0" fmla="*/ 0 w 24555"/>
                <a:gd name="connsiteY0" fmla="*/ 7802 h 77221"/>
                <a:gd name="connsiteX1" fmla="*/ 0 w 24555"/>
                <a:gd name="connsiteY1" fmla="*/ 69447 h 77221"/>
                <a:gd name="connsiteX2" fmla="*/ 24556 w 24555"/>
                <a:gd name="connsiteY2" fmla="*/ 69447 h 77221"/>
                <a:gd name="connsiteX3" fmla="*/ 24556 w 24555"/>
                <a:gd name="connsiteY3" fmla="*/ 7802 h 77221"/>
                <a:gd name="connsiteX4" fmla="*/ 0 w 24555"/>
                <a:gd name="connsiteY4" fmla="*/ 7802 h 7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55" h="77221">
                  <a:moveTo>
                    <a:pt x="0" y="7802"/>
                  </a:moveTo>
                  <a:lnTo>
                    <a:pt x="0" y="69447"/>
                  </a:lnTo>
                  <a:cubicBezTo>
                    <a:pt x="0" y="79813"/>
                    <a:pt x="24556" y="79813"/>
                    <a:pt x="24556" y="69447"/>
                  </a:cubicBezTo>
                  <a:lnTo>
                    <a:pt x="24556" y="7802"/>
                  </a:lnTo>
                  <a:cubicBezTo>
                    <a:pt x="24556" y="-2601"/>
                    <a:pt x="0" y="-2601"/>
                    <a:pt x="0" y="7802"/>
                  </a:cubicBezTo>
                  <a:close/>
                </a:path>
              </a:pathLst>
            </a:custGeom>
            <a:grpFill/>
            <a:ln w="3646" cap="flat">
              <a:noFill/>
              <a:prstDash val="solid"/>
              <a:miter/>
            </a:ln>
          </p:spPr>
          <p:txBody>
            <a:bodyPr rtlCol="0" anchor="ctr"/>
            <a:lstStyle/>
            <a:p>
              <a:pPr>
                <a:defRPr/>
              </a:pPr>
              <a:endParaRPr lang="en-GR">
                <a:solidFill>
                  <a:srgbClr val="202020"/>
                </a:solidFill>
                <a:latin typeface="Aptos"/>
              </a:endParaRPr>
            </a:p>
          </p:txBody>
        </p:sp>
        <p:sp>
          <p:nvSpPr>
            <p:cNvPr id="58" name="Freeform 592">
              <a:extLst>
                <a:ext uri="{FF2B5EF4-FFF2-40B4-BE49-F238E27FC236}">
                  <a16:creationId xmlns:a16="http://schemas.microsoft.com/office/drawing/2014/main" id="{8F75518A-079F-5025-BA19-FB4056C36D4B}"/>
                </a:ext>
              </a:extLst>
            </p:cNvPr>
            <p:cNvSpPr/>
            <p:nvPr/>
          </p:nvSpPr>
          <p:spPr>
            <a:xfrm>
              <a:off x="6856989" y="4590222"/>
              <a:ext cx="21741" cy="68371"/>
            </a:xfrm>
            <a:custGeom>
              <a:avLst/>
              <a:gdLst>
                <a:gd name="connsiteX0" fmla="*/ 0 w 24555"/>
                <a:gd name="connsiteY0" fmla="*/ 69447 h 77221"/>
                <a:gd name="connsiteX1" fmla="*/ 0 w 24555"/>
                <a:gd name="connsiteY1" fmla="*/ 7802 h 77221"/>
                <a:gd name="connsiteX2" fmla="*/ 24556 w 24555"/>
                <a:gd name="connsiteY2" fmla="*/ 7802 h 77221"/>
                <a:gd name="connsiteX3" fmla="*/ 24556 w 24555"/>
                <a:gd name="connsiteY3" fmla="*/ 69447 h 77221"/>
                <a:gd name="connsiteX4" fmla="*/ 0 w 24555"/>
                <a:gd name="connsiteY4" fmla="*/ 69447 h 7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55" h="77221">
                  <a:moveTo>
                    <a:pt x="0" y="69447"/>
                  </a:moveTo>
                  <a:lnTo>
                    <a:pt x="0" y="7802"/>
                  </a:lnTo>
                  <a:cubicBezTo>
                    <a:pt x="0" y="-2601"/>
                    <a:pt x="24556" y="-2601"/>
                    <a:pt x="24556" y="7802"/>
                  </a:cubicBezTo>
                  <a:lnTo>
                    <a:pt x="24556" y="69447"/>
                  </a:lnTo>
                  <a:cubicBezTo>
                    <a:pt x="24556" y="79813"/>
                    <a:pt x="0" y="79813"/>
                    <a:pt x="0" y="69447"/>
                  </a:cubicBezTo>
                  <a:close/>
                </a:path>
              </a:pathLst>
            </a:custGeom>
            <a:grpFill/>
            <a:ln w="3646" cap="flat">
              <a:noFill/>
              <a:prstDash val="solid"/>
              <a:miter/>
            </a:ln>
          </p:spPr>
          <p:txBody>
            <a:bodyPr rtlCol="0" anchor="ctr"/>
            <a:lstStyle/>
            <a:p>
              <a:pPr>
                <a:defRPr/>
              </a:pPr>
              <a:endParaRPr lang="en-GR">
                <a:solidFill>
                  <a:srgbClr val="202020"/>
                </a:solidFill>
                <a:latin typeface="Aptos"/>
              </a:endParaRPr>
            </a:p>
          </p:txBody>
        </p:sp>
        <p:sp>
          <p:nvSpPr>
            <p:cNvPr id="59" name="Freeform 593">
              <a:extLst>
                <a:ext uri="{FF2B5EF4-FFF2-40B4-BE49-F238E27FC236}">
                  <a16:creationId xmlns:a16="http://schemas.microsoft.com/office/drawing/2014/main" id="{1C36DD25-37D0-2C94-17F9-B2AB332909EB}"/>
                </a:ext>
              </a:extLst>
            </p:cNvPr>
            <p:cNvSpPr/>
            <p:nvPr/>
          </p:nvSpPr>
          <p:spPr>
            <a:xfrm>
              <a:off x="6893400" y="4590222"/>
              <a:ext cx="21741" cy="68371"/>
            </a:xfrm>
            <a:custGeom>
              <a:avLst/>
              <a:gdLst>
                <a:gd name="connsiteX0" fmla="*/ 0 w 24555"/>
                <a:gd name="connsiteY0" fmla="*/ 7802 h 77221"/>
                <a:gd name="connsiteX1" fmla="*/ 0 w 24555"/>
                <a:gd name="connsiteY1" fmla="*/ 69447 h 77221"/>
                <a:gd name="connsiteX2" fmla="*/ 24556 w 24555"/>
                <a:gd name="connsiteY2" fmla="*/ 69447 h 77221"/>
                <a:gd name="connsiteX3" fmla="*/ 24556 w 24555"/>
                <a:gd name="connsiteY3" fmla="*/ 7802 h 77221"/>
                <a:gd name="connsiteX4" fmla="*/ 0 w 24555"/>
                <a:gd name="connsiteY4" fmla="*/ 7802 h 77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55" h="77221">
                  <a:moveTo>
                    <a:pt x="0" y="7802"/>
                  </a:moveTo>
                  <a:lnTo>
                    <a:pt x="0" y="69447"/>
                  </a:lnTo>
                  <a:cubicBezTo>
                    <a:pt x="0" y="79813"/>
                    <a:pt x="24556" y="79813"/>
                    <a:pt x="24556" y="69447"/>
                  </a:cubicBezTo>
                  <a:lnTo>
                    <a:pt x="24556" y="7802"/>
                  </a:lnTo>
                  <a:cubicBezTo>
                    <a:pt x="24556" y="-2601"/>
                    <a:pt x="0" y="-2601"/>
                    <a:pt x="0" y="7802"/>
                  </a:cubicBezTo>
                  <a:close/>
                </a:path>
              </a:pathLst>
            </a:custGeom>
            <a:grpFill/>
            <a:ln w="3646" cap="flat">
              <a:noFill/>
              <a:prstDash val="solid"/>
              <a:miter/>
            </a:ln>
          </p:spPr>
          <p:txBody>
            <a:bodyPr rtlCol="0" anchor="ctr"/>
            <a:lstStyle/>
            <a:p>
              <a:pPr>
                <a:defRPr/>
              </a:pPr>
              <a:endParaRPr lang="en-GR">
                <a:solidFill>
                  <a:srgbClr val="202020"/>
                </a:solidFill>
                <a:latin typeface="Aptos"/>
              </a:endParaRPr>
            </a:p>
          </p:txBody>
        </p:sp>
        <p:sp>
          <p:nvSpPr>
            <p:cNvPr id="60" name="Freeform 594">
              <a:extLst>
                <a:ext uri="{FF2B5EF4-FFF2-40B4-BE49-F238E27FC236}">
                  <a16:creationId xmlns:a16="http://schemas.microsoft.com/office/drawing/2014/main" id="{D496B93F-F00C-06DD-1F2D-EA27B7FC255C}"/>
                </a:ext>
              </a:extLst>
            </p:cNvPr>
            <p:cNvSpPr/>
            <p:nvPr/>
          </p:nvSpPr>
          <p:spPr>
            <a:xfrm>
              <a:off x="6763383" y="4667221"/>
              <a:ext cx="174469" cy="35200"/>
            </a:xfrm>
            <a:custGeom>
              <a:avLst/>
              <a:gdLst>
                <a:gd name="connsiteX0" fmla="*/ 186292 w 197053"/>
                <a:gd name="connsiteY0" fmla="*/ 39747 h 39756"/>
                <a:gd name="connsiteX1" fmla="*/ 9471 w 197053"/>
                <a:gd name="connsiteY1" fmla="*/ 39747 h 39756"/>
                <a:gd name="connsiteX2" fmla="*/ 34767 w 197053"/>
                <a:gd name="connsiteY2" fmla="*/ 0 h 39756"/>
                <a:gd name="connsiteX3" fmla="*/ 159123 w 197053"/>
                <a:gd name="connsiteY3" fmla="*/ 0 h 39756"/>
                <a:gd name="connsiteX4" fmla="*/ 186292 w 197053"/>
                <a:gd name="connsiteY4" fmla="*/ 39747 h 39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53" h="39756">
                  <a:moveTo>
                    <a:pt x="186292" y="39747"/>
                  </a:moveTo>
                  <a:lnTo>
                    <a:pt x="9471" y="39747"/>
                  </a:lnTo>
                  <a:cubicBezTo>
                    <a:pt x="-15070" y="40476"/>
                    <a:pt x="13394" y="0"/>
                    <a:pt x="34767" y="0"/>
                  </a:cubicBezTo>
                  <a:lnTo>
                    <a:pt x="159123" y="0"/>
                  </a:lnTo>
                  <a:cubicBezTo>
                    <a:pt x="178234" y="0"/>
                    <a:pt x="215431" y="38724"/>
                    <a:pt x="186292" y="39747"/>
                  </a:cubicBezTo>
                  <a:close/>
                </a:path>
              </a:pathLst>
            </a:custGeom>
            <a:grpFill/>
            <a:ln w="3646" cap="flat">
              <a:noFill/>
              <a:prstDash val="solid"/>
              <a:miter/>
            </a:ln>
          </p:spPr>
          <p:txBody>
            <a:bodyPr rtlCol="0" anchor="ctr"/>
            <a:lstStyle/>
            <a:p>
              <a:pPr>
                <a:defRPr/>
              </a:pPr>
              <a:endParaRPr lang="en-GR">
                <a:solidFill>
                  <a:srgbClr val="202020"/>
                </a:solidFill>
                <a:latin typeface="Aptos"/>
              </a:endParaRPr>
            </a:p>
          </p:txBody>
        </p:sp>
      </p:grpSp>
      <p:grpSp>
        <p:nvGrpSpPr>
          <p:cNvPr id="62" name="Group 61">
            <a:extLst>
              <a:ext uri="{FF2B5EF4-FFF2-40B4-BE49-F238E27FC236}">
                <a16:creationId xmlns:a16="http://schemas.microsoft.com/office/drawing/2014/main" id="{1E8EE476-62B3-D473-B973-1EB1A137B9E9}"/>
              </a:ext>
            </a:extLst>
          </p:cNvPr>
          <p:cNvGrpSpPr/>
          <p:nvPr/>
        </p:nvGrpSpPr>
        <p:grpSpPr>
          <a:xfrm>
            <a:off x="6400381" y="4010522"/>
            <a:ext cx="2351577" cy="1842222"/>
            <a:chOff x="6400379" y="4147043"/>
            <a:chExt cx="2351577" cy="1842222"/>
          </a:xfrm>
        </p:grpSpPr>
        <p:sp>
          <p:nvSpPr>
            <p:cNvPr id="63" name="Text Placeholder 2">
              <a:extLst>
                <a:ext uri="{FF2B5EF4-FFF2-40B4-BE49-F238E27FC236}">
                  <a16:creationId xmlns:a16="http://schemas.microsoft.com/office/drawing/2014/main" id="{564C45B3-D43C-AFC3-5D4E-B5B1D7292DF9}"/>
                </a:ext>
              </a:extLst>
            </p:cNvPr>
            <p:cNvSpPr txBox="1">
              <a:spLocks/>
            </p:cNvSpPr>
            <p:nvPr/>
          </p:nvSpPr>
          <p:spPr>
            <a:xfrm>
              <a:off x="6400379" y="5173657"/>
              <a:ext cx="2279375" cy="815608"/>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4150" indent="-184150">
                <a:spcBef>
                  <a:spcPts val="0"/>
                </a:spcBef>
                <a:spcAft>
                  <a:spcPts val="600"/>
                </a:spcAft>
                <a:buClr>
                  <a:schemeClr val="accent3"/>
                </a:buClr>
                <a:tabLst>
                  <a:tab pos="352425" algn="l"/>
                </a:tabLst>
                <a:defRPr/>
              </a:pPr>
              <a:r>
                <a:rPr lang="en-GB" sz="1200">
                  <a:solidFill>
                    <a:schemeClr val="tx1">
                      <a:lumMod val="65000"/>
                      <a:lumOff val="35000"/>
                    </a:schemeClr>
                  </a:solidFill>
                </a:rPr>
                <a:t>Ut </a:t>
              </a:r>
              <a:r>
                <a:rPr lang="en-GB" sz="1200" err="1">
                  <a:solidFill>
                    <a:schemeClr val="tx1">
                      <a:lumMod val="65000"/>
                      <a:lumOff val="35000"/>
                    </a:schemeClr>
                  </a:solidFill>
                </a:rPr>
                <a:t>enim</a:t>
              </a:r>
              <a:r>
                <a:rPr lang="en-GB" sz="1200">
                  <a:solidFill>
                    <a:schemeClr val="tx1">
                      <a:lumMod val="65000"/>
                      <a:lumOff val="35000"/>
                    </a:schemeClr>
                  </a:solidFill>
                </a:rPr>
                <a:t> ad minim </a:t>
              </a:r>
              <a:r>
                <a:rPr lang="en-GB" sz="1200" err="1">
                  <a:solidFill>
                    <a:schemeClr val="tx1">
                      <a:lumMod val="65000"/>
                      <a:lumOff val="35000"/>
                    </a:schemeClr>
                  </a:solidFill>
                </a:rPr>
                <a:t>veniam</a:t>
              </a:r>
              <a:r>
                <a:rPr lang="en-GB" sz="1200">
                  <a:solidFill>
                    <a:schemeClr val="tx1">
                      <a:lumMod val="65000"/>
                      <a:lumOff val="35000"/>
                    </a:schemeClr>
                  </a:solidFill>
                </a:rPr>
                <a:t>, </a:t>
              </a:r>
              <a:r>
                <a:rPr lang="en-GB" sz="1200" err="1">
                  <a:solidFill>
                    <a:schemeClr val="tx1">
                      <a:lumMod val="65000"/>
                      <a:lumOff val="35000"/>
                    </a:schemeClr>
                  </a:solidFill>
                </a:rPr>
                <a:t>quis</a:t>
              </a:r>
              <a:r>
                <a:rPr lang="en-GB" sz="1200">
                  <a:solidFill>
                    <a:schemeClr val="tx1">
                      <a:lumMod val="65000"/>
                      <a:lumOff val="35000"/>
                    </a:schemeClr>
                  </a:solidFill>
                </a:rPr>
                <a:t> </a:t>
              </a:r>
              <a:r>
                <a:rPr lang="en-GB" sz="1200" err="1">
                  <a:solidFill>
                    <a:schemeClr val="tx1">
                      <a:lumMod val="65000"/>
                      <a:lumOff val="35000"/>
                    </a:schemeClr>
                  </a:solidFill>
                </a:rPr>
                <a:t>commodo</a:t>
              </a:r>
              <a:r>
                <a:rPr lang="en-GB" sz="1200">
                  <a:solidFill>
                    <a:schemeClr val="tx1">
                      <a:lumMod val="65000"/>
                      <a:lumOff val="35000"/>
                    </a:schemeClr>
                  </a:solidFill>
                </a:rPr>
                <a:t> minim </a:t>
              </a:r>
              <a:r>
                <a:rPr lang="en-GB" sz="1200" err="1">
                  <a:solidFill>
                    <a:schemeClr val="tx1">
                      <a:lumMod val="65000"/>
                      <a:lumOff val="35000"/>
                    </a:schemeClr>
                  </a:solidFill>
                </a:rPr>
                <a:t>consequat</a:t>
              </a:r>
              <a:r>
                <a:rPr lang="en-GB" sz="1200">
                  <a:solidFill>
                    <a:schemeClr val="tx1">
                      <a:lumMod val="65000"/>
                      <a:lumOff val="35000"/>
                    </a:schemeClr>
                  </a:solidFill>
                </a:rPr>
                <a:t>. </a:t>
              </a:r>
            </a:p>
            <a:p>
              <a:pPr marL="184150" indent="-184150">
                <a:spcBef>
                  <a:spcPts val="0"/>
                </a:spcBef>
                <a:spcAft>
                  <a:spcPts val="600"/>
                </a:spcAft>
                <a:buClr>
                  <a:schemeClr val="accent3"/>
                </a:buClr>
                <a:tabLst>
                  <a:tab pos="352425" algn="l"/>
                </a:tabLst>
                <a:defRPr/>
              </a:pPr>
              <a:r>
                <a:rPr lang="en-GB" sz="1200">
                  <a:solidFill>
                    <a:schemeClr val="tx1">
                      <a:lumMod val="65000"/>
                      <a:lumOff val="35000"/>
                    </a:schemeClr>
                  </a:solidFill>
                </a:rPr>
                <a:t>Lorem ipsum </a:t>
              </a:r>
              <a:r>
                <a:rPr lang="en-GB" sz="1200" err="1">
                  <a:solidFill>
                    <a:schemeClr val="tx1">
                      <a:lumMod val="65000"/>
                      <a:lumOff val="35000"/>
                    </a:schemeClr>
                  </a:solidFill>
                </a:rPr>
                <a:t>dolor</a:t>
              </a:r>
              <a:r>
                <a:rPr lang="en-GB" sz="1200">
                  <a:solidFill>
                    <a:schemeClr val="tx1">
                      <a:lumMod val="65000"/>
                      <a:lumOff val="35000"/>
                    </a:schemeClr>
                  </a:solidFill>
                </a:rPr>
                <a:t>, </a:t>
              </a:r>
              <a:r>
                <a:rPr lang="en-GB" sz="1200" err="1">
                  <a:solidFill>
                    <a:schemeClr val="tx1">
                      <a:lumMod val="65000"/>
                      <a:lumOff val="35000"/>
                    </a:schemeClr>
                  </a:solidFill>
                </a:rPr>
                <a:t>consecteta</a:t>
              </a:r>
              <a:r>
                <a:rPr lang="en-GB" sz="1200">
                  <a:solidFill>
                    <a:schemeClr val="tx1">
                      <a:lumMod val="65000"/>
                      <a:lumOff val="35000"/>
                    </a:schemeClr>
                  </a:solidFill>
                </a:rPr>
                <a:t> dolore magna </a:t>
              </a:r>
              <a:r>
                <a:rPr lang="en-GB" sz="1200" err="1">
                  <a:solidFill>
                    <a:schemeClr val="tx1">
                      <a:lumMod val="65000"/>
                      <a:lumOff val="35000"/>
                    </a:schemeClr>
                  </a:solidFill>
                </a:rPr>
                <a:t>aliqua</a:t>
              </a:r>
              <a:r>
                <a:rPr lang="en-GB" sz="1200">
                  <a:solidFill>
                    <a:schemeClr val="tx1">
                      <a:lumMod val="65000"/>
                      <a:lumOff val="35000"/>
                    </a:schemeClr>
                  </a:solidFill>
                </a:rPr>
                <a:t>.</a:t>
              </a:r>
            </a:p>
          </p:txBody>
        </p:sp>
        <p:sp>
          <p:nvSpPr>
            <p:cNvPr id="64" name="Text Placeholder 2">
              <a:extLst>
                <a:ext uri="{FF2B5EF4-FFF2-40B4-BE49-F238E27FC236}">
                  <a16:creationId xmlns:a16="http://schemas.microsoft.com/office/drawing/2014/main" id="{697D59D3-5FE5-52A9-DC29-7B21AB7D3C56}"/>
                </a:ext>
              </a:extLst>
            </p:cNvPr>
            <p:cNvSpPr txBox="1">
              <a:spLocks/>
            </p:cNvSpPr>
            <p:nvPr/>
          </p:nvSpPr>
          <p:spPr>
            <a:xfrm>
              <a:off x="6432213" y="4662024"/>
              <a:ext cx="1868557" cy="333425"/>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0000"/>
                </a:lnSpc>
                <a:spcBef>
                  <a:spcPts val="0"/>
                </a:spcBef>
                <a:spcAft>
                  <a:spcPts val="600"/>
                </a:spcAft>
                <a:buClr>
                  <a:schemeClr val="accent3"/>
                </a:buClr>
                <a:buNone/>
                <a:tabLst>
                  <a:tab pos="352425" algn="l"/>
                </a:tabLst>
                <a:defRPr/>
              </a:pPr>
              <a:r>
                <a:rPr lang="en-GB" sz="1200" b="1" err="1">
                  <a:solidFill>
                    <a:schemeClr val="accent1"/>
                  </a:solidFill>
                  <a:latin typeface="Aptos SemiBold" panose="020B0004020202020204" pitchFamily="34" charset="0"/>
                </a:rPr>
                <a:t>Dolor</a:t>
              </a:r>
              <a:r>
                <a:rPr lang="en-GB" sz="1200" b="1">
                  <a:solidFill>
                    <a:schemeClr val="accent1"/>
                  </a:solidFill>
                  <a:latin typeface="Aptos SemiBold" panose="020B0004020202020204" pitchFamily="34" charset="0"/>
                </a:rPr>
                <a:t> sit </a:t>
              </a:r>
              <a:r>
                <a:rPr lang="en-GB" sz="1200" b="1" err="1">
                  <a:solidFill>
                    <a:schemeClr val="accent1"/>
                  </a:solidFill>
                  <a:latin typeface="Aptos SemiBold" panose="020B0004020202020204" pitchFamily="34" charset="0"/>
                </a:rPr>
                <a:t>amet</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est</a:t>
              </a:r>
              <a:r>
                <a:rPr lang="en-GB" sz="1200" b="1">
                  <a:solidFill>
                    <a:schemeClr val="accent1"/>
                  </a:solidFill>
                  <a:latin typeface="Aptos SemiBold" panose="020B0004020202020204" pitchFamily="34" charset="0"/>
                </a:rPr>
                <a:t> vent </a:t>
              </a:r>
              <a:r>
                <a:rPr lang="en-GB" sz="1200" b="1" err="1">
                  <a:solidFill>
                    <a:schemeClr val="accent1"/>
                  </a:solidFill>
                  <a:latin typeface="Aptos SemiBold" panose="020B0004020202020204" pitchFamily="34" charset="0"/>
                </a:rPr>
                <a:t>consectetur</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adipiscing</a:t>
              </a:r>
              <a:endParaRPr lang="en-GR" sz="1200">
                <a:solidFill>
                  <a:schemeClr val="accent1"/>
                </a:solidFill>
              </a:endParaRPr>
            </a:p>
          </p:txBody>
        </p:sp>
        <p:grpSp>
          <p:nvGrpSpPr>
            <p:cNvPr id="65" name="Group 64">
              <a:extLst>
                <a:ext uri="{FF2B5EF4-FFF2-40B4-BE49-F238E27FC236}">
                  <a16:creationId xmlns:a16="http://schemas.microsoft.com/office/drawing/2014/main" id="{2AD9B099-4C76-E3D0-CD9E-CAC3C8BDE37A}"/>
                </a:ext>
              </a:extLst>
            </p:cNvPr>
            <p:cNvGrpSpPr/>
            <p:nvPr/>
          </p:nvGrpSpPr>
          <p:grpSpPr>
            <a:xfrm>
              <a:off x="8229644" y="4147043"/>
              <a:ext cx="522312" cy="447990"/>
              <a:chOff x="8746749" y="4860756"/>
              <a:chExt cx="200322" cy="171818"/>
            </a:xfrm>
            <a:solidFill>
              <a:schemeClr val="accent1"/>
            </a:solidFill>
          </p:grpSpPr>
          <p:sp>
            <p:nvSpPr>
              <p:cNvPr id="66" name="Freeform 649">
                <a:extLst>
                  <a:ext uri="{FF2B5EF4-FFF2-40B4-BE49-F238E27FC236}">
                    <a16:creationId xmlns:a16="http://schemas.microsoft.com/office/drawing/2014/main" id="{2EAF3AE5-3211-F673-23D2-80448C3E3336}"/>
                  </a:ext>
                </a:extLst>
              </p:cNvPr>
              <p:cNvSpPr/>
              <p:nvPr/>
            </p:nvSpPr>
            <p:spPr>
              <a:xfrm>
                <a:off x="8746749" y="4860756"/>
                <a:ext cx="73699" cy="73710"/>
              </a:xfrm>
              <a:custGeom>
                <a:avLst/>
                <a:gdLst>
                  <a:gd name="connsiteX0" fmla="*/ 83240 w 83239"/>
                  <a:gd name="connsiteY0" fmla="*/ 41645 h 83252"/>
                  <a:gd name="connsiteX1" fmla="*/ 41638 w 83239"/>
                  <a:gd name="connsiteY1" fmla="*/ 83252 h 83252"/>
                  <a:gd name="connsiteX2" fmla="*/ 0 w 83239"/>
                  <a:gd name="connsiteY2" fmla="*/ 41645 h 83252"/>
                  <a:gd name="connsiteX3" fmla="*/ 41638 w 83239"/>
                  <a:gd name="connsiteY3" fmla="*/ 0 h 83252"/>
                  <a:gd name="connsiteX4" fmla="*/ 83240 w 83239"/>
                  <a:gd name="connsiteY4" fmla="*/ 41645 h 83252"/>
                  <a:gd name="connsiteX5" fmla="*/ 18976 w 83239"/>
                  <a:gd name="connsiteY5" fmla="*/ 36900 h 83252"/>
                  <a:gd name="connsiteX6" fmla="*/ 11495 w 83239"/>
                  <a:gd name="connsiteY6" fmla="*/ 36900 h 83252"/>
                  <a:gd name="connsiteX7" fmla="*/ 11495 w 83239"/>
                  <a:gd name="connsiteY7" fmla="*/ 46389 h 83252"/>
                  <a:gd name="connsiteX8" fmla="*/ 18939 w 83239"/>
                  <a:gd name="connsiteY8" fmla="*/ 46389 h 83252"/>
                  <a:gd name="connsiteX9" fmla="*/ 42404 w 83239"/>
                  <a:gd name="connsiteY9" fmla="*/ 67084 h 83252"/>
                  <a:gd name="connsiteX10" fmla="*/ 63972 w 83239"/>
                  <a:gd name="connsiteY10" fmla="*/ 51280 h 83252"/>
                  <a:gd name="connsiteX11" fmla="*/ 52878 w 83239"/>
                  <a:gd name="connsiteY11" fmla="*/ 51280 h 83252"/>
                  <a:gd name="connsiteX12" fmla="*/ 42368 w 83239"/>
                  <a:gd name="connsiteY12" fmla="*/ 57996 h 83252"/>
                  <a:gd name="connsiteX13" fmla="*/ 30033 w 83239"/>
                  <a:gd name="connsiteY13" fmla="*/ 46389 h 83252"/>
                  <a:gd name="connsiteX14" fmla="*/ 44995 w 83239"/>
                  <a:gd name="connsiteY14" fmla="*/ 46389 h 83252"/>
                  <a:gd name="connsiteX15" fmla="*/ 44995 w 83239"/>
                  <a:gd name="connsiteY15" fmla="*/ 36900 h 83252"/>
                  <a:gd name="connsiteX16" fmla="*/ 30033 w 83239"/>
                  <a:gd name="connsiteY16" fmla="*/ 36900 h 83252"/>
                  <a:gd name="connsiteX17" fmla="*/ 42514 w 83239"/>
                  <a:gd name="connsiteY17" fmla="*/ 25293 h 83252"/>
                  <a:gd name="connsiteX18" fmla="*/ 52987 w 83239"/>
                  <a:gd name="connsiteY18" fmla="*/ 32264 h 83252"/>
                  <a:gd name="connsiteX19" fmla="*/ 64081 w 83239"/>
                  <a:gd name="connsiteY19" fmla="*/ 32264 h 83252"/>
                  <a:gd name="connsiteX20" fmla="*/ 43061 w 83239"/>
                  <a:gd name="connsiteY20" fmla="*/ 16241 h 83252"/>
                  <a:gd name="connsiteX21" fmla="*/ 18976 w 83239"/>
                  <a:gd name="connsiteY21" fmla="*/ 36900 h 83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3239" h="83252">
                    <a:moveTo>
                      <a:pt x="83240" y="41645"/>
                    </a:moveTo>
                    <a:cubicBezTo>
                      <a:pt x="83240" y="64638"/>
                      <a:pt x="64592" y="83252"/>
                      <a:pt x="41638" y="83252"/>
                    </a:cubicBezTo>
                    <a:cubicBezTo>
                      <a:pt x="18611" y="83252"/>
                      <a:pt x="0" y="64638"/>
                      <a:pt x="0" y="41645"/>
                    </a:cubicBezTo>
                    <a:cubicBezTo>
                      <a:pt x="0" y="18614"/>
                      <a:pt x="18611" y="0"/>
                      <a:pt x="41638" y="0"/>
                    </a:cubicBezTo>
                    <a:cubicBezTo>
                      <a:pt x="64628" y="0"/>
                      <a:pt x="83240" y="18614"/>
                      <a:pt x="83240" y="41645"/>
                    </a:cubicBezTo>
                    <a:close/>
                    <a:moveTo>
                      <a:pt x="18976" y="36900"/>
                    </a:moveTo>
                    <a:lnTo>
                      <a:pt x="11495" y="36900"/>
                    </a:lnTo>
                    <a:lnTo>
                      <a:pt x="11495" y="46389"/>
                    </a:lnTo>
                    <a:lnTo>
                      <a:pt x="18939" y="46389"/>
                    </a:lnTo>
                    <a:cubicBezTo>
                      <a:pt x="20655" y="59018"/>
                      <a:pt x="29194" y="67084"/>
                      <a:pt x="42404" y="67084"/>
                    </a:cubicBezTo>
                    <a:cubicBezTo>
                      <a:pt x="53680" y="67084"/>
                      <a:pt x="61818" y="60696"/>
                      <a:pt x="63972" y="51280"/>
                    </a:cubicBezTo>
                    <a:lnTo>
                      <a:pt x="52878" y="51280"/>
                    </a:lnTo>
                    <a:cubicBezTo>
                      <a:pt x="51053" y="55368"/>
                      <a:pt x="47477" y="57996"/>
                      <a:pt x="42368" y="57996"/>
                    </a:cubicBezTo>
                    <a:cubicBezTo>
                      <a:pt x="35726" y="57996"/>
                      <a:pt x="31384" y="53360"/>
                      <a:pt x="30033" y="46389"/>
                    </a:cubicBezTo>
                    <a:lnTo>
                      <a:pt x="44995" y="46389"/>
                    </a:lnTo>
                    <a:lnTo>
                      <a:pt x="44995" y="36900"/>
                    </a:lnTo>
                    <a:lnTo>
                      <a:pt x="30033" y="36900"/>
                    </a:lnTo>
                    <a:cubicBezTo>
                      <a:pt x="31384" y="29892"/>
                      <a:pt x="35836" y="25293"/>
                      <a:pt x="42514" y="25293"/>
                    </a:cubicBezTo>
                    <a:cubicBezTo>
                      <a:pt x="47623" y="25293"/>
                      <a:pt x="51272" y="27958"/>
                      <a:pt x="52987" y="32264"/>
                    </a:cubicBezTo>
                    <a:lnTo>
                      <a:pt x="64081" y="32264"/>
                    </a:lnTo>
                    <a:cubicBezTo>
                      <a:pt x="61964" y="22702"/>
                      <a:pt x="54046" y="16241"/>
                      <a:pt x="43061" y="16241"/>
                    </a:cubicBezTo>
                    <a:cubicBezTo>
                      <a:pt x="29595" y="16241"/>
                      <a:pt x="20764" y="24271"/>
                      <a:pt x="18976" y="36900"/>
                    </a:cubicBezTo>
                    <a:close/>
                  </a:path>
                </a:pathLst>
              </a:custGeom>
              <a:solidFill>
                <a:schemeClr val="accent3"/>
              </a:solidFill>
              <a:ln w="3646" cap="flat">
                <a:noFill/>
                <a:prstDash val="solid"/>
                <a:miter/>
              </a:ln>
            </p:spPr>
            <p:txBody>
              <a:bodyPr rtlCol="0" anchor="ctr"/>
              <a:lstStyle/>
              <a:p>
                <a:pPr>
                  <a:buClr>
                    <a:schemeClr val="accent3"/>
                  </a:buClr>
                  <a:defRPr/>
                </a:pPr>
                <a:endParaRPr lang="en-GR">
                  <a:solidFill>
                    <a:srgbClr val="202020"/>
                  </a:solidFill>
                  <a:latin typeface="Aptos"/>
                </a:endParaRPr>
              </a:p>
            </p:txBody>
          </p:sp>
          <p:sp>
            <p:nvSpPr>
              <p:cNvPr id="67" name="Freeform 650">
                <a:extLst>
                  <a:ext uri="{FF2B5EF4-FFF2-40B4-BE49-F238E27FC236}">
                    <a16:creationId xmlns:a16="http://schemas.microsoft.com/office/drawing/2014/main" id="{E72B3D8B-F23C-17EF-73C6-AB7511A0A3AF}"/>
                  </a:ext>
                </a:extLst>
              </p:cNvPr>
              <p:cNvSpPr/>
              <p:nvPr/>
            </p:nvSpPr>
            <p:spPr>
              <a:xfrm>
                <a:off x="8873372" y="4958864"/>
                <a:ext cx="73699" cy="73710"/>
              </a:xfrm>
              <a:custGeom>
                <a:avLst/>
                <a:gdLst>
                  <a:gd name="connsiteX0" fmla="*/ 0 w 83239"/>
                  <a:gd name="connsiteY0" fmla="*/ 41645 h 83252"/>
                  <a:gd name="connsiteX1" fmla="*/ 41602 w 83239"/>
                  <a:gd name="connsiteY1" fmla="*/ 0 h 83252"/>
                  <a:gd name="connsiteX2" fmla="*/ 83240 w 83239"/>
                  <a:gd name="connsiteY2" fmla="*/ 41645 h 83252"/>
                  <a:gd name="connsiteX3" fmla="*/ 41602 w 83239"/>
                  <a:gd name="connsiteY3" fmla="*/ 83252 h 83252"/>
                  <a:gd name="connsiteX4" fmla="*/ 0 w 83239"/>
                  <a:gd name="connsiteY4" fmla="*/ 41645 h 83252"/>
                  <a:gd name="connsiteX5" fmla="*/ 46200 w 83239"/>
                  <a:gd name="connsiteY5" fmla="*/ 74529 h 83252"/>
                  <a:gd name="connsiteX6" fmla="*/ 46200 w 83239"/>
                  <a:gd name="connsiteY6" fmla="*/ 66974 h 83252"/>
                  <a:gd name="connsiteX7" fmla="*/ 46236 w 83239"/>
                  <a:gd name="connsiteY7" fmla="*/ 66974 h 83252"/>
                  <a:gd name="connsiteX8" fmla="*/ 61928 w 83239"/>
                  <a:gd name="connsiteY8" fmla="*/ 51353 h 83252"/>
                  <a:gd name="connsiteX9" fmla="*/ 45725 w 83239"/>
                  <a:gd name="connsiteY9" fmla="*/ 37046 h 83252"/>
                  <a:gd name="connsiteX10" fmla="*/ 33427 w 83239"/>
                  <a:gd name="connsiteY10" fmla="*/ 30512 h 83252"/>
                  <a:gd name="connsiteX11" fmla="*/ 41346 w 83239"/>
                  <a:gd name="connsiteY11" fmla="*/ 24636 h 83252"/>
                  <a:gd name="connsiteX12" fmla="*/ 50323 w 83239"/>
                  <a:gd name="connsiteY12" fmla="*/ 31863 h 83252"/>
                  <a:gd name="connsiteX13" fmla="*/ 60870 w 83239"/>
                  <a:gd name="connsiteY13" fmla="*/ 31863 h 83252"/>
                  <a:gd name="connsiteX14" fmla="*/ 46200 w 83239"/>
                  <a:gd name="connsiteY14" fmla="*/ 16388 h 83252"/>
                  <a:gd name="connsiteX15" fmla="*/ 46200 w 83239"/>
                  <a:gd name="connsiteY15" fmla="*/ 8650 h 83252"/>
                  <a:gd name="connsiteX16" fmla="*/ 37259 w 83239"/>
                  <a:gd name="connsiteY16" fmla="*/ 8650 h 83252"/>
                  <a:gd name="connsiteX17" fmla="*/ 37259 w 83239"/>
                  <a:gd name="connsiteY17" fmla="*/ 16278 h 83252"/>
                  <a:gd name="connsiteX18" fmla="*/ 22553 w 83239"/>
                  <a:gd name="connsiteY18" fmla="*/ 31243 h 83252"/>
                  <a:gd name="connsiteX19" fmla="*/ 38500 w 83239"/>
                  <a:gd name="connsiteY19" fmla="*/ 45805 h 83252"/>
                  <a:gd name="connsiteX20" fmla="*/ 51017 w 83239"/>
                  <a:gd name="connsiteY20" fmla="*/ 52557 h 83252"/>
                  <a:gd name="connsiteX21" fmla="*/ 42368 w 83239"/>
                  <a:gd name="connsiteY21" fmla="*/ 58689 h 83252"/>
                  <a:gd name="connsiteX22" fmla="*/ 31931 w 83239"/>
                  <a:gd name="connsiteY22" fmla="*/ 50441 h 83252"/>
                  <a:gd name="connsiteX23" fmla="*/ 21385 w 83239"/>
                  <a:gd name="connsiteY23" fmla="*/ 50295 h 83252"/>
                  <a:gd name="connsiteX24" fmla="*/ 37259 w 83239"/>
                  <a:gd name="connsiteY24" fmla="*/ 66901 h 83252"/>
                  <a:gd name="connsiteX25" fmla="*/ 37259 w 83239"/>
                  <a:gd name="connsiteY25" fmla="*/ 74529 h 83252"/>
                  <a:gd name="connsiteX26" fmla="*/ 46200 w 83239"/>
                  <a:gd name="connsiteY26" fmla="*/ 74529 h 83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3239" h="83252">
                    <a:moveTo>
                      <a:pt x="0" y="41645"/>
                    </a:moveTo>
                    <a:cubicBezTo>
                      <a:pt x="0" y="18614"/>
                      <a:pt x="18648" y="0"/>
                      <a:pt x="41602" y="0"/>
                    </a:cubicBezTo>
                    <a:cubicBezTo>
                      <a:pt x="64629" y="0"/>
                      <a:pt x="83240" y="18614"/>
                      <a:pt x="83240" y="41645"/>
                    </a:cubicBezTo>
                    <a:cubicBezTo>
                      <a:pt x="83240" y="64638"/>
                      <a:pt x="64629" y="83252"/>
                      <a:pt x="41602" y="83252"/>
                    </a:cubicBezTo>
                    <a:cubicBezTo>
                      <a:pt x="18612" y="83252"/>
                      <a:pt x="0" y="64638"/>
                      <a:pt x="0" y="41645"/>
                    </a:cubicBezTo>
                    <a:close/>
                    <a:moveTo>
                      <a:pt x="46200" y="74529"/>
                    </a:moveTo>
                    <a:lnTo>
                      <a:pt x="46200" y="66974"/>
                    </a:lnTo>
                    <a:lnTo>
                      <a:pt x="46236" y="66974"/>
                    </a:lnTo>
                    <a:cubicBezTo>
                      <a:pt x="55797" y="65660"/>
                      <a:pt x="61819" y="59674"/>
                      <a:pt x="61928" y="51353"/>
                    </a:cubicBezTo>
                    <a:cubicBezTo>
                      <a:pt x="61965" y="41207"/>
                      <a:pt x="54374" y="38651"/>
                      <a:pt x="45725" y="37046"/>
                    </a:cubicBezTo>
                    <a:cubicBezTo>
                      <a:pt x="37405" y="35440"/>
                      <a:pt x="33427" y="34600"/>
                      <a:pt x="33427" y="30512"/>
                    </a:cubicBezTo>
                    <a:cubicBezTo>
                      <a:pt x="33427" y="26607"/>
                      <a:pt x="36748" y="24636"/>
                      <a:pt x="41346" y="24636"/>
                    </a:cubicBezTo>
                    <a:cubicBezTo>
                      <a:pt x="46565" y="24636"/>
                      <a:pt x="49812" y="27593"/>
                      <a:pt x="50323" y="31863"/>
                    </a:cubicBezTo>
                    <a:lnTo>
                      <a:pt x="60870" y="31863"/>
                    </a:lnTo>
                    <a:cubicBezTo>
                      <a:pt x="60760" y="23578"/>
                      <a:pt x="55177" y="17884"/>
                      <a:pt x="46200" y="16388"/>
                    </a:cubicBezTo>
                    <a:lnTo>
                      <a:pt x="46200" y="8650"/>
                    </a:lnTo>
                    <a:lnTo>
                      <a:pt x="37259" y="8650"/>
                    </a:lnTo>
                    <a:lnTo>
                      <a:pt x="37259" y="16278"/>
                    </a:lnTo>
                    <a:cubicBezTo>
                      <a:pt x="28209" y="17592"/>
                      <a:pt x="22553" y="23395"/>
                      <a:pt x="22553" y="31243"/>
                    </a:cubicBezTo>
                    <a:cubicBezTo>
                      <a:pt x="22553" y="41498"/>
                      <a:pt x="30034" y="44199"/>
                      <a:pt x="38500" y="45805"/>
                    </a:cubicBezTo>
                    <a:cubicBezTo>
                      <a:pt x="46893" y="47484"/>
                      <a:pt x="51017" y="48324"/>
                      <a:pt x="51017" y="52557"/>
                    </a:cubicBezTo>
                    <a:cubicBezTo>
                      <a:pt x="51017" y="56536"/>
                      <a:pt x="47331" y="58689"/>
                      <a:pt x="42368" y="58689"/>
                    </a:cubicBezTo>
                    <a:cubicBezTo>
                      <a:pt x="36201" y="58689"/>
                      <a:pt x="32296" y="55331"/>
                      <a:pt x="31931" y="50441"/>
                    </a:cubicBezTo>
                    <a:lnTo>
                      <a:pt x="21385" y="50295"/>
                    </a:lnTo>
                    <a:cubicBezTo>
                      <a:pt x="21458" y="59127"/>
                      <a:pt x="27406" y="65295"/>
                      <a:pt x="37259" y="66901"/>
                    </a:cubicBezTo>
                    <a:lnTo>
                      <a:pt x="37259" y="74529"/>
                    </a:lnTo>
                    <a:lnTo>
                      <a:pt x="46200" y="74529"/>
                    </a:lnTo>
                    <a:close/>
                  </a:path>
                </a:pathLst>
              </a:custGeom>
              <a:solidFill>
                <a:schemeClr val="accent3"/>
              </a:solidFill>
              <a:ln w="3646" cap="flat">
                <a:noFill/>
                <a:prstDash val="solid"/>
                <a:miter/>
              </a:ln>
            </p:spPr>
            <p:txBody>
              <a:bodyPr rtlCol="0" anchor="ctr"/>
              <a:lstStyle/>
              <a:p>
                <a:pPr>
                  <a:buClr>
                    <a:schemeClr val="accent3"/>
                  </a:buClr>
                  <a:defRPr/>
                </a:pPr>
                <a:endParaRPr lang="en-GR">
                  <a:solidFill>
                    <a:srgbClr val="202020"/>
                  </a:solidFill>
                  <a:latin typeface="Aptos"/>
                </a:endParaRPr>
              </a:p>
            </p:txBody>
          </p:sp>
          <p:sp>
            <p:nvSpPr>
              <p:cNvPr id="68" name="Freeform 651">
                <a:extLst>
                  <a:ext uri="{FF2B5EF4-FFF2-40B4-BE49-F238E27FC236}">
                    <a16:creationId xmlns:a16="http://schemas.microsoft.com/office/drawing/2014/main" id="{1BC921FA-3AF9-5D69-429B-56341889A516}"/>
                  </a:ext>
                </a:extLst>
              </p:cNvPr>
              <p:cNvSpPr/>
              <p:nvPr/>
            </p:nvSpPr>
            <p:spPr>
              <a:xfrm>
                <a:off x="8829316" y="4860773"/>
                <a:ext cx="108481" cy="73694"/>
              </a:xfrm>
              <a:custGeom>
                <a:avLst/>
                <a:gdLst>
                  <a:gd name="connsiteX0" fmla="*/ 50598 w 122524"/>
                  <a:gd name="connsiteY0" fmla="*/ 46881 h 83233"/>
                  <a:gd name="connsiteX1" fmla="*/ 92272 w 122524"/>
                  <a:gd name="connsiteY1" fmla="*/ 58415 h 83233"/>
                  <a:gd name="connsiteX2" fmla="*/ 99607 w 122524"/>
                  <a:gd name="connsiteY2" fmla="*/ 83234 h 83233"/>
                  <a:gd name="connsiteX3" fmla="*/ 122525 w 122524"/>
                  <a:gd name="connsiteY3" fmla="*/ 83234 h 83233"/>
                  <a:gd name="connsiteX4" fmla="*/ 114935 w 122524"/>
                  <a:gd name="connsiteY4" fmla="*/ 49509 h 83233"/>
                  <a:gd name="connsiteX5" fmla="*/ 50306 w 122524"/>
                  <a:gd name="connsiteY5" fmla="*/ 23194 h 83233"/>
                  <a:gd name="connsiteX6" fmla="*/ 50160 w 122524"/>
                  <a:gd name="connsiteY6" fmla="*/ 3193 h 83233"/>
                  <a:gd name="connsiteX7" fmla="*/ 42789 w 122524"/>
                  <a:gd name="connsiteY7" fmla="*/ 930 h 83233"/>
                  <a:gd name="connsiteX8" fmla="*/ 1880 w 122524"/>
                  <a:gd name="connsiteY8" fmla="*/ 31771 h 83233"/>
                  <a:gd name="connsiteX9" fmla="*/ 1880 w 122524"/>
                  <a:gd name="connsiteY9" fmla="*/ 39508 h 83233"/>
                  <a:gd name="connsiteX10" fmla="*/ 42789 w 122524"/>
                  <a:gd name="connsiteY10" fmla="*/ 70386 h 83233"/>
                  <a:gd name="connsiteX11" fmla="*/ 50306 w 122524"/>
                  <a:gd name="connsiteY11" fmla="*/ 67941 h 83233"/>
                  <a:gd name="connsiteX12" fmla="*/ 50562 w 122524"/>
                  <a:gd name="connsiteY12" fmla="*/ 46808 h 83233"/>
                  <a:gd name="connsiteX13" fmla="*/ 50598 w 122524"/>
                  <a:gd name="connsiteY13" fmla="*/ 46881 h 8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524" h="83233">
                    <a:moveTo>
                      <a:pt x="50598" y="46881"/>
                    </a:moveTo>
                    <a:cubicBezTo>
                      <a:pt x="65779" y="46881"/>
                      <a:pt x="81507" y="45312"/>
                      <a:pt x="92272" y="58415"/>
                    </a:cubicBezTo>
                    <a:cubicBezTo>
                      <a:pt x="98330" y="65787"/>
                      <a:pt x="99060" y="74072"/>
                      <a:pt x="99607" y="83234"/>
                    </a:cubicBezTo>
                    <a:lnTo>
                      <a:pt x="122525" y="83234"/>
                    </a:lnTo>
                    <a:cubicBezTo>
                      <a:pt x="122415" y="71079"/>
                      <a:pt x="121393" y="60130"/>
                      <a:pt x="114935" y="49509"/>
                    </a:cubicBezTo>
                    <a:cubicBezTo>
                      <a:pt x="100191" y="25311"/>
                      <a:pt x="75632" y="23194"/>
                      <a:pt x="50306" y="23194"/>
                    </a:cubicBezTo>
                    <a:cubicBezTo>
                      <a:pt x="50306" y="20639"/>
                      <a:pt x="50744" y="5018"/>
                      <a:pt x="50160" y="3193"/>
                    </a:cubicBezTo>
                    <a:cubicBezTo>
                      <a:pt x="49248" y="164"/>
                      <a:pt x="45270" y="-968"/>
                      <a:pt x="42789" y="930"/>
                    </a:cubicBezTo>
                    <a:cubicBezTo>
                      <a:pt x="30819" y="9945"/>
                      <a:pt x="3303" y="30347"/>
                      <a:pt x="1880" y="31771"/>
                    </a:cubicBezTo>
                    <a:cubicBezTo>
                      <a:pt x="-346" y="34034"/>
                      <a:pt x="-893" y="37465"/>
                      <a:pt x="1880" y="39508"/>
                    </a:cubicBezTo>
                    <a:cubicBezTo>
                      <a:pt x="1880" y="39508"/>
                      <a:pt x="42752" y="70313"/>
                      <a:pt x="42789" y="70386"/>
                    </a:cubicBezTo>
                    <a:cubicBezTo>
                      <a:pt x="45306" y="72284"/>
                      <a:pt x="49321" y="71116"/>
                      <a:pt x="50306" y="67941"/>
                    </a:cubicBezTo>
                    <a:lnTo>
                      <a:pt x="50562" y="46808"/>
                    </a:lnTo>
                    <a:lnTo>
                      <a:pt x="50598" y="46881"/>
                    </a:lnTo>
                    <a:close/>
                  </a:path>
                </a:pathLst>
              </a:custGeom>
              <a:solidFill>
                <a:schemeClr val="accent3"/>
              </a:solidFill>
              <a:ln w="3646" cap="flat">
                <a:noFill/>
                <a:prstDash val="solid"/>
                <a:miter/>
              </a:ln>
            </p:spPr>
            <p:txBody>
              <a:bodyPr rtlCol="0" anchor="ctr"/>
              <a:lstStyle/>
              <a:p>
                <a:pPr>
                  <a:buClr>
                    <a:schemeClr val="accent3"/>
                  </a:buClr>
                  <a:defRPr/>
                </a:pPr>
                <a:endParaRPr lang="en-GR">
                  <a:solidFill>
                    <a:srgbClr val="202020"/>
                  </a:solidFill>
                  <a:latin typeface="Aptos"/>
                </a:endParaRPr>
              </a:p>
            </p:txBody>
          </p:sp>
          <p:sp>
            <p:nvSpPr>
              <p:cNvPr id="69" name="Freeform 652">
                <a:extLst>
                  <a:ext uri="{FF2B5EF4-FFF2-40B4-BE49-F238E27FC236}">
                    <a16:creationId xmlns:a16="http://schemas.microsoft.com/office/drawing/2014/main" id="{6F7E69A0-D81D-3B64-1A84-FFCB1EA4467B}"/>
                  </a:ext>
                </a:extLst>
              </p:cNvPr>
              <p:cNvSpPr/>
              <p:nvPr/>
            </p:nvSpPr>
            <p:spPr>
              <a:xfrm>
                <a:off x="8751724" y="4946682"/>
                <a:ext cx="108470" cy="73703"/>
              </a:xfrm>
              <a:custGeom>
                <a:avLst/>
                <a:gdLst>
                  <a:gd name="connsiteX0" fmla="*/ 79700 w 122511"/>
                  <a:gd name="connsiteY0" fmla="*/ 12774 h 83244"/>
                  <a:gd name="connsiteX1" fmla="*/ 120608 w 122511"/>
                  <a:gd name="connsiteY1" fmla="*/ 43652 h 83244"/>
                  <a:gd name="connsiteX2" fmla="*/ 120644 w 122511"/>
                  <a:gd name="connsiteY2" fmla="*/ 43725 h 83244"/>
                  <a:gd name="connsiteX3" fmla="*/ 120644 w 122511"/>
                  <a:gd name="connsiteY3" fmla="*/ 51462 h 83244"/>
                  <a:gd name="connsiteX4" fmla="*/ 79736 w 122511"/>
                  <a:gd name="connsiteY4" fmla="*/ 82340 h 83244"/>
                  <a:gd name="connsiteX5" fmla="*/ 72328 w 122511"/>
                  <a:gd name="connsiteY5" fmla="*/ 80041 h 83244"/>
                  <a:gd name="connsiteX6" fmla="*/ 72182 w 122511"/>
                  <a:gd name="connsiteY6" fmla="*/ 60076 h 83244"/>
                  <a:gd name="connsiteX7" fmla="*/ 7554 w 122511"/>
                  <a:gd name="connsiteY7" fmla="*/ 33724 h 83244"/>
                  <a:gd name="connsiteX8" fmla="*/ 0 w 122511"/>
                  <a:gd name="connsiteY8" fmla="*/ 0 h 83244"/>
                  <a:gd name="connsiteX9" fmla="*/ 22917 w 122511"/>
                  <a:gd name="connsiteY9" fmla="*/ 0 h 83244"/>
                  <a:gd name="connsiteX10" fmla="*/ 30252 w 122511"/>
                  <a:gd name="connsiteY10" fmla="*/ 24855 h 83244"/>
                  <a:gd name="connsiteX11" fmla="*/ 71927 w 122511"/>
                  <a:gd name="connsiteY11" fmla="*/ 36352 h 83244"/>
                  <a:gd name="connsiteX12" fmla="*/ 72146 w 122511"/>
                  <a:gd name="connsiteY12" fmla="*/ 15220 h 83244"/>
                  <a:gd name="connsiteX13" fmla="*/ 79700 w 122511"/>
                  <a:gd name="connsiteY13" fmla="*/ 12774 h 83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511" h="83244">
                    <a:moveTo>
                      <a:pt x="79700" y="12774"/>
                    </a:moveTo>
                    <a:cubicBezTo>
                      <a:pt x="79736" y="12811"/>
                      <a:pt x="120608" y="43652"/>
                      <a:pt x="120608" y="43652"/>
                    </a:cubicBezTo>
                    <a:lnTo>
                      <a:pt x="120644" y="43725"/>
                    </a:lnTo>
                    <a:cubicBezTo>
                      <a:pt x="123418" y="45805"/>
                      <a:pt x="122834" y="49199"/>
                      <a:pt x="120644" y="51462"/>
                    </a:cubicBezTo>
                    <a:cubicBezTo>
                      <a:pt x="119184" y="52922"/>
                      <a:pt x="91706" y="73289"/>
                      <a:pt x="79736" y="82340"/>
                    </a:cubicBezTo>
                    <a:cubicBezTo>
                      <a:pt x="77255" y="84201"/>
                      <a:pt x="73277" y="83070"/>
                      <a:pt x="72328" y="80041"/>
                    </a:cubicBezTo>
                    <a:cubicBezTo>
                      <a:pt x="71781" y="78216"/>
                      <a:pt x="72182" y="62594"/>
                      <a:pt x="72182" y="60076"/>
                    </a:cubicBezTo>
                    <a:cubicBezTo>
                      <a:pt x="46893" y="60076"/>
                      <a:pt x="22333" y="57923"/>
                      <a:pt x="7554" y="33724"/>
                    </a:cubicBezTo>
                    <a:cubicBezTo>
                      <a:pt x="1131" y="23104"/>
                      <a:pt x="73" y="12154"/>
                      <a:pt x="0" y="0"/>
                    </a:cubicBezTo>
                    <a:lnTo>
                      <a:pt x="22917" y="0"/>
                    </a:lnTo>
                    <a:cubicBezTo>
                      <a:pt x="23464" y="9161"/>
                      <a:pt x="24158" y="17446"/>
                      <a:pt x="30252" y="24855"/>
                    </a:cubicBezTo>
                    <a:cubicBezTo>
                      <a:pt x="41018" y="37958"/>
                      <a:pt x="56746" y="36352"/>
                      <a:pt x="71927" y="36352"/>
                    </a:cubicBezTo>
                    <a:lnTo>
                      <a:pt x="72146" y="15220"/>
                    </a:lnTo>
                    <a:cubicBezTo>
                      <a:pt x="73131" y="12045"/>
                      <a:pt x="77145" y="10876"/>
                      <a:pt x="79700" y="12774"/>
                    </a:cubicBezTo>
                    <a:close/>
                  </a:path>
                </a:pathLst>
              </a:custGeom>
              <a:solidFill>
                <a:schemeClr val="accent3"/>
              </a:solidFill>
              <a:ln w="3646" cap="flat">
                <a:noFill/>
                <a:prstDash val="solid"/>
                <a:miter/>
              </a:ln>
            </p:spPr>
            <p:txBody>
              <a:bodyPr rtlCol="0" anchor="ctr"/>
              <a:lstStyle/>
              <a:p>
                <a:pPr>
                  <a:buClr>
                    <a:schemeClr val="accent3"/>
                  </a:buClr>
                  <a:defRPr/>
                </a:pPr>
                <a:endParaRPr lang="en-GR">
                  <a:solidFill>
                    <a:srgbClr val="202020"/>
                  </a:solidFill>
                  <a:latin typeface="Aptos"/>
                </a:endParaRPr>
              </a:p>
            </p:txBody>
          </p:sp>
        </p:grpSp>
      </p:grpSp>
      <p:sp>
        <p:nvSpPr>
          <p:cNvPr id="36" name="Rectangle 35">
            <a:extLst>
              <a:ext uri="{FF2B5EF4-FFF2-40B4-BE49-F238E27FC236}">
                <a16:creationId xmlns:a16="http://schemas.microsoft.com/office/drawing/2014/main" id="{3C205016-C1E9-D7B8-2E6A-42418CFC6A87}"/>
              </a:ext>
            </a:extLst>
          </p:cNvPr>
          <p:cNvSpPr/>
          <p:nvPr/>
        </p:nvSpPr>
        <p:spPr>
          <a:xfrm>
            <a:off x="9219602" y="1281543"/>
            <a:ext cx="2636137" cy="22032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
                <a:schemeClr val="accent3"/>
              </a:buClr>
            </a:pPr>
            <a:endParaRPr lang="en-GR"/>
          </a:p>
        </p:txBody>
      </p:sp>
      <p:sp>
        <p:nvSpPr>
          <p:cNvPr id="37" name="Text Placeholder 2">
            <a:extLst>
              <a:ext uri="{FF2B5EF4-FFF2-40B4-BE49-F238E27FC236}">
                <a16:creationId xmlns:a16="http://schemas.microsoft.com/office/drawing/2014/main" id="{A29C8CCF-A197-2DE6-A318-E2C7DDEA6449}"/>
              </a:ext>
            </a:extLst>
          </p:cNvPr>
          <p:cNvSpPr txBox="1">
            <a:spLocks/>
          </p:cNvSpPr>
          <p:nvPr/>
        </p:nvSpPr>
        <p:spPr>
          <a:xfrm>
            <a:off x="9367716" y="2479866"/>
            <a:ext cx="2279375" cy="815608"/>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4150" indent="-184150">
              <a:spcBef>
                <a:spcPts val="0"/>
              </a:spcBef>
              <a:spcAft>
                <a:spcPts val="600"/>
              </a:spcAft>
              <a:buClr>
                <a:schemeClr val="accent3"/>
              </a:buClr>
              <a:tabLst>
                <a:tab pos="352425" algn="l"/>
              </a:tabLst>
              <a:defRPr/>
            </a:pPr>
            <a:r>
              <a:rPr lang="en-GB" sz="1200">
                <a:solidFill>
                  <a:schemeClr val="bg1"/>
                </a:solidFill>
              </a:rPr>
              <a:t>Ut </a:t>
            </a:r>
            <a:r>
              <a:rPr lang="en-GB" sz="1200" err="1">
                <a:solidFill>
                  <a:schemeClr val="bg1"/>
                </a:solidFill>
              </a:rPr>
              <a:t>enim</a:t>
            </a:r>
            <a:r>
              <a:rPr lang="en-GB" sz="1200">
                <a:solidFill>
                  <a:schemeClr val="bg1"/>
                </a:solidFill>
              </a:rPr>
              <a:t> ad minim </a:t>
            </a:r>
            <a:r>
              <a:rPr lang="en-GB" sz="1200" err="1">
                <a:solidFill>
                  <a:schemeClr val="bg1"/>
                </a:solidFill>
              </a:rPr>
              <a:t>veniam</a:t>
            </a:r>
            <a:r>
              <a:rPr lang="en-GB" sz="1200">
                <a:solidFill>
                  <a:schemeClr val="bg1"/>
                </a:solidFill>
              </a:rPr>
              <a:t>, </a:t>
            </a:r>
            <a:r>
              <a:rPr lang="en-GB" sz="1200" err="1">
                <a:solidFill>
                  <a:schemeClr val="bg1"/>
                </a:solidFill>
              </a:rPr>
              <a:t>quis</a:t>
            </a:r>
            <a:r>
              <a:rPr lang="en-GB" sz="1200">
                <a:solidFill>
                  <a:schemeClr val="bg1"/>
                </a:solidFill>
              </a:rPr>
              <a:t> </a:t>
            </a:r>
            <a:r>
              <a:rPr lang="en-GB" sz="1200" err="1">
                <a:solidFill>
                  <a:schemeClr val="bg1"/>
                </a:solidFill>
              </a:rPr>
              <a:t>commodo</a:t>
            </a:r>
            <a:r>
              <a:rPr lang="en-GB" sz="1200">
                <a:solidFill>
                  <a:schemeClr val="bg1"/>
                </a:solidFill>
              </a:rPr>
              <a:t> minim </a:t>
            </a:r>
            <a:r>
              <a:rPr lang="en-GB" sz="1200" err="1">
                <a:solidFill>
                  <a:schemeClr val="bg1"/>
                </a:solidFill>
              </a:rPr>
              <a:t>consequat</a:t>
            </a:r>
            <a:r>
              <a:rPr lang="en-GB" sz="1200">
                <a:solidFill>
                  <a:schemeClr val="bg1"/>
                </a:solidFill>
              </a:rPr>
              <a:t>. </a:t>
            </a:r>
          </a:p>
          <a:p>
            <a:pPr marL="184150" indent="-184150">
              <a:spcBef>
                <a:spcPts val="0"/>
              </a:spcBef>
              <a:spcAft>
                <a:spcPts val="600"/>
              </a:spcAft>
              <a:buClr>
                <a:schemeClr val="accent3"/>
              </a:buClr>
              <a:tabLst>
                <a:tab pos="352425" algn="l"/>
              </a:tabLst>
              <a:defRPr/>
            </a:pPr>
            <a:r>
              <a:rPr lang="en-GB" sz="1200">
                <a:solidFill>
                  <a:schemeClr val="bg1"/>
                </a:solidFill>
              </a:rPr>
              <a:t>Lorem ipsum </a:t>
            </a:r>
            <a:r>
              <a:rPr lang="en-GB" sz="1200" err="1">
                <a:solidFill>
                  <a:schemeClr val="bg1"/>
                </a:solidFill>
              </a:rPr>
              <a:t>dolor</a:t>
            </a:r>
            <a:r>
              <a:rPr lang="en-GB" sz="1200">
                <a:solidFill>
                  <a:schemeClr val="bg1"/>
                </a:solidFill>
              </a:rPr>
              <a:t>, </a:t>
            </a:r>
            <a:r>
              <a:rPr lang="en-GB" sz="1200" err="1">
                <a:solidFill>
                  <a:schemeClr val="bg1"/>
                </a:solidFill>
              </a:rPr>
              <a:t>consecteta</a:t>
            </a:r>
            <a:r>
              <a:rPr lang="en-GB" sz="1200">
                <a:solidFill>
                  <a:schemeClr val="bg1"/>
                </a:solidFill>
              </a:rPr>
              <a:t> </a:t>
            </a:r>
            <a:r>
              <a:rPr lang="en-GB" sz="1200" err="1">
                <a:solidFill>
                  <a:schemeClr val="bg1"/>
                </a:solidFill>
              </a:rPr>
              <a:t>consecteur</a:t>
            </a:r>
            <a:r>
              <a:rPr lang="en-GB" sz="1200">
                <a:solidFill>
                  <a:schemeClr val="bg1"/>
                </a:solidFill>
              </a:rPr>
              <a:t> manes.</a:t>
            </a:r>
          </a:p>
        </p:txBody>
      </p:sp>
      <p:sp>
        <p:nvSpPr>
          <p:cNvPr id="38" name="Text Placeholder 2">
            <a:extLst>
              <a:ext uri="{FF2B5EF4-FFF2-40B4-BE49-F238E27FC236}">
                <a16:creationId xmlns:a16="http://schemas.microsoft.com/office/drawing/2014/main" id="{1339BAC5-843F-334D-EAE6-5D2A17B440D8}"/>
              </a:ext>
            </a:extLst>
          </p:cNvPr>
          <p:cNvSpPr txBox="1">
            <a:spLocks/>
          </p:cNvSpPr>
          <p:nvPr/>
        </p:nvSpPr>
        <p:spPr>
          <a:xfrm>
            <a:off x="9399550" y="1968235"/>
            <a:ext cx="1868557" cy="333425"/>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0000"/>
              </a:lnSpc>
              <a:spcBef>
                <a:spcPts val="0"/>
              </a:spcBef>
              <a:spcAft>
                <a:spcPts val="600"/>
              </a:spcAft>
              <a:buClr>
                <a:schemeClr val="accent3"/>
              </a:buClr>
              <a:buNone/>
              <a:tabLst>
                <a:tab pos="352425" algn="l"/>
              </a:tabLst>
              <a:defRPr/>
            </a:pPr>
            <a:r>
              <a:rPr lang="en-GB" sz="1200" b="1" err="1">
                <a:solidFill>
                  <a:schemeClr val="bg1"/>
                </a:solidFill>
                <a:latin typeface="Aptos SemiBold" panose="020B0004020202020204" pitchFamily="34" charset="0"/>
              </a:rPr>
              <a:t>Noccaecat</a:t>
            </a:r>
            <a:r>
              <a:rPr lang="en-GB" sz="1200" b="1">
                <a:solidFill>
                  <a:schemeClr val="bg1"/>
                </a:solidFill>
                <a:latin typeface="Aptos SemiBold" panose="020B0004020202020204" pitchFamily="34" charset="0"/>
              </a:rPr>
              <a:t> </a:t>
            </a:r>
            <a:r>
              <a:rPr lang="en-GB" sz="1200" b="1" err="1">
                <a:solidFill>
                  <a:schemeClr val="bg1"/>
                </a:solidFill>
                <a:latin typeface="Aptos SemiBold" panose="020B0004020202020204" pitchFamily="34" charset="0"/>
              </a:rPr>
              <a:t>cupidatat</a:t>
            </a:r>
            <a:r>
              <a:rPr lang="en-GB" sz="1200" b="1">
                <a:solidFill>
                  <a:schemeClr val="bg1"/>
                </a:solidFill>
                <a:latin typeface="Aptos SemiBold" panose="020B0004020202020204" pitchFamily="34" charset="0"/>
              </a:rPr>
              <a:t> non </a:t>
            </a:r>
            <a:r>
              <a:rPr lang="en-GB" sz="1200" b="1" err="1">
                <a:solidFill>
                  <a:schemeClr val="bg1"/>
                </a:solidFill>
                <a:latin typeface="Aptos SemiBold" panose="020B0004020202020204" pitchFamily="34" charset="0"/>
              </a:rPr>
              <a:t>proident</a:t>
            </a:r>
            <a:r>
              <a:rPr lang="en-GB" sz="1200" b="1">
                <a:solidFill>
                  <a:schemeClr val="bg1"/>
                </a:solidFill>
                <a:latin typeface="Aptos SemiBold" panose="020B0004020202020204" pitchFamily="34" charset="0"/>
              </a:rPr>
              <a:t> </a:t>
            </a:r>
            <a:r>
              <a:rPr lang="en-GB" sz="1200" b="1" err="1">
                <a:solidFill>
                  <a:schemeClr val="bg1"/>
                </a:solidFill>
                <a:latin typeface="Aptos SemiBold" panose="020B0004020202020204" pitchFamily="34" charset="0"/>
              </a:rPr>
              <a:t>facils</a:t>
            </a:r>
            <a:endParaRPr lang="en-GR" sz="1200">
              <a:solidFill>
                <a:schemeClr val="bg1"/>
              </a:solidFill>
            </a:endParaRPr>
          </a:p>
        </p:txBody>
      </p:sp>
      <p:grpSp>
        <p:nvGrpSpPr>
          <p:cNvPr id="39" name="Group 38">
            <a:extLst>
              <a:ext uri="{FF2B5EF4-FFF2-40B4-BE49-F238E27FC236}">
                <a16:creationId xmlns:a16="http://schemas.microsoft.com/office/drawing/2014/main" id="{9F6456FF-F346-020E-D359-37411A98DE7F}"/>
              </a:ext>
            </a:extLst>
          </p:cNvPr>
          <p:cNvGrpSpPr/>
          <p:nvPr/>
        </p:nvGrpSpPr>
        <p:grpSpPr>
          <a:xfrm>
            <a:off x="11272212" y="1489359"/>
            <a:ext cx="437669" cy="450280"/>
            <a:chOff x="11262565" y="1981731"/>
            <a:chExt cx="437669" cy="450280"/>
          </a:xfrm>
          <a:solidFill>
            <a:schemeClr val="accent3"/>
          </a:solidFill>
        </p:grpSpPr>
        <p:sp>
          <p:nvSpPr>
            <p:cNvPr id="40" name="Freeform 386">
              <a:extLst>
                <a:ext uri="{FF2B5EF4-FFF2-40B4-BE49-F238E27FC236}">
                  <a16:creationId xmlns:a16="http://schemas.microsoft.com/office/drawing/2014/main" id="{743A50E1-A318-C57C-C2F9-2284756832C4}"/>
                </a:ext>
              </a:extLst>
            </p:cNvPr>
            <p:cNvSpPr/>
            <p:nvPr/>
          </p:nvSpPr>
          <p:spPr>
            <a:xfrm>
              <a:off x="11333845" y="1981731"/>
              <a:ext cx="227949" cy="227999"/>
            </a:xfrm>
            <a:custGeom>
              <a:avLst/>
              <a:gdLst>
                <a:gd name="connsiteX0" fmla="*/ 71532 w 103470"/>
                <a:gd name="connsiteY0" fmla="*/ 3952 h 103492"/>
                <a:gd name="connsiteX1" fmla="*/ 3951 w 103470"/>
                <a:gd name="connsiteY1" fmla="*/ 31950 h 103492"/>
                <a:gd name="connsiteX2" fmla="*/ 31945 w 103470"/>
                <a:gd name="connsiteY2" fmla="*/ 99541 h 103492"/>
                <a:gd name="connsiteX3" fmla="*/ 99529 w 103470"/>
                <a:gd name="connsiteY3" fmla="*/ 71543 h 103492"/>
                <a:gd name="connsiteX4" fmla="*/ 71532 w 103470"/>
                <a:gd name="connsiteY4" fmla="*/ 3952 h 103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470" h="103492">
                  <a:moveTo>
                    <a:pt x="71532" y="3952"/>
                  </a:moveTo>
                  <a:cubicBezTo>
                    <a:pt x="45140" y="-6983"/>
                    <a:pt x="14884" y="5551"/>
                    <a:pt x="3951" y="31950"/>
                  </a:cubicBezTo>
                  <a:cubicBezTo>
                    <a:pt x="-6982" y="58346"/>
                    <a:pt x="5553" y="88606"/>
                    <a:pt x="31945" y="99541"/>
                  </a:cubicBezTo>
                  <a:cubicBezTo>
                    <a:pt x="58336" y="110476"/>
                    <a:pt x="88592" y="97939"/>
                    <a:pt x="99529" y="71543"/>
                  </a:cubicBezTo>
                  <a:cubicBezTo>
                    <a:pt x="110440" y="45148"/>
                    <a:pt x="97923" y="14884"/>
                    <a:pt x="71532" y="3952"/>
                  </a:cubicBezTo>
                  <a:close/>
                </a:path>
              </a:pathLst>
            </a:custGeom>
            <a:grpFill/>
            <a:ln w="3646" cap="flat">
              <a:noFill/>
              <a:prstDash val="solid"/>
              <a:miter/>
            </a:ln>
          </p:spPr>
          <p:txBody>
            <a:bodyPr rtlCol="0" anchor="ctr"/>
            <a:lstStyle/>
            <a:p>
              <a:pPr>
                <a:buClr>
                  <a:schemeClr val="accent3"/>
                </a:buClr>
                <a:defRPr/>
              </a:pPr>
              <a:endParaRPr lang="en-GR">
                <a:solidFill>
                  <a:srgbClr val="202020"/>
                </a:solidFill>
                <a:latin typeface="Aptos"/>
              </a:endParaRPr>
            </a:p>
          </p:txBody>
        </p:sp>
        <p:sp>
          <p:nvSpPr>
            <p:cNvPr id="41" name="Freeform 387">
              <a:extLst>
                <a:ext uri="{FF2B5EF4-FFF2-40B4-BE49-F238E27FC236}">
                  <a16:creationId xmlns:a16="http://schemas.microsoft.com/office/drawing/2014/main" id="{2818D85C-86FE-B8F2-04DA-DF3BF65146B9}"/>
                </a:ext>
              </a:extLst>
            </p:cNvPr>
            <p:cNvSpPr/>
            <p:nvPr/>
          </p:nvSpPr>
          <p:spPr>
            <a:xfrm>
              <a:off x="11262565" y="2240659"/>
              <a:ext cx="256081" cy="188697"/>
            </a:xfrm>
            <a:custGeom>
              <a:avLst/>
              <a:gdLst>
                <a:gd name="connsiteX0" fmla="*/ 97023 w 116239"/>
                <a:gd name="connsiteY0" fmla="*/ 42801 h 85653"/>
                <a:gd name="connsiteX1" fmla="*/ 113029 w 116239"/>
                <a:gd name="connsiteY1" fmla="*/ 3062 h 85653"/>
                <a:gd name="connsiteX2" fmla="*/ 84283 w 116239"/>
                <a:gd name="connsiteY2" fmla="*/ 0 h 85653"/>
                <a:gd name="connsiteX3" fmla="*/ 0 w 116239"/>
                <a:gd name="connsiteY3" fmla="*/ 50532 h 85653"/>
                <a:gd name="connsiteX4" fmla="*/ 0 w 116239"/>
                <a:gd name="connsiteY4" fmla="*/ 70700 h 85653"/>
                <a:gd name="connsiteX5" fmla="*/ 22976 w 116239"/>
                <a:gd name="connsiteY5" fmla="*/ 85654 h 85653"/>
                <a:gd name="connsiteX6" fmla="*/ 116240 w 116239"/>
                <a:gd name="connsiteY6" fmla="*/ 85654 h 85653"/>
                <a:gd name="connsiteX7" fmla="*/ 97023 w 116239"/>
                <a:gd name="connsiteY7" fmla="*/ 42801 h 85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239" h="85653">
                  <a:moveTo>
                    <a:pt x="97023" y="42801"/>
                  </a:moveTo>
                  <a:cubicBezTo>
                    <a:pt x="97023" y="27399"/>
                    <a:pt x="103146" y="13398"/>
                    <a:pt x="113029" y="3062"/>
                  </a:cubicBezTo>
                  <a:cubicBezTo>
                    <a:pt x="104048" y="1106"/>
                    <a:pt x="94417" y="0"/>
                    <a:pt x="84283" y="0"/>
                  </a:cubicBezTo>
                  <a:cubicBezTo>
                    <a:pt x="37726" y="0"/>
                    <a:pt x="0" y="22632"/>
                    <a:pt x="0" y="50532"/>
                  </a:cubicBezTo>
                  <a:lnTo>
                    <a:pt x="0" y="70700"/>
                  </a:lnTo>
                  <a:cubicBezTo>
                    <a:pt x="252" y="78529"/>
                    <a:pt x="10233" y="84902"/>
                    <a:pt x="22976" y="85654"/>
                  </a:cubicBezTo>
                  <a:lnTo>
                    <a:pt x="116240" y="85654"/>
                  </a:lnTo>
                  <a:cubicBezTo>
                    <a:pt x="104500" y="75117"/>
                    <a:pt x="97023" y="59813"/>
                    <a:pt x="97023" y="42801"/>
                  </a:cubicBezTo>
                  <a:close/>
                </a:path>
              </a:pathLst>
            </a:custGeom>
            <a:grpFill/>
            <a:ln w="3646" cap="flat">
              <a:noFill/>
              <a:prstDash val="solid"/>
              <a:miter/>
            </a:ln>
          </p:spPr>
          <p:txBody>
            <a:bodyPr rtlCol="0" anchor="ctr"/>
            <a:lstStyle/>
            <a:p>
              <a:pPr>
                <a:buClr>
                  <a:schemeClr val="accent3"/>
                </a:buClr>
                <a:defRPr/>
              </a:pPr>
              <a:endParaRPr lang="en-GR">
                <a:solidFill>
                  <a:srgbClr val="202020"/>
                </a:solidFill>
                <a:latin typeface="Aptos"/>
              </a:endParaRPr>
            </a:p>
          </p:txBody>
        </p:sp>
        <p:sp>
          <p:nvSpPr>
            <p:cNvPr id="42" name="Freeform 388">
              <a:extLst>
                <a:ext uri="{FF2B5EF4-FFF2-40B4-BE49-F238E27FC236}">
                  <a16:creationId xmlns:a16="http://schemas.microsoft.com/office/drawing/2014/main" id="{29ED3375-376E-58D0-9552-0E12121738FE}"/>
                </a:ext>
              </a:extLst>
            </p:cNvPr>
            <p:cNvSpPr/>
            <p:nvPr/>
          </p:nvSpPr>
          <p:spPr>
            <a:xfrm>
              <a:off x="11506155" y="2237899"/>
              <a:ext cx="194079" cy="194112"/>
            </a:xfrm>
            <a:custGeom>
              <a:avLst/>
              <a:gdLst>
                <a:gd name="connsiteX0" fmla="*/ 0 w 88096"/>
                <a:gd name="connsiteY0" fmla="*/ 44053 h 88110"/>
                <a:gd name="connsiteX1" fmla="*/ 44050 w 88096"/>
                <a:gd name="connsiteY1" fmla="*/ 0 h 88110"/>
                <a:gd name="connsiteX2" fmla="*/ 88097 w 88096"/>
                <a:gd name="connsiteY2" fmla="*/ 44053 h 88110"/>
                <a:gd name="connsiteX3" fmla="*/ 44050 w 88096"/>
                <a:gd name="connsiteY3" fmla="*/ 88110 h 88110"/>
                <a:gd name="connsiteX4" fmla="*/ 0 w 88096"/>
                <a:gd name="connsiteY4" fmla="*/ 44053 h 88110"/>
                <a:gd name="connsiteX5" fmla="*/ 49050 w 88096"/>
                <a:gd name="connsiteY5" fmla="*/ 49072 h 88110"/>
                <a:gd name="connsiteX6" fmla="*/ 70872 w 88096"/>
                <a:gd name="connsiteY6" fmla="*/ 49072 h 88110"/>
                <a:gd name="connsiteX7" fmla="*/ 70872 w 88096"/>
                <a:gd name="connsiteY7" fmla="*/ 39038 h 88110"/>
                <a:gd name="connsiteX8" fmla="*/ 49050 w 88096"/>
                <a:gd name="connsiteY8" fmla="*/ 39038 h 88110"/>
                <a:gd name="connsiteX9" fmla="*/ 49050 w 88096"/>
                <a:gd name="connsiteY9" fmla="*/ 17209 h 88110"/>
                <a:gd name="connsiteX10" fmla="*/ 39014 w 88096"/>
                <a:gd name="connsiteY10" fmla="*/ 17209 h 88110"/>
                <a:gd name="connsiteX11" fmla="*/ 39014 w 88096"/>
                <a:gd name="connsiteY11" fmla="*/ 39038 h 88110"/>
                <a:gd name="connsiteX12" fmla="*/ 17192 w 88096"/>
                <a:gd name="connsiteY12" fmla="*/ 39038 h 88110"/>
                <a:gd name="connsiteX13" fmla="*/ 17192 w 88096"/>
                <a:gd name="connsiteY13" fmla="*/ 49072 h 88110"/>
                <a:gd name="connsiteX14" fmla="*/ 39014 w 88096"/>
                <a:gd name="connsiteY14" fmla="*/ 49072 h 88110"/>
                <a:gd name="connsiteX15" fmla="*/ 39014 w 88096"/>
                <a:gd name="connsiteY15" fmla="*/ 70901 h 88110"/>
                <a:gd name="connsiteX16" fmla="*/ 49050 w 88096"/>
                <a:gd name="connsiteY16" fmla="*/ 70901 h 88110"/>
                <a:gd name="connsiteX17" fmla="*/ 49050 w 88096"/>
                <a:gd name="connsiteY17" fmla="*/ 49072 h 88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8096" h="88110">
                  <a:moveTo>
                    <a:pt x="0" y="44053"/>
                  </a:moveTo>
                  <a:cubicBezTo>
                    <a:pt x="0" y="19720"/>
                    <a:pt x="19710" y="0"/>
                    <a:pt x="44050" y="0"/>
                  </a:cubicBezTo>
                  <a:cubicBezTo>
                    <a:pt x="68391" y="0"/>
                    <a:pt x="88097" y="19720"/>
                    <a:pt x="88097" y="44053"/>
                  </a:cubicBezTo>
                  <a:cubicBezTo>
                    <a:pt x="88097" y="68390"/>
                    <a:pt x="68391" y="88110"/>
                    <a:pt x="44050" y="88110"/>
                  </a:cubicBezTo>
                  <a:cubicBezTo>
                    <a:pt x="19710" y="88110"/>
                    <a:pt x="0" y="68390"/>
                    <a:pt x="0" y="44053"/>
                  </a:cubicBezTo>
                  <a:close/>
                  <a:moveTo>
                    <a:pt x="49050" y="49072"/>
                  </a:moveTo>
                  <a:lnTo>
                    <a:pt x="70872" y="49072"/>
                  </a:lnTo>
                  <a:lnTo>
                    <a:pt x="70872" y="39038"/>
                  </a:lnTo>
                  <a:lnTo>
                    <a:pt x="49050" y="39038"/>
                  </a:lnTo>
                  <a:lnTo>
                    <a:pt x="49050" y="17209"/>
                  </a:lnTo>
                  <a:lnTo>
                    <a:pt x="39014" y="17209"/>
                  </a:lnTo>
                  <a:lnTo>
                    <a:pt x="39014" y="39038"/>
                  </a:lnTo>
                  <a:lnTo>
                    <a:pt x="17192" y="39038"/>
                  </a:lnTo>
                  <a:lnTo>
                    <a:pt x="17192" y="49072"/>
                  </a:lnTo>
                  <a:lnTo>
                    <a:pt x="39014" y="49072"/>
                  </a:lnTo>
                  <a:lnTo>
                    <a:pt x="39014" y="70901"/>
                  </a:lnTo>
                  <a:lnTo>
                    <a:pt x="49050" y="70901"/>
                  </a:lnTo>
                  <a:lnTo>
                    <a:pt x="49050" y="49072"/>
                  </a:lnTo>
                  <a:close/>
                </a:path>
              </a:pathLst>
            </a:custGeom>
            <a:grpFill/>
            <a:ln w="3646" cap="flat">
              <a:noFill/>
              <a:prstDash val="solid"/>
              <a:miter/>
            </a:ln>
          </p:spPr>
          <p:txBody>
            <a:bodyPr rtlCol="0" anchor="ctr"/>
            <a:lstStyle/>
            <a:p>
              <a:pPr>
                <a:buClr>
                  <a:schemeClr val="accent3"/>
                </a:buClr>
                <a:defRPr/>
              </a:pPr>
              <a:endParaRPr lang="en-GR">
                <a:solidFill>
                  <a:srgbClr val="202020"/>
                </a:solidFill>
                <a:latin typeface="Aptos"/>
              </a:endParaRPr>
            </a:p>
          </p:txBody>
        </p:sp>
      </p:grpSp>
      <p:sp>
        <p:nvSpPr>
          <p:cNvPr id="70" name="Rectangle 69">
            <a:extLst>
              <a:ext uri="{FF2B5EF4-FFF2-40B4-BE49-F238E27FC236}">
                <a16:creationId xmlns:a16="http://schemas.microsoft.com/office/drawing/2014/main" id="{F6CBA238-857D-74F6-6C53-AEF49BA7695E}"/>
              </a:ext>
            </a:extLst>
          </p:cNvPr>
          <p:cNvSpPr/>
          <p:nvPr/>
        </p:nvSpPr>
        <p:spPr>
          <a:xfrm>
            <a:off x="9225135" y="3799494"/>
            <a:ext cx="2636137" cy="2202727"/>
          </a:xfrm>
          <a:prstGeom prst="rect">
            <a:avLst/>
          </a:prstGeom>
          <a:solidFill>
            <a:srgbClr val="F6FA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
                <a:schemeClr val="accent3"/>
              </a:buClr>
            </a:pPr>
            <a:endParaRPr lang="en-GR"/>
          </a:p>
        </p:txBody>
      </p:sp>
      <p:grpSp>
        <p:nvGrpSpPr>
          <p:cNvPr id="71" name="Group 70">
            <a:extLst>
              <a:ext uri="{FF2B5EF4-FFF2-40B4-BE49-F238E27FC236}">
                <a16:creationId xmlns:a16="http://schemas.microsoft.com/office/drawing/2014/main" id="{8E10378B-D0B4-92F2-20D3-CF99729179CA}"/>
              </a:ext>
            </a:extLst>
          </p:cNvPr>
          <p:cNvGrpSpPr/>
          <p:nvPr/>
        </p:nvGrpSpPr>
        <p:grpSpPr>
          <a:xfrm>
            <a:off x="9367714" y="4016836"/>
            <a:ext cx="2377432" cy="1829594"/>
            <a:chOff x="9358067" y="4159671"/>
            <a:chExt cx="2377432" cy="1829594"/>
          </a:xfrm>
        </p:grpSpPr>
        <p:sp>
          <p:nvSpPr>
            <p:cNvPr id="72" name="Text Placeholder 2">
              <a:extLst>
                <a:ext uri="{FF2B5EF4-FFF2-40B4-BE49-F238E27FC236}">
                  <a16:creationId xmlns:a16="http://schemas.microsoft.com/office/drawing/2014/main" id="{C1D9D67B-DD5F-3BC6-839A-2B5BA144DD33}"/>
                </a:ext>
              </a:extLst>
            </p:cNvPr>
            <p:cNvSpPr txBox="1">
              <a:spLocks/>
            </p:cNvSpPr>
            <p:nvPr/>
          </p:nvSpPr>
          <p:spPr>
            <a:xfrm>
              <a:off x="9358067" y="5173657"/>
              <a:ext cx="2279375" cy="815608"/>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600"/>
                </a:spcAft>
                <a:buClr>
                  <a:schemeClr val="accent3"/>
                </a:buClr>
                <a:tabLst>
                  <a:tab pos="352425" algn="l"/>
                </a:tabLst>
                <a:defRPr/>
              </a:pPr>
              <a:r>
                <a:rPr lang="en-GB" sz="1200">
                  <a:solidFill>
                    <a:schemeClr val="tx1">
                      <a:lumMod val="65000"/>
                      <a:lumOff val="35000"/>
                    </a:schemeClr>
                  </a:solidFill>
                </a:rPr>
                <a:t>Ut </a:t>
              </a:r>
              <a:r>
                <a:rPr lang="en-GB" sz="1200" err="1">
                  <a:solidFill>
                    <a:schemeClr val="tx1">
                      <a:lumMod val="65000"/>
                      <a:lumOff val="35000"/>
                    </a:schemeClr>
                  </a:solidFill>
                </a:rPr>
                <a:t>enim</a:t>
              </a:r>
              <a:r>
                <a:rPr lang="en-GB" sz="1200">
                  <a:solidFill>
                    <a:schemeClr val="tx1">
                      <a:lumMod val="65000"/>
                      <a:lumOff val="35000"/>
                    </a:schemeClr>
                  </a:solidFill>
                </a:rPr>
                <a:t> ad minim </a:t>
              </a:r>
              <a:r>
                <a:rPr lang="en-GB" sz="1200" err="1">
                  <a:solidFill>
                    <a:schemeClr val="tx1">
                      <a:lumMod val="65000"/>
                      <a:lumOff val="35000"/>
                    </a:schemeClr>
                  </a:solidFill>
                </a:rPr>
                <a:t>veniam</a:t>
              </a:r>
              <a:r>
                <a:rPr lang="en-GB" sz="1200">
                  <a:solidFill>
                    <a:schemeClr val="tx1">
                      <a:lumMod val="65000"/>
                      <a:lumOff val="35000"/>
                    </a:schemeClr>
                  </a:solidFill>
                </a:rPr>
                <a:t>, </a:t>
              </a:r>
              <a:r>
                <a:rPr lang="en-GB" sz="1200" err="1">
                  <a:solidFill>
                    <a:schemeClr val="tx1">
                      <a:lumMod val="65000"/>
                      <a:lumOff val="35000"/>
                    </a:schemeClr>
                  </a:solidFill>
                </a:rPr>
                <a:t>quis</a:t>
              </a:r>
              <a:r>
                <a:rPr lang="en-GB" sz="1200">
                  <a:solidFill>
                    <a:schemeClr val="tx1">
                      <a:lumMod val="65000"/>
                      <a:lumOff val="35000"/>
                    </a:schemeClr>
                  </a:solidFill>
                </a:rPr>
                <a:t> </a:t>
              </a:r>
              <a:r>
                <a:rPr lang="en-GB" sz="1200" err="1">
                  <a:solidFill>
                    <a:schemeClr val="tx1">
                      <a:lumMod val="65000"/>
                      <a:lumOff val="35000"/>
                    </a:schemeClr>
                  </a:solidFill>
                </a:rPr>
                <a:t>commodo</a:t>
              </a:r>
              <a:r>
                <a:rPr lang="en-GB" sz="1200">
                  <a:solidFill>
                    <a:schemeClr val="tx1">
                      <a:lumMod val="65000"/>
                      <a:lumOff val="35000"/>
                    </a:schemeClr>
                  </a:solidFill>
                </a:rPr>
                <a:t> minim </a:t>
              </a:r>
              <a:r>
                <a:rPr lang="en-GB" sz="1200" err="1">
                  <a:solidFill>
                    <a:schemeClr val="tx1">
                      <a:lumMod val="65000"/>
                      <a:lumOff val="35000"/>
                    </a:schemeClr>
                  </a:solidFill>
                </a:rPr>
                <a:t>consequat</a:t>
              </a:r>
              <a:r>
                <a:rPr lang="en-GB" sz="1200">
                  <a:solidFill>
                    <a:schemeClr val="tx1">
                      <a:lumMod val="65000"/>
                      <a:lumOff val="35000"/>
                    </a:schemeClr>
                  </a:solidFill>
                </a:rPr>
                <a:t>. </a:t>
              </a:r>
            </a:p>
            <a:p>
              <a:pPr>
                <a:spcBef>
                  <a:spcPts val="0"/>
                </a:spcBef>
                <a:spcAft>
                  <a:spcPts val="600"/>
                </a:spcAft>
                <a:buClr>
                  <a:schemeClr val="accent3"/>
                </a:buClr>
                <a:tabLst>
                  <a:tab pos="352425" algn="l"/>
                </a:tabLst>
                <a:defRPr/>
              </a:pPr>
              <a:r>
                <a:rPr lang="en-GB" sz="1200">
                  <a:solidFill>
                    <a:schemeClr val="tx1">
                      <a:lumMod val="65000"/>
                      <a:lumOff val="35000"/>
                    </a:schemeClr>
                  </a:solidFill>
                </a:rPr>
                <a:t>Lorem ipsum </a:t>
              </a:r>
              <a:r>
                <a:rPr lang="en-GB" sz="1200" err="1">
                  <a:solidFill>
                    <a:schemeClr val="tx1">
                      <a:lumMod val="65000"/>
                      <a:lumOff val="35000"/>
                    </a:schemeClr>
                  </a:solidFill>
                </a:rPr>
                <a:t>dolor</a:t>
              </a:r>
              <a:r>
                <a:rPr lang="en-GB" sz="1200">
                  <a:solidFill>
                    <a:schemeClr val="tx1">
                      <a:lumMod val="65000"/>
                      <a:lumOff val="35000"/>
                    </a:schemeClr>
                  </a:solidFill>
                </a:rPr>
                <a:t>, </a:t>
              </a:r>
              <a:r>
                <a:rPr lang="en-GB" sz="1200" err="1">
                  <a:solidFill>
                    <a:schemeClr val="tx1">
                      <a:lumMod val="65000"/>
                      <a:lumOff val="35000"/>
                    </a:schemeClr>
                  </a:solidFill>
                </a:rPr>
                <a:t>consecteta</a:t>
              </a:r>
              <a:r>
                <a:rPr lang="en-GB" sz="1200">
                  <a:solidFill>
                    <a:schemeClr val="tx1">
                      <a:lumMod val="65000"/>
                      <a:lumOff val="35000"/>
                    </a:schemeClr>
                  </a:solidFill>
                </a:rPr>
                <a:t> dolore magna </a:t>
              </a:r>
              <a:r>
                <a:rPr lang="en-GB" sz="1200" err="1">
                  <a:solidFill>
                    <a:schemeClr val="tx1">
                      <a:lumMod val="65000"/>
                      <a:lumOff val="35000"/>
                    </a:schemeClr>
                  </a:solidFill>
                </a:rPr>
                <a:t>aliqua</a:t>
              </a:r>
              <a:r>
                <a:rPr lang="en-GB" sz="1200">
                  <a:solidFill>
                    <a:schemeClr val="tx1">
                      <a:lumMod val="65000"/>
                      <a:lumOff val="35000"/>
                    </a:schemeClr>
                  </a:solidFill>
                </a:rPr>
                <a:t>.</a:t>
              </a:r>
            </a:p>
          </p:txBody>
        </p:sp>
        <p:sp>
          <p:nvSpPr>
            <p:cNvPr id="73" name="Text Placeholder 2">
              <a:extLst>
                <a:ext uri="{FF2B5EF4-FFF2-40B4-BE49-F238E27FC236}">
                  <a16:creationId xmlns:a16="http://schemas.microsoft.com/office/drawing/2014/main" id="{FDF9DEA0-7A63-286E-40E2-D5F0F6DCA3D4}"/>
                </a:ext>
              </a:extLst>
            </p:cNvPr>
            <p:cNvSpPr txBox="1">
              <a:spLocks/>
            </p:cNvSpPr>
            <p:nvPr/>
          </p:nvSpPr>
          <p:spPr>
            <a:xfrm>
              <a:off x="9389901" y="4662024"/>
              <a:ext cx="1868557" cy="333425"/>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0000"/>
                </a:lnSpc>
                <a:spcBef>
                  <a:spcPts val="0"/>
                </a:spcBef>
                <a:spcAft>
                  <a:spcPts val="600"/>
                </a:spcAft>
                <a:buClr>
                  <a:schemeClr val="accent3"/>
                </a:buClr>
                <a:buNone/>
                <a:tabLst>
                  <a:tab pos="352425" algn="l"/>
                </a:tabLst>
                <a:defRPr/>
              </a:pPr>
              <a:r>
                <a:rPr lang="en-GB" sz="1200" b="1">
                  <a:solidFill>
                    <a:schemeClr val="accent1"/>
                  </a:solidFill>
                  <a:latin typeface="Aptos SemiBold" panose="020B0004020202020204" pitchFamily="34" charset="0"/>
                </a:rPr>
                <a:t>Lorem </a:t>
              </a:r>
              <a:r>
                <a:rPr lang="en-GB" sz="1200" b="1" err="1">
                  <a:solidFill>
                    <a:schemeClr val="accent1"/>
                  </a:solidFill>
                  <a:latin typeface="Aptos SemiBold" panose="020B0004020202020204" pitchFamily="34" charset="0"/>
                </a:rPr>
                <a:t>ipsom</a:t>
              </a:r>
              <a:r>
                <a:rPr lang="en-GB" sz="1200" b="1">
                  <a:solidFill>
                    <a:schemeClr val="accent1"/>
                  </a:solidFill>
                  <a:latin typeface="Aptos SemiBold" panose="020B0004020202020204" pitchFamily="34" charset="0"/>
                </a:rPr>
                <a:t> did du </a:t>
              </a:r>
              <a:r>
                <a:rPr lang="en-GB" sz="1200" b="1" err="1">
                  <a:solidFill>
                    <a:schemeClr val="accent1"/>
                  </a:solidFill>
                  <a:latin typeface="Aptos SemiBold" panose="020B0004020202020204" pitchFamily="34" charset="0"/>
                </a:rPr>
                <a:t>facils</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verder</a:t>
              </a:r>
              <a:r>
                <a:rPr lang="en-GB" sz="1200" b="1">
                  <a:solidFill>
                    <a:schemeClr val="accent1"/>
                  </a:solidFill>
                  <a:latin typeface="Aptos SemiBold" panose="020B0004020202020204" pitchFamily="34" charset="0"/>
                </a:rPr>
                <a:t> </a:t>
              </a:r>
              <a:r>
                <a:rPr lang="en-GB" sz="1200" b="1" err="1">
                  <a:solidFill>
                    <a:schemeClr val="accent1"/>
                  </a:solidFill>
                  <a:latin typeface="Aptos SemiBold" panose="020B0004020202020204" pitchFamily="34" charset="0"/>
                </a:rPr>
                <a:t>ventr</a:t>
              </a:r>
              <a:endParaRPr lang="en-GR" sz="1200">
                <a:solidFill>
                  <a:schemeClr val="accent1"/>
                </a:solidFill>
              </a:endParaRPr>
            </a:p>
          </p:txBody>
        </p:sp>
        <p:grpSp>
          <p:nvGrpSpPr>
            <p:cNvPr id="74" name="Group 73">
              <a:extLst>
                <a:ext uri="{FF2B5EF4-FFF2-40B4-BE49-F238E27FC236}">
                  <a16:creationId xmlns:a16="http://schemas.microsoft.com/office/drawing/2014/main" id="{8F549A9A-7D2E-C543-23A0-C6C35116F481}"/>
                </a:ext>
              </a:extLst>
            </p:cNvPr>
            <p:cNvGrpSpPr/>
            <p:nvPr/>
          </p:nvGrpSpPr>
          <p:grpSpPr>
            <a:xfrm>
              <a:off x="11179941" y="4159671"/>
              <a:ext cx="555558" cy="406818"/>
              <a:chOff x="9076318" y="4540837"/>
              <a:chExt cx="206748" cy="151395"/>
            </a:xfrm>
            <a:solidFill>
              <a:schemeClr val="accent1"/>
            </a:solidFill>
          </p:grpSpPr>
          <p:sp>
            <p:nvSpPr>
              <p:cNvPr id="75" name="Freeform 606">
                <a:extLst>
                  <a:ext uri="{FF2B5EF4-FFF2-40B4-BE49-F238E27FC236}">
                    <a16:creationId xmlns:a16="http://schemas.microsoft.com/office/drawing/2014/main" id="{A8D9017A-0E6C-B853-C035-3729C91DDB6B}"/>
                  </a:ext>
                </a:extLst>
              </p:cNvPr>
              <p:cNvSpPr/>
              <p:nvPr/>
            </p:nvSpPr>
            <p:spPr>
              <a:xfrm>
                <a:off x="9091401" y="4540837"/>
                <a:ext cx="176962" cy="114460"/>
              </a:xfrm>
              <a:custGeom>
                <a:avLst/>
                <a:gdLst>
                  <a:gd name="connsiteX0" fmla="*/ 24413 w 199869"/>
                  <a:gd name="connsiteY0" fmla="*/ 25184 h 129276"/>
                  <a:gd name="connsiteX1" fmla="*/ 175420 w 199869"/>
                  <a:gd name="connsiteY1" fmla="*/ 25074 h 129276"/>
                  <a:gd name="connsiteX2" fmla="*/ 175420 w 199869"/>
                  <a:gd name="connsiteY2" fmla="*/ 129277 h 129276"/>
                  <a:gd name="connsiteX3" fmla="*/ 199869 w 199869"/>
                  <a:gd name="connsiteY3" fmla="*/ 129277 h 129276"/>
                  <a:gd name="connsiteX4" fmla="*/ 199869 w 199869"/>
                  <a:gd name="connsiteY4" fmla="*/ 28797 h 129276"/>
                  <a:gd name="connsiteX5" fmla="*/ 150568 w 199869"/>
                  <a:gd name="connsiteY5" fmla="*/ 0 h 129276"/>
                  <a:gd name="connsiteX6" fmla="*/ 47002 w 199869"/>
                  <a:gd name="connsiteY6" fmla="*/ 73 h 129276"/>
                  <a:gd name="connsiteX7" fmla="*/ 52914 w 199869"/>
                  <a:gd name="connsiteY7" fmla="*/ 73 h 129276"/>
                  <a:gd name="connsiteX8" fmla="*/ 49849 w 199869"/>
                  <a:gd name="connsiteY8" fmla="*/ 0 h 129276"/>
                  <a:gd name="connsiteX9" fmla="*/ 46674 w 199869"/>
                  <a:gd name="connsiteY9" fmla="*/ 73 h 129276"/>
                  <a:gd name="connsiteX10" fmla="*/ 0 w 199869"/>
                  <a:gd name="connsiteY10" fmla="*/ 28797 h 129276"/>
                  <a:gd name="connsiteX11" fmla="*/ 0 w 199869"/>
                  <a:gd name="connsiteY11" fmla="*/ 129277 h 129276"/>
                  <a:gd name="connsiteX12" fmla="*/ 24450 w 199869"/>
                  <a:gd name="connsiteY12" fmla="*/ 129277 h 129276"/>
                  <a:gd name="connsiteX13" fmla="*/ 24450 w 199869"/>
                  <a:gd name="connsiteY13" fmla="*/ 25184 h 129276"/>
                  <a:gd name="connsiteX14" fmla="*/ 24413 w 199869"/>
                  <a:gd name="connsiteY14" fmla="*/ 25184 h 129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9869" h="129276">
                    <a:moveTo>
                      <a:pt x="24413" y="25184"/>
                    </a:moveTo>
                    <a:lnTo>
                      <a:pt x="175420" y="25074"/>
                    </a:lnTo>
                    <a:lnTo>
                      <a:pt x="175420" y="129277"/>
                    </a:lnTo>
                    <a:lnTo>
                      <a:pt x="199869" y="129277"/>
                    </a:lnTo>
                    <a:lnTo>
                      <a:pt x="199869" y="28797"/>
                    </a:lnTo>
                    <a:cubicBezTo>
                      <a:pt x="199869" y="13030"/>
                      <a:pt x="177865" y="219"/>
                      <a:pt x="150568" y="0"/>
                    </a:cubicBezTo>
                    <a:cubicBezTo>
                      <a:pt x="150422" y="0"/>
                      <a:pt x="53389" y="73"/>
                      <a:pt x="47002" y="73"/>
                    </a:cubicBezTo>
                    <a:lnTo>
                      <a:pt x="52914" y="73"/>
                    </a:lnTo>
                    <a:cubicBezTo>
                      <a:pt x="51892" y="73"/>
                      <a:pt x="50907" y="0"/>
                      <a:pt x="49849" y="0"/>
                    </a:cubicBezTo>
                    <a:cubicBezTo>
                      <a:pt x="48754" y="0"/>
                      <a:pt x="47732" y="37"/>
                      <a:pt x="46674" y="73"/>
                    </a:cubicBezTo>
                    <a:cubicBezTo>
                      <a:pt x="20618" y="1059"/>
                      <a:pt x="0" y="13504"/>
                      <a:pt x="0" y="28797"/>
                    </a:cubicBezTo>
                    <a:lnTo>
                      <a:pt x="0" y="129277"/>
                    </a:lnTo>
                    <a:lnTo>
                      <a:pt x="24450" y="129277"/>
                    </a:lnTo>
                    <a:lnTo>
                      <a:pt x="24450" y="25184"/>
                    </a:lnTo>
                    <a:lnTo>
                      <a:pt x="24413" y="25184"/>
                    </a:lnTo>
                    <a:close/>
                  </a:path>
                </a:pathLst>
              </a:custGeom>
              <a:solidFill>
                <a:schemeClr val="accent3"/>
              </a:solidFill>
              <a:ln w="3646" cap="flat">
                <a:noFill/>
                <a:prstDash val="solid"/>
                <a:miter/>
              </a:ln>
            </p:spPr>
            <p:txBody>
              <a:bodyPr rtlCol="0" anchor="ctr"/>
              <a:lstStyle/>
              <a:p>
                <a:pPr>
                  <a:buClr>
                    <a:schemeClr val="accent3"/>
                  </a:buClr>
                  <a:defRPr/>
                </a:pPr>
                <a:endParaRPr lang="en-GR">
                  <a:solidFill>
                    <a:srgbClr val="202020"/>
                  </a:solidFill>
                  <a:latin typeface="Aptos"/>
                </a:endParaRPr>
              </a:p>
            </p:txBody>
          </p:sp>
          <p:sp>
            <p:nvSpPr>
              <p:cNvPr id="76" name="Freeform 607">
                <a:extLst>
                  <a:ext uri="{FF2B5EF4-FFF2-40B4-BE49-F238E27FC236}">
                    <a16:creationId xmlns:a16="http://schemas.microsoft.com/office/drawing/2014/main" id="{2C90E8C5-2DF5-1C62-BF52-C4E13BF34BAE}"/>
                  </a:ext>
                </a:extLst>
              </p:cNvPr>
              <p:cNvSpPr/>
              <p:nvPr/>
            </p:nvSpPr>
            <p:spPr>
              <a:xfrm>
                <a:off x="9076318" y="4662692"/>
                <a:ext cx="206748" cy="29540"/>
              </a:xfrm>
              <a:custGeom>
                <a:avLst/>
                <a:gdLst>
                  <a:gd name="connsiteX0" fmla="*/ 231284 w 233511"/>
                  <a:gd name="connsiteY0" fmla="*/ 2268 h 33364"/>
                  <a:gd name="connsiteX1" fmla="*/ 225554 w 233511"/>
                  <a:gd name="connsiteY1" fmla="*/ 5 h 33364"/>
                  <a:gd name="connsiteX2" fmla="*/ 133447 w 233511"/>
                  <a:gd name="connsiteY2" fmla="*/ 5 h 33364"/>
                  <a:gd name="connsiteX3" fmla="*/ 116733 w 233511"/>
                  <a:gd name="connsiteY3" fmla="*/ 9641 h 33364"/>
                  <a:gd name="connsiteX4" fmla="*/ 100020 w 233511"/>
                  <a:gd name="connsiteY4" fmla="*/ 5 h 33364"/>
                  <a:gd name="connsiteX5" fmla="*/ 8788 w 233511"/>
                  <a:gd name="connsiteY5" fmla="*/ 5 h 33364"/>
                  <a:gd name="connsiteX6" fmla="*/ 2256 w 233511"/>
                  <a:gd name="connsiteY6" fmla="*/ 2268 h 33364"/>
                  <a:gd name="connsiteX7" fmla="*/ 8350 w 233511"/>
                  <a:gd name="connsiteY7" fmla="*/ 25043 h 33364"/>
                  <a:gd name="connsiteX8" fmla="*/ 24516 w 233511"/>
                  <a:gd name="connsiteY8" fmla="*/ 33364 h 33364"/>
                  <a:gd name="connsiteX9" fmla="*/ 209388 w 233511"/>
                  <a:gd name="connsiteY9" fmla="*/ 33364 h 33364"/>
                  <a:gd name="connsiteX10" fmla="*/ 225153 w 233511"/>
                  <a:gd name="connsiteY10" fmla="*/ 25007 h 33364"/>
                  <a:gd name="connsiteX11" fmla="*/ 231247 w 233511"/>
                  <a:gd name="connsiteY11" fmla="*/ 2231 h 33364"/>
                  <a:gd name="connsiteX12" fmla="*/ 231284 w 233511"/>
                  <a:gd name="connsiteY12" fmla="*/ 2268 h 33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511" h="33364">
                    <a:moveTo>
                      <a:pt x="231284" y="2268"/>
                    </a:moveTo>
                    <a:cubicBezTo>
                      <a:pt x="229824" y="808"/>
                      <a:pt x="227889" y="115"/>
                      <a:pt x="225554" y="5"/>
                    </a:cubicBezTo>
                    <a:lnTo>
                      <a:pt x="133447" y="5"/>
                    </a:lnTo>
                    <a:cubicBezTo>
                      <a:pt x="133447" y="5371"/>
                      <a:pt x="126003" y="9641"/>
                      <a:pt x="116733" y="9641"/>
                    </a:cubicBezTo>
                    <a:cubicBezTo>
                      <a:pt x="107464" y="9641"/>
                      <a:pt x="100020" y="5334"/>
                      <a:pt x="100020" y="5"/>
                    </a:cubicBezTo>
                    <a:lnTo>
                      <a:pt x="8788" y="5"/>
                    </a:lnTo>
                    <a:cubicBezTo>
                      <a:pt x="6161" y="-68"/>
                      <a:pt x="3825" y="662"/>
                      <a:pt x="2256" y="2268"/>
                    </a:cubicBezTo>
                    <a:cubicBezTo>
                      <a:pt x="-2379" y="6903"/>
                      <a:pt x="358" y="17086"/>
                      <a:pt x="8350" y="25043"/>
                    </a:cubicBezTo>
                    <a:cubicBezTo>
                      <a:pt x="13496" y="30226"/>
                      <a:pt x="19590" y="33146"/>
                      <a:pt x="24516" y="33364"/>
                    </a:cubicBezTo>
                    <a:lnTo>
                      <a:pt x="209388" y="33364"/>
                    </a:lnTo>
                    <a:cubicBezTo>
                      <a:pt x="214241" y="32963"/>
                      <a:pt x="220153" y="30043"/>
                      <a:pt x="225153" y="25007"/>
                    </a:cubicBezTo>
                    <a:cubicBezTo>
                      <a:pt x="233181" y="17050"/>
                      <a:pt x="235882" y="6830"/>
                      <a:pt x="231247" y="2231"/>
                    </a:cubicBezTo>
                    <a:lnTo>
                      <a:pt x="231284" y="2268"/>
                    </a:lnTo>
                    <a:close/>
                  </a:path>
                </a:pathLst>
              </a:custGeom>
              <a:solidFill>
                <a:schemeClr val="accent3"/>
              </a:solidFill>
              <a:ln w="3646" cap="flat">
                <a:noFill/>
                <a:prstDash val="solid"/>
                <a:miter/>
              </a:ln>
            </p:spPr>
            <p:txBody>
              <a:bodyPr rtlCol="0" anchor="ctr"/>
              <a:lstStyle/>
              <a:p>
                <a:pPr>
                  <a:buClr>
                    <a:schemeClr val="accent3"/>
                  </a:buClr>
                  <a:defRPr/>
                </a:pPr>
                <a:endParaRPr lang="en-GR">
                  <a:solidFill>
                    <a:srgbClr val="202020"/>
                  </a:solidFill>
                  <a:latin typeface="Aptos"/>
                </a:endParaRPr>
              </a:p>
            </p:txBody>
          </p:sp>
          <p:sp>
            <p:nvSpPr>
              <p:cNvPr id="77" name="Freeform 608">
                <a:extLst>
                  <a:ext uri="{FF2B5EF4-FFF2-40B4-BE49-F238E27FC236}">
                    <a16:creationId xmlns:a16="http://schemas.microsoft.com/office/drawing/2014/main" id="{3C4309D2-69DC-363E-3A97-A14FBCD2207C}"/>
                  </a:ext>
                </a:extLst>
              </p:cNvPr>
              <p:cNvSpPr/>
              <p:nvPr/>
            </p:nvSpPr>
            <p:spPr>
              <a:xfrm>
                <a:off x="9147200" y="4581457"/>
                <a:ext cx="65008" cy="64791"/>
              </a:xfrm>
              <a:custGeom>
                <a:avLst/>
                <a:gdLst>
                  <a:gd name="connsiteX0" fmla="*/ 0 w 73423"/>
                  <a:gd name="connsiteY0" fmla="*/ 36571 h 73178"/>
                  <a:gd name="connsiteX1" fmla="*/ 36712 w 73423"/>
                  <a:gd name="connsiteY1" fmla="*/ 73179 h 73178"/>
                  <a:gd name="connsiteX2" fmla="*/ 73423 w 73423"/>
                  <a:gd name="connsiteY2" fmla="*/ 36571 h 73178"/>
                  <a:gd name="connsiteX3" fmla="*/ 36712 w 73423"/>
                  <a:gd name="connsiteY3" fmla="*/ 0 h 73178"/>
                  <a:gd name="connsiteX4" fmla="*/ 0 w 73423"/>
                  <a:gd name="connsiteY4" fmla="*/ 36571 h 73178"/>
                  <a:gd name="connsiteX5" fmla="*/ 56527 w 73423"/>
                  <a:gd name="connsiteY5" fmla="*/ 28359 h 73178"/>
                  <a:gd name="connsiteX6" fmla="*/ 46711 w 73423"/>
                  <a:gd name="connsiteY6" fmla="*/ 28359 h 73178"/>
                  <a:gd name="connsiteX7" fmla="*/ 37478 w 73423"/>
                  <a:gd name="connsiteY7" fmla="*/ 22228 h 73178"/>
                  <a:gd name="connsiteX8" fmla="*/ 26457 w 73423"/>
                  <a:gd name="connsiteY8" fmla="*/ 32410 h 73178"/>
                  <a:gd name="connsiteX9" fmla="*/ 39668 w 73423"/>
                  <a:gd name="connsiteY9" fmla="*/ 32410 h 73178"/>
                  <a:gd name="connsiteX10" fmla="*/ 39668 w 73423"/>
                  <a:gd name="connsiteY10" fmla="*/ 40769 h 73178"/>
                  <a:gd name="connsiteX11" fmla="*/ 26457 w 73423"/>
                  <a:gd name="connsiteY11" fmla="*/ 40769 h 73178"/>
                  <a:gd name="connsiteX12" fmla="*/ 37332 w 73423"/>
                  <a:gd name="connsiteY12" fmla="*/ 50988 h 73178"/>
                  <a:gd name="connsiteX13" fmla="*/ 46601 w 73423"/>
                  <a:gd name="connsiteY13" fmla="*/ 45039 h 73178"/>
                  <a:gd name="connsiteX14" fmla="*/ 56381 w 73423"/>
                  <a:gd name="connsiteY14" fmla="*/ 45039 h 73178"/>
                  <a:gd name="connsiteX15" fmla="*/ 37405 w 73423"/>
                  <a:gd name="connsiteY15" fmla="*/ 58945 h 73178"/>
                  <a:gd name="connsiteX16" fmla="*/ 16750 w 73423"/>
                  <a:gd name="connsiteY16" fmla="*/ 40769 h 73178"/>
                  <a:gd name="connsiteX17" fmla="*/ 10182 w 73423"/>
                  <a:gd name="connsiteY17" fmla="*/ 40769 h 73178"/>
                  <a:gd name="connsiteX18" fmla="*/ 10182 w 73423"/>
                  <a:gd name="connsiteY18" fmla="*/ 32410 h 73178"/>
                  <a:gd name="connsiteX19" fmla="*/ 16787 w 73423"/>
                  <a:gd name="connsiteY19" fmla="*/ 32410 h 73178"/>
                  <a:gd name="connsiteX20" fmla="*/ 37989 w 73423"/>
                  <a:gd name="connsiteY20" fmla="*/ 14234 h 73178"/>
                  <a:gd name="connsiteX21" fmla="*/ 56527 w 73423"/>
                  <a:gd name="connsiteY21" fmla="*/ 28323 h 73178"/>
                  <a:gd name="connsiteX22" fmla="*/ 56527 w 73423"/>
                  <a:gd name="connsiteY22" fmla="*/ 28359 h 73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3423" h="73178">
                    <a:moveTo>
                      <a:pt x="0" y="36571"/>
                    </a:moveTo>
                    <a:cubicBezTo>
                      <a:pt x="0" y="56828"/>
                      <a:pt x="16458" y="73179"/>
                      <a:pt x="36712" y="73179"/>
                    </a:cubicBezTo>
                    <a:cubicBezTo>
                      <a:pt x="56965" y="73179"/>
                      <a:pt x="73423" y="56791"/>
                      <a:pt x="73423" y="36571"/>
                    </a:cubicBezTo>
                    <a:cubicBezTo>
                      <a:pt x="73423" y="16388"/>
                      <a:pt x="56965" y="0"/>
                      <a:pt x="36712" y="0"/>
                    </a:cubicBezTo>
                    <a:cubicBezTo>
                      <a:pt x="16458" y="0"/>
                      <a:pt x="0" y="16388"/>
                      <a:pt x="0" y="36571"/>
                    </a:cubicBezTo>
                    <a:close/>
                    <a:moveTo>
                      <a:pt x="56527" y="28359"/>
                    </a:moveTo>
                    <a:lnTo>
                      <a:pt x="46711" y="28359"/>
                    </a:lnTo>
                    <a:cubicBezTo>
                      <a:pt x="45178" y="24600"/>
                      <a:pt x="41966" y="22228"/>
                      <a:pt x="37478" y="22228"/>
                    </a:cubicBezTo>
                    <a:cubicBezTo>
                      <a:pt x="31530" y="22228"/>
                      <a:pt x="27662" y="26279"/>
                      <a:pt x="26457" y="32410"/>
                    </a:cubicBezTo>
                    <a:lnTo>
                      <a:pt x="39668" y="32410"/>
                    </a:lnTo>
                    <a:lnTo>
                      <a:pt x="39668" y="40769"/>
                    </a:lnTo>
                    <a:lnTo>
                      <a:pt x="26457" y="40769"/>
                    </a:lnTo>
                    <a:cubicBezTo>
                      <a:pt x="27662" y="46900"/>
                      <a:pt x="31493" y="50988"/>
                      <a:pt x="37332" y="50988"/>
                    </a:cubicBezTo>
                    <a:cubicBezTo>
                      <a:pt x="41857" y="50988"/>
                      <a:pt x="44996" y="48689"/>
                      <a:pt x="46601" y="45039"/>
                    </a:cubicBezTo>
                    <a:lnTo>
                      <a:pt x="56381" y="45039"/>
                    </a:lnTo>
                    <a:cubicBezTo>
                      <a:pt x="54484" y="53397"/>
                      <a:pt x="47295" y="58945"/>
                      <a:pt x="37405" y="58945"/>
                    </a:cubicBezTo>
                    <a:cubicBezTo>
                      <a:pt x="25727" y="58945"/>
                      <a:pt x="18246" y="51901"/>
                      <a:pt x="16750" y="40769"/>
                    </a:cubicBezTo>
                    <a:lnTo>
                      <a:pt x="10182" y="40769"/>
                    </a:lnTo>
                    <a:lnTo>
                      <a:pt x="10182" y="32410"/>
                    </a:lnTo>
                    <a:lnTo>
                      <a:pt x="16787" y="32410"/>
                    </a:lnTo>
                    <a:cubicBezTo>
                      <a:pt x="18319" y="21315"/>
                      <a:pt x="26129" y="14234"/>
                      <a:pt x="37989" y="14234"/>
                    </a:cubicBezTo>
                    <a:cubicBezTo>
                      <a:pt x="47696" y="14234"/>
                      <a:pt x="54630" y="19892"/>
                      <a:pt x="56527" y="28323"/>
                    </a:cubicBezTo>
                    <a:lnTo>
                      <a:pt x="56527" y="28359"/>
                    </a:lnTo>
                    <a:close/>
                  </a:path>
                </a:pathLst>
              </a:custGeom>
              <a:solidFill>
                <a:schemeClr val="accent3"/>
              </a:solidFill>
              <a:ln w="3646" cap="flat">
                <a:noFill/>
                <a:prstDash val="solid"/>
                <a:miter/>
              </a:ln>
            </p:spPr>
            <p:txBody>
              <a:bodyPr rtlCol="0" anchor="ctr"/>
              <a:lstStyle/>
              <a:p>
                <a:pPr>
                  <a:buClr>
                    <a:schemeClr val="accent3"/>
                  </a:buClr>
                  <a:defRPr/>
                </a:pPr>
                <a:endParaRPr lang="en-GR">
                  <a:solidFill>
                    <a:srgbClr val="202020"/>
                  </a:solidFill>
                  <a:latin typeface="Aptos"/>
                </a:endParaRPr>
              </a:p>
            </p:txBody>
          </p:sp>
        </p:grpSp>
      </p:grpSp>
      <p:sp>
        <p:nvSpPr>
          <p:cNvPr id="8" name="Text Placeholder 7">
            <a:extLst>
              <a:ext uri="{FF2B5EF4-FFF2-40B4-BE49-F238E27FC236}">
                <a16:creationId xmlns:a16="http://schemas.microsoft.com/office/drawing/2014/main" id="{1CBBB814-C860-854B-440D-0989011C2B81}"/>
              </a:ext>
            </a:extLst>
          </p:cNvPr>
          <p:cNvSpPr>
            <a:spLocks noGrp="1"/>
          </p:cNvSpPr>
          <p:nvPr>
            <p:ph type="body" sz="quarter" idx="25"/>
          </p:nvPr>
        </p:nvSpPr>
        <p:spPr>
          <a:xfrm>
            <a:off x="332318" y="741496"/>
            <a:ext cx="11531549" cy="334515"/>
          </a:xfrm>
        </p:spPr>
        <p:txBody>
          <a:bodyPr/>
          <a:lstStyle/>
          <a:p>
            <a:r>
              <a:rPr lang="en-GR"/>
              <a:t>Infographic</a:t>
            </a:r>
          </a:p>
        </p:txBody>
      </p:sp>
    </p:spTree>
    <p:extLst>
      <p:ext uri="{BB962C8B-B14F-4D97-AF65-F5344CB8AC3E}">
        <p14:creationId xmlns:p14="http://schemas.microsoft.com/office/powerpoint/2010/main" val="2767129296"/>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38095705-888D-A8A7-793C-4AD4E1E98A1E}"/>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179</a:t>
            </a:fld>
            <a:endParaRPr lang="en-GR"/>
          </a:p>
        </p:txBody>
      </p:sp>
      <p:sp>
        <p:nvSpPr>
          <p:cNvPr id="2" name="Rectangle 1">
            <a:extLst>
              <a:ext uri="{FF2B5EF4-FFF2-40B4-BE49-F238E27FC236}">
                <a16:creationId xmlns:a16="http://schemas.microsoft.com/office/drawing/2014/main" id="{51C19069-33A7-8EBC-F55E-776FBD93B450}"/>
              </a:ext>
            </a:extLst>
          </p:cNvPr>
          <p:cNvSpPr/>
          <p:nvPr/>
        </p:nvSpPr>
        <p:spPr>
          <a:xfrm>
            <a:off x="342419" y="3310299"/>
            <a:ext cx="2636137" cy="2990707"/>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3" name="Rectangle 2">
            <a:extLst>
              <a:ext uri="{FF2B5EF4-FFF2-40B4-BE49-F238E27FC236}">
                <a16:creationId xmlns:a16="http://schemas.microsoft.com/office/drawing/2014/main" id="{675F4DB3-9D6E-189D-86E8-8EF9EFC46741}"/>
              </a:ext>
            </a:extLst>
          </p:cNvPr>
          <p:cNvSpPr/>
          <p:nvPr/>
        </p:nvSpPr>
        <p:spPr>
          <a:xfrm>
            <a:off x="3302073" y="3298812"/>
            <a:ext cx="2636137" cy="3017583"/>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4" name="Rectangle 3">
            <a:extLst>
              <a:ext uri="{FF2B5EF4-FFF2-40B4-BE49-F238E27FC236}">
                <a16:creationId xmlns:a16="http://schemas.microsoft.com/office/drawing/2014/main" id="{8434EB0F-1A02-F277-5F84-BB42E8FF2624}"/>
              </a:ext>
            </a:extLst>
          </p:cNvPr>
          <p:cNvSpPr/>
          <p:nvPr/>
        </p:nvSpPr>
        <p:spPr>
          <a:xfrm>
            <a:off x="6261725" y="3303376"/>
            <a:ext cx="2636137" cy="3006907"/>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5" name="Rectangle 4">
            <a:extLst>
              <a:ext uri="{FF2B5EF4-FFF2-40B4-BE49-F238E27FC236}">
                <a16:creationId xmlns:a16="http://schemas.microsoft.com/office/drawing/2014/main" id="{8AE25BC4-82F2-DBD4-2431-CA3009EBD7FB}"/>
              </a:ext>
            </a:extLst>
          </p:cNvPr>
          <p:cNvSpPr/>
          <p:nvPr/>
        </p:nvSpPr>
        <p:spPr>
          <a:xfrm>
            <a:off x="9221378" y="3303376"/>
            <a:ext cx="2636137" cy="3006907"/>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6" name="Rectangle 5">
            <a:extLst>
              <a:ext uri="{FF2B5EF4-FFF2-40B4-BE49-F238E27FC236}">
                <a16:creationId xmlns:a16="http://schemas.microsoft.com/office/drawing/2014/main" id="{88DA591C-0F0B-4DE6-FAEB-FF28DB628BAE}"/>
              </a:ext>
            </a:extLst>
          </p:cNvPr>
          <p:cNvSpPr/>
          <p:nvPr/>
        </p:nvSpPr>
        <p:spPr>
          <a:xfrm>
            <a:off x="342419" y="1274510"/>
            <a:ext cx="2636137" cy="203342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19" name="Rectangle 18">
            <a:extLst>
              <a:ext uri="{FF2B5EF4-FFF2-40B4-BE49-F238E27FC236}">
                <a16:creationId xmlns:a16="http://schemas.microsoft.com/office/drawing/2014/main" id="{FF187A0F-032E-B1B0-B15C-14A25054CD46}"/>
              </a:ext>
            </a:extLst>
          </p:cNvPr>
          <p:cNvSpPr/>
          <p:nvPr/>
        </p:nvSpPr>
        <p:spPr>
          <a:xfrm>
            <a:off x="3302073" y="1274512"/>
            <a:ext cx="2636137" cy="203342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20" name="Rectangle 19">
            <a:extLst>
              <a:ext uri="{FF2B5EF4-FFF2-40B4-BE49-F238E27FC236}">
                <a16:creationId xmlns:a16="http://schemas.microsoft.com/office/drawing/2014/main" id="{EF7FBAB7-8CEF-9E3E-1F56-192E121704D1}"/>
              </a:ext>
            </a:extLst>
          </p:cNvPr>
          <p:cNvSpPr/>
          <p:nvPr/>
        </p:nvSpPr>
        <p:spPr>
          <a:xfrm>
            <a:off x="6261725" y="1274512"/>
            <a:ext cx="2636137" cy="203342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21" name="Rectangle 20">
            <a:extLst>
              <a:ext uri="{FF2B5EF4-FFF2-40B4-BE49-F238E27FC236}">
                <a16:creationId xmlns:a16="http://schemas.microsoft.com/office/drawing/2014/main" id="{DB25815B-06AD-41E6-7AD0-6DCB2059DD62}"/>
              </a:ext>
            </a:extLst>
          </p:cNvPr>
          <p:cNvSpPr/>
          <p:nvPr/>
        </p:nvSpPr>
        <p:spPr>
          <a:xfrm>
            <a:off x="9221378" y="1274512"/>
            <a:ext cx="2636137" cy="203342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23" name="Text Placeholder 2">
            <a:extLst>
              <a:ext uri="{FF2B5EF4-FFF2-40B4-BE49-F238E27FC236}">
                <a16:creationId xmlns:a16="http://schemas.microsoft.com/office/drawing/2014/main" id="{16FCC0AA-6434-3619-5C99-C529889578C8}"/>
              </a:ext>
            </a:extLst>
          </p:cNvPr>
          <p:cNvSpPr txBox="1">
            <a:spLocks/>
          </p:cNvSpPr>
          <p:nvPr/>
        </p:nvSpPr>
        <p:spPr>
          <a:xfrm>
            <a:off x="562824" y="3563352"/>
            <a:ext cx="2195327" cy="2050882"/>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600"/>
              </a:spcBef>
              <a:buClr>
                <a:srgbClr val="047A85"/>
              </a:buClr>
              <a:buNone/>
              <a:tabLst>
                <a:tab pos="352425" algn="l"/>
              </a:tabLst>
              <a:defRPr/>
            </a:pPr>
            <a:r>
              <a:rPr lang="en-GB" sz="1200" b="1">
                <a:solidFill>
                  <a:srgbClr val="003841"/>
                </a:solidFill>
                <a:latin typeface="Aptos SemiBold" panose="020B0004020202020204" pitchFamily="34" charset="0"/>
              </a:rPr>
              <a:t>Lorem </a:t>
            </a:r>
            <a:r>
              <a:rPr lang="en-GB" sz="1200" b="1" err="1">
                <a:solidFill>
                  <a:srgbClr val="003841"/>
                </a:solidFill>
                <a:latin typeface="Aptos SemiBold" panose="020B0004020202020204" pitchFamily="34" charset="0"/>
              </a:rPr>
              <a:t>dolor</a:t>
            </a:r>
            <a:r>
              <a:rPr lang="en-GB" sz="1200" b="1">
                <a:solidFill>
                  <a:srgbClr val="003841"/>
                </a:solidFill>
                <a:latin typeface="Aptos SemiBold" panose="020B0004020202020204" pitchFamily="34" charset="0"/>
              </a:rPr>
              <a:t> sit </a:t>
            </a:r>
            <a:r>
              <a:rPr lang="en-GB" sz="1200" b="1" err="1">
                <a:solidFill>
                  <a:srgbClr val="003841"/>
                </a:solidFill>
                <a:latin typeface="Aptos SemiBold" panose="020B0004020202020204" pitchFamily="34" charset="0"/>
              </a:rPr>
              <a:t>amet</a:t>
            </a:r>
            <a:endParaRPr lang="en-GB" sz="1200" b="1">
              <a:solidFill>
                <a:srgbClr val="003841"/>
              </a:solidFill>
              <a:latin typeface="Aptos SemiBold" panose="020B0004020202020204" pitchFamily="34" charset="0"/>
            </a:endParaRPr>
          </a:p>
          <a:p>
            <a:pPr marL="0" indent="0">
              <a:lnSpc>
                <a:spcPct val="110000"/>
              </a:lnSpc>
              <a:spcBef>
                <a:spcPts val="600"/>
              </a:spcBef>
              <a:buClr>
                <a:srgbClr val="047A85"/>
              </a:buClr>
              <a:buNone/>
              <a:tabLst>
                <a:tab pos="352425" algn="l"/>
              </a:tabLst>
              <a:defRPr/>
            </a:pPr>
            <a:r>
              <a:rPr lang="en-GB" sz="1200">
                <a:solidFill>
                  <a:schemeClr val="tx1">
                    <a:lumMod val="65000"/>
                    <a:lumOff val="35000"/>
                  </a:schemeClr>
                </a:solidFill>
              </a:rPr>
              <a:t>Ut </a:t>
            </a:r>
            <a:r>
              <a:rPr lang="en-GB" sz="1200" err="1">
                <a:solidFill>
                  <a:schemeClr val="tx1">
                    <a:lumMod val="65000"/>
                    <a:lumOff val="35000"/>
                  </a:schemeClr>
                </a:solidFill>
              </a:rPr>
              <a:t>enim</a:t>
            </a:r>
            <a:r>
              <a:rPr lang="en-GB" sz="1200">
                <a:solidFill>
                  <a:schemeClr val="tx1">
                    <a:lumMod val="65000"/>
                    <a:lumOff val="35000"/>
                  </a:schemeClr>
                </a:solidFill>
              </a:rPr>
              <a:t> ad minim </a:t>
            </a:r>
            <a:r>
              <a:rPr lang="en-GB" sz="1200" err="1">
                <a:solidFill>
                  <a:schemeClr val="tx1">
                    <a:lumMod val="65000"/>
                    <a:lumOff val="35000"/>
                  </a:schemeClr>
                </a:solidFill>
              </a:rPr>
              <a:t>veniam</a:t>
            </a:r>
            <a:r>
              <a:rPr lang="en-GB" sz="1200">
                <a:solidFill>
                  <a:schemeClr val="tx1">
                    <a:lumMod val="65000"/>
                    <a:lumOff val="35000"/>
                  </a:schemeClr>
                </a:solidFill>
              </a:rPr>
              <a:t>, </a:t>
            </a:r>
            <a:r>
              <a:rPr lang="en-GB" sz="1200" err="1">
                <a:solidFill>
                  <a:schemeClr val="tx1">
                    <a:lumMod val="65000"/>
                    <a:lumOff val="35000"/>
                  </a:schemeClr>
                </a:solidFill>
              </a:rPr>
              <a:t>quis</a:t>
            </a:r>
            <a:r>
              <a:rPr lang="en-GB" sz="1200">
                <a:solidFill>
                  <a:schemeClr val="tx1">
                    <a:lumMod val="65000"/>
                    <a:lumOff val="35000"/>
                  </a:schemeClr>
                </a:solidFill>
              </a:rPr>
              <a:t> </a:t>
            </a:r>
            <a:r>
              <a:rPr lang="en-GB" sz="1200" err="1">
                <a:solidFill>
                  <a:schemeClr val="tx1">
                    <a:lumMod val="65000"/>
                    <a:lumOff val="35000"/>
                  </a:schemeClr>
                </a:solidFill>
              </a:rPr>
              <a:t>nostrud</a:t>
            </a:r>
            <a:r>
              <a:rPr lang="en-GB" sz="1200">
                <a:solidFill>
                  <a:schemeClr val="tx1">
                    <a:lumMod val="65000"/>
                    <a:lumOff val="35000"/>
                  </a:schemeClr>
                </a:solidFill>
              </a:rPr>
              <a:t> exercitation </a:t>
            </a:r>
            <a:r>
              <a:rPr lang="en-GB" sz="1200" err="1">
                <a:solidFill>
                  <a:schemeClr val="tx1">
                    <a:lumMod val="65000"/>
                    <a:lumOff val="35000"/>
                  </a:schemeClr>
                </a:solidFill>
              </a:rPr>
              <a:t>veniam</a:t>
            </a:r>
            <a:r>
              <a:rPr lang="en-GB" sz="1200">
                <a:solidFill>
                  <a:schemeClr val="tx1">
                    <a:lumMod val="65000"/>
                    <a:lumOff val="35000"/>
                  </a:schemeClr>
                </a:solidFill>
              </a:rPr>
              <a:t> </a:t>
            </a:r>
            <a:r>
              <a:rPr lang="en-GB" sz="1200" err="1">
                <a:solidFill>
                  <a:schemeClr val="tx1">
                    <a:lumMod val="65000"/>
                    <a:lumOff val="35000"/>
                  </a:schemeClr>
                </a:solidFill>
              </a:rPr>
              <a:t>ullamco</a:t>
            </a:r>
            <a:r>
              <a:rPr lang="en-GB" sz="1200">
                <a:solidFill>
                  <a:schemeClr val="tx1">
                    <a:lumMod val="65000"/>
                    <a:lumOff val="35000"/>
                  </a:schemeClr>
                </a:solidFill>
              </a:rPr>
              <a:t> </a:t>
            </a:r>
            <a:r>
              <a:rPr lang="en-GB" sz="1200" err="1">
                <a:solidFill>
                  <a:schemeClr val="tx1">
                    <a:lumMod val="65000"/>
                    <a:lumOff val="35000"/>
                  </a:schemeClr>
                </a:solidFill>
              </a:rPr>
              <a:t>laboris</a:t>
            </a:r>
            <a:r>
              <a:rPr lang="en-GB" sz="1200">
                <a:solidFill>
                  <a:schemeClr val="tx1">
                    <a:lumMod val="65000"/>
                    <a:lumOff val="35000"/>
                  </a:schemeClr>
                </a:solidFill>
              </a:rPr>
              <a:t> nisi </a:t>
            </a:r>
            <a:r>
              <a:rPr lang="en-GB" sz="1200" err="1">
                <a:solidFill>
                  <a:schemeClr val="tx1">
                    <a:lumMod val="65000"/>
                    <a:lumOff val="35000"/>
                  </a:schemeClr>
                </a:solidFill>
              </a:rPr>
              <a:t>ut</a:t>
            </a:r>
            <a:r>
              <a:rPr lang="en-GB" sz="1200">
                <a:solidFill>
                  <a:schemeClr val="tx1">
                    <a:lumMod val="65000"/>
                    <a:lumOff val="35000"/>
                  </a:schemeClr>
                </a:solidFill>
              </a:rPr>
              <a:t> </a:t>
            </a:r>
            <a:r>
              <a:rPr lang="en-GB" sz="1200" err="1">
                <a:solidFill>
                  <a:schemeClr val="tx1">
                    <a:lumMod val="65000"/>
                    <a:lumOff val="35000"/>
                  </a:schemeClr>
                </a:solidFill>
              </a:rPr>
              <a:t>aliquip</a:t>
            </a:r>
            <a:r>
              <a:rPr lang="en-GB" sz="1200">
                <a:solidFill>
                  <a:schemeClr val="tx1">
                    <a:lumMod val="65000"/>
                    <a:lumOff val="35000"/>
                  </a:schemeClr>
                </a:solidFill>
              </a:rPr>
              <a:t> ex </a:t>
            </a:r>
            <a:r>
              <a:rPr lang="en-GB" sz="1200" err="1">
                <a:solidFill>
                  <a:schemeClr val="tx1">
                    <a:lumMod val="65000"/>
                    <a:lumOff val="35000"/>
                  </a:schemeClr>
                </a:solidFill>
              </a:rPr>
              <a:t>ea</a:t>
            </a:r>
            <a:r>
              <a:rPr lang="en-GB" sz="1200">
                <a:solidFill>
                  <a:schemeClr val="tx1">
                    <a:lumMod val="65000"/>
                    <a:lumOff val="35000"/>
                  </a:schemeClr>
                </a:solidFill>
              </a:rPr>
              <a:t> </a:t>
            </a:r>
            <a:r>
              <a:rPr lang="en-GB" sz="1200" err="1">
                <a:solidFill>
                  <a:schemeClr val="tx1">
                    <a:lumMod val="65000"/>
                    <a:lumOff val="35000"/>
                  </a:schemeClr>
                </a:solidFill>
              </a:rPr>
              <a:t>commodo</a:t>
            </a:r>
            <a:r>
              <a:rPr lang="en-GB" sz="1200">
                <a:solidFill>
                  <a:schemeClr val="tx1">
                    <a:lumMod val="65000"/>
                    <a:lumOff val="35000"/>
                  </a:schemeClr>
                </a:solidFill>
              </a:rPr>
              <a:t> minim </a:t>
            </a:r>
            <a:r>
              <a:rPr lang="en-GB" sz="1200" err="1">
                <a:solidFill>
                  <a:schemeClr val="tx1">
                    <a:lumMod val="65000"/>
                    <a:lumOff val="35000"/>
                  </a:schemeClr>
                </a:solidFill>
              </a:rPr>
              <a:t>consequat</a:t>
            </a:r>
            <a:r>
              <a:rPr lang="en-GB" sz="1200">
                <a:solidFill>
                  <a:schemeClr val="tx1">
                    <a:lumMod val="65000"/>
                    <a:lumOff val="35000"/>
                  </a:schemeClr>
                </a:solidFill>
              </a:rPr>
              <a:t>.</a:t>
            </a:r>
          </a:p>
          <a:p>
            <a:pPr marL="0" indent="0">
              <a:lnSpc>
                <a:spcPct val="110000"/>
              </a:lnSpc>
              <a:spcBef>
                <a:spcPts val="600"/>
              </a:spcBef>
              <a:buClr>
                <a:srgbClr val="047A85"/>
              </a:buClr>
              <a:buNone/>
              <a:tabLst>
                <a:tab pos="352425" algn="l"/>
              </a:tabLst>
              <a:defRPr/>
            </a:pPr>
            <a:r>
              <a:rPr lang="en-GB" sz="1200">
                <a:solidFill>
                  <a:schemeClr val="tx1">
                    <a:lumMod val="65000"/>
                    <a:lumOff val="35000"/>
                  </a:schemeClr>
                </a:solidFill>
              </a:rPr>
              <a:t>Lorem ipsum </a:t>
            </a:r>
            <a:r>
              <a:rPr lang="en-GB" sz="1200" err="1">
                <a:solidFill>
                  <a:schemeClr val="tx1">
                    <a:lumMod val="65000"/>
                    <a:lumOff val="35000"/>
                  </a:schemeClr>
                </a:solidFill>
              </a:rPr>
              <a:t>dolor</a:t>
            </a:r>
            <a:r>
              <a:rPr lang="en-GB" sz="1200">
                <a:solidFill>
                  <a:schemeClr val="tx1">
                    <a:lumMod val="65000"/>
                    <a:lumOff val="35000"/>
                  </a:schemeClr>
                </a:solidFill>
              </a:rPr>
              <a:t> sit </a:t>
            </a:r>
            <a:r>
              <a:rPr lang="en-GB" sz="1200" err="1">
                <a:solidFill>
                  <a:schemeClr val="tx1">
                    <a:lumMod val="65000"/>
                    <a:lumOff val="35000"/>
                  </a:schemeClr>
                </a:solidFill>
              </a:rPr>
              <a:t>amet</a:t>
            </a:r>
            <a:r>
              <a:rPr lang="en-GB" sz="1200">
                <a:solidFill>
                  <a:schemeClr val="tx1">
                    <a:lumMod val="65000"/>
                    <a:lumOff val="35000"/>
                  </a:schemeClr>
                </a:solidFill>
              </a:rPr>
              <a:t>, </a:t>
            </a:r>
            <a:r>
              <a:rPr lang="en-GB" sz="1200" err="1">
                <a:solidFill>
                  <a:schemeClr val="tx1">
                    <a:lumMod val="65000"/>
                    <a:lumOff val="35000"/>
                  </a:schemeClr>
                </a:solidFill>
              </a:rPr>
              <a:t>consectetur</a:t>
            </a:r>
            <a:r>
              <a:rPr lang="en-GB" sz="1200">
                <a:solidFill>
                  <a:schemeClr val="tx1">
                    <a:lumMod val="65000"/>
                    <a:lumOff val="35000"/>
                  </a:schemeClr>
                </a:solidFill>
              </a:rPr>
              <a:t> </a:t>
            </a:r>
            <a:r>
              <a:rPr lang="en-GB" sz="1200" err="1">
                <a:solidFill>
                  <a:schemeClr val="tx1">
                    <a:lumMod val="65000"/>
                    <a:lumOff val="35000"/>
                  </a:schemeClr>
                </a:solidFill>
              </a:rPr>
              <a:t>adipiscing</a:t>
            </a:r>
            <a:r>
              <a:rPr lang="en-GB" sz="1200">
                <a:solidFill>
                  <a:schemeClr val="tx1">
                    <a:lumMod val="65000"/>
                    <a:lumOff val="35000"/>
                  </a:schemeClr>
                </a:solidFill>
              </a:rPr>
              <a:t> </a:t>
            </a:r>
            <a:r>
              <a:rPr lang="en-GB" sz="1200" err="1">
                <a:solidFill>
                  <a:schemeClr val="tx1">
                    <a:lumMod val="65000"/>
                    <a:lumOff val="35000"/>
                  </a:schemeClr>
                </a:solidFill>
              </a:rPr>
              <a:t>elit</a:t>
            </a:r>
            <a:r>
              <a:rPr lang="en-GB" sz="1200">
                <a:solidFill>
                  <a:schemeClr val="tx1">
                    <a:lumMod val="65000"/>
                    <a:lumOff val="35000"/>
                  </a:schemeClr>
                </a:solidFill>
              </a:rPr>
              <a:t>, </a:t>
            </a:r>
            <a:r>
              <a:rPr lang="en-GB" sz="1200" err="1">
                <a:solidFill>
                  <a:schemeClr val="tx1">
                    <a:lumMod val="65000"/>
                    <a:lumOff val="35000"/>
                  </a:schemeClr>
                </a:solidFill>
              </a:rPr>
              <a:t>sed</a:t>
            </a:r>
            <a:r>
              <a:rPr lang="en-GB" sz="1200">
                <a:solidFill>
                  <a:schemeClr val="tx1">
                    <a:lumMod val="65000"/>
                    <a:lumOff val="35000"/>
                  </a:schemeClr>
                </a:solidFill>
              </a:rPr>
              <a:t> do </a:t>
            </a:r>
            <a:r>
              <a:rPr lang="en-GB" sz="1200" err="1">
                <a:solidFill>
                  <a:schemeClr val="tx1">
                    <a:lumMod val="65000"/>
                    <a:lumOff val="35000"/>
                  </a:schemeClr>
                </a:solidFill>
              </a:rPr>
              <a:t>eiusmod</a:t>
            </a:r>
            <a:r>
              <a:rPr lang="en-GB" sz="1200">
                <a:solidFill>
                  <a:schemeClr val="tx1">
                    <a:lumMod val="65000"/>
                    <a:lumOff val="35000"/>
                  </a:schemeClr>
                </a:solidFill>
              </a:rPr>
              <a:t> </a:t>
            </a:r>
            <a:r>
              <a:rPr lang="en-GB" sz="1200" err="1">
                <a:solidFill>
                  <a:schemeClr val="tx1">
                    <a:lumMod val="65000"/>
                    <a:lumOff val="35000"/>
                  </a:schemeClr>
                </a:solidFill>
              </a:rPr>
              <a:t>tempor</a:t>
            </a:r>
            <a:r>
              <a:rPr lang="en-GB" sz="1200">
                <a:solidFill>
                  <a:schemeClr val="tx1">
                    <a:lumMod val="65000"/>
                    <a:lumOff val="35000"/>
                  </a:schemeClr>
                </a:solidFill>
              </a:rPr>
              <a:t> </a:t>
            </a:r>
            <a:r>
              <a:rPr lang="en-GB" sz="1200" err="1">
                <a:solidFill>
                  <a:schemeClr val="tx1">
                    <a:lumMod val="65000"/>
                    <a:lumOff val="35000"/>
                  </a:schemeClr>
                </a:solidFill>
              </a:rPr>
              <a:t>incididunt</a:t>
            </a:r>
            <a:r>
              <a:rPr lang="en-GB" sz="1200">
                <a:solidFill>
                  <a:schemeClr val="tx1">
                    <a:lumMod val="65000"/>
                    <a:lumOff val="35000"/>
                  </a:schemeClr>
                </a:solidFill>
              </a:rPr>
              <a:t> </a:t>
            </a:r>
            <a:r>
              <a:rPr lang="en-GB" sz="1200" err="1">
                <a:solidFill>
                  <a:schemeClr val="tx1">
                    <a:lumMod val="65000"/>
                    <a:lumOff val="35000"/>
                  </a:schemeClr>
                </a:solidFill>
              </a:rPr>
              <a:t>ut</a:t>
            </a:r>
            <a:r>
              <a:rPr lang="en-GB" sz="1200">
                <a:solidFill>
                  <a:schemeClr val="tx1">
                    <a:lumMod val="65000"/>
                    <a:lumOff val="35000"/>
                  </a:schemeClr>
                </a:solidFill>
              </a:rPr>
              <a:t> labore et dolore magna </a:t>
            </a:r>
            <a:r>
              <a:rPr lang="en-GB" sz="1200" err="1">
                <a:solidFill>
                  <a:schemeClr val="tx1">
                    <a:lumMod val="65000"/>
                    <a:lumOff val="35000"/>
                  </a:schemeClr>
                </a:solidFill>
              </a:rPr>
              <a:t>aliqua</a:t>
            </a:r>
            <a:r>
              <a:rPr lang="en-GB" sz="1200">
                <a:solidFill>
                  <a:schemeClr val="tx1">
                    <a:lumMod val="65000"/>
                    <a:lumOff val="35000"/>
                  </a:schemeClr>
                </a:solidFill>
              </a:rPr>
              <a:t>.</a:t>
            </a:r>
          </a:p>
        </p:txBody>
      </p:sp>
      <p:sp>
        <p:nvSpPr>
          <p:cNvPr id="28" name="Text Placeholder 2">
            <a:extLst>
              <a:ext uri="{FF2B5EF4-FFF2-40B4-BE49-F238E27FC236}">
                <a16:creationId xmlns:a16="http://schemas.microsoft.com/office/drawing/2014/main" id="{72ECF80E-B6C5-6558-B71D-662382CFEFF7}"/>
              </a:ext>
            </a:extLst>
          </p:cNvPr>
          <p:cNvSpPr txBox="1">
            <a:spLocks/>
          </p:cNvSpPr>
          <p:nvPr/>
        </p:nvSpPr>
        <p:spPr>
          <a:xfrm>
            <a:off x="3522478" y="3563352"/>
            <a:ext cx="2195327" cy="2050882"/>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600"/>
              </a:spcBef>
              <a:buClr>
                <a:srgbClr val="047A85"/>
              </a:buClr>
              <a:buNone/>
              <a:tabLst>
                <a:tab pos="352425" algn="l"/>
              </a:tabLst>
              <a:defRPr/>
            </a:pPr>
            <a:r>
              <a:rPr lang="en-GB" sz="1200" b="1">
                <a:solidFill>
                  <a:srgbClr val="003841"/>
                </a:solidFill>
                <a:latin typeface="Aptos SemiBold" panose="020B0004020202020204" pitchFamily="34" charset="0"/>
              </a:rPr>
              <a:t>Verde vente du </a:t>
            </a:r>
            <a:r>
              <a:rPr lang="en-GB" sz="1200" b="1" err="1">
                <a:solidFill>
                  <a:srgbClr val="003841"/>
                </a:solidFill>
                <a:latin typeface="Aptos SemiBold" panose="020B0004020202020204" pitchFamily="34" charset="0"/>
              </a:rPr>
              <a:t>est</a:t>
            </a:r>
            <a:endParaRPr lang="en-GB" sz="1200">
              <a:solidFill>
                <a:srgbClr val="003841"/>
              </a:solidFill>
            </a:endParaRPr>
          </a:p>
          <a:p>
            <a:pPr marL="0" indent="0">
              <a:lnSpc>
                <a:spcPct val="110000"/>
              </a:lnSpc>
              <a:spcBef>
                <a:spcPts val="600"/>
              </a:spcBef>
              <a:buClr>
                <a:srgbClr val="047A85"/>
              </a:buClr>
              <a:buNone/>
              <a:tabLst>
                <a:tab pos="352425" algn="l"/>
              </a:tabLst>
              <a:defRPr/>
            </a:pPr>
            <a:r>
              <a:rPr lang="en-GB" sz="1200">
                <a:solidFill>
                  <a:schemeClr val="tx1">
                    <a:lumMod val="65000"/>
                    <a:lumOff val="35000"/>
                  </a:schemeClr>
                </a:solidFill>
              </a:rPr>
              <a:t>Lorem ipsum </a:t>
            </a:r>
            <a:r>
              <a:rPr lang="en-GB" sz="1200" err="1">
                <a:solidFill>
                  <a:schemeClr val="tx1">
                    <a:lumMod val="65000"/>
                    <a:lumOff val="35000"/>
                  </a:schemeClr>
                </a:solidFill>
              </a:rPr>
              <a:t>dolor</a:t>
            </a:r>
            <a:r>
              <a:rPr lang="en-GB" sz="1200">
                <a:solidFill>
                  <a:schemeClr val="tx1">
                    <a:lumMod val="65000"/>
                    <a:lumOff val="35000"/>
                  </a:schemeClr>
                </a:solidFill>
              </a:rPr>
              <a:t> sit </a:t>
            </a:r>
            <a:r>
              <a:rPr lang="en-GB" sz="1200" err="1">
                <a:solidFill>
                  <a:schemeClr val="tx1">
                    <a:lumMod val="65000"/>
                    <a:lumOff val="35000"/>
                  </a:schemeClr>
                </a:solidFill>
              </a:rPr>
              <a:t>amet</a:t>
            </a:r>
            <a:r>
              <a:rPr lang="en-GB" sz="1200">
                <a:solidFill>
                  <a:schemeClr val="tx1">
                    <a:lumMod val="65000"/>
                    <a:lumOff val="35000"/>
                  </a:schemeClr>
                </a:solidFill>
              </a:rPr>
              <a:t>, </a:t>
            </a:r>
            <a:r>
              <a:rPr lang="en-GB" sz="1200" err="1">
                <a:solidFill>
                  <a:schemeClr val="tx1">
                    <a:lumMod val="65000"/>
                    <a:lumOff val="35000"/>
                  </a:schemeClr>
                </a:solidFill>
              </a:rPr>
              <a:t>consectetur</a:t>
            </a:r>
            <a:r>
              <a:rPr lang="en-GB" sz="1200">
                <a:solidFill>
                  <a:schemeClr val="tx1">
                    <a:lumMod val="65000"/>
                    <a:lumOff val="35000"/>
                  </a:schemeClr>
                </a:solidFill>
              </a:rPr>
              <a:t> </a:t>
            </a:r>
            <a:r>
              <a:rPr lang="en-GB" sz="1200" err="1">
                <a:solidFill>
                  <a:schemeClr val="tx1">
                    <a:lumMod val="65000"/>
                    <a:lumOff val="35000"/>
                  </a:schemeClr>
                </a:solidFill>
              </a:rPr>
              <a:t>adipiscing</a:t>
            </a:r>
            <a:r>
              <a:rPr lang="en-GB" sz="1200">
                <a:solidFill>
                  <a:schemeClr val="tx1">
                    <a:lumMod val="65000"/>
                    <a:lumOff val="35000"/>
                  </a:schemeClr>
                </a:solidFill>
              </a:rPr>
              <a:t> </a:t>
            </a:r>
            <a:r>
              <a:rPr lang="en-GB" sz="1200" err="1">
                <a:solidFill>
                  <a:schemeClr val="tx1">
                    <a:lumMod val="65000"/>
                    <a:lumOff val="35000"/>
                  </a:schemeClr>
                </a:solidFill>
              </a:rPr>
              <a:t>elit</a:t>
            </a:r>
            <a:r>
              <a:rPr lang="en-GB" sz="1200">
                <a:solidFill>
                  <a:schemeClr val="tx1">
                    <a:lumMod val="65000"/>
                    <a:lumOff val="35000"/>
                  </a:schemeClr>
                </a:solidFill>
              </a:rPr>
              <a:t>, </a:t>
            </a:r>
            <a:r>
              <a:rPr lang="en-GB" sz="1200" err="1">
                <a:solidFill>
                  <a:schemeClr val="tx1">
                    <a:lumMod val="65000"/>
                    <a:lumOff val="35000"/>
                  </a:schemeClr>
                </a:solidFill>
              </a:rPr>
              <a:t>sed</a:t>
            </a:r>
            <a:r>
              <a:rPr lang="en-GB" sz="1200">
                <a:solidFill>
                  <a:schemeClr val="tx1">
                    <a:lumMod val="65000"/>
                    <a:lumOff val="35000"/>
                  </a:schemeClr>
                </a:solidFill>
              </a:rPr>
              <a:t> do </a:t>
            </a:r>
            <a:r>
              <a:rPr lang="en-GB" sz="1200" err="1">
                <a:solidFill>
                  <a:schemeClr val="tx1">
                    <a:lumMod val="65000"/>
                    <a:lumOff val="35000"/>
                  </a:schemeClr>
                </a:solidFill>
              </a:rPr>
              <a:t>eiusmod</a:t>
            </a:r>
            <a:r>
              <a:rPr lang="en-GB" sz="1200">
                <a:solidFill>
                  <a:schemeClr val="tx1">
                    <a:lumMod val="65000"/>
                    <a:lumOff val="35000"/>
                  </a:schemeClr>
                </a:solidFill>
              </a:rPr>
              <a:t> </a:t>
            </a:r>
            <a:r>
              <a:rPr lang="en-GB" sz="1200" err="1">
                <a:solidFill>
                  <a:schemeClr val="tx1">
                    <a:lumMod val="65000"/>
                    <a:lumOff val="35000"/>
                  </a:schemeClr>
                </a:solidFill>
              </a:rPr>
              <a:t>tempor</a:t>
            </a:r>
            <a:r>
              <a:rPr lang="en-GB" sz="1200">
                <a:solidFill>
                  <a:schemeClr val="tx1">
                    <a:lumMod val="65000"/>
                    <a:lumOff val="35000"/>
                  </a:schemeClr>
                </a:solidFill>
              </a:rPr>
              <a:t> </a:t>
            </a:r>
            <a:r>
              <a:rPr lang="en-GB" sz="1200" err="1">
                <a:solidFill>
                  <a:schemeClr val="tx1">
                    <a:lumMod val="65000"/>
                    <a:lumOff val="35000"/>
                  </a:schemeClr>
                </a:solidFill>
              </a:rPr>
              <a:t>incididunt</a:t>
            </a:r>
            <a:r>
              <a:rPr lang="en-GB" sz="1200">
                <a:solidFill>
                  <a:schemeClr val="tx1">
                    <a:lumMod val="65000"/>
                    <a:lumOff val="35000"/>
                  </a:schemeClr>
                </a:solidFill>
              </a:rPr>
              <a:t> </a:t>
            </a:r>
            <a:r>
              <a:rPr lang="en-GB" sz="1200" err="1">
                <a:solidFill>
                  <a:schemeClr val="tx1">
                    <a:lumMod val="65000"/>
                    <a:lumOff val="35000"/>
                  </a:schemeClr>
                </a:solidFill>
              </a:rPr>
              <a:t>ut</a:t>
            </a:r>
            <a:r>
              <a:rPr lang="en-GB" sz="1200">
                <a:solidFill>
                  <a:schemeClr val="tx1">
                    <a:lumMod val="65000"/>
                    <a:lumOff val="35000"/>
                  </a:schemeClr>
                </a:solidFill>
              </a:rPr>
              <a:t> labore et dolore magna </a:t>
            </a:r>
            <a:r>
              <a:rPr lang="en-GB" sz="1200" err="1">
                <a:solidFill>
                  <a:schemeClr val="tx1">
                    <a:lumMod val="65000"/>
                    <a:lumOff val="35000"/>
                  </a:schemeClr>
                </a:solidFill>
              </a:rPr>
              <a:t>aliqua</a:t>
            </a:r>
            <a:r>
              <a:rPr lang="en-GB" sz="1200">
                <a:solidFill>
                  <a:schemeClr val="tx1">
                    <a:lumMod val="65000"/>
                    <a:lumOff val="35000"/>
                  </a:schemeClr>
                </a:solidFill>
              </a:rPr>
              <a:t>. </a:t>
            </a:r>
          </a:p>
          <a:p>
            <a:pPr marL="0" indent="0">
              <a:lnSpc>
                <a:spcPct val="110000"/>
              </a:lnSpc>
              <a:spcBef>
                <a:spcPts val="600"/>
              </a:spcBef>
              <a:buClr>
                <a:srgbClr val="047A85"/>
              </a:buClr>
              <a:buNone/>
              <a:tabLst>
                <a:tab pos="352425" algn="l"/>
              </a:tabLst>
              <a:defRPr/>
            </a:pPr>
            <a:r>
              <a:rPr lang="en-GB" sz="1200">
                <a:solidFill>
                  <a:schemeClr val="tx1">
                    <a:lumMod val="65000"/>
                    <a:lumOff val="35000"/>
                  </a:schemeClr>
                </a:solidFill>
              </a:rPr>
              <a:t>Ut </a:t>
            </a:r>
            <a:r>
              <a:rPr lang="en-GB" sz="1200" err="1">
                <a:solidFill>
                  <a:schemeClr val="tx1">
                    <a:lumMod val="65000"/>
                    <a:lumOff val="35000"/>
                  </a:schemeClr>
                </a:solidFill>
              </a:rPr>
              <a:t>enim</a:t>
            </a:r>
            <a:r>
              <a:rPr lang="en-GB" sz="1200">
                <a:solidFill>
                  <a:schemeClr val="tx1">
                    <a:lumMod val="65000"/>
                    <a:lumOff val="35000"/>
                  </a:schemeClr>
                </a:solidFill>
              </a:rPr>
              <a:t> ad minim </a:t>
            </a:r>
            <a:r>
              <a:rPr lang="en-GB" sz="1200" err="1">
                <a:solidFill>
                  <a:schemeClr val="tx1">
                    <a:lumMod val="65000"/>
                    <a:lumOff val="35000"/>
                  </a:schemeClr>
                </a:solidFill>
              </a:rPr>
              <a:t>veniam</a:t>
            </a:r>
            <a:r>
              <a:rPr lang="en-GB" sz="1200">
                <a:solidFill>
                  <a:schemeClr val="tx1">
                    <a:lumMod val="65000"/>
                    <a:lumOff val="35000"/>
                  </a:schemeClr>
                </a:solidFill>
              </a:rPr>
              <a:t>, </a:t>
            </a:r>
            <a:r>
              <a:rPr lang="en-GB" sz="1200" err="1">
                <a:solidFill>
                  <a:schemeClr val="tx1">
                    <a:lumMod val="65000"/>
                    <a:lumOff val="35000"/>
                  </a:schemeClr>
                </a:solidFill>
              </a:rPr>
              <a:t>quis</a:t>
            </a:r>
            <a:r>
              <a:rPr lang="en-GB" sz="1200">
                <a:solidFill>
                  <a:schemeClr val="tx1">
                    <a:lumMod val="65000"/>
                    <a:lumOff val="35000"/>
                  </a:schemeClr>
                </a:solidFill>
              </a:rPr>
              <a:t> </a:t>
            </a:r>
            <a:r>
              <a:rPr lang="en-GB" sz="1200" err="1">
                <a:solidFill>
                  <a:schemeClr val="tx1">
                    <a:lumMod val="65000"/>
                    <a:lumOff val="35000"/>
                  </a:schemeClr>
                </a:solidFill>
              </a:rPr>
              <a:t>nostrud</a:t>
            </a:r>
            <a:r>
              <a:rPr lang="en-GB" sz="1200">
                <a:solidFill>
                  <a:schemeClr val="tx1">
                    <a:lumMod val="65000"/>
                    <a:lumOff val="35000"/>
                  </a:schemeClr>
                </a:solidFill>
              </a:rPr>
              <a:t> exercitation labore et dolore magna </a:t>
            </a:r>
            <a:r>
              <a:rPr lang="en-GB" sz="1200" err="1">
                <a:solidFill>
                  <a:schemeClr val="tx1">
                    <a:lumMod val="65000"/>
                    <a:lumOff val="35000"/>
                  </a:schemeClr>
                </a:solidFill>
              </a:rPr>
              <a:t>ea</a:t>
            </a:r>
            <a:r>
              <a:rPr lang="en-GB" sz="1200">
                <a:solidFill>
                  <a:schemeClr val="tx1">
                    <a:lumMod val="65000"/>
                    <a:lumOff val="35000"/>
                  </a:schemeClr>
                </a:solidFill>
              </a:rPr>
              <a:t> </a:t>
            </a:r>
            <a:r>
              <a:rPr lang="en-GB" sz="1200" err="1">
                <a:solidFill>
                  <a:schemeClr val="tx1">
                    <a:lumMod val="65000"/>
                    <a:lumOff val="35000"/>
                  </a:schemeClr>
                </a:solidFill>
              </a:rPr>
              <a:t>commodo</a:t>
            </a:r>
            <a:r>
              <a:rPr lang="en-GB" sz="1200">
                <a:solidFill>
                  <a:schemeClr val="tx1">
                    <a:lumMod val="65000"/>
                    <a:lumOff val="35000"/>
                  </a:schemeClr>
                </a:solidFill>
              </a:rPr>
              <a:t> </a:t>
            </a:r>
            <a:r>
              <a:rPr lang="en-GB" sz="1200" err="1">
                <a:solidFill>
                  <a:schemeClr val="tx1">
                    <a:lumMod val="65000"/>
                    <a:lumOff val="35000"/>
                  </a:schemeClr>
                </a:solidFill>
              </a:rPr>
              <a:t>aute</a:t>
            </a:r>
            <a:r>
              <a:rPr lang="en-GB" sz="1200">
                <a:solidFill>
                  <a:schemeClr val="tx1">
                    <a:lumMod val="65000"/>
                    <a:lumOff val="35000"/>
                  </a:schemeClr>
                </a:solidFill>
              </a:rPr>
              <a:t> minim </a:t>
            </a:r>
            <a:r>
              <a:rPr lang="en-GB" sz="1200" err="1">
                <a:solidFill>
                  <a:schemeClr val="tx1">
                    <a:lumMod val="65000"/>
                    <a:lumOff val="35000"/>
                  </a:schemeClr>
                </a:solidFill>
              </a:rPr>
              <a:t>irure</a:t>
            </a:r>
            <a:r>
              <a:rPr lang="en-GB" sz="1200">
                <a:solidFill>
                  <a:schemeClr val="tx1">
                    <a:lumMod val="65000"/>
                    <a:lumOff val="35000"/>
                  </a:schemeClr>
                </a:solidFill>
              </a:rPr>
              <a:t> </a:t>
            </a:r>
            <a:r>
              <a:rPr lang="en-GB" sz="1200" err="1">
                <a:solidFill>
                  <a:schemeClr val="tx1">
                    <a:lumMod val="65000"/>
                    <a:lumOff val="35000"/>
                  </a:schemeClr>
                </a:solidFill>
              </a:rPr>
              <a:t>dolor</a:t>
            </a:r>
            <a:r>
              <a:rPr lang="en-GB" sz="1200">
                <a:solidFill>
                  <a:schemeClr val="tx1">
                    <a:lumMod val="65000"/>
                    <a:lumOff val="35000"/>
                  </a:schemeClr>
                </a:solidFill>
              </a:rPr>
              <a:t> in </a:t>
            </a:r>
            <a:r>
              <a:rPr lang="en-GB" sz="1200" err="1">
                <a:solidFill>
                  <a:schemeClr val="tx1">
                    <a:lumMod val="65000"/>
                    <a:lumOff val="35000"/>
                  </a:schemeClr>
                </a:solidFill>
              </a:rPr>
              <a:t>esse</a:t>
            </a:r>
            <a:r>
              <a:rPr lang="en-GB" sz="1200">
                <a:solidFill>
                  <a:schemeClr val="tx1">
                    <a:lumMod val="65000"/>
                    <a:lumOff val="35000"/>
                  </a:schemeClr>
                </a:solidFill>
              </a:rPr>
              <a:t>. </a:t>
            </a:r>
          </a:p>
        </p:txBody>
      </p:sp>
      <p:sp>
        <p:nvSpPr>
          <p:cNvPr id="31" name="Text Placeholder 2">
            <a:extLst>
              <a:ext uri="{FF2B5EF4-FFF2-40B4-BE49-F238E27FC236}">
                <a16:creationId xmlns:a16="http://schemas.microsoft.com/office/drawing/2014/main" id="{74DBB75D-B036-3595-51DA-79156DA9C73B}"/>
              </a:ext>
            </a:extLst>
          </p:cNvPr>
          <p:cNvSpPr txBox="1">
            <a:spLocks/>
          </p:cNvSpPr>
          <p:nvPr/>
        </p:nvSpPr>
        <p:spPr>
          <a:xfrm>
            <a:off x="9441783" y="3563352"/>
            <a:ext cx="2195327" cy="1847750"/>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600"/>
              </a:spcBef>
              <a:buClr>
                <a:srgbClr val="047A85"/>
              </a:buClr>
              <a:buNone/>
              <a:tabLst>
                <a:tab pos="352425" algn="l"/>
              </a:tabLst>
              <a:defRPr/>
            </a:pPr>
            <a:r>
              <a:rPr lang="en-GB" sz="1200" b="1">
                <a:solidFill>
                  <a:srgbClr val="003841"/>
                </a:solidFill>
                <a:latin typeface="Aptos SemiBold" panose="020B0004020202020204" pitchFamily="34" charset="0"/>
              </a:rPr>
              <a:t>Ut </a:t>
            </a:r>
            <a:r>
              <a:rPr lang="en-GB" sz="1200" b="1" err="1">
                <a:solidFill>
                  <a:srgbClr val="003841"/>
                </a:solidFill>
                <a:latin typeface="Aptos SemiBold" panose="020B0004020202020204" pitchFamily="34" charset="0"/>
              </a:rPr>
              <a:t>enim</a:t>
            </a:r>
            <a:r>
              <a:rPr lang="en-GB" sz="1200" b="1">
                <a:solidFill>
                  <a:srgbClr val="003841"/>
                </a:solidFill>
                <a:latin typeface="Aptos SemiBold" panose="020B0004020202020204" pitchFamily="34" charset="0"/>
              </a:rPr>
              <a:t> ad minim </a:t>
            </a:r>
            <a:r>
              <a:rPr lang="en-GB" sz="1200" b="1" err="1">
                <a:solidFill>
                  <a:srgbClr val="003841"/>
                </a:solidFill>
                <a:latin typeface="Aptos SemiBold" panose="020B0004020202020204" pitchFamily="34" charset="0"/>
              </a:rPr>
              <a:t>ea</a:t>
            </a:r>
            <a:r>
              <a:rPr lang="en-GB" sz="1200" b="1">
                <a:solidFill>
                  <a:srgbClr val="003841"/>
                </a:solidFill>
                <a:latin typeface="Aptos SemiBold" panose="020B0004020202020204" pitchFamily="34" charset="0"/>
              </a:rPr>
              <a:t> </a:t>
            </a:r>
            <a:endParaRPr lang="en-GB" sz="1200">
              <a:solidFill>
                <a:srgbClr val="003841"/>
              </a:solidFill>
            </a:endParaRPr>
          </a:p>
          <a:p>
            <a:pPr marL="0" indent="0">
              <a:lnSpc>
                <a:spcPct val="110000"/>
              </a:lnSpc>
              <a:spcBef>
                <a:spcPts val="600"/>
              </a:spcBef>
              <a:buClr>
                <a:srgbClr val="047A85"/>
              </a:buClr>
              <a:buNone/>
              <a:tabLst>
                <a:tab pos="352425" algn="l"/>
              </a:tabLst>
              <a:defRPr/>
            </a:pPr>
            <a:r>
              <a:rPr lang="en-GB" sz="1200">
                <a:solidFill>
                  <a:schemeClr val="tx1">
                    <a:lumMod val="65000"/>
                    <a:lumOff val="35000"/>
                  </a:schemeClr>
                </a:solidFill>
              </a:rPr>
              <a:t>Ad minim </a:t>
            </a:r>
            <a:r>
              <a:rPr lang="en-GB" sz="1200" err="1">
                <a:solidFill>
                  <a:schemeClr val="tx1">
                    <a:lumMod val="65000"/>
                    <a:lumOff val="35000"/>
                  </a:schemeClr>
                </a:solidFill>
              </a:rPr>
              <a:t>veniam</a:t>
            </a:r>
            <a:r>
              <a:rPr lang="en-GB" sz="1200">
                <a:solidFill>
                  <a:schemeClr val="tx1">
                    <a:lumMod val="65000"/>
                    <a:lumOff val="35000"/>
                  </a:schemeClr>
                </a:solidFill>
              </a:rPr>
              <a:t>, </a:t>
            </a:r>
            <a:r>
              <a:rPr lang="en-GB" sz="1200" err="1">
                <a:solidFill>
                  <a:schemeClr val="tx1">
                    <a:lumMod val="65000"/>
                    <a:lumOff val="35000"/>
                  </a:schemeClr>
                </a:solidFill>
              </a:rPr>
              <a:t>quis</a:t>
            </a:r>
            <a:r>
              <a:rPr lang="en-GB" sz="1200">
                <a:solidFill>
                  <a:schemeClr val="tx1">
                    <a:lumMod val="65000"/>
                    <a:lumOff val="35000"/>
                  </a:schemeClr>
                </a:solidFill>
              </a:rPr>
              <a:t> </a:t>
            </a:r>
            <a:r>
              <a:rPr lang="en-GB" sz="1200" err="1">
                <a:solidFill>
                  <a:schemeClr val="tx1">
                    <a:lumMod val="65000"/>
                    <a:lumOff val="35000"/>
                  </a:schemeClr>
                </a:solidFill>
              </a:rPr>
              <a:t>nostrud</a:t>
            </a:r>
            <a:r>
              <a:rPr lang="en-GB" sz="1200">
                <a:solidFill>
                  <a:schemeClr val="tx1">
                    <a:lumMod val="65000"/>
                    <a:lumOff val="35000"/>
                  </a:schemeClr>
                </a:solidFill>
              </a:rPr>
              <a:t> exercitation </a:t>
            </a:r>
            <a:r>
              <a:rPr lang="en-GB" sz="1200" err="1">
                <a:solidFill>
                  <a:schemeClr val="tx1">
                    <a:lumMod val="65000"/>
                    <a:lumOff val="35000"/>
                  </a:schemeClr>
                </a:solidFill>
              </a:rPr>
              <a:t>ea</a:t>
            </a:r>
            <a:r>
              <a:rPr lang="en-GB" sz="1200">
                <a:solidFill>
                  <a:schemeClr val="tx1">
                    <a:lumMod val="65000"/>
                    <a:lumOff val="35000"/>
                  </a:schemeClr>
                </a:solidFill>
              </a:rPr>
              <a:t> </a:t>
            </a:r>
            <a:r>
              <a:rPr lang="en-GB" sz="1200" err="1">
                <a:solidFill>
                  <a:schemeClr val="tx1">
                    <a:lumMod val="65000"/>
                    <a:lumOff val="35000"/>
                  </a:schemeClr>
                </a:solidFill>
              </a:rPr>
              <a:t>commodo</a:t>
            </a:r>
            <a:r>
              <a:rPr lang="en-GB" sz="1200">
                <a:solidFill>
                  <a:schemeClr val="tx1">
                    <a:lumMod val="65000"/>
                    <a:lumOff val="35000"/>
                  </a:schemeClr>
                </a:solidFill>
              </a:rPr>
              <a:t> </a:t>
            </a:r>
            <a:r>
              <a:rPr lang="en-GB" sz="1200" err="1">
                <a:solidFill>
                  <a:schemeClr val="tx1">
                    <a:lumMod val="65000"/>
                    <a:lumOff val="35000"/>
                  </a:schemeClr>
                </a:solidFill>
              </a:rPr>
              <a:t>aute</a:t>
            </a:r>
            <a:r>
              <a:rPr lang="en-GB" sz="1200">
                <a:solidFill>
                  <a:schemeClr val="tx1">
                    <a:lumMod val="65000"/>
                    <a:lumOff val="35000"/>
                  </a:schemeClr>
                </a:solidFill>
              </a:rPr>
              <a:t> </a:t>
            </a:r>
            <a:r>
              <a:rPr lang="en-GB" sz="1200" err="1">
                <a:solidFill>
                  <a:schemeClr val="tx1">
                    <a:lumMod val="65000"/>
                    <a:lumOff val="35000"/>
                  </a:schemeClr>
                </a:solidFill>
              </a:rPr>
              <a:t>irure</a:t>
            </a:r>
            <a:r>
              <a:rPr lang="en-GB" sz="1200">
                <a:solidFill>
                  <a:schemeClr val="tx1">
                    <a:lumMod val="65000"/>
                    <a:lumOff val="35000"/>
                  </a:schemeClr>
                </a:solidFill>
              </a:rPr>
              <a:t> </a:t>
            </a:r>
            <a:r>
              <a:rPr lang="en-GB" sz="1200" err="1">
                <a:solidFill>
                  <a:schemeClr val="tx1">
                    <a:lumMod val="65000"/>
                    <a:lumOff val="35000"/>
                  </a:schemeClr>
                </a:solidFill>
              </a:rPr>
              <a:t>dolor</a:t>
            </a:r>
            <a:r>
              <a:rPr lang="en-GB" sz="1200">
                <a:solidFill>
                  <a:schemeClr val="tx1">
                    <a:lumMod val="65000"/>
                    <a:lumOff val="35000"/>
                  </a:schemeClr>
                </a:solidFill>
              </a:rPr>
              <a:t> in </a:t>
            </a:r>
            <a:r>
              <a:rPr lang="en-GB" sz="1200" err="1">
                <a:solidFill>
                  <a:schemeClr val="tx1">
                    <a:lumMod val="65000"/>
                    <a:lumOff val="35000"/>
                  </a:schemeClr>
                </a:solidFill>
              </a:rPr>
              <a:t>esse</a:t>
            </a:r>
            <a:r>
              <a:rPr lang="en-GB" sz="1200">
                <a:solidFill>
                  <a:schemeClr val="tx1">
                    <a:lumMod val="65000"/>
                    <a:lumOff val="35000"/>
                  </a:schemeClr>
                </a:solidFill>
              </a:rPr>
              <a:t>. </a:t>
            </a:r>
          </a:p>
          <a:p>
            <a:pPr marL="0" indent="0">
              <a:lnSpc>
                <a:spcPct val="110000"/>
              </a:lnSpc>
              <a:spcBef>
                <a:spcPts val="600"/>
              </a:spcBef>
              <a:buClr>
                <a:srgbClr val="047A85"/>
              </a:buClr>
              <a:buNone/>
              <a:tabLst>
                <a:tab pos="352425" algn="l"/>
              </a:tabLst>
              <a:defRPr/>
            </a:pPr>
            <a:r>
              <a:rPr lang="en-GB" sz="1200" err="1">
                <a:solidFill>
                  <a:schemeClr val="tx1">
                    <a:lumMod val="65000"/>
                    <a:lumOff val="35000"/>
                  </a:schemeClr>
                </a:solidFill>
              </a:rPr>
              <a:t>Elit</a:t>
            </a:r>
            <a:r>
              <a:rPr lang="en-GB" sz="1200">
                <a:solidFill>
                  <a:schemeClr val="tx1">
                    <a:lumMod val="65000"/>
                    <a:lumOff val="35000"/>
                  </a:schemeClr>
                </a:solidFill>
              </a:rPr>
              <a:t> </a:t>
            </a:r>
            <a:r>
              <a:rPr lang="en-GB" sz="1200" err="1">
                <a:solidFill>
                  <a:schemeClr val="tx1">
                    <a:lumMod val="65000"/>
                    <a:lumOff val="35000"/>
                  </a:schemeClr>
                </a:solidFill>
              </a:rPr>
              <a:t>sed</a:t>
            </a:r>
            <a:r>
              <a:rPr lang="en-GB" sz="1200">
                <a:solidFill>
                  <a:schemeClr val="tx1">
                    <a:lumMod val="65000"/>
                    <a:lumOff val="35000"/>
                  </a:schemeClr>
                </a:solidFill>
              </a:rPr>
              <a:t> do </a:t>
            </a:r>
            <a:r>
              <a:rPr lang="en-GB" sz="1200" err="1">
                <a:solidFill>
                  <a:schemeClr val="tx1">
                    <a:lumMod val="65000"/>
                    <a:lumOff val="35000"/>
                  </a:schemeClr>
                </a:solidFill>
              </a:rPr>
              <a:t>eiusmod</a:t>
            </a:r>
            <a:r>
              <a:rPr lang="en-GB" sz="1200">
                <a:solidFill>
                  <a:schemeClr val="tx1">
                    <a:lumMod val="65000"/>
                    <a:lumOff val="35000"/>
                  </a:schemeClr>
                </a:solidFill>
              </a:rPr>
              <a:t> </a:t>
            </a:r>
            <a:r>
              <a:rPr lang="en-GB" sz="1200" err="1">
                <a:solidFill>
                  <a:schemeClr val="tx1">
                    <a:lumMod val="65000"/>
                    <a:lumOff val="35000"/>
                  </a:schemeClr>
                </a:solidFill>
              </a:rPr>
              <a:t>tempor</a:t>
            </a:r>
            <a:r>
              <a:rPr lang="en-GB" sz="1200">
                <a:solidFill>
                  <a:schemeClr val="tx1">
                    <a:lumMod val="65000"/>
                    <a:lumOff val="35000"/>
                  </a:schemeClr>
                </a:solidFill>
              </a:rPr>
              <a:t> </a:t>
            </a:r>
            <a:r>
              <a:rPr lang="en-GB" sz="1200" err="1">
                <a:solidFill>
                  <a:schemeClr val="tx1">
                    <a:lumMod val="65000"/>
                    <a:lumOff val="35000"/>
                  </a:schemeClr>
                </a:solidFill>
              </a:rPr>
              <a:t>incididunt</a:t>
            </a:r>
            <a:r>
              <a:rPr lang="en-GB" sz="1200">
                <a:solidFill>
                  <a:schemeClr val="tx1">
                    <a:lumMod val="65000"/>
                    <a:lumOff val="35000"/>
                  </a:schemeClr>
                </a:solidFill>
              </a:rPr>
              <a:t> </a:t>
            </a:r>
            <a:r>
              <a:rPr lang="en-GB" sz="1200" err="1">
                <a:solidFill>
                  <a:schemeClr val="tx1">
                    <a:lumMod val="65000"/>
                    <a:lumOff val="35000"/>
                  </a:schemeClr>
                </a:solidFill>
              </a:rPr>
              <a:t>ut</a:t>
            </a:r>
            <a:r>
              <a:rPr lang="en-GB" sz="1200">
                <a:solidFill>
                  <a:schemeClr val="tx1">
                    <a:lumMod val="65000"/>
                    <a:lumOff val="35000"/>
                  </a:schemeClr>
                </a:solidFill>
              </a:rPr>
              <a:t> </a:t>
            </a:r>
            <a:r>
              <a:rPr lang="en-GB" sz="1200" err="1">
                <a:solidFill>
                  <a:schemeClr val="tx1">
                    <a:lumMod val="65000"/>
                    <a:lumOff val="35000"/>
                  </a:schemeClr>
                </a:solidFill>
              </a:rPr>
              <a:t>aliqua</a:t>
            </a:r>
            <a:r>
              <a:rPr lang="en-GB" sz="1200">
                <a:solidFill>
                  <a:schemeClr val="tx1">
                    <a:lumMod val="65000"/>
                    <a:lumOff val="35000"/>
                  </a:schemeClr>
                </a:solidFill>
              </a:rPr>
              <a:t>. </a:t>
            </a:r>
          </a:p>
          <a:p>
            <a:pPr marL="0" indent="0">
              <a:lnSpc>
                <a:spcPct val="110000"/>
              </a:lnSpc>
              <a:spcBef>
                <a:spcPts val="600"/>
              </a:spcBef>
              <a:buClr>
                <a:srgbClr val="047A85"/>
              </a:buClr>
              <a:buNone/>
              <a:tabLst>
                <a:tab pos="352425" algn="l"/>
              </a:tabLst>
              <a:defRPr/>
            </a:pPr>
            <a:r>
              <a:rPr lang="en-GB" sz="1200">
                <a:solidFill>
                  <a:schemeClr val="tx1">
                    <a:lumMod val="65000"/>
                    <a:lumOff val="35000"/>
                  </a:schemeClr>
                </a:solidFill>
              </a:rPr>
              <a:t>Nostro exercitation </a:t>
            </a:r>
            <a:r>
              <a:rPr lang="en-GB" sz="1200" err="1">
                <a:solidFill>
                  <a:schemeClr val="tx1">
                    <a:lumMod val="65000"/>
                    <a:lumOff val="35000"/>
                  </a:schemeClr>
                </a:solidFill>
              </a:rPr>
              <a:t>ullamco</a:t>
            </a:r>
            <a:r>
              <a:rPr lang="en-GB" sz="1200">
                <a:solidFill>
                  <a:schemeClr val="tx1">
                    <a:lumMod val="65000"/>
                    <a:lumOff val="35000"/>
                  </a:schemeClr>
                </a:solidFill>
              </a:rPr>
              <a:t> </a:t>
            </a:r>
            <a:r>
              <a:rPr lang="en-GB" sz="1200" err="1">
                <a:solidFill>
                  <a:schemeClr val="tx1">
                    <a:lumMod val="65000"/>
                    <a:lumOff val="35000"/>
                  </a:schemeClr>
                </a:solidFill>
              </a:rPr>
              <a:t>laboris</a:t>
            </a:r>
            <a:r>
              <a:rPr lang="en-GB" sz="1200">
                <a:solidFill>
                  <a:schemeClr val="tx1">
                    <a:lumMod val="65000"/>
                    <a:lumOff val="35000"/>
                  </a:schemeClr>
                </a:solidFill>
              </a:rPr>
              <a:t> nisi </a:t>
            </a:r>
            <a:r>
              <a:rPr lang="en-GB" sz="1200" err="1">
                <a:solidFill>
                  <a:schemeClr val="tx1">
                    <a:lumMod val="65000"/>
                    <a:lumOff val="35000"/>
                  </a:schemeClr>
                </a:solidFill>
              </a:rPr>
              <a:t>ut</a:t>
            </a:r>
            <a:r>
              <a:rPr lang="en-GB" sz="1200">
                <a:solidFill>
                  <a:schemeClr val="tx1">
                    <a:lumMod val="65000"/>
                    <a:lumOff val="35000"/>
                  </a:schemeClr>
                </a:solidFill>
              </a:rPr>
              <a:t> </a:t>
            </a:r>
            <a:r>
              <a:rPr lang="en-GB" sz="1200" err="1">
                <a:solidFill>
                  <a:schemeClr val="tx1">
                    <a:lumMod val="65000"/>
                    <a:lumOff val="35000"/>
                  </a:schemeClr>
                </a:solidFill>
              </a:rPr>
              <a:t>aliquip</a:t>
            </a:r>
            <a:r>
              <a:rPr lang="en-GB" sz="1200">
                <a:solidFill>
                  <a:schemeClr val="tx1">
                    <a:lumMod val="65000"/>
                    <a:lumOff val="35000"/>
                  </a:schemeClr>
                </a:solidFill>
              </a:rPr>
              <a:t>.</a:t>
            </a:r>
          </a:p>
        </p:txBody>
      </p:sp>
      <p:grpSp>
        <p:nvGrpSpPr>
          <p:cNvPr id="33" name="Group 32">
            <a:extLst>
              <a:ext uri="{FF2B5EF4-FFF2-40B4-BE49-F238E27FC236}">
                <a16:creationId xmlns:a16="http://schemas.microsoft.com/office/drawing/2014/main" id="{4180A65B-9833-1135-0F00-74584EB32C5A}"/>
              </a:ext>
            </a:extLst>
          </p:cNvPr>
          <p:cNvGrpSpPr/>
          <p:nvPr/>
        </p:nvGrpSpPr>
        <p:grpSpPr>
          <a:xfrm>
            <a:off x="1232241" y="1753830"/>
            <a:ext cx="856616" cy="1074746"/>
            <a:chOff x="4449500" y="1196227"/>
            <a:chExt cx="144235" cy="180964"/>
          </a:xfrm>
          <a:solidFill>
            <a:schemeClr val="accent3"/>
          </a:solidFill>
        </p:grpSpPr>
        <p:sp>
          <p:nvSpPr>
            <p:cNvPr id="34" name="Freeform 33">
              <a:extLst>
                <a:ext uri="{FF2B5EF4-FFF2-40B4-BE49-F238E27FC236}">
                  <a16:creationId xmlns:a16="http://schemas.microsoft.com/office/drawing/2014/main" id="{031FF325-0A2F-8551-6C89-F38D7DE5D5AF}"/>
                </a:ext>
              </a:extLst>
            </p:cNvPr>
            <p:cNvSpPr/>
            <p:nvPr/>
          </p:nvSpPr>
          <p:spPr>
            <a:xfrm>
              <a:off x="4534999" y="1237646"/>
              <a:ext cx="28620" cy="12476"/>
            </a:xfrm>
            <a:custGeom>
              <a:avLst/>
              <a:gdLst>
                <a:gd name="connsiteX0" fmla="*/ 0 w 32325"/>
                <a:gd name="connsiteY0" fmla="*/ 0 h 14091"/>
                <a:gd name="connsiteX1" fmla="*/ 32325 w 32325"/>
                <a:gd name="connsiteY1" fmla="*/ 0 h 14091"/>
                <a:gd name="connsiteX2" fmla="*/ 32325 w 32325"/>
                <a:gd name="connsiteY2" fmla="*/ 14092 h 14091"/>
                <a:gd name="connsiteX3" fmla="*/ 0 w 32325"/>
                <a:gd name="connsiteY3" fmla="*/ 14092 h 14091"/>
                <a:gd name="connsiteX4" fmla="*/ 0 w 32325"/>
                <a:gd name="connsiteY4" fmla="*/ 0 h 14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25" h="14091">
                  <a:moveTo>
                    <a:pt x="0" y="0"/>
                  </a:moveTo>
                  <a:lnTo>
                    <a:pt x="32325" y="0"/>
                  </a:lnTo>
                  <a:lnTo>
                    <a:pt x="32325" y="14092"/>
                  </a:lnTo>
                  <a:lnTo>
                    <a:pt x="0" y="14092"/>
                  </a:lnTo>
                  <a:lnTo>
                    <a:pt x="0" y="0"/>
                  </a:lnTo>
                  <a:close/>
                </a:path>
              </a:pathLst>
            </a:custGeom>
            <a:grpFill/>
            <a:ln w="3646" cap="flat">
              <a:noFill/>
              <a:prstDash val="solid"/>
              <a:miter/>
            </a:ln>
          </p:spPr>
          <p:txBody>
            <a:bodyPr rtlCol="0" anchor="ctr"/>
            <a:lstStyle/>
            <a:p>
              <a:endParaRPr lang="en-GR"/>
            </a:p>
          </p:txBody>
        </p:sp>
        <p:sp>
          <p:nvSpPr>
            <p:cNvPr id="35" name="Freeform 34">
              <a:extLst>
                <a:ext uri="{FF2B5EF4-FFF2-40B4-BE49-F238E27FC236}">
                  <a16:creationId xmlns:a16="http://schemas.microsoft.com/office/drawing/2014/main" id="{B1F73DE2-99D3-8602-5FC0-E8D60F08929F}"/>
                </a:ext>
              </a:extLst>
            </p:cNvPr>
            <p:cNvSpPr/>
            <p:nvPr/>
          </p:nvSpPr>
          <p:spPr>
            <a:xfrm>
              <a:off x="4449500" y="1196227"/>
              <a:ext cx="144235" cy="180964"/>
            </a:xfrm>
            <a:custGeom>
              <a:avLst/>
              <a:gdLst>
                <a:gd name="connsiteX0" fmla="*/ 122181 w 162906"/>
                <a:gd name="connsiteY0" fmla="*/ 0 h 204389"/>
                <a:gd name="connsiteX1" fmla="*/ 162907 w 162906"/>
                <a:gd name="connsiteY1" fmla="*/ 23570 h 204389"/>
                <a:gd name="connsiteX2" fmla="*/ 162907 w 162906"/>
                <a:gd name="connsiteY2" fmla="*/ 180819 h 204389"/>
                <a:gd name="connsiteX3" fmla="*/ 122181 w 162906"/>
                <a:gd name="connsiteY3" fmla="*/ 204390 h 204389"/>
                <a:gd name="connsiteX4" fmla="*/ 40726 w 162906"/>
                <a:gd name="connsiteY4" fmla="*/ 204390 h 204389"/>
                <a:gd name="connsiteX5" fmla="*/ 0 w 162906"/>
                <a:gd name="connsiteY5" fmla="*/ 180819 h 204389"/>
                <a:gd name="connsiteX6" fmla="*/ 0 w 162906"/>
                <a:gd name="connsiteY6" fmla="*/ 23570 h 204389"/>
                <a:gd name="connsiteX7" fmla="*/ 40726 w 162906"/>
                <a:gd name="connsiteY7" fmla="*/ 0 h 204389"/>
                <a:gd name="connsiteX8" fmla="*/ 122181 w 162906"/>
                <a:gd name="connsiteY8" fmla="*/ 0 h 204389"/>
                <a:gd name="connsiteX9" fmla="*/ 20235 w 162906"/>
                <a:gd name="connsiteY9" fmla="*/ 172519 h 204389"/>
                <a:gd name="connsiteX10" fmla="*/ 38525 w 162906"/>
                <a:gd name="connsiteY10" fmla="*/ 183126 h 204389"/>
                <a:gd name="connsiteX11" fmla="*/ 56812 w 162906"/>
                <a:gd name="connsiteY11" fmla="*/ 172519 h 204389"/>
                <a:gd name="connsiteX12" fmla="*/ 38525 w 162906"/>
                <a:gd name="connsiteY12" fmla="*/ 161913 h 204389"/>
                <a:gd name="connsiteX13" fmla="*/ 20235 w 162906"/>
                <a:gd name="connsiteY13" fmla="*/ 172519 h 204389"/>
                <a:gd name="connsiteX14" fmla="*/ 20235 w 162906"/>
                <a:gd name="connsiteY14" fmla="*/ 136755 h 204389"/>
                <a:gd name="connsiteX15" fmla="*/ 38525 w 162906"/>
                <a:gd name="connsiteY15" fmla="*/ 147361 h 204389"/>
                <a:gd name="connsiteX16" fmla="*/ 56812 w 162906"/>
                <a:gd name="connsiteY16" fmla="*/ 136755 h 204389"/>
                <a:gd name="connsiteX17" fmla="*/ 38525 w 162906"/>
                <a:gd name="connsiteY17" fmla="*/ 126148 h 204389"/>
                <a:gd name="connsiteX18" fmla="*/ 20235 w 162906"/>
                <a:gd name="connsiteY18" fmla="*/ 136755 h 204389"/>
                <a:gd name="connsiteX19" fmla="*/ 20235 w 162906"/>
                <a:gd name="connsiteY19" fmla="*/ 101761 h 204389"/>
                <a:gd name="connsiteX20" fmla="*/ 38525 w 162906"/>
                <a:gd name="connsiteY20" fmla="*/ 112367 h 204389"/>
                <a:gd name="connsiteX21" fmla="*/ 56812 w 162906"/>
                <a:gd name="connsiteY21" fmla="*/ 101761 h 204389"/>
                <a:gd name="connsiteX22" fmla="*/ 38525 w 162906"/>
                <a:gd name="connsiteY22" fmla="*/ 91154 h 204389"/>
                <a:gd name="connsiteX23" fmla="*/ 20235 w 162906"/>
                <a:gd name="connsiteY23" fmla="*/ 101761 h 204389"/>
                <a:gd name="connsiteX24" fmla="*/ 63165 w 162906"/>
                <a:gd name="connsiteY24" fmla="*/ 172571 h 204389"/>
                <a:gd name="connsiteX25" fmla="*/ 81455 w 162906"/>
                <a:gd name="connsiteY25" fmla="*/ 183177 h 204389"/>
                <a:gd name="connsiteX26" fmla="*/ 99742 w 162906"/>
                <a:gd name="connsiteY26" fmla="*/ 172571 h 204389"/>
                <a:gd name="connsiteX27" fmla="*/ 81455 w 162906"/>
                <a:gd name="connsiteY27" fmla="*/ 161964 h 204389"/>
                <a:gd name="connsiteX28" fmla="*/ 63165 w 162906"/>
                <a:gd name="connsiteY28" fmla="*/ 172571 h 204389"/>
                <a:gd name="connsiteX29" fmla="*/ 63165 w 162906"/>
                <a:gd name="connsiteY29" fmla="*/ 136806 h 204389"/>
                <a:gd name="connsiteX30" fmla="*/ 81455 w 162906"/>
                <a:gd name="connsiteY30" fmla="*/ 147412 h 204389"/>
                <a:gd name="connsiteX31" fmla="*/ 99742 w 162906"/>
                <a:gd name="connsiteY31" fmla="*/ 136806 h 204389"/>
                <a:gd name="connsiteX32" fmla="*/ 81455 w 162906"/>
                <a:gd name="connsiteY32" fmla="*/ 126200 h 204389"/>
                <a:gd name="connsiteX33" fmla="*/ 63165 w 162906"/>
                <a:gd name="connsiteY33" fmla="*/ 136806 h 204389"/>
                <a:gd name="connsiteX34" fmla="*/ 63165 w 162906"/>
                <a:gd name="connsiteY34" fmla="*/ 101812 h 204389"/>
                <a:gd name="connsiteX35" fmla="*/ 81455 w 162906"/>
                <a:gd name="connsiteY35" fmla="*/ 112418 h 204389"/>
                <a:gd name="connsiteX36" fmla="*/ 99742 w 162906"/>
                <a:gd name="connsiteY36" fmla="*/ 101812 h 204389"/>
                <a:gd name="connsiteX37" fmla="*/ 81455 w 162906"/>
                <a:gd name="connsiteY37" fmla="*/ 91205 h 204389"/>
                <a:gd name="connsiteX38" fmla="*/ 63165 w 162906"/>
                <a:gd name="connsiteY38" fmla="*/ 101812 h 204389"/>
                <a:gd name="connsiteX39" fmla="*/ 124126 w 162906"/>
                <a:gd name="connsiteY39" fmla="*/ 182819 h 204389"/>
                <a:gd name="connsiteX40" fmla="*/ 140573 w 162906"/>
                <a:gd name="connsiteY40" fmla="*/ 172622 h 204389"/>
                <a:gd name="connsiteX41" fmla="*/ 140573 w 162906"/>
                <a:gd name="connsiteY41" fmla="*/ 137576 h 204389"/>
                <a:gd name="connsiteX42" fmla="*/ 124126 w 162906"/>
                <a:gd name="connsiteY42" fmla="*/ 127378 h 204389"/>
                <a:gd name="connsiteX43" fmla="*/ 107682 w 162906"/>
                <a:gd name="connsiteY43" fmla="*/ 137576 h 204389"/>
                <a:gd name="connsiteX44" fmla="*/ 107682 w 162906"/>
                <a:gd name="connsiteY44" fmla="*/ 172622 h 204389"/>
                <a:gd name="connsiteX45" fmla="*/ 124126 w 162906"/>
                <a:gd name="connsiteY45" fmla="*/ 182819 h 204389"/>
                <a:gd name="connsiteX46" fmla="*/ 105839 w 162906"/>
                <a:gd name="connsiteY46" fmla="*/ 101812 h 204389"/>
                <a:gd name="connsiteX47" fmla="*/ 124126 w 162906"/>
                <a:gd name="connsiteY47" fmla="*/ 112418 h 204389"/>
                <a:gd name="connsiteX48" fmla="*/ 142416 w 162906"/>
                <a:gd name="connsiteY48" fmla="*/ 101812 h 204389"/>
                <a:gd name="connsiteX49" fmla="*/ 124126 w 162906"/>
                <a:gd name="connsiteY49" fmla="*/ 91205 h 204389"/>
                <a:gd name="connsiteX50" fmla="*/ 105839 w 162906"/>
                <a:gd name="connsiteY50" fmla="*/ 101812 h 204389"/>
                <a:gd name="connsiteX51" fmla="*/ 20235 w 162906"/>
                <a:gd name="connsiteY51" fmla="*/ 70759 h 204389"/>
                <a:gd name="connsiteX52" fmla="*/ 142416 w 162906"/>
                <a:gd name="connsiteY52" fmla="*/ 70759 h 204389"/>
                <a:gd name="connsiteX53" fmla="*/ 142416 w 162906"/>
                <a:gd name="connsiteY53" fmla="*/ 20034 h 204389"/>
                <a:gd name="connsiteX54" fmla="*/ 20235 w 162906"/>
                <a:gd name="connsiteY54" fmla="*/ 20034 h 204389"/>
                <a:gd name="connsiteX55" fmla="*/ 20235 w 162906"/>
                <a:gd name="connsiteY55" fmla="*/ 70759 h 204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62906" h="204389">
                  <a:moveTo>
                    <a:pt x="122181" y="0"/>
                  </a:moveTo>
                  <a:cubicBezTo>
                    <a:pt x="135610" y="0"/>
                    <a:pt x="162907" y="5354"/>
                    <a:pt x="162907" y="23570"/>
                  </a:cubicBezTo>
                  <a:lnTo>
                    <a:pt x="162907" y="180819"/>
                  </a:lnTo>
                  <a:cubicBezTo>
                    <a:pt x="162907" y="199054"/>
                    <a:pt x="135625" y="204390"/>
                    <a:pt x="122181" y="204390"/>
                  </a:cubicBezTo>
                  <a:lnTo>
                    <a:pt x="40726" y="204390"/>
                  </a:lnTo>
                  <a:cubicBezTo>
                    <a:pt x="27296" y="204390"/>
                    <a:pt x="0" y="199035"/>
                    <a:pt x="0" y="180819"/>
                  </a:cubicBezTo>
                  <a:lnTo>
                    <a:pt x="0" y="23570"/>
                  </a:lnTo>
                  <a:cubicBezTo>
                    <a:pt x="0" y="5336"/>
                    <a:pt x="27282" y="0"/>
                    <a:pt x="40726" y="0"/>
                  </a:cubicBezTo>
                  <a:lnTo>
                    <a:pt x="122181" y="0"/>
                  </a:lnTo>
                  <a:close/>
                  <a:moveTo>
                    <a:pt x="20235" y="172519"/>
                  </a:moveTo>
                  <a:cubicBezTo>
                    <a:pt x="20235" y="178359"/>
                    <a:pt x="28431" y="183126"/>
                    <a:pt x="38525" y="183126"/>
                  </a:cubicBezTo>
                  <a:cubicBezTo>
                    <a:pt x="48615" y="183126"/>
                    <a:pt x="56812" y="178359"/>
                    <a:pt x="56812" y="172519"/>
                  </a:cubicBezTo>
                  <a:cubicBezTo>
                    <a:pt x="56812" y="166680"/>
                    <a:pt x="48615" y="161913"/>
                    <a:pt x="38525" y="161913"/>
                  </a:cubicBezTo>
                  <a:cubicBezTo>
                    <a:pt x="28431" y="161913"/>
                    <a:pt x="20235" y="166680"/>
                    <a:pt x="20235" y="172519"/>
                  </a:cubicBezTo>
                  <a:close/>
                  <a:moveTo>
                    <a:pt x="20235" y="136755"/>
                  </a:moveTo>
                  <a:cubicBezTo>
                    <a:pt x="20235" y="142595"/>
                    <a:pt x="28431" y="147361"/>
                    <a:pt x="38525" y="147361"/>
                  </a:cubicBezTo>
                  <a:cubicBezTo>
                    <a:pt x="48615" y="147361"/>
                    <a:pt x="56812" y="142595"/>
                    <a:pt x="56812" y="136755"/>
                  </a:cubicBezTo>
                  <a:cubicBezTo>
                    <a:pt x="56812" y="130915"/>
                    <a:pt x="48615" y="126148"/>
                    <a:pt x="38525" y="126148"/>
                  </a:cubicBezTo>
                  <a:cubicBezTo>
                    <a:pt x="28431" y="126148"/>
                    <a:pt x="20235" y="130915"/>
                    <a:pt x="20235" y="136755"/>
                  </a:cubicBezTo>
                  <a:close/>
                  <a:moveTo>
                    <a:pt x="20235" y="101761"/>
                  </a:moveTo>
                  <a:cubicBezTo>
                    <a:pt x="20235" y="107600"/>
                    <a:pt x="28431" y="112367"/>
                    <a:pt x="38525" y="112367"/>
                  </a:cubicBezTo>
                  <a:cubicBezTo>
                    <a:pt x="48615" y="112367"/>
                    <a:pt x="56812" y="107600"/>
                    <a:pt x="56812" y="101761"/>
                  </a:cubicBezTo>
                  <a:cubicBezTo>
                    <a:pt x="56812" y="95917"/>
                    <a:pt x="48615" y="91154"/>
                    <a:pt x="38525" y="91154"/>
                  </a:cubicBezTo>
                  <a:cubicBezTo>
                    <a:pt x="28431" y="91154"/>
                    <a:pt x="20235" y="95917"/>
                    <a:pt x="20235" y="101761"/>
                  </a:cubicBezTo>
                  <a:close/>
                  <a:moveTo>
                    <a:pt x="63165" y="172571"/>
                  </a:moveTo>
                  <a:cubicBezTo>
                    <a:pt x="63165" y="178410"/>
                    <a:pt x="71361" y="183177"/>
                    <a:pt x="81455" y="183177"/>
                  </a:cubicBezTo>
                  <a:cubicBezTo>
                    <a:pt x="91545" y="183177"/>
                    <a:pt x="99742" y="178410"/>
                    <a:pt x="99742" y="172571"/>
                  </a:cubicBezTo>
                  <a:cubicBezTo>
                    <a:pt x="99742" y="166731"/>
                    <a:pt x="91545" y="161964"/>
                    <a:pt x="81455" y="161964"/>
                  </a:cubicBezTo>
                  <a:cubicBezTo>
                    <a:pt x="71361" y="161964"/>
                    <a:pt x="63165" y="166731"/>
                    <a:pt x="63165" y="172571"/>
                  </a:cubicBezTo>
                  <a:close/>
                  <a:moveTo>
                    <a:pt x="63165" y="136806"/>
                  </a:moveTo>
                  <a:cubicBezTo>
                    <a:pt x="63165" y="142649"/>
                    <a:pt x="71361" y="147412"/>
                    <a:pt x="81455" y="147412"/>
                  </a:cubicBezTo>
                  <a:cubicBezTo>
                    <a:pt x="91545" y="147412"/>
                    <a:pt x="99742" y="142649"/>
                    <a:pt x="99742" y="136806"/>
                  </a:cubicBezTo>
                  <a:cubicBezTo>
                    <a:pt x="99742" y="130966"/>
                    <a:pt x="91545" y="126200"/>
                    <a:pt x="81455" y="126200"/>
                  </a:cubicBezTo>
                  <a:cubicBezTo>
                    <a:pt x="71361" y="126200"/>
                    <a:pt x="63165" y="130966"/>
                    <a:pt x="63165" y="136806"/>
                  </a:cubicBezTo>
                  <a:close/>
                  <a:moveTo>
                    <a:pt x="63165" y="101812"/>
                  </a:moveTo>
                  <a:cubicBezTo>
                    <a:pt x="63165" y="107651"/>
                    <a:pt x="71361" y="112418"/>
                    <a:pt x="81455" y="112418"/>
                  </a:cubicBezTo>
                  <a:cubicBezTo>
                    <a:pt x="91545" y="112418"/>
                    <a:pt x="99742" y="107651"/>
                    <a:pt x="99742" y="101812"/>
                  </a:cubicBezTo>
                  <a:cubicBezTo>
                    <a:pt x="99742" y="95968"/>
                    <a:pt x="91545" y="91205"/>
                    <a:pt x="81455" y="91205"/>
                  </a:cubicBezTo>
                  <a:cubicBezTo>
                    <a:pt x="71361" y="91205"/>
                    <a:pt x="63165" y="95968"/>
                    <a:pt x="63165" y="101812"/>
                  </a:cubicBezTo>
                  <a:close/>
                  <a:moveTo>
                    <a:pt x="124126" y="182819"/>
                  </a:moveTo>
                  <a:cubicBezTo>
                    <a:pt x="133194" y="182819"/>
                    <a:pt x="140573" y="178257"/>
                    <a:pt x="140573" y="172622"/>
                  </a:cubicBezTo>
                  <a:lnTo>
                    <a:pt x="140573" y="137576"/>
                  </a:lnTo>
                  <a:cubicBezTo>
                    <a:pt x="140573" y="131937"/>
                    <a:pt x="133194" y="127378"/>
                    <a:pt x="124126" y="127378"/>
                  </a:cubicBezTo>
                  <a:cubicBezTo>
                    <a:pt x="115061" y="127378"/>
                    <a:pt x="107682" y="131937"/>
                    <a:pt x="107682" y="137576"/>
                  </a:cubicBezTo>
                  <a:lnTo>
                    <a:pt x="107682" y="172622"/>
                  </a:lnTo>
                  <a:cubicBezTo>
                    <a:pt x="107682" y="178257"/>
                    <a:pt x="115061" y="182819"/>
                    <a:pt x="124126" y="182819"/>
                  </a:cubicBezTo>
                  <a:close/>
                  <a:moveTo>
                    <a:pt x="105839" y="101812"/>
                  </a:moveTo>
                  <a:cubicBezTo>
                    <a:pt x="105839" y="107651"/>
                    <a:pt x="114036" y="112418"/>
                    <a:pt x="124126" y="112418"/>
                  </a:cubicBezTo>
                  <a:cubicBezTo>
                    <a:pt x="134220" y="112418"/>
                    <a:pt x="142416" y="107651"/>
                    <a:pt x="142416" y="101812"/>
                  </a:cubicBezTo>
                  <a:cubicBezTo>
                    <a:pt x="142416" y="95968"/>
                    <a:pt x="134220" y="91205"/>
                    <a:pt x="124126" y="91205"/>
                  </a:cubicBezTo>
                  <a:cubicBezTo>
                    <a:pt x="114036" y="91205"/>
                    <a:pt x="105839" y="95968"/>
                    <a:pt x="105839" y="101812"/>
                  </a:cubicBezTo>
                  <a:close/>
                  <a:moveTo>
                    <a:pt x="20235" y="70759"/>
                  </a:moveTo>
                  <a:lnTo>
                    <a:pt x="142416" y="70759"/>
                  </a:lnTo>
                  <a:lnTo>
                    <a:pt x="142416" y="20034"/>
                  </a:lnTo>
                  <a:lnTo>
                    <a:pt x="20235" y="20034"/>
                  </a:lnTo>
                  <a:lnTo>
                    <a:pt x="20235" y="70759"/>
                  </a:lnTo>
                  <a:close/>
                </a:path>
              </a:pathLst>
            </a:custGeom>
            <a:grpFill/>
            <a:ln w="3646" cap="flat">
              <a:noFill/>
              <a:prstDash val="solid"/>
              <a:miter/>
            </a:ln>
          </p:spPr>
          <p:txBody>
            <a:bodyPr rtlCol="0" anchor="ctr"/>
            <a:lstStyle/>
            <a:p>
              <a:endParaRPr lang="en-GR"/>
            </a:p>
          </p:txBody>
        </p:sp>
      </p:grpSp>
      <p:grpSp>
        <p:nvGrpSpPr>
          <p:cNvPr id="36" name="Group 35">
            <a:extLst>
              <a:ext uri="{FF2B5EF4-FFF2-40B4-BE49-F238E27FC236}">
                <a16:creationId xmlns:a16="http://schemas.microsoft.com/office/drawing/2014/main" id="{747DB09E-3F8D-A403-E698-B50D33139BB6}"/>
              </a:ext>
            </a:extLst>
          </p:cNvPr>
          <p:cNvGrpSpPr/>
          <p:nvPr/>
        </p:nvGrpSpPr>
        <p:grpSpPr>
          <a:xfrm>
            <a:off x="4006077" y="1841595"/>
            <a:ext cx="1228129" cy="899277"/>
            <a:chOff x="2902892" y="525573"/>
            <a:chExt cx="233558" cy="171019"/>
          </a:xfrm>
          <a:solidFill>
            <a:schemeClr val="accent3"/>
          </a:solidFill>
        </p:grpSpPr>
        <p:sp>
          <p:nvSpPr>
            <p:cNvPr id="37" name="Freeform 36">
              <a:extLst>
                <a:ext uri="{FF2B5EF4-FFF2-40B4-BE49-F238E27FC236}">
                  <a16:creationId xmlns:a16="http://schemas.microsoft.com/office/drawing/2014/main" id="{C7AF08D4-C9E9-523B-3BDB-AE5C4EA61168}"/>
                </a:ext>
              </a:extLst>
            </p:cNvPr>
            <p:cNvSpPr/>
            <p:nvPr/>
          </p:nvSpPr>
          <p:spPr>
            <a:xfrm>
              <a:off x="2902892" y="663182"/>
              <a:ext cx="137218" cy="33370"/>
            </a:xfrm>
            <a:custGeom>
              <a:avLst/>
              <a:gdLst>
                <a:gd name="connsiteX0" fmla="*/ 8848 w 137218"/>
                <a:gd name="connsiteY0" fmla="*/ 84 h 33370"/>
                <a:gd name="connsiteX1" fmla="*/ 2258 w 137218"/>
                <a:gd name="connsiteY1" fmla="*/ 2292 h 33370"/>
                <a:gd name="connsiteX2" fmla="*/ 8389 w 137218"/>
                <a:gd name="connsiteY2" fmla="*/ 25067 h 33370"/>
                <a:gd name="connsiteX3" fmla="*/ 24653 w 137218"/>
                <a:gd name="connsiteY3" fmla="*/ 33370 h 33370"/>
                <a:gd name="connsiteX4" fmla="*/ 137218 w 137218"/>
                <a:gd name="connsiteY4" fmla="*/ 33370 h 33370"/>
                <a:gd name="connsiteX5" fmla="*/ 137218 w 137218"/>
                <a:gd name="connsiteY5" fmla="*/ 0 h 33370"/>
                <a:gd name="connsiteX6" fmla="*/ 8848 w 137218"/>
                <a:gd name="connsiteY6" fmla="*/ 0 h 33370"/>
                <a:gd name="connsiteX7" fmla="*/ 8848 w 137218"/>
                <a:gd name="connsiteY7" fmla="*/ 84 h 3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218" h="33370">
                  <a:moveTo>
                    <a:pt x="8848" y="84"/>
                  </a:moveTo>
                  <a:cubicBezTo>
                    <a:pt x="6177" y="0"/>
                    <a:pt x="3885" y="708"/>
                    <a:pt x="2258" y="2292"/>
                  </a:cubicBezTo>
                  <a:cubicBezTo>
                    <a:pt x="-2373" y="6924"/>
                    <a:pt x="338" y="17103"/>
                    <a:pt x="8389" y="25067"/>
                  </a:cubicBezTo>
                  <a:cubicBezTo>
                    <a:pt x="13560" y="30242"/>
                    <a:pt x="19690" y="33162"/>
                    <a:pt x="24653" y="33370"/>
                  </a:cubicBezTo>
                  <a:lnTo>
                    <a:pt x="137218" y="33370"/>
                  </a:lnTo>
                  <a:lnTo>
                    <a:pt x="137218" y="0"/>
                  </a:lnTo>
                  <a:lnTo>
                    <a:pt x="8848" y="0"/>
                  </a:lnTo>
                  <a:lnTo>
                    <a:pt x="8848" y="84"/>
                  </a:lnTo>
                  <a:close/>
                </a:path>
              </a:pathLst>
            </a:custGeom>
            <a:grpFill/>
            <a:ln w="3646" cap="flat">
              <a:noFill/>
              <a:prstDash val="solid"/>
              <a:miter/>
            </a:ln>
          </p:spPr>
          <p:txBody>
            <a:bodyPr rtlCol="0" anchor="ctr"/>
            <a:lstStyle/>
            <a:p>
              <a:endParaRPr lang="en-GR"/>
            </a:p>
          </p:txBody>
        </p:sp>
        <p:sp>
          <p:nvSpPr>
            <p:cNvPr id="38" name="Freeform 37">
              <a:extLst>
                <a:ext uri="{FF2B5EF4-FFF2-40B4-BE49-F238E27FC236}">
                  <a16:creationId xmlns:a16="http://schemas.microsoft.com/office/drawing/2014/main" id="{96C1ED4A-F399-CF42-A3F9-005A8B7883B6}"/>
                </a:ext>
              </a:extLst>
            </p:cNvPr>
            <p:cNvSpPr/>
            <p:nvPr/>
          </p:nvSpPr>
          <p:spPr>
            <a:xfrm>
              <a:off x="2919831" y="525573"/>
              <a:ext cx="200103" cy="129265"/>
            </a:xfrm>
            <a:custGeom>
              <a:avLst/>
              <a:gdLst>
                <a:gd name="connsiteX0" fmla="*/ 24523 w 200103"/>
                <a:gd name="connsiteY0" fmla="*/ 25195 h 129265"/>
                <a:gd name="connsiteX1" fmla="*/ 200103 w 200103"/>
                <a:gd name="connsiteY1" fmla="*/ 25111 h 129265"/>
                <a:gd name="connsiteX2" fmla="*/ 151057 w 200103"/>
                <a:gd name="connsiteY2" fmla="*/ 0 h 129265"/>
                <a:gd name="connsiteX3" fmla="*/ 46794 w 200103"/>
                <a:gd name="connsiteY3" fmla="*/ 84 h 129265"/>
                <a:gd name="connsiteX4" fmla="*/ 0 w 200103"/>
                <a:gd name="connsiteY4" fmla="*/ 28782 h 129265"/>
                <a:gd name="connsiteX5" fmla="*/ 0 w 200103"/>
                <a:gd name="connsiteY5" fmla="*/ 129265 h 129265"/>
                <a:gd name="connsiteX6" fmla="*/ 24523 w 200103"/>
                <a:gd name="connsiteY6" fmla="*/ 129265 h 129265"/>
                <a:gd name="connsiteX7" fmla="*/ 24523 w 200103"/>
                <a:gd name="connsiteY7" fmla="*/ 25195 h 129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0103" h="129265">
                  <a:moveTo>
                    <a:pt x="24523" y="25195"/>
                  </a:moveTo>
                  <a:lnTo>
                    <a:pt x="200103" y="25111"/>
                  </a:lnTo>
                  <a:cubicBezTo>
                    <a:pt x="196976" y="11055"/>
                    <a:pt x="176288" y="168"/>
                    <a:pt x="151057" y="0"/>
                  </a:cubicBezTo>
                  <a:cubicBezTo>
                    <a:pt x="150849" y="0"/>
                    <a:pt x="46794" y="84"/>
                    <a:pt x="46794" y="84"/>
                  </a:cubicBezTo>
                  <a:cubicBezTo>
                    <a:pt x="20684" y="1044"/>
                    <a:pt x="0" y="13471"/>
                    <a:pt x="0" y="28782"/>
                  </a:cubicBezTo>
                  <a:lnTo>
                    <a:pt x="0" y="129265"/>
                  </a:lnTo>
                  <a:lnTo>
                    <a:pt x="24523" y="129265"/>
                  </a:lnTo>
                  <a:lnTo>
                    <a:pt x="24523" y="25195"/>
                  </a:lnTo>
                  <a:close/>
                </a:path>
              </a:pathLst>
            </a:custGeom>
            <a:grpFill/>
            <a:ln w="3646" cap="flat">
              <a:noFill/>
              <a:prstDash val="solid"/>
              <a:miter/>
            </a:ln>
          </p:spPr>
          <p:txBody>
            <a:bodyPr rtlCol="0" anchor="ctr"/>
            <a:lstStyle/>
            <a:p>
              <a:endParaRPr lang="en-GR"/>
            </a:p>
          </p:txBody>
        </p:sp>
        <p:sp>
          <p:nvSpPr>
            <p:cNvPr id="39" name="Freeform 38">
              <a:extLst>
                <a:ext uri="{FF2B5EF4-FFF2-40B4-BE49-F238E27FC236}">
                  <a16:creationId xmlns:a16="http://schemas.microsoft.com/office/drawing/2014/main" id="{06CCE8E2-B845-3482-EC7B-73ABD840A927}"/>
                </a:ext>
              </a:extLst>
            </p:cNvPr>
            <p:cNvSpPr/>
            <p:nvPr/>
          </p:nvSpPr>
          <p:spPr>
            <a:xfrm>
              <a:off x="3051372" y="561819"/>
              <a:ext cx="85078" cy="134773"/>
            </a:xfrm>
            <a:custGeom>
              <a:avLst/>
              <a:gdLst>
                <a:gd name="connsiteX0" fmla="*/ 63807 w 85078"/>
                <a:gd name="connsiteY0" fmla="*/ 0 h 134773"/>
                <a:gd name="connsiteX1" fmla="*/ 21268 w 85078"/>
                <a:gd name="connsiteY1" fmla="*/ 0 h 134773"/>
                <a:gd name="connsiteX2" fmla="*/ 0 w 85078"/>
                <a:gd name="connsiteY2" fmla="*/ 12223 h 134773"/>
                <a:gd name="connsiteX3" fmla="*/ 0 w 85078"/>
                <a:gd name="connsiteY3" fmla="*/ 122553 h 134773"/>
                <a:gd name="connsiteX4" fmla="*/ 21268 w 85078"/>
                <a:gd name="connsiteY4" fmla="*/ 134773 h 134773"/>
                <a:gd name="connsiteX5" fmla="*/ 63807 w 85078"/>
                <a:gd name="connsiteY5" fmla="*/ 134773 h 134773"/>
                <a:gd name="connsiteX6" fmla="*/ 85079 w 85078"/>
                <a:gd name="connsiteY6" fmla="*/ 122553 h 134773"/>
                <a:gd name="connsiteX7" fmla="*/ 85079 w 85078"/>
                <a:gd name="connsiteY7" fmla="*/ 12223 h 134773"/>
                <a:gd name="connsiteX8" fmla="*/ 63807 w 85078"/>
                <a:gd name="connsiteY8" fmla="*/ 0 h 134773"/>
                <a:gd name="connsiteX9" fmla="*/ 42539 w 85078"/>
                <a:gd name="connsiteY9" fmla="*/ 124346 h 134773"/>
                <a:gd name="connsiteX10" fmla="*/ 31110 w 85078"/>
                <a:gd name="connsiteY10" fmla="*/ 117754 h 134773"/>
                <a:gd name="connsiteX11" fmla="*/ 42539 w 85078"/>
                <a:gd name="connsiteY11" fmla="*/ 111166 h 134773"/>
                <a:gd name="connsiteX12" fmla="*/ 53965 w 85078"/>
                <a:gd name="connsiteY12" fmla="*/ 117754 h 134773"/>
                <a:gd name="connsiteX13" fmla="*/ 42539 w 85078"/>
                <a:gd name="connsiteY13" fmla="*/ 124346 h 134773"/>
                <a:gd name="connsiteX14" fmla="*/ 68186 w 85078"/>
                <a:gd name="connsiteY14" fmla="*/ 100735 h 134773"/>
                <a:gd name="connsiteX15" fmla="*/ 16889 w 85078"/>
                <a:gd name="connsiteY15" fmla="*/ 100735 h 134773"/>
                <a:gd name="connsiteX16" fmla="*/ 16889 w 85078"/>
                <a:gd name="connsiteY16" fmla="*/ 17479 h 134773"/>
                <a:gd name="connsiteX17" fmla="*/ 68186 w 85078"/>
                <a:gd name="connsiteY17" fmla="*/ 17479 h 134773"/>
                <a:gd name="connsiteX18" fmla="*/ 68186 w 85078"/>
                <a:gd name="connsiteY18" fmla="*/ 100735 h 134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5078" h="134773">
                  <a:moveTo>
                    <a:pt x="63807" y="0"/>
                  </a:moveTo>
                  <a:lnTo>
                    <a:pt x="21268" y="0"/>
                  </a:lnTo>
                  <a:cubicBezTo>
                    <a:pt x="9506" y="0"/>
                    <a:pt x="0" y="5467"/>
                    <a:pt x="0" y="12223"/>
                  </a:cubicBezTo>
                  <a:lnTo>
                    <a:pt x="0" y="122553"/>
                  </a:lnTo>
                  <a:cubicBezTo>
                    <a:pt x="0" y="129309"/>
                    <a:pt x="9506" y="134773"/>
                    <a:pt x="21268" y="134773"/>
                  </a:cubicBezTo>
                  <a:lnTo>
                    <a:pt x="63807" y="134773"/>
                  </a:lnTo>
                  <a:cubicBezTo>
                    <a:pt x="75569" y="134773"/>
                    <a:pt x="85079" y="129309"/>
                    <a:pt x="85079" y="122553"/>
                  </a:cubicBezTo>
                  <a:lnTo>
                    <a:pt x="85079" y="12223"/>
                  </a:lnTo>
                  <a:cubicBezTo>
                    <a:pt x="85079" y="5467"/>
                    <a:pt x="75569" y="0"/>
                    <a:pt x="63807" y="0"/>
                  </a:cubicBezTo>
                  <a:close/>
                  <a:moveTo>
                    <a:pt x="42539" y="124346"/>
                  </a:moveTo>
                  <a:cubicBezTo>
                    <a:pt x="36201" y="124346"/>
                    <a:pt x="31110" y="121385"/>
                    <a:pt x="31110" y="117754"/>
                  </a:cubicBezTo>
                  <a:cubicBezTo>
                    <a:pt x="31110" y="114126"/>
                    <a:pt x="36241" y="111166"/>
                    <a:pt x="42539" y="111166"/>
                  </a:cubicBezTo>
                  <a:cubicBezTo>
                    <a:pt x="48834" y="111166"/>
                    <a:pt x="53965" y="114126"/>
                    <a:pt x="53965" y="117754"/>
                  </a:cubicBezTo>
                  <a:cubicBezTo>
                    <a:pt x="53965" y="121385"/>
                    <a:pt x="48834" y="124346"/>
                    <a:pt x="42539" y="124346"/>
                  </a:cubicBezTo>
                  <a:close/>
                  <a:moveTo>
                    <a:pt x="68186" y="100735"/>
                  </a:moveTo>
                  <a:lnTo>
                    <a:pt x="16889" y="100735"/>
                  </a:lnTo>
                  <a:lnTo>
                    <a:pt x="16889" y="17479"/>
                  </a:lnTo>
                  <a:lnTo>
                    <a:pt x="68186" y="17479"/>
                  </a:lnTo>
                  <a:lnTo>
                    <a:pt x="68186" y="100735"/>
                  </a:lnTo>
                  <a:close/>
                </a:path>
              </a:pathLst>
            </a:custGeom>
            <a:grpFill/>
            <a:ln w="3646" cap="flat">
              <a:noFill/>
              <a:prstDash val="solid"/>
              <a:miter/>
            </a:ln>
          </p:spPr>
          <p:txBody>
            <a:bodyPr rtlCol="0" anchor="ctr"/>
            <a:lstStyle/>
            <a:p>
              <a:endParaRPr lang="en-GR"/>
            </a:p>
          </p:txBody>
        </p:sp>
      </p:grpSp>
      <p:grpSp>
        <p:nvGrpSpPr>
          <p:cNvPr id="40" name="Group 39">
            <a:extLst>
              <a:ext uri="{FF2B5EF4-FFF2-40B4-BE49-F238E27FC236}">
                <a16:creationId xmlns:a16="http://schemas.microsoft.com/office/drawing/2014/main" id="{E89CA370-1AD8-0767-3A63-25BF26CFA3AC}"/>
              </a:ext>
            </a:extLst>
          </p:cNvPr>
          <p:cNvGrpSpPr/>
          <p:nvPr/>
        </p:nvGrpSpPr>
        <p:grpSpPr>
          <a:xfrm>
            <a:off x="6983184" y="1765656"/>
            <a:ext cx="1193214" cy="1051141"/>
            <a:chOff x="6417187" y="866613"/>
            <a:chExt cx="200911" cy="176989"/>
          </a:xfrm>
          <a:solidFill>
            <a:schemeClr val="accent3"/>
          </a:solidFill>
        </p:grpSpPr>
        <p:sp>
          <p:nvSpPr>
            <p:cNvPr id="41" name="Freeform 40">
              <a:extLst>
                <a:ext uri="{FF2B5EF4-FFF2-40B4-BE49-F238E27FC236}">
                  <a16:creationId xmlns:a16="http://schemas.microsoft.com/office/drawing/2014/main" id="{AFB687CE-CC2D-B72A-AB8A-244D29D6ACF6}"/>
                </a:ext>
              </a:extLst>
            </p:cNvPr>
            <p:cNvSpPr/>
            <p:nvPr/>
          </p:nvSpPr>
          <p:spPr>
            <a:xfrm>
              <a:off x="6417187" y="866613"/>
              <a:ext cx="192548" cy="175783"/>
            </a:xfrm>
            <a:custGeom>
              <a:avLst/>
              <a:gdLst>
                <a:gd name="connsiteX0" fmla="*/ 24534 w 217473"/>
                <a:gd name="connsiteY0" fmla="*/ 172016 h 198538"/>
                <a:gd name="connsiteX1" fmla="*/ 128578 w 217473"/>
                <a:gd name="connsiteY1" fmla="*/ 171917 h 198538"/>
                <a:gd name="connsiteX2" fmla="*/ 128578 w 217473"/>
                <a:gd name="connsiteY2" fmla="*/ 171866 h 198538"/>
                <a:gd name="connsiteX3" fmla="*/ 145018 w 217473"/>
                <a:gd name="connsiteY3" fmla="*/ 198440 h 198538"/>
                <a:gd name="connsiteX4" fmla="*/ 58604 w 217473"/>
                <a:gd name="connsiteY4" fmla="*/ 198539 h 198538"/>
                <a:gd name="connsiteX5" fmla="*/ 0 w 217473"/>
                <a:gd name="connsiteY5" fmla="*/ 164267 h 198538"/>
                <a:gd name="connsiteX6" fmla="*/ 0 w 217473"/>
                <a:gd name="connsiteY6" fmla="*/ 54043 h 198538"/>
                <a:gd name="connsiteX7" fmla="*/ 53042 w 217473"/>
                <a:gd name="connsiteY7" fmla="*/ 20019 h 198538"/>
                <a:gd name="connsiteX8" fmla="*/ 53042 w 217473"/>
                <a:gd name="connsiteY8" fmla="*/ 7201 h 198538"/>
                <a:gd name="connsiteX9" fmla="*/ 65457 w 217473"/>
                <a:gd name="connsiteY9" fmla="*/ 0 h 198538"/>
                <a:gd name="connsiteX10" fmla="*/ 77871 w 217473"/>
                <a:gd name="connsiteY10" fmla="*/ 7201 h 198538"/>
                <a:gd name="connsiteX11" fmla="*/ 77871 w 217473"/>
                <a:gd name="connsiteY11" fmla="*/ 19818 h 198538"/>
                <a:gd name="connsiteX12" fmla="*/ 139602 w 217473"/>
                <a:gd name="connsiteY12" fmla="*/ 19818 h 198538"/>
                <a:gd name="connsiteX13" fmla="*/ 139602 w 217473"/>
                <a:gd name="connsiteY13" fmla="*/ 7201 h 198538"/>
                <a:gd name="connsiteX14" fmla="*/ 152021 w 217473"/>
                <a:gd name="connsiteY14" fmla="*/ 0 h 198538"/>
                <a:gd name="connsiteX15" fmla="*/ 164436 w 217473"/>
                <a:gd name="connsiteY15" fmla="*/ 7201 h 198538"/>
                <a:gd name="connsiteX16" fmla="*/ 164436 w 217473"/>
                <a:gd name="connsiteY16" fmla="*/ 19968 h 198538"/>
                <a:gd name="connsiteX17" fmla="*/ 217474 w 217473"/>
                <a:gd name="connsiteY17" fmla="*/ 54043 h 198538"/>
                <a:gd name="connsiteX18" fmla="*/ 217474 w 217473"/>
                <a:gd name="connsiteY18" fmla="*/ 110520 h 198538"/>
                <a:gd name="connsiteX19" fmla="*/ 192892 w 217473"/>
                <a:gd name="connsiteY19" fmla="*/ 100089 h 198538"/>
                <a:gd name="connsiteX20" fmla="*/ 192892 w 217473"/>
                <a:gd name="connsiteY20" fmla="*/ 46345 h 198538"/>
                <a:gd name="connsiteX21" fmla="*/ 24534 w 217473"/>
                <a:gd name="connsiteY21" fmla="*/ 46495 h 198538"/>
                <a:gd name="connsiteX22" fmla="*/ 24534 w 217473"/>
                <a:gd name="connsiteY22" fmla="*/ 172016 h 198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17473" h="198538">
                  <a:moveTo>
                    <a:pt x="24534" y="172016"/>
                  </a:moveTo>
                  <a:lnTo>
                    <a:pt x="128578" y="171917"/>
                  </a:lnTo>
                  <a:lnTo>
                    <a:pt x="128578" y="171866"/>
                  </a:lnTo>
                  <a:cubicBezTo>
                    <a:pt x="131508" y="182250"/>
                    <a:pt x="137271" y="191389"/>
                    <a:pt x="145018" y="198440"/>
                  </a:cubicBezTo>
                  <a:lnTo>
                    <a:pt x="58604" y="198539"/>
                  </a:lnTo>
                  <a:cubicBezTo>
                    <a:pt x="26172" y="198342"/>
                    <a:pt x="0" y="183093"/>
                    <a:pt x="0" y="164267"/>
                  </a:cubicBezTo>
                  <a:lnTo>
                    <a:pt x="0" y="54043"/>
                  </a:lnTo>
                  <a:cubicBezTo>
                    <a:pt x="0" y="36312"/>
                    <a:pt x="23242" y="21808"/>
                    <a:pt x="53042" y="20019"/>
                  </a:cubicBezTo>
                  <a:lnTo>
                    <a:pt x="53042" y="7201"/>
                  </a:lnTo>
                  <a:cubicBezTo>
                    <a:pt x="53042" y="3230"/>
                    <a:pt x="58604" y="0"/>
                    <a:pt x="65457" y="0"/>
                  </a:cubicBezTo>
                  <a:cubicBezTo>
                    <a:pt x="72310" y="0"/>
                    <a:pt x="77871" y="3230"/>
                    <a:pt x="77871" y="7201"/>
                  </a:cubicBezTo>
                  <a:lnTo>
                    <a:pt x="77871" y="19818"/>
                  </a:lnTo>
                  <a:lnTo>
                    <a:pt x="139602" y="19818"/>
                  </a:lnTo>
                  <a:lnTo>
                    <a:pt x="139602" y="7201"/>
                  </a:lnTo>
                  <a:cubicBezTo>
                    <a:pt x="139602" y="3230"/>
                    <a:pt x="145164" y="0"/>
                    <a:pt x="152021" y="0"/>
                  </a:cubicBezTo>
                  <a:cubicBezTo>
                    <a:pt x="158874" y="0"/>
                    <a:pt x="164436" y="3230"/>
                    <a:pt x="164436" y="7201"/>
                  </a:cubicBezTo>
                  <a:lnTo>
                    <a:pt x="164436" y="19968"/>
                  </a:lnTo>
                  <a:cubicBezTo>
                    <a:pt x="194232" y="21757"/>
                    <a:pt x="217474" y="36312"/>
                    <a:pt x="217474" y="54043"/>
                  </a:cubicBezTo>
                  <a:lnTo>
                    <a:pt x="217474" y="110520"/>
                  </a:lnTo>
                  <a:cubicBezTo>
                    <a:pt x="210372" y="105257"/>
                    <a:pt x="201979" y="101582"/>
                    <a:pt x="192892" y="100089"/>
                  </a:cubicBezTo>
                  <a:lnTo>
                    <a:pt x="192892" y="46345"/>
                  </a:lnTo>
                  <a:lnTo>
                    <a:pt x="24534" y="46495"/>
                  </a:lnTo>
                  <a:lnTo>
                    <a:pt x="24534" y="172016"/>
                  </a:lnTo>
                  <a:close/>
                </a:path>
              </a:pathLst>
            </a:custGeom>
            <a:grpFill/>
            <a:ln w="3646" cap="flat">
              <a:noFill/>
              <a:prstDash val="solid"/>
              <a:miter/>
            </a:ln>
          </p:spPr>
          <p:txBody>
            <a:bodyPr rtlCol="0" anchor="ctr"/>
            <a:lstStyle/>
            <a:p>
              <a:endParaRPr lang="en-GR"/>
            </a:p>
          </p:txBody>
        </p:sp>
        <p:sp>
          <p:nvSpPr>
            <p:cNvPr id="42" name="Freeform 41">
              <a:extLst>
                <a:ext uri="{FF2B5EF4-FFF2-40B4-BE49-F238E27FC236}">
                  <a16:creationId xmlns:a16="http://schemas.microsoft.com/office/drawing/2014/main" id="{FA915859-13A5-0E8A-7B3A-E5F9D9F69F37}"/>
                </a:ext>
              </a:extLst>
            </p:cNvPr>
            <p:cNvSpPr/>
            <p:nvPr/>
          </p:nvSpPr>
          <p:spPr>
            <a:xfrm>
              <a:off x="6456806" y="925240"/>
              <a:ext cx="29547" cy="17062"/>
            </a:xfrm>
            <a:custGeom>
              <a:avLst/>
              <a:gdLst>
                <a:gd name="connsiteX0" fmla="*/ 33372 w 33372"/>
                <a:gd name="connsiteY0" fmla="*/ 9636 h 19271"/>
                <a:gd name="connsiteX1" fmla="*/ 16688 w 33372"/>
                <a:gd name="connsiteY1" fmla="*/ 19271 h 19271"/>
                <a:gd name="connsiteX2" fmla="*/ 0 w 33372"/>
                <a:gd name="connsiteY2" fmla="*/ 9636 h 19271"/>
                <a:gd name="connsiteX3" fmla="*/ 16688 w 33372"/>
                <a:gd name="connsiteY3" fmla="*/ 0 h 19271"/>
                <a:gd name="connsiteX4" fmla="*/ 33372 w 33372"/>
                <a:gd name="connsiteY4" fmla="*/ 9636 h 19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72" h="19271">
                  <a:moveTo>
                    <a:pt x="33372" y="9636"/>
                  </a:moveTo>
                  <a:cubicBezTo>
                    <a:pt x="33372" y="14957"/>
                    <a:pt x="25902" y="19271"/>
                    <a:pt x="16688" y="19271"/>
                  </a:cubicBezTo>
                  <a:cubicBezTo>
                    <a:pt x="7470" y="19271"/>
                    <a:pt x="0" y="14957"/>
                    <a:pt x="0" y="9636"/>
                  </a:cubicBezTo>
                  <a:cubicBezTo>
                    <a:pt x="0" y="4314"/>
                    <a:pt x="7470" y="0"/>
                    <a:pt x="16688" y="0"/>
                  </a:cubicBezTo>
                  <a:cubicBezTo>
                    <a:pt x="25902" y="0"/>
                    <a:pt x="33372" y="4314"/>
                    <a:pt x="33372" y="9636"/>
                  </a:cubicBezTo>
                  <a:close/>
                </a:path>
              </a:pathLst>
            </a:custGeom>
            <a:grpFill/>
            <a:ln w="3646" cap="flat">
              <a:noFill/>
              <a:prstDash val="solid"/>
              <a:miter/>
            </a:ln>
          </p:spPr>
          <p:txBody>
            <a:bodyPr rtlCol="0" anchor="ctr"/>
            <a:lstStyle/>
            <a:p>
              <a:endParaRPr lang="en-GR"/>
            </a:p>
          </p:txBody>
        </p:sp>
        <p:sp>
          <p:nvSpPr>
            <p:cNvPr id="43" name="Freeform 42">
              <a:extLst>
                <a:ext uri="{FF2B5EF4-FFF2-40B4-BE49-F238E27FC236}">
                  <a16:creationId xmlns:a16="http://schemas.microsoft.com/office/drawing/2014/main" id="{C7407067-341E-EB0E-11BC-1EC1AF0793D2}"/>
                </a:ext>
              </a:extLst>
            </p:cNvPr>
            <p:cNvSpPr/>
            <p:nvPr/>
          </p:nvSpPr>
          <p:spPr>
            <a:xfrm>
              <a:off x="6498667" y="925240"/>
              <a:ext cx="29547" cy="17062"/>
            </a:xfrm>
            <a:custGeom>
              <a:avLst/>
              <a:gdLst>
                <a:gd name="connsiteX0" fmla="*/ 33372 w 33372"/>
                <a:gd name="connsiteY0" fmla="*/ 9636 h 19271"/>
                <a:gd name="connsiteX1" fmla="*/ 16684 w 33372"/>
                <a:gd name="connsiteY1" fmla="*/ 19271 h 19271"/>
                <a:gd name="connsiteX2" fmla="*/ 0 w 33372"/>
                <a:gd name="connsiteY2" fmla="*/ 9636 h 19271"/>
                <a:gd name="connsiteX3" fmla="*/ 16684 w 33372"/>
                <a:gd name="connsiteY3" fmla="*/ 0 h 19271"/>
                <a:gd name="connsiteX4" fmla="*/ 33372 w 33372"/>
                <a:gd name="connsiteY4" fmla="*/ 9636 h 19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72" h="19271">
                  <a:moveTo>
                    <a:pt x="33372" y="9636"/>
                  </a:moveTo>
                  <a:cubicBezTo>
                    <a:pt x="33372" y="14957"/>
                    <a:pt x="25902" y="19271"/>
                    <a:pt x="16684" y="19271"/>
                  </a:cubicBezTo>
                  <a:cubicBezTo>
                    <a:pt x="7470" y="19271"/>
                    <a:pt x="0" y="14957"/>
                    <a:pt x="0" y="9636"/>
                  </a:cubicBezTo>
                  <a:cubicBezTo>
                    <a:pt x="0" y="4314"/>
                    <a:pt x="7470" y="0"/>
                    <a:pt x="16684" y="0"/>
                  </a:cubicBezTo>
                  <a:cubicBezTo>
                    <a:pt x="25902" y="0"/>
                    <a:pt x="33372" y="4314"/>
                    <a:pt x="33372" y="9636"/>
                  </a:cubicBezTo>
                  <a:close/>
                </a:path>
              </a:pathLst>
            </a:custGeom>
            <a:grpFill/>
            <a:ln w="3646" cap="flat">
              <a:noFill/>
              <a:prstDash val="solid"/>
              <a:miter/>
            </a:ln>
          </p:spPr>
          <p:txBody>
            <a:bodyPr rtlCol="0" anchor="ctr"/>
            <a:lstStyle/>
            <a:p>
              <a:endParaRPr lang="en-GR"/>
            </a:p>
          </p:txBody>
        </p:sp>
        <p:sp>
          <p:nvSpPr>
            <p:cNvPr id="44" name="Freeform 43">
              <a:extLst>
                <a:ext uri="{FF2B5EF4-FFF2-40B4-BE49-F238E27FC236}">
                  <a16:creationId xmlns:a16="http://schemas.microsoft.com/office/drawing/2014/main" id="{69320937-CCE8-5F58-5159-0018BBBAACEE}"/>
                </a:ext>
              </a:extLst>
            </p:cNvPr>
            <p:cNvSpPr/>
            <p:nvPr/>
          </p:nvSpPr>
          <p:spPr>
            <a:xfrm>
              <a:off x="6540525" y="925240"/>
              <a:ext cx="29551" cy="17062"/>
            </a:xfrm>
            <a:custGeom>
              <a:avLst/>
              <a:gdLst>
                <a:gd name="connsiteX0" fmla="*/ 16688 w 33376"/>
                <a:gd name="connsiteY0" fmla="*/ 19271 h 19271"/>
                <a:gd name="connsiteX1" fmla="*/ 33376 w 33376"/>
                <a:gd name="connsiteY1" fmla="*/ 9636 h 19271"/>
                <a:gd name="connsiteX2" fmla="*/ 16688 w 33376"/>
                <a:gd name="connsiteY2" fmla="*/ 0 h 19271"/>
                <a:gd name="connsiteX3" fmla="*/ 0 w 33376"/>
                <a:gd name="connsiteY3" fmla="*/ 9636 h 19271"/>
                <a:gd name="connsiteX4" fmla="*/ 16688 w 33376"/>
                <a:gd name="connsiteY4" fmla="*/ 19271 h 19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76" h="19271">
                  <a:moveTo>
                    <a:pt x="16688" y="19271"/>
                  </a:moveTo>
                  <a:cubicBezTo>
                    <a:pt x="25906" y="19271"/>
                    <a:pt x="33376" y="14957"/>
                    <a:pt x="33376" y="9636"/>
                  </a:cubicBezTo>
                  <a:cubicBezTo>
                    <a:pt x="33376" y="4314"/>
                    <a:pt x="25906" y="0"/>
                    <a:pt x="16688" y="0"/>
                  </a:cubicBezTo>
                  <a:cubicBezTo>
                    <a:pt x="7474" y="0"/>
                    <a:pt x="0" y="4314"/>
                    <a:pt x="0" y="9636"/>
                  </a:cubicBezTo>
                  <a:cubicBezTo>
                    <a:pt x="0" y="14957"/>
                    <a:pt x="7474" y="19271"/>
                    <a:pt x="16688" y="19271"/>
                  </a:cubicBezTo>
                  <a:close/>
                </a:path>
              </a:pathLst>
            </a:custGeom>
            <a:grpFill/>
            <a:ln w="3646" cap="flat">
              <a:noFill/>
              <a:prstDash val="solid"/>
              <a:miter/>
            </a:ln>
          </p:spPr>
          <p:txBody>
            <a:bodyPr rtlCol="0" anchor="ctr"/>
            <a:lstStyle/>
            <a:p>
              <a:endParaRPr lang="en-GR"/>
            </a:p>
          </p:txBody>
        </p:sp>
        <p:sp>
          <p:nvSpPr>
            <p:cNvPr id="45" name="Freeform 44">
              <a:extLst>
                <a:ext uri="{FF2B5EF4-FFF2-40B4-BE49-F238E27FC236}">
                  <a16:creationId xmlns:a16="http://schemas.microsoft.com/office/drawing/2014/main" id="{E52F47B7-E367-9099-B996-490E960B7351}"/>
                </a:ext>
              </a:extLst>
            </p:cNvPr>
            <p:cNvSpPr/>
            <p:nvPr/>
          </p:nvSpPr>
          <p:spPr>
            <a:xfrm>
              <a:off x="6540887" y="966376"/>
              <a:ext cx="77211" cy="77226"/>
            </a:xfrm>
            <a:custGeom>
              <a:avLst/>
              <a:gdLst>
                <a:gd name="connsiteX0" fmla="*/ 43605 w 87206"/>
                <a:gd name="connsiteY0" fmla="*/ 0 h 87223"/>
                <a:gd name="connsiteX1" fmla="*/ 0 w 87206"/>
                <a:gd name="connsiteY1" fmla="*/ 43612 h 87223"/>
                <a:gd name="connsiteX2" fmla="*/ 43605 w 87206"/>
                <a:gd name="connsiteY2" fmla="*/ 87223 h 87223"/>
                <a:gd name="connsiteX3" fmla="*/ 87206 w 87206"/>
                <a:gd name="connsiteY3" fmla="*/ 43612 h 87223"/>
                <a:gd name="connsiteX4" fmla="*/ 43605 w 87206"/>
                <a:gd name="connsiteY4" fmla="*/ 0 h 87223"/>
                <a:gd name="connsiteX5" fmla="*/ 35212 w 87206"/>
                <a:gd name="connsiteY5" fmla="*/ 66609 h 87223"/>
                <a:gd name="connsiteX6" fmla="*/ 15991 w 87206"/>
                <a:gd name="connsiteY6" fmla="*/ 46046 h 87223"/>
                <a:gd name="connsiteX7" fmla="*/ 23242 w 87206"/>
                <a:gd name="connsiteY7" fmla="*/ 39239 h 87223"/>
                <a:gd name="connsiteX8" fmla="*/ 35460 w 87206"/>
                <a:gd name="connsiteY8" fmla="*/ 52302 h 87223"/>
                <a:gd name="connsiteX9" fmla="*/ 65504 w 87206"/>
                <a:gd name="connsiteY9" fmla="*/ 22450 h 87223"/>
                <a:gd name="connsiteX10" fmla="*/ 72507 w 87206"/>
                <a:gd name="connsiteY10" fmla="*/ 29505 h 87223"/>
                <a:gd name="connsiteX11" fmla="*/ 35212 w 87206"/>
                <a:gd name="connsiteY11" fmla="*/ 66558 h 87223"/>
                <a:gd name="connsiteX12" fmla="*/ 35212 w 87206"/>
                <a:gd name="connsiteY12" fmla="*/ 66609 h 87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7206" h="87223">
                  <a:moveTo>
                    <a:pt x="43605" y="0"/>
                  </a:moveTo>
                  <a:cubicBezTo>
                    <a:pt x="19516" y="0"/>
                    <a:pt x="0" y="19519"/>
                    <a:pt x="0" y="43612"/>
                  </a:cubicBezTo>
                  <a:cubicBezTo>
                    <a:pt x="0" y="67700"/>
                    <a:pt x="19516" y="87223"/>
                    <a:pt x="43605" y="87223"/>
                  </a:cubicBezTo>
                  <a:cubicBezTo>
                    <a:pt x="67690" y="87223"/>
                    <a:pt x="87206" y="67700"/>
                    <a:pt x="87206" y="43612"/>
                  </a:cubicBezTo>
                  <a:cubicBezTo>
                    <a:pt x="87206" y="19519"/>
                    <a:pt x="67690" y="0"/>
                    <a:pt x="43605" y="0"/>
                  </a:cubicBezTo>
                  <a:close/>
                  <a:moveTo>
                    <a:pt x="35212" y="66609"/>
                  </a:moveTo>
                  <a:lnTo>
                    <a:pt x="15991" y="46046"/>
                  </a:lnTo>
                  <a:lnTo>
                    <a:pt x="23242" y="39239"/>
                  </a:lnTo>
                  <a:lnTo>
                    <a:pt x="35460" y="52302"/>
                  </a:lnTo>
                  <a:lnTo>
                    <a:pt x="65504" y="22450"/>
                  </a:lnTo>
                  <a:lnTo>
                    <a:pt x="72507" y="29505"/>
                  </a:lnTo>
                  <a:lnTo>
                    <a:pt x="35212" y="66558"/>
                  </a:lnTo>
                  <a:lnTo>
                    <a:pt x="35212" y="66609"/>
                  </a:lnTo>
                  <a:close/>
                </a:path>
              </a:pathLst>
            </a:custGeom>
            <a:grpFill/>
            <a:ln w="3646" cap="flat">
              <a:noFill/>
              <a:prstDash val="solid"/>
              <a:miter/>
            </a:ln>
          </p:spPr>
          <p:txBody>
            <a:bodyPr rtlCol="0" anchor="ctr"/>
            <a:lstStyle/>
            <a:p>
              <a:endParaRPr lang="en-GR"/>
            </a:p>
          </p:txBody>
        </p:sp>
        <p:sp>
          <p:nvSpPr>
            <p:cNvPr id="46" name="Freeform 45">
              <a:extLst>
                <a:ext uri="{FF2B5EF4-FFF2-40B4-BE49-F238E27FC236}">
                  <a16:creationId xmlns:a16="http://schemas.microsoft.com/office/drawing/2014/main" id="{1DE734EA-3183-A17B-F0EA-A51E1C83E495}"/>
                </a:ext>
              </a:extLst>
            </p:cNvPr>
            <p:cNvSpPr/>
            <p:nvPr/>
          </p:nvSpPr>
          <p:spPr>
            <a:xfrm>
              <a:off x="6498667" y="954220"/>
              <a:ext cx="29547" cy="17065"/>
            </a:xfrm>
            <a:custGeom>
              <a:avLst/>
              <a:gdLst>
                <a:gd name="connsiteX0" fmla="*/ 16684 w 33372"/>
                <a:gd name="connsiteY0" fmla="*/ 19275 h 19274"/>
                <a:gd name="connsiteX1" fmla="*/ 33372 w 33372"/>
                <a:gd name="connsiteY1" fmla="*/ 9639 h 19274"/>
                <a:gd name="connsiteX2" fmla="*/ 16684 w 33372"/>
                <a:gd name="connsiteY2" fmla="*/ 0 h 19274"/>
                <a:gd name="connsiteX3" fmla="*/ 0 w 33372"/>
                <a:gd name="connsiteY3" fmla="*/ 9639 h 19274"/>
                <a:gd name="connsiteX4" fmla="*/ 16684 w 33372"/>
                <a:gd name="connsiteY4" fmla="*/ 19275 h 19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72" h="19274">
                  <a:moveTo>
                    <a:pt x="16684" y="19275"/>
                  </a:moveTo>
                  <a:cubicBezTo>
                    <a:pt x="25902" y="19275"/>
                    <a:pt x="33372" y="14961"/>
                    <a:pt x="33372" y="9639"/>
                  </a:cubicBezTo>
                  <a:cubicBezTo>
                    <a:pt x="33372" y="4314"/>
                    <a:pt x="25902" y="0"/>
                    <a:pt x="16684" y="0"/>
                  </a:cubicBezTo>
                  <a:cubicBezTo>
                    <a:pt x="7470" y="0"/>
                    <a:pt x="0" y="4314"/>
                    <a:pt x="0" y="9639"/>
                  </a:cubicBezTo>
                  <a:cubicBezTo>
                    <a:pt x="0" y="14961"/>
                    <a:pt x="7470" y="19275"/>
                    <a:pt x="16684" y="19275"/>
                  </a:cubicBezTo>
                  <a:close/>
                </a:path>
              </a:pathLst>
            </a:custGeom>
            <a:grpFill/>
            <a:ln w="3646" cap="flat">
              <a:noFill/>
              <a:prstDash val="solid"/>
              <a:miter/>
            </a:ln>
          </p:spPr>
          <p:txBody>
            <a:bodyPr rtlCol="0" anchor="ctr"/>
            <a:lstStyle/>
            <a:p>
              <a:endParaRPr lang="en-GR"/>
            </a:p>
          </p:txBody>
        </p:sp>
        <p:sp>
          <p:nvSpPr>
            <p:cNvPr id="47" name="Freeform 46">
              <a:extLst>
                <a:ext uri="{FF2B5EF4-FFF2-40B4-BE49-F238E27FC236}">
                  <a16:creationId xmlns:a16="http://schemas.microsoft.com/office/drawing/2014/main" id="{0B01FFDB-27D7-258F-5068-A12FCA468BD5}"/>
                </a:ext>
              </a:extLst>
            </p:cNvPr>
            <p:cNvSpPr/>
            <p:nvPr/>
          </p:nvSpPr>
          <p:spPr>
            <a:xfrm>
              <a:off x="6456806" y="954220"/>
              <a:ext cx="29547" cy="17065"/>
            </a:xfrm>
            <a:custGeom>
              <a:avLst/>
              <a:gdLst>
                <a:gd name="connsiteX0" fmla="*/ 16688 w 33372"/>
                <a:gd name="connsiteY0" fmla="*/ 19275 h 19274"/>
                <a:gd name="connsiteX1" fmla="*/ 33372 w 33372"/>
                <a:gd name="connsiteY1" fmla="*/ 9639 h 19274"/>
                <a:gd name="connsiteX2" fmla="*/ 16688 w 33372"/>
                <a:gd name="connsiteY2" fmla="*/ 0 h 19274"/>
                <a:gd name="connsiteX3" fmla="*/ 0 w 33372"/>
                <a:gd name="connsiteY3" fmla="*/ 9639 h 19274"/>
                <a:gd name="connsiteX4" fmla="*/ 16688 w 33372"/>
                <a:gd name="connsiteY4" fmla="*/ 19275 h 19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72" h="19274">
                  <a:moveTo>
                    <a:pt x="16688" y="19275"/>
                  </a:moveTo>
                  <a:cubicBezTo>
                    <a:pt x="25902" y="19275"/>
                    <a:pt x="33372" y="14961"/>
                    <a:pt x="33372" y="9639"/>
                  </a:cubicBezTo>
                  <a:cubicBezTo>
                    <a:pt x="33372" y="4314"/>
                    <a:pt x="25902" y="0"/>
                    <a:pt x="16688" y="0"/>
                  </a:cubicBezTo>
                  <a:cubicBezTo>
                    <a:pt x="7470" y="0"/>
                    <a:pt x="0" y="4314"/>
                    <a:pt x="0" y="9639"/>
                  </a:cubicBezTo>
                  <a:cubicBezTo>
                    <a:pt x="0" y="14961"/>
                    <a:pt x="7470" y="19275"/>
                    <a:pt x="16688" y="19275"/>
                  </a:cubicBezTo>
                  <a:close/>
                </a:path>
              </a:pathLst>
            </a:custGeom>
            <a:grpFill/>
            <a:ln w="3646" cap="flat">
              <a:noFill/>
              <a:prstDash val="solid"/>
              <a:miter/>
            </a:ln>
          </p:spPr>
          <p:txBody>
            <a:bodyPr rtlCol="0" anchor="ctr"/>
            <a:lstStyle/>
            <a:p>
              <a:endParaRPr lang="en-GR"/>
            </a:p>
          </p:txBody>
        </p:sp>
      </p:grpSp>
      <p:grpSp>
        <p:nvGrpSpPr>
          <p:cNvPr id="48" name="Group 47">
            <a:extLst>
              <a:ext uri="{FF2B5EF4-FFF2-40B4-BE49-F238E27FC236}">
                <a16:creationId xmlns:a16="http://schemas.microsoft.com/office/drawing/2014/main" id="{FB5E569C-5CFC-D5D5-93DB-9A7DB97575C9}"/>
              </a:ext>
            </a:extLst>
          </p:cNvPr>
          <p:cNvGrpSpPr/>
          <p:nvPr/>
        </p:nvGrpSpPr>
        <p:grpSpPr>
          <a:xfrm>
            <a:off x="9983027" y="1693557"/>
            <a:ext cx="1112788" cy="1195334"/>
            <a:chOff x="4426883" y="3849294"/>
            <a:chExt cx="187369" cy="201268"/>
          </a:xfrm>
          <a:solidFill>
            <a:schemeClr val="accent3"/>
          </a:solidFill>
        </p:grpSpPr>
        <p:sp>
          <p:nvSpPr>
            <p:cNvPr id="49" name="Freeform 48">
              <a:extLst>
                <a:ext uri="{FF2B5EF4-FFF2-40B4-BE49-F238E27FC236}">
                  <a16:creationId xmlns:a16="http://schemas.microsoft.com/office/drawing/2014/main" id="{15FDD041-D631-144C-4BC8-21230F15FEB0}"/>
                </a:ext>
              </a:extLst>
            </p:cNvPr>
            <p:cNvSpPr/>
            <p:nvPr/>
          </p:nvSpPr>
          <p:spPr>
            <a:xfrm>
              <a:off x="4484518" y="3849294"/>
              <a:ext cx="129734" cy="200259"/>
            </a:xfrm>
            <a:custGeom>
              <a:avLst/>
              <a:gdLst>
                <a:gd name="connsiteX0" fmla="*/ 36646 w 146528"/>
                <a:gd name="connsiteY0" fmla="*/ 0 h 226182"/>
                <a:gd name="connsiteX1" fmla="*/ 109883 w 146528"/>
                <a:gd name="connsiteY1" fmla="*/ 0 h 226182"/>
                <a:gd name="connsiteX2" fmla="*/ 146529 w 146528"/>
                <a:gd name="connsiteY2" fmla="*/ 21169 h 226182"/>
                <a:gd name="connsiteX3" fmla="*/ 146529 w 146528"/>
                <a:gd name="connsiteY3" fmla="*/ 205010 h 226182"/>
                <a:gd name="connsiteX4" fmla="*/ 109883 w 146528"/>
                <a:gd name="connsiteY4" fmla="*/ 226179 h 226182"/>
                <a:gd name="connsiteX5" fmla="*/ 36646 w 146528"/>
                <a:gd name="connsiteY5" fmla="*/ 226179 h 226182"/>
                <a:gd name="connsiteX6" fmla="*/ 22479 w 146528"/>
                <a:gd name="connsiteY6" fmla="*/ 224135 h 226182"/>
                <a:gd name="connsiteX7" fmla="*/ 64417 w 146528"/>
                <a:gd name="connsiteY7" fmla="*/ 179169 h 226182"/>
                <a:gd name="connsiteX8" fmla="*/ 123878 w 146528"/>
                <a:gd name="connsiteY8" fmla="*/ 179169 h 226182"/>
                <a:gd name="connsiteX9" fmla="*/ 123878 w 146528"/>
                <a:gd name="connsiteY9" fmla="*/ 24308 h 226182"/>
                <a:gd name="connsiteX10" fmla="*/ 23333 w 146528"/>
                <a:gd name="connsiteY10" fmla="*/ 24308 h 226182"/>
                <a:gd name="connsiteX11" fmla="*/ 23333 w 146528"/>
                <a:gd name="connsiteY11" fmla="*/ 122999 h 226182"/>
                <a:gd name="connsiteX12" fmla="*/ 0 w 146528"/>
                <a:gd name="connsiteY12" fmla="*/ 138255 h 226182"/>
                <a:gd name="connsiteX13" fmla="*/ 0 w 146528"/>
                <a:gd name="connsiteY13" fmla="*/ 21169 h 226182"/>
                <a:gd name="connsiteX14" fmla="*/ 36646 w 146528"/>
                <a:gd name="connsiteY14" fmla="*/ 0 h 226182"/>
                <a:gd name="connsiteX15" fmla="*/ 55651 w 146528"/>
                <a:gd name="connsiteY15" fmla="*/ 203732 h 226182"/>
                <a:gd name="connsiteX16" fmla="*/ 73007 w 146528"/>
                <a:gd name="connsiteY16" fmla="*/ 213769 h 226182"/>
                <a:gd name="connsiteX17" fmla="*/ 90363 w 146528"/>
                <a:gd name="connsiteY17" fmla="*/ 203732 h 226182"/>
                <a:gd name="connsiteX18" fmla="*/ 73007 w 146528"/>
                <a:gd name="connsiteY18" fmla="*/ 193732 h 226182"/>
                <a:gd name="connsiteX19" fmla="*/ 55651 w 146528"/>
                <a:gd name="connsiteY19" fmla="*/ 203732 h 226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6528" h="226182">
                  <a:moveTo>
                    <a:pt x="36646" y="0"/>
                  </a:moveTo>
                  <a:lnTo>
                    <a:pt x="109883" y="0"/>
                  </a:lnTo>
                  <a:cubicBezTo>
                    <a:pt x="130140" y="0"/>
                    <a:pt x="146529" y="9453"/>
                    <a:pt x="146529" y="21169"/>
                  </a:cubicBezTo>
                  <a:lnTo>
                    <a:pt x="146529" y="205010"/>
                  </a:lnTo>
                  <a:cubicBezTo>
                    <a:pt x="146529" y="216653"/>
                    <a:pt x="130081" y="226179"/>
                    <a:pt x="109883" y="226179"/>
                  </a:cubicBezTo>
                  <a:lnTo>
                    <a:pt x="36646" y="226179"/>
                  </a:lnTo>
                  <a:cubicBezTo>
                    <a:pt x="32278" y="226179"/>
                    <a:pt x="26391" y="226362"/>
                    <a:pt x="22479" y="224135"/>
                  </a:cubicBezTo>
                  <a:cubicBezTo>
                    <a:pt x="40062" y="208295"/>
                    <a:pt x="64187" y="179462"/>
                    <a:pt x="64417" y="179169"/>
                  </a:cubicBezTo>
                  <a:lnTo>
                    <a:pt x="123878" y="179169"/>
                  </a:lnTo>
                  <a:lnTo>
                    <a:pt x="123878" y="24308"/>
                  </a:lnTo>
                  <a:lnTo>
                    <a:pt x="23333" y="24308"/>
                  </a:lnTo>
                  <a:lnTo>
                    <a:pt x="23333" y="122999"/>
                  </a:lnTo>
                  <a:cubicBezTo>
                    <a:pt x="20202" y="125261"/>
                    <a:pt x="0" y="138255"/>
                    <a:pt x="0" y="138255"/>
                  </a:cubicBezTo>
                  <a:lnTo>
                    <a:pt x="0" y="21169"/>
                  </a:lnTo>
                  <a:cubicBezTo>
                    <a:pt x="0" y="9489"/>
                    <a:pt x="16447" y="0"/>
                    <a:pt x="36646" y="0"/>
                  </a:cubicBezTo>
                  <a:close/>
                  <a:moveTo>
                    <a:pt x="55651" y="203732"/>
                  </a:moveTo>
                  <a:cubicBezTo>
                    <a:pt x="55651" y="209280"/>
                    <a:pt x="63450" y="213769"/>
                    <a:pt x="73007" y="213769"/>
                  </a:cubicBezTo>
                  <a:cubicBezTo>
                    <a:pt x="82623" y="213769"/>
                    <a:pt x="90363" y="209280"/>
                    <a:pt x="90363" y="203732"/>
                  </a:cubicBezTo>
                  <a:cubicBezTo>
                    <a:pt x="90363" y="198222"/>
                    <a:pt x="82623" y="193732"/>
                    <a:pt x="73007" y="193732"/>
                  </a:cubicBezTo>
                  <a:cubicBezTo>
                    <a:pt x="63391" y="193732"/>
                    <a:pt x="55651" y="198222"/>
                    <a:pt x="55651" y="203732"/>
                  </a:cubicBezTo>
                  <a:close/>
                </a:path>
              </a:pathLst>
            </a:custGeom>
            <a:grpFill/>
            <a:ln w="3646" cap="flat">
              <a:noFill/>
              <a:prstDash val="solid"/>
              <a:miter/>
            </a:ln>
          </p:spPr>
          <p:txBody>
            <a:bodyPr rtlCol="0" anchor="ctr"/>
            <a:lstStyle/>
            <a:p>
              <a:endParaRPr lang="en-GR"/>
            </a:p>
          </p:txBody>
        </p:sp>
        <p:sp>
          <p:nvSpPr>
            <p:cNvPr id="50" name="Freeform 49">
              <a:extLst>
                <a:ext uri="{FF2B5EF4-FFF2-40B4-BE49-F238E27FC236}">
                  <a16:creationId xmlns:a16="http://schemas.microsoft.com/office/drawing/2014/main" id="{FC746187-E69A-CE7A-4A6D-9EA38910F02B}"/>
                </a:ext>
              </a:extLst>
            </p:cNvPr>
            <p:cNvSpPr/>
            <p:nvPr/>
          </p:nvSpPr>
          <p:spPr>
            <a:xfrm>
              <a:off x="4426883" y="3889042"/>
              <a:ext cx="115985" cy="161520"/>
            </a:xfrm>
            <a:custGeom>
              <a:avLst/>
              <a:gdLst>
                <a:gd name="connsiteX0" fmla="*/ 130421 w 130999"/>
                <a:gd name="connsiteY0" fmla="*/ 98983 h 182428"/>
                <a:gd name="connsiteX1" fmla="*/ 123480 w 130999"/>
                <a:gd name="connsiteY1" fmla="*/ 117597 h 182428"/>
                <a:gd name="connsiteX2" fmla="*/ 123422 w 130999"/>
                <a:gd name="connsiteY2" fmla="*/ 117670 h 182428"/>
                <a:gd name="connsiteX3" fmla="*/ 63504 w 130999"/>
                <a:gd name="connsiteY3" fmla="*/ 178622 h 182428"/>
                <a:gd name="connsiteX4" fmla="*/ 23443 w 130999"/>
                <a:gd name="connsiteY4" fmla="*/ 181396 h 182428"/>
                <a:gd name="connsiteX5" fmla="*/ 0 w 130999"/>
                <a:gd name="connsiteY5" fmla="*/ 142233 h 182428"/>
                <a:gd name="connsiteX6" fmla="*/ 0 w 130999"/>
                <a:gd name="connsiteY6" fmla="*/ 64090 h 182428"/>
                <a:gd name="connsiteX7" fmla="*/ 18378 w 130999"/>
                <a:gd name="connsiteY7" fmla="*/ 29636 h 182428"/>
                <a:gd name="connsiteX8" fmla="*/ 49108 w 130999"/>
                <a:gd name="connsiteY8" fmla="*/ 0 h 182428"/>
                <a:gd name="connsiteX9" fmla="*/ 49108 w 130999"/>
                <a:gd name="connsiteY9" fmla="*/ 97888 h 182428"/>
                <a:gd name="connsiteX10" fmla="*/ 65665 w 130999"/>
                <a:gd name="connsiteY10" fmla="*/ 110370 h 182428"/>
                <a:gd name="connsiteX11" fmla="*/ 103621 w 130999"/>
                <a:gd name="connsiteY11" fmla="*/ 87778 h 182428"/>
                <a:gd name="connsiteX12" fmla="*/ 130421 w 130999"/>
                <a:gd name="connsiteY12" fmla="*/ 98983 h 182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0999" h="182428">
                  <a:moveTo>
                    <a:pt x="130421" y="98983"/>
                  </a:moveTo>
                  <a:cubicBezTo>
                    <a:pt x="132413" y="104859"/>
                    <a:pt x="129056" y="110662"/>
                    <a:pt x="123480" y="117597"/>
                  </a:cubicBezTo>
                  <a:lnTo>
                    <a:pt x="123422" y="117670"/>
                  </a:lnTo>
                  <a:cubicBezTo>
                    <a:pt x="120863" y="120845"/>
                    <a:pt x="81827" y="167745"/>
                    <a:pt x="63504" y="178622"/>
                  </a:cubicBezTo>
                  <a:cubicBezTo>
                    <a:pt x="52360" y="185045"/>
                    <a:pt x="35759" y="181396"/>
                    <a:pt x="23443" y="181396"/>
                  </a:cubicBezTo>
                  <a:cubicBezTo>
                    <a:pt x="10528" y="181396"/>
                    <a:pt x="0" y="163876"/>
                    <a:pt x="0" y="142233"/>
                  </a:cubicBezTo>
                  <a:lnTo>
                    <a:pt x="0" y="64090"/>
                  </a:lnTo>
                  <a:cubicBezTo>
                    <a:pt x="0" y="46170"/>
                    <a:pt x="9806" y="37374"/>
                    <a:pt x="18378" y="29636"/>
                  </a:cubicBezTo>
                  <a:cubicBezTo>
                    <a:pt x="28961" y="20147"/>
                    <a:pt x="38646" y="9672"/>
                    <a:pt x="49108" y="0"/>
                  </a:cubicBezTo>
                  <a:lnTo>
                    <a:pt x="49108" y="97888"/>
                  </a:lnTo>
                  <a:cubicBezTo>
                    <a:pt x="49108" y="107414"/>
                    <a:pt x="56458" y="113400"/>
                    <a:pt x="65665" y="110370"/>
                  </a:cubicBezTo>
                  <a:cubicBezTo>
                    <a:pt x="68683" y="109348"/>
                    <a:pt x="96906" y="92158"/>
                    <a:pt x="103621" y="87778"/>
                  </a:cubicBezTo>
                  <a:cubicBezTo>
                    <a:pt x="114032" y="80953"/>
                    <a:pt x="125301" y="84128"/>
                    <a:pt x="130421" y="98983"/>
                  </a:cubicBezTo>
                  <a:close/>
                </a:path>
              </a:pathLst>
            </a:custGeom>
            <a:grpFill/>
            <a:ln w="3646" cap="flat">
              <a:noFill/>
              <a:prstDash val="solid"/>
              <a:miter/>
            </a:ln>
          </p:spPr>
          <p:txBody>
            <a:bodyPr rtlCol="0" anchor="ctr"/>
            <a:lstStyle/>
            <a:p>
              <a:endParaRPr lang="en-GR"/>
            </a:p>
          </p:txBody>
        </p:sp>
      </p:grpSp>
      <p:sp>
        <p:nvSpPr>
          <p:cNvPr id="53" name="Text Placeholder 2">
            <a:extLst>
              <a:ext uri="{FF2B5EF4-FFF2-40B4-BE49-F238E27FC236}">
                <a16:creationId xmlns:a16="http://schemas.microsoft.com/office/drawing/2014/main" id="{B4155E08-DEE3-CBF2-6EC4-FD422A3821AE}"/>
              </a:ext>
            </a:extLst>
          </p:cNvPr>
          <p:cNvSpPr txBox="1">
            <a:spLocks/>
          </p:cNvSpPr>
          <p:nvPr/>
        </p:nvSpPr>
        <p:spPr>
          <a:xfrm>
            <a:off x="6482130" y="3563352"/>
            <a:ext cx="2195327" cy="1847750"/>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600"/>
              </a:spcBef>
              <a:buClr>
                <a:srgbClr val="047A85"/>
              </a:buClr>
              <a:buNone/>
              <a:tabLst>
                <a:tab pos="352425" algn="l"/>
              </a:tabLst>
              <a:defRPr/>
            </a:pPr>
            <a:r>
              <a:rPr lang="en-GB" sz="1200" b="1" err="1">
                <a:solidFill>
                  <a:srgbClr val="003841"/>
                </a:solidFill>
                <a:latin typeface="Aptos SemiBold" panose="020B0004020202020204" pitchFamily="34" charset="0"/>
              </a:rPr>
              <a:t>Elist</a:t>
            </a:r>
            <a:r>
              <a:rPr lang="en-GB" sz="1200" b="1">
                <a:solidFill>
                  <a:srgbClr val="003841"/>
                </a:solidFill>
                <a:latin typeface="Aptos SemiBold" panose="020B0004020202020204" pitchFamily="34" charset="0"/>
              </a:rPr>
              <a:t> </a:t>
            </a:r>
            <a:r>
              <a:rPr lang="en-GB" sz="1200" b="1" err="1">
                <a:solidFill>
                  <a:srgbClr val="003841"/>
                </a:solidFill>
                <a:latin typeface="Aptos SemiBold" panose="020B0004020202020204" pitchFamily="34" charset="0"/>
              </a:rPr>
              <a:t>sed</a:t>
            </a:r>
            <a:r>
              <a:rPr lang="en-GB" sz="1200" b="1">
                <a:solidFill>
                  <a:srgbClr val="003841"/>
                </a:solidFill>
                <a:latin typeface="Aptos SemiBold" panose="020B0004020202020204" pitchFamily="34" charset="0"/>
              </a:rPr>
              <a:t> </a:t>
            </a:r>
            <a:r>
              <a:rPr lang="en-GB" sz="1200" b="1" err="1">
                <a:solidFill>
                  <a:srgbClr val="003841"/>
                </a:solidFill>
                <a:latin typeface="Aptos SemiBold" panose="020B0004020202020204" pitchFamily="34" charset="0"/>
              </a:rPr>
              <a:t>aliquia</a:t>
            </a:r>
            <a:endParaRPr lang="en-GB" sz="1200">
              <a:solidFill>
                <a:srgbClr val="003841"/>
              </a:solidFill>
            </a:endParaRPr>
          </a:p>
          <a:p>
            <a:pPr marL="0" indent="0">
              <a:lnSpc>
                <a:spcPct val="110000"/>
              </a:lnSpc>
              <a:spcBef>
                <a:spcPts val="600"/>
              </a:spcBef>
              <a:buClr>
                <a:srgbClr val="047A85"/>
              </a:buClr>
              <a:buNone/>
              <a:tabLst>
                <a:tab pos="352425" algn="l"/>
              </a:tabLst>
              <a:defRPr/>
            </a:pPr>
            <a:r>
              <a:rPr lang="en-GB" sz="1200">
                <a:solidFill>
                  <a:schemeClr val="tx1">
                    <a:lumMod val="65000"/>
                    <a:lumOff val="35000"/>
                  </a:schemeClr>
                </a:solidFill>
              </a:rPr>
              <a:t>Ad minim </a:t>
            </a:r>
            <a:r>
              <a:rPr lang="en-GB" sz="1200" err="1">
                <a:solidFill>
                  <a:schemeClr val="tx1">
                    <a:lumMod val="65000"/>
                    <a:lumOff val="35000"/>
                  </a:schemeClr>
                </a:solidFill>
              </a:rPr>
              <a:t>veniam</a:t>
            </a:r>
            <a:r>
              <a:rPr lang="en-GB" sz="1200">
                <a:solidFill>
                  <a:schemeClr val="tx1">
                    <a:lumMod val="65000"/>
                    <a:lumOff val="35000"/>
                  </a:schemeClr>
                </a:solidFill>
              </a:rPr>
              <a:t>, </a:t>
            </a:r>
            <a:r>
              <a:rPr lang="en-GB" sz="1200" err="1">
                <a:solidFill>
                  <a:schemeClr val="tx1">
                    <a:lumMod val="65000"/>
                    <a:lumOff val="35000"/>
                  </a:schemeClr>
                </a:solidFill>
              </a:rPr>
              <a:t>quis</a:t>
            </a:r>
            <a:r>
              <a:rPr lang="en-GB" sz="1200">
                <a:solidFill>
                  <a:schemeClr val="tx1">
                    <a:lumMod val="65000"/>
                    <a:lumOff val="35000"/>
                  </a:schemeClr>
                </a:solidFill>
              </a:rPr>
              <a:t> </a:t>
            </a:r>
            <a:r>
              <a:rPr lang="en-GB" sz="1200" err="1">
                <a:solidFill>
                  <a:schemeClr val="tx1">
                    <a:lumMod val="65000"/>
                    <a:lumOff val="35000"/>
                  </a:schemeClr>
                </a:solidFill>
              </a:rPr>
              <a:t>nostrud</a:t>
            </a:r>
            <a:r>
              <a:rPr lang="en-GB" sz="1200">
                <a:solidFill>
                  <a:schemeClr val="tx1">
                    <a:lumMod val="65000"/>
                    <a:lumOff val="35000"/>
                  </a:schemeClr>
                </a:solidFill>
              </a:rPr>
              <a:t> exercitation </a:t>
            </a:r>
            <a:r>
              <a:rPr lang="en-GB" sz="1200" err="1">
                <a:solidFill>
                  <a:schemeClr val="tx1">
                    <a:lumMod val="65000"/>
                    <a:lumOff val="35000"/>
                  </a:schemeClr>
                </a:solidFill>
              </a:rPr>
              <a:t>ea</a:t>
            </a:r>
            <a:r>
              <a:rPr lang="en-GB" sz="1200">
                <a:solidFill>
                  <a:schemeClr val="tx1">
                    <a:lumMod val="65000"/>
                    <a:lumOff val="35000"/>
                  </a:schemeClr>
                </a:solidFill>
              </a:rPr>
              <a:t> </a:t>
            </a:r>
            <a:r>
              <a:rPr lang="en-GB" sz="1200" err="1">
                <a:solidFill>
                  <a:schemeClr val="tx1">
                    <a:lumMod val="65000"/>
                    <a:lumOff val="35000"/>
                  </a:schemeClr>
                </a:solidFill>
              </a:rPr>
              <a:t>commodo</a:t>
            </a:r>
            <a:r>
              <a:rPr lang="en-GB" sz="1200">
                <a:solidFill>
                  <a:schemeClr val="tx1">
                    <a:lumMod val="65000"/>
                    <a:lumOff val="35000"/>
                  </a:schemeClr>
                </a:solidFill>
              </a:rPr>
              <a:t> </a:t>
            </a:r>
            <a:r>
              <a:rPr lang="en-GB" sz="1200" err="1">
                <a:solidFill>
                  <a:schemeClr val="tx1">
                    <a:lumMod val="65000"/>
                    <a:lumOff val="35000"/>
                  </a:schemeClr>
                </a:solidFill>
              </a:rPr>
              <a:t>aute</a:t>
            </a:r>
            <a:r>
              <a:rPr lang="en-GB" sz="1200">
                <a:solidFill>
                  <a:schemeClr val="tx1">
                    <a:lumMod val="65000"/>
                    <a:lumOff val="35000"/>
                  </a:schemeClr>
                </a:solidFill>
              </a:rPr>
              <a:t> </a:t>
            </a:r>
            <a:r>
              <a:rPr lang="en-GB" sz="1200" err="1">
                <a:solidFill>
                  <a:schemeClr val="tx1">
                    <a:lumMod val="65000"/>
                    <a:lumOff val="35000"/>
                  </a:schemeClr>
                </a:solidFill>
              </a:rPr>
              <a:t>irure</a:t>
            </a:r>
            <a:r>
              <a:rPr lang="en-GB" sz="1200">
                <a:solidFill>
                  <a:schemeClr val="tx1">
                    <a:lumMod val="65000"/>
                    <a:lumOff val="35000"/>
                  </a:schemeClr>
                </a:solidFill>
              </a:rPr>
              <a:t> </a:t>
            </a:r>
            <a:r>
              <a:rPr lang="en-GB" sz="1200" err="1">
                <a:solidFill>
                  <a:schemeClr val="tx1">
                    <a:lumMod val="65000"/>
                    <a:lumOff val="35000"/>
                  </a:schemeClr>
                </a:solidFill>
              </a:rPr>
              <a:t>dolor</a:t>
            </a:r>
            <a:r>
              <a:rPr lang="en-GB" sz="1200">
                <a:solidFill>
                  <a:schemeClr val="tx1">
                    <a:lumMod val="65000"/>
                    <a:lumOff val="35000"/>
                  </a:schemeClr>
                </a:solidFill>
              </a:rPr>
              <a:t> in </a:t>
            </a:r>
            <a:r>
              <a:rPr lang="en-GB" sz="1200" err="1">
                <a:solidFill>
                  <a:schemeClr val="tx1">
                    <a:lumMod val="65000"/>
                    <a:lumOff val="35000"/>
                  </a:schemeClr>
                </a:solidFill>
              </a:rPr>
              <a:t>esse</a:t>
            </a:r>
            <a:r>
              <a:rPr lang="en-GB" sz="1200">
                <a:solidFill>
                  <a:schemeClr val="tx1">
                    <a:lumMod val="65000"/>
                    <a:lumOff val="35000"/>
                  </a:schemeClr>
                </a:solidFill>
              </a:rPr>
              <a:t>. </a:t>
            </a:r>
          </a:p>
          <a:p>
            <a:pPr marL="0" indent="0">
              <a:lnSpc>
                <a:spcPct val="110000"/>
              </a:lnSpc>
              <a:spcBef>
                <a:spcPts val="600"/>
              </a:spcBef>
              <a:buClr>
                <a:srgbClr val="047A85"/>
              </a:buClr>
              <a:buNone/>
              <a:tabLst>
                <a:tab pos="352425" algn="l"/>
              </a:tabLst>
              <a:defRPr/>
            </a:pPr>
            <a:r>
              <a:rPr lang="en-GB" sz="1200" err="1">
                <a:solidFill>
                  <a:schemeClr val="tx1">
                    <a:lumMod val="65000"/>
                    <a:lumOff val="35000"/>
                  </a:schemeClr>
                </a:solidFill>
              </a:rPr>
              <a:t>Elit</a:t>
            </a:r>
            <a:r>
              <a:rPr lang="en-GB" sz="1200">
                <a:solidFill>
                  <a:schemeClr val="tx1">
                    <a:lumMod val="65000"/>
                    <a:lumOff val="35000"/>
                  </a:schemeClr>
                </a:solidFill>
              </a:rPr>
              <a:t> </a:t>
            </a:r>
            <a:r>
              <a:rPr lang="en-GB" sz="1200" err="1">
                <a:solidFill>
                  <a:schemeClr val="tx1">
                    <a:lumMod val="65000"/>
                    <a:lumOff val="35000"/>
                  </a:schemeClr>
                </a:solidFill>
              </a:rPr>
              <a:t>sed</a:t>
            </a:r>
            <a:r>
              <a:rPr lang="en-GB" sz="1200">
                <a:solidFill>
                  <a:schemeClr val="tx1">
                    <a:lumMod val="65000"/>
                    <a:lumOff val="35000"/>
                  </a:schemeClr>
                </a:solidFill>
              </a:rPr>
              <a:t> do </a:t>
            </a:r>
            <a:r>
              <a:rPr lang="en-GB" sz="1200" err="1">
                <a:solidFill>
                  <a:schemeClr val="tx1">
                    <a:lumMod val="65000"/>
                    <a:lumOff val="35000"/>
                  </a:schemeClr>
                </a:solidFill>
              </a:rPr>
              <a:t>eiusmod</a:t>
            </a:r>
            <a:r>
              <a:rPr lang="en-GB" sz="1200">
                <a:solidFill>
                  <a:schemeClr val="tx1">
                    <a:lumMod val="65000"/>
                    <a:lumOff val="35000"/>
                  </a:schemeClr>
                </a:solidFill>
              </a:rPr>
              <a:t> </a:t>
            </a:r>
            <a:r>
              <a:rPr lang="en-GB" sz="1200" err="1">
                <a:solidFill>
                  <a:schemeClr val="tx1">
                    <a:lumMod val="65000"/>
                    <a:lumOff val="35000"/>
                  </a:schemeClr>
                </a:solidFill>
              </a:rPr>
              <a:t>tempor</a:t>
            </a:r>
            <a:r>
              <a:rPr lang="en-GB" sz="1200">
                <a:solidFill>
                  <a:schemeClr val="tx1">
                    <a:lumMod val="65000"/>
                    <a:lumOff val="35000"/>
                  </a:schemeClr>
                </a:solidFill>
              </a:rPr>
              <a:t> </a:t>
            </a:r>
            <a:r>
              <a:rPr lang="en-GB" sz="1200" err="1">
                <a:solidFill>
                  <a:schemeClr val="tx1">
                    <a:lumMod val="65000"/>
                    <a:lumOff val="35000"/>
                  </a:schemeClr>
                </a:solidFill>
              </a:rPr>
              <a:t>incididunt</a:t>
            </a:r>
            <a:r>
              <a:rPr lang="en-GB" sz="1200">
                <a:solidFill>
                  <a:schemeClr val="tx1">
                    <a:lumMod val="65000"/>
                    <a:lumOff val="35000"/>
                  </a:schemeClr>
                </a:solidFill>
              </a:rPr>
              <a:t> </a:t>
            </a:r>
            <a:r>
              <a:rPr lang="en-GB" sz="1200" err="1">
                <a:solidFill>
                  <a:schemeClr val="tx1">
                    <a:lumMod val="65000"/>
                    <a:lumOff val="35000"/>
                  </a:schemeClr>
                </a:solidFill>
              </a:rPr>
              <a:t>ut</a:t>
            </a:r>
            <a:r>
              <a:rPr lang="en-GB" sz="1200">
                <a:solidFill>
                  <a:schemeClr val="tx1">
                    <a:lumMod val="65000"/>
                    <a:lumOff val="35000"/>
                  </a:schemeClr>
                </a:solidFill>
              </a:rPr>
              <a:t> </a:t>
            </a:r>
            <a:r>
              <a:rPr lang="en-GB" sz="1200" err="1">
                <a:solidFill>
                  <a:schemeClr val="tx1">
                    <a:lumMod val="65000"/>
                    <a:lumOff val="35000"/>
                  </a:schemeClr>
                </a:solidFill>
              </a:rPr>
              <a:t>aliqua</a:t>
            </a:r>
            <a:r>
              <a:rPr lang="en-GB" sz="1200">
                <a:solidFill>
                  <a:schemeClr val="tx1">
                    <a:lumMod val="65000"/>
                    <a:lumOff val="35000"/>
                  </a:schemeClr>
                </a:solidFill>
              </a:rPr>
              <a:t>. </a:t>
            </a:r>
          </a:p>
          <a:p>
            <a:pPr marL="0" indent="0">
              <a:lnSpc>
                <a:spcPct val="110000"/>
              </a:lnSpc>
              <a:spcBef>
                <a:spcPts val="600"/>
              </a:spcBef>
              <a:buClr>
                <a:srgbClr val="047A85"/>
              </a:buClr>
              <a:buNone/>
              <a:tabLst>
                <a:tab pos="352425" algn="l"/>
              </a:tabLst>
              <a:defRPr/>
            </a:pPr>
            <a:r>
              <a:rPr lang="en-GB" sz="1200">
                <a:solidFill>
                  <a:schemeClr val="tx1">
                    <a:lumMod val="65000"/>
                    <a:lumOff val="35000"/>
                  </a:schemeClr>
                </a:solidFill>
              </a:rPr>
              <a:t>Nostro exercitation </a:t>
            </a:r>
            <a:r>
              <a:rPr lang="en-GB" sz="1200" err="1">
                <a:solidFill>
                  <a:schemeClr val="tx1">
                    <a:lumMod val="65000"/>
                    <a:lumOff val="35000"/>
                  </a:schemeClr>
                </a:solidFill>
              </a:rPr>
              <a:t>ullamco</a:t>
            </a:r>
            <a:r>
              <a:rPr lang="en-GB" sz="1200">
                <a:solidFill>
                  <a:schemeClr val="tx1">
                    <a:lumMod val="65000"/>
                    <a:lumOff val="35000"/>
                  </a:schemeClr>
                </a:solidFill>
              </a:rPr>
              <a:t> </a:t>
            </a:r>
            <a:r>
              <a:rPr lang="en-GB" sz="1200" err="1">
                <a:solidFill>
                  <a:schemeClr val="tx1">
                    <a:lumMod val="65000"/>
                    <a:lumOff val="35000"/>
                  </a:schemeClr>
                </a:solidFill>
              </a:rPr>
              <a:t>laboris</a:t>
            </a:r>
            <a:r>
              <a:rPr lang="en-GB" sz="1200">
                <a:solidFill>
                  <a:schemeClr val="tx1">
                    <a:lumMod val="65000"/>
                    <a:lumOff val="35000"/>
                  </a:schemeClr>
                </a:solidFill>
              </a:rPr>
              <a:t> nisi </a:t>
            </a:r>
            <a:r>
              <a:rPr lang="en-GB" sz="1200" err="1">
                <a:solidFill>
                  <a:schemeClr val="tx1">
                    <a:lumMod val="65000"/>
                    <a:lumOff val="35000"/>
                  </a:schemeClr>
                </a:solidFill>
              </a:rPr>
              <a:t>ut</a:t>
            </a:r>
            <a:r>
              <a:rPr lang="en-GB" sz="1200">
                <a:solidFill>
                  <a:schemeClr val="tx1">
                    <a:lumMod val="65000"/>
                    <a:lumOff val="35000"/>
                  </a:schemeClr>
                </a:solidFill>
              </a:rPr>
              <a:t> </a:t>
            </a:r>
            <a:r>
              <a:rPr lang="en-GB" sz="1200" err="1">
                <a:solidFill>
                  <a:schemeClr val="tx1">
                    <a:lumMod val="65000"/>
                    <a:lumOff val="35000"/>
                  </a:schemeClr>
                </a:solidFill>
              </a:rPr>
              <a:t>aliquip</a:t>
            </a:r>
            <a:r>
              <a:rPr lang="en-GB" sz="1200">
                <a:solidFill>
                  <a:schemeClr val="tx1">
                    <a:lumMod val="65000"/>
                    <a:lumOff val="35000"/>
                  </a:schemeClr>
                </a:solidFill>
              </a:rPr>
              <a:t>.</a:t>
            </a:r>
          </a:p>
        </p:txBody>
      </p:sp>
      <p:sp>
        <p:nvSpPr>
          <p:cNvPr id="8" name="Text Placeholder 7">
            <a:extLst>
              <a:ext uri="{FF2B5EF4-FFF2-40B4-BE49-F238E27FC236}">
                <a16:creationId xmlns:a16="http://schemas.microsoft.com/office/drawing/2014/main" id="{8F903A6D-1CB0-5EA0-C77E-F74916FC2951}"/>
              </a:ext>
            </a:extLst>
          </p:cNvPr>
          <p:cNvSpPr>
            <a:spLocks noGrp="1"/>
          </p:cNvSpPr>
          <p:nvPr>
            <p:ph type="body" sz="quarter" idx="25"/>
          </p:nvPr>
        </p:nvSpPr>
        <p:spPr>
          <a:xfrm>
            <a:off x="332318" y="741496"/>
            <a:ext cx="11531549" cy="334515"/>
          </a:xfrm>
        </p:spPr>
        <p:txBody>
          <a:bodyPr/>
          <a:lstStyle/>
          <a:p>
            <a:r>
              <a:rPr lang="en-GR"/>
              <a:t>Infographic</a:t>
            </a:r>
          </a:p>
        </p:txBody>
      </p:sp>
    </p:spTree>
    <p:extLst>
      <p:ext uri="{BB962C8B-B14F-4D97-AF65-F5344CB8AC3E}">
        <p14:creationId xmlns:p14="http://schemas.microsoft.com/office/powerpoint/2010/main" val="3416437871"/>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3707ADD8-E8F2-E8F3-1157-5DD32D04059E}"/>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180</a:t>
            </a:fld>
            <a:endParaRPr lang="en-GR"/>
          </a:p>
        </p:txBody>
      </p:sp>
      <p:sp>
        <p:nvSpPr>
          <p:cNvPr id="2" name="Rectangle 1">
            <a:extLst>
              <a:ext uri="{FF2B5EF4-FFF2-40B4-BE49-F238E27FC236}">
                <a16:creationId xmlns:a16="http://schemas.microsoft.com/office/drawing/2014/main" id="{7A708564-2DEE-438F-4A5A-09E93E09F210}"/>
              </a:ext>
            </a:extLst>
          </p:cNvPr>
          <p:cNvSpPr/>
          <p:nvPr/>
        </p:nvSpPr>
        <p:spPr>
          <a:xfrm>
            <a:off x="319799" y="3983628"/>
            <a:ext cx="11527200" cy="2340000"/>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3" name="Rectangle 2">
            <a:extLst>
              <a:ext uri="{FF2B5EF4-FFF2-40B4-BE49-F238E27FC236}">
                <a16:creationId xmlns:a16="http://schemas.microsoft.com/office/drawing/2014/main" id="{6F3F0993-9276-074F-69C3-D3A2AD9453F6}"/>
              </a:ext>
            </a:extLst>
          </p:cNvPr>
          <p:cNvSpPr/>
          <p:nvPr/>
        </p:nvSpPr>
        <p:spPr>
          <a:xfrm>
            <a:off x="342419" y="3988775"/>
            <a:ext cx="2636137" cy="234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4" name="Text Placeholder 2">
            <a:extLst>
              <a:ext uri="{FF2B5EF4-FFF2-40B4-BE49-F238E27FC236}">
                <a16:creationId xmlns:a16="http://schemas.microsoft.com/office/drawing/2014/main" id="{F4A33549-279A-F894-7EC1-2AAA0ACD5D0B}"/>
              </a:ext>
            </a:extLst>
          </p:cNvPr>
          <p:cNvSpPr txBox="1">
            <a:spLocks/>
          </p:cNvSpPr>
          <p:nvPr/>
        </p:nvSpPr>
        <p:spPr>
          <a:xfrm>
            <a:off x="3474452" y="4365884"/>
            <a:ext cx="3916165" cy="1490729"/>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600"/>
              </a:spcAft>
              <a:buClr>
                <a:srgbClr val="047A85"/>
              </a:buClr>
              <a:buNone/>
              <a:tabLst>
                <a:tab pos="352425" algn="l"/>
              </a:tabLst>
            </a:pPr>
            <a:r>
              <a:rPr lang="en-GB" sz="1200" b="1">
                <a:solidFill>
                  <a:srgbClr val="003841"/>
                </a:solidFill>
                <a:latin typeface="Aptos SemiBold" panose="020B0004020202020204" pitchFamily="34" charset="0"/>
              </a:rPr>
              <a:t>Ut </a:t>
            </a:r>
            <a:r>
              <a:rPr lang="en-GB" sz="1200" b="1" err="1">
                <a:solidFill>
                  <a:srgbClr val="003841"/>
                </a:solidFill>
                <a:latin typeface="Aptos SemiBold" panose="020B0004020202020204" pitchFamily="34" charset="0"/>
              </a:rPr>
              <a:t>enim</a:t>
            </a:r>
            <a:r>
              <a:rPr lang="en-GB" sz="1200" b="1">
                <a:solidFill>
                  <a:srgbClr val="003841"/>
                </a:solidFill>
                <a:latin typeface="Aptos SemiBold" panose="020B0004020202020204" pitchFamily="34" charset="0"/>
              </a:rPr>
              <a:t> ad minim </a:t>
            </a:r>
            <a:r>
              <a:rPr lang="en-GB" sz="1200" b="1" err="1">
                <a:solidFill>
                  <a:srgbClr val="003841"/>
                </a:solidFill>
                <a:latin typeface="Aptos SemiBold" panose="020B0004020202020204" pitchFamily="34" charset="0"/>
              </a:rPr>
              <a:t>veniam</a:t>
            </a:r>
            <a:r>
              <a:rPr lang="en-GB" sz="1200" b="1">
                <a:solidFill>
                  <a:srgbClr val="003841"/>
                </a:solidFill>
                <a:latin typeface="Aptos SemiBold" panose="020B0004020202020204" pitchFamily="34" charset="0"/>
              </a:rPr>
              <a:t> </a:t>
            </a:r>
            <a:r>
              <a:rPr lang="en-GB" sz="1200" b="1" err="1">
                <a:solidFill>
                  <a:srgbClr val="003841"/>
                </a:solidFill>
                <a:latin typeface="Aptos SemiBold" panose="020B0004020202020204" pitchFamily="34" charset="0"/>
              </a:rPr>
              <a:t>quis</a:t>
            </a:r>
            <a:r>
              <a:rPr lang="en-GB" sz="1200" b="1">
                <a:solidFill>
                  <a:srgbClr val="003841"/>
                </a:solidFill>
                <a:latin typeface="Aptos SemiBold" panose="020B0004020202020204" pitchFamily="34" charset="0"/>
              </a:rPr>
              <a:t> </a:t>
            </a:r>
            <a:r>
              <a:rPr lang="en-GB" sz="1200" b="1" err="1">
                <a:solidFill>
                  <a:srgbClr val="003841"/>
                </a:solidFill>
                <a:latin typeface="Aptos SemiBold" panose="020B0004020202020204" pitchFamily="34" charset="0"/>
              </a:rPr>
              <a:t>nostrud</a:t>
            </a:r>
            <a:r>
              <a:rPr lang="en-GB" sz="1200" b="1">
                <a:solidFill>
                  <a:srgbClr val="003841"/>
                </a:solidFill>
                <a:latin typeface="Aptos SemiBold" panose="020B0004020202020204" pitchFamily="34" charset="0"/>
              </a:rPr>
              <a:t> </a:t>
            </a:r>
          </a:p>
          <a:p>
            <a:pPr marL="0" indent="0">
              <a:lnSpc>
                <a:spcPct val="110000"/>
              </a:lnSpc>
              <a:spcBef>
                <a:spcPts val="0"/>
              </a:spcBef>
              <a:spcAft>
                <a:spcPts val="600"/>
              </a:spcAft>
              <a:buClr>
                <a:srgbClr val="047A85"/>
              </a:buClr>
              <a:buNone/>
              <a:tabLst>
                <a:tab pos="352425" algn="l"/>
              </a:tabLst>
              <a:defRPr/>
            </a:pPr>
            <a:r>
              <a:rPr lang="en-GB" sz="1200">
                <a:solidFill>
                  <a:schemeClr val="tx1">
                    <a:lumMod val="65000"/>
                    <a:lumOff val="35000"/>
                  </a:schemeClr>
                </a:solidFill>
              </a:rPr>
              <a:t>Exercitation </a:t>
            </a:r>
            <a:r>
              <a:rPr lang="en-GB" sz="1200" err="1">
                <a:solidFill>
                  <a:schemeClr val="tx1">
                    <a:lumMod val="65000"/>
                    <a:lumOff val="35000"/>
                  </a:schemeClr>
                </a:solidFill>
              </a:rPr>
              <a:t>ullamco</a:t>
            </a:r>
            <a:r>
              <a:rPr lang="en-GB" sz="1200">
                <a:solidFill>
                  <a:schemeClr val="tx1">
                    <a:lumMod val="65000"/>
                    <a:lumOff val="35000"/>
                  </a:schemeClr>
                </a:solidFill>
              </a:rPr>
              <a:t> </a:t>
            </a:r>
            <a:r>
              <a:rPr lang="en-GB" sz="1200" err="1">
                <a:solidFill>
                  <a:schemeClr val="tx1">
                    <a:lumMod val="65000"/>
                    <a:lumOff val="35000"/>
                  </a:schemeClr>
                </a:solidFill>
              </a:rPr>
              <a:t>laboris</a:t>
            </a:r>
            <a:r>
              <a:rPr lang="en-GB" sz="1200">
                <a:solidFill>
                  <a:schemeClr val="tx1">
                    <a:lumMod val="65000"/>
                    <a:lumOff val="35000"/>
                  </a:schemeClr>
                </a:solidFill>
              </a:rPr>
              <a:t> nisi </a:t>
            </a:r>
            <a:r>
              <a:rPr lang="en-GB" sz="1200" err="1">
                <a:solidFill>
                  <a:schemeClr val="tx1">
                    <a:lumMod val="65000"/>
                    <a:lumOff val="35000"/>
                  </a:schemeClr>
                </a:solidFill>
              </a:rPr>
              <a:t>ut</a:t>
            </a:r>
            <a:r>
              <a:rPr lang="en-GB" sz="1200">
                <a:solidFill>
                  <a:schemeClr val="tx1">
                    <a:lumMod val="65000"/>
                    <a:lumOff val="35000"/>
                  </a:schemeClr>
                </a:solidFill>
              </a:rPr>
              <a:t> </a:t>
            </a:r>
            <a:r>
              <a:rPr lang="en-GB" sz="1200" err="1">
                <a:solidFill>
                  <a:schemeClr val="tx1">
                    <a:lumMod val="65000"/>
                    <a:lumOff val="35000"/>
                  </a:schemeClr>
                </a:solidFill>
              </a:rPr>
              <a:t>aliquip</a:t>
            </a:r>
            <a:r>
              <a:rPr lang="en-GB" sz="1200">
                <a:solidFill>
                  <a:schemeClr val="tx1">
                    <a:lumMod val="65000"/>
                    <a:lumOff val="35000"/>
                  </a:schemeClr>
                </a:solidFill>
              </a:rPr>
              <a:t> ex </a:t>
            </a:r>
            <a:r>
              <a:rPr lang="en-GB" sz="1200" err="1">
                <a:solidFill>
                  <a:schemeClr val="tx1">
                    <a:lumMod val="65000"/>
                    <a:lumOff val="35000"/>
                  </a:schemeClr>
                </a:solidFill>
              </a:rPr>
              <a:t>ea</a:t>
            </a:r>
            <a:r>
              <a:rPr lang="en-GB" sz="1200">
                <a:solidFill>
                  <a:schemeClr val="tx1">
                    <a:lumMod val="65000"/>
                    <a:lumOff val="35000"/>
                  </a:schemeClr>
                </a:solidFill>
              </a:rPr>
              <a:t> </a:t>
            </a:r>
            <a:r>
              <a:rPr lang="en-GB" sz="1200" err="1">
                <a:solidFill>
                  <a:schemeClr val="tx1">
                    <a:lumMod val="65000"/>
                    <a:lumOff val="35000"/>
                  </a:schemeClr>
                </a:solidFill>
              </a:rPr>
              <a:t>commodo</a:t>
            </a:r>
            <a:r>
              <a:rPr lang="en-GB" sz="1200">
                <a:solidFill>
                  <a:schemeClr val="tx1">
                    <a:lumMod val="65000"/>
                    <a:lumOff val="35000"/>
                  </a:schemeClr>
                </a:solidFill>
              </a:rPr>
              <a:t> </a:t>
            </a:r>
            <a:r>
              <a:rPr lang="en-GB" sz="1200" err="1">
                <a:solidFill>
                  <a:schemeClr val="tx1">
                    <a:lumMod val="65000"/>
                    <a:lumOff val="35000"/>
                  </a:schemeClr>
                </a:solidFill>
              </a:rPr>
              <a:t>consequat</a:t>
            </a:r>
            <a:r>
              <a:rPr lang="en-GB" sz="1200">
                <a:solidFill>
                  <a:schemeClr val="tx1">
                    <a:lumMod val="65000"/>
                    <a:lumOff val="35000"/>
                  </a:schemeClr>
                </a:solidFill>
              </a:rPr>
              <a:t>. Duis </a:t>
            </a:r>
            <a:r>
              <a:rPr lang="en-GB" sz="1200" err="1">
                <a:solidFill>
                  <a:schemeClr val="tx1">
                    <a:lumMod val="65000"/>
                    <a:lumOff val="35000"/>
                  </a:schemeClr>
                </a:solidFill>
              </a:rPr>
              <a:t>aute</a:t>
            </a:r>
            <a:r>
              <a:rPr lang="en-GB" sz="1200">
                <a:solidFill>
                  <a:schemeClr val="tx1">
                    <a:lumMod val="65000"/>
                    <a:lumOff val="35000"/>
                  </a:schemeClr>
                </a:solidFill>
              </a:rPr>
              <a:t> </a:t>
            </a:r>
            <a:r>
              <a:rPr lang="en-GB" sz="1200" err="1">
                <a:solidFill>
                  <a:schemeClr val="tx1">
                    <a:lumMod val="65000"/>
                    <a:lumOff val="35000"/>
                  </a:schemeClr>
                </a:solidFill>
              </a:rPr>
              <a:t>irure</a:t>
            </a:r>
            <a:r>
              <a:rPr lang="en-GB" sz="1200">
                <a:solidFill>
                  <a:schemeClr val="tx1">
                    <a:lumMod val="65000"/>
                    <a:lumOff val="35000"/>
                  </a:schemeClr>
                </a:solidFill>
              </a:rPr>
              <a:t> </a:t>
            </a:r>
            <a:r>
              <a:rPr lang="en-GB" sz="1200" err="1">
                <a:solidFill>
                  <a:schemeClr val="tx1">
                    <a:lumMod val="65000"/>
                    <a:lumOff val="35000"/>
                  </a:schemeClr>
                </a:solidFill>
              </a:rPr>
              <a:t>dolor</a:t>
            </a:r>
            <a:r>
              <a:rPr lang="en-GB" sz="1200">
                <a:solidFill>
                  <a:schemeClr val="tx1">
                    <a:lumMod val="65000"/>
                    <a:lumOff val="35000"/>
                  </a:schemeClr>
                </a:solidFill>
              </a:rPr>
              <a:t> in </a:t>
            </a:r>
            <a:r>
              <a:rPr lang="en-GB" sz="1200" err="1">
                <a:solidFill>
                  <a:schemeClr val="tx1">
                    <a:lumMod val="65000"/>
                    <a:lumOff val="35000"/>
                  </a:schemeClr>
                </a:solidFill>
              </a:rPr>
              <a:t>reprehenderit</a:t>
            </a:r>
            <a:r>
              <a:rPr lang="en-GB" sz="1200">
                <a:solidFill>
                  <a:schemeClr val="tx1">
                    <a:lumMod val="65000"/>
                    <a:lumOff val="35000"/>
                  </a:schemeClr>
                </a:solidFill>
              </a:rPr>
              <a:t> in </a:t>
            </a:r>
            <a:r>
              <a:rPr lang="en-GB" sz="1200" err="1">
                <a:solidFill>
                  <a:schemeClr val="tx1">
                    <a:lumMod val="65000"/>
                    <a:lumOff val="35000"/>
                  </a:schemeClr>
                </a:solidFill>
              </a:rPr>
              <a:t>voluptate</a:t>
            </a:r>
            <a:r>
              <a:rPr lang="en-GB" sz="1200">
                <a:solidFill>
                  <a:schemeClr val="tx1">
                    <a:lumMod val="65000"/>
                    <a:lumOff val="35000"/>
                  </a:schemeClr>
                </a:solidFill>
              </a:rPr>
              <a:t> </a:t>
            </a:r>
            <a:r>
              <a:rPr lang="en-GB" sz="1200" err="1">
                <a:solidFill>
                  <a:schemeClr val="tx1">
                    <a:lumMod val="65000"/>
                    <a:lumOff val="35000"/>
                  </a:schemeClr>
                </a:solidFill>
              </a:rPr>
              <a:t>velit</a:t>
            </a:r>
            <a:r>
              <a:rPr lang="en-GB" sz="1200">
                <a:solidFill>
                  <a:schemeClr val="tx1">
                    <a:lumMod val="65000"/>
                    <a:lumOff val="35000"/>
                  </a:schemeClr>
                </a:solidFill>
              </a:rPr>
              <a:t> </a:t>
            </a:r>
            <a:r>
              <a:rPr lang="en-GB" sz="1200" err="1">
                <a:solidFill>
                  <a:schemeClr val="tx1">
                    <a:lumMod val="65000"/>
                    <a:lumOff val="35000"/>
                  </a:schemeClr>
                </a:solidFill>
              </a:rPr>
              <a:t>esse</a:t>
            </a:r>
            <a:r>
              <a:rPr lang="en-GB" sz="1200">
                <a:solidFill>
                  <a:schemeClr val="tx1">
                    <a:lumMod val="65000"/>
                    <a:lumOff val="35000"/>
                  </a:schemeClr>
                </a:solidFill>
              </a:rPr>
              <a:t> </a:t>
            </a:r>
            <a:r>
              <a:rPr lang="en-GB" sz="1200" err="1">
                <a:solidFill>
                  <a:schemeClr val="tx1">
                    <a:lumMod val="65000"/>
                    <a:lumOff val="35000"/>
                  </a:schemeClr>
                </a:solidFill>
              </a:rPr>
              <a:t>cillum</a:t>
            </a:r>
            <a:r>
              <a:rPr lang="en-GB" sz="1200">
                <a:solidFill>
                  <a:schemeClr val="tx1">
                    <a:lumMod val="65000"/>
                    <a:lumOff val="35000"/>
                  </a:schemeClr>
                </a:solidFill>
              </a:rPr>
              <a:t> dolore </a:t>
            </a:r>
            <a:r>
              <a:rPr lang="en-GB" sz="1200" err="1">
                <a:solidFill>
                  <a:schemeClr val="tx1">
                    <a:lumMod val="65000"/>
                    <a:lumOff val="35000"/>
                  </a:schemeClr>
                </a:solidFill>
              </a:rPr>
              <a:t>eu</a:t>
            </a:r>
            <a:r>
              <a:rPr lang="en-GB" sz="1200">
                <a:solidFill>
                  <a:schemeClr val="tx1">
                    <a:lumMod val="65000"/>
                    <a:lumOff val="35000"/>
                  </a:schemeClr>
                </a:solidFill>
              </a:rPr>
              <a:t> </a:t>
            </a:r>
            <a:r>
              <a:rPr lang="en-GB" sz="1200" err="1">
                <a:solidFill>
                  <a:schemeClr val="tx1">
                    <a:lumMod val="65000"/>
                    <a:lumOff val="35000"/>
                  </a:schemeClr>
                </a:solidFill>
              </a:rPr>
              <a:t>fugiat</a:t>
            </a:r>
            <a:r>
              <a:rPr lang="en-GB" sz="1200">
                <a:solidFill>
                  <a:schemeClr val="tx1">
                    <a:lumMod val="65000"/>
                    <a:lumOff val="35000"/>
                  </a:schemeClr>
                </a:solidFill>
              </a:rPr>
              <a:t> </a:t>
            </a:r>
            <a:r>
              <a:rPr lang="en-GB" sz="1200" err="1">
                <a:solidFill>
                  <a:schemeClr val="tx1">
                    <a:lumMod val="65000"/>
                    <a:lumOff val="35000"/>
                  </a:schemeClr>
                </a:solidFill>
              </a:rPr>
              <a:t>nulla</a:t>
            </a:r>
            <a:r>
              <a:rPr lang="en-GB" sz="1200">
                <a:solidFill>
                  <a:schemeClr val="tx1">
                    <a:lumMod val="65000"/>
                    <a:lumOff val="35000"/>
                  </a:schemeClr>
                </a:solidFill>
              </a:rPr>
              <a:t> </a:t>
            </a:r>
            <a:r>
              <a:rPr lang="en-GB" sz="1200" err="1">
                <a:solidFill>
                  <a:schemeClr val="tx1">
                    <a:lumMod val="65000"/>
                    <a:lumOff val="35000"/>
                  </a:schemeClr>
                </a:solidFill>
              </a:rPr>
              <a:t>pariatur</a:t>
            </a:r>
            <a:r>
              <a:rPr lang="en-GB" sz="1200">
                <a:solidFill>
                  <a:schemeClr val="tx1">
                    <a:lumMod val="65000"/>
                    <a:lumOff val="35000"/>
                  </a:schemeClr>
                </a:solidFill>
              </a:rPr>
              <a:t>. Lorem ipsum </a:t>
            </a:r>
            <a:r>
              <a:rPr lang="en-GB" sz="1200" err="1">
                <a:solidFill>
                  <a:schemeClr val="tx1">
                    <a:lumMod val="65000"/>
                    <a:lumOff val="35000"/>
                  </a:schemeClr>
                </a:solidFill>
              </a:rPr>
              <a:t>dolor</a:t>
            </a:r>
            <a:r>
              <a:rPr lang="en-GB" sz="1200">
                <a:solidFill>
                  <a:schemeClr val="tx1">
                    <a:lumMod val="65000"/>
                    <a:lumOff val="35000"/>
                  </a:schemeClr>
                </a:solidFill>
              </a:rPr>
              <a:t> sit </a:t>
            </a:r>
            <a:r>
              <a:rPr lang="en-GB" sz="1200" err="1">
                <a:solidFill>
                  <a:schemeClr val="tx1">
                    <a:lumMod val="65000"/>
                    <a:lumOff val="35000"/>
                  </a:schemeClr>
                </a:solidFill>
              </a:rPr>
              <a:t>amet</a:t>
            </a:r>
            <a:r>
              <a:rPr lang="en-GB" sz="1200">
                <a:solidFill>
                  <a:schemeClr val="tx1">
                    <a:lumMod val="65000"/>
                    <a:lumOff val="35000"/>
                  </a:schemeClr>
                </a:solidFill>
              </a:rPr>
              <a:t>, </a:t>
            </a:r>
            <a:r>
              <a:rPr lang="en-GB" sz="1200" err="1">
                <a:solidFill>
                  <a:schemeClr val="tx1">
                    <a:lumMod val="65000"/>
                    <a:lumOff val="35000"/>
                  </a:schemeClr>
                </a:solidFill>
              </a:rPr>
              <a:t>consectetur</a:t>
            </a:r>
            <a:r>
              <a:rPr lang="en-GB" sz="1200">
                <a:solidFill>
                  <a:schemeClr val="tx1">
                    <a:lumMod val="65000"/>
                    <a:lumOff val="35000"/>
                  </a:schemeClr>
                </a:solidFill>
              </a:rPr>
              <a:t> </a:t>
            </a:r>
            <a:r>
              <a:rPr lang="en-GB" sz="1200" err="1">
                <a:solidFill>
                  <a:schemeClr val="tx1">
                    <a:lumMod val="65000"/>
                    <a:lumOff val="35000"/>
                  </a:schemeClr>
                </a:solidFill>
              </a:rPr>
              <a:t>adipiscing</a:t>
            </a:r>
            <a:r>
              <a:rPr lang="en-GB" sz="1200">
                <a:solidFill>
                  <a:schemeClr val="tx1">
                    <a:lumMod val="65000"/>
                    <a:lumOff val="35000"/>
                  </a:schemeClr>
                </a:solidFill>
              </a:rPr>
              <a:t> </a:t>
            </a:r>
            <a:r>
              <a:rPr lang="en-GB" sz="1200" err="1">
                <a:solidFill>
                  <a:schemeClr val="tx1">
                    <a:lumMod val="65000"/>
                    <a:lumOff val="35000"/>
                  </a:schemeClr>
                </a:solidFill>
              </a:rPr>
              <a:t>elit</a:t>
            </a:r>
            <a:r>
              <a:rPr lang="en-GB" sz="1200">
                <a:solidFill>
                  <a:schemeClr val="tx1">
                    <a:lumMod val="65000"/>
                    <a:lumOff val="35000"/>
                  </a:schemeClr>
                </a:solidFill>
              </a:rPr>
              <a:t>, </a:t>
            </a:r>
            <a:r>
              <a:rPr lang="en-GB" sz="1200" err="1">
                <a:solidFill>
                  <a:schemeClr val="tx1">
                    <a:lumMod val="65000"/>
                    <a:lumOff val="35000"/>
                  </a:schemeClr>
                </a:solidFill>
              </a:rPr>
              <a:t>sed</a:t>
            </a:r>
            <a:r>
              <a:rPr lang="en-GB" sz="1200">
                <a:solidFill>
                  <a:schemeClr val="tx1">
                    <a:lumMod val="65000"/>
                    <a:lumOff val="35000"/>
                  </a:schemeClr>
                </a:solidFill>
              </a:rPr>
              <a:t> do </a:t>
            </a:r>
            <a:r>
              <a:rPr lang="en-GB" sz="1200" err="1">
                <a:solidFill>
                  <a:schemeClr val="tx1">
                    <a:lumMod val="65000"/>
                    <a:lumOff val="35000"/>
                  </a:schemeClr>
                </a:solidFill>
              </a:rPr>
              <a:t>eiusmod</a:t>
            </a:r>
            <a:r>
              <a:rPr lang="en-GB" sz="1200">
                <a:solidFill>
                  <a:schemeClr val="tx1">
                    <a:lumMod val="65000"/>
                    <a:lumOff val="35000"/>
                  </a:schemeClr>
                </a:solidFill>
              </a:rPr>
              <a:t> </a:t>
            </a:r>
            <a:r>
              <a:rPr lang="en-GB" sz="1200" err="1">
                <a:solidFill>
                  <a:schemeClr val="tx1">
                    <a:lumMod val="65000"/>
                    <a:lumOff val="35000"/>
                  </a:schemeClr>
                </a:solidFill>
              </a:rPr>
              <a:t>tempor</a:t>
            </a:r>
            <a:r>
              <a:rPr lang="en-GB" sz="1200">
                <a:solidFill>
                  <a:schemeClr val="tx1">
                    <a:lumMod val="65000"/>
                    <a:lumOff val="35000"/>
                  </a:schemeClr>
                </a:solidFill>
              </a:rPr>
              <a:t> labore et dolore magna </a:t>
            </a:r>
            <a:r>
              <a:rPr lang="en-GB" sz="1200" err="1">
                <a:solidFill>
                  <a:schemeClr val="tx1">
                    <a:lumMod val="65000"/>
                    <a:lumOff val="35000"/>
                  </a:schemeClr>
                </a:solidFill>
              </a:rPr>
              <a:t>aliqua</a:t>
            </a:r>
            <a:r>
              <a:rPr lang="en-GB" sz="1200">
                <a:solidFill>
                  <a:schemeClr val="tx1">
                    <a:lumMod val="65000"/>
                    <a:lumOff val="35000"/>
                  </a:schemeClr>
                </a:solidFill>
              </a:rPr>
              <a:t>. </a:t>
            </a:r>
            <a:endParaRPr lang="en-GR" sz="1200">
              <a:solidFill>
                <a:schemeClr val="tx1">
                  <a:lumMod val="65000"/>
                  <a:lumOff val="35000"/>
                </a:schemeClr>
              </a:solidFill>
            </a:endParaRPr>
          </a:p>
        </p:txBody>
      </p:sp>
      <p:sp>
        <p:nvSpPr>
          <p:cNvPr id="5" name="Text Placeholder 2">
            <a:extLst>
              <a:ext uri="{FF2B5EF4-FFF2-40B4-BE49-F238E27FC236}">
                <a16:creationId xmlns:a16="http://schemas.microsoft.com/office/drawing/2014/main" id="{2AF81D01-1BCB-C022-1DE8-934B747F3DD8}"/>
              </a:ext>
            </a:extLst>
          </p:cNvPr>
          <p:cNvSpPr txBox="1">
            <a:spLocks/>
          </p:cNvSpPr>
          <p:nvPr/>
        </p:nvSpPr>
        <p:spPr>
          <a:xfrm>
            <a:off x="7790964" y="4553401"/>
            <a:ext cx="3916165" cy="1115690"/>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Clr>
                <a:srgbClr val="047A85"/>
              </a:buClr>
              <a:buNone/>
              <a:tabLst>
                <a:tab pos="352425" algn="l"/>
              </a:tabLst>
              <a:defRPr/>
            </a:pPr>
            <a:r>
              <a:rPr lang="en-GB" sz="1200" b="1">
                <a:solidFill>
                  <a:srgbClr val="003841"/>
                </a:solidFill>
                <a:latin typeface="Aptos SemiBold" panose="020B0004020202020204" pitchFamily="34" charset="0"/>
              </a:rPr>
              <a:t>Highlights:</a:t>
            </a:r>
          </a:p>
          <a:p>
            <a:pPr marL="187325" lvl="1" indent="-187325">
              <a:spcBef>
                <a:spcPts val="0"/>
              </a:spcBef>
              <a:spcAft>
                <a:spcPts val="300"/>
              </a:spcAft>
              <a:buClr>
                <a:srgbClr val="047A85"/>
              </a:buClr>
            </a:pPr>
            <a:r>
              <a:rPr lang="en-GB" sz="1200">
                <a:solidFill>
                  <a:schemeClr val="tx1">
                    <a:lumMod val="65000"/>
                    <a:lumOff val="35000"/>
                  </a:schemeClr>
                </a:solidFill>
              </a:rPr>
              <a:t>Exercitation </a:t>
            </a:r>
            <a:r>
              <a:rPr lang="en-GB" sz="1200" err="1">
                <a:solidFill>
                  <a:schemeClr val="tx1">
                    <a:lumMod val="65000"/>
                    <a:lumOff val="35000"/>
                  </a:schemeClr>
                </a:solidFill>
              </a:rPr>
              <a:t>ullamco</a:t>
            </a:r>
            <a:r>
              <a:rPr lang="en-GB" sz="1200">
                <a:solidFill>
                  <a:schemeClr val="tx1">
                    <a:lumMod val="65000"/>
                    <a:lumOff val="35000"/>
                  </a:schemeClr>
                </a:solidFill>
              </a:rPr>
              <a:t> </a:t>
            </a:r>
            <a:r>
              <a:rPr lang="en-GB" sz="1200" err="1">
                <a:solidFill>
                  <a:schemeClr val="tx1">
                    <a:lumMod val="65000"/>
                    <a:lumOff val="35000"/>
                  </a:schemeClr>
                </a:solidFill>
              </a:rPr>
              <a:t>laboris</a:t>
            </a:r>
            <a:r>
              <a:rPr lang="en-GB" sz="1200">
                <a:solidFill>
                  <a:schemeClr val="tx1">
                    <a:lumMod val="65000"/>
                    <a:lumOff val="35000"/>
                  </a:schemeClr>
                </a:solidFill>
              </a:rPr>
              <a:t> nisi </a:t>
            </a:r>
            <a:r>
              <a:rPr lang="en-GB" sz="1200" err="1">
                <a:solidFill>
                  <a:schemeClr val="tx1">
                    <a:lumMod val="65000"/>
                    <a:lumOff val="35000"/>
                  </a:schemeClr>
                </a:solidFill>
              </a:rPr>
              <a:t>ut</a:t>
            </a:r>
            <a:r>
              <a:rPr lang="en-GB" sz="1200">
                <a:solidFill>
                  <a:schemeClr val="tx1">
                    <a:lumMod val="65000"/>
                    <a:lumOff val="35000"/>
                  </a:schemeClr>
                </a:solidFill>
              </a:rPr>
              <a:t> </a:t>
            </a:r>
            <a:r>
              <a:rPr lang="en-GB" sz="1200" err="1">
                <a:solidFill>
                  <a:schemeClr val="tx1">
                    <a:lumMod val="65000"/>
                    <a:lumOff val="35000"/>
                  </a:schemeClr>
                </a:solidFill>
              </a:rPr>
              <a:t>aliquip</a:t>
            </a:r>
            <a:r>
              <a:rPr lang="en-GB" sz="1200">
                <a:solidFill>
                  <a:schemeClr val="tx1">
                    <a:lumMod val="65000"/>
                    <a:lumOff val="35000"/>
                  </a:schemeClr>
                </a:solidFill>
              </a:rPr>
              <a:t> </a:t>
            </a:r>
          </a:p>
          <a:p>
            <a:pPr marL="187325" lvl="1" indent="-187325">
              <a:spcBef>
                <a:spcPts val="0"/>
              </a:spcBef>
              <a:spcAft>
                <a:spcPts val="300"/>
              </a:spcAft>
              <a:buClr>
                <a:srgbClr val="047A85"/>
              </a:buClr>
            </a:pPr>
            <a:r>
              <a:rPr lang="en-GB" sz="1200">
                <a:solidFill>
                  <a:schemeClr val="tx1">
                    <a:lumMod val="65000"/>
                    <a:lumOff val="35000"/>
                  </a:schemeClr>
                </a:solidFill>
              </a:rPr>
              <a:t>Ex </a:t>
            </a:r>
            <a:r>
              <a:rPr lang="en-GB" sz="1200" err="1">
                <a:solidFill>
                  <a:schemeClr val="tx1">
                    <a:lumMod val="65000"/>
                    <a:lumOff val="35000"/>
                  </a:schemeClr>
                </a:solidFill>
              </a:rPr>
              <a:t>ea</a:t>
            </a:r>
            <a:r>
              <a:rPr lang="en-GB" sz="1200">
                <a:solidFill>
                  <a:schemeClr val="tx1">
                    <a:lumMod val="65000"/>
                    <a:lumOff val="35000"/>
                  </a:schemeClr>
                </a:solidFill>
              </a:rPr>
              <a:t> </a:t>
            </a:r>
            <a:r>
              <a:rPr lang="en-GB" sz="1200" err="1">
                <a:solidFill>
                  <a:schemeClr val="tx1">
                    <a:lumMod val="65000"/>
                    <a:lumOff val="35000"/>
                  </a:schemeClr>
                </a:solidFill>
              </a:rPr>
              <a:t>commodo</a:t>
            </a:r>
            <a:r>
              <a:rPr lang="en-GB" sz="1200">
                <a:solidFill>
                  <a:schemeClr val="tx1">
                    <a:lumMod val="65000"/>
                    <a:lumOff val="35000"/>
                  </a:schemeClr>
                </a:solidFill>
              </a:rPr>
              <a:t> </a:t>
            </a:r>
            <a:r>
              <a:rPr lang="en-GB" sz="1200" err="1">
                <a:solidFill>
                  <a:schemeClr val="tx1">
                    <a:lumMod val="65000"/>
                    <a:lumOff val="35000"/>
                  </a:schemeClr>
                </a:solidFill>
              </a:rPr>
              <a:t>consequat</a:t>
            </a:r>
            <a:endParaRPr lang="en-GB" sz="1200">
              <a:solidFill>
                <a:schemeClr val="tx1">
                  <a:lumMod val="65000"/>
                  <a:lumOff val="35000"/>
                </a:schemeClr>
              </a:solidFill>
            </a:endParaRPr>
          </a:p>
          <a:p>
            <a:pPr marL="187325" lvl="1" indent="-187325">
              <a:spcBef>
                <a:spcPts val="0"/>
              </a:spcBef>
              <a:spcAft>
                <a:spcPts val="300"/>
              </a:spcAft>
              <a:buClr>
                <a:srgbClr val="047A85"/>
              </a:buClr>
            </a:pPr>
            <a:r>
              <a:rPr lang="en-GB" sz="1200">
                <a:solidFill>
                  <a:schemeClr val="tx1">
                    <a:lumMod val="65000"/>
                    <a:lumOff val="35000"/>
                  </a:schemeClr>
                </a:solidFill>
              </a:rPr>
              <a:t>Duis </a:t>
            </a:r>
            <a:r>
              <a:rPr lang="en-GB" sz="1200" err="1">
                <a:solidFill>
                  <a:schemeClr val="tx1">
                    <a:lumMod val="65000"/>
                    <a:lumOff val="35000"/>
                  </a:schemeClr>
                </a:solidFill>
              </a:rPr>
              <a:t>aute</a:t>
            </a:r>
            <a:r>
              <a:rPr lang="en-GB" sz="1200">
                <a:solidFill>
                  <a:schemeClr val="tx1">
                    <a:lumMod val="65000"/>
                    <a:lumOff val="35000"/>
                  </a:schemeClr>
                </a:solidFill>
              </a:rPr>
              <a:t> </a:t>
            </a:r>
            <a:r>
              <a:rPr lang="en-GB" sz="1200" err="1">
                <a:solidFill>
                  <a:schemeClr val="tx1">
                    <a:lumMod val="65000"/>
                    <a:lumOff val="35000"/>
                  </a:schemeClr>
                </a:solidFill>
              </a:rPr>
              <a:t>irure</a:t>
            </a:r>
            <a:r>
              <a:rPr lang="en-GB" sz="1200">
                <a:solidFill>
                  <a:schemeClr val="tx1">
                    <a:lumMod val="65000"/>
                    <a:lumOff val="35000"/>
                  </a:schemeClr>
                </a:solidFill>
              </a:rPr>
              <a:t> </a:t>
            </a:r>
            <a:r>
              <a:rPr lang="en-GB" sz="1200" err="1">
                <a:solidFill>
                  <a:schemeClr val="tx1">
                    <a:lumMod val="65000"/>
                    <a:lumOff val="35000"/>
                  </a:schemeClr>
                </a:solidFill>
              </a:rPr>
              <a:t>dolor</a:t>
            </a:r>
            <a:r>
              <a:rPr lang="en-GB" sz="1200">
                <a:solidFill>
                  <a:schemeClr val="tx1">
                    <a:lumMod val="65000"/>
                    <a:lumOff val="35000"/>
                  </a:schemeClr>
                </a:solidFill>
              </a:rPr>
              <a:t> in </a:t>
            </a:r>
            <a:r>
              <a:rPr lang="en-GB" sz="1200" err="1">
                <a:solidFill>
                  <a:schemeClr val="tx1">
                    <a:lumMod val="65000"/>
                    <a:lumOff val="35000"/>
                  </a:schemeClr>
                </a:solidFill>
              </a:rPr>
              <a:t>reprehenderit</a:t>
            </a:r>
            <a:r>
              <a:rPr lang="en-GB" sz="1200">
                <a:solidFill>
                  <a:schemeClr val="tx1">
                    <a:lumMod val="65000"/>
                    <a:lumOff val="35000"/>
                  </a:schemeClr>
                </a:solidFill>
              </a:rPr>
              <a:t> in </a:t>
            </a:r>
          </a:p>
          <a:p>
            <a:pPr marL="187325" lvl="1" indent="-187325">
              <a:spcBef>
                <a:spcPts val="0"/>
              </a:spcBef>
              <a:spcAft>
                <a:spcPts val="300"/>
              </a:spcAft>
              <a:buClr>
                <a:srgbClr val="047A85"/>
              </a:buClr>
            </a:pPr>
            <a:r>
              <a:rPr lang="en-GB" sz="1200">
                <a:solidFill>
                  <a:schemeClr val="tx1">
                    <a:lumMod val="65000"/>
                    <a:lumOff val="35000"/>
                  </a:schemeClr>
                </a:solidFill>
              </a:rPr>
              <a:t>F</a:t>
            </a:r>
            <a:r>
              <a:rPr lang="en-GB" sz="1200" err="1">
                <a:solidFill>
                  <a:schemeClr val="tx1">
                    <a:lumMod val="65000"/>
                    <a:lumOff val="35000"/>
                  </a:schemeClr>
                </a:solidFill>
              </a:rPr>
              <a:t>ugiat</a:t>
            </a:r>
            <a:r>
              <a:rPr lang="en-GB" sz="1200">
                <a:solidFill>
                  <a:schemeClr val="tx1">
                    <a:lumMod val="65000"/>
                    <a:lumOff val="35000"/>
                  </a:schemeClr>
                </a:solidFill>
              </a:rPr>
              <a:t> </a:t>
            </a:r>
            <a:r>
              <a:rPr lang="en-GB" sz="1200" err="1">
                <a:solidFill>
                  <a:schemeClr val="tx1">
                    <a:lumMod val="65000"/>
                    <a:lumOff val="35000"/>
                  </a:schemeClr>
                </a:solidFill>
              </a:rPr>
              <a:t>nulla</a:t>
            </a:r>
            <a:r>
              <a:rPr lang="en-GB" sz="1200">
                <a:solidFill>
                  <a:schemeClr val="tx1">
                    <a:lumMod val="65000"/>
                    <a:lumOff val="35000"/>
                  </a:schemeClr>
                </a:solidFill>
              </a:rPr>
              <a:t> </a:t>
            </a:r>
            <a:r>
              <a:rPr lang="en-GB" sz="1200" err="1">
                <a:solidFill>
                  <a:schemeClr val="tx1">
                    <a:lumMod val="65000"/>
                    <a:lumOff val="35000"/>
                  </a:schemeClr>
                </a:solidFill>
              </a:rPr>
              <a:t>pariatur</a:t>
            </a:r>
            <a:endParaRPr lang="en-GB" sz="1200">
              <a:solidFill>
                <a:schemeClr val="tx1">
                  <a:lumMod val="65000"/>
                  <a:lumOff val="35000"/>
                </a:schemeClr>
              </a:solidFill>
            </a:endParaRPr>
          </a:p>
        </p:txBody>
      </p:sp>
      <p:sp>
        <p:nvSpPr>
          <p:cNvPr id="6" name="Rectangle 5">
            <a:extLst>
              <a:ext uri="{FF2B5EF4-FFF2-40B4-BE49-F238E27FC236}">
                <a16:creationId xmlns:a16="http://schemas.microsoft.com/office/drawing/2014/main" id="{10E9B692-4898-09FB-A9A5-17FF83B3ACB9}"/>
              </a:ext>
            </a:extLst>
          </p:cNvPr>
          <p:cNvSpPr/>
          <p:nvPr/>
        </p:nvSpPr>
        <p:spPr>
          <a:xfrm>
            <a:off x="319799" y="1278382"/>
            <a:ext cx="11527200" cy="2340000"/>
          </a:xfrm>
          <a:prstGeom prst="rect">
            <a:avLst/>
          </a:prstGeom>
          <a:solidFill>
            <a:srgbClr val="F5F9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19" name="Rectangle 18">
            <a:extLst>
              <a:ext uri="{FF2B5EF4-FFF2-40B4-BE49-F238E27FC236}">
                <a16:creationId xmlns:a16="http://schemas.microsoft.com/office/drawing/2014/main" id="{3FF6F3AA-6C17-4C58-98DF-D098E16508C0}"/>
              </a:ext>
            </a:extLst>
          </p:cNvPr>
          <p:cNvSpPr/>
          <p:nvPr/>
        </p:nvSpPr>
        <p:spPr>
          <a:xfrm>
            <a:off x="342419" y="1283529"/>
            <a:ext cx="2636137" cy="234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a:p>
        </p:txBody>
      </p:sp>
      <p:sp>
        <p:nvSpPr>
          <p:cNvPr id="20" name="Text Placeholder 2">
            <a:extLst>
              <a:ext uri="{FF2B5EF4-FFF2-40B4-BE49-F238E27FC236}">
                <a16:creationId xmlns:a16="http://schemas.microsoft.com/office/drawing/2014/main" id="{B6F2A409-DCBC-357B-ED6F-586866B15DA0}"/>
              </a:ext>
            </a:extLst>
          </p:cNvPr>
          <p:cNvSpPr txBox="1">
            <a:spLocks/>
          </p:cNvSpPr>
          <p:nvPr/>
        </p:nvSpPr>
        <p:spPr>
          <a:xfrm>
            <a:off x="7790964" y="1736586"/>
            <a:ext cx="3916165" cy="1338828"/>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Clr>
                <a:srgbClr val="047A85"/>
              </a:buClr>
              <a:buNone/>
              <a:tabLst>
                <a:tab pos="352425" algn="l"/>
              </a:tabLst>
              <a:defRPr/>
            </a:pPr>
            <a:r>
              <a:rPr lang="en-GB" sz="1200" b="1">
                <a:solidFill>
                  <a:srgbClr val="003841"/>
                </a:solidFill>
                <a:latin typeface="Aptos SemiBold" panose="020B0004020202020204" pitchFamily="34" charset="0"/>
              </a:rPr>
              <a:t>Highlights:</a:t>
            </a:r>
          </a:p>
          <a:p>
            <a:pPr marL="187325" lvl="1" indent="-187325">
              <a:spcBef>
                <a:spcPts val="0"/>
              </a:spcBef>
              <a:spcAft>
                <a:spcPts val="300"/>
              </a:spcAft>
              <a:buClr>
                <a:srgbClr val="047A85"/>
              </a:buClr>
            </a:pPr>
            <a:r>
              <a:rPr lang="en-GB" sz="1200">
                <a:solidFill>
                  <a:schemeClr val="tx1">
                    <a:lumMod val="65000"/>
                    <a:lumOff val="35000"/>
                  </a:schemeClr>
                </a:solidFill>
              </a:rPr>
              <a:t>Lorem ipsum </a:t>
            </a:r>
            <a:r>
              <a:rPr lang="en-GB" sz="1200" err="1">
                <a:solidFill>
                  <a:schemeClr val="tx1">
                    <a:lumMod val="65000"/>
                    <a:lumOff val="35000"/>
                  </a:schemeClr>
                </a:solidFill>
              </a:rPr>
              <a:t>dolor</a:t>
            </a:r>
            <a:r>
              <a:rPr lang="en-GB" sz="1200">
                <a:solidFill>
                  <a:schemeClr val="tx1">
                    <a:lumMod val="65000"/>
                    <a:lumOff val="35000"/>
                  </a:schemeClr>
                </a:solidFill>
              </a:rPr>
              <a:t> sit </a:t>
            </a:r>
            <a:r>
              <a:rPr lang="en-GB" sz="1200" err="1">
                <a:solidFill>
                  <a:schemeClr val="tx1">
                    <a:lumMod val="65000"/>
                    <a:lumOff val="35000"/>
                  </a:schemeClr>
                </a:solidFill>
              </a:rPr>
              <a:t>amet</a:t>
            </a:r>
            <a:endParaRPr lang="en-GB" sz="1200">
              <a:solidFill>
                <a:schemeClr val="tx1">
                  <a:lumMod val="65000"/>
                  <a:lumOff val="35000"/>
                </a:schemeClr>
              </a:solidFill>
            </a:endParaRPr>
          </a:p>
          <a:p>
            <a:pPr marL="187325" lvl="1" indent="-187325">
              <a:spcBef>
                <a:spcPts val="0"/>
              </a:spcBef>
              <a:spcAft>
                <a:spcPts val="300"/>
              </a:spcAft>
              <a:buClr>
                <a:srgbClr val="047A85"/>
              </a:buClr>
            </a:pPr>
            <a:r>
              <a:rPr lang="en-GB" sz="1200" err="1">
                <a:solidFill>
                  <a:schemeClr val="tx1">
                    <a:lumMod val="65000"/>
                    <a:lumOff val="35000"/>
                  </a:schemeClr>
                </a:solidFill>
              </a:rPr>
              <a:t>Consectetur</a:t>
            </a:r>
            <a:r>
              <a:rPr lang="en-GB" sz="1200">
                <a:solidFill>
                  <a:schemeClr val="tx1">
                    <a:lumMod val="65000"/>
                    <a:lumOff val="35000"/>
                  </a:schemeClr>
                </a:solidFill>
              </a:rPr>
              <a:t> </a:t>
            </a:r>
            <a:r>
              <a:rPr lang="en-GB" sz="1200" err="1">
                <a:solidFill>
                  <a:schemeClr val="tx1">
                    <a:lumMod val="65000"/>
                    <a:lumOff val="35000"/>
                  </a:schemeClr>
                </a:solidFill>
              </a:rPr>
              <a:t>adipiscing</a:t>
            </a:r>
            <a:r>
              <a:rPr lang="en-GB" sz="1200">
                <a:solidFill>
                  <a:schemeClr val="tx1">
                    <a:lumMod val="65000"/>
                    <a:lumOff val="35000"/>
                  </a:schemeClr>
                </a:solidFill>
              </a:rPr>
              <a:t> </a:t>
            </a:r>
            <a:r>
              <a:rPr lang="en-GB" sz="1200" err="1">
                <a:solidFill>
                  <a:schemeClr val="tx1">
                    <a:lumMod val="65000"/>
                    <a:lumOff val="35000"/>
                  </a:schemeClr>
                </a:solidFill>
              </a:rPr>
              <a:t>elit</a:t>
            </a:r>
            <a:r>
              <a:rPr lang="en-GB" sz="1200">
                <a:solidFill>
                  <a:schemeClr val="tx1">
                    <a:lumMod val="65000"/>
                    <a:lumOff val="35000"/>
                  </a:schemeClr>
                </a:solidFill>
              </a:rPr>
              <a:t> </a:t>
            </a:r>
          </a:p>
          <a:p>
            <a:pPr marL="187325" lvl="1" indent="-187325">
              <a:spcBef>
                <a:spcPts val="0"/>
              </a:spcBef>
              <a:spcAft>
                <a:spcPts val="300"/>
              </a:spcAft>
              <a:buClr>
                <a:srgbClr val="047A85"/>
              </a:buClr>
            </a:pPr>
            <a:r>
              <a:rPr lang="en-GB" sz="1200">
                <a:solidFill>
                  <a:schemeClr val="tx1">
                    <a:lumMod val="65000"/>
                    <a:lumOff val="35000"/>
                  </a:schemeClr>
                </a:solidFill>
              </a:rPr>
              <a:t>Sed do </a:t>
            </a:r>
            <a:r>
              <a:rPr lang="en-GB" sz="1200" err="1">
                <a:solidFill>
                  <a:schemeClr val="tx1">
                    <a:lumMod val="65000"/>
                    <a:lumOff val="35000"/>
                  </a:schemeClr>
                </a:solidFill>
              </a:rPr>
              <a:t>eiusmod</a:t>
            </a:r>
            <a:r>
              <a:rPr lang="en-GB" sz="1200">
                <a:solidFill>
                  <a:schemeClr val="tx1">
                    <a:lumMod val="65000"/>
                    <a:lumOff val="35000"/>
                  </a:schemeClr>
                </a:solidFill>
              </a:rPr>
              <a:t> </a:t>
            </a:r>
            <a:r>
              <a:rPr lang="en-GB" sz="1200" err="1">
                <a:solidFill>
                  <a:schemeClr val="tx1">
                    <a:lumMod val="65000"/>
                    <a:lumOff val="35000"/>
                  </a:schemeClr>
                </a:solidFill>
              </a:rPr>
              <a:t>tempor</a:t>
            </a:r>
            <a:r>
              <a:rPr lang="en-GB" sz="1200">
                <a:solidFill>
                  <a:schemeClr val="tx1">
                    <a:lumMod val="65000"/>
                    <a:lumOff val="35000"/>
                  </a:schemeClr>
                </a:solidFill>
              </a:rPr>
              <a:t> </a:t>
            </a:r>
            <a:r>
              <a:rPr lang="en-GB" sz="1200" err="1">
                <a:solidFill>
                  <a:schemeClr val="tx1">
                    <a:lumMod val="65000"/>
                    <a:lumOff val="35000"/>
                  </a:schemeClr>
                </a:solidFill>
              </a:rPr>
              <a:t>incididunt</a:t>
            </a:r>
            <a:r>
              <a:rPr lang="en-GB" sz="1200">
                <a:solidFill>
                  <a:schemeClr val="tx1">
                    <a:lumMod val="65000"/>
                    <a:lumOff val="35000"/>
                  </a:schemeClr>
                </a:solidFill>
              </a:rPr>
              <a:t> </a:t>
            </a:r>
            <a:r>
              <a:rPr lang="en-GB" sz="1200" err="1">
                <a:solidFill>
                  <a:schemeClr val="tx1">
                    <a:lumMod val="65000"/>
                    <a:lumOff val="35000"/>
                  </a:schemeClr>
                </a:solidFill>
              </a:rPr>
              <a:t>ut</a:t>
            </a:r>
            <a:r>
              <a:rPr lang="en-GB" sz="1200">
                <a:solidFill>
                  <a:schemeClr val="tx1">
                    <a:lumMod val="65000"/>
                    <a:lumOff val="35000"/>
                  </a:schemeClr>
                </a:solidFill>
              </a:rPr>
              <a:t> </a:t>
            </a:r>
          </a:p>
          <a:p>
            <a:pPr marL="187325" lvl="1" indent="-187325">
              <a:spcBef>
                <a:spcPts val="0"/>
              </a:spcBef>
              <a:spcAft>
                <a:spcPts val="300"/>
              </a:spcAft>
              <a:buClr>
                <a:srgbClr val="047A85"/>
              </a:buClr>
            </a:pPr>
            <a:r>
              <a:rPr lang="en-GB" sz="1200">
                <a:solidFill>
                  <a:schemeClr val="tx1">
                    <a:lumMod val="65000"/>
                    <a:lumOff val="35000"/>
                  </a:schemeClr>
                </a:solidFill>
              </a:rPr>
              <a:t>Labore et dolore magna </a:t>
            </a:r>
            <a:r>
              <a:rPr lang="en-GB" sz="1200" err="1">
                <a:solidFill>
                  <a:schemeClr val="tx1">
                    <a:lumMod val="65000"/>
                    <a:lumOff val="35000"/>
                  </a:schemeClr>
                </a:solidFill>
              </a:rPr>
              <a:t>aliqua</a:t>
            </a:r>
            <a:endParaRPr lang="en-GB" sz="1200">
              <a:solidFill>
                <a:schemeClr val="tx1">
                  <a:lumMod val="65000"/>
                  <a:lumOff val="35000"/>
                </a:schemeClr>
              </a:solidFill>
            </a:endParaRPr>
          </a:p>
          <a:p>
            <a:pPr marL="187325" lvl="1" indent="-187325">
              <a:spcBef>
                <a:spcPts val="0"/>
              </a:spcBef>
              <a:spcAft>
                <a:spcPts val="300"/>
              </a:spcAft>
              <a:buClr>
                <a:srgbClr val="047A85"/>
              </a:buClr>
            </a:pPr>
            <a:r>
              <a:rPr lang="en-GB" sz="1200">
                <a:solidFill>
                  <a:schemeClr val="tx1">
                    <a:lumMod val="65000"/>
                    <a:lumOff val="35000"/>
                  </a:schemeClr>
                </a:solidFill>
              </a:rPr>
              <a:t>Duis </a:t>
            </a:r>
            <a:r>
              <a:rPr lang="en-GB" sz="1200" err="1">
                <a:solidFill>
                  <a:schemeClr val="tx1">
                    <a:lumMod val="65000"/>
                    <a:lumOff val="35000"/>
                  </a:schemeClr>
                </a:solidFill>
              </a:rPr>
              <a:t>aute</a:t>
            </a:r>
            <a:r>
              <a:rPr lang="en-GB" sz="1200">
                <a:solidFill>
                  <a:schemeClr val="tx1">
                    <a:lumMod val="65000"/>
                    <a:lumOff val="35000"/>
                  </a:schemeClr>
                </a:solidFill>
              </a:rPr>
              <a:t> </a:t>
            </a:r>
            <a:r>
              <a:rPr lang="en-GB" sz="1200" err="1">
                <a:solidFill>
                  <a:schemeClr val="tx1">
                    <a:lumMod val="65000"/>
                    <a:lumOff val="35000"/>
                  </a:schemeClr>
                </a:solidFill>
              </a:rPr>
              <a:t>irure</a:t>
            </a:r>
            <a:r>
              <a:rPr lang="en-GB" sz="1200">
                <a:solidFill>
                  <a:schemeClr val="tx1">
                    <a:lumMod val="65000"/>
                    <a:lumOff val="35000"/>
                  </a:schemeClr>
                </a:solidFill>
              </a:rPr>
              <a:t> </a:t>
            </a:r>
            <a:r>
              <a:rPr lang="en-GB" sz="1200" err="1">
                <a:solidFill>
                  <a:schemeClr val="tx1">
                    <a:lumMod val="65000"/>
                    <a:lumOff val="35000"/>
                  </a:schemeClr>
                </a:solidFill>
              </a:rPr>
              <a:t>dolor</a:t>
            </a:r>
            <a:r>
              <a:rPr lang="en-GB" sz="1200">
                <a:solidFill>
                  <a:schemeClr val="tx1">
                    <a:lumMod val="65000"/>
                    <a:lumOff val="35000"/>
                  </a:schemeClr>
                </a:solidFill>
              </a:rPr>
              <a:t> in</a:t>
            </a:r>
          </a:p>
        </p:txBody>
      </p:sp>
      <p:grpSp>
        <p:nvGrpSpPr>
          <p:cNvPr id="21" name="Group 20">
            <a:extLst>
              <a:ext uri="{FF2B5EF4-FFF2-40B4-BE49-F238E27FC236}">
                <a16:creationId xmlns:a16="http://schemas.microsoft.com/office/drawing/2014/main" id="{DEDA3BC4-1F33-611C-3D48-0A3180F856EA}"/>
              </a:ext>
            </a:extLst>
          </p:cNvPr>
          <p:cNvGrpSpPr/>
          <p:nvPr/>
        </p:nvGrpSpPr>
        <p:grpSpPr>
          <a:xfrm>
            <a:off x="1041139" y="2001732"/>
            <a:ext cx="1238693" cy="907010"/>
            <a:chOff x="2902892" y="525573"/>
            <a:chExt cx="233558" cy="171019"/>
          </a:xfrm>
          <a:solidFill>
            <a:schemeClr val="accent3"/>
          </a:solidFill>
        </p:grpSpPr>
        <p:sp>
          <p:nvSpPr>
            <p:cNvPr id="22" name="Freeform 21">
              <a:extLst>
                <a:ext uri="{FF2B5EF4-FFF2-40B4-BE49-F238E27FC236}">
                  <a16:creationId xmlns:a16="http://schemas.microsoft.com/office/drawing/2014/main" id="{D2467ACE-416A-8BFE-5722-5C7C2F87D1D3}"/>
                </a:ext>
              </a:extLst>
            </p:cNvPr>
            <p:cNvSpPr/>
            <p:nvPr/>
          </p:nvSpPr>
          <p:spPr>
            <a:xfrm>
              <a:off x="2902892" y="663182"/>
              <a:ext cx="137218" cy="33370"/>
            </a:xfrm>
            <a:custGeom>
              <a:avLst/>
              <a:gdLst>
                <a:gd name="connsiteX0" fmla="*/ 8848 w 137218"/>
                <a:gd name="connsiteY0" fmla="*/ 84 h 33370"/>
                <a:gd name="connsiteX1" fmla="*/ 2258 w 137218"/>
                <a:gd name="connsiteY1" fmla="*/ 2292 h 33370"/>
                <a:gd name="connsiteX2" fmla="*/ 8389 w 137218"/>
                <a:gd name="connsiteY2" fmla="*/ 25067 h 33370"/>
                <a:gd name="connsiteX3" fmla="*/ 24653 w 137218"/>
                <a:gd name="connsiteY3" fmla="*/ 33370 h 33370"/>
                <a:gd name="connsiteX4" fmla="*/ 137218 w 137218"/>
                <a:gd name="connsiteY4" fmla="*/ 33370 h 33370"/>
                <a:gd name="connsiteX5" fmla="*/ 137218 w 137218"/>
                <a:gd name="connsiteY5" fmla="*/ 0 h 33370"/>
                <a:gd name="connsiteX6" fmla="*/ 8848 w 137218"/>
                <a:gd name="connsiteY6" fmla="*/ 0 h 33370"/>
                <a:gd name="connsiteX7" fmla="*/ 8848 w 137218"/>
                <a:gd name="connsiteY7" fmla="*/ 84 h 3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218" h="33370">
                  <a:moveTo>
                    <a:pt x="8848" y="84"/>
                  </a:moveTo>
                  <a:cubicBezTo>
                    <a:pt x="6177" y="0"/>
                    <a:pt x="3885" y="708"/>
                    <a:pt x="2258" y="2292"/>
                  </a:cubicBezTo>
                  <a:cubicBezTo>
                    <a:pt x="-2373" y="6924"/>
                    <a:pt x="338" y="17103"/>
                    <a:pt x="8389" y="25067"/>
                  </a:cubicBezTo>
                  <a:cubicBezTo>
                    <a:pt x="13560" y="30242"/>
                    <a:pt x="19690" y="33162"/>
                    <a:pt x="24653" y="33370"/>
                  </a:cubicBezTo>
                  <a:lnTo>
                    <a:pt x="137218" y="33370"/>
                  </a:lnTo>
                  <a:lnTo>
                    <a:pt x="137218" y="0"/>
                  </a:lnTo>
                  <a:lnTo>
                    <a:pt x="8848" y="0"/>
                  </a:lnTo>
                  <a:lnTo>
                    <a:pt x="8848" y="84"/>
                  </a:lnTo>
                  <a:close/>
                </a:path>
              </a:pathLst>
            </a:custGeom>
            <a:grpFill/>
            <a:ln w="3646" cap="flat">
              <a:noFill/>
              <a:prstDash val="solid"/>
              <a:miter/>
            </a:ln>
          </p:spPr>
          <p:txBody>
            <a:bodyPr rtlCol="0" anchor="ctr"/>
            <a:lstStyle/>
            <a:p>
              <a:endParaRPr lang="en-GR"/>
            </a:p>
          </p:txBody>
        </p:sp>
        <p:sp>
          <p:nvSpPr>
            <p:cNvPr id="23" name="Freeform 22">
              <a:extLst>
                <a:ext uri="{FF2B5EF4-FFF2-40B4-BE49-F238E27FC236}">
                  <a16:creationId xmlns:a16="http://schemas.microsoft.com/office/drawing/2014/main" id="{7E20A53E-40AC-9326-B6D9-88E43FA59F0B}"/>
                </a:ext>
              </a:extLst>
            </p:cNvPr>
            <p:cNvSpPr/>
            <p:nvPr/>
          </p:nvSpPr>
          <p:spPr>
            <a:xfrm>
              <a:off x="2919831" y="525573"/>
              <a:ext cx="200103" cy="129265"/>
            </a:xfrm>
            <a:custGeom>
              <a:avLst/>
              <a:gdLst>
                <a:gd name="connsiteX0" fmla="*/ 24523 w 200103"/>
                <a:gd name="connsiteY0" fmla="*/ 25195 h 129265"/>
                <a:gd name="connsiteX1" fmla="*/ 200103 w 200103"/>
                <a:gd name="connsiteY1" fmla="*/ 25111 h 129265"/>
                <a:gd name="connsiteX2" fmla="*/ 151057 w 200103"/>
                <a:gd name="connsiteY2" fmla="*/ 0 h 129265"/>
                <a:gd name="connsiteX3" fmla="*/ 46794 w 200103"/>
                <a:gd name="connsiteY3" fmla="*/ 84 h 129265"/>
                <a:gd name="connsiteX4" fmla="*/ 0 w 200103"/>
                <a:gd name="connsiteY4" fmla="*/ 28782 h 129265"/>
                <a:gd name="connsiteX5" fmla="*/ 0 w 200103"/>
                <a:gd name="connsiteY5" fmla="*/ 129265 h 129265"/>
                <a:gd name="connsiteX6" fmla="*/ 24523 w 200103"/>
                <a:gd name="connsiteY6" fmla="*/ 129265 h 129265"/>
                <a:gd name="connsiteX7" fmla="*/ 24523 w 200103"/>
                <a:gd name="connsiteY7" fmla="*/ 25195 h 129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0103" h="129265">
                  <a:moveTo>
                    <a:pt x="24523" y="25195"/>
                  </a:moveTo>
                  <a:lnTo>
                    <a:pt x="200103" y="25111"/>
                  </a:lnTo>
                  <a:cubicBezTo>
                    <a:pt x="196976" y="11055"/>
                    <a:pt x="176288" y="168"/>
                    <a:pt x="151057" y="0"/>
                  </a:cubicBezTo>
                  <a:cubicBezTo>
                    <a:pt x="150849" y="0"/>
                    <a:pt x="46794" y="84"/>
                    <a:pt x="46794" y="84"/>
                  </a:cubicBezTo>
                  <a:cubicBezTo>
                    <a:pt x="20684" y="1044"/>
                    <a:pt x="0" y="13471"/>
                    <a:pt x="0" y="28782"/>
                  </a:cubicBezTo>
                  <a:lnTo>
                    <a:pt x="0" y="129265"/>
                  </a:lnTo>
                  <a:lnTo>
                    <a:pt x="24523" y="129265"/>
                  </a:lnTo>
                  <a:lnTo>
                    <a:pt x="24523" y="25195"/>
                  </a:lnTo>
                  <a:close/>
                </a:path>
              </a:pathLst>
            </a:custGeom>
            <a:grpFill/>
            <a:ln w="3646" cap="flat">
              <a:noFill/>
              <a:prstDash val="solid"/>
              <a:miter/>
            </a:ln>
          </p:spPr>
          <p:txBody>
            <a:bodyPr rtlCol="0" anchor="ctr"/>
            <a:lstStyle/>
            <a:p>
              <a:endParaRPr lang="en-GR"/>
            </a:p>
          </p:txBody>
        </p:sp>
        <p:sp>
          <p:nvSpPr>
            <p:cNvPr id="24" name="Freeform 23">
              <a:extLst>
                <a:ext uri="{FF2B5EF4-FFF2-40B4-BE49-F238E27FC236}">
                  <a16:creationId xmlns:a16="http://schemas.microsoft.com/office/drawing/2014/main" id="{4E12C48C-B914-4A44-9811-5B59B34A8FB9}"/>
                </a:ext>
              </a:extLst>
            </p:cNvPr>
            <p:cNvSpPr/>
            <p:nvPr/>
          </p:nvSpPr>
          <p:spPr>
            <a:xfrm>
              <a:off x="3051372" y="561819"/>
              <a:ext cx="85078" cy="134773"/>
            </a:xfrm>
            <a:custGeom>
              <a:avLst/>
              <a:gdLst>
                <a:gd name="connsiteX0" fmla="*/ 63807 w 85078"/>
                <a:gd name="connsiteY0" fmla="*/ 0 h 134773"/>
                <a:gd name="connsiteX1" fmla="*/ 21268 w 85078"/>
                <a:gd name="connsiteY1" fmla="*/ 0 h 134773"/>
                <a:gd name="connsiteX2" fmla="*/ 0 w 85078"/>
                <a:gd name="connsiteY2" fmla="*/ 12223 h 134773"/>
                <a:gd name="connsiteX3" fmla="*/ 0 w 85078"/>
                <a:gd name="connsiteY3" fmla="*/ 122553 h 134773"/>
                <a:gd name="connsiteX4" fmla="*/ 21268 w 85078"/>
                <a:gd name="connsiteY4" fmla="*/ 134773 h 134773"/>
                <a:gd name="connsiteX5" fmla="*/ 63807 w 85078"/>
                <a:gd name="connsiteY5" fmla="*/ 134773 h 134773"/>
                <a:gd name="connsiteX6" fmla="*/ 85079 w 85078"/>
                <a:gd name="connsiteY6" fmla="*/ 122553 h 134773"/>
                <a:gd name="connsiteX7" fmla="*/ 85079 w 85078"/>
                <a:gd name="connsiteY7" fmla="*/ 12223 h 134773"/>
                <a:gd name="connsiteX8" fmla="*/ 63807 w 85078"/>
                <a:gd name="connsiteY8" fmla="*/ 0 h 134773"/>
                <a:gd name="connsiteX9" fmla="*/ 42539 w 85078"/>
                <a:gd name="connsiteY9" fmla="*/ 124346 h 134773"/>
                <a:gd name="connsiteX10" fmla="*/ 31110 w 85078"/>
                <a:gd name="connsiteY10" fmla="*/ 117754 h 134773"/>
                <a:gd name="connsiteX11" fmla="*/ 42539 w 85078"/>
                <a:gd name="connsiteY11" fmla="*/ 111166 h 134773"/>
                <a:gd name="connsiteX12" fmla="*/ 53965 w 85078"/>
                <a:gd name="connsiteY12" fmla="*/ 117754 h 134773"/>
                <a:gd name="connsiteX13" fmla="*/ 42539 w 85078"/>
                <a:gd name="connsiteY13" fmla="*/ 124346 h 134773"/>
                <a:gd name="connsiteX14" fmla="*/ 68186 w 85078"/>
                <a:gd name="connsiteY14" fmla="*/ 100735 h 134773"/>
                <a:gd name="connsiteX15" fmla="*/ 16889 w 85078"/>
                <a:gd name="connsiteY15" fmla="*/ 100735 h 134773"/>
                <a:gd name="connsiteX16" fmla="*/ 16889 w 85078"/>
                <a:gd name="connsiteY16" fmla="*/ 17479 h 134773"/>
                <a:gd name="connsiteX17" fmla="*/ 68186 w 85078"/>
                <a:gd name="connsiteY17" fmla="*/ 17479 h 134773"/>
                <a:gd name="connsiteX18" fmla="*/ 68186 w 85078"/>
                <a:gd name="connsiteY18" fmla="*/ 100735 h 134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5078" h="134773">
                  <a:moveTo>
                    <a:pt x="63807" y="0"/>
                  </a:moveTo>
                  <a:lnTo>
                    <a:pt x="21268" y="0"/>
                  </a:lnTo>
                  <a:cubicBezTo>
                    <a:pt x="9506" y="0"/>
                    <a:pt x="0" y="5467"/>
                    <a:pt x="0" y="12223"/>
                  </a:cubicBezTo>
                  <a:lnTo>
                    <a:pt x="0" y="122553"/>
                  </a:lnTo>
                  <a:cubicBezTo>
                    <a:pt x="0" y="129309"/>
                    <a:pt x="9506" y="134773"/>
                    <a:pt x="21268" y="134773"/>
                  </a:cubicBezTo>
                  <a:lnTo>
                    <a:pt x="63807" y="134773"/>
                  </a:lnTo>
                  <a:cubicBezTo>
                    <a:pt x="75569" y="134773"/>
                    <a:pt x="85079" y="129309"/>
                    <a:pt x="85079" y="122553"/>
                  </a:cubicBezTo>
                  <a:lnTo>
                    <a:pt x="85079" y="12223"/>
                  </a:lnTo>
                  <a:cubicBezTo>
                    <a:pt x="85079" y="5467"/>
                    <a:pt x="75569" y="0"/>
                    <a:pt x="63807" y="0"/>
                  </a:cubicBezTo>
                  <a:close/>
                  <a:moveTo>
                    <a:pt x="42539" y="124346"/>
                  </a:moveTo>
                  <a:cubicBezTo>
                    <a:pt x="36201" y="124346"/>
                    <a:pt x="31110" y="121385"/>
                    <a:pt x="31110" y="117754"/>
                  </a:cubicBezTo>
                  <a:cubicBezTo>
                    <a:pt x="31110" y="114126"/>
                    <a:pt x="36241" y="111166"/>
                    <a:pt x="42539" y="111166"/>
                  </a:cubicBezTo>
                  <a:cubicBezTo>
                    <a:pt x="48834" y="111166"/>
                    <a:pt x="53965" y="114126"/>
                    <a:pt x="53965" y="117754"/>
                  </a:cubicBezTo>
                  <a:cubicBezTo>
                    <a:pt x="53965" y="121385"/>
                    <a:pt x="48834" y="124346"/>
                    <a:pt x="42539" y="124346"/>
                  </a:cubicBezTo>
                  <a:close/>
                  <a:moveTo>
                    <a:pt x="68186" y="100735"/>
                  </a:moveTo>
                  <a:lnTo>
                    <a:pt x="16889" y="100735"/>
                  </a:lnTo>
                  <a:lnTo>
                    <a:pt x="16889" y="17479"/>
                  </a:lnTo>
                  <a:lnTo>
                    <a:pt x="68186" y="17479"/>
                  </a:lnTo>
                  <a:lnTo>
                    <a:pt x="68186" y="100735"/>
                  </a:lnTo>
                  <a:close/>
                </a:path>
              </a:pathLst>
            </a:custGeom>
            <a:grpFill/>
            <a:ln w="3646" cap="flat">
              <a:noFill/>
              <a:prstDash val="solid"/>
              <a:miter/>
            </a:ln>
          </p:spPr>
          <p:txBody>
            <a:bodyPr rtlCol="0" anchor="ctr"/>
            <a:lstStyle/>
            <a:p>
              <a:endParaRPr lang="en-GR"/>
            </a:p>
          </p:txBody>
        </p:sp>
      </p:grpSp>
      <p:grpSp>
        <p:nvGrpSpPr>
          <p:cNvPr id="27" name="Group 26">
            <a:extLst>
              <a:ext uri="{FF2B5EF4-FFF2-40B4-BE49-F238E27FC236}">
                <a16:creationId xmlns:a16="http://schemas.microsoft.com/office/drawing/2014/main" id="{E5701C60-32DF-C9C7-17AE-7EEE7A7F6160}"/>
              </a:ext>
            </a:extLst>
          </p:cNvPr>
          <p:cNvGrpSpPr/>
          <p:nvPr/>
        </p:nvGrpSpPr>
        <p:grpSpPr>
          <a:xfrm>
            <a:off x="1099307" y="4508438"/>
            <a:ext cx="1122360" cy="1205616"/>
            <a:chOff x="4426883" y="3849294"/>
            <a:chExt cx="187369" cy="201268"/>
          </a:xfrm>
          <a:solidFill>
            <a:schemeClr val="accent3"/>
          </a:solidFill>
        </p:grpSpPr>
        <p:sp>
          <p:nvSpPr>
            <p:cNvPr id="28" name="Freeform 27">
              <a:extLst>
                <a:ext uri="{FF2B5EF4-FFF2-40B4-BE49-F238E27FC236}">
                  <a16:creationId xmlns:a16="http://schemas.microsoft.com/office/drawing/2014/main" id="{AE18A7BB-A299-D867-4058-2EB9665AA298}"/>
                </a:ext>
              </a:extLst>
            </p:cNvPr>
            <p:cNvSpPr/>
            <p:nvPr/>
          </p:nvSpPr>
          <p:spPr>
            <a:xfrm>
              <a:off x="4484518" y="3849294"/>
              <a:ext cx="129734" cy="200259"/>
            </a:xfrm>
            <a:custGeom>
              <a:avLst/>
              <a:gdLst>
                <a:gd name="connsiteX0" fmla="*/ 36646 w 146528"/>
                <a:gd name="connsiteY0" fmla="*/ 0 h 226182"/>
                <a:gd name="connsiteX1" fmla="*/ 109883 w 146528"/>
                <a:gd name="connsiteY1" fmla="*/ 0 h 226182"/>
                <a:gd name="connsiteX2" fmla="*/ 146529 w 146528"/>
                <a:gd name="connsiteY2" fmla="*/ 21169 h 226182"/>
                <a:gd name="connsiteX3" fmla="*/ 146529 w 146528"/>
                <a:gd name="connsiteY3" fmla="*/ 205010 h 226182"/>
                <a:gd name="connsiteX4" fmla="*/ 109883 w 146528"/>
                <a:gd name="connsiteY4" fmla="*/ 226179 h 226182"/>
                <a:gd name="connsiteX5" fmla="*/ 36646 w 146528"/>
                <a:gd name="connsiteY5" fmla="*/ 226179 h 226182"/>
                <a:gd name="connsiteX6" fmla="*/ 22479 w 146528"/>
                <a:gd name="connsiteY6" fmla="*/ 224135 h 226182"/>
                <a:gd name="connsiteX7" fmla="*/ 64417 w 146528"/>
                <a:gd name="connsiteY7" fmla="*/ 179169 h 226182"/>
                <a:gd name="connsiteX8" fmla="*/ 123878 w 146528"/>
                <a:gd name="connsiteY8" fmla="*/ 179169 h 226182"/>
                <a:gd name="connsiteX9" fmla="*/ 123878 w 146528"/>
                <a:gd name="connsiteY9" fmla="*/ 24308 h 226182"/>
                <a:gd name="connsiteX10" fmla="*/ 23333 w 146528"/>
                <a:gd name="connsiteY10" fmla="*/ 24308 h 226182"/>
                <a:gd name="connsiteX11" fmla="*/ 23333 w 146528"/>
                <a:gd name="connsiteY11" fmla="*/ 122999 h 226182"/>
                <a:gd name="connsiteX12" fmla="*/ 0 w 146528"/>
                <a:gd name="connsiteY12" fmla="*/ 138255 h 226182"/>
                <a:gd name="connsiteX13" fmla="*/ 0 w 146528"/>
                <a:gd name="connsiteY13" fmla="*/ 21169 h 226182"/>
                <a:gd name="connsiteX14" fmla="*/ 36646 w 146528"/>
                <a:gd name="connsiteY14" fmla="*/ 0 h 226182"/>
                <a:gd name="connsiteX15" fmla="*/ 55651 w 146528"/>
                <a:gd name="connsiteY15" fmla="*/ 203732 h 226182"/>
                <a:gd name="connsiteX16" fmla="*/ 73007 w 146528"/>
                <a:gd name="connsiteY16" fmla="*/ 213769 h 226182"/>
                <a:gd name="connsiteX17" fmla="*/ 90363 w 146528"/>
                <a:gd name="connsiteY17" fmla="*/ 203732 h 226182"/>
                <a:gd name="connsiteX18" fmla="*/ 73007 w 146528"/>
                <a:gd name="connsiteY18" fmla="*/ 193732 h 226182"/>
                <a:gd name="connsiteX19" fmla="*/ 55651 w 146528"/>
                <a:gd name="connsiteY19" fmla="*/ 203732 h 226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6528" h="226182">
                  <a:moveTo>
                    <a:pt x="36646" y="0"/>
                  </a:moveTo>
                  <a:lnTo>
                    <a:pt x="109883" y="0"/>
                  </a:lnTo>
                  <a:cubicBezTo>
                    <a:pt x="130140" y="0"/>
                    <a:pt x="146529" y="9453"/>
                    <a:pt x="146529" y="21169"/>
                  </a:cubicBezTo>
                  <a:lnTo>
                    <a:pt x="146529" y="205010"/>
                  </a:lnTo>
                  <a:cubicBezTo>
                    <a:pt x="146529" y="216653"/>
                    <a:pt x="130081" y="226179"/>
                    <a:pt x="109883" y="226179"/>
                  </a:cubicBezTo>
                  <a:lnTo>
                    <a:pt x="36646" y="226179"/>
                  </a:lnTo>
                  <a:cubicBezTo>
                    <a:pt x="32278" y="226179"/>
                    <a:pt x="26391" y="226362"/>
                    <a:pt x="22479" y="224135"/>
                  </a:cubicBezTo>
                  <a:cubicBezTo>
                    <a:pt x="40062" y="208295"/>
                    <a:pt x="64187" y="179462"/>
                    <a:pt x="64417" y="179169"/>
                  </a:cubicBezTo>
                  <a:lnTo>
                    <a:pt x="123878" y="179169"/>
                  </a:lnTo>
                  <a:lnTo>
                    <a:pt x="123878" y="24308"/>
                  </a:lnTo>
                  <a:lnTo>
                    <a:pt x="23333" y="24308"/>
                  </a:lnTo>
                  <a:lnTo>
                    <a:pt x="23333" y="122999"/>
                  </a:lnTo>
                  <a:cubicBezTo>
                    <a:pt x="20202" y="125261"/>
                    <a:pt x="0" y="138255"/>
                    <a:pt x="0" y="138255"/>
                  </a:cubicBezTo>
                  <a:lnTo>
                    <a:pt x="0" y="21169"/>
                  </a:lnTo>
                  <a:cubicBezTo>
                    <a:pt x="0" y="9489"/>
                    <a:pt x="16447" y="0"/>
                    <a:pt x="36646" y="0"/>
                  </a:cubicBezTo>
                  <a:close/>
                  <a:moveTo>
                    <a:pt x="55651" y="203732"/>
                  </a:moveTo>
                  <a:cubicBezTo>
                    <a:pt x="55651" y="209280"/>
                    <a:pt x="63450" y="213769"/>
                    <a:pt x="73007" y="213769"/>
                  </a:cubicBezTo>
                  <a:cubicBezTo>
                    <a:pt x="82623" y="213769"/>
                    <a:pt x="90363" y="209280"/>
                    <a:pt x="90363" y="203732"/>
                  </a:cubicBezTo>
                  <a:cubicBezTo>
                    <a:pt x="90363" y="198222"/>
                    <a:pt x="82623" y="193732"/>
                    <a:pt x="73007" y="193732"/>
                  </a:cubicBezTo>
                  <a:cubicBezTo>
                    <a:pt x="63391" y="193732"/>
                    <a:pt x="55651" y="198222"/>
                    <a:pt x="55651" y="203732"/>
                  </a:cubicBezTo>
                  <a:close/>
                </a:path>
              </a:pathLst>
            </a:custGeom>
            <a:grpFill/>
            <a:ln w="3646" cap="flat">
              <a:noFill/>
              <a:prstDash val="solid"/>
              <a:miter/>
            </a:ln>
          </p:spPr>
          <p:txBody>
            <a:bodyPr rtlCol="0" anchor="ctr"/>
            <a:lstStyle/>
            <a:p>
              <a:endParaRPr lang="en-GR"/>
            </a:p>
          </p:txBody>
        </p:sp>
        <p:sp>
          <p:nvSpPr>
            <p:cNvPr id="29" name="Freeform 28">
              <a:extLst>
                <a:ext uri="{FF2B5EF4-FFF2-40B4-BE49-F238E27FC236}">
                  <a16:creationId xmlns:a16="http://schemas.microsoft.com/office/drawing/2014/main" id="{95FAA990-4629-FFFF-4FD7-46FE82D5A7B4}"/>
                </a:ext>
              </a:extLst>
            </p:cNvPr>
            <p:cNvSpPr/>
            <p:nvPr/>
          </p:nvSpPr>
          <p:spPr>
            <a:xfrm>
              <a:off x="4426883" y="3889042"/>
              <a:ext cx="115985" cy="161520"/>
            </a:xfrm>
            <a:custGeom>
              <a:avLst/>
              <a:gdLst>
                <a:gd name="connsiteX0" fmla="*/ 130421 w 130999"/>
                <a:gd name="connsiteY0" fmla="*/ 98983 h 182428"/>
                <a:gd name="connsiteX1" fmla="*/ 123480 w 130999"/>
                <a:gd name="connsiteY1" fmla="*/ 117597 h 182428"/>
                <a:gd name="connsiteX2" fmla="*/ 123422 w 130999"/>
                <a:gd name="connsiteY2" fmla="*/ 117670 h 182428"/>
                <a:gd name="connsiteX3" fmla="*/ 63504 w 130999"/>
                <a:gd name="connsiteY3" fmla="*/ 178622 h 182428"/>
                <a:gd name="connsiteX4" fmla="*/ 23443 w 130999"/>
                <a:gd name="connsiteY4" fmla="*/ 181396 h 182428"/>
                <a:gd name="connsiteX5" fmla="*/ 0 w 130999"/>
                <a:gd name="connsiteY5" fmla="*/ 142233 h 182428"/>
                <a:gd name="connsiteX6" fmla="*/ 0 w 130999"/>
                <a:gd name="connsiteY6" fmla="*/ 64090 h 182428"/>
                <a:gd name="connsiteX7" fmla="*/ 18378 w 130999"/>
                <a:gd name="connsiteY7" fmla="*/ 29636 h 182428"/>
                <a:gd name="connsiteX8" fmla="*/ 49108 w 130999"/>
                <a:gd name="connsiteY8" fmla="*/ 0 h 182428"/>
                <a:gd name="connsiteX9" fmla="*/ 49108 w 130999"/>
                <a:gd name="connsiteY9" fmla="*/ 97888 h 182428"/>
                <a:gd name="connsiteX10" fmla="*/ 65665 w 130999"/>
                <a:gd name="connsiteY10" fmla="*/ 110370 h 182428"/>
                <a:gd name="connsiteX11" fmla="*/ 103621 w 130999"/>
                <a:gd name="connsiteY11" fmla="*/ 87778 h 182428"/>
                <a:gd name="connsiteX12" fmla="*/ 130421 w 130999"/>
                <a:gd name="connsiteY12" fmla="*/ 98983 h 182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0999" h="182428">
                  <a:moveTo>
                    <a:pt x="130421" y="98983"/>
                  </a:moveTo>
                  <a:cubicBezTo>
                    <a:pt x="132413" y="104859"/>
                    <a:pt x="129056" y="110662"/>
                    <a:pt x="123480" y="117597"/>
                  </a:cubicBezTo>
                  <a:lnTo>
                    <a:pt x="123422" y="117670"/>
                  </a:lnTo>
                  <a:cubicBezTo>
                    <a:pt x="120863" y="120845"/>
                    <a:pt x="81827" y="167745"/>
                    <a:pt x="63504" y="178622"/>
                  </a:cubicBezTo>
                  <a:cubicBezTo>
                    <a:pt x="52360" y="185045"/>
                    <a:pt x="35759" y="181396"/>
                    <a:pt x="23443" y="181396"/>
                  </a:cubicBezTo>
                  <a:cubicBezTo>
                    <a:pt x="10528" y="181396"/>
                    <a:pt x="0" y="163876"/>
                    <a:pt x="0" y="142233"/>
                  </a:cubicBezTo>
                  <a:lnTo>
                    <a:pt x="0" y="64090"/>
                  </a:lnTo>
                  <a:cubicBezTo>
                    <a:pt x="0" y="46170"/>
                    <a:pt x="9806" y="37374"/>
                    <a:pt x="18378" y="29636"/>
                  </a:cubicBezTo>
                  <a:cubicBezTo>
                    <a:pt x="28961" y="20147"/>
                    <a:pt x="38646" y="9672"/>
                    <a:pt x="49108" y="0"/>
                  </a:cubicBezTo>
                  <a:lnTo>
                    <a:pt x="49108" y="97888"/>
                  </a:lnTo>
                  <a:cubicBezTo>
                    <a:pt x="49108" y="107414"/>
                    <a:pt x="56458" y="113400"/>
                    <a:pt x="65665" y="110370"/>
                  </a:cubicBezTo>
                  <a:cubicBezTo>
                    <a:pt x="68683" y="109348"/>
                    <a:pt x="96906" y="92158"/>
                    <a:pt x="103621" y="87778"/>
                  </a:cubicBezTo>
                  <a:cubicBezTo>
                    <a:pt x="114032" y="80953"/>
                    <a:pt x="125301" y="84128"/>
                    <a:pt x="130421" y="98983"/>
                  </a:cubicBezTo>
                  <a:close/>
                </a:path>
              </a:pathLst>
            </a:custGeom>
            <a:grpFill/>
            <a:ln w="3646" cap="flat">
              <a:noFill/>
              <a:prstDash val="solid"/>
              <a:miter/>
            </a:ln>
          </p:spPr>
          <p:txBody>
            <a:bodyPr rtlCol="0" anchor="ctr"/>
            <a:lstStyle/>
            <a:p>
              <a:endParaRPr lang="en-GR"/>
            </a:p>
          </p:txBody>
        </p:sp>
      </p:grpSp>
      <p:sp>
        <p:nvSpPr>
          <p:cNvPr id="30" name="Text Placeholder 2">
            <a:extLst>
              <a:ext uri="{FF2B5EF4-FFF2-40B4-BE49-F238E27FC236}">
                <a16:creationId xmlns:a16="http://schemas.microsoft.com/office/drawing/2014/main" id="{B755A9CA-80FA-A6EB-B69C-EA61706D6271}"/>
              </a:ext>
            </a:extLst>
          </p:cNvPr>
          <p:cNvSpPr txBox="1">
            <a:spLocks/>
          </p:cNvSpPr>
          <p:nvPr/>
        </p:nvSpPr>
        <p:spPr>
          <a:xfrm>
            <a:off x="3474452" y="1660638"/>
            <a:ext cx="3916165" cy="1490729"/>
          </a:xfrm>
          <a:prstGeom prst="rect">
            <a:avLst/>
          </a:prstGeom>
        </p:spPr>
        <p:txBody>
          <a:bodyPr vert="horz" wrap="square" lIns="0" tIns="0" rIns="0" bIns="0" rtlCol="0">
            <a:spAutoFit/>
          </a:bodyPr>
          <a:lstStyle>
            <a:lvl1pPr marL="228600" indent="-228600" algn="l" defTabSz="914400" rtl="0" eaLnBrk="1" latinLnBrk="0" hangingPunct="1">
              <a:lnSpc>
                <a:spcPct val="100000"/>
              </a:lnSpc>
              <a:spcBef>
                <a:spcPts val="1000"/>
              </a:spcBef>
              <a:buClr>
                <a:srgbClr val="00DFF8"/>
              </a:buClr>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00000"/>
              </a:lnSpc>
              <a:spcBef>
                <a:spcPts val="500"/>
              </a:spcBef>
              <a:buClr>
                <a:srgbClr val="00DFF8"/>
              </a:buClr>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00000"/>
              </a:lnSpc>
              <a:spcBef>
                <a:spcPts val="500"/>
              </a:spcBef>
              <a:buClr>
                <a:srgbClr val="00DFF8"/>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00000"/>
              </a:lnSpc>
              <a:spcBef>
                <a:spcPts val="500"/>
              </a:spcBef>
              <a:buClr>
                <a:srgbClr val="00DFF8"/>
              </a:buClr>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00000"/>
              </a:lnSpc>
              <a:spcBef>
                <a:spcPts val="500"/>
              </a:spcBef>
              <a:buClr>
                <a:srgbClr val="00DFF8"/>
              </a:buClr>
              <a:buFont typeface="Arial" panose="020B0604020202020204" pitchFamily="34" charset="0"/>
              <a:buChar char="•"/>
              <a:defRPr sz="14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spcAft>
                <a:spcPts val="600"/>
              </a:spcAft>
              <a:buClr>
                <a:srgbClr val="047A85"/>
              </a:buClr>
              <a:buNone/>
              <a:tabLst>
                <a:tab pos="352425" algn="l"/>
              </a:tabLst>
            </a:pPr>
            <a:r>
              <a:rPr lang="en-GB" sz="1200" b="1">
                <a:solidFill>
                  <a:srgbClr val="003841"/>
                </a:solidFill>
                <a:latin typeface="Aptos SemiBold" panose="020B0004020202020204" pitchFamily="34" charset="0"/>
              </a:rPr>
              <a:t>Ut </a:t>
            </a:r>
            <a:r>
              <a:rPr lang="en-GB" sz="1200" b="1" err="1">
                <a:solidFill>
                  <a:srgbClr val="003841"/>
                </a:solidFill>
                <a:latin typeface="Aptos SemiBold" panose="020B0004020202020204" pitchFamily="34" charset="0"/>
              </a:rPr>
              <a:t>enim</a:t>
            </a:r>
            <a:r>
              <a:rPr lang="en-GB" sz="1200" b="1">
                <a:solidFill>
                  <a:srgbClr val="003841"/>
                </a:solidFill>
                <a:latin typeface="Aptos SemiBold" panose="020B0004020202020204" pitchFamily="34" charset="0"/>
              </a:rPr>
              <a:t> ad minim </a:t>
            </a:r>
            <a:r>
              <a:rPr lang="en-GB" sz="1200" b="1" err="1">
                <a:solidFill>
                  <a:srgbClr val="003841"/>
                </a:solidFill>
                <a:latin typeface="Aptos SemiBold" panose="020B0004020202020204" pitchFamily="34" charset="0"/>
              </a:rPr>
              <a:t>veniam</a:t>
            </a:r>
            <a:r>
              <a:rPr lang="en-GB" sz="1200" b="1">
                <a:solidFill>
                  <a:srgbClr val="003841"/>
                </a:solidFill>
                <a:latin typeface="Aptos SemiBold" panose="020B0004020202020204" pitchFamily="34" charset="0"/>
              </a:rPr>
              <a:t> </a:t>
            </a:r>
            <a:r>
              <a:rPr lang="en-GB" sz="1200" b="1" err="1">
                <a:solidFill>
                  <a:srgbClr val="003841"/>
                </a:solidFill>
                <a:latin typeface="Aptos SemiBold" panose="020B0004020202020204" pitchFamily="34" charset="0"/>
              </a:rPr>
              <a:t>quis</a:t>
            </a:r>
            <a:r>
              <a:rPr lang="en-GB" sz="1200" b="1">
                <a:solidFill>
                  <a:srgbClr val="003841"/>
                </a:solidFill>
                <a:latin typeface="Aptos SemiBold" panose="020B0004020202020204" pitchFamily="34" charset="0"/>
              </a:rPr>
              <a:t> </a:t>
            </a:r>
            <a:r>
              <a:rPr lang="en-GB" sz="1200" b="1" err="1">
                <a:solidFill>
                  <a:srgbClr val="003841"/>
                </a:solidFill>
                <a:latin typeface="Aptos SemiBold" panose="020B0004020202020204" pitchFamily="34" charset="0"/>
              </a:rPr>
              <a:t>nostrud</a:t>
            </a:r>
            <a:r>
              <a:rPr lang="en-GB" sz="1200" b="1">
                <a:solidFill>
                  <a:srgbClr val="003841"/>
                </a:solidFill>
                <a:latin typeface="Aptos SemiBold" panose="020B0004020202020204" pitchFamily="34" charset="0"/>
              </a:rPr>
              <a:t> </a:t>
            </a:r>
          </a:p>
          <a:p>
            <a:pPr marL="0" indent="0">
              <a:lnSpc>
                <a:spcPct val="110000"/>
              </a:lnSpc>
              <a:spcBef>
                <a:spcPts val="0"/>
              </a:spcBef>
              <a:spcAft>
                <a:spcPts val="600"/>
              </a:spcAft>
              <a:buClr>
                <a:srgbClr val="047A85"/>
              </a:buClr>
              <a:buNone/>
              <a:tabLst>
                <a:tab pos="352425" algn="l"/>
              </a:tabLst>
              <a:defRPr/>
            </a:pPr>
            <a:r>
              <a:rPr lang="en-GB" sz="1200">
                <a:solidFill>
                  <a:schemeClr val="tx1">
                    <a:lumMod val="65000"/>
                    <a:lumOff val="35000"/>
                  </a:schemeClr>
                </a:solidFill>
              </a:rPr>
              <a:t>Exercitation </a:t>
            </a:r>
            <a:r>
              <a:rPr lang="en-GB" sz="1200" err="1">
                <a:solidFill>
                  <a:schemeClr val="tx1">
                    <a:lumMod val="65000"/>
                    <a:lumOff val="35000"/>
                  </a:schemeClr>
                </a:solidFill>
              </a:rPr>
              <a:t>ullamco</a:t>
            </a:r>
            <a:r>
              <a:rPr lang="en-GB" sz="1200">
                <a:solidFill>
                  <a:schemeClr val="tx1">
                    <a:lumMod val="65000"/>
                    <a:lumOff val="35000"/>
                  </a:schemeClr>
                </a:solidFill>
              </a:rPr>
              <a:t> </a:t>
            </a:r>
            <a:r>
              <a:rPr lang="en-GB" sz="1200" err="1">
                <a:solidFill>
                  <a:schemeClr val="tx1">
                    <a:lumMod val="65000"/>
                    <a:lumOff val="35000"/>
                  </a:schemeClr>
                </a:solidFill>
              </a:rPr>
              <a:t>laboris</a:t>
            </a:r>
            <a:r>
              <a:rPr lang="en-GB" sz="1200">
                <a:solidFill>
                  <a:schemeClr val="tx1">
                    <a:lumMod val="65000"/>
                    <a:lumOff val="35000"/>
                  </a:schemeClr>
                </a:solidFill>
              </a:rPr>
              <a:t> nisi </a:t>
            </a:r>
            <a:r>
              <a:rPr lang="en-GB" sz="1200" err="1">
                <a:solidFill>
                  <a:schemeClr val="tx1">
                    <a:lumMod val="65000"/>
                    <a:lumOff val="35000"/>
                  </a:schemeClr>
                </a:solidFill>
              </a:rPr>
              <a:t>ut</a:t>
            </a:r>
            <a:r>
              <a:rPr lang="en-GB" sz="1200">
                <a:solidFill>
                  <a:schemeClr val="tx1">
                    <a:lumMod val="65000"/>
                    <a:lumOff val="35000"/>
                  </a:schemeClr>
                </a:solidFill>
              </a:rPr>
              <a:t> </a:t>
            </a:r>
            <a:r>
              <a:rPr lang="en-GB" sz="1200" err="1">
                <a:solidFill>
                  <a:schemeClr val="tx1">
                    <a:lumMod val="65000"/>
                    <a:lumOff val="35000"/>
                  </a:schemeClr>
                </a:solidFill>
              </a:rPr>
              <a:t>aliquip</a:t>
            </a:r>
            <a:r>
              <a:rPr lang="en-GB" sz="1200">
                <a:solidFill>
                  <a:schemeClr val="tx1">
                    <a:lumMod val="65000"/>
                    <a:lumOff val="35000"/>
                  </a:schemeClr>
                </a:solidFill>
              </a:rPr>
              <a:t> ex </a:t>
            </a:r>
            <a:r>
              <a:rPr lang="en-GB" sz="1200" err="1">
                <a:solidFill>
                  <a:schemeClr val="tx1">
                    <a:lumMod val="65000"/>
                    <a:lumOff val="35000"/>
                  </a:schemeClr>
                </a:solidFill>
              </a:rPr>
              <a:t>ea</a:t>
            </a:r>
            <a:r>
              <a:rPr lang="en-GB" sz="1200">
                <a:solidFill>
                  <a:schemeClr val="tx1">
                    <a:lumMod val="65000"/>
                    <a:lumOff val="35000"/>
                  </a:schemeClr>
                </a:solidFill>
              </a:rPr>
              <a:t> </a:t>
            </a:r>
            <a:r>
              <a:rPr lang="en-GB" sz="1200" err="1">
                <a:solidFill>
                  <a:schemeClr val="tx1">
                    <a:lumMod val="65000"/>
                    <a:lumOff val="35000"/>
                  </a:schemeClr>
                </a:solidFill>
              </a:rPr>
              <a:t>commodo</a:t>
            </a:r>
            <a:r>
              <a:rPr lang="en-GB" sz="1200">
                <a:solidFill>
                  <a:schemeClr val="tx1">
                    <a:lumMod val="65000"/>
                    <a:lumOff val="35000"/>
                  </a:schemeClr>
                </a:solidFill>
              </a:rPr>
              <a:t> </a:t>
            </a:r>
            <a:r>
              <a:rPr lang="en-GB" sz="1200" err="1">
                <a:solidFill>
                  <a:schemeClr val="tx1">
                    <a:lumMod val="65000"/>
                    <a:lumOff val="35000"/>
                  </a:schemeClr>
                </a:solidFill>
              </a:rPr>
              <a:t>consequat</a:t>
            </a:r>
            <a:r>
              <a:rPr lang="en-GB" sz="1200">
                <a:solidFill>
                  <a:schemeClr val="tx1">
                    <a:lumMod val="65000"/>
                    <a:lumOff val="35000"/>
                  </a:schemeClr>
                </a:solidFill>
              </a:rPr>
              <a:t>. Duis </a:t>
            </a:r>
            <a:r>
              <a:rPr lang="en-GB" sz="1200" err="1">
                <a:solidFill>
                  <a:schemeClr val="tx1">
                    <a:lumMod val="65000"/>
                    <a:lumOff val="35000"/>
                  </a:schemeClr>
                </a:solidFill>
              </a:rPr>
              <a:t>aute</a:t>
            </a:r>
            <a:r>
              <a:rPr lang="en-GB" sz="1200">
                <a:solidFill>
                  <a:schemeClr val="tx1">
                    <a:lumMod val="65000"/>
                    <a:lumOff val="35000"/>
                  </a:schemeClr>
                </a:solidFill>
              </a:rPr>
              <a:t> </a:t>
            </a:r>
            <a:r>
              <a:rPr lang="en-GB" sz="1200" err="1">
                <a:solidFill>
                  <a:schemeClr val="tx1">
                    <a:lumMod val="65000"/>
                    <a:lumOff val="35000"/>
                  </a:schemeClr>
                </a:solidFill>
              </a:rPr>
              <a:t>irure</a:t>
            </a:r>
            <a:r>
              <a:rPr lang="en-GB" sz="1200">
                <a:solidFill>
                  <a:schemeClr val="tx1">
                    <a:lumMod val="65000"/>
                    <a:lumOff val="35000"/>
                  </a:schemeClr>
                </a:solidFill>
              </a:rPr>
              <a:t> </a:t>
            </a:r>
            <a:r>
              <a:rPr lang="en-GB" sz="1200" err="1">
                <a:solidFill>
                  <a:schemeClr val="tx1">
                    <a:lumMod val="65000"/>
                    <a:lumOff val="35000"/>
                  </a:schemeClr>
                </a:solidFill>
              </a:rPr>
              <a:t>dolor</a:t>
            </a:r>
            <a:r>
              <a:rPr lang="en-GB" sz="1200">
                <a:solidFill>
                  <a:schemeClr val="tx1">
                    <a:lumMod val="65000"/>
                    <a:lumOff val="35000"/>
                  </a:schemeClr>
                </a:solidFill>
              </a:rPr>
              <a:t> in </a:t>
            </a:r>
            <a:r>
              <a:rPr lang="en-GB" sz="1200" err="1">
                <a:solidFill>
                  <a:schemeClr val="tx1">
                    <a:lumMod val="65000"/>
                    <a:lumOff val="35000"/>
                  </a:schemeClr>
                </a:solidFill>
              </a:rPr>
              <a:t>reprehenderit</a:t>
            </a:r>
            <a:r>
              <a:rPr lang="en-GB" sz="1200">
                <a:solidFill>
                  <a:schemeClr val="tx1">
                    <a:lumMod val="65000"/>
                    <a:lumOff val="35000"/>
                  </a:schemeClr>
                </a:solidFill>
              </a:rPr>
              <a:t> in </a:t>
            </a:r>
            <a:r>
              <a:rPr lang="en-GB" sz="1200" err="1">
                <a:solidFill>
                  <a:schemeClr val="tx1">
                    <a:lumMod val="65000"/>
                    <a:lumOff val="35000"/>
                  </a:schemeClr>
                </a:solidFill>
              </a:rPr>
              <a:t>voluptate</a:t>
            </a:r>
            <a:r>
              <a:rPr lang="en-GB" sz="1200">
                <a:solidFill>
                  <a:schemeClr val="tx1">
                    <a:lumMod val="65000"/>
                    <a:lumOff val="35000"/>
                  </a:schemeClr>
                </a:solidFill>
              </a:rPr>
              <a:t> </a:t>
            </a:r>
            <a:r>
              <a:rPr lang="en-GB" sz="1200" err="1">
                <a:solidFill>
                  <a:schemeClr val="tx1">
                    <a:lumMod val="65000"/>
                    <a:lumOff val="35000"/>
                  </a:schemeClr>
                </a:solidFill>
              </a:rPr>
              <a:t>velit</a:t>
            </a:r>
            <a:r>
              <a:rPr lang="en-GB" sz="1200">
                <a:solidFill>
                  <a:schemeClr val="tx1">
                    <a:lumMod val="65000"/>
                    <a:lumOff val="35000"/>
                  </a:schemeClr>
                </a:solidFill>
              </a:rPr>
              <a:t> </a:t>
            </a:r>
            <a:r>
              <a:rPr lang="en-GB" sz="1200" err="1">
                <a:solidFill>
                  <a:schemeClr val="tx1">
                    <a:lumMod val="65000"/>
                    <a:lumOff val="35000"/>
                  </a:schemeClr>
                </a:solidFill>
              </a:rPr>
              <a:t>esse</a:t>
            </a:r>
            <a:r>
              <a:rPr lang="en-GB" sz="1200">
                <a:solidFill>
                  <a:schemeClr val="tx1">
                    <a:lumMod val="65000"/>
                    <a:lumOff val="35000"/>
                  </a:schemeClr>
                </a:solidFill>
              </a:rPr>
              <a:t> </a:t>
            </a:r>
            <a:r>
              <a:rPr lang="en-GB" sz="1200" err="1">
                <a:solidFill>
                  <a:schemeClr val="tx1">
                    <a:lumMod val="65000"/>
                    <a:lumOff val="35000"/>
                  </a:schemeClr>
                </a:solidFill>
              </a:rPr>
              <a:t>cillum</a:t>
            </a:r>
            <a:r>
              <a:rPr lang="en-GB" sz="1200">
                <a:solidFill>
                  <a:schemeClr val="tx1">
                    <a:lumMod val="65000"/>
                    <a:lumOff val="35000"/>
                  </a:schemeClr>
                </a:solidFill>
              </a:rPr>
              <a:t> dolore </a:t>
            </a:r>
            <a:r>
              <a:rPr lang="en-GB" sz="1200" err="1">
                <a:solidFill>
                  <a:schemeClr val="tx1">
                    <a:lumMod val="65000"/>
                    <a:lumOff val="35000"/>
                  </a:schemeClr>
                </a:solidFill>
              </a:rPr>
              <a:t>eu</a:t>
            </a:r>
            <a:r>
              <a:rPr lang="en-GB" sz="1200">
                <a:solidFill>
                  <a:schemeClr val="tx1">
                    <a:lumMod val="65000"/>
                    <a:lumOff val="35000"/>
                  </a:schemeClr>
                </a:solidFill>
              </a:rPr>
              <a:t> </a:t>
            </a:r>
            <a:r>
              <a:rPr lang="en-GB" sz="1200" err="1">
                <a:solidFill>
                  <a:schemeClr val="tx1">
                    <a:lumMod val="65000"/>
                    <a:lumOff val="35000"/>
                  </a:schemeClr>
                </a:solidFill>
              </a:rPr>
              <a:t>fugiat</a:t>
            </a:r>
            <a:r>
              <a:rPr lang="en-GB" sz="1200">
                <a:solidFill>
                  <a:schemeClr val="tx1">
                    <a:lumMod val="65000"/>
                    <a:lumOff val="35000"/>
                  </a:schemeClr>
                </a:solidFill>
              </a:rPr>
              <a:t> </a:t>
            </a:r>
            <a:r>
              <a:rPr lang="en-GB" sz="1200" err="1">
                <a:solidFill>
                  <a:schemeClr val="tx1">
                    <a:lumMod val="65000"/>
                    <a:lumOff val="35000"/>
                  </a:schemeClr>
                </a:solidFill>
              </a:rPr>
              <a:t>nulla</a:t>
            </a:r>
            <a:r>
              <a:rPr lang="en-GB" sz="1200">
                <a:solidFill>
                  <a:schemeClr val="tx1">
                    <a:lumMod val="65000"/>
                    <a:lumOff val="35000"/>
                  </a:schemeClr>
                </a:solidFill>
              </a:rPr>
              <a:t> </a:t>
            </a:r>
            <a:r>
              <a:rPr lang="en-GB" sz="1200" err="1">
                <a:solidFill>
                  <a:schemeClr val="tx1">
                    <a:lumMod val="65000"/>
                    <a:lumOff val="35000"/>
                  </a:schemeClr>
                </a:solidFill>
              </a:rPr>
              <a:t>pariatur</a:t>
            </a:r>
            <a:r>
              <a:rPr lang="en-GB" sz="1200">
                <a:solidFill>
                  <a:schemeClr val="tx1">
                    <a:lumMod val="65000"/>
                    <a:lumOff val="35000"/>
                  </a:schemeClr>
                </a:solidFill>
              </a:rPr>
              <a:t>. Lorem ipsum </a:t>
            </a:r>
            <a:r>
              <a:rPr lang="en-GB" sz="1200" err="1">
                <a:solidFill>
                  <a:schemeClr val="tx1">
                    <a:lumMod val="65000"/>
                    <a:lumOff val="35000"/>
                  </a:schemeClr>
                </a:solidFill>
              </a:rPr>
              <a:t>dolor</a:t>
            </a:r>
            <a:r>
              <a:rPr lang="en-GB" sz="1200">
                <a:solidFill>
                  <a:schemeClr val="tx1">
                    <a:lumMod val="65000"/>
                    <a:lumOff val="35000"/>
                  </a:schemeClr>
                </a:solidFill>
              </a:rPr>
              <a:t> sit </a:t>
            </a:r>
            <a:r>
              <a:rPr lang="en-GB" sz="1200" err="1">
                <a:solidFill>
                  <a:schemeClr val="tx1">
                    <a:lumMod val="65000"/>
                    <a:lumOff val="35000"/>
                  </a:schemeClr>
                </a:solidFill>
              </a:rPr>
              <a:t>amet</a:t>
            </a:r>
            <a:r>
              <a:rPr lang="en-GB" sz="1200">
                <a:solidFill>
                  <a:schemeClr val="tx1">
                    <a:lumMod val="65000"/>
                    <a:lumOff val="35000"/>
                  </a:schemeClr>
                </a:solidFill>
              </a:rPr>
              <a:t>, </a:t>
            </a:r>
            <a:r>
              <a:rPr lang="en-GB" sz="1200" err="1">
                <a:solidFill>
                  <a:schemeClr val="tx1">
                    <a:lumMod val="65000"/>
                    <a:lumOff val="35000"/>
                  </a:schemeClr>
                </a:solidFill>
              </a:rPr>
              <a:t>consectetur</a:t>
            </a:r>
            <a:r>
              <a:rPr lang="en-GB" sz="1200">
                <a:solidFill>
                  <a:schemeClr val="tx1">
                    <a:lumMod val="65000"/>
                    <a:lumOff val="35000"/>
                  </a:schemeClr>
                </a:solidFill>
              </a:rPr>
              <a:t> </a:t>
            </a:r>
            <a:r>
              <a:rPr lang="en-GB" sz="1200" err="1">
                <a:solidFill>
                  <a:schemeClr val="tx1">
                    <a:lumMod val="65000"/>
                    <a:lumOff val="35000"/>
                  </a:schemeClr>
                </a:solidFill>
              </a:rPr>
              <a:t>adipiscing</a:t>
            </a:r>
            <a:r>
              <a:rPr lang="en-GB" sz="1200">
                <a:solidFill>
                  <a:schemeClr val="tx1">
                    <a:lumMod val="65000"/>
                    <a:lumOff val="35000"/>
                  </a:schemeClr>
                </a:solidFill>
              </a:rPr>
              <a:t> </a:t>
            </a:r>
            <a:r>
              <a:rPr lang="en-GB" sz="1200" err="1">
                <a:solidFill>
                  <a:schemeClr val="tx1">
                    <a:lumMod val="65000"/>
                    <a:lumOff val="35000"/>
                  </a:schemeClr>
                </a:solidFill>
              </a:rPr>
              <a:t>elit</a:t>
            </a:r>
            <a:r>
              <a:rPr lang="en-GB" sz="1200">
                <a:solidFill>
                  <a:schemeClr val="tx1">
                    <a:lumMod val="65000"/>
                    <a:lumOff val="35000"/>
                  </a:schemeClr>
                </a:solidFill>
              </a:rPr>
              <a:t>, </a:t>
            </a:r>
            <a:r>
              <a:rPr lang="en-GB" sz="1200" err="1">
                <a:solidFill>
                  <a:schemeClr val="tx1">
                    <a:lumMod val="65000"/>
                    <a:lumOff val="35000"/>
                  </a:schemeClr>
                </a:solidFill>
              </a:rPr>
              <a:t>sed</a:t>
            </a:r>
            <a:r>
              <a:rPr lang="en-GB" sz="1200">
                <a:solidFill>
                  <a:schemeClr val="tx1">
                    <a:lumMod val="65000"/>
                    <a:lumOff val="35000"/>
                  </a:schemeClr>
                </a:solidFill>
              </a:rPr>
              <a:t> do </a:t>
            </a:r>
            <a:r>
              <a:rPr lang="en-GB" sz="1200" err="1">
                <a:solidFill>
                  <a:schemeClr val="tx1">
                    <a:lumMod val="65000"/>
                    <a:lumOff val="35000"/>
                  </a:schemeClr>
                </a:solidFill>
              </a:rPr>
              <a:t>eiusmod</a:t>
            </a:r>
            <a:r>
              <a:rPr lang="en-GB" sz="1200">
                <a:solidFill>
                  <a:schemeClr val="tx1">
                    <a:lumMod val="65000"/>
                    <a:lumOff val="35000"/>
                  </a:schemeClr>
                </a:solidFill>
              </a:rPr>
              <a:t> </a:t>
            </a:r>
            <a:r>
              <a:rPr lang="en-GB" sz="1200" err="1">
                <a:solidFill>
                  <a:schemeClr val="tx1">
                    <a:lumMod val="65000"/>
                    <a:lumOff val="35000"/>
                  </a:schemeClr>
                </a:solidFill>
              </a:rPr>
              <a:t>tempor</a:t>
            </a:r>
            <a:r>
              <a:rPr lang="en-GB" sz="1200">
                <a:solidFill>
                  <a:schemeClr val="tx1">
                    <a:lumMod val="65000"/>
                    <a:lumOff val="35000"/>
                  </a:schemeClr>
                </a:solidFill>
              </a:rPr>
              <a:t> labore et dolore magna </a:t>
            </a:r>
            <a:r>
              <a:rPr lang="en-GB" sz="1200" err="1">
                <a:solidFill>
                  <a:schemeClr val="tx1">
                    <a:lumMod val="65000"/>
                    <a:lumOff val="35000"/>
                  </a:schemeClr>
                </a:solidFill>
              </a:rPr>
              <a:t>aliqua</a:t>
            </a:r>
            <a:r>
              <a:rPr lang="en-GB" sz="1200">
                <a:solidFill>
                  <a:schemeClr val="tx1">
                    <a:lumMod val="65000"/>
                    <a:lumOff val="35000"/>
                  </a:schemeClr>
                </a:solidFill>
              </a:rPr>
              <a:t>. </a:t>
            </a:r>
            <a:endParaRPr lang="en-GR" sz="1200">
              <a:solidFill>
                <a:schemeClr val="tx1">
                  <a:lumMod val="65000"/>
                  <a:lumOff val="35000"/>
                </a:schemeClr>
              </a:solidFill>
            </a:endParaRPr>
          </a:p>
        </p:txBody>
      </p:sp>
      <p:sp>
        <p:nvSpPr>
          <p:cNvPr id="8" name="Text Placeholder 7">
            <a:extLst>
              <a:ext uri="{FF2B5EF4-FFF2-40B4-BE49-F238E27FC236}">
                <a16:creationId xmlns:a16="http://schemas.microsoft.com/office/drawing/2014/main" id="{01BE0FED-CC00-2EB7-7F2B-B027F0B22013}"/>
              </a:ext>
            </a:extLst>
          </p:cNvPr>
          <p:cNvSpPr>
            <a:spLocks noGrp="1"/>
          </p:cNvSpPr>
          <p:nvPr>
            <p:ph type="body" sz="quarter" idx="25"/>
          </p:nvPr>
        </p:nvSpPr>
        <p:spPr>
          <a:xfrm>
            <a:off x="332318" y="741496"/>
            <a:ext cx="11531549" cy="334515"/>
          </a:xfrm>
        </p:spPr>
        <p:txBody>
          <a:bodyPr/>
          <a:lstStyle/>
          <a:p>
            <a:r>
              <a:rPr lang="en-GR"/>
              <a:t>Infographic</a:t>
            </a:r>
          </a:p>
        </p:txBody>
      </p:sp>
    </p:spTree>
    <p:extLst>
      <p:ext uri="{BB962C8B-B14F-4D97-AF65-F5344CB8AC3E}">
        <p14:creationId xmlns:p14="http://schemas.microsoft.com/office/powerpoint/2010/main" val="308057680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32C07F2-5FCF-53FC-3C89-3A9040C8677D}"/>
              </a:ext>
            </a:extLst>
          </p:cNvPr>
          <p:cNvSpPr>
            <a:spLocks noGrp="1"/>
          </p:cNvSpPr>
          <p:nvPr>
            <p:ph type="body" sz="quarter" idx="14"/>
          </p:nvPr>
        </p:nvSpPr>
        <p:spPr>
          <a:xfrm>
            <a:off x="331201" y="1268822"/>
            <a:ext cx="7939040" cy="364908"/>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a:t>
            </a:r>
            <a:r>
              <a:rPr lang="en-GB"/>
              <a:t> que integer ante. </a:t>
            </a:r>
            <a:r>
              <a:rPr lang="en-GB" err="1"/>
              <a:t>Aliquam</a:t>
            </a:r>
            <a:r>
              <a:rPr lang="en-GB"/>
              <a:t> </a:t>
            </a:r>
            <a:r>
              <a:rPr lang="en-GB" err="1"/>
              <a:t>arcu</a:t>
            </a:r>
            <a:r>
              <a:rPr lang="en-GB"/>
              <a:t> </a:t>
            </a:r>
            <a:r>
              <a:rPr lang="en-GB" err="1"/>
              <a:t>volutpat</a:t>
            </a:r>
            <a:r>
              <a:rPr lang="en-GB"/>
              <a:t> sit magna </a:t>
            </a:r>
            <a:r>
              <a:rPr lang="en-GB" err="1"/>
              <a:t>quis</a:t>
            </a:r>
            <a:r>
              <a:rPr lang="en-GB"/>
              <a:t>.</a:t>
            </a:r>
          </a:p>
        </p:txBody>
      </p:sp>
      <p:sp>
        <p:nvSpPr>
          <p:cNvPr id="7" name="Slide Number Placeholder 6">
            <a:extLst>
              <a:ext uri="{FF2B5EF4-FFF2-40B4-BE49-F238E27FC236}">
                <a16:creationId xmlns:a16="http://schemas.microsoft.com/office/drawing/2014/main" id="{63562A5E-B713-A8C9-94E6-FCD060B081E4}"/>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181</a:t>
            </a:fld>
            <a:endParaRPr lang="en-GR"/>
          </a:p>
        </p:txBody>
      </p:sp>
      <p:grpSp>
        <p:nvGrpSpPr>
          <p:cNvPr id="2" name="Group 1">
            <a:extLst>
              <a:ext uri="{FF2B5EF4-FFF2-40B4-BE49-F238E27FC236}">
                <a16:creationId xmlns:a16="http://schemas.microsoft.com/office/drawing/2014/main" id="{112A5454-1A93-4153-0ED1-2554A08F264E}"/>
              </a:ext>
            </a:extLst>
          </p:cNvPr>
          <p:cNvGrpSpPr/>
          <p:nvPr/>
        </p:nvGrpSpPr>
        <p:grpSpPr>
          <a:xfrm>
            <a:off x="2849746" y="3191478"/>
            <a:ext cx="6492513" cy="1064117"/>
            <a:chOff x="2596611" y="2602724"/>
            <a:chExt cx="6492513" cy="1064117"/>
          </a:xfrm>
        </p:grpSpPr>
        <p:sp>
          <p:nvSpPr>
            <p:cNvPr id="8" name="Rectangular Callout 7">
              <a:extLst>
                <a:ext uri="{FF2B5EF4-FFF2-40B4-BE49-F238E27FC236}">
                  <a16:creationId xmlns:a16="http://schemas.microsoft.com/office/drawing/2014/main" id="{7DDE44F8-111F-747D-0975-F3485A783C15}"/>
                </a:ext>
              </a:extLst>
            </p:cNvPr>
            <p:cNvSpPr/>
            <p:nvPr/>
          </p:nvSpPr>
          <p:spPr>
            <a:xfrm>
              <a:off x="2596611" y="2642964"/>
              <a:ext cx="1343329" cy="983639"/>
            </a:xfrm>
            <a:prstGeom prst="wedgeRectCallou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r>
                <a:rPr lang="en-GR">
                  <a:latin typeface="Aptos" panose="020B0004020202020204" pitchFamily="34" charset="0"/>
                </a:rPr>
                <a:t>Text here</a:t>
              </a:r>
            </a:p>
          </p:txBody>
        </p:sp>
        <p:sp>
          <p:nvSpPr>
            <p:cNvPr id="9" name="Oval Callout 8">
              <a:extLst>
                <a:ext uri="{FF2B5EF4-FFF2-40B4-BE49-F238E27FC236}">
                  <a16:creationId xmlns:a16="http://schemas.microsoft.com/office/drawing/2014/main" id="{CAF4EDA6-7DA6-D2C5-6BF0-6D6518D6F764}"/>
                </a:ext>
              </a:extLst>
            </p:cNvPr>
            <p:cNvSpPr/>
            <p:nvPr/>
          </p:nvSpPr>
          <p:spPr>
            <a:xfrm>
              <a:off x="4889203" y="2602725"/>
              <a:ext cx="1655654" cy="1064116"/>
            </a:xfrm>
            <a:prstGeom prst="wedgeEllipseCallou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R">
                  <a:latin typeface="Aptos" panose="020B0004020202020204" pitchFamily="34" charset="0"/>
                </a:rPr>
                <a:t>Text here</a:t>
              </a:r>
            </a:p>
          </p:txBody>
        </p:sp>
        <p:sp>
          <p:nvSpPr>
            <p:cNvPr id="10" name="Rounded Rectangular Callout 9">
              <a:extLst>
                <a:ext uri="{FF2B5EF4-FFF2-40B4-BE49-F238E27FC236}">
                  <a16:creationId xmlns:a16="http://schemas.microsoft.com/office/drawing/2014/main" id="{6DF88BF2-5F1D-CC28-7132-7C549E5977D3}"/>
                </a:ext>
              </a:extLst>
            </p:cNvPr>
            <p:cNvSpPr/>
            <p:nvPr/>
          </p:nvSpPr>
          <p:spPr>
            <a:xfrm>
              <a:off x="7494119" y="2602724"/>
              <a:ext cx="1595005" cy="1064115"/>
            </a:xfrm>
            <a:prstGeom prst="wedgeRoundRectCallou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GR">
                  <a:latin typeface="Aptos" panose="020B0004020202020204" pitchFamily="34" charset="0"/>
                </a:rPr>
                <a:t>Text here</a:t>
              </a:r>
            </a:p>
          </p:txBody>
        </p:sp>
      </p:grpSp>
      <p:sp>
        <p:nvSpPr>
          <p:cNvPr id="4" name="Text Placeholder 3">
            <a:extLst>
              <a:ext uri="{FF2B5EF4-FFF2-40B4-BE49-F238E27FC236}">
                <a16:creationId xmlns:a16="http://schemas.microsoft.com/office/drawing/2014/main" id="{472511BF-3F0B-A58F-84BD-E1E81D92E989}"/>
              </a:ext>
            </a:extLst>
          </p:cNvPr>
          <p:cNvSpPr>
            <a:spLocks noGrp="1"/>
          </p:cNvSpPr>
          <p:nvPr>
            <p:ph type="body" sz="quarter" idx="25"/>
          </p:nvPr>
        </p:nvSpPr>
        <p:spPr>
          <a:xfrm>
            <a:off x="332318" y="741496"/>
            <a:ext cx="11531549" cy="334515"/>
          </a:xfrm>
        </p:spPr>
        <p:txBody>
          <a:bodyPr/>
          <a:lstStyle/>
          <a:p>
            <a:r>
              <a:rPr lang="en-GR"/>
              <a:t>Callouts</a:t>
            </a:r>
          </a:p>
        </p:txBody>
      </p:sp>
    </p:spTree>
    <p:extLst>
      <p:ext uri="{BB962C8B-B14F-4D97-AF65-F5344CB8AC3E}">
        <p14:creationId xmlns:p14="http://schemas.microsoft.com/office/powerpoint/2010/main" val="5748467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D935260-8EA0-1FE0-A28F-AFA5F5A5DD4E}"/>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182</a:t>
            </a:fld>
            <a:endParaRPr lang="en-GR"/>
          </a:p>
        </p:txBody>
      </p:sp>
      <p:sp>
        <p:nvSpPr>
          <p:cNvPr id="5" name="Title 4">
            <a:extLst>
              <a:ext uri="{FF2B5EF4-FFF2-40B4-BE49-F238E27FC236}">
                <a16:creationId xmlns:a16="http://schemas.microsoft.com/office/drawing/2014/main" id="{31694DF3-004B-027E-A9B3-32EDEA55CE17}"/>
              </a:ext>
            </a:extLst>
          </p:cNvPr>
          <p:cNvSpPr>
            <a:spLocks noGrp="1"/>
          </p:cNvSpPr>
          <p:nvPr>
            <p:ph type="ctrTitle"/>
          </p:nvPr>
        </p:nvSpPr>
        <p:spPr>
          <a:xfrm>
            <a:off x="335360" y="2592681"/>
            <a:ext cx="1059080" cy="928652"/>
          </a:xfrm>
          <a:prstGeom prst="rect">
            <a:avLst/>
          </a:prstGeom>
        </p:spPr>
        <p:txBody>
          <a:bodyPr/>
          <a:lstStyle/>
          <a:p>
            <a:r>
              <a:rPr lang="en-GR"/>
              <a:t>08</a:t>
            </a:r>
          </a:p>
        </p:txBody>
      </p:sp>
      <p:sp>
        <p:nvSpPr>
          <p:cNvPr id="6" name="Text Placeholder 5">
            <a:extLst>
              <a:ext uri="{FF2B5EF4-FFF2-40B4-BE49-F238E27FC236}">
                <a16:creationId xmlns:a16="http://schemas.microsoft.com/office/drawing/2014/main" id="{4E166DCA-8BA8-D690-9280-972AF413EC9C}"/>
              </a:ext>
            </a:extLst>
          </p:cNvPr>
          <p:cNvSpPr>
            <a:spLocks noGrp="1"/>
          </p:cNvSpPr>
          <p:nvPr>
            <p:ph type="body" sz="quarter" idx="16"/>
          </p:nvPr>
        </p:nvSpPr>
        <p:spPr>
          <a:xfrm>
            <a:off x="1703514" y="2592682"/>
            <a:ext cx="4896543" cy="928652"/>
          </a:xfrm>
        </p:spPr>
        <p:txBody>
          <a:bodyPr/>
          <a:lstStyle/>
          <a:p>
            <a:r>
              <a:rPr lang="en-GR"/>
              <a:t>Tables</a:t>
            </a:r>
          </a:p>
        </p:txBody>
      </p:sp>
    </p:spTree>
    <p:extLst>
      <p:ext uri="{BB962C8B-B14F-4D97-AF65-F5344CB8AC3E}">
        <p14:creationId xmlns:p14="http://schemas.microsoft.com/office/powerpoint/2010/main" val="179819581"/>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0D89A957-FC1C-7A35-AFF3-42C8EE3ECB05}"/>
              </a:ext>
            </a:extLst>
          </p:cNvPr>
          <p:cNvSpPr>
            <a:spLocks noGrp="1"/>
          </p:cNvSpPr>
          <p:nvPr>
            <p:ph type="body" sz="quarter" idx="14"/>
          </p:nvPr>
        </p:nvSpPr>
        <p:spPr>
          <a:xfrm>
            <a:off x="332317" y="1268823"/>
            <a:ext cx="5028083" cy="5040498"/>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a:t>
            </a:r>
            <a:r>
              <a:rPr lang="en-GB" err="1"/>
              <a:t>carnetion</a:t>
            </a:r>
            <a:r>
              <a:rPr lang="en-GB"/>
              <a:t>.</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p:txBody>
      </p:sp>
      <p:sp>
        <p:nvSpPr>
          <p:cNvPr id="23" name="Table Placeholder 22">
            <a:extLst>
              <a:ext uri="{FF2B5EF4-FFF2-40B4-BE49-F238E27FC236}">
                <a16:creationId xmlns:a16="http://schemas.microsoft.com/office/drawing/2014/main" id="{EB815737-D9CB-BC45-A163-5293725EC6A9}"/>
              </a:ext>
            </a:extLst>
          </p:cNvPr>
          <p:cNvSpPr>
            <a:spLocks noGrp="1"/>
          </p:cNvSpPr>
          <p:nvPr>
            <p:ph type="tbl" sz="quarter" idx="17"/>
          </p:nvPr>
        </p:nvSpPr>
        <p:spPr/>
        <p:txBody>
          <a:bodyPr/>
          <a:lstStyle/>
          <a:p>
            <a:endParaRPr lang="en-GR"/>
          </a:p>
        </p:txBody>
      </p:sp>
      <p:sp>
        <p:nvSpPr>
          <p:cNvPr id="5" name="Slide Number Placeholder 4">
            <a:extLst>
              <a:ext uri="{FF2B5EF4-FFF2-40B4-BE49-F238E27FC236}">
                <a16:creationId xmlns:a16="http://schemas.microsoft.com/office/drawing/2014/main" id="{E31C1D5E-F29B-94EF-0D8E-80E819C39352}"/>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183</a:t>
            </a:fld>
            <a:endParaRPr lang="en-GR"/>
          </a:p>
        </p:txBody>
      </p:sp>
      <p:sp>
        <p:nvSpPr>
          <p:cNvPr id="18" name="Text Placeholder 17">
            <a:extLst>
              <a:ext uri="{FF2B5EF4-FFF2-40B4-BE49-F238E27FC236}">
                <a16:creationId xmlns:a16="http://schemas.microsoft.com/office/drawing/2014/main" id="{111AF313-D180-514F-9AFD-9241293DBB15}"/>
              </a:ext>
            </a:extLst>
          </p:cNvPr>
          <p:cNvSpPr>
            <a:spLocks noGrp="1"/>
          </p:cNvSpPr>
          <p:nvPr>
            <p:ph type="body" sz="quarter" idx="27"/>
          </p:nvPr>
        </p:nvSpPr>
        <p:spPr>
          <a:xfrm>
            <a:off x="6095999" y="5712313"/>
            <a:ext cx="5729704" cy="597009"/>
          </a:xfrm>
        </p:spPr>
        <p:txBody>
          <a:bodyPr>
            <a:normAutofit/>
          </a:bodyPr>
          <a:lstStyle/>
          <a:p>
            <a:r>
              <a:rPr lang="en-GB"/>
              <a:t>Aptos 8pt / Line spacing 1,1 / Paragraph spacing 9pt. Lorem ipsum dolor sit amet, consectetur adipiscing elit, sed doe eiusmod tempor incididunt ut labore et dolore magna aliqua. Ut enim ad minim veniam, quis nostrud exercitation ullamcolaraste laboris nisi ut aliquip ex eas. Lorem ipsum dolor sit amet, consectetur adipiscing elit, sed doe eiusmod tempor incididunt ut labore et dolore magna aliqua. Ut enim ad minim veniam, quis nostrud exercitation ullamcolaraste laboris nisi ut aliquip ex eas.</a:t>
            </a:r>
          </a:p>
        </p:txBody>
      </p:sp>
      <p:sp>
        <p:nvSpPr>
          <p:cNvPr id="11" name="Text Placeholder 10">
            <a:extLst>
              <a:ext uri="{FF2B5EF4-FFF2-40B4-BE49-F238E27FC236}">
                <a16:creationId xmlns:a16="http://schemas.microsoft.com/office/drawing/2014/main" id="{8302B8E9-EE64-8F46-CBE1-FA75560FBAB5}"/>
              </a:ext>
            </a:extLst>
          </p:cNvPr>
          <p:cNvSpPr>
            <a:spLocks noGrp="1"/>
          </p:cNvSpPr>
          <p:nvPr>
            <p:ph type="body" sz="quarter" idx="25"/>
          </p:nvPr>
        </p:nvSpPr>
        <p:spPr>
          <a:xfrm>
            <a:off x="332316" y="741496"/>
            <a:ext cx="11531551" cy="334515"/>
          </a:xfrm>
        </p:spPr>
        <p:txBody>
          <a:bodyPr/>
          <a:lstStyle/>
          <a:p>
            <a:r>
              <a:rPr lang="en-GR"/>
              <a:t>Table ½ page</a:t>
            </a:r>
          </a:p>
        </p:txBody>
      </p:sp>
      <p:graphicFrame>
        <p:nvGraphicFramePr>
          <p:cNvPr id="2" name="Table 7">
            <a:extLst>
              <a:ext uri="{FF2B5EF4-FFF2-40B4-BE49-F238E27FC236}">
                <a16:creationId xmlns:a16="http://schemas.microsoft.com/office/drawing/2014/main" id="{FCB01B8A-3250-F5AA-5A6E-1E883365A5AC}"/>
              </a:ext>
            </a:extLst>
          </p:cNvPr>
          <p:cNvGraphicFramePr>
            <a:graphicFrameLocks noGrp="1"/>
          </p:cNvGraphicFramePr>
          <p:nvPr>
            <p:extLst>
              <p:ext uri="{D42A27DB-BD31-4B8C-83A1-F6EECF244321}">
                <p14:modId xmlns:p14="http://schemas.microsoft.com/office/powerpoint/2010/main" val="28729363"/>
              </p:ext>
            </p:extLst>
          </p:nvPr>
        </p:nvGraphicFramePr>
        <p:xfrm>
          <a:off x="6102352" y="1268413"/>
          <a:ext cx="5753099" cy="4327200"/>
        </p:xfrm>
        <a:graphic>
          <a:graphicData uri="http://schemas.openxmlformats.org/drawingml/2006/table">
            <a:tbl>
              <a:tblPr firstRow="1" bandRow="1">
                <a:tableStyleId>{5C22544A-7EE6-4342-B048-85BDC9FD1C3A}</a:tableStyleId>
              </a:tblPr>
              <a:tblGrid>
                <a:gridCol w="3096275">
                  <a:extLst>
                    <a:ext uri="{9D8B030D-6E8A-4147-A177-3AD203B41FA5}">
                      <a16:colId xmlns:a16="http://schemas.microsoft.com/office/drawing/2014/main" val="2808620213"/>
                    </a:ext>
                  </a:extLst>
                </a:gridCol>
                <a:gridCol w="885608">
                  <a:extLst>
                    <a:ext uri="{9D8B030D-6E8A-4147-A177-3AD203B41FA5}">
                      <a16:colId xmlns:a16="http://schemas.microsoft.com/office/drawing/2014/main" val="2602777049"/>
                    </a:ext>
                  </a:extLst>
                </a:gridCol>
                <a:gridCol w="885608">
                  <a:extLst>
                    <a:ext uri="{9D8B030D-6E8A-4147-A177-3AD203B41FA5}">
                      <a16:colId xmlns:a16="http://schemas.microsoft.com/office/drawing/2014/main" val="3912606157"/>
                    </a:ext>
                  </a:extLst>
                </a:gridCol>
                <a:gridCol w="885608">
                  <a:extLst>
                    <a:ext uri="{9D8B030D-6E8A-4147-A177-3AD203B41FA5}">
                      <a16:colId xmlns:a16="http://schemas.microsoft.com/office/drawing/2014/main" val="368771030"/>
                    </a:ext>
                  </a:extLst>
                </a:gridCol>
              </a:tblGrid>
              <a:tr h="396000">
                <a:tc>
                  <a:txBody>
                    <a:bodyPr/>
                    <a:lstStyle/>
                    <a:p>
                      <a:pPr algn="l"/>
                      <a:r>
                        <a:rPr lang="da-DK" sz="1100">
                          <a:latin typeface="Aptos" panose="020B0004020202020204" pitchFamily="34" charset="0"/>
                        </a:rPr>
                        <a:t>Performance </a:t>
                      </a:r>
                      <a:r>
                        <a:rPr lang="da-DK" sz="1100" err="1">
                          <a:latin typeface="Aptos" panose="020B0004020202020204" pitchFamily="34" charset="0"/>
                        </a:rPr>
                        <a:t>Metrics</a:t>
                      </a:r>
                      <a:endParaRPr lang="en-US" sz="1100">
                        <a:latin typeface="Aptos" panose="020B0004020202020204" pitchFamily="34" charset="0"/>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ptos" panose="020B0004020202020204" pitchFamily="34" charset="0"/>
                          <a:ea typeface="+mn-ea"/>
                          <a:cs typeface="+mn-cs"/>
                        </a:rPr>
                        <a:t>Actual</a:t>
                      </a: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ptos" panose="020B0004020202020204" pitchFamily="34" charset="0"/>
                          <a:ea typeface="+mn-ea"/>
                          <a:cs typeface="+mn-cs"/>
                        </a:rPr>
                        <a:t>Guidance</a:t>
                      </a: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solidFill>
                  </a:tcPr>
                </a:tc>
                <a:tc hMerge="1">
                  <a:txBody>
                    <a:bodyPr/>
                    <a:lstStyle/>
                    <a:p>
                      <a:endParaRPr lang="el-GR"/>
                    </a:p>
                  </a:txBody>
                  <a:tcPr/>
                </a:tc>
                <a:extLst>
                  <a:ext uri="{0D108BD9-81ED-4DB2-BD59-A6C34878D82A}">
                    <a16:rowId xmlns:a16="http://schemas.microsoft.com/office/drawing/2014/main" val="2846547700"/>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kern="1200">
                          <a:solidFill>
                            <a:schemeClr val="accent1"/>
                          </a:solidFill>
                          <a:latin typeface="Aptos" panose="020B0004020202020204" pitchFamily="34" charset="0"/>
                          <a:ea typeface="+mn-ea"/>
                          <a:cs typeface="+mn-cs"/>
                        </a:rPr>
                        <a:t>Sed do eiusmod tempor incididunt</a:t>
                      </a:r>
                      <a:endParaRPr lang="el-GR" sz="1000" b="1" i="0" kern="1200">
                        <a:solidFill>
                          <a:schemeClr val="accent1"/>
                        </a:solidFill>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alpha val="50000"/>
                      </a:schemeClr>
                    </a:solidFill>
                  </a:tcPr>
                </a:tc>
                <a:tc>
                  <a:txBody>
                    <a:bodyPr/>
                    <a:lstStyle/>
                    <a:p>
                      <a:pPr marL="0" algn="ctr" defTabSz="914400" rtl="0" eaLnBrk="1" latinLnBrk="0" hangingPunct="1"/>
                      <a:r>
                        <a:rPr lang="en-US" sz="1000" b="1" i="0" kern="1200">
                          <a:solidFill>
                            <a:schemeClr val="accent1"/>
                          </a:solidFill>
                          <a:latin typeface="Aptos" panose="020B0004020202020204" pitchFamily="34" charset="0"/>
                          <a:ea typeface="+mn-ea"/>
                          <a:cs typeface="+mn-cs"/>
                        </a:rPr>
                        <a:t>Q1 2023</a:t>
                      </a:r>
                      <a:endParaRPr lang="el-GR" sz="1000" b="1" i="0" kern="1200">
                        <a:solidFill>
                          <a:schemeClr val="accent1"/>
                        </a:solidFill>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kern="1200" noProof="0">
                          <a:solidFill>
                            <a:schemeClr val="accent1"/>
                          </a:solidFill>
                          <a:latin typeface="Aptos" panose="020B0004020202020204" pitchFamily="34" charset="0"/>
                          <a:ea typeface="+mn-ea"/>
                          <a:cs typeface="+mn-cs"/>
                        </a:rPr>
                        <a:t>FY23</a:t>
                      </a:r>
                      <a:endParaRPr lang="el-GR" sz="1000" b="1" i="0" kern="1200" noProof="0">
                        <a:solidFill>
                          <a:schemeClr val="accent1"/>
                        </a:solidFill>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alpha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kern="1200" noProof="0">
                          <a:solidFill>
                            <a:schemeClr val="accent1"/>
                          </a:solidFill>
                          <a:latin typeface="Aptos" panose="020B0004020202020204" pitchFamily="34" charset="0"/>
                          <a:ea typeface="+mn-ea"/>
                          <a:cs typeface="+mn-cs"/>
                        </a:rPr>
                        <a:t>FY24</a:t>
                      </a:r>
                      <a:endParaRPr lang="el-GR" sz="1000" b="1" i="0" kern="1200" noProof="0">
                        <a:solidFill>
                          <a:schemeClr val="accent1"/>
                        </a:solidFill>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alpha val="50000"/>
                      </a:schemeClr>
                    </a:solidFill>
                  </a:tcPr>
                </a:tc>
                <a:extLst>
                  <a:ext uri="{0D108BD9-81ED-4DB2-BD59-A6C34878D82A}">
                    <a16:rowId xmlns:a16="http://schemas.microsoft.com/office/drawing/2014/main" val="3993125852"/>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Aptos" panose="020B0004020202020204" pitchFamily="34" charset="0"/>
                          <a:ea typeface="+mn-ea"/>
                          <a:cs typeface="+mn-cs"/>
                        </a:rPr>
                        <a:t>Lorem ipsum dolor sit amet, adipiscing elit</a:t>
                      </a:r>
                      <a:endParaRPr kumimoji="0" lang="el-GR" sz="1000" b="0" i="0" u="none" strike="noStrike" kern="1200" cap="none" spc="0" normalizeH="0" baseline="0" noProof="0">
                        <a:ln>
                          <a:noFill/>
                        </a:ln>
                        <a:solidFill>
                          <a:schemeClr val="tx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+10%</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10000"/>
                      </a:srgbClr>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+12% dolor sit amet</a:t>
                      </a: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20000"/>
                      </a:srgb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A7BA"/>
                          </a:solidFill>
                          <a:effectLst/>
                          <a:uLnTx/>
                          <a:uFillTx/>
                          <a:latin typeface="Aptos SemiBold" panose="020B0004020202020204" pitchFamily="34" charset="0"/>
                          <a:ea typeface="+mn-ea"/>
                          <a:cs typeface="+mn-cs"/>
                        </a:rPr>
                        <a:t>Lorem ipsom</a:t>
                      </a:r>
                      <a:endParaRPr kumimoji="0" lang="el-GR" sz="1400" b="0" i="0" u="none" strike="noStrike" kern="1200" cap="none" spc="0" normalizeH="0" baseline="0" noProof="0">
                        <a:ln>
                          <a:noFill/>
                        </a:ln>
                        <a:solidFill>
                          <a:srgbClr val="00A7BA"/>
                        </a:solidFill>
                        <a:effectLst/>
                        <a:uLnTx/>
                        <a:uFillTx/>
                        <a:latin typeface="Aptos SemiBold" panose="020B0004020202020204" pitchFamily="34" charset="0"/>
                        <a:ea typeface="+mn-ea"/>
                        <a:cs typeface="+mn-cs"/>
                      </a:endParaRPr>
                    </a:p>
                  </a:txBody>
                  <a:tcPr anchor="ctr">
                    <a:lnL w="6350" cap="flat" cmpd="sng" algn="ctr">
                      <a:noFill/>
                      <a:prstDash val="solid"/>
                      <a:round/>
                      <a:headEnd type="none" w="med" len="med"/>
                      <a:tailEnd type="none" w="med" len="med"/>
                    </a:lnL>
                    <a:lnR w="9525" cap="flat" cmpd="sng" algn="ctr">
                      <a:noFill/>
                      <a:prstDash val="sysDash"/>
                      <a:round/>
                      <a:headEnd type="none" w="med" len="med"/>
                      <a:tailEnd type="none" w="med" len="med"/>
                    </a:lnR>
                    <a:lnT w="9525" cap="flat" cmpd="sng" algn="ctr">
                      <a:solidFill>
                        <a:srgbClr val="B5B7B5"/>
                      </a:solidFill>
                      <a:prstDash val="sysDash"/>
                      <a:round/>
                      <a:headEnd type="none" w="med" len="med"/>
                      <a:tailEnd type="none" w="med" len="med"/>
                    </a:lnT>
                    <a:lnB w="9525" cap="flat" cmpd="sng" algn="ctr">
                      <a:solidFill>
                        <a:srgbClr val="B5B7B5"/>
                      </a:solidFill>
                      <a:prstDash val="sysDash"/>
                      <a:round/>
                      <a:headEnd type="none" w="med" len="med"/>
                      <a:tailEnd type="none" w="med" len="med"/>
                    </a:lnB>
                    <a:solidFill>
                      <a:schemeClr val="bg1"/>
                    </a:solidFill>
                  </a:tcPr>
                </a:tc>
                <a:extLst>
                  <a:ext uri="{0D108BD9-81ED-4DB2-BD59-A6C34878D82A}">
                    <a16:rowId xmlns:a16="http://schemas.microsoft.com/office/drawing/2014/main" val="3592428306"/>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a:ln>
                            <a:noFill/>
                          </a:ln>
                          <a:solidFill>
                            <a:schemeClr val="tx1"/>
                          </a:solidFill>
                          <a:effectLst/>
                          <a:uLnTx/>
                          <a:uFillTx/>
                          <a:latin typeface="Aptos" panose="020B0004020202020204" pitchFamily="34" charset="0"/>
                          <a:ea typeface="+mn-ea"/>
                          <a:cs typeface="+mn-cs"/>
                        </a:rPr>
                        <a:t>Odio eu feugiat pretium nibh ipsum nisl</a:t>
                      </a:r>
                      <a:endParaRPr kumimoji="0" lang="el-GR" sz="1000" b="0" i="0" u="none" strike="noStrike" kern="1200" cap="none" spc="0" normalizeH="0" baseline="0" noProof="0">
                        <a:ln>
                          <a:noFill/>
                        </a:ln>
                        <a:solidFill>
                          <a:schemeClr val="tx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-32,4</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&gt;200</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&gt;123</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20000"/>
                      </a:srgbClr>
                    </a:solidFill>
                  </a:tcPr>
                </a:tc>
                <a:extLst>
                  <a:ext uri="{0D108BD9-81ED-4DB2-BD59-A6C34878D82A}">
                    <a16:rowId xmlns:a16="http://schemas.microsoft.com/office/drawing/2014/main" val="4288359607"/>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err="1">
                          <a:ln>
                            <a:noFill/>
                          </a:ln>
                          <a:solidFill>
                            <a:schemeClr val="tx1"/>
                          </a:solidFill>
                          <a:effectLst/>
                          <a:uLnTx/>
                          <a:uFillTx/>
                          <a:latin typeface="Aptos" panose="020B0004020202020204" pitchFamily="34" charset="0"/>
                          <a:ea typeface="+mn-ea"/>
                          <a:cs typeface="+mn-cs"/>
                        </a:rPr>
                        <a:t>Consectetur</a:t>
                      </a:r>
                      <a:r>
                        <a:rPr kumimoji="0" lang="fr-FR" sz="1000" b="0" i="0" u="none" strike="noStrike" kern="1200" cap="none" spc="0" normalizeH="0" baseline="0" noProof="0">
                          <a:ln>
                            <a:noFill/>
                          </a:ln>
                          <a:solidFill>
                            <a:schemeClr val="tx1"/>
                          </a:solidFill>
                          <a:effectLst/>
                          <a:uLnTx/>
                          <a:uFillTx/>
                          <a:latin typeface="Aptos" panose="020B0004020202020204" pitchFamily="34" charset="0"/>
                          <a:ea typeface="+mn-ea"/>
                          <a:cs typeface="+mn-cs"/>
                        </a:rPr>
                        <a:t> </a:t>
                      </a:r>
                      <a:r>
                        <a:rPr kumimoji="0" lang="fr-FR" sz="1000" b="0" i="0" u="none" strike="noStrike" kern="1200" cap="none" spc="0" normalizeH="0" baseline="0" noProof="0" err="1">
                          <a:ln>
                            <a:noFill/>
                          </a:ln>
                          <a:solidFill>
                            <a:schemeClr val="tx1"/>
                          </a:solidFill>
                          <a:effectLst/>
                          <a:uLnTx/>
                          <a:uFillTx/>
                          <a:latin typeface="Aptos" panose="020B0004020202020204" pitchFamily="34" charset="0"/>
                          <a:ea typeface="+mn-ea"/>
                          <a:cs typeface="+mn-cs"/>
                        </a:rPr>
                        <a:t>adipiscing</a:t>
                      </a:r>
                      <a:r>
                        <a:rPr kumimoji="0" lang="fr-FR" sz="1000" b="0" i="0" u="none" strike="noStrike" kern="1200" cap="none" spc="0" normalizeH="0" baseline="0" noProof="0">
                          <a:ln>
                            <a:noFill/>
                          </a:ln>
                          <a:solidFill>
                            <a:schemeClr val="tx1"/>
                          </a:solidFill>
                          <a:effectLst/>
                          <a:uLnTx/>
                          <a:uFillTx/>
                          <a:latin typeface="Aptos" panose="020B0004020202020204" pitchFamily="34" charset="0"/>
                          <a:ea typeface="+mn-ea"/>
                          <a:cs typeface="+mn-cs"/>
                        </a:rPr>
                        <a:t> </a:t>
                      </a:r>
                      <a:r>
                        <a:rPr kumimoji="0" lang="fr-FR" sz="1000" b="0" i="0" u="none" strike="noStrike" kern="1200" cap="none" spc="0" normalizeH="0" baseline="0" noProof="0" err="1">
                          <a:ln>
                            <a:noFill/>
                          </a:ln>
                          <a:solidFill>
                            <a:schemeClr val="tx1"/>
                          </a:solidFill>
                          <a:effectLst/>
                          <a:uLnTx/>
                          <a:uFillTx/>
                          <a:latin typeface="Aptos" panose="020B0004020202020204" pitchFamily="34" charset="0"/>
                          <a:ea typeface="+mn-ea"/>
                          <a:cs typeface="+mn-cs"/>
                        </a:rPr>
                        <a:t>elit</a:t>
                      </a:r>
                      <a:r>
                        <a:rPr kumimoji="0" lang="fr-FR" sz="1000" b="0" i="0" u="none" strike="noStrike" kern="1200" cap="none" spc="0" normalizeH="0" baseline="0" noProof="0">
                          <a:ln>
                            <a:noFill/>
                          </a:ln>
                          <a:solidFill>
                            <a:schemeClr val="tx1"/>
                          </a:solidFill>
                          <a:effectLst/>
                          <a:uLnTx/>
                          <a:uFillTx/>
                          <a:latin typeface="Aptos" panose="020B0004020202020204" pitchFamily="34" charset="0"/>
                          <a:ea typeface="+mn-ea"/>
                          <a:cs typeface="+mn-cs"/>
                        </a:rPr>
                        <a:t> duis tristique</a:t>
                      </a:r>
                      <a:endParaRPr kumimoji="0" lang="el-GR" sz="1000" b="0" i="0" u="none" strike="noStrike" kern="1200" cap="none" spc="0" normalizeH="0" baseline="0" noProof="0">
                        <a:ln>
                          <a:noFill/>
                        </a:ln>
                        <a:solidFill>
                          <a:schemeClr val="tx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+43,5</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+20%</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-25%</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20000"/>
                      </a:srgbClr>
                    </a:solidFill>
                  </a:tcPr>
                </a:tc>
                <a:extLst>
                  <a:ext uri="{0D108BD9-81ED-4DB2-BD59-A6C34878D82A}">
                    <a16:rowId xmlns:a16="http://schemas.microsoft.com/office/drawing/2014/main" val="1164484502"/>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chemeClr val="tx1"/>
                          </a:solidFill>
                          <a:effectLst/>
                          <a:uLnTx/>
                          <a:uFillTx/>
                          <a:latin typeface="Aptos" panose="020B0004020202020204" pitchFamily="34" charset="0"/>
                          <a:ea typeface="+mn-ea"/>
                          <a:cs typeface="+mn-cs"/>
                        </a:rPr>
                        <a:t>In nulla posuere aliquam ultrices</a:t>
                      </a:r>
                      <a:endParaRPr kumimoji="0" lang="el-GR" sz="1000" b="0" i="0" u="none" strike="noStrike" kern="1200" cap="none" spc="0" normalizeH="0" baseline="0" noProof="0">
                        <a:ln>
                          <a:noFill/>
                        </a:ln>
                        <a:solidFill>
                          <a:schemeClr val="tx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-20%</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325</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467</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20000"/>
                      </a:srgbClr>
                    </a:solidFill>
                  </a:tcPr>
                </a:tc>
                <a:extLst>
                  <a:ext uri="{0D108BD9-81ED-4DB2-BD59-A6C34878D82A}">
                    <a16:rowId xmlns:a16="http://schemas.microsoft.com/office/drawing/2014/main" val="672181259"/>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chemeClr val="tx1"/>
                          </a:solidFill>
                          <a:effectLst/>
                          <a:uLnTx/>
                          <a:uFillTx/>
                          <a:latin typeface="Aptos" panose="020B0004020202020204" pitchFamily="34" charset="0"/>
                          <a:ea typeface="+mn-ea"/>
                          <a:cs typeface="+mn-cs"/>
                        </a:rPr>
                        <a:t>In vitae </a:t>
                      </a:r>
                      <a:r>
                        <a:rPr kumimoji="0" lang="it-IT" sz="1000" b="0" i="0" u="none" strike="noStrike" kern="1200" cap="none" spc="0" normalizeH="0" baseline="0" noProof="0">
                          <a:ln>
                            <a:noFill/>
                          </a:ln>
                          <a:solidFill>
                            <a:schemeClr val="tx1"/>
                          </a:solidFill>
                          <a:effectLst/>
                          <a:uLnTx/>
                          <a:uFillTx/>
                          <a:latin typeface="Aptos" panose="020B0004020202020204" pitchFamily="34" charset="0"/>
                          <a:ea typeface="+mn-ea"/>
                          <a:cs typeface="+mn-cs"/>
                        </a:rPr>
                        <a:t>sollicitudin </a:t>
                      </a:r>
                      <a:endParaRPr kumimoji="0" lang="el-GR" sz="1000" b="0" i="0" u="none" strike="noStrike" kern="1200" cap="none" spc="0" normalizeH="0" baseline="0" noProof="0">
                        <a:ln>
                          <a:noFill/>
                        </a:ln>
                        <a:solidFill>
                          <a:schemeClr val="tx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&lt;32%</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&lt;42%</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20000"/>
                      </a:srgbClr>
                    </a:solidFill>
                  </a:tcPr>
                </a:tc>
                <a:extLst>
                  <a:ext uri="{0D108BD9-81ED-4DB2-BD59-A6C34878D82A}">
                    <a16:rowId xmlns:a16="http://schemas.microsoft.com/office/drawing/2014/main" val="1251380103"/>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a:ln>
                            <a:noFill/>
                          </a:ln>
                          <a:solidFill>
                            <a:schemeClr val="tx1"/>
                          </a:solidFill>
                          <a:effectLst/>
                          <a:uLnTx/>
                          <a:uFillTx/>
                          <a:latin typeface="Aptos" panose="020B0004020202020204" pitchFamily="34" charset="0"/>
                          <a:ea typeface="+mn-ea"/>
                          <a:cs typeface="+mn-cs"/>
                        </a:rPr>
                        <a:t>Odio eu feugiat pretium consequat nisl</a:t>
                      </a:r>
                      <a:endParaRPr kumimoji="0" lang="el-GR" sz="1000" b="0" i="0" u="none" strike="noStrike" kern="1200" cap="none" spc="0" normalizeH="0" baseline="0" noProof="0">
                        <a:ln>
                          <a:noFill/>
                        </a:ln>
                        <a:solidFill>
                          <a:schemeClr val="tx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+4,5</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&gt;540</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&gt;552</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20000"/>
                      </a:srgbClr>
                    </a:solidFill>
                  </a:tcPr>
                </a:tc>
                <a:extLst>
                  <a:ext uri="{0D108BD9-81ED-4DB2-BD59-A6C34878D82A}">
                    <a16:rowId xmlns:a16="http://schemas.microsoft.com/office/drawing/2014/main" val="4168517300"/>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chemeClr val="tx1"/>
                          </a:solidFill>
                          <a:effectLst/>
                          <a:uLnTx/>
                          <a:uFillTx/>
                          <a:latin typeface="Aptos" panose="020B0004020202020204" pitchFamily="34" charset="0"/>
                          <a:ea typeface="+mn-ea"/>
                          <a:cs typeface="+mn-cs"/>
                        </a:rPr>
                        <a:t>Consectetur adipiscing elit duis tristique</a:t>
                      </a:r>
                      <a:endParaRPr kumimoji="0" lang="el-GR" sz="1000" b="0" i="0" u="none" strike="noStrike" kern="1200" cap="none" spc="0" normalizeH="0" baseline="0" noProof="0">
                        <a:ln>
                          <a:noFill/>
                        </a:ln>
                        <a:solidFill>
                          <a:schemeClr val="tx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+3,3</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&gt;1,29</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&gt;11,29</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20000"/>
                      </a:srgbClr>
                    </a:solidFill>
                  </a:tcPr>
                </a:tc>
                <a:extLst>
                  <a:ext uri="{0D108BD9-81ED-4DB2-BD59-A6C34878D82A}">
                    <a16:rowId xmlns:a16="http://schemas.microsoft.com/office/drawing/2014/main" val="1908575002"/>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Aptos" panose="020B0004020202020204" pitchFamily="34" charset="0"/>
                          <a:ea typeface="+mn-ea"/>
                          <a:cs typeface="+mn-cs"/>
                        </a:rPr>
                        <a:t>Lorem ipsum</a:t>
                      </a:r>
                      <a:endParaRPr kumimoji="0" lang="el-GR" sz="1000" b="0" i="0" u="none" strike="noStrike" kern="1200" cap="none" spc="0" normalizeH="0" baseline="0" noProof="0">
                        <a:ln>
                          <a:noFill/>
                        </a:ln>
                        <a:solidFill>
                          <a:schemeClr val="tx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-2,3%</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&gt;15%</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&gt;25%</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20000"/>
                      </a:srgbClr>
                    </a:solidFill>
                  </a:tcPr>
                </a:tc>
                <a:extLst>
                  <a:ext uri="{0D108BD9-81ED-4DB2-BD59-A6C34878D82A}">
                    <a16:rowId xmlns:a16="http://schemas.microsoft.com/office/drawing/2014/main" val="1001965738"/>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Aptos" panose="020B0004020202020204" pitchFamily="34" charset="0"/>
                          <a:ea typeface="+mn-ea"/>
                          <a:cs typeface="+mn-cs"/>
                        </a:rPr>
                        <a:t>Id leo </a:t>
                      </a:r>
                      <a:r>
                        <a:rPr kumimoji="0" lang="it-IT" sz="1000" b="0" i="0" u="none" strike="noStrike" kern="1200" cap="none" spc="0" normalizeH="0" baseline="0" noProof="0">
                          <a:ln>
                            <a:noFill/>
                          </a:ln>
                          <a:solidFill>
                            <a:schemeClr val="tx1"/>
                          </a:solidFill>
                          <a:effectLst/>
                          <a:uLnTx/>
                          <a:uFillTx/>
                          <a:latin typeface="Aptos" panose="020B0004020202020204" pitchFamily="34" charset="0"/>
                          <a:ea typeface="+mn-ea"/>
                          <a:cs typeface="+mn-cs"/>
                        </a:rPr>
                        <a:t>sollicitudin </a:t>
                      </a:r>
                      <a:endParaRPr kumimoji="0" lang="el-GR" sz="1000" b="0" i="0" u="none" strike="noStrike" kern="1200" cap="none" spc="0" normalizeH="0" baseline="0" noProof="0">
                        <a:ln>
                          <a:noFill/>
                        </a:ln>
                        <a:solidFill>
                          <a:schemeClr val="tx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-12%</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&lt;2,67</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&lt;4,65</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20000"/>
                      </a:srgbClr>
                    </a:solidFill>
                  </a:tcPr>
                </a:tc>
                <a:extLst>
                  <a:ext uri="{0D108BD9-81ED-4DB2-BD59-A6C34878D82A}">
                    <a16:rowId xmlns:a16="http://schemas.microsoft.com/office/drawing/2014/main" val="3595186566"/>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err="1">
                          <a:ln>
                            <a:noFill/>
                          </a:ln>
                          <a:solidFill>
                            <a:schemeClr val="tx1"/>
                          </a:solidFill>
                          <a:effectLst/>
                          <a:uLnTx/>
                          <a:uFillTx/>
                          <a:latin typeface="Aptos" panose="020B0004020202020204" pitchFamily="34" charset="0"/>
                          <a:ea typeface="+mn-ea"/>
                          <a:cs typeface="+mn-cs"/>
                        </a:rPr>
                        <a:t>Odio</a:t>
                      </a:r>
                      <a:r>
                        <a:rPr kumimoji="0" lang="pt-BR" sz="1000" b="0" i="0" u="none" strike="noStrike" kern="1200" cap="none" spc="0" normalizeH="0" baseline="0" noProof="0">
                          <a:ln>
                            <a:noFill/>
                          </a:ln>
                          <a:solidFill>
                            <a:schemeClr val="tx1"/>
                          </a:solidFill>
                          <a:effectLst/>
                          <a:uLnTx/>
                          <a:uFillTx/>
                          <a:latin typeface="Aptos" panose="020B0004020202020204" pitchFamily="34" charset="0"/>
                          <a:ea typeface="+mn-ea"/>
                          <a:cs typeface="+mn-cs"/>
                        </a:rPr>
                        <a:t> eu </a:t>
                      </a:r>
                      <a:r>
                        <a:rPr kumimoji="0" lang="pt-BR" sz="1000" b="0" i="0" u="none" strike="noStrike" kern="1200" cap="none" spc="0" normalizeH="0" baseline="0" noProof="0" err="1">
                          <a:ln>
                            <a:noFill/>
                          </a:ln>
                          <a:solidFill>
                            <a:schemeClr val="tx1"/>
                          </a:solidFill>
                          <a:effectLst/>
                          <a:uLnTx/>
                          <a:uFillTx/>
                          <a:latin typeface="Aptos" panose="020B0004020202020204" pitchFamily="34" charset="0"/>
                          <a:ea typeface="+mn-ea"/>
                          <a:cs typeface="+mn-cs"/>
                        </a:rPr>
                        <a:t>feugiat</a:t>
                      </a:r>
                      <a:r>
                        <a:rPr kumimoji="0" lang="pt-BR" sz="1000" b="0" i="0" u="none" strike="noStrike" kern="1200" cap="none" spc="0" normalizeH="0" baseline="0" noProof="0">
                          <a:ln>
                            <a:noFill/>
                          </a:ln>
                          <a:solidFill>
                            <a:schemeClr val="tx1"/>
                          </a:solidFill>
                          <a:effectLst/>
                          <a:uLnTx/>
                          <a:uFillTx/>
                          <a:latin typeface="Aptos" panose="020B0004020202020204" pitchFamily="34" charset="0"/>
                          <a:ea typeface="+mn-ea"/>
                          <a:cs typeface="+mn-cs"/>
                        </a:rPr>
                        <a:t> </a:t>
                      </a:r>
                      <a:r>
                        <a:rPr kumimoji="0" lang="pt-BR" sz="1000" b="0" i="0" u="none" strike="noStrike" kern="1200" cap="none" spc="0" normalizeH="0" baseline="0" noProof="0" err="1">
                          <a:ln>
                            <a:noFill/>
                          </a:ln>
                          <a:solidFill>
                            <a:schemeClr val="tx1"/>
                          </a:solidFill>
                          <a:effectLst/>
                          <a:uLnTx/>
                          <a:uFillTx/>
                          <a:latin typeface="Aptos" panose="020B0004020202020204" pitchFamily="34" charset="0"/>
                          <a:ea typeface="+mn-ea"/>
                          <a:cs typeface="+mn-cs"/>
                        </a:rPr>
                        <a:t>pretium</a:t>
                      </a:r>
                      <a:r>
                        <a:rPr kumimoji="0" lang="pt-BR" sz="1000" b="0" i="0" u="none" strike="noStrike" kern="1200" cap="none" spc="0" normalizeH="0" baseline="0" noProof="0">
                          <a:ln>
                            <a:noFill/>
                          </a:ln>
                          <a:solidFill>
                            <a:schemeClr val="tx1"/>
                          </a:solidFill>
                          <a:effectLst/>
                          <a:uLnTx/>
                          <a:uFillTx/>
                          <a:latin typeface="Aptos" panose="020B0004020202020204" pitchFamily="34" charset="0"/>
                          <a:ea typeface="+mn-ea"/>
                          <a:cs typeface="+mn-cs"/>
                        </a:rPr>
                        <a:t> </a:t>
                      </a:r>
                      <a:r>
                        <a:rPr kumimoji="0" lang="pt-BR" sz="1000" b="0" i="0" u="none" strike="noStrike" kern="1200" cap="none" spc="0" normalizeH="0" baseline="0" noProof="0" err="1">
                          <a:ln>
                            <a:noFill/>
                          </a:ln>
                          <a:solidFill>
                            <a:schemeClr val="tx1"/>
                          </a:solidFill>
                          <a:effectLst/>
                          <a:uLnTx/>
                          <a:uFillTx/>
                          <a:latin typeface="Aptos" panose="020B0004020202020204" pitchFamily="34" charset="0"/>
                          <a:ea typeface="+mn-ea"/>
                          <a:cs typeface="+mn-cs"/>
                        </a:rPr>
                        <a:t>nibh</a:t>
                      </a:r>
                      <a:r>
                        <a:rPr kumimoji="0" lang="pt-BR" sz="1000" b="0" i="0" u="none" strike="noStrike" kern="1200" cap="none" spc="0" normalizeH="0" baseline="0" noProof="0">
                          <a:ln>
                            <a:noFill/>
                          </a:ln>
                          <a:solidFill>
                            <a:schemeClr val="tx1"/>
                          </a:solidFill>
                          <a:effectLst/>
                          <a:uLnTx/>
                          <a:uFillTx/>
                          <a:latin typeface="Aptos" panose="020B0004020202020204" pitchFamily="34" charset="0"/>
                          <a:ea typeface="+mn-ea"/>
                          <a:cs typeface="+mn-cs"/>
                        </a:rPr>
                        <a:t> ipsum </a:t>
                      </a:r>
                      <a:r>
                        <a:rPr kumimoji="0" lang="pt-BR" sz="1000" b="0" i="0" u="none" strike="noStrike" kern="1200" cap="none" spc="0" normalizeH="0" baseline="0" noProof="0" err="1">
                          <a:ln>
                            <a:noFill/>
                          </a:ln>
                          <a:solidFill>
                            <a:schemeClr val="tx1"/>
                          </a:solidFill>
                          <a:effectLst/>
                          <a:uLnTx/>
                          <a:uFillTx/>
                          <a:latin typeface="Aptos" panose="020B0004020202020204" pitchFamily="34" charset="0"/>
                          <a:ea typeface="+mn-ea"/>
                          <a:cs typeface="+mn-cs"/>
                        </a:rPr>
                        <a:t>nisl</a:t>
                      </a:r>
                      <a:endParaRPr kumimoji="0" lang="el-GR" sz="1000" b="0" i="0" u="none" strike="noStrike" kern="1200" cap="none" spc="0" normalizeH="0" baseline="0" noProof="0">
                        <a:ln>
                          <a:noFill/>
                        </a:ln>
                        <a:solidFill>
                          <a:schemeClr val="tx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-32,4</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&gt;200</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&gt;123</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20000"/>
                      </a:srgbClr>
                    </a:solidFill>
                  </a:tcPr>
                </a:tc>
                <a:extLst>
                  <a:ext uri="{0D108BD9-81ED-4DB2-BD59-A6C34878D82A}">
                    <a16:rowId xmlns:a16="http://schemas.microsoft.com/office/drawing/2014/main" val="1565472388"/>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a:ln>
                            <a:noFill/>
                          </a:ln>
                          <a:solidFill>
                            <a:schemeClr val="tx1"/>
                          </a:solidFill>
                          <a:effectLst/>
                          <a:uLnTx/>
                          <a:uFillTx/>
                          <a:latin typeface="Aptos" panose="020B0004020202020204" pitchFamily="34" charset="0"/>
                          <a:ea typeface="+mn-ea"/>
                          <a:cs typeface="+mn-cs"/>
                        </a:rPr>
                        <a:t>Odio eu feugiat pretium consequat nisl</a:t>
                      </a:r>
                      <a:endParaRPr kumimoji="0" lang="el-GR" sz="1000" b="0" i="0" u="none" strike="noStrike" kern="1200" cap="none" spc="0" normalizeH="0" baseline="0" noProof="0">
                        <a:ln>
                          <a:noFill/>
                        </a:ln>
                        <a:solidFill>
                          <a:schemeClr val="tx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+4,5</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&gt;540</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&gt;552</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L="180000" marR="180000" marT="72000" marB="7200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47A85">
                        <a:alpha val="20000"/>
                      </a:srgbClr>
                    </a:solidFill>
                  </a:tcPr>
                </a:tc>
                <a:extLst>
                  <a:ext uri="{0D108BD9-81ED-4DB2-BD59-A6C34878D82A}">
                    <a16:rowId xmlns:a16="http://schemas.microsoft.com/office/drawing/2014/main" val="1161519190"/>
                  </a:ext>
                </a:extLst>
              </a:tr>
            </a:tbl>
          </a:graphicData>
        </a:graphic>
      </p:graphicFrame>
      <p:grpSp>
        <p:nvGrpSpPr>
          <p:cNvPr id="6" name="Group 5">
            <a:extLst>
              <a:ext uri="{FF2B5EF4-FFF2-40B4-BE49-F238E27FC236}">
                <a16:creationId xmlns:a16="http://schemas.microsoft.com/office/drawing/2014/main" id="{C0D6C0A3-388C-B84F-C361-B9C67FF3201E}"/>
              </a:ext>
            </a:extLst>
          </p:cNvPr>
          <p:cNvGrpSpPr/>
          <p:nvPr/>
        </p:nvGrpSpPr>
        <p:grpSpPr>
          <a:xfrm>
            <a:off x="7888254" y="155621"/>
            <a:ext cx="2930954" cy="1358061"/>
            <a:chOff x="2723823" y="3765628"/>
            <a:chExt cx="2930954" cy="1358061"/>
          </a:xfrm>
        </p:grpSpPr>
        <p:sp>
          <p:nvSpPr>
            <p:cNvPr id="7" name="Rounded Rectangle 6">
              <a:extLst>
                <a:ext uri="{FF2B5EF4-FFF2-40B4-BE49-F238E27FC236}">
                  <a16:creationId xmlns:a16="http://schemas.microsoft.com/office/drawing/2014/main" id="{FDF507B3-4F65-EA33-2A5A-BF47D53A3719}"/>
                </a:ext>
              </a:extLst>
            </p:cNvPr>
            <p:cNvSpPr/>
            <p:nvPr/>
          </p:nvSpPr>
          <p:spPr>
            <a:xfrm>
              <a:off x="2723823" y="3765628"/>
              <a:ext cx="2930954" cy="127463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Table Title</a:t>
              </a:r>
              <a:endParaRPr lang="en-US" sz="800">
                <a:solidFill>
                  <a:schemeClr val="bg1">
                    <a:lumMod val="95000"/>
                  </a:schemeClr>
                </a:solidFill>
                <a:latin typeface="Aptos" panose="020B0004020202020204" pitchFamily="34" charset="0"/>
              </a:endParaRPr>
            </a:p>
            <a:p>
              <a:pPr>
                <a:lnSpc>
                  <a:spcPct val="110000"/>
                </a:lnSpc>
                <a:spcBef>
                  <a:spcPts val="900"/>
                </a:spcBef>
              </a:pPr>
              <a:r>
                <a:rPr lang="el-GR" sz="800">
                  <a:latin typeface="Aptos" panose="020B0004020202020204" pitchFamily="34" charset="0"/>
                </a:rPr>
                <a:t>Στα </a:t>
              </a:r>
              <a:r>
                <a:rPr lang="en-GB" sz="800">
                  <a:latin typeface="Aptos" panose="020B0004020202020204" pitchFamily="34" charset="0"/>
                </a:rPr>
                <a:t>Tables </a:t>
              </a:r>
              <a:r>
                <a:rPr lang="el-GR" sz="800">
                  <a:latin typeface="Aptos" panose="020B0004020202020204" pitchFamily="34" charset="0"/>
                </a:rPr>
                <a:t>ο τίτλος είναι </a:t>
              </a:r>
              <a:r>
                <a:rPr lang="en-GB" sz="800">
                  <a:latin typeface="Aptos" panose="020B0004020202020204" pitchFamily="34" charset="0"/>
                </a:rPr>
                <a:t>Aptos</a:t>
              </a:r>
              <a:r>
                <a:rPr lang="el-GR" sz="800">
                  <a:latin typeface="Aptos" panose="020B0004020202020204" pitchFamily="34" charset="0"/>
                </a:rPr>
                <a:t> </a:t>
              </a:r>
              <a:r>
                <a:rPr lang="en-US" sz="800">
                  <a:latin typeface="Aptos" panose="020B0004020202020204" pitchFamily="34" charset="0"/>
                </a:rPr>
                <a:t>Bold</a:t>
              </a:r>
              <a:r>
                <a:rPr lang="en-GB" sz="800">
                  <a:latin typeface="Aptos" panose="020B0004020202020204" pitchFamily="34" charset="0"/>
                </a:rPr>
                <a:t> 11pt </a:t>
              </a:r>
              <a:r>
                <a:rPr lang="el-GR" sz="800">
                  <a:latin typeface="Aptos" panose="020B0004020202020204" pitchFamily="34" charset="0"/>
                </a:rPr>
                <a:t>και το </a:t>
              </a:r>
              <a:r>
                <a:rPr lang="en-GB" sz="800">
                  <a:latin typeface="Aptos" panose="020B0004020202020204" pitchFamily="34" charset="0"/>
                </a:rPr>
                <a:t>background </a:t>
              </a:r>
              <a:r>
                <a:rPr lang="el-GR" sz="800">
                  <a:latin typeface="Aptos" panose="020B0004020202020204" pitchFamily="34" charset="0"/>
                </a:rPr>
                <a:t>ε</a:t>
              </a:r>
              <a:r>
                <a:rPr lang="en-US" sz="800" err="1">
                  <a:latin typeface="Aptos" panose="020B0004020202020204" pitchFamily="34" charset="0"/>
                </a:rPr>
                <a:t>ί</a:t>
              </a:r>
              <a:r>
                <a:rPr lang="el-GR" sz="800">
                  <a:latin typeface="Aptos" panose="020B0004020202020204" pitchFamily="34" charset="0"/>
                </a:rPr>
                <a:t>ναι χρώμα </a:t>
              </a:r>
              <a:r>
                <a:rPr lang="en-GB" sz="800">
                  <a:latin typeface="Aptos" panose="020B0004020202020204" pitchFamily="34" charset="0"/>
                </a:rPr>
                <a:t>Teal.</a:t>
              </a:r>
              <a:endParaRPr lang="el-GR" sz="800">
                <a:latin typeface="Aptos" panose="020B0004020202020204" pitchFamily="34" charset="0"/>
              </a:endParaRPr>
            </a:p>
            <a:p>
              <a:pPr>
                <a:lnSpc>
                  <a:spcPct val="110000"/>
                </a:lnSpc>
                <a:spcBef>
                  <a:spcPts val="900"/>
                </a:spcBef>
              </a:pPr>
              <a:r>
                <a:rPr lang="en-GB" sz="800">
                  <a:latin typeface="Aptos" panose="020B0004020202020204" pitchFamily="34" charset="0"/>
                </a:rPr>
                <a:t>In Tables, the title is Aptos Bold 11pt and the background </a:t>
              </a:r>
              <a:r>
                <a:rPr lang="en-GB" sz="800" err="1">
                  <a:latin typeface="Aptos" panose="020B0004020202020204" pitchFamily="34" charset="0"/>
                </a:rPr>
                <a:t>color</a:t>
              </a:r>
              <a:r>
                <a:rPr lang="en-GB" sz="800">
                  <a:latin typeface="Aptos" panose="020B0004020202020204" pitchFamily="34" charset="0"/>
                </a:rPr>
                <a:t> is Teal.</a:t>
              </a:r>
            </a:p>
          </p:txBody>
        </p:sp>
        <p:sp>
          <p:nvSpPr>
            <p:cNvPr id="8" name="Triangle 7">
              <a:extLst>
                <a:ext uri="{FF2B5EF4-FFF2-40B4-BE49-F238E27FC236}">
                  <a16:creationId xmlns:a16="http://schemas.microsoft.com/office/drawing/2014/main" id="{A5A0C891-73EC-9FEE-3AA9-447BEA764F6C}"/>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12" name="Group 11">
            <a:extLst>
              <a:ext uri="{FF2B5EF4-FFF2-40B4-BE49-F238E27FC236}">
                <a16:creationId xmlns:a16="http://schemas.microsoft.com/office/drawing/2014/main" id="{B2475D24-3156-53A1-B05C-F8A49899628E}"/>
              </a:ext>
            </a:extLst>
          </p:cNvPr>
          <p:cNvGrpSpPr/>
          <p:nvPr/>
        </p:nvGrpSpPr>
        <p:grpSpPr>
          <a:xfrm>
            <a:off x="8581253" y="2573553"/>
            <a:ext cx="3030369" cy="1837273"/>
            <a:chOff x="7334152" y="981892"/>
            <a:chExt cx="3030369" cy="1837273"/>
          </a:xfrm>
        </p:grpSpPr>
        <p:sp>
          <p:nvSpPr>
            <p:cNvPr id="13" name="Rounded Rectangle 12">
              <a:extLst>
                <a:ext uri="{FF2B5EF4-FFF2-40B4-BE49-F238E27FC236}">
                  <a16:creationId xmlns:a16="http://schemas.microsoft.com/office/drawing/2014/main" id="{7209D09D-E0D5-1099-48AB-B580C6CCE3BB}"/>
                </a:ext>
              </a:extLst>
            </p:cNvPr>
            <p:cNvSpPr/>
            <p:nvPr/>
          </p:nvSpPr>
          <p:spPr>
            <a:xfrm>
              <a:off x="7433567" y="981892"/>
              <a:ext cx="2930954" cy="1837273"/>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Table text</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Το </a:t>
              </a:r>
              <a:r>
                <a:rPr lang="el-GR" sz="800" err="1">
                  <a:solidFill>
                    <a:schemeClr val="bg1">
                      <a:lumMod val="95000"/>
                    </a:schemeClr>
                  </a:solidFill>
                  <a:latin typeface="Aptos" panose="020B0004020202020204" pitchFamily="34" charset="0"/>
                </a:rPr>
                <a:t>κε</a:t>
              </a:r>
              <a:r>
                <a:rPr lang="en-US" sz="800" err="1">
                  <a:solidFill>
                    <a:schemeClr val="bg1">
                      <a:lumMod val="95000"/>
                    </a:schemeClr>
                  </a:solidFill>
                  <a:latin typeface="Aptos" panose="020B0004020202020204" pitchFamily="34" charset="0"/>
                </a:rPr>
                <a:t>ί</a:t>
              </a:r>
              <a:r>
                <a:rPr lang="el-GR" sz="800" err="1">
                  <a:solidFill>
                    <a:schemeClr val="bg1">
                      <a:lumMod val="95000"/>
                    </a:schemeClr>
                  </a:solidFill>
                  <a:latin typeface="Aptos" panose="020B0004020202020204" pitchFamily="34" charset="0"/>
                </a:rPr>
                <a:t>μενο</a:t>
              </a:r>
              <a:r>
                <a:rPr lang="el-GR" sz="800">
                  <a:solidFill>
                    <a:schemeClr val="bg1">
                      <a:lumMod val="95000"/>
                    </a:schemeClr>
                  </a:solidFill>
                  <a:latin typeface="Aptos" panose="020B0004020202020204" pitchFamily="34" charset="0"/>
                </a:rPr>
                <a:t> στα </a:t>
              </a:r>
              <a:r>
                <a:rPr lang="en-US" sz="800">
                  <a:solidFill>
                    <a:schemeClr val="bg1">
                      <a:lumMod val="95000"/>
                    </a:schemeClr>
                  </a:solidFill>
                  <a:latin typeface="Aptos" panose="020B0004020202020204" pitchFamily="34" charset="0"/>
                </a:rPr>
                <a:t>tables </a:t>
              </a:r>
              <a:r>
                <a:rPr lang="el-GR" sz="800">
                  <a:solidFill>
                    <a:schemeClr val="bg1">
                      <a:lumMod val="95000"/>
                    </a:schemeClr>
                  </a:solidFill>
                  <a:latin typeface="Aptos" panose="020B0004020202020204" pitchFamily="34" charset="0"/>
                </a:rPr>
                <a:t>είναι πάντα </a:t>
              </a:r>
              <a:r>
                <a:rPr lang="en-US" sz="800">
                  <a:solidFill>
                    <a:schemeClr val="bg1">
                      <a:lumMod val="95000"/>
                    </a:schemeClr>
                  </a:solidFill>
                  <a:latin typeface="Aptos" panose="020B0004020202020204" pitchFamily="34" charset="0"/>
                </a:rPr>
                <a:t>Aptos Regular </a:t>
              </a:r>
              <a:r>
                <a:rPr lang="en-US" sz="800" err="1">
                  <a:solidFill>
                    <a:schemeClr val="bg1">
                      <a:lumMod val="95000"/>
                    </a:schemeClr>
                  </a:solidFill>
                  <a:latin typeface="Aptos" panose="020B0004020202020204" pitchFamily="34" charset="0"/>
                </a:rPr>
                <a:t>ή</a:t>
              </a:r>
              <a:r>
                <a:rPr lang="el-GR" sz="800">
                  <a:solidFill>
                    <a:schemeClr val="bg1">
                      <a:lumMod val="95000"/>
                    </a:schemeClr>
                  </a:solidFill>
                  <a:latin typeface="Aptos" panose="020B0004020202020204" pitchFamily="34" charset="0"/>
                </a:rPr>
                <a:t> </a:t>
              </a:r>
              <a:r>
                <a:rPr lang="en-US" sz="800">
                  <a:solidFill>
                    <a:schemeClr val="bg1">
                      <a:lumMod val="95000"/>
                    </a:schemeClr>
                  </a:solidFill>
                  <a:latin typeface="Aptos" panose="020B0004020202020204" pitchFamily="34" charset="0"/>
                </a:rPr>
                <a:t>Bold 10pt, </a:t>
              </a:r>
              <a:r>
                <a:rPr lang="el-GR" sz="800">
                  <a:latin typeface="Aptos" panose="020B0004020202020204" pitchFamily="34" charset="0"/>
                </a:rPr>
                <a:t>το </a:t>
              </a:r>
              <a:r>
                <a:rPr lang="en-GB" sz="800">
                  <a:latin typeface="Aptos" panose="020B0004020202020204" pitchFamily="34" charset="0"/>
                </a:rPr>
                <a:t>background </a:t>
              </a:r>
              <a:r>
                <a:rPr lang="en-US" sz="800" err="1">
                  <a:latin typeface="Aptos" panose="020B0004020202020204" pitchFamily="34" charset="0"/>
                </a:rPr>
                <a:t>έ</a:t>
              </a:r>
              <a:r>
                <a:rPr lang="el-GR" sz="800" err="1">
                  <a:latin typeface="Aptos" panose="020B0004020202020204" pitchFamily="34" charset="0"/>
                </a:rPr>
                <a:t>χει</a:t>
              </a:r>
              <a:r>
                <a:rPr lang="el-GR" sz="800">
                  <a:latin typeface="Aptos" panose="020B0004020202020204" pitchFamily="34" charset="0"/>
                </a:rPr>
                <a:t> χρώμα </a:t>
              </a:r>
              <a:r>
                <a:rPr lang="en-US" sz="800">
                  <a:latin typeface="Aptos" panose="020B0004020202020204" pitchFamily="34" charset="0"/>
                </a:rPr>
                <a:t>White </a:t>
              </a:r>
              <a:r>
                <a:rPr lang="el-GR" sz="800">
                  <a:latin typeface="Aptos" panose="020B0004020202020204" pitchFamily="34" charset="0"/>
                </a:rPr>
                <a:t>ή Τ</a:t>
              </a:r>
              <a:r>
                <a:rPr lang="en-GB" sz="800" err="1">
                  <a:latin typeface="Aptos" panose="020B0004020202020204" pitchFamily="34" charset="0"/>
                </a:rPr>
                <a:t>eal</a:t>
              </a:r>
              <a:r>
                <a:rPr lang="en-GB" sz="800">
                  <a:latin typeface="Aptos" panose="020B0004020202020204" pitchFamily="34" charset="0"/>
                </a:rPr>
                <a:t> </a:t>
              </a:r>
              <a:r>
                <a:rPr lang="el-GR" sz="800">
                  <a:latin typeface="Aptos" panose="020B0004020202020204" pitchFamily="34" charset="0"/>
                </a:rPr>
                <a:t>με </a:t>
              </a:r>
              <a:r>
                <a:rPr lang="en-GB" sz="800">
                  <a:latin typeface="Aptos" panose="020B0004020202020204" pitchFamily="34" charset="0"/>
                </a:rPr>
                <a:t>transparency</a:t>
              </a:r>
              <a:r>
                <a:rPr lang="el-GR" sz="800">
                  <a:latin typeface="Aptos" panose="020B0004020202020204" pitchFamily="34" charset="0"/>
                </a:rPr>
                <a:t> 50</a:t>
              </a:r>
              <a:r>
                <a:rPr lang="en-GB" sz="800">
                  <a:latin typeface="Aptos" panose="020B0004020202020204" pitchFamily="34" charset="0"/>
                </a:rPr>
                <a:t>%</a:t>
              </a:r>
              <a:r>
                <a:rPr lang="el-GR" sz="800">
                  <a:latin typeface="Aptos" panose="020B0004020202020204" pitchFamily="34" charset="0"/>
                </a:rPr>
                <a:t>, 80%</a:t>
              </a:r>
              <a:r>
                <a:rPr lang="en-GB" sz="800">
                  <a:latin typeface="Aptos" panose="020B0004020202020204" pitchFamily="34" charset="0"/>
                </a:rPr>
                <a:t> </a:t>
              </a:r>
              <a:r>
                <a:rPr lang="el-GR" sz="800">
                  <a:latin typeface="Aptos" panose="020B0004020202020204" pitchFamily="34" charset="0"/>
                </a:rPr>
                <a:t>ή 90%</a:t>
              </a:r>
              <a:r>
                <a:rPr lang="en-GB" sz="800">
                  <a:latin typeface="Aptos" panose="020B0004020202020204" pitchFamily="34" charset="0"/>
                </a:rPr>
                <a:t>. To border line </a:t>
              </a:r>
              <a:r>
                <a:rPr lang="en-GB" sz="800" err="1">
                  <a:latin typeface="Aptos" panose="020B0004020202020204" pitchFamily="34" charset="0"/>
                </a:rPr>
                <a:t>color</a:t>
              </a:r>
              <a:r>
                <a:rPr lang="en-GB" sz="800">
                  <a:latin typeface="Aptos" panose="020B0004020202020204" pitchFamily="34" charset="0"/>
                </a:rPr>
                <a:t> </a:t>
              </a:r>
              <a:r>
                <a:rPr lang="el-GR" sz="800">
                  <a:latin typeface="Aptos" panose="020B0004020202020204" pitchFamily="34" charset="0"/>
                </a:rPr>
                <a:t>είναι </a:t>
              </a:r>
              <a:r>
                <a:rPr lang="en-GB" sz="800">
                  <a:latin typeface="Aptos" panose="020B0004020202020204" pitchFamily="34" charset="0"/>
                </a:rPr>
                <a:t>Teal  </a:t>
              </a:r>
              <a:r>
                <a:rPr lang="el-GR" sz="800">
                  <a:latin typeface="Aptos" panose="020B0004020202020204" pitchFamily="34" charset="0"/>
                </a:rPr>
                <a:t>και το </a:t>
              </a:r>
              <a:r>
                <a:rPr lang="en-GB" sz="800">
                  <a:latin typeface="Aptos" panose="020B0004020202020204" pitchFamily="34" charset="0"/>
                </a:rPr>
                <a:t>border line width </a:t>
              </a:r>
              <a:r>
                <a:rPr lang="el-GR" sz="800">
                  <a:latin typeface="Aptos" panose="020B0004020202020204" pitchFamily="34" charset="0"/>
                </a:rPr>
                <a:t>είναι 1</a:t>
              </a:r>
              <a:r>
                <a:rPr lang="en-GB" sz="800">
                  <a:latin typeface="Aptos" panose="020B0004020202020204" pitchFamily="34" charset="0"/>
                </a:rPr>
                <a:t>pt.</a:t>
              </a:r>
              <a:endParaRPr lang="el-GR" sz="800">
                <a:solidFill>
                  <a:schemeClr val="bg1">
                    <a:lumMod val="95000"/>
                  </a:schemeClr>
                </a:solidFill>
                <a:latin typeface="Aptos" panose="020B0004020202020204" pitchFamily="34" charset="0"/>
              </a:endParaRPr>
            </a:p>
            <a:p>
              <a:pPr>
                <a:lnSpc>
                  <a:spcPct val="110000"/>
                </a:lnSpc>
                <a:spcBef>
                  <a:spcPts val="900"/>
                </a:spcBef>
              </a:pPr>
              <a:r>
                <a:rPr lang="en-US" sz="800">
                  <a:solidFill>
                    <a:schemeClr val="bg1">
                      <a:lumMod val="95000"/>
                    </a:schemeClr>
                  </a:solidFill>
                  <a:latin typeface="Aptos" panose="020B0004020202020204" pitchFamily="34" charset="0"/>
                </a:rPr>
                <a:t>In tables, the text is always Aptos Regular or Bold 10pt, the background color is either White or Teal with transparency of 50%, 80%, or 90%. The border line color is Teal and the border line width is 1pt.</a:t>
              </a:r>
              <a:endParaRPr lang="en-GR" sz="800">
                <a:solidFill>
                  <a:schemeClr val="bg1">
                    <a:lumMod val="95000"/>
                  </a:schemeClr>
                </a:solidFill>
                <a:latin typeface="Aptos" panose="020B0004020202020204" pitchFamily="34" charset="0"/>
              </a:endParaRPr>
            </a:p>
          </p:txBody>
        </p:sp>
        <p:sp>
          <p:nvSpPr>
            <p:cNvPr id="17" name="Triangle 16">
              <a:extLst>
                <a:ext uri="{FF2B5EF4-FFF2-40B4-BE49-F238E27FC236}">
                  <a16:creationId xmlns:a16="http://schemas.microsoft.com/office/drawing/2014/main" id="{6E7A193A-1320-5EF4-D743-680C44D3D188}"/>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1297746871"/>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ble Placeholder 5">
            <a:extLst>
              <a:ext uri="{FF2B5EF4-FFF2-40B4-BE49-F238E27FC236}">
                <a16:creationId xmlns:a16="http://schemas.microsoft.com/office/drawing/2014/main" id="{C83D70B1-DE01-5DF7-E613-D53EF60B1F67}"/>
              </a:ext>
            </a:extLst>
          </p:cNvPr>
          <p:cNvSpPr>
            <a:spLocks noGrp="1"/>
          </p:cNvSpPr>
          <p:nvPr>
            <p:ph type="tbl" sz="quarter" idx="17"/>
          </p:nvPr>
        </p:nvSpPr>
        <p:spPr/>
        <p:txBody>
          <a:bodyPr/>
          <a:lstStyle/>
          <a:p>
            <a:endParaRPr lang="en-GR"/>
          </a:p>
        </p:txBody>
      </p:sp>
      <p:sp>
        <p:nvSpPr>
          <p:cNvPr id="5" name="Slide Number Placeholder 4">
            <a:extLst>
              <a:ext uri="{FF2B5EF4-FFF2-40B4-BE49-F238E27FC236}">
                <a16:creationId xmlns:a16="http://schemas.microsoft.com/office/drawing/2014/main" id="{DE9FD73F-4727-041B-C4DB-DB3794EA0F89}"/>
              </a:ext>
            </a:extLst>
          </p:cNvPr>
          <p:cNvSpPr>
            <a:spLocks noGrp="1"/>
          </p:cNvSpPr>
          <p:nvPr>
            <p:ph type="sldNum" sz="quarter" idx="21"/>
          </p:nvPr>
        </p:nvSpPr>
        <p:spPr>
          <a:xfrm>
            <a:off x="11179867" y="6542940"/>
            <a:ext cx="684000" cy="138499"/>
          </a:xfrm>
        </p:spPr>
        <p:txBody>
          <a:bodyPr/>
          <a:lstStyle/>
          <a:p>
            <a:fld id="{233F7D93-8529-0F4E-AF24-E7C8656CB0BF}" type="slidenum">
              <a:rPr lang="en-GR" smtClean="0"/>
              <a:pPr/>
              <a:t>184</a:t>
            </a:fld>
            <a:endParaRPr lang="en-GR"/>
          </a:p>
        </p:txBody>
      </p:sp>
      <p:sp>
        <p:nvSpPr>
          <p:cNvPr id="16" name="Text Placeholder 15">
            <a:extLst>
              <a:ext uri="{FF2B5EF4-FFF2-40B4-BE49-F238E27FC236}">
                <a16:creationId xmlns:a16="http://schemas.microsoft.com/office/drawing/2014/main" id="{4ECBDDC5-7596-4EA7-8C15-6DFD899D7E80}"/>
              </a:ext>
            </a:extLst>
          </p:cNvPr>
          <p:cNvSpPr>
            <a:spLocks noGrp="1"/>
          </p:cNvSpPr>
          <p:nvPr>
            <p:ph type="body" sz="quarter" idx="27"/>
          </p:nvPr>
        </p:nvSpPr>
        <p:spPr>
          <a:xfrm>
            <a:off x="331201" y="5821200"/>
            <a:ext cx="7939040" cy="488120"/>
          </a:xfrm>
        </p:spPr>
        <p:txBody>
          <a:bodyPr>
            <a:normAutofit/>
          </a:bodyPr>
          <a:lstStyle/>
          <a:p>
            <a:r>
              <a:rPr lang="en-GB"/>
              <a:t>Aptos 8pt / Line spacing 1,1 / Paragraph spacing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 nisi </a:t>
            </a:r>
            <a:r>
              <a:rPr lang="en-GB" err="1"/>
              <a:t>ut</a:t>
            </a:r>
            <a:r>
              <a:rPr lang="en-GB"/>
              <a:t> </a:t>
            </a:r>
            <a:r>
              <a:rPr lang="en-GB" err="1"/>
              <a:t>aliquip</a:t>
            </a:r>
            <a:r>
              <a:rPr lang="en-GB"/>
              <a:t> ex </a:t>
            </a:r>
            <a:r>
              <a:rPr lang="en-GB" err="1"/>
              <a:t>eas</a:t>
            </a:r>
            <a:r>
              <a:rPr lang="en-GB"/>
              <a: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 nisi </a:t>
            </a:r>
            <a:r>
              <a:rPr lang="en-GB" err="1"/>
              <a:t>ut</a:t>
            </a:r>
            <a:r>
              <a:rPr lang="en-GB"/>
              <a:t> </a:t>
            </a:r>
            <a:r>
              <a:rPr lang="en-GB" err="1"/>
              <a:t>aliquip</a:t>
            </a:r>
            <a:r>
              <a:rPr lang="en-GB"/>
              <a:t> ex </a:t>
            </a:r>
            <a:r>
              <a:rPr lang="en-GB" err="1"/>
              <a:t>eas</a:t>
            </a:r>
            <a:r>
              <a:rPr lang="en-GB"/>
              <a:t>.</a:t>
            </a:r>
          </a:p>
        </p:txBody>
      </p:sp>
      <p:sp>
        <p:nvSpPr>
          <p:cNvPr id="7" name="Text Placeholder 6">
            <a:extLst>
              <a:ext uri="{FF2B5EF4-FFF2-40B4-BE49-F238E27FC236}">
                <a16:creationId xmlns:a16="http://schemas.microsoft.com/office/drawing/2014/main" id="{B6544D6B-5041-E92A-5260-2DA8844E5009}"/>
              </a:ext>
            </a:extLst>
          </p:cNvPr>
          <p:cNvSpPr>
            <a:spLocks noGrp="1"/>
          </p:cNvSpPr>
          <p:nvPr>
            <p:ph type="body" sz="quarter" idx="25"/>
          </p:nvPr>
        </p:nvSpPr>
        <p:spPr>
          <a:xfrm>
            <a:off x="332316" y="741496"/>
            <a:ext cx="11531551" cy="334515"/>
          </a:xfrm>
        </p:spPr>
        <p:txBody>
          <a:bodyPr/>
          <a:lstStyle/>
          <a:p>
            <a:r>
              <a:rPr lang="en-GR"/>
              <a:t>Table full width</a:t>
            </a:r>
          </a:p>
        </p:txBody>
      </p:sp>
      <p:graphicFrame>
        <p:nvGraphicFramePr>
          <p:cNvPr id="2" name="Table 7">
            <a:extLst>
              <a:ext uri="{FF2B5EF4-FFF2-40B4-BE49-F238E27FC236}">
                <a16:creationId xmlns:a16="http://schemas.microsoft.com/office/drawing/2014/main" id="{ED62ADAE-6579-56B8-0174-BE175805A140}"/>
              </a:ext>
            </a:extLst>
          </p:cNvPr>
          <p:cNvGraphicFramePr>
            <a:graphicFrameLocks noGrp="1"/>
          </p:cNvGraphicFramePr>
          <p:nvPr>
            <p:extLst>
              <p:ext uri="{D42A27DB-BD31-4B8C-83A1-F6EECF244321}">
                <p14:modId xmlns:p14="http://schemas.microsoft.com/office/powerpoint/2010/main" val="1815124297"/>
              </p:ext>
            </p:extLst>
          </p:nvPr>
        </p:nvGraphicFramePr>
        <p:xfrm>
          <a:off x="346748" y="1268701"/>
          <a:ext cx="11498956" cy="4327200"/>
        </p:xfrm>
        <a:graphic>
          <a:graphicData uri="http://schemas.openxmlformats.org/drawingml/2006/table">
            <a:tbl>
              <a:tblPr firstRow="1" bandRow="1">
                <a:tableStyleId>{5C22544A-7EE6-4342-B048-85BDC9FD1C3A}</a:tableStyleId>
              </a:tblPr>
              <a:tblGrid>
                <a:gridCol w="3337236">
                  <a:extLst>
                    <a:ext uri="{9D8B030D-6E8A-4147-A177-3AD203B41FA5}">
                      <a16:colId xmlns:a16="http://schemas.microsoft.com/office/drawing/2014/main" val="2808620213"/>
                    </a:ext>
                  </a:extLst>
                </a:gridCol>
                <a:gridCol w="1632344">
                  <a:extLst>
                    <a:ext uri="{9D8B030D-6E8A-4147-A177-3AD203B41FA5}">
                      <a16:colId xmlns:a16="http://schemas.microsoft.com/office/drawing/2014/main" val="2602777049"/>
                    </a:ext>
                  </a:extLst>
                </a:gridCol>
                <a:gridCol w="1632344">
                  <a:extLst>
                    <a:ext uri="{9D8B030D-6E8A-4147-A177-3AD203B41FA5}">
                      <a16:colId xmlns:a16="http://schemas.microsoft.com/office/drawing/2014/main" val="3912606157"/>
                    </a:ext>
                  </a:extLst>
                </a:gridCol>
                <a:gridCol w="1632344">
                  <a:extLst>
                    <a:ext uri="{9D8B030D-6E8A-4147-A177-3AD203B41FA5}">
                      <a16:colId xmlns:a16="http://schemas.microsoft.com/office/drawing/2014/main" val="2611607263"/>
                    </a:ext>
                  </a:extLst>
                </a:gridCol>
                <a:gridCol w="1632344">
                  <a:extLst>
                    <a:ext uri="{9D8B030D-6E8A-4147-A177-3AD203B41FA5}">
                      <a16:colId xmlns:a16="http://schemas.microsoft.com/office/drawing/2014/main" val="2205950176"/>
                    </a:ext>
                  </a:extLst>
                </a:gridCol>
                <a:gridCol w="1632344">
                  <a:extLst>
                    <a:ext uri="{9D8B030D-6E8A-4147-A177-3AD203B41FA5}">
                      <a16:colId xmlns:a16="http://schemas.microsoft.com/office/drawing/2014/main" val="2303599194"/>
                    </a:ext>
                  </a:extLst>
                </a:gridCol>
              </a:tblGrid>
              <a:tr h="396000">
                <a:tc gridSpan="6">
                  <a:txBody>
                    <a:bodyPr/>
                    <a:lstStyle/>
                    <a:p>
                      <a:r>
                        <a:rPr lang="en-US" sz="1100" dirty="0">
                          <a:latin typeface="Aptos" panose="020B0004020202020204" pitchFamily="34" charset="0"/>
                        </a:rPr>
                        <a:t>Lorem </a:t>
                      </a:r>
                      <a:r>
                        <a:rPr lang="en-US" sz="1100" dirty="0" err="1">
                          <a:latin typeface="Aptos" panose="020B0004020202020204" pitchFamily="34" charset="0"/>
                        </a:rPr>
                        <a:t>ipsom</a:t>
                      </a:r>
                      <a:r>
                        <a:rPr lang="en-US" sz="1100" dirty="0">
                          <a:latin typeface="Aptos" panose="020B0004020202020204" pitchFamily="34" charset="0"/>
                        </a:rPr>
                        <a:t> did du </a:t>
                      </a:r>
                      <a:r>
                        <a:rPr lang="en-US" sz="1100" dirty="0" err="1">
                          <a:latin typeface="Aptos" panose="020B0004020202020204" pitchFamily="34" charset="0"/>
                        </a:rPr>
                        <a:t>facils</a:t>
                      </a:r>
                      <a:r>
                        <a:rPr lang="en-US" sz="1100" dirty="0">
                          <a:latin typeface="Aptos" panose="020B0004020202020204" pitchFamily="34" charset="0"/>
                        </a:rPr>
                        <a:t> </a:t>
                      </a:r>
                      <a:r>
                        <a:rPr lang="en-US" sz="1100" dirty="0" err="1">
                          <a:latin typeface="Aptos" panose="020B0004020202020204" pitchFamily="34" charset="0"/>
                        </a:rPr>
                        <a:t>verder</a:t>
                      </a:r>
                      <a:r>
                        <a:rPr lang="en-US" sz="1100" dirty="0">
                          <a:latin typeface="Aptos" panose="020B0004020202020204" pitchFamily="34" charset="0"/>
                        </a:rPr>
                        <a:t> </a:t>
                      </a:r>
                      <a:r>
                        <a:rPr lang="en-US" sz="1100" dirty="0" err="1">
                          <a:latin typeface="Aptos" panose="020B0004020202020204" pitchFamily="34" charset="0"/>
                        </a:rPr>
                        <a:t>ventr</a:t>
                      </a:r>
                      <a:endParaRPr lang="en-US" sz="1100" dirty="0">
                        <a:latin typeface="Aptos" panose="020B0004020202020204"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rgbClr val="007B85"/>
                    </a:solidFill>
                  </a:tcPr>
                </a:tc>
                <a:tc hMerge="1">
                  <a:txBody>
                    <a:bodyPr/>
                    <a:lstStyle/>
                    <a:p>
                      <a:endParaRPr lang="el-GR"/>
                    </a:p>
                  </a:txBody>
                  <a:tcPr/>
                </a:tc>
                <a:tc hMerge="1">
                  <a:txBody>
                    <a:bodyPr/>
                    <a:lstStyle/>
                    <a:p>
                      <a:endParaRPr lang="el-GR"/>
                    </a:p>
                  </a:txBody>
                  <a:tcPr/>
                </a:tc>
                <a:tc hMerge="1">
                  <a:txBody>
                    <a:bodyPr/>
                    <a:lstStyle/>
                    <a:p>
                      <a:endParaRPr lang="el-GR"/>
                    </a:p>
                  </a:txBody>
                  <a:tcPr/>
                </a:tc>
                <a:tc hMerge="1">
                  <a:txBody>
                    <a:bodyPr/>
                    <a:lstStyle/>
                    <a:p>
                      <a:endParaRPr lang="el-GR"/>
                    </a:p>
                  </a:txBody>
                  <a:tcPr/>
                </a:tc>
                <a:tc hMerge="1">
                  <a:txBody>
                    <a:bodyPr/>
                    <a:lstStyle/>
                    <a:p>
                      <a:endParaRPr lang="en-US" sz="1100">
                        <a:latin typeface="Aptos" panose="020B0004020202020204" pitchFamily="34" charset="0"/>
                      </a:endParaRP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tx2"/>
                    </a:solidFill>
                  </a:tcPr>
                </a:tc>
                <a:extLst>
                  <a:ext uri="{0D108BD9-81ED-4DB2-BD59-A6C34878D82A}">
                    <a16:rowId xmlns:a16="http://schemas.microsoft.com/office/drawing/2014/main" val="2846547700"/>
                  </a:ext>
                </a:extLst>
              </a:tr>
              <a:tr h="327600">
                <a:tc>
                  <a:txBody>
                    <a:bodyPr/>
                    <a:lstStyle/>
                    <a:p>
                      <a:endParaRPr lang="el-GR" sz="1000" b="1" dirty="0">
                        <a:latin typeface="Aptos" panose="020B0004020202020204" pitchFamily="34" charset="0"/>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alpha val="50000"/>
                      </a:schemeClr>
                    </a:solidFill>
                  </a:tcPr>
                </a:tc>
                <a:tc>
                  <a:txBody>
                    <a:bodyPr/>
                    <a:lstStyle/>
                    <a:p>
                      <a:r>
                        <a:rPr lang="en-US" sz="1000" b="1">
                          <a:solidFill>
                            <a:schemeClr val="accent1"/>
                          </a:solidFill>
                          <a:latin typeface="Aptos" panose="020B0004020202020204" pitchFamily="34" charset="0"/>
                        </a:rPr>
                        <a:t>2019</a:t>
                      </a:r>
                      <a:endParaRPr lang="el-GR" sz="1000" b="1">
                        <a:solidFill>
                          <a:schemeClr val="accent1"/>
                        </a:solidFill>
                        <a:latin typeface="Aptos" panose="020B0004020202020204" pitchFamily="34" charset="0"/>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2020</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2021</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2022</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alpha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accent1"/>
                          </a:solidFill>
                          <a:effectLst/>
                          <a:uLnTx/>
                          <a:uFillTx/>
                          <a:latin typeface="Aptos" panose="020B0004020202020204" pitchFamily="34" charset="0"/>
                          <a:ea typeface="+mn-ea"/>
                          <a:cs typeface="+mn-cs"/>
                        </a:rPr>
                        <a:t>2023</a:t>
                      </a:r>
                      <a:endParaRPr kumimoji="0" lang="el-GR" sz="1000" b="1" i="0" u="none" strike="noStrike" kern="1200" cap="none" spc="0" normalizeH="0" baseline="0" noProof="0" dirty="0">
                        <a:ln>
                          <a:noFill/>
                        </a:ln>
                        <a:solidFill>
                          <a:schemeClr val="accent1"/>
                        </a:solidFill>
                        <a:effectLst/>
                        <a:uLnTx/>
                        <a:uFillTx/>
                        <a:latin typeface="Aptos" panose="020B0004020202020204" pitchFamily="34" charset="0"/>
                        <a:ea typeface="+mn-ea"/>
                        <a:cs typeface="+mn-cs"/>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alpha val="50000"/>
                      </a:schemeClr>
                    </a:solidFill>
                  </a:tcPr>
                </a:tc>
                <a:extLst>
                  <a:ext uri="{0D108BD9-81ED-4DB2-BD59-A6C34878D82A}">
                    <a16:rowId xmlns:a16="http://schemas.microsoft.com/office/drawing/2014/main" val="1752123514"/>
                  </a:ext>
                </a:extLst>
              </a:tr>
              <a:tr h="327600">
                <a:tc gridSpan="6">
                  <a:txBody>
                    <a:bodyPr/>
                    <a:lstStyle/>
                    <a:p>
                      <a:r>
                        <a:rPr lang="en-US" sz="1000" b="1">
                          <a:solidFill>
                            <a:schemeClr val="accent1"/>
                          </a:solidFill>
                          <a:latin typeface="Aptos" panose="020B0004020202020204" pitchFamily="34" charset="0"/>
                        </a:rPr>
                        <a:t>Section</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alpha val="20000"/>
                      </a:schemeClr>
                    </a:solidFill>
                  </a:tcPr>
                </a:tc>
                <a:tc hMerge="1">
                  <a:txBody>
                    <a:bodyPr/>
                    <a:lstStyle/>
                    <a:p>
                      <a:r>
                        <a:rPr lang="en-US" sz="1000" b="1">
                          <a:solidFill>
                            <a:srgbClr val="003841"/>
                          </a:solidFill>
                          <a:latin typeface="+mn-lt"/>
                        </a:rPr>
                        <a:t>2019</a:t>
                      </a:r>
                      <a:endParaRPr lang="el-GR" sz="1000" b="1">
                        <a:solidFill>
                          <a:srgbClr val="003841"/>
                        </a:solidFill>
                        <a:latin typeface="+mn-lt"/>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alpha val="30309"/>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3841"/>
                          </a:solidFill>
                          <a:effectLst/>
                          <a:uLnTx/>
                          <a:uFillTx/>
                          <a:latin typeface="+mn-lt"/>
                          <a:ea typeface="+mn-ea"/>
                          <a:cs typeface="+mn-cs"/>
                        </a:rPr>
                        <a:t>2020</a:t>
                      </a:r>
                      <a:endParaRPr kumimoji="0" lang="el-GR" sz="1000" b="1" i="0" u="none" strike="noStrike" kern="1200" cap="none" spc="0" normalizeH="0" baseline="0" noProof="0">
                        <a:ln>
                          <a:noFill/>
                        </a:ln>
                        <a:solidFill>
                          <a:srgbClr val="003841"/>
                        </a:solidFill>
                        <a:effectLst/>
                        <a:uLnTx/>
                        <a:uFillTx/>
                        <a:latin typeface="+mn-lt"/>
                        <a:ea typeface="+mn-ea"/>
                        <a:cs typeface="+mn-cs"/>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alpha val="30309"/>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3841"/>
                          </a:solidFill>
                          <a:effectLst/>
                          <a:uLnTx/>
                          <a:uFillTx/>
                          <a:latin typeface="+mn-lt"/>
                          <a:ea typeface="+mn-ea"/>
                          <a:cs typeface="+mn-cs"/>
                        </a:rPr>
                        <a:t>2021</a:t>
                      </a:r>
                      <a:endParaRPr kumimoji="0" lang="el-GR" sz="1000" b="1" i="0" u="none" strike="noStrike" kern="1200" cap="none" spc="0" normalizeH="0" baseline="0" noProof="0">
                        <a:ln>
                          <a:noFill/>
                        </a:ln>
                        <a:solidFill>
                          <a:srgbClr val="003841"/>
                        </a:solidFill>
                        <a:effectLst/>
                        <a:uLnTx/>
                        <a:uFillTx/>
                        <a:latin typeface="+mn-lt"/>
                        <a:ea typeface="+mn-ea"/>
                        <a:cs typeface="+mn-cs"/>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alpha val="30309"/>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3841"/>
                          </a:solidFill>
                          <a:effectLst/>
                          <a:uLnTx/>
                          <a:uFillTx/>
                          <a:latin typeface="+mn-lt"/>
                          <a:ea typeface="+mn-ea"/>
                          <a:cs typeface="+mn-cs"/>
                        </a:rPr>
                        <a:t>2022</a:t>
                      </a:r>
                      <a:endParaRPr kumimoji="0" lang="el-GR" sz="1000" b="1" i="0" u="none" strike="noStrike" kern="1200" cap="none" spc="0" normalizeH="0" baseline="0" noProof="0">
                        <a:ln>
                          <a:noFill/>
                        </a:ln>
                        <a:solidFill>
                          <a:srgbClr val="003841"/>
                        </a:solidFill>
                        <a:effectLst/>
                        <a:uLnTx/>
                        <a:uFillTx/>
                        <a:latin typeface="+mn-lt"/>
                        <a:ea typeface="+mn-ea"/>
                        <a:cs typeface="+mn-cs"/>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alpha val="30309"/>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3841"/>
                          </a:solidFill>
                          <a:effectLst/>
                          <a:uLnTx/>
                          <a:uFillTx/>
                          <a:latin typeface="+mn-lt"/>
                          <a:ea typeface="+mn-ea"/>
                          <a:cs typeface="+mn-cs"/>
                        </a:rPr>
                        <a:t>2023</a:t>
                      </a:r>
                      <a:endParaRPr kumimoji="0" lang="el-GR" sz="1000" b="1" i="0" u="none" strike="noStrike" kern="1200" cap="none" spc="0" normalizeH="0" baseline="0" noProof="0">
                        <a:ln>
                          <a:noFill/>
                        </a:ln>
                        <a:solidFill>
                          <a:srgbClr val="003841"/>
                        </a:solidFill>
                        <a:effectLst/>
                        <a:uLnTx/>
                        <a:uFillTx/>
                        <a:latin typeface="+mn-lt"/>
                        <a:ea typeface="+mn-ea"/>
                        <a:cs typeface="+mn-cs"/>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alpha val="30309"/>
                      </a:schemeClr>
                    </a:solidFill>
                  </a:tcPr>
                </a:tc>
                <a:extLst>
                  <a:ext uri="{0D108BD9-81ED-4DB2-BD59-A6C34878D82A}">
                    <a16:rowId xmlns:a16="http://schemas.microsoft.com/office/drawing/2014/main" val="3993125852"/>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Lorem ipsum dolor sit </a:t>
                      </a: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amet</a:t>
                      </a: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consectetur</a:t>
                      </a: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adipiscing</a:t>
                      </a: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elit</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err="1">
                          <a:ln>
                            <a:noFill/>
                          </a:ln>
                          <a:solidFill>
                            <a:schemeClr val="accent1"/>
                          </a:solidFill>
                          <a:effectLst/>
                          <a:uLnTx/>
                          <a:uFillTx/>
                          <a:latin typeface="Aptos" panose="020B0004020202020204" pitchFamily="34" charset="0"/>
                          <a:ea typeface="+mn-ea"/>
                          <a:cs typeface="+mn-cs"/>
                        </a:rPr>
                        <a:t>sem</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39.000</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42.000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43.550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51.490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592428306"/>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Odio</a:t>
                      </a:r>
                      <a:r>
                        <a:rPr kumimoji="0" lang="pt-B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eu </a:t>
                      </a: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feugiat</a:t>
                      </a:r>
                      <a:r>
                        <a:rPr kumimoji="0" lang="pt-B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pretium</a:t>
                      </a:r>
                      <a:r>
                        <a:rPr kumimoji="0" lang="pt-B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nibh</a:t>
                      </a:r>
                      <a:r>
                        <a:rPr kumimoji="0" lang="pt-B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ipsum </a:t>
                      </a: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consequat</a:t>
                      </a:r>
                      <a:r>
                        <a:rPr kumimoji="0" lang="pt-B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nisl</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sem</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39,4</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52,5</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62,3</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72,0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88359607"/>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Consectetur</a:t>
                      </a:r>
                      <a:r>
                        <a:rPr kumimoji="0" lang="fr-F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fr-F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adipiscing</a:t>
                      </a:r>
                      <a:r>
                        <a:rPr kumimoji="0" lang="fr-F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fr-F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elit</a:t>
                      </a:r>
                      <a:r>
                        <a:rPr kumimoji="0" lang="fr-F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duis tristique</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sem</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2.300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1.600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4.580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3.450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64484502"/>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Odio</a:t>
                      </a:r>
                      <a:r>
                        <a:rPr kumimoji="0" lang="pt-B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eu </a:t>
                      </a: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feugiat</a:t>
                      </a:r>
                      <a:r>
                        <a:rPr kumimoji="0" lang="pt-B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pretium</a:t>
                      </a:r>
                      <a:r>
                        <a:rPr kumimoji="0" lang="pt-B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nibh</a:t>
                      </a:r>
                      <a:r>
                        <a:rPr kumimoji="0" lang="pt-B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ipsum </a:t>
                      </a: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consequat</a:t>
                      </a:r>
                      <a:r>
                        <a:rPr kumimoji="0" lang="pt-B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nisl</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velit</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4.560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2.300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2.300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1.150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73861805"/>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In nulla posuere sollicitudin aliquam ultrices</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sem</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4.560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2.300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2.300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1.150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672181259"/>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Total</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sem</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5,3</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4,7</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3,2</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4,6</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51380103"/>
                  </a:ext>
                </a:extLst>
              </a:tr>
              <a:tr h="327600">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Section</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alpha val="20000"/>
                      </a:schemeClr>
                    </a:solidFill>
                  </a:tcPr>
                </a:tc>
                <a:tc hMerge="1">
                  <a:txBody>
                    <a:bodyPr/>
                    <a:lstStyle/>
                    <a:p>
                      <a:endParaRPr lang="el-GR" sz="1000">
                        <a:latin typeface="+mn-lt"/>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alpha val="20000"/>
                      </a:schemeClr>
                    </a:solidFill>
                  </a:tcPr>
                </a:tc>
                <a:tc hMerge="1">
                  <a:txBody>
                    <a:bodyPr/>
                    <a:lstStyle/>
                    <a:p>
                      <a:endParaRPr lang="el-GR" sz="1000">
                        <a:latin typeface="+mn-lt"/>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alpha val="20000"/>
                      </a:schemeClr>
                    </a:solidFill>
                  </a:tcPr>
                </a:tc>
                <a:tc hMerge="1">
                  <a:txBody>
                    <a:bodyPr/>
                    <a:lstStyle/>
                    <a:p>
                      <a:endParaRPr lang="el-GR" sz="1000">
                        <a:latin typeface="+mn-lt"/>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alpha val="20000"/>
                      </a:schemeClr>
                    </a:solidFill>
                  </a:tcPr>
                </a:tc>
                <a:tc hMerge="1">
                  <a:txBody>
                    <a:bodyPr/>
                    <a:lstStyle/>
                    <a:p>
                      <a:endParaRPr lang="el-GR" sz="1000">
                        <a:latin typeface="+mn-lt"/>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alpha val="20000"/>
                      </a:schemeClr>
                    </a:solidFill>
                  </a:tcPr>
                </a:tc>
                <a:tc hMerge="1">
                  <a:txBody>
                    <a:bodyPr/>
                    <a:lstStyle/>
                    <a:p>
                      <a:endParaRPr lang="el-GR" sz="1000">
                        <a:latin typeface="+mn-lt"/>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alpha val="20000"/>
                      </a:schemeClr>
                    </a:solidFill>
                  </a:tcPr>
                </a:tc>
                <a:extLst>
                  <a:ext uri="{0D108BD9-81ED-4DB2-BD59-A6C34878D82A}">
                    <a16:rowId xmlns:a16="http://schemas.microsoft.com/office/drawing/2014/main" val="3411116468"/>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Lorem ipsum dolor sit </a:t>
                      </a: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amet</a:t>
                      </a: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consectetur</a:t>
                      </a: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adipiscing</a:t>
                      </a: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elit</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err="1">
                          <a:ln>
                            <a:noFill/>
                          </a:ln>
                          <a:solidFill>
                            <a:schemeClr val="accent1"/>
                          </a:solidFill>
                          <a:effectLst/>
                          <a:uLnTx/>
                          <a:uFillTx/>
                          <a:latin typeface="Aptos" panose="020B0004020202020204" pitchFamily="34" charset="0"/>
                          <a:ea typeface="+mn-ea"/>
                          <a:cs typeface="+mn-cs"/>
                        </a:rPr>
                        <a:t>velit</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2.300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1.600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4.580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3.450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629562178"/>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Odio eu feugiat pretium nibh ipsum consequat nisl</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velit</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4.560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2.300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2.300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1.150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582270637"/>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Total</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sem</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accent1"/>
                          </a:solidFill>
                          <a:effectLst/>
                          <a:uLnTx/>
                          <a:uFillTx/>
                          <a:latin typeface="Aptos" panose="020B0004020202020204" pitchFamily="34" charset="0"/>
                          <a:ea typeface="+mn-ea"/>
                          <a:cs typeface="+mn-cs"/>
                        </a:rPr>
                        <a:t>4.560</a:t>
                      </a:r>
                      <a:endParaRPr kumimoji="0" lang="el-GR" sz="1000" b="1"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accent1"/>
                          </a:solidFill>
                          <a:effectLst/>
                          <a:uLnTx/>
                          <a:uFillTx/>
                          <a:latin typeface="Aptos" panose="020B0004020202020204" pitchFamily="34" charset="0"/>
                          <a:ea typeface="+mn-ea"/>
                          <a:cs typeface="+mn-cs"/>
                        </a:rPr>
                        <a:t>2.300</a:t>
                      </a:r>
                      <a:endParaRPr kumimoji="0" lang="el-GR" sz="1000" b="1"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accent1"/>
                          </a:solidFill>
                          <a:effectLst/>
                          <a:uLnTx/>
                          <a:uFillTx/>
                          <a:latin typeface="Aptos" panose="020B0004020202020204" pitchFamily="34" charset="0"/>
                          <a:ea typeface="+mn-ea"/>
                          <a:cs typeface="+mn-cs"/>
                        </a:rPr>
                        <a:t>2.300</a:t>
                      </a:r>
                      <a:endParaRPr kumimoji="0" lang="el-GR" sz="1000" b="1"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dirty="0">
                          <a:ln>
                            <a:noFill/>
                          </a:ln>
                          <a:solidFill>
                            <a:schemeClr val="accent1"/>
                          </a:solidFill>
                          <a:effectLst/>
                          <a:uLnTx/>
                          <a:uFillTx/>
                          <a:latin typeface="Aptos" panose="020B0004020202020204" pitchFamily="34" charset="0"/>
                          <a:ea typeface="+mn-ea"/>
                          <a:cs typeface="+mn-cs"/>
                        </a:rPr>
                        <a:t>1.150</a:t>
                      </a:r>
                      <a:endParaRPr kumimoji="0" lang="el-GR" sz="1000" b="1" i="0" u="none" strike="noStrike" kern="1200" cap="none" spc="0" normalizeH="0" baseline="0" dirty="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72228295"/>
                  </a:ext>
                </a:extLst>
              </a:tr>
            </a:tbl>
          </a:graphicData>
        </a:graphic>
      </p:graphicFrame>
    </p:spTree>
    <p:extLst>
      <p:ext uri="{BB962C8B-B14F-4D97-AF65-F5344CB8AC3E}">
        <p14:creationId xmlns:p14="http://schemas.microsoft.com/office/powerpoint/2010/main" val="2163559688"/>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80671CFF-B120-5816-0319-1A5C6D546F87}"/>
              </a:ext>
            </a:extLst>
          </p:cNvPr>
          <p:cNvSpPr>
            <a:spLocks noGrp="1"/>
          </p:cNvSpPr>
          <p:nvPr>
            <p:ph type="body" sz="quarter" idx="14"/>
          </p:nvPr>
        </p:nvSpPr>
        <p:spPr>
          <a:xfrm>
            <a:off x="9192432" y="1268823"/>
            <a:ext cx="2655943" cy="5040578"/>
          </a:xfrm>
        </p:spPr>
        <p:txBody>
          <a:bodyPr>
            <a:normAutofit/>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p>
          <a:p>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endParaRPr lang="en-GR"/>
          </a:p>
        </p:txBody>
      </p:sp>
      <p:sp>
        <p:nvSpPr>
          <p:cNvPr id="8" name="Table Placeholder 7">
            <a:extLst>
              <a:ext uri="{FF2B5EF4-FFF2-40B4-BE49-F238E27FC236}">
                <a16:creationId xmlns:a16="http://schemas.microsoft.com/office/drawing/2014/main" id="{632E8045-575E-47A2-E720-94423115852D}"/>
              </a:ext>
            </a:extLst>
          </p:cNvPr>
          <p:cNvSpPr>
            <a:spLocks noGrp="1"/>
          </p:cNvSpPr>
          <p:nvPr>
            <p:ph type="tbl" sz="quarter" idx="17"/>
          </p:nvPr>
        </p:nvSpPr>
        <p:spPr/>
        <p:txBody>
          <a:bodyPr/>
          <a:lstStyle/>
          <a:p>
            <a:endParaRPr lang="en-GR"/>
          </a:p>
        </p:txBody>
      </p:sp>
      <p:sp>
        <p:nvSpPr>
          <p:cNvPr id="5" name="Slide Number Placeholder 4">
            <a:extLst>
              <a:ext uri="{FF2B5EF4-FFF2-40B4-BE49-F238E27FC236}">
                <a16:creationId xmlns:a16="http://schemas.microsoft.com/office/drawing/2014/main" id="{8A6221E9-04F7-7896-3635-891EF681BE9C}"/>
              </a:ext>
            </a:extLst>
          </p:cNvPr>
          <p:cNvSpPr>
            <a:spLocks noGrp="1"/>
          </p:cNvSpPr>
          <p:nvPr>
            <p:ph type="sldNum" sz="quarter" idx="21"/>
          </p:nvPr>
        </p:nvSpPr>
        <p:spPr>
          <a:xfrm>
            <a:off x="11179867" y="6542940"/>
            <a:ext cx="684000" cy="138499"/>
          </a:xfrm>
        </p:spPr>
        <p:txBody>
          <a:bodyPr/>
          <a:lstStyle/>
          <a:p>
            <a:fld id="{233F7D93-8529-0F4E-AF24-E7C8656CB0BF}" type="slidenum">
              <a:rPr lang="en-GR" smtClean="0"/>
              <a:pPr/>
              <a:t>185</a:t>
            </a:fld>
            <a:endParaRPr lang="en-GR"/>
          </a:p>
        </p:txBody>
      </p:sp>
      <p:sp>
        <p:nvSpPr>
          <p:cNvPr id="18" name="Text Placeholder 17">
            <a:extLst>
              <a:ext uri="{FF2B5EF4-FFF2-40B4-BE49-F238E27FC236}">
                <a16:creationId xmlns:a16="http://schemas.microsoft.com/office/drawing/2014/main" id="{F37406B5-C607-1D9E-4C1B-F0E21CA48AAE}"/>
              </a:ext>
            </a:extLst>
          </p:cNvPr>
          <p:cNvSpPr>
            <a:spLocks noGrp="1"/>
          </p:cNvSpPr>
          <p:nvPr>
            <p:ph type="body" sz="quarter" idx="27"/>
          </p:nvPr>
        </p:nvSpPr>
        <p:spPr>
          <a:xfrm>
            <a:off x="331201" y="5821200"/>
            <a:ext cx="7939040" cy="488120"/>
          </a:xfrm>
        </p:spPr>
        <p:txBody>
          <a:bodyPr>
            <a:normAutofit/>
          </a:bodyPr>
          <a:lstStyle/>
          <a:p>
            <a:r>
              <a:rPr lang="en-GB"/>
              <a:t>Aptos 8pt / Line spacing 1,1 / Paragraph spacing 9pt.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ullamcolaraste</a:t>
            </a:r>
            <a:r>
              <a:rPr lang="en-GB"/>
              <a:t> </a:t>
            </a:r>
            <a:r>
              <a:rPr lang="en-GB" err="1"/>
              <a:t>laboris</a:t>
            </a:r>
            <a:r>
              <a:rPr lang="en-GB"/>
              <a:t> nisi </a:t>
            </a:r>
            <a:r>
              <a:rPr lang="en-GB" err="1"/>
              <a:t>ut</a:t>
            </a:r>
            <a:r>
              <a:rPr lang="en-GB"/>
              <a:t> </a:t>
            </a:r>
            <a:r>
              <a:rPr lang="en-GB" err="1"/>
              <a:t>aliquip</a:t>
            </a:r>
            <a:r>
              <a:rPr lang="en-GB"/>
              <a:t> ex </a:t>
            </a:r>
            <a:r>
              <a:rPr lang="en-GB" err="1"/>
              <a:t>eas</a:t>
            </a:r>
            <a:r>
              <a:rPr lang="en-GB"/>
              <a: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doe </a:t>
            </a:r>
            <a:r>
              <a:rPr lang="en-GB" err="1"/>
              <a:t>eiusmod</a:t>
            </a:r>
            <a:r>
              <a:rPr lang="en-GB"/>
              <a:t> </a:t>
            </a:r>
            <a:r>
              <a:rPr lang="en-GB" err="1"/>
              <a:t>tempor</a:t>
            </a:r>
            <a:r>
              <a:rPr lang="en-GB"/>
              <a:t> </a:t>
            </a:r>
            <a:r>
              <a:rPr lang="en-GB" err="1"/>
              <a:t>incididunt</a:t>
            </a:r>
            <a:r>
              <a:rPr lang="en-GB"/>
              <a:t> </a:t>
            </a:r>
            <a:r>
              <a:rPr lang="en-GB" err="1"/>
              <a:t>ut</a:t>
            </a:r>
            <a:r>
              <a:rPr lang="en-GB"/>
              <a:t> labore</a:t>
            </a:r>
            <a:r>
              <a:rPr lang="el-GR"/>
              <a:t>.</a:t>
            </a:r>
            <a:endParaRPr lang="en-GB"/>
          </a:p>
        </p:txBody>
      </p:sp>
      <p:graphicFrame>
        <p:nvGraphicFramePr>
          <p:cNvPr id="2" name="Table 7">
            <a:extLst>
              <a:ext uri="{FF2B5EF4-FFF2-40B4-BE49-F238E27FC236}">
                <a16:creationId xmlns:a16="http://schemas.microsoft.com/office/drawing/2014/main" id="{3195741B-C5BF-41B6-BECF-2CA5CD3EA8E0}"/>
              </a:ext>
            </a:extLst>
          </p:cNvPr>
          <p:cNvGraphicFramePr>
            <a:graphicFrameLocks noGrp="1"/>
          </p:cNvGraphicFramePr>
          <p:nvPr>
            <p:extLst>
              <p:ext uri="{D42A27DB-BD31-4B8C-83A1-F6EECF244321}">
                <p14:modId xmlns:p14="http://schemas.microsoft.com/office/powerpoint/2010/main" val="2192522309"/>
              </p:ext>
            </p:extLst>
          </p:nvPr>
        </p:nvGraphicFramePr>
        <p:xfrm>
          <a:off x="346748" y="1268413"/>
          <a:ext cx="8637234" cy="4327200"/>
        </p:xfrm>
        <a:graphic>
          <a:graphicData uri="http://schemas.openxmlformats.org/drawingml/2006/table">
            <a:tbl>
              <a:tblPr firstRow="1" bandRow="1">
                <a:tableStyleId>{5C22544A-7EE6-4342-B048-85BDC9FD1C3A}</a:tableStyleId>
              </a:tblPr>
              <a:tblGrid>
                <a:gridCol w="3368434">
                  <a:extLst>
                    <a:ext uri="{9D8B030D-6E8A-4147-A177-3AD203B41FA5}">
                      <a16:colId xmlns:a16="http://schemas.microsoft.com/office/drawing/2014/main" val="2808620213"/>
                    </a:ext>
                  </a:extLst>
                </a:gridCol>
                <a:gridCol w="1053760">
                  <a:extLst>
                    <a:ext uri="{9D8B030D-6E8A-4147-A177-3AD203B41FA5}">
                      <a16:colId xmlns:a16="http://schemas.microsoft.com/office/drawing/2014/main" val="2602777049"/>
                    </a:ext>
                  </a:extLst>
                </a:gridCol>
                <a:gridCol w="1053760">
                  <a:extLst>
                    <a:ext uri="{9D8B030D-6E8A-4147-A177-3AD203B41FA5}">
                      <a16:colId xmlns:a16="http://schemas.microsoft.com/office/drawing/2014/main" val="3912606157"/>
                    </a:ext>
                  </a:extLst>
                </a:gridCol>
                <a:gridCol w="1053760">
                  <a:extLst>
                    <a:ext uri="{9D8B030D-6E8A-4147-A177-3AD203B41FA5}">
                      <a16:colId xmlns:a16="http://schemas.microsoft.com/office/drawing/2014/main" val="2611607263"/>
                    </a:ext>
                  </a:extLst>
                </a:gridCol>
                <a:gridCol w="1053760">
                  <a:extLst>
                    <a:ext uri="{9D8B030D-6E8A-4147-A177-3AD203B41FA5}">
                      <a16:colId xmlns:a16="http://schemas.microsoft.com/office/drawing/2014/main" val="2205950176"/>
                    </a:ext>
                  </a:extLst>
                </a:gridCol>
                <a:gridCol w="1053760">
                  <a:extLst>
                    <a:ext uri="{9D8B030D-6E8A-4147-A177-3AD203B41FA5}">
                      <a16:colId xmlns:a16="http://schemas.microsoft.com/office/drawing/2014/main" val="2303599194"/>
                    </a:ext>
                  </a:extLst>
                </a:gridCol>
              </a:tblGrid>
              <a:tr h="396000">
                <a:tc gridSpan="6">
                  <a:txBody>
                    <a:bodyPr/>
                    <a:lstStyle/>
                    <a:p>
                      <a:r>
                        <a:rPr lang="en-US" sz="1100">
                          <a:solidFill>
                            <a:schemeClr val="bg1"/>
                          </a:solidFill>
                          <a:latin typeface="Aptos" panose="020B0004020202020204" pitchFamily="34" charset="0"/>
                        </a:rPr>
                        <a:t>Lorem </a:t>
                      </a:r>
                      <a:r>
                        <a:rPr lang="en-US" sz="1100" err="1">
                          <a:solidFill>
                            <a:schemeClr val="bg1"/>
                          </a:solidFill>
                          <a:latin typeface="Aptos" panose="020B0004020202020204" pitchFamily="34" charset="0"/>
                        </a:rPr>
                        <a:t>ipsom</a:t>
                      </a:r>
                      <a:r>
                        <a:rPr lang="en-US" sz="1100">
                          <a:solidFill>
                            <a:schemeClr val="bg1"/>
                          </a:solidFill>
                          <a:latin typeface="Aptos" panose="020B0004020202020204" pitchFamily="34" charset="0"/>
                        </a:rPr>
                        <a:t> did du </a:t>
                      </a:r>
                      <a:r>
                        <a:rPr lang="en-US" sz="1100" err="1">
                          <a:solidFill>
                            <a:schemeClr val="bg1"/>
                          </a:solidFill>
                          <a:latin typeface="Aptos" panose="020B0004020202020204" pitchFamily="34" charset="0"/>
                        </a:rPr>
                        <a:t>facils</a:t>
                      </a:r>
                      <a:r>
                        <a:rPr lang="en-US" sz="1100">
                          <a:solidFill>
                            <a:schemeClr val="bg1"/>
                          </a:solidFill>
                          <a:latin typeface="Aptos" panose="020B0004020202020204" pitchFamily="34" charset="0"/>
                        </a:rPr>
                        <a:t> </a:t>
                      </a:r>
                      <a:r>
                        <a:rPr lang="en-US" sz="1100" err="1">
                          <a:solidFill>
                            <a:schemeClr val="bg1"/>
                          </a:solidFill>
                          <a:latin typeface="Aptos" panose="020B0004020202020204" pitchFamily="34" charset="0"/>
                        </a:rPr>
                        <a:t>verder</a:t>
                      </a:r>
                      <a:r>
                        <a:rPr lang="en-US" sz="1100">
                          <a:solidFill>
                            <a:schemeClr val="bg1"/>
                          </a:solidFill>
                          <a:latin typeface="Aptos" panose="020B0004020202020204" pitchFamily="34" charset="0"/>
                        </a:rPr>
                        <a:t> </a:t>
                      </a:r>
                      <a:r>
                        <a:rPr lang="en-US" sz="1100" err="1">
                          <a:solidFill>
                            <a:schemeClr val="bg1"/>
                          </a:solidFill>
                          <a:latin typeface="Aptos" panose="020B0004020202020204" pitchFamily="34" charset="0"/>
                        </a:rPr>
                        <a:t>ventr</a:t>
                      </a:r>
                      <a:endParaRPr lang="en-US" sz="1100">
                        <a:solidFill>
                          <a:schemeClr val="bg1"/>
                        </a:solidFill>
                        <a:latin typeface="Aptos" panose="020B0004020202020204"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solidFill>
                  </a:tcPr>
                </a:tc>
                <a:tc hMerge="1">
                  <a:txBody>
                    <a:bodyPr/>
                    <a:lstStyle/>
                    <a:p>
                      <a:endParaRPr lang="el-GR"/>
                    </a:p>
                  </a:txBody>
                  <a:tcPr/>
                </a:tc>
                <a:tc hMerge="1">
                  <a:txBody>
                    <a:bodyPr/>
                    <a:lstStyle/>
                    <a:p>
                      <a:endParaRPr lang="el-GR"/>
                    </a:p>
                  </a:txBody>
                  <a:tcPr/>
                </a:tc>
                <a:tc hMerge="1">
                  <a:txBody>
                    <a:bodyPr/>
                    <a:lstStyle/>
                    <a:p>
                      <a:endParaRPr lang="el-GR"/>
                    </a:p>
                  </a:txBody>
                  <a:tcPr/>
                </a:tc>
                <a:tc hMerge="1">
                  <a:txBody>
                    <a:bodyPr/>
                    <a:lstStyle/>
                    <a:p>
                      <a:endParaRPr lang="el-GR"/>
                    </a:p>
                  </a:txBody>
                  <a:tcPr/>
                </a:tc>
                <a:tc hMerge="1">
                  <a:txBody>
                    <a:bodyPr/>
                    <a:lstStyle/>
                    <a:p>
                      <a:endParaRPr lang="en-US" sz="1100">
                        <a:solidFill>
                          <a:schemeClr val="accent1"/>
                        </a:solidFill>
                        <a:latin typeface="Aptos" panose="020B0004020202020204" pitchFamily="34" charset="0"/>
                      </a:endParaRP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tx2"/>
                    </a:solidFill>
                  </a:tcPr>
                </a:tc>
                <a:extLst>
                  <a:ext uri="{0D108BD9-81ED-4DB2-BD59-A6C34878D82A}">
                    <a16:rowId xmlns:a16="http://schemas.microsoft.com/office/drawing/2014/main" val="2846547700"/>
                  </a:ext>
                </a:extLst>
              </a:tr>
              <a:tr h="327600">
                <a:tc>
                  <a:txBody>
                    <a:bodyPr/>
                    <a:lstStyle/>
                    <a:p>
                      <a:endParaRPr lang="el-GR" sz="1000" b="1">
                        <a:solidFill>
                          <a:schemeClr val="accent1"/>
                        </a:solidFill>
                        <a:latin typeface="Aptos" panose="020B0004020202020204" pitchFamily="34" charset="0"/>
                      </a:endParaRPr>
                    </a:p>
                  </a:txBody>
                  <a:tcPr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alpha val="30309"/>
                      </a:schemeClr>
                    </a:solidFill>
                  </a:tcPr>
                </a:tc>
                <a:tc>
                  <a:txBody>
                    <a:bodyPr/>
                    <a:lstStyle/>
                    <a:p>
                      <a:r>
                        <a:rPr lang="en-US" sz="1000" b="1">
                          <a:solidFill>
                            <a:schemeClr val="accent1"/>
                          </a:solidFill>
                          <a:latin typeface="Aptos" panose="020B0004020202020204" pitchFamily="34" charset="0"/>
                        </a:rPr>
                        <a:t>2019</a:t>
                      </a:r>
                      <a:endParaRPr lang="el-GR" sz="1000" b="1">
                        <a:solidFill>
                          <a:schemeClr val="accent1"/>
                        </a:solidFill>
                        <a:latin typeface="Aptos" panose="020B0004020202020204" pitchFamily="34" charset="0"/>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alpha val="30309"/>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2020</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alpha val="30309"/>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2021</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alpha val="30309"/>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2022</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alpha val="30309"/>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2023</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marT="0" marB="0"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alpha val="30309"/>
                      </a:schemeClr>
                    </a:solidFill>
                  </a:tcPr>
                </a:tc>
                <a:extLst>
                  <a:ext uri="{0D108BD9-81ED-4DB2-BD59-A6C34878D82A}">
                    <a16:rowId xmlns:a16="http://schemas.microsoft.com/office/drawing/2014/main" val="3993125852"/>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Lorem ipsum dolor sit </a:t>
                      </a: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amet</a:t>
                      </a: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consectetur</a:t>
                      </a: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adipiscing</a:t>
                      </a: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elit</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err="1">
                          <a:ln>
                            <a:noFill/>
                          </a:ln>
                          <a:solidFill>
                            <a:schemeClr val="accent1"/>
                          </a:solidFill>
                          <a:effectLst/>
                          <a:uLnTx/>
                          <a:uFillTx/>
                          <a:latin typeface="Aptos" panose="020B0004020202020204" pitchFamily="34" charset="0"/>
                          <a:ea typeface="+mn-ea"/>
                          <a:cs typeface="+mn-cs"/>
                        </a:rPr>
                        <a:t>sem</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39.000</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42.000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43.550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51.490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592428306"/>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Odio</a:t>
                      </a:r>
                      <a:r>
                        <a:rPr kumimoji="0" lang="pt-B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eu </a:t>
                      </a: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feugiat</a:t>
                      </a:r>
                      <a:r>
                        <a:rPr kumimoji="0" lang="pt-B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pretium</a:t>
                      </a:r>
                      <a:r>
                        <a:rPr kumimoji="0" lang="pt-B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nibh</a:t>
                      </a:r>
                      <a:r>
                        <a:rPr kumimoji="0" lang="pt-B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ipsum </a:t>
                      </a: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consequat</a:t>
                      </a:r>
                      <a:r>
                        <a:rPr kumimoji="0" lang="pt-B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nisl</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sem</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39,4</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52,5</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62,3</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72,0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88359607"/>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Consectetur adipiscing elit duis tristique</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sem</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2.300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1.600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4.580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3.450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64484502"/>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Odio</a:t>
                      </a:r>
                      <a:r>
                        <a:rPr kumimoji="0" lang="pt-B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eu </a:t>
                      </a: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feugiat</a:t>
                      </a:r>
                      <a:r>
                        <a:rPr kumimoji="0" lang="pt-B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pretium</a:t>
                      </a:r>
                      <a:r>
                        <a:rPr kumimoji="0" lang="pt-B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nibh</a:t>
                      </a:r>
                      <a:r>
                        <a:rPr kumimoji="0" lang="pt-B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ipsum </a:t>
                      </a: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consequat</a:t>
                      </a:r>
                      <a:r>
                        <a:rPr kumimoji="0" lang="pt-B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pt-B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nisl</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velit</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4.560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2.300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2.300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1.150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83841267"/>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In nulla </a:t>
                      </a:r>
                      <a:r>
                        <a:rPr kumimoji="0" lang="it-IT"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posuere</a:t>
                      </a:r>
                      <a:r>
                        <a:rPr kumimoji="0" lang="it-IT"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it-IT"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sollicitudin</a:t>
                      </a:r>
                      <a:r>
                        <a:rPr kumimoji="0" lang="it-IT"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it-IT"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aliquam</a:t>
                      </a:r>
                      <a:r>
                        <a:rPr kumimoji="0" lang="it-IT"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it-IT"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ultrices</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sem</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4.560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2.300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2.300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1.150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672181259"/>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Total</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sem</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5,3</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4,7</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3,2</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4,6</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51380103"/>
                  </a:ext>
                </a:extLst>
              </a:tr>
              <a:tr h="327600">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Facilisi</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alpha val="15000"/>
                      </a:schemeClr>
                    </a:solidFill>
                  </a:tcPr>
                </a:tc>
                <a:tc hMerge="1">
                  <a:txBody>
                    <a:bodyPr/>
                    <a:lstStyle/>
                    <a:p>
                      <a:endParaRPr lang="el-GR" sz="1000">
                        <a:latin typeface="+mn-lt"/>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alpha val="20000"/>
                      </a:schemeClr>
                    </a:solidFill>
                  </a:tcPr>
                </a:tc>
                <a:tc hMerge="1">
                  <a:txBody>
                    <a:bodyPr/>
                    <a:lstStyle/>
                    <a:p>
                      <a:endParaRPr lang="el-GR" sz="1000">
                        <a:latin typeface="+mn-lt"/>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alpha val="20000"/>
                      </a:schemeClr>
                    </a:solidFill>
                  </a:tcPr>
                </a:tc>
                <a:tc hMerge="1">
                  <a:txBody>
                    <a:bodyPr/>
                    <a:lstStyle/>
                    <a:p>
                      <a:endParaRPr lang="el-GR" sz="1000">
                        <a:latin typeface="+mn-lt"/>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alpha val="20000"/>
                      </a:schemeClr>
                    </a:solidFill>
                  </a:tcPr>
                </a:tc>
                <a:tc hMerge="1">
                  <a:txBody>
                    <a:bodyPr/>
                    <a:lstStyle/>
                    <a:p>
                      <a:endParaRPr lang="el-GR" sz="1000">
                        <a:latin typeface="+mn-lt"/>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alpha val="20000"/>
                      </a:schemeClr>
                    </a:solidFill>
                  </a:tcPr>
                </a:tc>
                <a:tc hMerge="1">
                  <a:txBody>
                    <a:bodyPr/>
                    <a:lstStyle/>
                    <a:p>
                      <a:endParaRPr lang="el-GR" sz="1000">
                        <a:latin typeface="+mn-lt"/>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alpha val="20000"/>
                      </a:schemeClr>
                    </a:solidFill>
                  </a:tcPr>
                </a:tc>
                <a:extLst>
                  <a:ext uri="{0D108BD9-81ED-4DB2-BD59-A6C34878D82A}">
                    <a16:rowId xmlns:a16="http://schemas.microsoft.com/office/drawing/2014/main" val="3411116468"/>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Lorem ipsum dolor sit </a:t>
                      </a: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amet</a:t>
                      </a: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consectetur</a:t>
                      </a: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adipiscing</a:t>
                      </a: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en-US"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elit</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err="1">
                          <a:ln>
                            <a:noFill/>
                          </a:ln>
                          <a:solidFill>
                            <a:schemeClr val="accent1"/>
                          </a:solidFill>
                          <a:effectLst/>
                          <a:uLnTx/>
                          <a:uFillTx/>
                          <a:latin typeface="Aptos" panose="020B0004020202020204" pitchFamily="34" charset="0"/>
                          <a:ea typeface="+mn-ea"/>
                          <a:cs typeface="+mn-cs"/>
                        </a:rPr>
                        <a:t>velit</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2.300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1.600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4.580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3.450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629562178"/>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Odio eu feugiat pretium nibh ipsum consequat nisl</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velit</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4.560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2.300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2.300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1.150</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582270637"/>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Consectetur</a:t>
                      </a:r>
                      <a:r>
                        <a:rPr kumimoji="0" lang="fr-F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fr-F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adipiscing</a:t>
                      </a:r>
                      <a:r>
                        <a:rPr kumimoji="0" lang="fr-F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a:t>
                      </a:r>
                      <a:r>
                        <a:rPr kumimoji="0" lang="fr-FR" sz="1000" b="0"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elit</a:t>
                      </a:r>
                      <a:r>
                        <a:rPr kumimoji="0" lang="fr-F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 duis tristique</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rPr>
                        <a:t>velit</a:t>
                      </a:r>
                      <a:endParaRPr kumimoji="0" lang="el-GR" sz="1000" b="0"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5,3</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4,7</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3,2</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a:ln>
                            <a:noFill/>
                          </a:ln>
                          <a:solidFill>
                            <a:schemeClr val="accent1"/>
                          </a:solidFill>
                          <a:effectLst/>
                          <a:uLnTx/>
                          <a:uFillTx/>
                          <a:latin typeface="Aptos" panose="020B0004020202020204" pitchFamily="34" charset="0"/>
                          <a:ea typeface="+mn-ea"/>
                          <a:cs typeface="+mn-cs"/>
                        </a:rPr>
                        <a:t>4,6</a:t>
                      </a:r>
                      <a:endParaRPr kumimoji="0" lang="el-GR" sz="1000" b="0"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595186566"/>
                  </a:ext>
                </a:extLst>
              </a:tr>
              <a:tr h="32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rPr>
                        <a:t>Total</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err="1">
                          <a:ln>
                            <a:noFill/>
                          </a:ln>
                          <a:solidFill>
                            <a:schemeClr val="accent1"/>
                          </a:solidFill>
                          <a:effectLst/>
                          <a:uLnTx/>
                          <a:uFillTx/>
                          <a:latin typeface="Aptos" panose="020B0004020202020204" pitchFamily="34" charset="0"/>
                          <a:ea typeface="+mn-ea"/>
                          <a:cs typeface="+mn-cs"/>
                        </a:rPr>
                        <a:t>sem</a:t>
                      </a:r>
                      <a:endParaRPr kumimoji="0" lang="el-GR" sz="1000" b="1" i="0" u="none" strike="noStrike" kern="1200" cap="none" spc="0" normalizeH="0" baseline="0" noProof="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accent1"/>
                          </a:solidFill>
                          <a:effectLst/>
                          <a:uLnTx/>
                          <a:uFillTx/>
                          <a:latin typeface="Aptos" panose="020B0004020202020204" pitchFamily="34" charset="0"/>
                          <a:ea typeface="+mn-ea"/>
                          <a:cs typeface="+mn-cs"/>
                        </a:rPr>
                        <a:t>4.560</a:t>
                      </a:r>
                      <a:endParaRPr kumimoji="0" lang="el-GR" sz="1000" b="1"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accent1"/>
                          </a:solidFill>
                          <a:effectLst/>
                          <a:uLnTx/>
                          <a:uFillTx/>
                          <a:latin typeface="Aptos" panose="020B0004020202020204" pitchFamily="34" charset="0"/>
                          <a:ea typeface="+mn-ea"/>
                          <a:cs typeface="+mn-cs"/>
                        </a:rPr>
                        <a:t>2.300</a:t>
                      </a:r>
                      <a:endParaRPr kumimoji="0" lang="el-GR" sz="1000" b="1"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accent1"/>
                          </a:solidFill>
                          <a:effectLst/>
                          <a:uLnTx/>
                          <a:uFillTx/>
                          <a:latin typeface="Aptos" panose="020B0004020202020204" pitchFamily="34" charset="0"/>
                          <a:ea typeface="+mn-ea"/>
                          <a:cs typeface="+mn-cs"/>
                        </a:rPr>
                        <a:t>2.300</a:t>
                      </a:r>
                      <a:endParaRPr kumimoji="0" lang="el-GR" sz="1000" b="1"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accent1"/>
                          </a:solidFill>
                          <a:effectLst/>
                          <a:uLnTx/>
                          <a:uFillTx/>
                          <a:latin typeface="Aptos" panose="020B0004020202020204" pitchFamily="34" charset="0"/>
                          <a:ea typeface="+mn-ea"/>
                          <a:cs typeface="+mn-cs"/>
                        </a:rPr>
                        <a:t>1.150</a:t>
                      </a:r>
                      <a:endParaRPr kumimoji="0" lang="el-GR" sz="1000" b="1" i="0" u="none" strike="noStrike" kern="1200" cap="none" spc="0" normalizeH="0" baseline="0">
                        <a:ln>
                          <a:noFill/>
                        </a:ln>
                        <a:solidFill>
                          <a:schemeClr val="accent1"/>
                        </a:solidFill>
                        <a:effectLst/>
                        <a:uLnTx/>
                        <a:uFillTx/>
                        <a:latin typeface="Aptos" panose="020B0004020202020204" pitchFamily="34" charset="0"/>
                        <a:ea typeface="+mn-ea"/>
                        <a:cs typeface="+mn-cs"/>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72228295"/>
                  </a:ext>
                </a:extLst>
              </a:tr>
            </a:tbl>
          </a:graphicData>
        </a:graphic>
      </p:graphicFrame>
      <p:sp>
        <p:nvSpPr>
          <p:cNvPr id="4" name="Text Placeholder 3">
            <a:extLst>
              <a:ext uri="{FF2B5EF4-FFF2-40B4-BE49-F238E27FC236}">
                <a16:creationId xmlns:a16="http://schemas.microsoft.com/office/drawing/2014/main" id="{61C32475-69DD-7A2F-6BC9-3EA2504341D6}"/>
              </a:ext>
            </a:extLst>
          </p:cNvPr>
          <p:cNvSpPr>
            <a:spLocks noGrp="1"/>
          </p:cNvSpPr>
          <p:nvPr>
            <p:ph type="body" sz="quarter" idx="25"/>
          </p:nvPr>
        </p:nvSpPr>
        <p:spPr>
          <a:xfrm>
            <a:off x="332316" y="741496"/>
            <a:ext cx="11531551" cy="334515"/>
          </a:xfrm>
        </p:spPr>
        <p:txBody>
          <a:bodyPr/>
          <a:lstStyle/>
          <a:p>
            <a:r>
              <a:rPr lang="en-GR"/>
              <a:t>Table ¾ page</a:t>
            </a:r>
          </a:p>
        </p:txBody>
      </p:sp>
    </p:spTree>
    <p:extLst>
      <p:ext uri="{BB962C8B-B14F-4D97-AF65-F5344CB8AC3E}">
        <p14:creationId xmlns:p14="http://schemas.microsoft.com/office/powerpoint/2010/main" val="334244373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6C7FD81-AB13-8954-18FD-A8CEB88DEFEE}"/>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t>186</a:t>
            </a:fld>
            <a:endParaRPr lang="en-GR"/>
          </a:p>
        </p:txBody>
      </p:sp>
      <p:sp>
        <p:nvSpPr>
          <p:cNvPr id="5" name="Title 4">
            <a:extLst>
              <a:ext uri="{FF2B5EF4-FFF2-40B4-BE49-F238E27FC236}">
                <a16:creationId xmlns:a16="http://schemas.microsoft.com/office/drawing/2014/main" id="{0B625BEA-C4E8-3F13-320A-C65AA1E306DA}"/>
              </a:ext>
            </a:extLst>
          </p:cNvPr>
          <p:cNvSpPr>
            <a:spLocks noGrp="1"/>
          </p:cNvSpPr>
          <p:nvPr>
            <p:ph type="ctrTitle"/>
          </p:nvPr>
        </p:nvSpPr>
        <p:spPr>
          <a:xfrm>
            <a:off x="335360" y="2592681"/>
            <a:ext cx="1059080" cy="928652"/>
          </a:xfrm>
          <a:prstGeom prst="rect">
            <a:avLst/>
          </a:prstGeom>
        </p:spPr>
        <p:txBody>
          <a:bodyPr/>
          <a:lstStyle/>
          <a:p>
            <a:r>
              <a:rPr lang="en-GR"/>
              <a:t>09</a:t>
            </a:r>
          </a:p>
        </p:txBody>
      </p:sp>
      <p:sp>
        <p:nvSpPr>
          <p:cNvPr id="6" name="Text Placeholder 5">
            <a:extLst>
              <a:ext uri="{FF2B5EF4-FFF2-40B4-BE49-F238E27FC236}">
                <a16:creationId xmlns:a16="http://schemas.microsoft.com/office/drawing/2014/main" id="{E33420CB-17B3-83C4-7B1C-94D892D1E5F7}"/>
              </a:ext>
            </a:extLst>
          </p:cNvPr>
          <p:cNvSpPr>
            <a:spLocks noGrp="1"/>
          </p:cNvSpPr>
          <p:nvPr>
            <p:ph type="body" sz="quarter" idx="16"/>
          </p:nvPr>
        </p:nvSpPr>
        <p:spPr>
          <a:xfrm>
            <a:off x="2527105" y="2592683"/>
            <a:ext cx="3978441" cy="1759649"/>
          </a:xfrm>
        </p:spPr>
        <p:txBody>
          <a:bodyPr/>
          <a:lstStyle/>
          <a:p>
            <a:r>
              <a:rPr lang="en-GR"/>
              <a:t>Contact Page</a:t>
            </a:r>
          </a:p>
        </p:txBody>
      </p:sp>
    </p:spTree>
    <p:extLst>
      <p:ext uri="{BB962C8B-B14F-4D97-AF65-F5344CB8AC3E}">
        <p14:creationId xmlns:p14="http://schemas.microsoft.com/office/powerpoint/2010/main" val="3381451316"/>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395065E1-2C15-9226-3854-64594FE1EF1A}"/>
              </a:ext>
            </a:extLst>
          </p:cNvPr>
          <p:cNvSpPr>
            <a:spLocks noGrp="1"/>
          </p:cNvSpPr>
          <p:nvPr>
            <p:ph type="body" sz="quarter" idx="16"/>
          </p:nvPr>
        </p:nvSpPr>
        <p:spPr/>
        <p:txBody>
          <a:bodyPr/>
          <a:lstStyle/>
          <a:p>
            <a:r>
              <a:rPr lang="en-GR"/>
              <a:t>Contact</a:t>
            </a:r>
          </a:p>
        </p:txBody>
      </p:sp>
      <p:sp>
        <p:nvSpPr>
          <p:cNvPr id="7" name="Slide Number Placeholder 6">
            <a:extLst>
              <a:ext uri="{FF2B5EF4-FFF2-40B4-BE49-F238E27FC236}">
                <a16:creationId xmlns:a16="http://schemas.microsoft.com/office/drawing/2014/main" id="{00955EAD-89A0-DB1A-3C44-C10E3243D811}"/>
              </a:ext>
            </a:extLst>
          </p:cNvPr>
          <p:cNvSpPr>
            <a:spLocks noGrp="1"/>
          </p:cNvSpPr>
          <p:nvPr>
            <p:ph type="sldNum" sz="quarter" idx="19"/>
          </p:nvPr>
        </p:nvSpPr>
        <p:spPr>
          <a:xfrm>
            <a:off x="11179867" y="6542940"/>
            <a:ext cx="684000" cy="138499"/>
          </a:xfrm>
        </p:spPr>
        <p:txBody>
          <a:bodyPr/>
          <a:lstStyle/>
          <a:p>
            <a:fld id="{233F7D93-8529-0F4E-AF24-E7C8656CB0BF}" type="slidenum">
              <a:rPr lang="en-GR" smtClean="0"/>
              <a:pPr/>
              <a:t>187</a:t>
            </a:fld>
            <a:endParaRPr lang="en-GR"/>
          </a:p>
        </p:txBody>
      </p:sp>
      <p:sp>
        <p:nvSpPr>
          <p:cNvPr id="8" name="Content Placeholder 5">
            <a:extLst>
              <a:ext uri="{FF2B5EF4-FFF2-40B4-BE49-F238E27FC236}">
                <a16:creationId xmlns:a16="http://schemas.microsoft.com/office/drawing/2014/main" id="{970A4068-9209-52A7-DFFE-D951F9A21725}"/>
              </a:ext>
            </a:extLst>
          </p:cNvPr>
          <p:cNvSpPr>
            <a:spLocks noGrp="1"/>
          </p:cNvSpPr>
          <p:nvPr>
            <p:ph idx="1"/>
          </p:nvPr>
        </p:nvSpPr>
        <p:spPr/>
        <p:txBody>
          <a:bodyPr anchor="t" anchorCtr="0">
            <a:normAutofit/>
          </a:bodyPr>
          <a:lstStyle/>
          <a:p>
            <a:pPr marL="9525" indent="-9525">
              <a:lnSpc>
                <a:spcPct val="110000"/>
              </a:lnSpc>
              <a:spcBef>
                <a:spcPts val="300"/>
              </a:spcBef>
              <a:tabLst>
                <a:tab pos="2879725" algn="l"/>
                <a:tab pos="5016500" algn="l"/>
                <a:tab pos="5729288" algn="l"/>
              </a:tabLst>
              <a:defRPr/>
            </a:pPr>
            <a:r>
              <a:rPr lang="en-GB" sz="1400" b="1">
                <a:ea typeface="+mj-ea"/>
                <a:cs typeface="Arial" panose="020B0604020202020204" pitchFamily="34" charset="0"/>
              </a:rPr>
              <a:t>Christos Christodoulou </a:t>
            </a:r>
            <a:r>
              <a:rPr lang="en-GB" sz="1400">
                <a:ea typeface="+mj-ea"/>
                <a:cs typeface="Arial" panose="020B0604020202020204" pitchFamily="34" charset="0"/>
              </a:rPr>
              <a:t>	+30 210 334 3051</a:t>
            </a:r>
            <a:r>
              <a:rPr lang="en-GB" sz="1400">
                <a:solidFill>
                  <a:schemeClr val="tx1">
                    <a:lumMod val="75000"/>
                    <a:lumOff val="25000"/>
                  </a:schemeClr>
                </a:solidFill>
                <a:ea typeface="+mj-ea"/>
                <a:cs typeface="Arial" panose="020B0604020202020204" pitchFamily="34" charset="0"/>
              </a:rPr>
              <a:t> 	</a:t>
            </a:r>
            <a:r>
              <a:rPr lang="en-GB" sz="1400" err="1">
                <a:solidFill>
                  <a:schemeClr val="tx2"/>
                </a:solidFill>
                <a:ea typeface="+mj-ea"/>
                <a:cs typeface="Arial" panose="020B0604020202020204" pitchFamily="34" charset="0"/>
              </a:rPr>
              <a:t>cchristodoulou@nbg.gr</a:t>
            </a:r>
            <a:endParaRPr lang="en-GB" sz="1400">
              <a:solidFill>
                <a:schemeClr val="tx2"/>
              </a:solidFill>
              <a:ea typeface="+mj-ea"/>
              <a:cs typeface="Arial" panose="020B0604020202020204" pitchFamily="34" charset="0"/>
            </a:endParaRPr>
          </a:p>
          <a:p>
            <a:pPr marL="9525" indent="-9525">
              <a:lnSpc>
                <a:spcPct val="110000"/>
              </a:lnSpc>
              <a:spcBef>
                <a:spcPts val="300"/>
              </a:spcBef>
              <a:tabLst>
                <a:tab pos="2879725" algn="l"/>
                <a:tab pos="5016500" algn="l"/>
                <a:tab pos="5729288" algn="l"/>
              </a:tabLst>
              <a:defRPr/>
            </a:pPr>
            <a:r>
              <a:rPr lang="en-GB" sz="1400">
                <a:ea typeface="+mj-ea"/>
                <a:cs typeface="Arial" panose="020B0604020202020204" pitchFamily="34" charset="0"/>
              </a:rPr>
              <a:t>Group CFO</a:t>
            </a:r>
          </a:p>
          <a:p>
            <a:pPr marL="9525" indent="-9525">
              <a:lnSpc>
                <a:spcPct val="110000"/>
              </a:lnSpc>
              <a:spcBef>
                <a:spcPts val="300"/>
              </a:spcBef>
              <a:tabLst>
                <a:tab pos="2879725" algn="l"/>
                <a:tab pos="5016500" algn="l"/>
                <a:tab pos="5729288" algn="l"/>
              </a:tabLst>
              <a:defRPr/>
            </a:pPr>
            <a:endParaRPr lang="en-GB" sz="1400">
              <a:ea typeface="+mj-ea"/>
              <a:cs typeface="Arial" panose="020B0604020202020204" pitchFamily="34" charset="0"/>
            </a:endParaRPr>
          </a:p>
          <a:p>
            <a:pPr marL="9525" indent="-9525">
              <a:lnSpc>
                <a:spcPct val="110000"/>
              </a:lnSpc>
              <a:spcBef>
                <a:spcPts val="300"/>
              </a:spcBef>
              <a:tabLst>
                <a:tab pos="2879725" algn="l"/>
                <a:tab pos="5016500" algn="l"/>
                <a:tab pos="5729288" algn="l"/>
              </a:tabLst>
              <a:defRPr/>
            </a:pPr>
            <a:r>
              <a:rPr lang="en-GB" sz="1400" b="1">
                <a:ea typeface="+mj-ea"/>
                <a:cs typeface="Arial" panose="020B0604020202020204" pitchFamily="34" charset="0"/>
              </a:rPr>
              <a:t>Maria </a:t>
            </a:r>
            <a:r>
              <a:rPr lang="en-GB" sz="1400" b="1" err="1">
                <a:ea typeface="+mj-ea"/>
                <a:cs typeface="Arial" panose="020B0604020202020204" pitchFamily="34" charset="0"/>
              </a:rPr>
              <a:t>Kanellopoulou</a:t>
            </a:r>
            <a:r>
              <a:rPr lang="en-GB" sz="1400" b="1">
                <a:ea typeface="+mj-ea"/>
                <a:cs typeface="Arial" panose="020B0604020202020204" pitchFamily="34" charset="0"/>
              </a:rPr>
              <a:t> </a:t>
            </a:r>
            <a:r>
              <a:rPr lang="en-GB" sz="1400">
                <a:ea typeface="+mj-ea"/>
                <a:cs typeface="Arial" panose="020B0604020202020204" pitchFamily="34" charset="0"/>
              </a:rPr>
              <a:t>	+30 210 334 1537 </a:t>
            </a:r>
            <a:r>
              <a:rPr lang="en-GB" sz="1400">
                <a:solidFill>
                  <a:srgbClr val="047A85"/>
                </a:solidFill>
                <a:ea typeface="+mj-ea"/>
                <a:cs typeface="Arial" panose="020B0604020202020204" pitchFamily="34" charset="0"/>
              </a:rPr>
              <a:t>	</a:t>
            </a:r>
            <a:r>
              <a:rPr lang="en-GB" sz="1400" err="1">
                <a:solidFill>
                  <a:srgbClr val="047A85"/>
                </a:solidFill>
                <a:ea typeface="+mj-ea"/>
                <a:cs typeface="Arial" panose="020B0604020202020204" pitchFamily="34" charset="0"/>
              </a:rPr>
              <a:t>mkanellopoulou@nbg.gr</a:t>
            </a:r>
            <a:endParaRPr lang="en-GB" sz="1400">
              <a:solidFill>
                <a:srgbClr val="047A85"/>
              </a:solidFill>
              <a:ea typeface="+mj-ea"/>
              <a:cs typeface="Arial" panose="020B0604020202020204" pitchFamily="34" charset="0"/>
            </a:endParaRPr>
          </a:p>
          <a:p>
            <a:pPr marL="9525" indent="-9525">
              <a:lnSpc>
                <a:spcPct val="110000"/>
              </a:lnSpc>
              <a:spcBef>
                <a:spcPts val="300"/>
              </a:spcBef>
              <a:tabLst>
                <a:tab pos="2879725" algn="l"/>
                <a:tab pos="5016500" algn="l"/>
                <a:tab pos="5729288" algn="l"/>
              </a:tabLst>
              <a:defRPr/>
            </a:pPr>
            <a:r>
              <a:rPr lang="en-GB" sz="1400" b="1">
                <a:ea typeface="+mj-ea"/>
                <a:cs typeface="Arial" panose="020B0604020202020204" pitchFamily="34" charset="0"/>
              </a:rPr>
              <a:t>Panagiotis </a:t>
            </a:r>
            <a:r>
              <a:rPr lang="en-GB" sz="1400" b="1" err="1">
                <a:ea typeface="+mj-ea"/>
                <a:cs typeface="Arial" panose="020B0604020202020204" pitchFamily="34" charset="0"/>
              </a:rPr>
              <a:t>Alevras</a:t>
            </a:r>
            <a:r>
              <a:rPr lang="en-GB" sz="1400" b="1">
                <a:ea typeface="+mj-ea"/>
                <a:cs typeface="Arial" panose="020B0604020202020204" pitchFamily="34" charset="0"/>
              </a:rPr>
              <a:t> </a:t>
            </a:r>
            <a:r>
              <a:rPr lang="en-GB" sz="1400">
                <a:ea typeface="+mj-ea"/>
                <a:cs typeface="Arial" panose="020B0604020202020204" pitchFamily="34" charset="0"/>
              </a:rPr>
              <a:t>	+30 210 772 7292 </a:t>
            </a:r>
            <a:r>
              <a:rPr lang="en-GB" sz="1400">
                <a:solidFill>
                  <a:srgbClr val="047A85"/>
                </a:solidFill>
                <a:ea typeface="+mj-ea"/>
                <a:cs typeface="Arial" panose="020B0604020202020204" pitchFamily="34" charset="0"/>
              </a:rPr>
              <a:t>	</a:t>
            </a:r>
            <a:r>
              <a:rPr lang="en-GB" sz="1400" err="1">
                <a:solidFill>
                  <a:srgbClr val="047A85"/>
                </a:solidFill>
                <a:ea typeface="+mj-ea"/>
                <a:cs typeface="Arial" panose="020B0604020202020204" pitchFamily="34" charset="0"/>
              </a:rPr>
              <a:t>Alevras.Pan@nbg.gr</a:t>
            </a:r>
            <a:endParaRPr lang="en-GB" sz="1400">
              <a:solidFill>
                <a:srgbClr val="047A85"/>
              </a:solidFill>
              <a:ea typeface="+mj-ea"/>
              <a:cs typeface="Arial" panose="020B0604020202020204" pitchFamily="34" charset="0"/>
            </a:endParaRPr>
          </a:p>
          <a:p>
            <a:pPr marL="9525" indent="-9525">
              <a:lnSpc>
                <a:spcPct val="110000"/>
              </a:lnSpc>
              <a:spcBef>
                <a:spcPts val="300"/>
              </a:spcBef>
              <a:tabLst>
                <a:tab pos="2879725" algn="l"/>
                <a:tab pos="5016500" algn="l"/>
                <a:tab pos="5729288" algn="l"/>
              </a:tabLst>
              <a:defRPr/>
            </a:pPr>
            <a:r>
              <a:rPr lang="en-GB" sz="1400" b="1">
                <a:ea typeface="+mj-ea"/>
                <a:cs typeface="Arial" panose="020B0604020202020204" pitchFamily="34" charset="0"/>
              </a:rPr>
              <a:t>George Panagopoulos, CFA </a:t>
            </a:r>
            <a:r>
              <a:rPr lang="en-GB" sz="1400">
                <a:ea typeface="+mj-ea"/>
                <a:cs typeface="Arial" panose="020B0604020202020204" pitchFamily="34" charset="0"/>
              </a:rPr>
              <a:t>	+30 210 518 1031 </a:t>
            </a:r>
            <a:r>
              <a:rPr lang="en-GB" sz="1400">
                <a:solidFill>
                  <a:srgbClr val="047A85"/>
                </a:solidFill>
                <a:ea typeface="+mj-ea"/>
                <a:cs typeface="Arial" panose="020B0604020202020204" pitchFamily="34" charset="0"/>
              </a:rPr>
              <a:t>	</a:t>
            </a:r>
            <a:r>
              <a:rPr lang="en-GB" sz="1400" err="1">
                <a:solidFill>
                  <a:srgbClr val="047A85"/>
                </a:solidFill>
                <a:ea typeface="+mj-ea"/>
                <a:cs typeface="Arial" panose="020B0604020202020204" pitchFamily="34" charset="0"/>
              </a:rPr>
              <a:t>panagopoylos.georgios@nbg.gr</a:t>
            </a:r>
            <a:endParaRPr lang="en-GB" sz="1400">
              <a:solidFill>
                <a:srgbClr val="047A85"/>
              </a:solidFill>
              <a:ea typeface="+mj-ea"/>
              <a:cs typeface="Arial" panose="020B0604020202020204" pitchFamily="34" charset="0"/>
            </a:endParaRPr>
          </a:p>
          <a:p>
            <a:pPr marL="9525" indent="-9525">
              <a:lnSpc>
                <a:spcPct val="110000"/>
              </a:lnSpc>
              <a:spcBef>
                <a:spcPts val="300"/>
              </a:spcBef>
              <a:tabLst>
                <a:tab pos="2879725" algn="l"/>
                <a:tab pos="5016500" algn="l"/>
                <a:tab pos="5729288" algn="l"/>
              </a:tabLst>
              <a:defRPr/>
            </a:pPr>
            <a:r>
              <a:rPr lang="en-GB" sz="1400" b="1" err="1">
                <a:ea typeface="+mj-ea"/>
                <a:cs typeface="Arial" panose="020B0604020202020204" pitchFamily="34" charset="0"/>
              </a:rPr>
              <a:t>Marios</a:t>
            </a:r>
            <a:r>
              <a:rPr lang="en-GB" sz="1400" b="1">
                <a:ea typeface="+mj-ea"/>
                <a:cs typeface="Arial" panose="020B0604020202020204" pitchFamily="34" charset="0"/>
              </a:rPr>
              <a:t> </a:t>
            </a:r>
            <a:r>
              <a:rPr lang="en-GB" sz="1400" b="1" err="1">
                <a:ea typeface="+mj-ea"/>
                <a:cs typeface="Arial" panose="020B0604020202020204" pitchFamily="34" charset="0"/>
              </a:rPr>
              <a:t>Deportou</a:t>
            </a:r>
            <a:r>
              <a:rPr lang="en-GB" sz="1400" b="1">
                <a:ea typeface="+mj-ea"/>
                <a:cs typeface="Arial" panose="020B0604020202020204" pitchFamily="34" charset="0"/>
              </a:rPr>
              <a:t> </a:t>
            </a:r>
            <a:r>
              <a:rPr lang="en-GB" sz="1400">
                <a:ea typeface="+mj-ea"/>
                <a:cs typeface="Arial" panose="020B0604020202020204" pitchFamily="34" charset="0"/>
              </a:rPr>
              <a:t>	+30 210 334 3008 </a:t>
            </a:r>
            <a:r>
              <a:rPr lang="en-GB" sz="1400">
                <a:solidFill>
                  <a:srgbClr val="047A85"/>
                </a:solidFill>
                <a:ea typeface="+mj-ea"/>
                <a:cs typeface="Arial" panose="020B0604020202020204" pitchFamily="34" charset="0"/>
              </a:rPr>
              <a:t>	</a:t>
            </a:r>
            <a:r>
              <a:rPr lang="en-GB" sz="1400" err="1">
                <a:solidFill>
                  <a:srgbClr val="047A85"/>
                </a:solidFill>
                <a:ea typeface="+mj-ea"/>
                <a:cs typeface="Arial" panose="020B0604020202020204" pitchFamily="34" charset="0"/>
              </a:rPr>
              <a:t>nteportou.mariosioannis@nbg.gr</a:t>
            </a:r>
            <a:endParaRPr lang="en-GB" sz="1400">
              <a:solidFill>
                <a:srgbClr val="047A85"/>
              </a:solidFill>
              <a:ea typeface="+mj-ea"/>
              <a:cs typeface="Arial" panose="020B0604020202020204" pitchFamily="34" charset="0"/>
            </a:endParaRPr>
          </a:p>
          <a:p>
            <a:pPr marL="9525" indent="-9525">
              <a:lnSpc>
                <a:spcPct val="110000"/>
              </a:lnSpc>
              <a:spcBef>
                <a:spcPts val="300"/>
              </a:spcBef>
              <a:tabLst>
                <a:tab pos="2879725" algn="l"/>
                <a:tab pos="5016500" algn="l"/>
                <a:tab pos="5729288" algn="l"/>
              </a:tabLst>
              <a:defRPr/>
            </a:pPr>
            <a:endParaRPr lang="en-GB" sz="1400">
              <a:solidFill>
                <a:srgbClr val="047A85"/>
              </a:solidFill>
              <a:ea typeface="+mj-ea"/>
              <a:cs typeface="Arial" panose="020B0604020202020204" pitchFamily="34" charset="0"/>
            </a:endParaRPr>
          </a:p>
          <a:p>
            <a:pPr marL="9525" indent="-9525">
              <a:lnSpc>
                <a:spcPct val="110000"/>
              </a:lnSpc>
              <a:spcBef>
                <a:spcPts val="300"/>
              </a:spcBef>
              <a:tabLst>
                <a:tab pos="2879725" algn="l"/>
                <a:tab pos="5016500" algn="l"/>
                <a:tab pos="5729288" algn="l"/>
              </a:tabLst>
              <a:defRPr/>
            </a:pPr>
            <a:r>
              <a:rPr lang="en-GB" sz="1400" b="1">
                <a:ea typeface="+mj-ea"/>
                <a:cs typeface="Arial" panose="020B0604020202020204" pitchFamily="34" charset="0"/>
              </a:rPr>
              <a:t>Investor Relations Division </a:t>
            </a:r>
            <a:r>
              <a:rPr lang="en-GB" sz="1400">
                <a:ea typeface="+mj-ea"/>
                <a:cs typeface="Arial" panose="020B0604020202020204" pitchFamily="34" charset="0"/>
              </a:rPr>
              <a:t>	+30 210 334 3037</a:t>
            </a:r>
            <a:r>
              <a:rPr lang="en-GB" sz="1400">
                <a:solidFill>
                  <a:srgbClr val="047A85"/>
                </a:solidFill>
                <a:ea typeface="+mj-ea"/>
                <a:cs typeface="Arial" panose="020B0604020202020204" pitchFamily="34" charset="0"/>
              </a:rPr>
              <a:t>	</a:t>
            </a:r>
            <a:r>
              <a:rPr lang="en-GB" sz="1400" err="1">
                <a:solidFill>
                  <a:srgbClr val="047A85"/>
                </a:solidFill>
                <a:ea typeface="+mj-ea"/>
                <a:cs typeface="Arial" panose="020B0604020202020204" pitchFamily="34" charset="0"/>
              </a:rPr>
              <a:t>ir@nbg.gr</a:t>
            </a:r>
            <a:endParaRPr lang="en-GB" sz="1400">
              <a:solidFill>
                <a:srgbClr val="047A85"/>
              </a:solidFill>
              <a:ea typeface="+mj-ea"/>
              <a:cs typeface="Arial" panose="020B0604020202020204" pitchFamily="34" charset="0"/>
            </a:endParaRPr>
          </a:p>
          <a:p>
            <a:pPr marL="9525" indent="-9525">
              <a:lnSpc>
                <a:spcPct val="110000"/>
              </a:lnSpc>
              <a:spcBef>
                <a:spcPts val="300"/>
              </a:spcBef>
              <a:tabLst>
                <a:tab pos="2879725" algn="l"/>
                <a:tab pos="5016500" algn="l"/>
                <a:tab pos="5729288" algn="l"/>
              </a:tabLst>
              <a:defRPr/>
            </a:pPr>
            <a:r>
              <a:rPr lang="en-GB" sz="1400">
                <a:ea typeface="+mj-ea"/>
                <a:cs typeface="Arial" panose="020B0604020202020204" pitchFamily="34" charset="0"/>
              </a:rPr>
              <a:t>93 </a:t>
            </a:r>
            <a:r>
              <a:rPr lang="en-GB" sz="1400" err="1">
                <a:ea typeface="+mj-ea"/>
                <a:cs typeface="Arial" panose="020B0604020202020204" pitchFamily="34" charset="0"/>
              </a:rPr>
              <a:t>Eolou</a:t>
            </a:r>
            <a:r>
              <a:rPr lang="en-GB" sz="1400">
                <a:ea typeface="+mj-ea"/>
                <a:cs typeface="Arial" panose="020B0604020202020204" pitchFamily="34" charset="0"/>
              </a:rPr>
              <a:t> Str., Mela Mansion</a:t>
            </a:r>
          </a:p>
          <a:p>
            <a:pPr marL="9525" indent="-9525">
              <a:lnSpc>
                <a:spcPct val="110000"/>
              </a:lnSpc>
              <a:spcBef>
                <a:spcPts val="300"/>
              </a:spcBef>
              <a:tabLst>
                <a:tab pos="2879725" algn="l"/>
                <a:tab pos="5016500" algn="l"/>
                <a:tab pos="5729288" algn="l"/>
              </a:tabLst>
              <a:defRPr/>
            </a:pPr>
            <a:r>
              <a:rPr lang="en-GB" sz="1400">
                <a:ea typeface="+mj-ea"/>
                <a:cs typeface="Arial" panose="020B0604020202020204" pitchFamily="34" charset="0"/>
              </a:rPr>
              <a:t>105 51 Athens</a:t>
            </a:r>
          </a:p>
        </p:txBody>
      </p:sp>
      <p:grpSp>
        <p:nvGrpSpPr>
          <p:cNvPr id="6" name="Group 5">
            <a:extLst>
              <a:ext uri="{FF2B5EF4-FFF2-40B4-BE49-F238E27FC236}">
                <a16:creationId xmlns:a16="http://schemas.microsoft.com/office/drawing/2014/main" id="{3C172371-6D94-1C8D-72CA-BEE0E1D1AE18}"/>
              </a:ext>
            </a:extLst>
          </p:cNvPr>
          <p:cNvGrpSpPr/>
          <p:nvPr/>
        </p:nvGrpSpPr>
        <p:grpSpPr>
          <a:xfrm>
            <a:off x="1650996" y="446482"/>
            <a:ext cx="3030369" cy="1274631"/>
            <a:chOff x="7334152" y="981892"/>
            <a:chExt cx="3030369" cy="1274631"/>
          </a:xfrm>
        </p:grpSpPr>
        <p:sp>
          <p:nvSpPr>
            <p:cNvPr id="9" name="Rounded Rectangle 8">
              <a:extLst>
                <a:ext uri="{FF2B5EF4-FFF2-40B4-BE49-F238E27FC236}">
                  <a16:creationId xmlns:a16="http://schemas.microsoft.com/office/drawing/2014/main" id="{01788A43-28CF-5A65-D09E-6454EBB444F5}"/>
                </a:ext>
              </a:extLst>
            </p:cNvPr>
            <p:cNvSpPr/>
            <p:nvPr/>
          </p:nvSpPr>
          <p:spPr>
            <a:xfrm>
              <a:off x="7433567" y="981892"/>
              <a:ext cx="2930954" cy="127463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Contact Title</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τίτλος στα </a:t>
              </a:r>
              <a:r>
                <a:rPr lang="en-US" sz="800">
                  <a:solidFill>
                    <a:schemeClr val="bg1">
                      <a:lumMod val="95000"/>
                    </a:schemeClr>
                  </a:solidFill>
                  <a:latin typeface="Aptos" panose="020B0004020202020204" pitchFamily="34" charset="0"/>
                </a:rPr>
                <a:t>Contact Pages</a:t>
              </a:r>
              <a:r>
                <a:rPr lang="el-GR" sz="800">
                  <a:solidFill>
                    <a:schemeClr val="bg1">
                      <a:lumMod val="95000"/>
                    </a:schemeClr>
                  </a:solidFill>
                  <a:latin typeface="Aptos" panose="020B0004020202020204" pitchFamily="34" charset="0"/>
                </a:rPr>
                <a:t> είναι πάντα </a:t>
              </a:r>
              <a:r>
                <a:rPr lang="en-US" sz="800">
                  <a:solidFill>
                    <a:schemeClr val="bg1">
                      <a:lumMod val="95000"/>
                    </a:schemeClr>
                  </a:solidFill>
                  <a:latin typeface="Aptos" panose="020B0004020202020204" pitchFamily="34" charset="0"/>
                </a:rPr>
                <a:t>Aptos Regular 24pt, line space: multiple 0,9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Dark Teal</a:t>
              </a:r>
              <a:r>
                <a:rPr lang="el-GR" sz="800">
                  <a:solidFill>
                    <a:schemeClr val="bg1">
                      <a:lumMod val="95000"/>
                    </a:schemeClr>
                  </a:solidFill>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The title in the Contact Pages is always Aptos Regular 24pt, line space: multiple 0.9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Dark Teal.</a:t>
              </a:r>
              <a:endParaRPr lang="en-GR" sz="800">
                <a:solidFill>
                  <a:schemeClr val="bg1">
                    <a:lumMod val="95000"/>
                  </a:schemeClr>
                </a:solidFill>
                <a:latin typeface="Aptos" panose="020B0004020202020204" pitchFamily="34" charset="0"/>
              </a:endParaRPr>
            </a:p>
          </p:txBody>
        </p:sp>
        <p:sp>
          <p:nvSpPr>
            <p:cNvPr id="10" name="Triangle 9">
              <a:extLst>
                <a:ext uri="{FF2B5EF4-FFF2-40B4-BE49-F238E27FC236}">
                  <a16:creationId xmlns:a16="http://schemas.microsoft.com/office/drawing/2014/main" id="{E068AED2-A9A1-9CD6-6B31-7D706E8721D5}"/>
                </a:ext>
              </a:extLst>
            </p:cNvPr>
            <p:cNvSpPr/>
            <p:nvPr/>
          </p:nvSpPr>
          <p:spPr>
            <a:xfrm rot="16200000">
              <a:off x="7310538" y="1184823"/>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11" name="Group 10">
            <a:extLst>
              <a:ext uri="{FF2B5EF4-FFF2-40B4-BE49-F238E27FC236}">
                <a16:creationId xmlns:a16="http://schemas.microsoft.com/office/drawing/2014/main" id="{E2A18513-39F3-7786-A890-69F747FBE485}"/>
              </a:ext>
            </a:extLst>
          </p:cNvPr>
          <p:cNvGrpSpPr/>
          <p:nvPr/>
        </p:nvGrpSpPr>
        <p:grpSpPr>
          <a:xfrm>
            <a:off x="5552676" y="3764877"/>
            <a:ext cx="2930954" cy="1645014"/>
            <a:chOff x="1906569" y="3571257"/>
            <a:chExt cx="2930954" cy="1645014"/>
          </a:xfrm>
        </p:grpSpPr>
        <p:sp>
          <p:nvSpPr>
            <p:cNvPr id="12" name="Rounded Rectangle 11">
              <a:extLst>
                <a:ext uri="{FF2B5EF4-FFF2-40B4-BE49-F238E27FC236}">
                  <a16:creationId xmlns:a16="http://schemas.microsoft.com/office/drawing/2014/main" id="{EA65C3F5-C6EA-9838-021C-AC79D78615A8}"/>
                </a:ext>
              </a:extLst>
            </p:cNvPr>
            <p:cNvSpPr/>
            <p:nvPr/>
          </p:nvSpPr>
          <p:spPr>
            <a:xfrm>
              <a:off x="1906569" y="3660319"/>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Contact Text</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τίτλος στα </a:t>
              </a:r>
              <a:r>
                <a:rPr lang="en-US" sz="800">
                  <a:solidFill>
                    <a:schemeClr val="bg1">
                      <a:lumMod val="95000"/>
                    </a:schemeClr>
                  </a:solidFill>
                  <a:latin typeface="Aptos" panose="020B0004020202020204" pitchFamily="34" charset="0"/>
                </a:rPr>
                <a:t>Contact Pages</a:t>
              </a:r>
              <a:r>
                <a:rPr lang="el-GR" sz="800">
                  <a:solidFill>
                    <a:schemeClr val="bg1">
                      <a:lumMod val="95000"/>
                    </a:schemeClr>
                  </a:solidFill>
                  <a:latin typeface="Aptos" panose="020B0004020202020204" pitchFamily="34" charset="0"/>
                </a:rPr>
                <a:t> είναι πάντα </a:t>
              </a:r>
              <a:r>
                <a:rPr lang="en-US" sz="800">
                  <a:solidFill>
                    <a:schemeClr val="bg1">
                      <a:lumMod val="95000"/>
                    </a:schemeClr>
                  </a:solidFill>
                  <a:latin typeface="Aptos" panose="020B0004020202020204" pitchFamily="34" charset="0"/>
                </a:rPr>
                <a:t>Aptos Regular 14pt, line space: multiple 1,1, p</a:t>
              </a:r>
              <a:r>
                <a:rPr lang="en-US" sz="800">
                  <a:latin typeface="Aptos" panose="020B0004020202020204" pitchFamily="34" charset="0"/>
                </a:rPr>
                <a:t>aragraph space before: 3pt</a:t>
              </a:r>
              <a:r>
                <a:rPr lang="en-US" sz="800">
                  <a:solidFill>
                    <a:schemeClr val="bg1">
                      <a:lumMod val="95000"/>
                    </a:schemeClr>
                  </a:solidFill>
                  <a:latin typeface="Aptos" panose="020B0004020202020204" pitchFamily="34" charset="0"/>
                </a:rPr>
                <a:t>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Dark Teal  </a:t>
              </a:r>
              <a:r>
                <a:rPr lang="el-GR" sz="800">
                  <a:solidFill>
                    <a:schemeClr val="bg1">
                      <a:lumMod val="95000"/>
                    </a:schemeClr>
                  </a:solidFill>
                  <a:latin typeface="Aptos" panose="020B0004020202020204" pitchFamily="34" charset="0"/>
                </a:rPr>
                <a:t>ενώ για τα </a:t>
              </a:r>
              <a:r>
                <a:rPr lang="en-US" sz="800">
                  <a:solidFill>
                    <a:schemeClr val="bg1">
                      <a:lumMod val="95000"/>
                    </a:schemeClr>
                  </a:solidFill>
                  <a:latin typeface="Aptos" panose="020B0004020202020204" pitchFamily="34" charset="0"/>
                </a:rPr>
                <a:t>email Teal</a:t>
              </a:r>
              <a:r>
                <a:rPr lang="el-GR" sz="800">
                  <a:solidFill>
                    <a:schemeClr val="bg1">
                      <a:lumMod val="95000"/>
                    </a:schemeClr>
                  </a:solidFill>
                  <a:latin typeface="Aptos" panose="020B0004020202020204" pitchFamily="34" charset="0"/>
                </a:rPr>
                <a:t>.</a:t>
              </a:r>
            </a:p>
            <a:p>
              <a:pPr>
                <a:lnSpc>
                  <a:spcPct val="110000"/>
                </a:lnSpc>
                <a:spcBef>
                  <a:spcPts val="900"/>
                </a:spcBef>
              </a:pPr>
              <a:r>
                <a:rPr lang="en-GB" sz="800">
                  <a:solidFill>
                    <a:schemeClr val="bg1">
                      <a:lumMod val="95000"/>
                    </a:schemeClr>
                  </a:solidFill>
                  <a:latin typeface="Aptos" panose="020B0004020202020204" pitchFamily="34" charset="0"/>
                </a:rPr>
                <a:t>The title in the Contact Pages is always Aptos Regular 14pt, line space: multiple 1.1, </a:t>
              </a:r>
              <a:r>
                <a:rPr lang="en-US" sz="800">
                  <a:solidFill>
                    <a:schemeClr val="bg1">
                      <a:lumMod val="95000"/>
                    </a:schemeClr>
                  </a:solidFill>
                  <a:latin typeface="Aptos" panose="020B0004020202020204" pitchFamily="34" charset="0"/>
                </a:rPr>
                <a:t>p</a:t>
              </a:r>
              <a:r>
                <a:rPr lang="en-US" sz="800">
                  <a:latin typeface="Aptos" panose="020B0004020202020204" pitchFamily="34" charset="0"/>
                </a:rPr>
                <a:t>aragraph space before</a:t>
              </a:r>
              <a:r>
                <a:rPr lang="en-GB" sz="800">
                  <a:solidFill>
                    <a:schemeClr val="bg1">
                      <a:lumMod val="95000"/>
                    </a:schemeClr>
                  </a:solidFill>
                  <a:latin typeface="Aptos" panose="020B0004020202020204" pitchFamily="34" charset="0"/>
                </a:rPr>
                <a:t>: 3pt and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Dark Teal. For emails, the </a:t>
              </a:r>
              <a:r>
                <a:rPr lang="en-GB" sz="800" err="1">
                  <a:solidFill>
                    <a:schemeClr val="bg1">
                      <a:lumMod val="95000"/>
                    </a:schemeClr>
                  </a:solidFill>
                  <a:latin typeface="Aptos" panose="020B0004020202020204" pitchFamily="34" charset="0"/>
                </a:rPr>
                <a:t>color</a:t>
              </a:r>
              <a:r>
                <a:rPr lang="en-GB" sz="800">
                  <a:solidFill>
                    <a:schemeClr val="bg1">
                      <a:lumMod val="95000"/>
                    </a:schemeClr>
                  </a:solidFill>
                  <a:latin typeface="Aptos" panose="020B0004020202020204" pitchFamily="34" charset="0"/>
                </a:rPr>
                <a:t> is Teal.</a:t>
              </a:r>
              <a:endParaRPr lang="en-GR" sz="800">
                <a:solidFill>
                  <a:schemeClr val="bg1">
                    <a:lumMod val="95000"/>
                  </a:schemeClr>
                </a:solidFill>
                <a:latin typeface="Aptos" panose="020B0004020202020204" pitchFamily="34" charset="0"/>
              </a:endParaRPr>
            </a:p>
          </p:txBody>
        </p:sp>
        <p:sp>
          <p:nvSpPr>
            <p:cNvPr id="13" name="Triangle 12">
              <a:extLst>
                <a:ext uri="{FF2B5EF4-FFF2-40B4-BE49-F238E27FC236}">
                  <a16:creationId xmlns:a16="http://schemas.microsoft.com/office/drawing/2014/main" id="{4196FF98-B43A-24D1-0D85-E89BC71EDCDC}"/>
                </a:ext>
              </a:extLst>
            </p:cNvPr>
            <p:cNvSpPr/>
            <p:nvPr/>
          </p:nvSpPr>
          <p:spPr>
            <a:xfrm>
              <a:off x="2230041" y="3571257"/>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325467561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72573-BF22-F2F5-900A-BE94633581DC}"/>
            </a:ext>
          </a:extLst>
        </p:cNvPr>
        <p:cNvGrpSpPr/>
        <p:nvPr/>
      </p:nvGrpSpPr>
      <p:grpSpPr>
        <a:xfrm>
          <a:off x="0" y="0"/>
          <a:ext cx="0" cy="0"/>
          <a:chOff x="0" y="0"/>
          <a:chExt cx="0" cy="0"/>
        </a:xfrm>
      </p:grpSpPr>
      <p:sp>
        <p:nvSpPr>
          <p:cNvPr id="50" name="Text Placeholder 49">
            <a:extLst>
              <a:ext uri="{FF2B5EF4-FFF2-40B4-BE49-F238E27FC236}">
                <a16:creationId xmlns:a16="http://schemas.microsoft.com/office/drawing/2014/main" id="{4514DE29-6BA3-786E-8F2B-C5154A288218}"/>
              </a:ext>
            </a:extLst>
          </p:cNvPr>
          <p:cNvSpPr>
            <a:spLocks noGrp="1"/>
          </p:cNvSpPr>
          <p:nvPr>
            <p:ph type="body" sz="quarter" idx="16"/>
          </p:nvPr>
        </p:nvSpPr>
        <p:spPr>
          <a:xfrm>
            <a:off x="342000" y="548680"/>
            <a:ext cx="11500044" cy="334515"/>
          </a:xfrm>
        </p:spPr>
        <p:txBody>
          <a:bodyPr/>
          <a:lstStyle/>
          <a:p>
            <a:r>
              <a:rPr lang="en-US"/>
              <a:t>Contact</a:t>
            </a:r>
            <a:endParaRPr lang="en-GR"/>
          </a:p>
        </p:txBody>
      </p:sp>
      <p:sp>
        <p:nvSpPr>
          <p:cNvPr id="7" name="Slide Number Placeholder 6">
            <a:extLst>
              <a:ext uri="{FF2B5EF4-FFF2-40B4-BE49-F238E27FC236}">
                <a16:creationId xmlns:a16="http://schemas.microsoft.com/office/drawing/2014/main" id="{65BDD7BE-5D8C-CF80-039A-CBA87379BBCD}"/>
              </a:ext>
            </a:extLst>
          </p:cNvPr>
          <p:cNvSpPr>
            <a:spLocks noGrp="1"/>
          </p:cNvSpPr>
          <p:nvPr>
            <p:ph type="sldNum" sz="quarter" idx="19"/>
          </p:nvPr>
        </p:nvSpPr>
        <p:spPr>
          <a:xfrm>
            <a:off x="11179867" y="6542940"/>
            <a:ext cx="684000" cy="138499"/>
          </a:xfrm>
        </p:spPr>
        <p:txBody>
          <a:bodyPr/>
          <a:lstStyle/>
          <a:p>
            <a:fld id="{233F7D93-8529-0F4E-AF24-E7C8656CB0BF}" type="slidenum">
              <a:rPr lang="en-GR" smtClean="0"/>
              <a:pPr/>
              <a:t>188</a:t>
            </a:fld>
            <a:endParaRPr lang="en-GR"/>
          </a:p>
        </p:txBody>
      </p:sp>
      <p:grpSp>
        <p:nvGrpSpPr>
          <p:cNvPr id="5" name="Group 4">
            <a:extLst>
              <a:ext uri="{FF2B5EF4-FFF2-40B4-BE49-F238E27FC236}">
                <a16:creationId xmlns:a16="http://schemas.microsoft.com/office/drawing/2014/main" id="{A6026171-866A-4DCD-5F69-F8EFA47B7FB0}"/>
              </a:ext>
            </a:extLst>
          </p:cNvPr>
          <p:cNvGrpSpPr/>
          <p:nvPr/>
        </p:nvGrpSpPr>
        <p:grpSpPr>
          <a:xfrm>
            <a:off x="341311" y="1220434"/>
            <a:ext cx="9360039" cy="4242173"/>
            <a:chOff x="341311" y="1469496"/>
            <a:chExt cx="9360039" cy="4242173"/>
          </a:xfrm>
        </p:grpSpPr>
        <p:sp>
          <p:nvSpPr>
            <p:cNvPr id="15" name="Content Placeholder 5">
              <a:extLst>
                <a:ext uri="{FF2B5EF4-FFF2-40B4-BE49-F238E27FC236}">
                  <a16:creationId xmlns:a16="http://schemas.microsoft.com/office/drawing/2014/main" id="{BDEAD2F0-FC55-FB40-9684-CCE7648005F9}"/>
                </a:ext>
              </a:extLst>
            </p:cNvPr>
            <p:cNvSpPr txBox="1">
              <a:spLocks/>
            </p:cNvSpPr>
            <p:nvPr/>
          </p:nvSpPr>
          <p:spPr>
            <a:xfrm>
              <a:off x="6096000" y="1571653"/>
              <a:ext cx="3605350" cy="646331"/>
            </a:xfrm>
            <a:prstGeom prst="rect">
              <a:avLst/>
            </a:prstGeom>
          </p:spPr>
          <p:txBody>
            <a:bodyPr vert="horz" wrap="square" lIns="0" tIns="0" rIns="0" bIns="0" rtlCol="0" anchor="ctr"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2000" b="0" i="0" kern="1200">
                  <a:solidFill>
                    <a:schemeClr val="accent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600" b="0" i="0" kern="1200">
                  <a:solidFill>
                    <a:schemeClr val="accent1"/>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100" b="0" i="0" kern="1200">
                  <a:solidFill>
                    <a:schemeClr val="accent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000" b="0" i="0" kern="1200">
                  <a:solidFill>
                    <a:schemeClr val="accent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8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tabLst>
                  <a:tab pos="3067050" algn="l"/>
                  <a:tab pos="5016500" algn="l"/>
                  <a:tab pos="5729288" algn="l"/>
                </a:tabLst>
                <a:defRPr/>
              </a:pPr>
              <a:r>
                <a:rPr lang="en-GB" sz="1400" b="1">
                  <a:ea typeface="+mj-ea"/>
                  <a:cs typeface="Arial" panose="020B0604020202020204" pitchFamily="34" charset="0"/>
                </a:rPr>
                <a:t>George Panagopoulos</a:t>
              </a:r>
              <a:r>
                <a:rPr lang="en-GB" sz="1400">
                  <a:ea typeface="+mj-ea"/>
                  <a:cs typeface="Arial" panose="020B0604020202020204" pitchFamily="34" charset="0"/>
                </a:rPr>
                <a:t> CFA</a:t>
              </a:r>
              <a:endParaRPr lang="el-GR" sz="1400">
                <a:ea typeface="+mj-ea"/>
                <a:cs typeface="Arial" panose="020B0604020202020204" pitchFamily="34" charset="0"/>
              </a:endParaRPr>
            </a:p>
            <a:p>
              <a:pPr>
                <a:lnSpc>
                  <a:spcPct val="100000"/>
                </a:lnSpc>
                <a:spcBef>
                  <a:spcPts val="0"/>
                </a:spcBef>
                <a:tabLst>
                  <a:tab pos="3067050" algn="l"/>
                  <a:tab pos="5016500" algn="l"/>
                  <a:tab pos="5729288" algn="l"/>
                </a:tabLst>
                <a:defRPr/>
              </a:pPr>
              <a:r>
                <a:rPr lang="en-GB" sz="1400">
                  <a:ea typeface="+mj-ea"/>
                  <a:cs typeface="Arial" panose="020B0604020202020204" pitchFamily="34" charset="0"/>
                </a:rPr>
                <a:t>+30 210 518 1031</a:t>
              </a:r>
            </a:p>
            <a:p>
              <a:pPr>
                <a:lnSpc>
                  <a:spcPct val="100000"/>
                </a:lnSpc>
                <a:spcBef>
                  <a:spcPts val="0"/>
                </a:spcBef>
                <a:tabLst>
                  <a:tab pos="3067050" algn="l"/>
                  <a:tab pos="5016500" algn="l"/>
                  <a:tab pos="5729288" algn="l"/>
                </a:tabLst>
                <a:defRPr/>
              </a:pPr>
              <a:r>
                <a:rPr lang="en-GB" sz="1400" err="1">
                  <a:solidFill>
                    <a:srgbClr val="047A85"/>
                  </a:solidFill>
                  <a:ea typeface="+mj-ea"/>
                  <a:cs typeface="Arial" panose="020B0604020202020204" pitchFamily="34" charset="0"/>
                </a:rPr>
                <a:t>panagopoylos.georgios@nbg.gr</a:t>
              </a:r>
              <a:endParaRPr lang="en-GB" sz="1400">
                <a:solidFill>
                  <a:srgbClr val="047A85"/>
                </a:solidFill>
                <a:ea typeface="+mj-ea"/>
                <a:cs typeface="Arial" panose="020B0604020202020204" pitchFamily="34" charset="0"/>
              </a:endParaRPr>
            </a:p>
          </p:txBody>
        </p:sp>
        <p:sp>
          <p:nvSpPr>
            <p:cNvPr id="16" name="Oval 15">
              <a:extLst>
                <a:ext uri="{FF2B5EF4-FFF2-40B4-BE49-F238E27FC236}">
                  <a16:creationId xmlns:a16="http://schemas.microsoft.com/office/drawing/2014/main" id="{5E442015-7CFB-1C9C-BC0C-D5E8A1EB92DC}"/>
                </a:ext>
              </a:extLst>
            </p:cNvPr>
            <p:cNvSpPr/>
            <p:nvPr/>
          </p:nvSpPr>
          <p:spPr>
            <a:xfrm>
              <a:off x="5038638" y="1469496"/>
              <a:ext cx="858839" cy="858839"/>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600"/>
            </a:p>
          </p:txBody>
        </p:sp>
        <p:sp>
          <p:nvSpPr>
            <p:cNvPr id="13" name="Content Placeholder 5">
              <a:extLst>
                <a:ext uri="{FF2B5EF4-FFF2-40B4-BE49-F238E27FC236}">
                  <a16:creationId xmlns:a16="http://schemas.microsoft.com/office/drawing/2014/main" id="{C522F13E-B9E4-E68F-15A6-CF92ED0C006C}"/>
                </a:ext>
              </a:extLst>
            </p:cNvPr>
            <p:cNvSpPr txBox="1">
              <a:spLocks/>
            </p:cNvSpPr>
            <p:nvPr/>
          </p:nvSpPr>
          <p:spPr>
            <a:xfrm>
              <a:off x="1384498" y="1571653"/>
              <a:ext cx="3605350" cy="646331"/>
            </a:xfrm>
            <a:prstGeom prst="rect">
              <a:avLst/>
            </a:prstGeom>
          </p:spPr>
          <p:txBody>
            <a:bodyPr vert="horz" wrap="square" lIns="0" tIns="0" rIns="0" bIns="0" rtlCol="0" anchor="ctr"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2000" b="0" i="0" kern="1200">
                  <a:solidFill>
                    <a:schemeClr val="accent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600" b="0" i="0" kern="1200">
                  <a:solidFill>
                    <a:schemeClr val="accent1"/>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100" b="0" i="0" kern="1200">
                  <a:solidFill>
                    <a:schemeClr val="accent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000" b="0" i="0" kern="1200">
                  <a:solidFill>
                    <a:schemeClr val="accent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8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tabLst>
                  <a:tab pos="3067050" algn="l"/>
                  <a:tab pos="5016500" algn="l"/>
                  <a:tab pos="5729288" algn="l"/>
                </a:tabLst>
                <a:defRPr/>
              </a:pPr>
              <a:r>
                <a:rPr lang="en-GB" sz="1400" b="1">
                  <a:ea typeface="+mj-ea"/>
                  <a:cs typeface="Arial" panose="020B0604020202020204" pitchFamily="34" charset="0"/>
                </a:rPr>
                <a:t>Christos Christodoulou</a:t>
              </a:r>
              <a:r>
                <a:rPr lang="el-GR" sz="1400" b="1">
                  <a:ea typeface="+mj-ea"/>
                  <a:cs typeface="Arial" panose="020B0604020202020204" pitchFamily="34" charset="0"/>
                </a:rPr>
                <a:t> </a:t>
              </a:r>
              <a:r>
                <a:rPr lang="en-GB" sz="1400">
                  <a:ea typeface="+mj-ea"/>
                  <a:cs typeface="Arial" panose="020B0604020202020204" pitchFamily="34" charset="0"/>
                </a:rPr>
                <a:t>Group CFO</a:t>
              </a:r>
              <a:endParaRPr lang="el-GR" sz="1400">
                <a:ea typeface="+mj-ea"/>
                <a:cs typeface="Arial" panose="020B0604020202020204" pitchFamily="34" charset="0"/>
              </a:endParaRPr>
            </a:p>
            <a:p>
              <a:pPr>
                <a:lnSpc>
                  <a:spcPct val="100000"/>
                </a:lnSpc>
                <a:spcBef>
                  <a:spcPts val="0"/>
                </a:spcBef>
                <a:tabLst>
                  <a:tab pos="3067050" algn="l"/>
                  <a:tab pos="5016500" algn="l"/>
                  <a:tab pos="5729288" algn="l"/>
                </a:tabLst>
                <a:defRPr/>
              </a:pPr>
              <a:r>
                <a:rPr lang="en-GB" sz="1400">
                  <a:ea typeface="+mj-ea"/>
                  <a:cs typeface="Arial" panose="020B0604020202020204" pitchFamily="34" charset="0"/>
                </a:rPr>
                <a:t>+30 210 334 3051</a:t>
              </a:r>
              <a:endParaRPr lang="el-GR" sz="1400">
                <a:ea typeface="+mj-ea"/>
                <a:cs typeface="Arial" panose="020B0604020202020204" pitchFamily="34" charset="0"/>
              </a:endParaRPr>
            </a:p>
            <a:p>
              <a:pPr>
                <a:lnSpc>
                  <a:spcPct val="100000"/>
                </a:lnSpc>
                <a:spcBef>
                  <a:spcPts val="0"/>
                </a:spcBef>
                <a:tabLst>
                  <a:tab pos="3067050" algn="l"/>
                  <a:tab pos="5016500" algn="l"/>
                  <a:tab pos="5729288" algn="l"/>
                </a:tabLst>
                <a:defRPr/>
              </a:pPr>
              <a:r>
                <a:rPr lang="en-GB" sz="1400" err="1">
                  <a:solidFill>
                    <a:srgbClr val="047A85"/>
                  </a:solidFill>
                  <a:ea typeface="+mj-ea"/>
                  <a:cs typeface="Arial" panose="020B0604020202020204" pitchFamily="34" charset="0"/>
                </a:rPr>
                <a:t>cchristodoulou@nbg.gr</a:t>
              </a:r>
              <a:endParaRPr lang="en-GB" sz="1400">
                <a:solidFill>
                  <a:srgbClr val="047A85"/>
                </a:solidFill>
                <a:ea typeface="+mj-ea"/>
                <a:cs typeface="Arial" panose="020B0604020202020204" pitchFamily="34" charset="0"/>
              </a:endParaRPr>
            </a:p>
          </p:txBody>
        </p:sp>
        <p:sp>
          <p:nvSpPr>
            <p:cNvPr id="14" name="Oval 13">
              <a:extLst>
                <a:ext uri="{FF2B5EF4-FFF2-40B4-BE49-F238E27FC236}">
                  <a16:creationId xmlns:a16="http://schemas.microsoft.com/office/drawing/2014/main" id="{49507CAC-55A0-7D60-07DE-BAB5108B5018}"/>
                </a:ext>
              </a:extLst>
            </p:cNvPr>
            <p:cNvSpPr/>
            <p:nvPr/>
          </p:nvSpPr>
          <p:spPr>
            <a:xfrm>
              <a:off x="341311" y="1469496"/>
              <a:ext cx="858839" cy="858839"/>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600"/>
            </a:p>
          </p:txBody>
        </p:sp>
        <p:sp>
          <p:nvSpPr>
            <p:cNvPr id="22" name="Content Placeholder 5">
              <a:extLst>
                <a:ext uri="{FF2B5EF4-FFF2-40B4-BE49-F238E27FC236}">
                  <a16:creationId xmlns:a16="http://schemas.microsoft.com/office/drawing/2014/main" id="{D28FCC82-26D6-A21A-3FC5-D289DEDCAC2D}"/>
                </a:ext>
              </a:extLst>
            </p:cNvPr>
            <p:cNvSpPr txBox="1">
              <a:spLocks/>
            </p:cNvSpPr>
            <p:nvPr/>
          </p:nvSpPr>
          <p:spPr>
            <a:xfrm>
              <a:off x="1384498" y="2699258"/>
              <a:ext cx="3605350" cy="646331"/>
            </a:xfrm>
            <a:prstGeom prst="rect">
              <a:avLst/>
            </a:prstGeom>
          </p:spPr>
          <p:txBody>
            <a:bodyPr vert="horz" wrap="square" lIns="0" tIns="0" rIns="0" bIns="0" rtlCol="0" anchor="ctr"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2000" b="0" i="0" kern="1200">
                  <a:solidFill>
                    <a:schemeClr val="accent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600" b="0" i="0" kern="1200">
                  <a:solidFill>
                    <a:schemeClr val="accent1"/>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100" b="0" i="0" kern="1200">
                  <a:solidFill>
                    <a:schemeClr val="accent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000" b="0" i="0" kern="1200">
                  <a:solidFill>
                    <a:schemeClr val="accent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8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tabLst>
                  <a:tab pos="3067050" algn="l"/>
                  <a:tab pos="5016500" algn="l"/>
                  <a:tab pos="5729288" algn="l"/>
                </a:tabLst>
                <a:defRPr/>
              </a:pPr>
              <a:r>
                <a:rPr lang="en-GB" sz="1400" b="1">
                  <a:ea typeface="+mj-ea"/>
                  <a:cs typeface="Arial" panose="020B0604020202020204" pitchFamily="34" charset="0"/>
                </a:rPr>
                <a:t>Maria </a:t>
              </a:r>
              <a:r>
                <a:rPr lang="en-GB" sz="1400" b="1" err="1">
                  <a:ea typeface="+mj-ea"/>
                  <a:cs typeface="Arial" panose="020B0604020202020204" pitchFamily="34" charset="0"/>
                </a:rPr>
                <a:t>Kanellopoulou</a:t>
              </a:r>
              <a:r>
                <a:rPr lang="en-GB" sz="1400" b="1">
                  <a:ea typeface="+mj-ea"/>
                  <a:cs typeface="Arial" panose="020B0604020202020204" pitchFamily="34" charset="0"/>
                </a:rPr>
                <a:t> </a:t>
              </a:r>
            </a:p>
            <a:p>
              <a:pPr>
                <a:lnSpc>
                  <a:spcPct val="100000"/>
                </a:lnSpc>
                <a:spcBef>
                  <a:spcPts val="0"/>
                </a:spcBef>
                <a:tabLst>
                  <a:tab pos="3067050" algn="l"/>
                  <a:tab pos="5016500" algn="l"/>
                  <a:tab pos="5729288" algn="l"/>
                </a:tabLst>
                <a:defRPr/>
              </a:pPr>
              <a:r>
                <a:rPr lang="en-GB" sz="1400">
                  <a:ea typeface="+mj-ea"/>
                  <a:cs typeface="Arial" panose="020B0604020202020204" pitchFamily="34" charset="0"/>
                </a:rPr>
                <a:t>+30 210 334 1537 </a:t>
              </a:r>
            </a:p>
            <a:p>
              <a:pPr>
                <a:lnSpc>
                  <a:spcPct val="100000"/>
                </a:lnSpc>
                <a:spcBef>
                  <a:spcPts val="0"/>
                </a:spcBef>
                <a:tabLst>
                  <a:tab pos="3067050" algn="l"/>
                  <a:tab pos="5016500" algn="l"/>
                  <a:tab pos="5729288" algn="l"/>
                </a:tabLst>
                <a:defRPr/>
              </a:pPr>
              <a:r>
                <a:rPr lang="en-GB" sz="1400" err="1">
                  <a:solidFill>
                    <a:srgbClr val="047A85"/>
                  </a:solidFill>
                  <a:ea typeface="+mj-ea"/>
                  <a:cs typeface="Arial" panose="020B0604020202020204" pitchFamily="34" charset="0"/>
                </a:rPr>
                <a:t>mkanellopoulou@nbg.gr</a:t>
              </a:r>
              <a:endParaRPr lang="en-GB" sz="1400">
                <a:solidFill>
                  <a:srgbClr val="047A85"/>
                </a:solidFill>
                <a:ea typeface="+mj-ea"/>
                <a:cs typeface="Arial" panose="020B0604020202020204" pitchFamily="34" charset="0"/>
              </a:endParaRPr>
            </a:p>
          </p:txBody>
        </p:sp>
        <p:sp>
          <p:nvSpPr>
            <p:cNvPr id="23" name="Oval 22">
              <a:extLst>
                <a:ext uri="{FF2B5EF4-FFF2-40B4-BE49-F238E27FC236}">
                  <a16:creationId xmlns:a16="http://schemas.microsoft.com/office/drawing/2014/main" id="{C49B0298-0DDD-96C2-367A-008E896E52C0}"/>
                </a:ext>
              </a:extLst>
            </p:cNvPr>
            <p:cNvSpPr/>
            <p:nvPr/>
          </p:nvSpPr>
          <p:spPr>
            <a:xfrm>
              <a:off x="341311" y="2599449"/>
              <a:ext cx="858839" cy="858839"/>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600"/>
            </a:p>
          </p:txBody>
        </p:sp>
        <p:sp>
          <p:nvSpPr>
            <p:cNvPr id="20" name="Content Placeholder 5">
              <a:extLst>
                <a:ext uri="{FF2B5EF4-FFF2-40B4-BE49-F238E27FC236}">
                  <a16:creationId xmlns:a16="http://schemas.microsoft.com/office/drawing/2014/main" id="{2F28C41B-AE94-10F7-EE0D-9BADC23F8A4B}"/>
                </a:ext>
              </a:extLst>
            </p:cNvPr>
            <p:cNvSpPr txBox="1">
              <a:spLocks/>
            </p:cNvSpPr>
            <p:nvPr/>
          </p:nvSpPr>
          <p:spPr>
            <a:xfrm>
              <a:off x="6096000" y="2694143"/>
              <a:ext cx="3605350" cy="646331"/>
            </a:xfrm>
            <a:prstGeom prst="rect">
              <a:avLst/>
            </a:prstGeom>
          </p:spPr>
          <p:txBody>
            <a:bodyPr vert="horz" wrap="square" lIns="0" tIns="0" rIns="0" bIns="0" rtlCol="0" anchor="ctr"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2000" b="0" i="0" kern="1200">
                  <a:solidFill>
                    <a:schemeClr val="accent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600" b="0" i="0" kern="1200">
                  <a:solidFill>
                    <a:schemeClr val="accent1"/>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100" b="0" i="0" kern="1200">
                  <a:solidFill>
                    <a:schemeClr val="accent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000" b="0" i="0" kern="1200">
                  <a:solidFill>
                    <a:schemeClr val="accent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8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tabLst>
                  <a:tab pos="3067050" algn="l"/>
                  <a:tab pos="5016500" algn="l"/>
                  <a:tab pos="5729288" algn="l"/>
                </a:tabLst>
                <a:defRPr/>
              </a:pPr>
              <a:r>
                <a:rPr lang="en-GB" sz="1400" b="1" err="1">
                  <a:ea typeface="+mj-ea"/>
                  <a:cs typeface="Arial" panose="020B0604020202020204" pitchFamily="34" charset="0"/>
                </a:rPr>
                <a:t>Marios</a:t>
              </a:r>
              <a:r>
                <a:rPr lang="en-GB" sz="1400" b="1">
                  <a:ea typeface="+mj-ea"/>
                  <a:cs typeface="Arial" panose="020B0604020202020204" pitchFamily="34" charset="0"/>
                </a:rPr>
                <a:t> </a:t>
              </a:r>
              <a:r>
                <a:rPr lang="en-GB" sz="1400" b="1" err="1">
                  <a:ea typeface="+mj-ea"/>
                  <a:cs typeface="Arial" panose="020B0604020202020204" pitchFamily="34" charset="0"/>
                </a:rPr>
                <a:t>Deportou</a:t>
              </a:r>
              <a:endParaRPr lang="el-GR" sz="1400">
                <a:ea typeface="+mj-ea"/>
                <a:cs typeface="Arial" panose="020B0604020202020204" pitchFamily="34" charset="0"/>
              </a:endParaRPr>
            </a:p>
            <a:p>
              <a:pPr>
                <a:lnSpc>
                  <a:spcPct val="100000"/>
                </a:lnSpc>
                <a:spcBef>
                  <a:spcPts val="0"/>
                </a:spcBef>
                <a:tabLst>
                  <a:tab pos="3067050" algn="l"/>
                  <a:tab pos="5016500" algn="l"/>
                  <a:tab pos="5729288" algn="l"/>
                </a:tabLst>
                <a:defRPr/>
              </a:pPr>
              <a:r>
                <a:rPr lang="en-GB" sz="1400">
                  <a:ea typeface="+mj-ea"/>
                  <a:cs typeface="Arial" panose="020B0604020202020204" pitchFamily="34" charset="0"/>
                </a:rPr>
                <a:t>+30 210 334 3008 </a:t>
              </a:r>
              <a:endParaRPr lang="el-GR" sz="1400">
                <a:ea typeface="+mj-ea"/>
                <a:cs typeface="Arial" panose="020B0604020202020204" pitchFamily="34" charset="0"/>
              </a:endParaRPr>
            </a:p>
            <a:p>
              <a:pPr>
                <a:lnSpc>
                  <a:spcPct val="100000"/>
                </a:lnSpc>
                <a:spcBef>
                  <a:spcPts val="0"/>
                </a:spcBef>
                <a:tabLst>
                  <a:tab pos="3067050" algn="l"/>
                  <a:tab pos="5016500" algn="l"/>
                  <a:tab pos="5729288" algn="l"/>
                </a:tabLst>
                <a:defRPr/>
              </a:pPr>
              <a:r>
                <a:rPr lang="en-GB" sz="1400" err="1">
                  <a:solidFill>
                    <a:srgbClr val="047A85"/>
                  </a:solidFill>
                  <a:ea typeface="+mj-ea"/>
                  <a:cs typeface="Arial" panose="020B0604020202020204" pitchFamily="34" charset="0"/>
                </a:rPr>
                <a:t>nteportou.mariosioannis@nbg.gr</a:t>
              </a:r>
              <a:endParaRPr lang="en-GB" sz="1400">
                <a:solidFill>
                  <a:srgbClr val="047A85"/>
                </a:solidFill>
                <a:ea typeface="+mj-ea"/>
                <a:cs typeface="Arial" panose="020B0604020202020204" pitchFamily="34" charset="0"/>
              </a:endParaRPr>
            </a:p>
          </p:txBody>
        </p:sp>
        <p:sp>
          <p:nvSpPr>
            <p:cNvPr id="21" name="Oval 20">
              <a:extLst>
                <a:ext uri="{FF2B5EF4-FFF2-40B4-BE49-F238E27FC236}">
                  <a16:creationId xmlns:a16="http://schemas.microsoft.com/office/drawing/2014/main" id="{5F642B00-E84E-9FFD-30AB-EB6AB829D2B8}"/>
                </a:ext>
              </a:extLst>
            </p:cNvPr>
            <p:cNvSpPr/>
            <p:nvPr/>
          </p:nvSpPr>
          <p:spPr>
            <a:xfrm>
              <a:off x="5038638" y="2599449"/>
              <a:ext cx="858839" cy="858839"/>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600"/>
            </a:p>
          </p:txBody>
        </p:sp>
        <p:sp>
          <p:nvSpPr>
            <p:cNvPr id="27" name="Content Placeholder 5">
              <a:extLst>
                <a:ext uri="{FF2B5EF4-FFF2-40B4-BE49-F238E27FC236}">
                  <a16:creationId xmlns:a16="http://schemas.microsoft.com/office/drawing/2014/main" id="{4EF0355C-C612-A996-02E3-914B1D879410}"/>
                </a:ext>
              </a:extLst>
            </p:cNvPr>
            <p:cNvSpPr txBox="1">
              <a:spLocks/>
            </p:cNvSpPr>
            <p:nvPr/>
          </p:nvSpPr>
          <p:spPr>
            <a:xfrm>
              <a:off x="1384498" y="3827421"/>
              <a:ext cx="3605350" cy="646331"/>
            </a:xfrm>
            <a:prstGeom prst="rect">
              <a:avLst/>
            </a:prstGeom>
          </p:spPr>
          <p:txBody>
            <a:bodyPr vert="horz" wrap="square" lIns="0" tIns="0" rIns="0" bIns="0" rtlCol="0" anchor="ctr"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2000" b="0" i="0" kern="1200">
                  <a:solidFill>
                    <a:schemeClr val="accent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600" b="0" i="0" kern="1200">
                  <a:solidFill>
                    <a:schemeClr val="accent1"/>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100" b="0" i="0" kern="1200">
                  <a:solidFill>
                    <a:schemeClr val="accent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000" b="0" i="0" kern="1200">
                  <a:solidFill>
                    <a:schemeClr val="accent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8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tabLst>
                  <a:tab pos="3067050" algn="l"/>
                  <a:tab pos="5016500" algn="l"/>
                  <a:tab pos="5729288" algn="l"/>
                </a:tabLst>
                <a:defRPr/>
              </a:pPr>
              <a:r>
                <a:rPr lang="en-GB" sz="1400" b="1">
                  <a:ea typeface="+mj-ea"/>
                  <a:cs typeface="Arial" panose="020B0604020202020204" pitchFamily="34" charset="0"/>
                </a:rPr>
                <a:t>Panagiotis </a:t>
              </a:r>
              <a:r>
                <a:rPr lang="en-GB" sz="1400" b="1" err="1">
                  <a:ea typeface="+mj-ea"/>
                  <a:cs typeface="Arial" panose="020B0604020202020204" pitchFamily="34" charset="0"/>
                </a:rPr>
                <a:t>Alevras</a:t>
              </a:r>
              <a:r>
                <a:rPr lang="en-GB" sz="1400" b="1">
                  <a:ea typeface="+mj-ea"/>
                  <a:cs typeface="Arial" panose="020B0604020202020204" pitchFamily="34" charset="0"/>
                </a:rPr>
                <a:t> </a:t>
              </a:r>
            </a:p>
            <a:p>
              <a:pPr>
                <a:lnSpc>
                  <a:spcPct val="100000"/>
                </a:lnSpc>
                <a:spcBef>
                  <a:spcPts val="0"/>
                </a:spcBef>
                <a:tabLst>
                  <a:tab pos="3067050" algn="l"/>
                  <a:tab pos="5016500" algn="l"/>
                  <a:tab pos="5729288" algn="l"/>
                </a:tabLst>
                <a:defRPr/>
              </a:pPr>
              <a:r>
                <a:rPr lang="en-GB" sz="1400">
                  <a:ea typeface="+mj-ea"/>
                  <a:cs typeface="Arial" panose="020B0604020202020204" pitchFamily="34" charset="0"/>
                </a:rPr>
                <a:t>+30 210 772 7292 </a:t>
              </a:r>
            </a:p>
            <a:p>
              <a:pPr>
                <a:lnSpc>
                  <a:spcPct val="100000"/>
                </a:lnSpc>
                <a:spcBef>
                  <a:spcPts val="0"/>
                </a:spcBef>
                <a:tabLst>
                  <a:tab pos="3067050" algn="l"/>
                  <a:tab pos="5016500" algn="l"/>
                  <a:tab pos="5729288" algn="l"/>
                </a:tabLst>
                <a:defRPr/>
              </a:pPr>
              <a:r>
                <a:rPr lang="en-GB" sz="1400" err="1">
                  <a:solidFill>
                    <a:srgbClr val="047A85"/>
                  </a:solidFill>
                  <a:ea typeface="+mj-ea"/>
                  <a:cs typeface="Arial" panose="020B0604020202020204" pitchFamily="34" charset="0"/>
                </a:rPr>
                <a:t>Alevras.Pan@nbg.gr</a:t>
              </a:r>
              <a:endParaRPr lang="en-GB" sz="1400">
                <a:solidFill>
                  <a:srgbClr val="047A85"/>
                </a:solidFill>
                <a:ea typeface="+mj-ea"/>
                <a:cs typeface="Arial" panose="020B0604020202020204" pitchFamily="34" charset="0"/>
              </a:endParaRPr>
            </a:p>
          </p:txBody>
        </p:sp>
        <p:sp>
          <p:nvSpPr>
            <p:cNvPr id="28" name="Oval 27">
              <a:extLst>
                <a:ext uri="{FF2B5EF4-FFF2-40B4-BE49-F238E27FC236}">
                  <a16:creationId xmlns:a16="http://schemas.microsoft.com/office/drawing/2014/main" id="{C3F5EDF3-C65D-EECB-D0B3-7C5B8DE9E496}"/>
                </a:ext>
              </a:extLst>
            </p:cNvPr>
            <p:cNvSpPr/>
            <p:nvPr/>
          </p:nvSpPr>
          <p:spPr>
            <a:xfrm>
              <a:off x="341311" y="3727612"/>
              <a:ext cx="858839" cy="858839"/>
            </a:xfrm>
            <a:prstGeom prst="ellips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R" sz="1600"/>
            </a:p>
          </p:txBody>
        </p:sp>
        <p:sp>
          <p:nvSpPr>
            <p:cNvPr id="26" name="Content Placeholder 5">
              <a:extLst>
                <a:ext uri="{FF2B5EF4-FFF2-40B4-BE49-F238E27FC236}">
                  <a16:creationId xmlns:a16="http://schemas.microsoft.com/office/drawing/2014/main" id="{02006D18-4FE7-A8C0-1564-39B3C87900E3}"/>
                </a:ext>
              </a:extLst>
            </p:cNvPr>
            <p:cNvSpPr txBox="1">
              <a:spLocks/>
            </p:cNvSpPr>
            <p:nvPr/>
          </p:nvSpPr>
          <p:spPr>
            <a:xfrm>
              <a:off x="341311" y="5065338"/>
              <a:ext cx="4222680" cy="646331"/>
            </a:xfrm>
            <a:prstGeom prst="rect">
              <a:avLst/>
            </a:prstGeom>
          </p:spPr>
          <p:txBody>
            <a:bodyPr vert="horz" wrap="square" lIns="0" tIns="0" rIns="0" bIns="0" rtlCol="0" anchor="ctr" anchorCtr="0">
              <a:sp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sz="2000" b="0" i="0" kern="1200">
                  <a:solidFill>
                    <a:schemeClr val="accent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600" b="0" i="0" kern="1200">
                  <a:solidFill>
                    <a:schemeClr val="accent1"/>
                  </a:solidFill>
                  <a:latin typeface="Aptos" panose="020B0004020202020204" pitchFamily="34" charset="0"/>
                  <a:ea typeface="+mn-ea"/>
                  <a:cs typeface="+mn-cs"/>
                </a:defRPr>
              </a:lvl2pPr>
              <a:lvl3pPr marL="914400" indent="0" algn="l" defTabSz="914400" rtl="0" eaLnBrk="1" latinLnBrk="0" hangingPunct="1">
                <a:lnSpc>
                  <a:spcPct val="90000"/>
                </a:lnSpc>
                <a:spcBef>
                  <a:spcPts val="500"/>
                </a:spcBef>
                <a:buClr>
                  <a:schemeClr val="tx2"/>
                </a:buClr>
                <a:buFont typeface="Arial" panose="020B0604020202020204" pitchFamily="34" charset="0"/>
                <a:buNone/>
                <a:defRPr sz="1100" b="0" i="0" kern="1200">
                  <a:solidFill>
                    <a:schemeClr val="accent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000" b="0" i="0" kern="1200">
                  <a:solidFill>
                    <a:schemeClr val="accent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800" b="0" i="0" kern="1200">
                  <a:solidFill>
                    <a:schemeClr val="accent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tabLst>
                  <a:tab pos="3065463" algn="l"/>
                  <a:tab pos="5016500" algn="l"/>
                  <a:tab pos="5729288" algn="l"/>
                </a:tabLst>
                <a:defRPr/>
              </a:pPr>
              <a:r>
                <a:rPr lang="en-GB" sz="1400" b="1">
                  <a:ea typeface="+mj-ea"/>
                  <a:cs typeface="Arial" panose="020B0604020202020204" pitchFamily="34" charset="0"/>
                </a:rPr>
                <a:t>Investor Relations Division</a:t>
              </a:r>
            </a:p>
            <a:p>
              <a:pPr>
                <a:lnSpc>
                  <a:spcPct val="100000"/>
                </a:lnSpc>
                <a:spcBef>
                  <a:spcPts val="0"/>
                </a:spcBef>
                <a:tabLst>
                  <a:tab pos="3065463" algn="l"/>
                  <a:tab pos="5016500" algn="l"/>
                  <a:tab pos="5729288" algn="l"/>
                </a:tabLst>
                <a:defRPr/>
              </a:pPr>
              <a:r>
                <a:rPr lang="en-GB" sz="1400">
                  <a:ea typeface="+mj-ea"/>
                  <a:cs typeface="Arial" panose="020B0604020202020204" pitchFamily="34" charset="0"/>
                </a:rPr>
                <a:t>93 </a:t>
              </a:r>
              <a:r>
                <a:rPr lang="en-GB" sz="1400" err="1">
                  <a:ea typeface="+mj-ea"/>
                  <a:cs typeface="Arial" panose="020B0604020202020204" pitchFamily="34" charset="0"/>
                </a:rPr>
                <a:t>Eolou</a:t>
              </a:r>
              <a:r>
                <a:rPr lang="en-GB" sz="1400">
                  <a:ea typeface="+mj-ea"/>
                  <a:cs typeface="Arial" panose="020B0604020202020204" pitchFamily="34" charset="0"/>
                </a:rPr>
                <a:t> Str., Mela Mansion, 105 51 Athens </a:t>
              </a:r>
            </a:p>
            <a:p>
              <a:pPr>
                <a:lnSpc>
                  <a:spcPct val="100000"/>
                </a:lnSpc>
                <a:spcBef>
                  <a:spcPts val="0"/>
                </a:spcBef>
                <a:tabLst>
                  <a:tab pos="3065463" algn="l"/>
                  <a:tab pos="5016500" algn="l"/>
                  <a:tab pos="5729288" algn="l"/>
                </a:tabLst>
                <a:defRPr/>
              </a:pPr>
              <a:r>
                <a:rPr lang="en-GB" sz="1400">
                  <a:ea typeface="+mj-ea"/>
                  <a:cs typeface="Arial" panose="020B0604020202020204" pitchFamily="34" charset="0"/>
                </a:rPr>
                <a:t>+30 210 334 3037</a:t>
              </a:r>
              <a:r>
                <a:rPr lang="en-US" sz="1400">
                  <a:solidFill>
                    <a:srgbClr val="047A85"/>
                  </a:solidFill>
                  <a:ea typeface="+mj-ea"/>
                  <a:cs typeface="Arial" panose="020B0604020202020204" pitchFamily="34" charset="0"/>
                </a:rPr>
                <a:t>  </a:t>
              </a:r>
              <a:r>
                <a:rPr lang="en-GB" sz="1400" err="1">
                  <a:solidFill>
                    <a:srgbClr val="047A85"/>
                  </a:solidFill>
                  <a:ea typeface="+mj-ea"/>
                  <a:cs typeface="Arial" panose="020B0604020202020204" pitchFamily="34" charset="0"/>
                </a:rPr>
                <a:t>ir@nbg.gr</a:t>
              </a:r>
              <a:endParaRPr lang="en-GB" sz="1400">
                <a:solidFill>
                  <a:srgbClr val="047A85"/>
                </a:solidFill>
                <a:ea typeface="+mj-ea"/>
                <a:cs typeface="Arial" panose="020B0604020202020204" pitchFamily="34" charset="0"/>
              </a:endParaRPr>
            </a:p>
          </p:txBody>
        </p:sp>
      </p:grpSp>
    </p:spTree>
    <p:extLst>
      <p:ext uri="{BB962C8B-B14F-4D97-AF65-F5344CB8AC3E}">
        <p14:creationId xmlns:p14="http://schemas.microsoft.com/office/powerpoint/2010/main" val="1964606923"/>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7DDEF50-ABC9-199B-6CBB-01A8D666B24F}"/>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189</a:t>
            </a:fld>
            <a:endParaRPr lang="en-GR"/>
          </a:p>
        </p:txBody>
      </p:sp>
      <p:sp>
        <p:nvSpPr>
          <p:cNvPr id="5" name="Title 4">
            <a:extLst>
              <a:ext uri="{FF2B5EF4-FFF2-40B4-BE49-F238E27FC236}">
                <a16:creationId xmlns:a16="http://schemas.microsoft.com/office/drawing/2014/main" id="{C9855C2A-C62C-E3F2-3F18-68B686F697A9}"/>
              </a:ext>
            </a:extLst>
          </p:cNvPr>
          <p:cNvSpPr>
            <a:spLocks noGrp="1"/>
          </p:cNvSpPr>
          <p:nvPr>
            <p:ph type="ctrTitle"/>
          </p:nvPr>
        </p:nvSpPr>
        <p:spPr>
          <a:xfrm>
            <a:off x="335360" y="2592681"/>
            <a:ext cx="1059080" cy="928652"/>
          </a:xfrm>
          <a:prstGeom prst="rect">
            <a:avLst/>
          </a:prstGeom>
        </p:spPr>
        <p:txBody>
          <a:bodyPr/>
          <a:lstStyle/>
          <a:p>
            <a:r>
              <a:rPr lang="en-GR"/>
              <a:t>10</a:t>
            </a:r>
          </a:p>
        </p:txBody>
      </p:sp>
      <p:sp>
        <p:nvSpPr>
          <p:cNvPr id="6" name="Text Placeholder 5">
            <a:extLst>
              <a:ext uri="{FF2B5EF4-FFF2-40B4-BE49-F238E27FC236}">
                <a16:creationId xmlns:a16="http://schemas.microsoft.com/office/drawing/2014/main" id="{9EBA144A-08BC-D054-7C09-A444FEDB0BFA}"/>
              </a:ext>
            </a:extLst>
          </p:cNvPr>
          <p:cNvSpPr>
            <a:spLocks noGrp="1"/>
          </p:cNvSpPr>
          <p:nvPr>
            <p:ph type="body" sz="quarter" idx="16"/>
          </p:nvPr>
        </p:nvSpPr>
        <p:spPr>
          <a:xfrm>
            <a:off x="1703514" y="2592682"/>
            <a:ext cx="4896543" cy="928652"/>
          </a:xfrm>
        </p:spPr>
        <p:txBody>
          <a:bodyPr/>
          <a:lstStyle/>
          <a:p>
            <a:r>
              <a:rPr lang="en-GR"/>
              <a:t>Back Covers</a:t>
            </a:r>
          </a:p>
        </p:txBody>
      </p:sp>
    </p:spTree>
    <p:extLst>
      <p:ext uri="{BB962C8B-B14F-4D97-AF65-F5344CB8AC3E}">
        <p14:creationId xmlns:p14="http://schemas.microsoft.com/office/powerpoint/2010/main" val="223044113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6661114"/>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9716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5610183"/>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8841094"/>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522653"/>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C17C919-A82C-D43C-1345-24B14288775E}"/>
              </a:ext>
            </a:extLst>
          </p:cNvPr>
          <p:cNvSpPr>
            <a:spLocks noGrp="1"/>
          </p:cNvSpPr>
          <p:nvPr>
            <p:ph type="body" sz="quarter" idx="16"/>
          </p:nvPr>
        </p:nvSpPr>
        <p:spPr>
          <a:xfrm>
            <a:off x="334800" y="2592681"/>
            <a:ext cx="3675946" cy="836383"/>
          </a:xfrm>
        </p:spPr>
        <p:txBody>
          <a:bodyPr/>
          <a:lstStyle/>
          <a:p>
            <a:r>
              <a:rPr lang="en-GR"/>
              <a:t>Thank You</a:t>
            </a:r>
          </a:p>
        </p:txBody>
      </p:sp>
      <p:grpSp>
        <p:nvGrpSpPr>
          <p:cNvPr id="6" name="Group 5">
            <a:extLst>
              <a:ext uri="{FF2B5EF4-FFF2-40B4-BE49-F238E27FC236}">
                <a16:creationId xmlns:a16="http://schemas.microsoft.com/office/drawing/2014/main" id="{42999033-2B6F-0D45-7EBA-0696B8093ECA}"/>
              </a:ext>
            </a:extLst>
          </p:cNvPr>
          <p:cNvGrpSpPr/>
          <p:nvPr/>
        </p:nvGrpSpPr>
        <p:grpSpPr>
          <a:xfrm>
            <a:off x="892306" y="3508098"/>
            <a:ext cx="2930954" cy="1645014"/>
            <a:chOff x="5629343" y="2088140"/>
            <a:chExt cx="2930954" cy="1645014"/>
          </a:xfrm>
        </p:grpSpPr>
        <p:sp>
          <p:nvSpPr>
            <p:cNvPr id="7" name="Rounded Rectangle 6">
              <a:extLst>
                <a:ext uri="{FF2B5EF4-FFF2-40B4-BE49-F238E27FC236}">
                  <a16:creationId xmlns:a16="http://schemas.microsoft.com/office/drawing/2014/main" id="{7ED05E37-072D-07DD-6B40-26F07E3EA3DF}"/>
                </a:ext>
              </a:extLst>
            </p:cNvPr>
            <p:cNvSpPr/>
            <p:nvPr/>
          </p:nvSpPr>
          <p:spPr>
            <a:xfrm>
              <a:off x="5629343" y="2177202"/>
              <a:ext cx="2930954" cy="1555952"/>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Thank you page</a:t>
              </a:r>
              <a:endParaRPr lang="en-US" sz="1000">
                <a:solidFill>
                  <a:schemeClr val="bg1">
                    <a:lumMod val="95000"/>
                  </a:schemeClr>
                </a:solidFill>
                <a:latin typeface="Aptos" panose="020B0004020202020204" pitchFamily="34" charset="0"/>
              </a:endParaRPr>
            </a:p>
            <a:p>
              <a:pPr>
                <a:lnSpc>
                  <a:spcPct val="110000"/>
                </a:lnSpc>
                <a:spcBef>
                  <a:spcPts val="900"/>
                </a:spcBef>
              </a:pPr>
              <a:r>
                <a:rPr lang="el-GR" sz="800">
                  <a:solidFill>
                    <a:schemeClr val="bg1">
                      <a:lumMod val="95000"/>
                    </a:schemeClr>
                  </a:solidFill>
                  <a:latin typeface="Aptos" panose="020B0004020202020204" pitchFamily="34" charset="0"/>
                </a:rPr>
                <a:t>Ο τίτλος στα </a:t>
              </a:r>
              <a:r>
                <a:rPr lang="en-US" sz="800">
                  <a:solidFill>
                    <a:schemeClr val="bg1">
                      <a:lumMod val="95000"/>
                    </a:schemeClr>
                  </a:solidFill>
                  <a:latin typeface="Aptos" panose="020B0004020202020204" pitchFamily="34" charset="0"/>
                </a:rPr>
                <a:t>Thank you Page</a:t>
              </a:r>
              <a:r>
                <a:rPr lang="el-GR" sz="800">
                  <a:solidFill>
                    <a:schemeClr val="bg1">
                      <a:lumMod val="95000"/>
                    </a:schemeClr>
                  </a:solidFill>
                  <a:latin typeface="Aptos" panose="020B0004020202020204" pitchFamily="34" charset="0"/>
                </a:rPr>
                <a:t> είναι πάντα </a:t>
              </a:r>
              <a:r>
                <a:rPr lang="en-US" sz="800">
                  <a:solidFill>
                    <a:schemeClr val="bg1">
                      <a:lumMod val="95000"/>
                    </a:schemeClr>
                  </a:solidFill>
                  <a:latin typeface="Aptos" panose="020B0004020202020204" pitchFamily="34" charset="0"/>
                </a:rPr>
                <a:t>Aptos Regular 60pt </a:t>
              </a:r>
              <a:r>
                <a:rPr lang="el-GR" sz="800">
                  <a:solidFill>
                    <a:schemeClr val="bg1">
                      <a:lumMod val="95000"/>
                    </a:schemeClr>
                  </a:solidFill>
                  <a:latin typeface="Aptos" panose="020B0004020202020204" pitchFamily="34" charset="0"/>
                </a:rPr>
                <a:t>και χρώμα </a:t>
              </a:r>
              <a:r>
                <a:rPr lang="en-US" sz="800">
                  <a:solidFill>
                    <a:schemeClr val="bg1">
                      <a:lumMod val="95000"/>
                    </a:schemeClr>
                  </a:solidFill>
                  <a:latin typeface="Aptos" panose="020B0004020202020204" pitchFamily="34" charset="0"/>
                </a:rPr>
                <a:t>White </a:t>
              </a:r>
              <a:r>
                <a:rPr lang="en-US" sz="800" err="1">
                  <a:latin typeface="Aptos" panose="020B0004020202020204" pitchFamily="34" charset="0"/>
                </a:rPr>
                <a:t>ή</a:t>
              </a:r>
              <a:r>
                <a:rPr lang="el-GR" sz="800">
                  <a:latin typeface="Aptos" panose="020B0004020202020204" pitchFamily="34" charset="0"/>
                </a:rPr>
                <a:t> </a:t>
              </a:r>
              <a:r>
                <a:rPr lang="en-US" sz="800">
                  <a:latin typeface="Aptos" panose="020B0004020202020204" pitchFamily="34" charset="0"/>
                </a:rPr>
                <a:t>Dark Teal </a:t>
              </a:r>
              <a:r>
                <a:rPr lang="el-GR" sz="800">
                  <a:latin typeface="Aptos" panose="020B0004020202020204" pitchFamily="34" charset="0"/>
                </a:rPr>
                <a:t>ανάλογα με το </a:t>
              </a:r>
              <a:r>
                <a:rPr lang="en-US" sz="800">
                  <a:latin typeface="Aptos" panose="020B0004020202020204" pitchFamily="34" charset="0"/>
                </a:rPr>
                <a:t>background.</a:t>
              </a:r>
              <a:endParaRPr lang="el-GR" sz="800">
                <a:solidFill>
                  <a:schemeClr val="bg1">
                    <a:lumMod val="95000"/>
                  </a:schemeClr>
                </a:solidFill>
                <a:latin typeface="Aptos" panose="020B0004020202020204" pitchFamily="34" charset="0"/>
              </a:endParaRPr>
            </a:p>
            <a:p>
              <a:pPr>
                <a:lnSpc>
                  <a:spcPct val="110000"/>
                </a:lnSpc>
                <a:spcBef>
                  <a:spcPts val="900"/>
                </a:spcBef>
              </a:pPr>
              <a:r>
                <a:rPr lang="en-US" sz="800">
                  <a:solidFill>
                    <a:schemeClr val="bg1">
                      <a:lumMod val="95000"/>
                    </a:schemeClr>
                  </a:solidFill>
                  <a:latin typeface="Aptos" panose="020B0004020202020204" pitchFamily="34" charset="0"/>
                </a:rPr>
                <a:t>The title on the Thank You page is always Aptos Regular 60pt and the color is either White or Dark Teal depending on the background.</a:t>
              </a:r>
              <a:r>
                <a:rPr lang="el-GR" sz="800">
                  <a:solidFill>
                    <a:schemeClr val="bg1">
                      <a:lumMod val="95000"/>
                    </a:schemeClr>
                  </a:solidFill>
                  <a:latin typeface="Aptos" panose="020B0004020202020204" pitchFamily="34" charset="0"/>
                </a:rPr>
                <a:t> </a:t>
              </a:r>
              <a:endParaRPr lang="en-GR" sz="800">
                <a:solidFill>
                  <a:schemeClr val="bg1">
                    <a:lumMod val="95000"/>
                  </a:schemeClr>
                </a:solidFill>
                <a:latin typeface="Aptos" panose="020B0004020202020204" pitchFamily="34" charset="0"/>
              </a:endParaRPr>
            </a:p>
          </p:txBody>
        </p:sp>
        <p:sp>
          <p:nvSpPr>
            <p:cNvPr id="8" name="Triangle 7">
              <a:extLst>
                <a:ext uri="{FF2B5EF4-FFF2-40B4-BE49-F238E27FC236}">
                  <a16:creationId xmlns:a16="http://schemas.microsoft.com/office/drawing/2014/main" id="{8C243D66-ED8E-1F5A-80C8-8EF1EDC8A1E2}"/>
                </a:ext>
              </a:extLst>
            </p:cNvPr>
            <p:cNvSpPr/>
            <p:nvPr/>
          </p:nvSpPr>
          <p:spPr>
            <a:xfrm>
              <a:off x="8090182" y="2088140"/>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80886819"/>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C3E54F5-0021-9404-F669-A1C904F1D01E}"/>
              </a:ext>
            </a:extLst>
          </p:cNvPr>
          <p:cNvSpPr>
            <a:spLocks noGrp="1"/>
          </p:cNvSpPr>
          <p:nvPr>
            <p:ph type="body" sz="quarter" idx="17"/>
          </p:nvPr>
        </p:nvSpPr>
        <p:spPr/>
        <p:txBody>
          <a:bodyPr/>
          <a:lstStyle/>
          <a:p>
            <a:r>
              <a:rPr lang="en-GR"/>
              <a:t>Thank You</a:t>
            </a:r>
          </a:p>
        </p:txBody>
      </p:sp>
    </p:spTree>
    <p:extLst>
      <p:ext uri="{BB962C8B-B14F-4D97-AF65-F5344CB8AC3E}">
        <p14:creationId xmlns:p14="http://schemas.microsoft.com/office/powerpoint/2010/main" val="3780746048"/>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5969C-94D7-76B5-1663-0C7C7C58EB6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CA09751-6CDA-D581-1FE5-6B1FA07BED7A}"/>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197</a:t>
            </a:fld>
            <a:endParaRPr lang="en-GR"/>
          </a:p>
        </p:txBody>
      </p:sp>
      <p:sp>
        <p:nvSpPr>
          <p:cNvPr id="5" name="Title 4">
            <a:extLst>
              <a:ext uri="{FF2B5EF4-FFF2-40B4-BE49-F238E27FC236}">
                <a16:creationId xmlns:a16="http://schemas.microsoft.com/office/drawing/2014/main" id="{9D4FFFB7-566D-E976-2A26-358A4EF24019}"/>
              </a:ext>
            </a:extLst>
          </p:cNvPr>
          <p:cNvSpPr>
            <a:spLocks noGrp="1"/>
          </p:cNvSpPr>
          <p:nvPr>
            <p:ph type="ctrTitle"/>
          </p:nvPr>
        </p:nvSpPr>
        <p:spPr>
          <a:xfrm>
            <a:off x="335360" y="2592681"/>
            <a:ext cx="1059080" cy="928652"/>
          </a:xfrm>
          <a:prstGeom prst="rect">
            <a:avLst/>
          </a:prstGeom>
        </p:spPr>
        <p:txBody>
          <a:bodyPr/>
          <a:lstStyle/>
          <a:p>
            <a:r>
              <a:rPr lang="en-GR"/>
              <a:t>11</a:t>
            </a:r>
          </a:p>
        </p:txBody>
      </p:sp>
      <p:sp>
        <p:nvSpPr>
          <p:cNvPr id="6" name="Text Placeholder 5">
            <a:extLst>
              <a:ext uri="{FF2B5EF4-FFF2-40B4-BE49-F238E27FC236}">
                <a16:creationId xmlns:a16="http://schemas.microsoft.com/office/drawing/2014/main" id="{803B2663-2857-4EAC-C9D1-601B8B8670A5}"/>
              </a:ext>
            </a:extLst>
          </p:cNvPr>
          <p:cNvSpPr>
            <a:spLocks noGrp="1"/>
          </p:cNvSpPr>
          <p:nvPr>
            <p:ph type="body" sz="quarter" idx="16"/>
          </p:nvPr>
        </p:nvSpPr>
        <p:spPr>
          <a:xfrm>
            <a:off x="1703514" y="2592683"/>
            <a:ext cx="4896543" cy="1759649"/>
          </a:xfrm>
        </p:spPr>
        <p:txBody>
          <a:bodyPr/>
          <a:lstStyle/>
          <a:p>
            <a:r>
              <a:rPr lang="en-GR"/>
              <a:t>Segment Logos</a:t>
            </a:r>
          </a:p>
        </p:txBody>
      </p:sp>
    </p:spTree>
    <p:extLst>
      <p:ext uri="{BB962C8B-B14F-4D97-AF65-F5344CB8AC3E}">
        <p14:creationId xmlns:p14="http://schemas.microsoft.com/office/powerpoint/2010/main" val="3806794963"/>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2632D-9693-BE1A-91B3-2AD96CAA6EFE}"/>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D42EA045-86D6-594E-47AC-CA8F4DDD3754}"/>
              </a:ext>
            </a:extLst>
          </p:cNvPr>
          <p:cNvSpPr>
            <a:spLocks noGrp="1"/>
          </p:cNvSpPr>
          <p:nvPr>
            <p:ph type="body" sz="quarter" idx="16"/>
          </p:nvPr>
        </p:nvSpPr>
        <p:spPr/>
        <p:txBody>
          <a:bodyPr/>
          <a:lstStyle/>
          <a:p>
            <a:r>
              <a:rPr lang="en-GR"/>
              <a:t>Divider</a:t>
            </a:r>
          </a:p>
        </p:txBody>
      </p:sp>
      <p:sp>
        <p:nvSpPr>
          <p:cNvPr id="10" name="Text Placeholder 9">
            <a:extLst>
              <a:ext uri="{FF2B5EF4-FFF2-40B4-BE49-F238E27FC236}">
                <a16:creationId xmlns:a16="http://schemas.microsoft.com/office/drawing/2014/main" id="{7A0E46F3-0687-B938-533C-E412134E65FD}"/>
              </a:ext>
            </a:extLst>
          </p:cNvPr>
          <p:cNvSpPr>
            <a:spLocks noGrp="1"/>
          </p:cNvSpPr>
          <p:nvPr>
            <p:ph type="body" sz="quarter" idx="14"/>
          </p:nvPr>
        </p:nvSpPr>
        <p:spPr/>
        <p:txBody>
          <a:bodyPr/>
          <a:lstStyle/>
          <a:p>
            <a:r>
              <a:rPr lang="en-GR"/>
              <a:t>Placeholder text</a:t>
            </a:r>
          </a:p>
        </p:txBody>
      </p:sp>
      <p:sp>
        <p:nvSpPr>
          <p:cNvPr id="6" name="Slide Number Placeholder 5">
            <a:extLst>
              <a:ext uri="{FF2B5EF4-FFF2-40B4-BE49-F238E27FC236}">
                <a16:creationId xmlns:a16="http://schemas.microsoft.com/office/drawing/2014/main" id="{4549A99C-3DFF-20D2-5B40-76281912FCD1}"/>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198</a:t>
            </a:fld>
            <a:endParaRPr lang="en-GR"/>
          </a:p>
        </p:txBody>
      </p:sp>
      <p:sp>
        <p:nvSpPr>
          <p:cNvPr id="9" name="Title 8">
            <a:extLst>
              <a:ext uri="{FF2B5EF4-FFF2-40B4-BE49-F238E27FC236}">
                <a16:creationId xmlns:a16="http://schemas.microsoft.com/office/drawing/2014/main" id="{FEF4DBC8-2450-4D9F-D48B-B5A3F68EA7E1}"/>
              </a:ext>
            </a:extLst>
          </p:cNvPr>
          <p:cNvSpPr>
            <a:spLocks noGrp="1"/>
          </p:cNvSpPr>
          <p:nvPr>
            <p:ph type="ctrTitle"/>
          </p:nvPr>
        </p:nvSpPr>
        <p:spPr/>
        <p:txBody>
          <a:bodyPr/>
          <a:lstStyle/>
          <a:p>
            <a:r>
              <a:rPr lang="en-GR"/>
              <a:t>00</a:t>
            </a:r>
          </a:p>
        </p:txBody>
      </p:sp>
      <p:pic>
        <p:nvPicPr>
          <p:cNvPr id="8" name="Graphic 7">
            <a:extLst>
              <a:ext uri="{FF2B5EF4-FFF2-40B4-BE49-F238E27FC236}">
                <a16:creationId xmlns:a16="http://schemas.microsoft.com/office/drawing/2014/main" id="{394A5F90-3010-4339-2C93-8D58B1F14739}"/>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16311"/>
          <a:stretch/>
        </p:blipFill>
        <p:spPr>
          <a:xfrm>
            <a:off x="5415430" y="812699"/>
            <a:ext cx="6776570" cy="5138716"/>
          </a:xfrm>
          <a:prstGeom prst="rect">
            <a:avLst/>
          </a:prstGeom>
        </p:spPr>
      </p:pic>
      <p:grpSp>
        <p:nvGrpSpPr>
          <p:cNvPr id="4" name="Group 3">
            <a:extLst>
              <a:ext uri="{FF2B5EF4-FFF2-40B4-BE49-F238E27FC236}">
                <a16:creationId xmlns:a16="http://schemas.microsoft.com/office/drawing/2014/main" id="{AB4DD5A8-ADB5-CF41-C634-DDEAE3F12E9A}"/>
              </a:ext>
            </a:extLst>
          </p:cNvPr>
          <p:cNvGrpSpPr/>
          <p:nvPr/>
        </p:nvGrpSpPr>
        <p:grpSpPr>
          <a:xfrm>
            <a:off x="1494000" y="6465600"/>
            <a:ext cx="879148" cy="222245"/>
            <a:chOff x="1241252" y="6465600"/>
            <a:chExt cx="879148" cy="222245"/>
          </a:xfrm>
        </p:grpSpPr>
        <p:cxnSp>
          <p:nvCxnSpPr>
            <p:cNvPr id="12" name="Straight Connector 11">
              <a:extLst>
                <a:ext uri="{FF2B5EF4-FFF2-40B4-BE49-F238E27FC236}">
                  <a16:creationId xmlns:a16="http://schemas.microsoft.com/office/drawing/2014/main" id="{4C7D4AE5-CF98-40BB-F71F-D28D115370BA}"/>
                </a:ext>
              </a:extLst>
            </p:cNvPr>
            <p:cNvCxnSpPr>
              <a:cxnSpLocks/>
            </p:cNvCxnSpPr>
            <p:nvPr/>
          </p:nvCxnSpPr>
          <p:spPr>
            <a:xfrm>
              <a:off x="1241252" y="6465600"/>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E87AF3A9-51C3-29C6-985C-C96B1AD46C6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386000" y="6471845"/>
              <a:ext cx="734400" cy="216000"/>
            </a:xfrm>
            <a:prstGeom prst="rect">
              <a:avLst/>
            </a:prstGeom>
          </p:spPr>
        </p:pic>
      </p:grpSp>
      <p:grpSp>
        <p:nvGrpSpPr>
          <p:cNvPr id="2" name="Group 1">
            <a:extLst>
              <a:ext uri="{FF2B5EF4-FFF2-40B4-BE49-F238E27FC236}">
                <a16:creationId xmlns:a16="http://schemas.microsoft.com/office/drawing/2014/main" id="{01A4331B-FE1A-5243-4C16-E93AA49FD05F}"/>
              </a:ext>
            </a:extLst>
          </p:cNvPr>
          <p:cNvGrpSpPr/>
          <p:nvPr/>
        </p:nvGrpSpPr>
        <p:grpSpPr>
          <a:xfrm>
            <a:off x="1080000" y="5832000"/>
            <a:ext cx="1989345" cy="554258"/>
            <a:chOff x="2723823" y="4569431"/>
            <a:chExt cx="1989345" cy="554258"/>
          </a:xfrm>
        </p:grpSpPr>
        <p:sp>
          <p:nvSpPr>
            <p:cNvPr id="3" name="Rounded Rectangle 2">
              <a:extLst>
                <a:ext uri="{FF2B5EF4-FFF2-40B4-BE49-F238E27FC236}">
                  <a16:creationId xmlns:a16="http://schemas.microsoft.com/office/drawing/2014/main" id="{F8E9297C-B438-CBF1-2694-1331F7179276}"/>
                </a:ext>
              </a:extLst>
            </p:cNvPr>
            <p:cNvSpPr/>
            <p:nvPr/>
          </p:nvSpPr>
          <p:spPr>
            <a:xfrm>
              <a:off x="2723823" y="4569431"/>
              <a:ext cx="1989345" cy="470828"/>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White Business Banking Logo</a:t>
              </a:r>
              <a:endParaRPr lang="en-US" sz="800">
                <a:solidFill>
                  <a:schemeClr val="bg1">
                    <a:lumMod val="95000"/>
                  </a:schemeClr>
                </a:solidFill>
                <a:latin typeface="Aptos" panose="020B0004020202020204" pitchFamily="34" charset="0"/>
              </a:endParaRPr>
            </a:p>
          </p:txBody>
        </p:sp>
        <p:sp>
          <p:nvSpPr>
            <p:cNvPr id="7" name="Triangle 6">
              <a:extLst>
                <a:ext uri="{FF2B5EF4-FFF2-40B4-BE49-F238E27FC236}">
                  <a16:creationId xmlns:a16="http://schemas.microsoft.com/office/drawing/2014/main" id="{254CFE4E-9818-80E8-A330-9CAC6A3015F0}"/>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1577978346"/>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1AD10-0C1D-F036-32C5-18069FCD6497}"/>
            </a:ext>
          </a:extLst>
        </p:cNvPr>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F83FF458-E49D-3A58-1BB3-E38BCCD25921}"/>
              </a:ext>
            </a:extLst>
          </p:cNvPr>
          <p:cNvSpPr>
            <a:spLocks noGrp="1"/>
          </p:cNvSpPr>
          <p:nvPr>
            <p:ph type="pic" sz="quarter" idx="21"/>
          </p:nvPr>
        </p:nvSpPr>
        <p:spPr/>
        <p:txBody>
          <a:bodyPr/>
          <a:lstStyle/>
          <a:p>
            <a:endParaRPr lang="en-GR"/>
          </a:p>
        </p:txBody>
      </p:sp>
      <p:sp>
        <p:nvSpPr>
          <p:cNvPr id="8" name="Title 7">
            <a:extLst>
              <a:ext uri="{FF2B5EF4-FFF2-40B4-BE49-F238E27FC236}">
                <a16:creationId xmlns:a16="http://schemas.microsoft.com/office/drawing/2014/main" id="{A4F39E7B-7FD5-8BEE-5FF2-30E0DC8122CB}"/>
              </a:ext>
            </a:extLst>
          </p:cNvPr>
          <p:cNvSpPr>
            <a:spLocks noGrp="1"/>
          </p:cNvSpPr>
          <p:nvPr>
            <p:ph type="ctrTitle"/>
          </p:nvPr>
        </p:nvSpPr>
        <p:spPr>
          <a:xfrm>
            <a:off x="332316" y="409284"/>
            <a:ext cx="5037767" cy="139397"/>
          </a:xfrm>
        </p:spPr>
        <p:txBody>
          <a:bodyPr/>
          <a:lstStyle/>
          <a:p>
            <a:r>
              <a:rPr lang="en-GR"/>
              <a:t>Page Layouts</a:t>
            </a:r>
          </a:p>
        </p:txBody>
      </p:sp>
      <p:sp>
        <p:nvSpPr>
          <p:cNvPr id="9" name="Text Placeholder 8">
            <a:extLst>
              <a:ext uri="{FF2B5EF4-FFF2-40B4-BE49-F238E27FC236}">
                <a16:creationId xmlns:a16="http://schemas.microsoft.com/office/drawing/2014/main" id="{EDAB7B14-28B3-3E35-0B79-B6375401DF3A}"/>
              </a:ext>
            </a:extLst>
          </p:cNvPr>
          <p:cNvSpPr>
            <a:spLocks noGrp="1"/>
          </p:cNvSpPr>
          <p:nvPr>
            <p:ph type="body" sz="quarter" idx="14"/>
          </p:nvPr>
        </p:nvSpPr>
        <p:spPr>
          <a:xfrm>
            <a:off x="332316" y="1268822"/>
            <a:ext cx="5036400"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sector.</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p:txBody>
      </p:sp>
      <p:sp>
        <p:nvSpPr>
          <p:cNvPr id="10" name="Text Placeholder 9">
            <a:extLst>
              <a:ext uri="{FF2B5EF4-FFF2-40B4-BE49-F238E27FC236}">
                <a16:creationId xmlns:a16="http://schemas.microsoft.com/office/drawing/2014/main" id="{A9D4CAE9-2D1F-1A87-96BF-B2EE0AF7287A}"/>
              </a:ext>
            </a:extLst>
          </p:cNvPr>
          <p:cNvSpPr>
            <a:spLocks noGrp="1"/>
          </p:cNvSpPr>
          <p:nvPr>
            <p:ph type="body" sz="quarter" idx="16"/>
          </p:nvPr>
        </p:nvSpPr>
        <p:spPr>
          <a:xfrm>
            <a:off x="332316" y="741494"/>
            <a:ext cx="5036400" cy="334515"/>
          </a:xfrm>
        </p:spPr>
        <p:txBody>
          <a:bodyPr/>
          <a:lstStyle/>
          <a:p>
            <a:r>
              <a:rPr lang="en-GR"/>
              <a:t>Title Aptos 18-24pt lines spacing 0,9</a:t>
            </a:r>
          </a:p>
        </p:txBody>
      </p:sp>
      <p:sp>
        <p:nvSpPr>
          <p:cNvPr id="4" name="Slide Number Placeholder 3">
            <a:extLst>
              <a:ext uri="{FF2B5EF4-FFF2-40B4-BE49-F238E27FC236}">
                <a16:creationId xmlns:a16="http://schemas.microsoft.com/office/drawing/2014/main" id="{7BAB3255-4ECB-5D7F-03C4-A17772DEEB17}"/>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199</a:t>
            </a:fld>
            <a:endParaRPr lang="en-GR"/>
          </a:p>
        </p:txBody>
      </p:sp>
      <p:sp>
        <p:nvSpPr>
          <p:cNvPr id="66" name="Freeform 65">
            <a:extLst>
              <a:ext uri="{FF2B5EF4-FFF2-40B4-BE49-F238E27FC236}">
                <a16:creationId xmlns:a16="http://schemas.microsoft.com/office/drawing/2014/main" id="{3E7313F4-A343-9A31-7CFA-4042A390B3CB}"/>
              </a:ext>
            </a:extLst>
          </p:cNvPr>
          <p:cNvSpPr/>
          <p:nvPr/>
        </p:nvSpPr>
        <p:spPr>
          <a:xfrm>
            <a:off x="5429019" y="-8"/>
            <a:ext cx="6762980" cy="6857998"/>
          </a:xfrm>
          <a:custGeom>
            <a:avLst/>
            <a:gdLst>
              <a:gd name="connsiteX0" fmla="*/ 4001986 w 6762980"/>
              <a:gd name="connsiteY0" fmla="*/ 5143499 h 6857998"/>
              <a:gd name="connsiteX1" fmla="*/ 4001986 w 6762980"/>
              <a:gd name="connsiteY1" fmla="*/ 5147670 h 6857998"/>
              <a:gd name="connsiteX2" fmla="*/ 4060287 w 6762980"/>
              <a:gd name="connsiteY2" fmla="*/ 5147670 h 6857998"/>
              <a:gd name="connsiteX3" fmla="*/ 4060287 w 6762980"/>
              <a:gd name="connsiteY3" fmla="*/ 5998663 h 6857998"/>
              <a:gd name="connsiteX4" fmla="*/ 5405385 w 6762980"/>
              <a:gd name="connsiteY4" fmla="*/ 5998663 h 6857998"/>
              <a:gd name="connsiteX5" fmla="*/ 5405385 w 6762980"/>
              <a:gd name="connsiteY5" fmla="*/ 6061237 h 6857998"/>
              <a:gd name="connsiteX6" fmla="*/ 4110257 w 6762980"/>
              <a:gd name="connsiteY6" fmla="*/ 6857998 h 6857998"/>
              <a:gd name="connsiteX7" fmla="*/ 4110257 w 6762980"/>
              <a:gd name="connsiteY7" fmla="*/ 6853827 h 6857998"/>
              <a:gd name="connsiteX8" fmla="*/ 4051956 w 6762980"/>
              <a:gd name="connsiteY8" fmla="*/ 6853827 h 6857998"/>
              <a:gd name="connsiteX9" fmla="*/ 4051956 w 6762980"/>
              <a:gd name="connsiteY9" fmla="*/ 6002834 h 6857998"/>
              <a:gd name="connsiteX10" fmla="*/ 2706858 w 6762980"/>
              <a:gd name="connsiteY10" fmla="*/ 6002834 h 6857998"/>
              <a:gd name="connsiteX11" fmla="*/ 2706858 w 6762980"/>
              <a:gd name="connsiteY11" fmla="*/ 5940260 h 6857998"/>
              <a:gd name="connsiteX12" fmla="*/ 4001986 w 6762980"/>
              <a:gd name="connsiteY12" fmla="*/ 5143499 h 6857998"/>
              <a:gd name="connsiteX13" fmla="*/ 4051956 w 6762980"/>
              <a:gd name="connsiteY13" fmla="*/ 3428997 h 6857998"/>
              <a:gd name="connsiteX14" fmla="*/ 4110257 w 6762980"/>
              <a:gd name="connsiteY14" fmla="*/ 3428997 h 6857998"/>
              <a:gd name="connsiteX15" fmla="*/ 5405385 w 6762980"/>
              <a:gd name="connsiteY15" fmla="*/ 4225761 h 6857998"/>
              <a:gd name="connsiteX16" fmla="*/ 5405385 w 6762980"/>
              <a:gd name="connsiteY16" fmla="*/ 4288332 h 6857998"/>
              <a:gd name="connsiteX17" fmla="*/ 4060287 w 6762980"/>
              <a:gd name="connsiteY17" fmla="*/ 4288332 h 6857998"/>
              <a:gd name="connsiteX18" fmla="*/ 4060287 w 6762980"/>
              <a:gd name="connsiteY18" fmla="*/ 5143496 h 6857998"/>
              <a:gd name="connsiteX19" fmla="*/ 4001986 w 6762980"/>
              <a:gd name="connsiteY19" fmla="*/ 5143496 h 6857998"/>
              <a:gd name="connsiteX20" fmla="*/ 2706858 w 6762980"/>
              <a:gd name="connsiteY20" fmla="*/ 4346735 h 6857998"/>
              <a:gd name="connsiteX21" fmla="*/ 2706858 w 6762980"/>
              <a:gd name="connsiteY21" fmla="*/ 4284161 h 6857998"/>
              <a:gd name="connsiteX22" fmla="*/ 4051956 w 6762980"/>
              <a:gd name="connsiteY22" fmla="*/ 4284161 h 6857998"/>
              <a:gd name="connsiteX23" fmla="*/ 5409551 w 6762980"/>
              <a:gd name="connsiteY23" fmla="*/ 2569662 h 6857998"/>
              <a:gd name="connsiteX24" fmla="*/ 6762980 w 6762980"/>
              <a:gd name="connsiteY24" fmla="*/ 2569662 h 6857998"/>
              <a:gd name="connsiteX25" fmla="*/ 6762980 w 6762980"/>
              <a:gd name="connsiteY25" fmla="*/ 3428997 h 6857998"/>
              <a:gd name="connsiteX26" fmla="*/ 6762980 w 6762980"/>
              <a:gd name="connsiteY26" fmla="*/ 4288332 h 6857998"/>
              <a:gd name="connsiteX27" fmla="*/ 5409551 w 6762980"/>
              <a:gd name="connsiteY27" fmla="*/ 4288332 h 6857998"/>
              <a:gd name="connsiteX28" fmla="*/ 5409551 w 6762980"/>
              <a:gd name="connsiteY28" fmla="*/ 4225761 h 6857998"/>
              <a:gd name="connsiteX29" fmla="*/ 6704680 w 6762980"/>
              <a:gd name="connsiteY29" fmla="*/ 3428997 h 6857998"/>
              <a:gd name="connsiteX30" fmla="*/ 5409551 w 6762980"/>
              <a:gd name="connsiteY30" fmla="*/ 2632237 h 6857998"/>
              <a:gd name="connsiteX31" fmla="*/ 1295128 w 6762980"/>
              <a:gd name="connsiteY31" fmla="*/ 1714499 h 6857998"/>
              <a:gd name="connsiteX32" fmla="*/ 1353429 w 6762980"/>
              <a:gd name="connsiteY32" fmla="*/ 1714499 h 6857998"/>
              <a:gd name="connsiteX33" fmla="*/ 1353429 w 6762980"/>
              <a:gd name="connsiteY33" fmla="*/ 2569662 h 6857998"/>
              <a:gd name="connsiteX34" fmla="*/ 2702693 w 6762980"/>
              <a:gd name="connsiteY34" fmla="*/ 2569662 h 6857998"/>
              <a:gd name="connsiteX35" fmla="*/ 2702693 w 6762980"/>
              <a:gd name="connsiteY35" fmla="*/ 2632237 h 6857998"/>
              <a:gd name="connsiteX36" fmla="*/ 1407564 w 6762980"/>
              <a:gd name="connsiteY36" fmla="*/ 3428997 h 6857998"/>
              <a:gd name="connsiteX37" fmla="*/ 1349264 w 6762980"/>
              <a:gd name="connsiteY37" fmla="*/ 3428997 h 6857998"/>
              <a:gd name="connsiteX38" fmla="*/ 1349264 w 6762980"/>
              <a:gd name="connsiteY38" fmla="*/ 2573834 h 6857998"/>
              <a:gd name="connsiteX39" fmla="*/ 0 w 6762980"/>
              <a:gd name="connsiteY39" fmla="*/ 2573834 h 6857998"/>
              <a:gd name="connsiteX40" fmla="*/ 0 w 6762980"/>
              <a:gd name="connsiteY40" fmla="*/ 2511262 h 6857998"/>
              <a:gd name="connsiteX41" fmla="*/ 1295128 w 6762980"/>
              <a:gd name="connsiteY41" fmla="*/ 1714499 h 6857998"/>
              <a:gd name="connsiteX42" fmla="*/ 4001986 w 6762980"/>
              <a:gd name="connsiteY42" fmla="*/ 0 h 6857998"/>
              <a:gd name="connsiteX43" fmla="*/ 4060287 w 6762980"/>
              <a:gd name="connsiteY43" fmla="*/ 0 h 6857998"/>
              <a:gd name="connsiteX44" fmla="*/ 4060287 w 6762980"/>
              <a:gd name="connsiteY44" fmla="*/ 859335 h 6857998"/>
              <a:gd name="connsiteX45" fmla="*/ 2706858 w 6762980"/>
              <a:gd name="connsiteY45" fmla="*/ 859335 h 6857998"/>
              <a:gd name="connsiteX46" fmla="*/ 2706858 w 6762980"/>
              <a:gd name="connsiteY46" fmla="*/ 796763 h 6857998"/>
              <a:gd name="connsiteX47" fmla="*/ 4001986 w 6762980"/>
              <a:gd name="connsiteY47"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762980" h="6857998">
                <a:moveTo>
                  <a:pt x="4001986" y="5143499"/>
                </a:moveTo>
                <a:lnTo>
                  <a:pt x="4001986" y="5147670"/>
                </a:lnTo>
                <a:lnTo>
                  <a:pt x="4060287" y="5147670"/>
                </a:lnTo>
                <a:lnTo>
                  <a:pt x="4060287" y="5998663"/>
                </a:lnTo>
                <a:lnTo>
                  <a:pt x="5405385" y="5998663"/>
                </a:lnTo>
                <a:lnTo>
                  <a:pt x="5405385" y="6061237"/>
                </a:lnTo>
                <a:cubicBezTo>
                  <a:pt x="4689109" y="6061237"/>
                  <a:pt x="4110257" y="6419987"/>
                  <a:pt x="4110257" y="6857998"/>
                </a:cubicBezTo>
                <a:lnTo>
                  <a:pt x="4110257" y="6853827"/>
                </a:lnTo>
                <a:lnTo>
                  <a:pt x="4051956" y="6853827"/>
                </a:lnTo>
                <a:lnTo>
                  <a:pt x="4051956" y="6002834"/>
                </a:lnTo>
                <a:lnTo>
                  <a:pt x="2706858" y="6002834"/>
                </a:lnTo>
                <a:lnTo>
                  <a:pt x="2706858" y="5940260"/>
                </a:lnTo>
                <a:cubicBezTo>
                  <a:pt x="3423134" y="5940260"/>
                  <a:pt x="4001986" y="5581510"/>
                  <a:pt x="4001986" y="5143499"/>
                </a:cubicBezTo>
                <a:close/>
                <a:moveTo>
                  <a:pt x="4051956" y="3428997"/>
                </a:moveTo>
                <a:lnTo>
                  <a:pt x="4110257" y="3428997"/>
                </a:lnTo>
                <a:cubicBezTo>
                  <a:pt x="4110257" y="3867008"/>
                  <a:pt x="4689109" y="4225761"/>
                  <a:pt x="5405385" y="4225761"/>
                </a:cubicBezTo>
                <a:lnTo>
                  <a:pt x="5405385" y="4288332"/>
                </a:lnTo>
                <a:lnTo>
                  <a:pt x="4060287" y="4288332"/>
                </a:lnTo>
                <a:lnTo>
                  <a:pt x="4060287" y="5143496"/>
                </a:lnTo>
                <a:lnTo>
                  <a:pt x="4001986" y="5143496"/>
                </a:lnTo>
                <a:cubicBezTo>
                  <a:pt x="4001986" y="4705485"/>
                  <a:pt x="3423134" y="4346735"/>
                  <a:pt x="2706858" y="4346735"/>
                </a:cubicBezTo>
                <a:lnTo>
                  <a:pt x="2706858" y="4284161"/>
                </a:lnTo>
                <a:lnTo>
                  <a:pt x="4051956" y="4284161"/>
                </a:lnTo>
                <a:close/>
                <a:moveTo>
                  <a:pt x="5409551" y="2569662"/>
                </a:moveTo>
                <a:lnTo>
                  <a:pt x="6762980" y="2569662"/>
                </a:lnTo>
                <a:lnTo>
                  <a:pt x="6762980" y="3428997"/>
                </a:lnTo>
                <a:lnTo>
                  <a:pt x="6762980" y="4288332"/>
                </a:lnTo>
                <a:lnTo>
                  <a:pt x="5409551" y="4288332"/>
                </a:lnTo>
                <a:lnTo>
                  <a:pt x="5409551" y="4225761"/>
                </a:lnTo>
                <a:cubicBezTo>
                  <a:pt x="6125827" y="4225761"/>
                  <a:pt x="6704680" y="3867008"/>
                  <a:pt x="6704680" y="3428997"/>
                </a:cubicBezTo>
                <a:cubicBezTo>
                  <a:pt x="6704680" y="2990986"/>
                  <a:pt x="6125827" y="2632237"/>
                  <a:pt x="5409551" y="2632237"/>
                </a:cubicBezTo>
                <a:close/>
                <a:moveTo>
                  <a:pt x="1295128" y="1714499"/>
                </a:moveTo>
                <a:lnTo>
                  <a:pt x="1353429" y="1714499"/>
                </a:lnTo>
                <a:lnTo>
                  <a:pt x="1353429" y="2569662"/>
                </a:lnTo>
                <a:lnTo>
                  <a:pt x="2702693" y="2569662"/>
                </a:lnTo>
                <a:lnTo>
                  <a:pt x="2702693" y="2632237"/>
                </a:lnTo>
                <a:cubicBezTo>
                  <a:pt x="1986417" y="2632237"/>
                  <a:pt x="1407564" y="2990986"/>
                  <a:pt x="1407564" y="3428997"/>
                </a:cubicBezTo>
                <a:lnTo>
                  <a:pt x="1349264" y="3428997"/>
                </a:lnTo>
                <a:lnTo>
                  <a:pt x="1349264" y="2573834"/>
                </a:lnTo>
                <a:lnTo>
                  <a:pt x="0" y="2573834"/>
                </a:lnTo>
                <a:lnTo>
                  <a:pt x="0" y="2511262"/>
                </a:lnTo>
                <a:cubicBezTo>
                  <a:pt x="716276" y="2511262"/>
                  <a:pt x="1295128" y="2152509"/>
                  <a:pt x="1295128" y="1714499"/>
                </a:cubicBezTo>
                <a:close/>
                <a:moveTo>
                  <a:pt x="4001986" y="0"/>
                </a:moveTo>
                <a:lnTo>
                  <a:pt x="4060287" y="0"/>
                </a:lnTo>
                <a:lnTo>
                  <a:pt x="4060287" y="859335"/>
                </a:lnTo>
                <a:lnTo>
                  <a:pt x="2706858" y="859335"/>
                </a:lnTo>
                <a:lnTo>
                  <a:pt x="2706858" y="796763"/>
                </a:lnTo>
                <a:cubicBezTo>
                  <a:pt x="3423134" y="796763"/>
                  <a:pt x="4001986" y="438011"/>
                  <a:pt x="4001986" y="0"/>
                </a:cubicBezTo>
                <a:close/>
              </a:path>
            </a:pathLst>
          </a:custGeom>
          <a:solidFill>
            <a:srgbClr val="0E8FFF"/>
          </a:solidFill>
          <a:ln w="16168" cap="flat">
            <a:noFill/>
            <a:prstDash val="solid"/>
            <a:miter/>
          </a:ln>
        </p:spPr>
        <p:txBody>
          <a:bodyPr wrap="square" rtlCol="0" anchor="ctr">
            <a:noAutofit/>
          </a:bodyPr>
          <a:lstStyle/>
          <a:p>
            <a:endParaRPr lang="en-GR"/>
          </a:p>
        </p:txBody>
      </p:sp>
      <p:grpSp>
        <p:nvGrpSpPr>
          <p:cNvPr id="15" name="Group 14">
            <a:extLst>
              <a:ext uri="{FF2B5EF4-FFF2-40B4-BE49-F238E27FC236}">
                <a16:creationId xmlns:a16="http://schemas.microsoft.com/office/drawing/2014/main" id="{DDA242C4-939E-D3F3-573F-0A4C779C7E6A}"/>
              </a:ext>
            </a:extLst>
          </p:cNvPr>
          <p:cNvGrpSpPr/>
          <p:nvPr/>
        </p:nvGrpSpPr>
        <p:grpSpPr>
          <a:xfrm>
            <a:off x="1080000" y="5832000"/>
            <a:ext cx="1698145" cy="554258"/>
            <a:chOff x="2723823" y="4569431"/>
            <a:chExt cx="1698145" cy="554258"/>
          </a:xfrm>
        </p:grpSpPr>
        <p:sp>
          <p:nvSpPr>
            <p:cNvPr id="16" name="Rounded Rectangle 15">
              <a:extLst>
                <a:ext uri="{FF2B5EF4-FFF2-40B4-BE49-F238E27FC236}">
                  <a16:creationId xmlns:a16="http://schemas.microsoft.com/office/drawing/2014/main" id="{8768DEB1-9E9E-253A-91E2-FB642F106F76}"/>
                </a:ext>
              </a:extLst>
            </p:cNvPr>
            <p:cNvSpPr/>
            <p:nvPr/>
          </p:nvSpPr>
          <p:spPr>
            <a:xfrm>
              <a:off x="2723823" y="4569431"/>
              <a:ext cx="1698145" cy="470828"/>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Business Banking Logo</a:t>
              </a:r>
              <a:endParaRPr lang="en-US" sz="800">
                <a:solidFill>
                  <a:schemeClr val="bg1">
                    <a:lumMod val="95000"/>
                  </a:schemeClr>
                </a:solidFill>
                <a:latin typeface="Aptos" panose="020B0004020202020204" pitchFamily="34" charset="0"/>
              </a:endParaRPr>
            </a:p>
          </p:txBody>
        </p:sp>
        <p:sp>
          <p:nvSpPr>
            <p:cNvPr id="17" name="Triangle 16">
              <a:extLst>
                <a:ext uri="{FF2B5EF4-FFF2-40B4-BE49-F238E27FC236}">
                  <a16:creationId xmlns:a16="http://schemas.microsoft.com/office/drawing/2014/main" id="{76F0223B-42F3-4369-BE90-BC5E39D76AA2}"/>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5" name="Group 4">
            <a:extLst>
              <a:ext uri="{FF2B5EF4-FFF2-40B4-BE49-F238E27FC236}">
                <a16:creationId xmlns:a16="http://schemas.microsoft.com/office/drawing/2014/main" id="{1201AD22-8698-D57E-FFCA-DA3120664817}"/>
              </a:ext>
            </a:extLst>
          </p:cNvPr>
          <p:cNvGrpSpPr/>
          <p:nvPr/>
        </p:nvGrpSpPr>
        <p:grpSpPr>
          <a:xfrm>
            <a:off x="8696563" y="771148"/>
            <a:ext cx="2930954" cy="1092732"/>
            <a:chOff x="2723823" y="4208069"/>
            <a:chExt cx="2930954" cy="1092732"/>
          </a:xfrm>
        </p:grpSpPr>
        <p:sp>
          <p:nvSpPr>
            <p:cNvPr id="6" name="Rounded Rectangle 5">
              <a:extLst>
                <a:ext uri="{FF2B5EF4-FFF2-40B4-BE49-F238E27FC236}">
                  <a16:creationId xmlns:a16="http://schemas.microsoft.com/office/drawing/2014/main" id="{A8C43FA7-141D-BDCB-94DD-33B069D7524A}"/>
                </a:ext>
              </a:extLst>
            </p:cNvPr>
            <p:cNvSpPr/>
            <p:nvPr/>
          </p:nvSpPr>
          <p:spPr>
            <a:xfrm>
              <a:off x="2723823" y="4307490"/>
              <a:ext cx="2930954" cy="99331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t"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Business Banking Color </a:t>
              </a:r>
              <a:endParaRPr lang="en-US" sz="800">
                <a:latin typeface="Aptos" panose="020B0004020202020204" pitchFamily="34" charset="0"/>
                <a:ea typeface="Tahoma" panose="020B0604030504040204" pitchFamily="34" charset="0"/>
                <a:cs typeface="Tahoma" panose="020B0604030504040204" pitchFamily="34" charset="0"/>
              </a:endParaRPr>
            </a:p>
            <a:p>
              <a:pPr>
                <a:lnSpc>
                  <a:spcPct val="110000"/>
                </a:lnSpc>
                <a:spcBef>
                  <a:spcPts val="900"/>
                </a:spcBef>
              </a:pPr>
              <a:r>
                <a:rPr lang="en-US" sz="800">
                  <a:latin typeface="Aptos" panose="020B0004020202020204" pitchFamily="34" charset="0"/>
                  <a:ea typeface="Tahoma" panose="020B0604030504040204" pitchFamily="34" charset="0"/>
                  <a:cs typeface="Tahoma" panose="020B0604030504040204" pitchFamily="34" charset="0"/>
                </a:rPr>
                <a:t>#0E8FFF</a:t>
              </a:r>
            </a:p>
            <a:p>
              <a:pPr>
                <a:lnSpc>
                  <a:spcPct val="110000"/>
                </a:lnSpc>
                <a:spcBef>
                  <a:spcPts val="900"/>
                </a:spcBef>
              </a:pPr>
              <a:r>
                <a:rPr lang="en-US" sz="800">
                  <a:latin typeface="Aptos" panose="020B0004020202020204" pitchFamily="34" charset="0"/>
                  <a:ea typeface="Tahoma" panose="020B0604030504040204" pitchFamily="34" charset="0"/>
                  <a:cs typeface="Tahoma" panose="020B0604030504040204" pitchFamily="34" charset="0"/>
                </a:rPr>
                <a:t>You can also find segment colors in slide 7</a:t>
              </a:r>
              <a:endParaRPr lang="en-GR" sz="800">
                <a:latin typeface="Aptos" panose="020B0004020202020204" pitchFamily="34" charset="0"/>
                <a:ea typeface="Tahoma" panose="020B0604030504040204" pitchFamily="34" charset="0"/>
                <a:cs typeface="Tahoma" panose="020B0604030504040204" pitchFamily="34" charset="0"/>
              </a:endParaRPr>
            </a:p>
          </p:txBody>
        </p:sp>
        <p:sp>
          <p:nvSpPr>
            <p:cNvPr id="7" name="Triangle 6">
              <a:extLst>
                <a:ext uri="{FF2B5EF4-FFF2-40B4-BE49-F238E27FC236}">
                  <a16:creationId xmlns:a16="http://schemas.microsoft.com/office/drawing/2014/main" id="{D4B7A518-6EF0-73EF-E5D7-86662E1FC7C2}"/>
                </a:ext>
              </a:extLst>
            </p:cNvPr>
            <p:cNvSpPr/>
            <p:nvPr/>
          </p:nvSpPr>
          <p:spPr>
            <a:xfrm>
              <a:off x="3047295" y="4208069"/>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12" name="Group 11">
            <a:extLst>
              <a:ext uri="{FF2B5EF4-FFF2-40B4-BE49-F238E27FC236}">
                <a16:creationId xmlns:a16="http://schemas.microsoft.com/office/drawing/2014/main" id="{ADD66F2B-313D-2704-1DAE-FEF6A24276B6}"/>
              </a:ext>
            </a:extLst>
          </p:cNvPr>
          <p:cNvGrpSpPr/>
          <p:nvPr/>
        </p:nvGrpSpPr>
        <p:grpSpPr>
          <a:xfrm>
            <a:off x="1494000" y="6464945"/>
            <a:ext cx="878399" cy="220729"/>
            <a:chOff x="1241252" y="6464945"/>
            <a:chExt cx="878399" cy="220729"/>
          </a:xfrm>
        </p:grpSpPr>
        <p:cxnSp>
          <p:nvCxnSpPr>
            <p:cNvPr id="13" name="Straight Connector 12">
              <a:extLst>
                <a:ext uri="{FF2B5EF4-FFF2-40B4-BE49-F238E27FC236}">
                  <a16:creationId xmlns:a16="http://schemas.microsoft.com/office/drawing/2014/main" id="{A634048E-7ABA-6E74-976A-E99F4A8CBE59}"/>
                </a:ext>
              </a:extLst>
            </p:cNvPr>
            <p:cNvCxnSpPr>
              <a:cxnSpLocks/>
            </p:cNvCxnSpPr>
            <p:nvPr/>
          </p:nvCxnSpPr>
          <p:spPr>
            <a:xfrm>
              <a:off x="1241252" y="6464945"/>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D47FBAF9-5D1B-33F6-9120-962C3FC0617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385251" y="6469674"/>
              <a:ext cx="734400" cy="216000"/>
            </a:xfrm>
            <a:prstGeom prst="rect">
              <a:avLst/>
            </a:prstGeom>
          </p:spPr>
        </p:pic>
      </p:grpSp>
    </p:spTree>
    <p:extLst>
      <p:ext uri="{BB962C8B-B14F-4D97-AF65-F5344CB8AC3E}">
        <p14:creationId xmlns:p14="http://schemas.microsoft.com/office/powerpoint/2010/main" val="1365182406"/>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89A1194-7341-7094-6C0D-201FCAAC26AA}"/>
              </a:ext>
            </a:extLst>
          </p:cNvPr>
          <p:cNvSpPr>
            <a:spLocks noGrp="1"/>
          </p:cNvSpPr>
          <p:nvPr>
            <p:ph type="body" sz="quarter" idx="16"/>
          </p:nvPr>
        </p:nvSpPr>
        <p:spPr/>
        <p:txBody>
          <a:bodyPr/>
          <a:lstStyle/>
          <a:p>
            <a:r>
              <a:rPr lang="en-GR"/>
              <a:t>Divider</a:t>
            </a:r>
          </a:p>
        </p:txBody>
      </p:sp>
      <p:sp>
        <p:nvSpPr>
          <p:cNvPr id="11" name="Text Placeholder 10">
            <a:extLst>
              <a:ext uri="{FF2B5EF4-FFF2-40B4-BE49-F238E27FC236}">
                <a16:creationId xmlns:a16="http://schemas.microsoft.com/office/drawing/2014/main" id="{76B9D39D-39D2-C716-2CF3-D8AFA0A9B50A}"/>
              </a:ext>
            </a:extLst>
          </p:cNvPr>
          <p:cNvSpPr>
            <a:spLocks noGrp="1"/>
          </p:cNvSpPr>
          <p:nvPr>
            <p:ph type="body" sz="quarter" idx="14"/>
          </p:nvPr>
        </p:nvSpPr>
        <p:spPr/>
        <p:txBody>
          <a:bodyPr/>
          <a:lstStyle/>
          <a:p>
            <a:r>
              <a:rPr lang="en-GR"/>
              <a:t>Placeholder text</a:t>
            </a:r>
          </a:p>
        </p:txBody>
      </p:sp>
      <p:sp>
        <p:nvSpPr>
          <p:cNvPr id="6" name="Slide Number Placeholder 5">
            <a:extLst>
              <a:ext uri="{FF2B5EF4-FFF2-40B4-BE49-F238E27FC236}">
                <a16:creationId xmlns:a16="http://schemas.microsoft.com/office/drawing/2014/main" id="{DDE95EBF-8882-CE52-6209-A5FFF47603A8}"/>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200</a:t>
            </a:fld>
            <a:endParaRPr lang="en-GR"/>
          </a:p>
        </p:txBody>
      </p:sp>
      <p:sp>
        <p:nvSpPr>
          <p:cNvPr id="10" name="Title 9">
            <a:extLst>
              <a:ext uri="{FF2B5EF4-FFF2-40B4-BE49-F238E27FC236}">
                <a16:creationId xmlns:a16="http://schemas.microsoft.com/office/drawing/2014/main" id="{B96AEF88-D2F6-F883-D703-A9BE5F834011}"/>
              </a:ext>
            </a:extLst>
          </p:cNvPr>
          <p:cNvSpPr>
            <a:spLocks noGrp="1"/>
          </p:cNvSpPr>
          <p:nvPr>
            <p:ph type="ctrTitle"/>
          </p:nvPr>
        </p:nvSpPr>
        <p:spPr/>
        <p:txBody>
          <a:bodyPr/>
          <a:lstStyle/>
          <a:p>
            <a:r>
              <a:rPr lang="en-GR"/>
              <a:t>00</a:t>
            </a:r>
          </a:p>
        </p:txBody>
      </p:sp>
      <p:sp>
        <p:nvSpPr>
          <p:cNvPr id="8" name="Freeform 7">
            <a:extLst>
              <a:ext uri="{FF2B5EF4-FFF2-40B4-BE49-F238E27FC236}">
                <a16:creationId xmlns:a16="http://schemas.microsoft.com/office/drawing/2014/main" id="{6A485366-5CA5-AA57-32F9-0A87EF7921BA}"/>
              </a:ext>
            </a:extLst>
          </p:cNvPr>
          <p:cNvSpPr/>
          <p:nvPr/>
        </p:nvSpPr>
        <p:spPr>
          <a:xfrm rot="10800000">
            <a:off x="7711108" y="1259904"/>
            <a:ext cx="3443224" cy="4353497"/>
          </a:xfrm>
          <a:custGeom>
            <a:avLst/>
            <a:gdLst>
              <a:gd name="connsiteX0" fmla="*/ 54209 w 1328758"/>
              <a:gd name="connsiteY0" fmla="*/ 840018 h 1680036"/>
              <a:gd name="connsiteX1" fmla="*/ 1328759 w 1328758"/>
              <a:gd name="connsiteY1" fmla="*/ 60996 h 1680036"/>
              <a:gd name="connsiteX2" fmla="*/ 1328759 w 1328758"/>
              <a:gd name="connsiteY2" fmla="*/ 0 h 1680036"/>
              <a:gd name="connsiteX3" fmla="*/ 0 w 1328758"/>
              <a:gd name="connsiteY3" fmla="*/ 0 h 1680036"/>
              <a:gd name="connsiteX4" fmla="*/ 0 w 1328758"/>
              <a:gd name="connsiteY4" fmla="*/ 1680037 h 1680036"/>
              <a:gd name="connsiteX5" fmla="*/ 1328759 w 1328758"/>
              <a:gd name="connsiteY5" fmla="*/ 1680037 h 1680036"/>
              <a:gd name="connsiteX6" fmla="*/ 1328759 w 1328758"/>
              <a:gd name="connsiteY6" fmla="*/ 1619040 h 1680036"/>
              <a:gd name="connsiteX7" fmla="*/ 54209 w 1328758"/>
              <a:gd name="connsiteY7" fmla="*/ 840018 h 1680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8758" h="1680036">
                <a:moveTo>
                  <a:pt x="54209" y="840018"/>
                </a:moveTo>
                <a:cubicBezTo>
                  <a:pt x="54209" y="409881"/>
                  <a:pt x="624873" y="60996"/>
                  <a:pt x="1328759" y="60996"/>
                </a:cubicBezTo>
                <a:lnTo>
                  <a:pt x="1328759" y="0"/>
                </a:lnTo>
                <a:lnTo>
                  <a:pt x="0" y="0"/>
                </a:lnTo>
                <a:lnTo>
                  <a:pt x="0" y="1680037"/>
                </a:lnTo>
                <a:lnTo>
                  <a:pt x="1328759" y="1680037"/>
                </a:lnTo>
                <a:lnTo>
                  <a:pt x="1328759" y="1619040"/>
                </a:lnTo>
                <a:cubicBezTo>
                  <a:pt x="624873" y="1619040"/>
                  <a:pt x="54209" y="1270156"/>
                  <a:pt x="54209" y="840018"/>
                </a:cubicBezTo>
                <a:close/>
              </a:path>
            </a:pathLst>
          </a:custGeom>
          <a:solidFill>
            <a:srgbClr val="9C1F2D"/>
          </a:solidFill>
          <a:ln w="0" cap="flat">
            <a:noFill/>
            <a:prstDash val="solid"/>
            <a:miter/>
          </a:ln>
        </p:spPr>
        <p:txBody>
          <a:bodyPr rtlCol="0" anchor="ctr"/>
          <a:lstStyle/>
          <a:p>
            <a:endParaRPr lang="en-GR"/>
          </a:p>
        </p:txBody>
      </p:sp>
      <p:grpSp>
        <p:nvGrpSpPr>
          <p:cNvPr id="2" name="Group 1">
            <a:extLst>
              <a:ext uri="{FF2B5EF4-FFF2-40B4-BE49-F238E27FC236}">
                <a16:creationId xmlns:a16="http://schemas.microsoft.com/office/drawing/2014/main" id="{C8EC5692-57BD-A451-6B81-1DFBD2978CD4}"/>
              </a:ext>
            </a:extLst>
          </p:cNvPr>
          <p:cNvGrpSpPr/>
          <p:nvPr/>
        </p:nvGrpSpPr>
        <p:grpSpPr>
          <a:xfrm>
            <a:off x="1494000" y="6465600"/>
            <a:ext cx="881999" cy="217010"/>
            <a:chOff x="1241252" y="6465600"/>
            <a:chExt cx="881999" cy="217010"/>
          </a:xfrm>
        </p:grpSpPr>
        <p:cxnSp>
          <p:nvCxnSpPr>
            <p:cNvPr id="3" name="Straight Connector 2">
              <a:extLst>
                <a:ext uri="{FF2B5EF4-FFF2-40B4-BE49-F238E27FC236}">
                  <a16:creationId xmlns:a16="http://schemas.microsoft.com/office/drawing/2014/main" id="{C1FB2DDC-0472-2C12-9FC6-1BE22536EAA3}"/>
                </a:ext>
              </a:extLst>
            </p:cNvPr>
            <p:cNvCxnSpPr>
              <a:cxnSpLocks/>
            </p:cNvCxnSpPr>
            <p:nvPr/>
          </p:nvCxnSpPr>
          <p:spPr>
            <a:xfrm>
              <a:off x="1241252" y="6466610"/>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2F8C5981-D223-4934-1416-12FAE4D743E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85251" y="6465600"/>
              <a:ext cx="738000" cy="216000"/>
            </a:xfrm>
            <a:prstGeom prst="rect">
              <a:avLst/>
            </a:prstGeom>
          </p:spPr>
        </p:pic>
      </p:grpSp>
      <p:grpSp>
        <p:nvGrpSpPr>
          <p:cNvPr id="20" name="Group 19">
            <a:extLst>
              <a:ext uri="{FF2B5EF4-FFF2-40B4-BE49-F238E27FC236}">
                <a16:creationId xmlns:a16="http://schemas.microsoft.com/office/drawing/2014/main" id="{EAC53F34-1D5D-E84C-94FB-C4E6E7515FFF}"/>
              </a:ext>
            </a:extLst>
          </p:cNvPr>
          <p:cNvGrpSpPr/>
          <p:nvPr/>
        </p:nvGrpSpPr>
        <p:grpSpPr>
          <a:xfrm>
            <a:off x="1080000" y="5832000"/>
            <a:ext cx="1873059" cy="554258"/>
            <a:chOff x="2723823" y="4569431"/>
            <a:chExt cx="1873059" cy="554258"/>
          </a:xfrm>
        </p:grpSpPr>
        <p:sp>
          <p:nvSpPr>
            <p:cNvPr id="21" name="Rounded Rectangle 20">
              <a:extLst>
                <a:ext uri="{FF2B5EF4-FFF2-40B4-BE49-F238E27FC236}">
                  <a16:creationId xmlns:a16="http://schemas.microsoft.com/office/drawing/2014/main" id="{DEABFAEB-1B23-DB71-28DB-801EC505B3D6}"/>
                </a:ext>
              </a:extLst>
            </p:cNvPr>
            <p:cNvSpPr/>
            <p:nvPr/>
          </p:nvSpPr>
          <p:spPr>
            <a:xfrm>
              <a:off x="2723823" y="4569431"/>
              <a:ext cx="1873059" cy="470828"/>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White Private Banking Logo</a:t>
              </a:r>
              <a:endParaRPr lang="en-US" sz="800">
                <a:solidFill>
                  <a:schemeClr val="bg1">
                    <a:lumMod val="95000"/>
                  </a:schemeClr>
                </a:solidFill>
                <a:latin typeface="Aptos" panose="020B0004020202020204" pitchFamily="34" charset="0"/>
              </a:endParaRPr>
            </a:p>
          </p:txBody>
        </p:sp>
        <p:sp>
          <p:nvSpPr>
            <p:cNvPr id="22" name="Triangle 21">
              <a:extLst>
                <a:ext uri="{FF2B5EF4-FFF2-40B4-BE49-F238E27FC236}">
                  <a16:creationId xmlns:a16="http://schemas.microsoft.com/office/drawing/2014/main" id="{379B4E66-026E-4048-7CA5-BE3F54698EC2}"/>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1796362338"/>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76C2B-4EE4-8E74-8C0F-28435B050B96}"/>
            </a:ext>
          </a:extLst>
        </p:cNvPr>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832C4EA5-4584-6A4B-1340-371A497BF488}"/>
              </a:ext>
            </a:extLst>
          </p:cNvPr>
          <p:cNvSpPr>
            <a:spLocks noGrp="1"/>
          </p:cNvSpPr>
          <p:nvPr>
            <p:ph type="pic" sz="quarter" idx="21"/>
          </p:nvPr>
        </p:nvSpPr>
        <p:spPr/>
        <p:txBody>
          <a:bodyPr/>
          <a:lstStyle/>
          <a:p>
            <a:endParaRPr lang="en-GR"/>
          </a:p>
        </p:txBody>
      </p:sp>
      <p:sp>
        <p:nvSpPr>
          <p:cNvPr id="11" name="Title 10">
            <a:extLst>
              <a:ext uri="{FF2B5EF4-FFF2-40B4-BE49-F238E27FC236}">
                <a16:creationId xmlns:a16="http://schemas.microsoft.com/office/drawing/2014/main" id="{D13A0F95-F269-7EF5-C58A-3235D391D03F}"/>
              </a:ext>
            </a:extLst>
          </p:cNvPr>
          <p:cNvSpPr>
            <a:spLocks noGrp="1"/>
          </p:cNvSpPr>
          <p:nvPr>
            <p:ph type="ctrTitle"/>
          </p:nvPr>
        </p:nvSpPr>
        <p:spPr>
          <a:xfrm>
            <a:off x="332316" y="409284"/>
            <a:ext cx="5037767" cy="139397"/>
          </a:xfrm>
        </p:spPr>
        <p:txBody>
          <a:bodyPr/>
          <a:lstStyle/>
          <a:p>
            <a:r>
              <a:rPr lang="en-GR"/>
              <a:t>Page Layouts</a:t>
            </a:r>
          </a:p>
        </p:txBody>
      </p:sp>
      <p:sp>
        <p:nvSpPr>
          <p:cNvPr id="16" name="Text Placeholder 15">
            <a:extLst>
              <a:ext uri="{FF2B5EF4-FFF2-40B4-BE49-F238E27FC236}">
                <a16:creationId xmlns:a16="http://schemas.microsoft.com/office/drawing/2014/main" id="{425557BC-32F0-EAD0-1395-75C62973A2F5}"/>
              </a:ext>
            </a:extLst>
          </p:cNvPr>
          <p:cNvSpPr>
            <a:spLocks noGrp="1"/>
          </p:cNvSpPr>
          <p:nvPr>
            <p:ph type="body" sz="quarter" idx="14"/>
          </p:nvPr>
        </p:nvSpPr>
        <p:spPr>
          <a:xfrm>
            <a:off x="331788" y="1268413"/>
            <a:ext cx="5037137" cy="5040312"/>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sector.</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7" name="Text Placeholder 16">
            <a:extLst>
              <a:ext uri="{FF2B5EF4-FFF2-40B4-BE49-F238E27FC236}">
                <a16:creationId xmlns:a16="http://schemas.microsoft.com/office/drawing/2014/main" id="{27932C56-B05F-D892-0AFF-B08295426810}"/>
              </a:ext>
            </a:extLst>
          </p:cNvPr>
          <p:cNvSpPr>
            <a:spLocks noGrp="1"/>
          </p:cNvSpPr>
          <p:nvPr>
            <p:ph type="body" sz="quarter" idx="16"/>
          </p:nvPr>
        </p:nvSpPr>
        <p:spPr>
          <a:xfrm>
            <a:off x="332316" y="741494"/>
            <a:ext cx="5036400" cy="334515"/>
          </a:xfrm>
        </p:spPr>
        <p:txBody>
          <a:bodyPr/>
          <a:lstStyle/>
          <a:p>
            <a:r>
              <a:rPr lang="en-GR"/>
              <a:t>Title Aptos 18-24pt lines spacing 0,9</a:t>
            </a:r>
          </a:p>
        </p:txBody>
      </p:sp>
      <p:sp>
        <p:nvSpPr>
          <p:cNvPr id="7" name="Slide Number Placeholder 6">
            <a:extLst>
              <a:ext uri="{FF2B5EF4-FFF2-40B4-BE49-F238E27FC236}">
                <a16:creationId xmlns:a16="http://schemas.microsoft.com/office/drawing/2014/main" id="{ABEE8025-9879-328C-E1DE-D7927A4957DF}"/>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201</a:t>
            </a:fld>
            <a:endParaRPr lang="en-GR"/>
          </a:p>
        </p:txBody>
      </p:sp>
      <p:grpSp>
        <p:nvGrpSpPr>
          <p:cNvPr id="2" name="Group 1">
            <a:extLst>
              <a:ext uri="{FF2B5EF4-FFF2-40B4-BE49-F238E27FC236}">
                <a16:creationId xmlns:a16="http://schemas.microsoft.com/office/drawing/2014/main" id="{0ED2F672-BD0E-6362-56ED-CB1C218A825D}"/>
              </a:ext>
            </a:extLst>
          </p:cNvPr>
          <p:cNvGrpSpPr/>
          <p:nvPr/>
        </p:nvGrpSpPr>
        <p:grpSpPr>
          <a:xfrm>
            <a:off x="7353975" y="891181"/>
            <a:ext cx="3806621" cy="5075636"/>
            <a:chOff x="2119150" y="80051"/>
            <a:chExt cx="310537" cy="414061"/>
          </a:xfrm>
          <a:solidFill>
            <a:srgbClr val="AA0028"/>
          </a:solidFill>
        </p:grpSpPr>
        <p:sp>
          <p:nvSpPr>
            <p:cNvPr id="3" name="Freeform 2">
              <a:extLst>
                <a:ext uri="{FF2B5EF4-FFF2-40B4-BE49-F238E27FC236}">
                  <a16:creationId xmlns:a16="http://schemas.microsoft.com/office/drawing/2014/main" id="{FC51B9A1-CC37-BCC8-65CE-1049B1F69A61}"/>
                </a:ext>
              </a:extLst>
            </p:cNvPr>
            <p:cNvSpPr/>
            <p:nvPr/>
          </p:nvSpPr>
          <p:spPr>
            <a:xfrm>
              <a:off x="2119150" y="287082"/>
              <a:ext cx="310537" cy="207030"/>
            </a:xfrm>
            <a:custGeom>
              <a:avLst/>
              <a:gdLst>
                <a:gd name="connsiteX0" fmla="*/ 0 w 310537"/>
                <a:gd name="connsiteY0" fmla="*/ 207031 h 207030"/>
                <a:gd name="connsiteX1" fmla="*/ 310537 w 310537"/>
                <a:gd name="connsiteY1" fmla="*/ 207031 h 207030"/>
                <a:gd name="connsiteX2" fmla="*/ 310537 w 310537"/>
                <a:gd name="connsiteY2" fmla="*/ 0 h 207030"/>
                <a:gd name="connsiteX3" fmla="*/ 298854 w 310537"/>
                <a:gd name="connsiteY3" fmla="*/ 0 h 207030"/>
                <a:gd name="connsiteX4" fmla="*/ 0 w 310537"/>
                <a:gd name="connsiteY4" fmla="*/ 194713 h 207030"/>
                <a:gd name="connsiteX5" fmla="*/ 0 w 310537"/>
                <a:gd name="connsiteY5" fmla="*/ 207031 h 20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537" h="207030">
                  <a:moveTo>
                    <a:pt x="0" y="207031"/>
                  </a:moveTo>
                  <a:lnTo>
                    <a:pt x="310537" y="207031"/>
                  </a:lnTo>
                  <a:lnTo>
                    <a:pt x="310537" y="0"/>
                  </a:lnTo>
                  <a:lnTo>
                    <a:pt x="298854" y="0"/>
                  </a:lnTo>
                  <a:cubicBezTo>
                    <a:pt x="298854" y="107501"/>
                    <a:pt x="165040" y="194713"/>
                    <a:pt x="0" y="194713"/>
                  </a:cubicBezTo>
                  <a:lnTo>
                    <a:pt x="0" y="207031"/>
                  </a:lnTo>
                  <a:close/>
                </a:path>
              </a:pathLst>
            </a:custGeom>
            <a:grpFill/>
            <a:ln w="690" cap="flat">
              <a:noFill/>
              <a:prstDash val="solid"/>
              <a:miter/>
            </a:ln>
          </p:spPr>
          <p:txBody>
            <a:bodyPr rtlCol="0" anchor="ctr"/>
            <a:lstStyle/>
            <a:p>
              <a:endParaRPr lang="en-GR"/>
            </a:p>
          </p:txBody>
        </p:sp>
        <p:sp>
          <p:nvSpPr>
            <p:cNvPr id="4" name="Freeform 3">
              <a:extLst>
                <a:ext uri="{FF2B5EF4-FFF2-40B4-BE49-F238E27FC236}">
                  <a16:creationId xmlns:a16="http://schemas.microsoft.com/office/drawing/2014/main" id="{CCAB41F0-A638-D361-E969-F8E59D032A66}"/>
                </a:ext>
              </a:extLst>
            </p:cNvPr>
            <p:cNvSpPr/>
            <p:nvPr/>
          </p:nvSpPr>
          <p:spPr>
            <a:xfrm>
              <a:off x="2119150" y="80051"/>
              <a:ext cx="310537" cy="207030"/>
            </a:xfrm>
            <a:custGeom>
              <a:avLst/>
              <a:gdLst>
                <a:gd name="connsiteX0" fmla="*/ 0 w 310537"/>
                <a:gd name="connsiteY0" fmla="*/ 0 h 207030"/>
                <a:gd name="connsiteX1" fmla="*/ 310537 w 310537"/>
                <a:gd name="connsiteY1" fmla="*/ 0 h 207030"/>
                <a:gd name="connsiteX2" fmla="*/ 310537 w 310537"/>
                <a:gd name="connsiteY2" fmla="*/ 207031 h 207030"/>
                <a:gd name="connsiteX3" fmla="*/ 298854 w 310537"/>
                <a:gd name="connsiteY3" fmla="*/ 207031 h 207030"/>
                <a:gd name="connsiteX4" fmla="*/ 0 w 310537"/>
                <a:gd name="connsiteY4" fmla="*/ 12318 h 207030"/>
                <a:gd name="connsiteX5" fmla="*/ 0 w 310537"/>
                <a:gd name="connsiteY5" fmla="*/ 0 h 20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537" h="207030">
                  <a:moveTo>
                    <a:pt x="0" y="0"/>
                  </a:moveTo>
                  <a:lnTo>
                    <a:pt x="310537" y="0"/>
                  </a:lnTo>
                  <a:lnTo>
                    <a:pt x="310537" y="207031"/>
                  </a:lnTo>
                  <a:lnTo>
                    <a:pt x="298854" y="207031"/>
                  </a:lnTo>
                  <a:cubicBezTo>
                    <a:pt x="298854" y="99530"/>
                    <a:pt x="165040" y="12318"/>
                    <a:pt x="0" y="12318"/>
                  </a:cubicBezTo>
                  <a:lnTo>
                    <a:pt x="0" y="0"/>
                  </a:lnTo>
                  <a:close/>
                </a:path>
              </a:pathLst>
            </a:custGeom>
            <a:grpFill/>
            <a:ln w="690" cap="flat">
              <a:noFill/>
              <a:prstDash val="solid"/>
              <a:miter/>
            </a:ln>
          </p:spPr>
          <p:txBody>
            <a:bodyPr rtlCol="0" anchor="ctr"/>
            <a:lstStyle/>
            <a:p>
              <a:endParaRPr lang="en-GR"/>
            </a:p>
          </p:txBody>
        </p:sp>
      </p:grpSp>
      <p:grpSp>
        <p:nvGrpSpPr>
          <p:cNvPr id="12" name="Group 11">
            <a:extLst>
              <a:ext uri="{FF2B5EF4-FFF2-40B4-BE49-F238E27FC236}">
                <a16:creationId xmlns:a16="http://schemas.microsoft.com/office/drawing/2014/main" id="{FFC16175-5C6B-5748-D5AD-7EADF9028513}"/>
              </a:ext>
            </a:extLst>
          </p:cNvPr>
          <p:cNvGrpSpPr/>
          <p:nvPr/>
        </p:nvGrpSpPr>
        <p:grpSpPr>
          <a:xfrm>
            <a:off x="1080000" y="5832000"/>
            <a:ext cx="1513298" cy="554258"/>
            <a:chOff x="2723823" y="4569431"/>
            <a:chExt cx="1513298" cy="554258"/>
          </a:xfrm>
        </p:grpSpPr>
        <p:sp>
          <p:nvSpPr>
            <p:cNvPr id="13" name="Rounded Rectangle 12">
              <a:extLst>
                <a:ext uri="{FF2B5EF4-FFF2-40B4-BE49-F238E27FC236}">
                  <a16:creationId xmlns:a16="http://schemas.microsoft.com/office/drawing/2014/main" id="{91E37E81-A1C0-65FD-91B1-E08D5354B0CC}"/>
                </a:ext>
              </a:extLst>
            </p:cNvPr>
            <p:cNvSpPr/>
            <p:nvPr/>
          </p:nvSpPr>
          <p:spPr>
            <a:xfrm>
              <a:off x="2723823" y="4569431"/>
              <a:ext cx="1513298" cy="470828"/>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Private Banking Logo</a:t>
              </a:r>
              <a:endParaRPr lang="en-US" sz="800">
                <a:solidFill>
                  <a:schemeClr val="bg1">
                    <a:lumMod val="95000"/>
                  </a:schemeClr>
                </a:solidFill>
                <a:latin typeface="Aptos" panose="020B0004020202020204" pitchFamily="34" charset="0"/>
              </a:endParaRPr>
            </a:p>
          </p:txBody>
        </p:sp>
        <p:sp>
          <p:nvSpPr>
            <p:cNvPr id="14" name="Triangle 13">
              <a:extLst>
                <a:ext uri="{FF2B5EF4-FFF2-40B4-BE49-F238E27FC236}">
                  <a16:creationId xmlns:a16="http://schemas.microsoft.com/office/drawing/2014/main" id="{3F3AD986-8147-2490-978E-D4E37EDFD9A9}"/>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20" name="Group 19">
            <a:extLst>
              <a:ext uri="{FF2B5EF4-FFF2-40B4-BE49-F238E27FC236}">
                <a16:creationId xmlns:a16="http://schemas.microsoft.com/office/drawing/2014/main" id="{6D1BEE73-51C4-6CEC-85CA-E7B92F03187B}"/>
              </a:ext>
            </a:extLst>
          </p:cNvPr>
          <p:cNvGrpSpPr/>
          <p:nvPr/>
        </p:nvGrpSpPr>
        <p:grpSpPr>
          <a:xfrm>
            <a:off x="8849469" y="183911"/>
            <a:ext cx="2930954" cy="1076741"/>
            <a:chOff x="2723823" y="4046948"/>
            <a:chExt cx="2930954" cy="1076741"/>
          </a:xfrm>
        </p:grpSpPr>
        <p:sp>
          <p:nvSpPr>
            <p:cNvPr id="21" name="Rounded Rectangle 20">
              <a:extLst>
                <a:ext uri="{FF2B5EF4-FFF2-40B4-BE49-F238E27FC236}">
                  <a16:creationId xmlns:a16="http://schemas.microsoft.com/office/drawing/2014/main" id="{61421905-6916-C5B4-00B1-C477DB80EA4E}"/>
                </a:ext>
              </a:extLst>
            </p:cNvPr>
            <p:cNvSpPr/>
            <p:nvPr/>
          </p:nvSpPr>
          <p:spPr>
            <a:xfrm>
              <a:off x="2723823" y="4046948"/>
              <a:ext cx="2930954" cy="99331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Private Banking Color </a:t>
              </a:r>
              <a:endParaRPr lang="en-US" sz="800">
                <a:latin typeface="Aptos" panose="020B0004020202020204" pitchFamily="34" charset="0"/>
                <a:ea typeface="Tahoma" panose="020B0604030504040204" pitchFamily="34" charset="0"/>
                <a:cs typeface="Tahoma" panose="020B0604030504040204" pitchFamily="34" charset="0"/>
              </a:endParaRPr>
            </a:p>
            <a:p>
              <a:pPr>
                <a:lnSpc>
                  <a:spcPct val="110000"/>
                </a:lnSpc>
                <a:spcBef>
                  <a:spcPts val="900"/>
                </a:spcBef>
              </a:pPr>
              <a:r>
                <a:rPr lang="en-US" sz="800">
                  <a:latin typeface="Aptos" panose="020B0004020202020204" pitchFamily="34" charset="0"/>
                  <a:ea typeface="Tahoma" panose="020B0604030504040204" pitchFamily="34" charset="0"/>
                  <a:cs typeface="Tahoma" panose="020B0604030504040204" pitchFamily="34" charset="0"/>
                </a:rPr>
                <a:t>#AA0028</a:t>
              </a:r>
            </a:p>
            <a:p>
              <a:pPr>
                <a:lnSpc>
                  <a:spcPct val="110000"/>
                </a:lnSpc>
                <a:spcBef>
                  <a:spcPts val="900"/>
                </a:spcBef>
              </a:pPr>
              <a:r>
                <a:rPr lang="en-US" sz="800">
                  <a:latin typeface="Aptos" panose="020B0004020202020204" pitchFamily="34" charset="0"/>
                  <a:ea typeface="Tahoma" panose="020B0604030504040204" pitchFamily="34" charset="0"/>
                  <a:cs typeface="Tahoma" panose="020B0604030504040204" pitchFamily="34" charset="0"/>
                </a:rPr>
                <a:t>You can also find segment colors in slide 7</a:t>
              </a:r>
              <a:endParaRPr lang="en-GR" sz="800">
                <a:latin typeface="Aptos" panose="020B0004020202020204" pitchFamily="34" charset="0"/>
                <a:ea typeface="Tahoma" panose="020B0604030504040204" pitchFamily="34" charset="0"/>
                <a:cs typeface="Tahoma" panose="020B0604030504040204" pitchFamily="34" charset="0"/>
              </a:endParaRPr>
            </a:p>
          </p:txBody>
        </p:sp>
        <p:sp>
          <p:nvSpPr>
            <p:cNvPr id="22" name="Triangle 21">
              <a:extLst>
                <a:ext uri="{FF2B5EF4-FFF2-40B4-BE49-F238E27FC236}">
                  <a16:creationId xmlns:a16="http://schemas.microsoft.com/office/drawing/2014/main" id="{F782A406-6536-C22F-718B-20ED10359CC8}"/>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5" name="Group 4">
            <a:extLst>
              <a:ext uri="{FF2B5EF4-FFF2-40B4-BE49-F238E27FC236}">
                <a16:creationId xmlns:a16="http://schemas.microsoft.com/office/drawing/2014/main" id="{51DB5628-055B-C119-4BE1-CE3A869752F8}"/>
              </a:ext>
            </a:extLst>
          </p:cNvPr>
          <p:cNvGrpSpPr/>
          <p:nvPr/>
        </p:nvGrpSpPr>
        <p:grpSpPr>
          <a:xfrm>
            <a:off x="1494000" y="6467809"/>
            <a:ext cx="882002" cy="216001"/>
            <a:chOff x="1241252" y="6467809"/>
            <a:chExt cx="882002" cy="216001"/>
          </a:xfrm>
        </p:grpSpPr>
        <p:cxnSp>
          <p:nvCxnSpPr>
            <p:cNvPr id="23" name="Straight Connector 22">
              <a:extLst>
                <a:ext uri="{FF2B5EF4-FFF2-40B4-BE49-F238E27FC236}">
                  <a16:creationId xmlns:a16="http://schemas.microsoft.com/office/drawing/2014/main" id="{7D748F8C-BA39-CB35-D03E-84C2A0D01537}"/>
                </a:ext>
              </a:extLst>
            </p:cNvPr>
            <p:cNvCxnSpPr>
              <a:cxnSpLocks/>
            </p:cNvCxnSpPr>
            <p:nvPr/>
          </p:nvCxnSpPr>
          <p:spPr>
            <a:xfrm>
              <a:off x="1241252" y="6467810"/>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B652E9DC-615A-D778-A451-BB2C4105702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385253" y="6467809"/>
              <a:ext cx="738001" cy="216000"/>
            </a:xfrm>
            <a:prstGeom prst="rect">
              <a:avLst/>
            </a:prstGeom>
          </p:spPr>
        </p:pic>
      </p:grpSp>
    </p:spTree>
    <p:extLst>
      <p:ext uri="{BB962C8B-B14F-4D97-AF65-F5344CB8AC3E}">
        <p14:creationId xmlns:p14="http://schemas.microsoft.com/office/powerpoint/2010/main" val="507190225"/>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D1158-CB3B-F81F-FD53-DDE236756E80}"/>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63C415CA-04A5-808D-CE86-1B0AD3F69A20}"/>
              </a:ext>
            </a:extLst>
          </p:cNvPr>
          <p:cNvSpPr>
            <a:spLocks noGrp="1"/>
          </p:cNvSpPr>
          <p:nvPr>
            <p:ph type="body" sz="quarter" idx="16"/>
          </p:nvPr>
        </p:nvSpPr>
        <p:spPr/>
        <p:txBody>
          <a:bodyPr/>
          <a:lstStyle/>
          <a:p>
            <a:r>
              <a:rPr lang="en-GR"/>
              <a:t>Divider</a:t>
            </a:r>
          </a:p>
        </p:txBody>
      </p:sp>
      <p:sp>
        <p:nvSpPr>
          <p:cNvPr id="11" name="Text Placeholder 10">
            <a:extLst>
              <a:ext uri="{FF2B5EF4-FFF2-40B4-BE49-F238E27FC236}">
                <a16:creationId xmlns:a16="http://schemas.microsoft.com/office/drawing/2014/main" id="{64B3AF35-6CCE-DFBB-6AD4-F836C39F1708}"/>
              </a:ext>
            </a:extLst>
          </p:cNvPr>
          <p:cNvSpPr>
            <a:spLocks noGrp="1"/>
          </p:cNvSpPr>
          <p:nvPr>
            <p:ph type="body" sz="quarter" idx="14"/>
          </p:nvPr>
        </p:nvSpPr>
        <p:spPr/>
        <p:txBody>
          <a:bodyPr/>
          <a:lstStyle/>
          <a:p>
            <a:r>
              <a:rPr lang="en-GR"/>
              <a:t>Placeholder text</a:t>
            </a:r>
          </a:p>
        </p:txBody>
      </p:sp>
      <p:sp>
        <p:nvSpPr>
          <p:cNvPr id="6" name="Slide Number Placeholder 5">
            <a:extLst>
              <a:ext uri="{FF2B5EF4-FFF2-40B4-BE49-F238E27FC236}">
                <a16:creationId xmlns:a16="http://schemas.microsoft.com/office/drawing/2014/main" id="{3806FE98-4B5C-A200-B856-022E6E3B6B99}"/>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202</a:t>
            </a:fld>
            <a:endParaRPr lang="en-GR"/>
          </a:p>
        </p:txBody>
      </p:sp>
      <p:sp>
        <p:nvSpPr>
          <p:cNvPr id="10" name="Title 9">
            <a:extLst>
              <a:ext uri="{FF2B5EF4-FFF2-40B4-BE49-F238E27FC236}">
                <a16:creationId xmlns:a16="http://schemas.microsoft.com/office/drawing/2014/main" id="{EC926A73-3AC9-A3D7-F468-DCF70135C471}"/>
              </a:ext>
            </a:extLst>
          </p:cNvPr>
          <p:cNvSpPr>
            <a:spLocks noGrp="1"/>
          </p:cNvSpPr>
          <p:nvPr>
            <p:ph type="ctrTitle"/>
          </p:nvPr>
        </p:nvSpPr>
        <p:spPr/>
        <p:txBody>
          <a:bodyPr/>
          <a:lstStyle/>
          <a:p>
            <a:r>
              <a:rPr lang="en-GR"/>
              <a:t>00</a:t>
            </a:r>
          </a:p>
        </p:txBody>
      </p:sp>
      <p:sp>
        <p:nvSpPr>
          <p:cNvPr id="9" name="Freeform 8">
            <a:extLst>
              <a:ext uri="{FF2B5EF4-FFF2-40B4-BE49-F238E27FC236}">
                <a16:creationId xmlns:a16="http://schemas.microsoft.com/office/drawing/2014/main" id="{62F07261-9D64-EE9B-9513-2177AD8D97B1}"/>
              </a:ext>
            </a:extLst>
          </p:cNvPr>
          <p:cNvSpPr/>
          <p:nvPr/>
        </p:nvSpPr>
        <p:spPr>
          <a:xfrm>
            <a:off x="5421289" y="-7"/>
            <a:ext cx="6762980" cy="6857998"/>
          </a:xfrm>
          <a:custGeom>
            <a:avLst/>
            <a:gdLst>
              <a:gd name="connsiteX0" fmla="*/ 4001986 w 6762980"/>
              <a:gd name="connsiteY0" fmla="*/ 5143499 h 6857998"/>
              <a:gd name="connsiteX1" fmla="*/ 4001986 w 6762980"/>
              <a:gd name="connsiteY1" fmla="*/ 5147670 h 6857998"/>
              <a:gd name="connsiteX2" fmla="*/ 4060287 w 6762980"/>
              <a:gd name="connsiteY2" fmla="*/ 5147670 h 6857998"/>
              <a:gd name="connsiteX3" fmla="*/ 4060287 w 6762980"/>
              <a:gd name="connsiteY3" fmla="*/ 5998663 h 6857998"/>
              <a:gd name="connsiteX4" fmla="*/ 5405385 w 6762980"/>
              <a:gd name="connsiteY4" fmla="*/ 5998663 h 6857998"/>
              <a:gd name="connsiteX5" fmla="*/ 5405385 w 6762980"/>
              <a:gd name="connsiteY5" fmla="*/ 6061237 h 6857998"/>
              <a:gd name="connsiteX6" fmla="*/ 4110257 w 6762980"/>
              <a:gd name="connsiteY6" fmla="*/ 6857998 h 6857998"/>
              <a:gd name="connsiteX7" fmla="*/ 4110257 w 6762980"/>
              <a:gd name="connsiteY7" fmla="*/ 6853827 h 6857998"/>
              <a:gd name="connsiteX8" fmla="*/ 4051956 w 6762980"/>
              <a:gd name="connsiteY8" fmla="*/ 6853827 h 6857998"/>
              <a:gd name="connsiteX9" fmla="*/ 4051956 w 6762980"/>
              <a:gd name="connsiteY9" fmla="*/ 6002834 h 6857998"/>
              <a:gd name="connsiteX10" fmla="*/ 2706858 w 6762980"/>
              <a:gd name="connsiteY10" fmla="*/ 6002834 h 6857998"/>
              <a:gd name="connsiteX11" fmla="*/ 2706858 w 6762980"/>
              <a:gd name="connsiteY11" fmla="*/ 5940260 h 6857998"/>
              <a:gd name="connsiteX12" fmla="*/ 4001986 w 6762980"/>
              <a:gd name="connsiteY12" fmla="*/ 5143499 h 6857998"/>
              <a:gd name="connsiteX13" fmla="*/ 4051956 w 6762980"/>
              <a:gd name="connsiteY13" fmla="*/ 3428997 h 6857998"/>
              <a:gd name="connsiteX14" fmla="*/ 4110257 w 6762980"/>
              <a:gd name="connsiteY14" fmla="*/ 3428997 h 6857998"/>
              <a:gd name="connsiteX15" fmla="*/ 5405385 w 6762980"/>
              <a:gd name="connsiteY15" fmla="*/ 4225761 h 6857998"/>
              <a:gd name="connsiteX16" fmla="*/ 5405385 w 6762980"/>
              <a:gd name="connsiteY16" fmla="*/ 4288332 h 6857998"/>
              <a:gd name="connsiteX17" fmla="*/ 4060287 w 6762980"/>
              <a:gd name="connsiteY17" fmla="*/ 4288332 h 6857998"/>
              <a:gd name="connsiteX18" fmla="*/ 4060287 w 6762980"/>
              <a:gd name="connsiteY18" fmla="*/ 5143496 h 6857998"/>
              <a:gd name="connsiteX19" fmla="*/ 4001986 w 6762980"/>
              <a:gd name="connsiteY19" fmla="*/ 5143496 h 6857998"/>
              <a:gd name="connsiteX20" fmla="*/ 2706858 w 6762980"/>
              <a:gd name="connsiteY20" fmla="*/ 4346735 h 6857998"/>
              <a:gd name="connsiteX21" fmla="*/ 2706858 w 6762980"/>
              <a:gd name="connsiteY21" fmla="*/ 4284161 h 6857998"/>
              <a:gd name="connsiteX22" fmla="*/ 4051956 w 6762980"/>
              <a:gd name="connsiteY22" fmla="*/ 4284161 h 6857998"/>
              <a:gd name="connsiteX23" fmla="*/ 5409551 w 6762980"/>
              <a:gd name="connsiteY23" fmla="*/ 2569662 h 6857998"/>
              <a:gd name="connsiteX24" fmla="*/ 6762980 w 6762980"/>
              <a:gd name="connsiteY24" fmla="*/ 2569662 h 6857998"/>
              <a:gd name="connsiteX25" fmla="*/ 6762980 w 6762980"/>
              <a:gd name="connsiteY25" fmla="*/ 3428997 h 6857998"/>
              <a:gd name="connsiteX26" fmla="*/ 6762980 w 6762980"/>
              <a:gd name="connsiteY26" fmla="*/ 4288332 h 6857998"/>
              <a:gd name="connsiteX27" fmla="*/ 5409551 w 6762980"/>
              <a:gd name="connsiteY27" fmla="*/ 4288332 h 6857998"/>
              <a:gd name="connsiteX28" fmla="*/ 5409551 w 6762980"/>
              <a:gd name="connsiteY28" fmla="*/ 4225761 h 6857998"/>
              <a:gd name="connsiteX29" fmla="*/ 6704680 w 6762980"/>
              <a:gd name="connsiteY29" fmla="*/ 3428997 h 6857998"/>
              <a:gd name="connsiteX30" fmla="*/ 5409551 w 6762980"/>
              <a:gd name="connsiteY30" fmla="*/ 2632237 h 6857998"/>
              <a:gd name="connsiteX31" fmla="*/ 1295128 w 6762980"/>
              <a:gd name="connsiteY31" fmla="*/ 1714499 h 6857998"/>
              <a:gd name="connsiteX32" fmla="*/ 1353429 w 6762980"/>
              <a:gd name="connsiteY32" fmla="*/ 1714499 h 6857998"/>
              <a:gd name="connsiteX33" fmla="*/ 1353429 w 6762980"/>
              <a:gd name="connsiteY33" fmla="*/ 2569662 h 6857998"/>
              <a:gd name="connsiteX34" fmla="*/ 2702693 w 6762980"/>
              <a:gd name="connsiteY34" fmla="*/ 2569662 h 6857998"/>
              <a:gd name="connsiteX35" fmla="*/ 2702693 w 6762980"/>
              <a:gd name="connsiteY35" fmla="*/ 2632237 h 6857998"/>
              <a:gd name="connsiteX36" fmla="*/ 1407564 w 6762980"/>
              <a:gd name="connsiteY36" fmla="*/ 3428997 h 6857998"/>
              <a:gd name="connsiteX37" fmla="*/ 1349264 w 6762980"/>
              <a:gd name="connsiteY37" fmla="*/ 3428997 h 6857998"/>
              <a:gd name="connsiteX38" fmla="*/ 1349264 w 6762980"/>
              <a:gd name="connsiteY38" fmla="*/ 2573833 h 6857998"/>
              <a:gd name="connsiteX39" fmla="*/ 0 w 6762980"/>
              <a:gd name="connsiteY39" fmla="*/ 2573833 h 6857998"/>
              <a:gd name="connsiteX40" fmla="*/ 0 w 6762980"/>
              <a:gd name="connsiteY40" fmla="*/ 2511262 h 6857998"/>
              <a:gd name="connsiteX41" fmla="*/ 1295128 w 6762980"/>
              <a:gd name="connsiteY41" fmla="*/ 1714499 h 6857998"/>
              <a:gd name="connsiteX42" fmla="*/ 4001986 w 6762980"/>
              <a:gd name="connsiteY42" fmla="*/ 0 h 6857998"/>
              <a:gd name="connsiteX43" fmla="*/ 4060287 w 6762980"/>
              <a:gd name="connsiteY43" fmla="*/ 0 h 6857998"/>
              <a:gd name="connsiteX44" fmla="*/ 4060287 w 6762980"/>
              <a:gd name="connsiteY44" fmla="*/ 859335 h 6857998"/>
              <a:gd name="connsiteX45" fmla="*/ 2706858 w 6762980"/>
              <a:gd name="connsiteY45" fmla="*/ 859335 h 6857998"/>
              <a:gd name="connsiteX46" fmla="*/ 2706858 w 6762980"/>
              <a:gd name="connsiteY46" fmla="*/ 796763 h 6857998"/>
              <a:gd name="connsiteX47" fmla="*/ 4001986 w 6762980"/>
              <a:gd name="connsiteY47"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762980" h="6857998">
                <a:moveTo>
                  <a:pt x="4001986" y="5143499"/>
                </a:moveTo>
                <a:lnTo>
                  <a:pt x="4001986" y="5147670"/>
                </a:lnTo>
                <a:lnTo>
                  <a:pt x="4060287" y="5147670"/>
                </a:lnTo>
                <a:lnTo>
                  <a:pt x="4060287" y="5998663"/>
                </a:lnTo>
                <a:lnTo>
                  <a:pt x="5405385" y="5998663"/>
                </a:lnTo>
                <a:lnTo>
                  <a:pt x="5405385" y="6061237"/>
                </a:lnTo>
                <a:cubicBezTo>
                  <a:pt x="4689109" y="6061237"/>
                  <a:pt x="4110257" y="6419987"/>
                  <a:pt x="4110257" y="6857998"/>
                </a:cubicBezTo>
                <a:lnTo>
                  <a:pt x="4110257" y="6853827"/>
                </a:lnTo>
                <a:lnTo>
                  <a:pt x="4051956" y="6853827"/>
                </a:lnTo>
                <a:lnTo>
                  <a:pt x="4051956" y="6002834"/>
                </a:lnTo>
                <a:lnTo>
                  <a:pt x="2706858" y="6002834"/>
                </a:lnTo>
                <a:lnTo>
                  <a:pt x="2706858" y="5940260"/>
                </a:lnTo>
                <a:cubicBezTo>
                  <a:pt x="3423134" y="5940260"/>
                  <a:pt x="4001986" y="5581510"/>
                  <a:pt x="4001986" y="5143499"/>
                </a:cubicBezTo>
                <a:close/>
                <a:moveTo>
                  <a:pt x="4051956" y="3428997"/>
                </a:moveTo>
                <a:lnTo>
                  <a:pt x="4110257" y="3428997"/>
                </a:lnTo>
                <a:cubicBezTo>
                  <a:pt x="4110257" y="3867008"/>
                  <a:pt x="4689109" y="4225761"/>
                  <a:pt x="5405385" y="4225761"/>
                </a:cubicBezTo>
                <a:lnTo>
                  <a:pt x="5405385" y="4288332"/>
                </a:lnTo>
                <a:lnTo>
                  <a:pt x="4060287" y="4288332"/>
                </a:lnTo>
                <a:lnTo>
                  <a:pt x="4060287" y="5143496"/>
                </a:lnTo>
                <a:lnTo>
                  <a:pt x="4001986" y="5143496"/>
                </a:lnTo>
                <a:cubicBezTo>
                  <a:pt x="4001986" y="4705485"/>
                  <a:pt x="3423134" y="4346735"/>
                  <a:pt x="2706858" y="4346735"/>
                </a:cubicBezTo>
                <a:lnTo>
                  <a:pt x="2706858" y="4284161"/>
                </a:lnTo>
                <a:lnTo>
                  <a:pt x="4051956" y="4284161"/>
                </a:lnTo>
                <a:close/>
                <a:moveTo>
                  <a:pt x="5409551" y="2569662"/>
                </a:moveTo>
                <a:lnTo>
                  <a:pt x="6762980" y="2569662"/>
                </a:lnTo>
                <a:lnTo>
                  <a:pt x="6762980" y="3428997"/>
                </a:lnTo>
                <a:lnTo>
                  <a:pt x="6762980" y="4288332"/>
                </a:lnTo>
                <a:lnTo>
                  <a:pt x="5409551" y="4288332"/>
                </a:lnTo>
                <a:lnTo>
                  <a:pt x="5409551" y="4225761"/>
                </a:lnTo>
                <a:cubicBezTo>
                  <a:pt x="6125827" y="4225761"/>
                  <a:pt x="6704680" y="3867008"/>
                  <a:pt x="6704680" y="3428997"/>
                </a:cubicBezTo>
                <a:cubicBezTo>
                  <a:pt x="6704680" y="2990986"/>
                  <a:pt x="6125827" y="2632237"/>
                  <a:pt x="5409551" y="2632237"/>
                </a:cubicBezTo>
                <a:close/>
                <a:moveTo>
                  <a:pt x="1295128" y="1714499"/>
                </a:moveTo>
                <a:lnTo>
                  <a:pt x="1353429" y="1714499"/>
                </a:lnTo>
                <a:lnTo>
                  <a:pt x="1353429" y="2569662"/>
                </a:lnTo>
                <a:lnTo>
                  <a:pt x="2702693" y="2569662"/>
                </a:lnTo>
                <a:lnTo>
                  <a:pt x="2702693" y="2632237"/>
                </a:lnTo>
                <a:cubicBezTo>
                  <a:pt x="1986417" y="2632237"/>
                  <a:pt x="1407564" y="2990986"/>
                  <a:pt x="1407564" y="3428997"/>
                </a:cubicBezTo>
                <a:lnTo>
                  <a:pt x="1349264" y="3428997"/>
                </a:lnTo>
                <a:lnTo>
                  <a:pt x="1349264" y="2573833"/>
                </a:lnTo>
                <a:lnTo>
                  <a:pt x="0" y="2573833"/>
                </a:lnTo>
                <a:lnTo>
                  <a:pt x="0" y="2511262"/>
                </a:lnTo>
                <a:cubicBezTo>
                  <a:pt x="716276" y="2511262"/>
                  <a:pt x="1295128" y="2152509"/>
                  <a:pt x="1295128" y="1714499"/>
                </a:cubicBezTo>
                <a:close/>
                <a:moveTo>
                  <a:pt x="4001986" y="0"/>
                </a:moveTo>
                <a:lnTo>
                  <a:pt x="4060287" y="0"/>
                </a:lnTo>
                <a:lnTo>
                  <a:pt x="4060287" y="859335"/>
                </a:lnTo>
                <a:lnTo>
                  <a:pt x="2706858" y="859335"/>
                </a:lnTo>
                <a:lnTo>
                  <a:pt x="2706858" y="796763"/>
                </a:lnTo>
                <a:cubicBezTo>
                  <a:pt x="3423134" y="796763"/>
                  <a:pt x="4001986" y="438011"/>
                  <a:pt x="4001986" y="0"/>
                </a:cubicBezTo>
                <a:close/>
              </a:path>
            </a:pathLst>
          </a:custGeom>
          <a:solidFill>
            <a:srgbClr val="D9A757"/>
          </a:solidFill>
          <a:ln w="16168" cap="flat">
            <a:noFill/>
            <a:prstDash val="solid"/>
            <a:miter/>
          </a:ln>
        </p:spPr>
        <p:txBody>
          <a:bodyPr wrap="square" rtlCol="0" anchor="ctr">
            <a:noAutofit/>
          </a:bodyPr>
          <a:lstStyle/>
          <a:p>
            <a:endParaRPr lang="en-GR"/>
          </a:p>
        </p:txBody>
      </p:sp>
      <p:grpSp>
        <p:nvGrpSpPr>
          <p:cNvPr id="3" name="Group 2">
            <a:extLst>
              <a:ext uri="{FF2B5EF4-FFF2-40B4-BE49-F238E27FC236}">
                <a16:creationId xmlns:a16="http://schemas.microsoft.com/office/drawing/2014/main" id="{2E381C8D-5D4C-DB11-C07E-28419C4B6E56}"/>
              </a:ext>
            </a:extLst>
          </p:cNvPr>
          <p:cNvGrpSpPr/>
          <p:nvPr/>
        </p:nvGrpSpPr>
        <p:grpSpPr>
          <a:xfrm>
            <a:off x="1494000" y="6465600"/>
            <a:ext cx="881999" cy="220267"/>
            <a:chOff x="1241252" y="6465600"/>
            <a:chExt cx="881999" cy="220267"/>
          </a:xfrm>
        </p:grpSpPr>
        <p:cxnSp>
          <p:nvCxnSpPr>
            <p:cNvPr id="8" name="Straight Connector 7">
              <a:extLst>
                <a:ext uri="{FF2B5EF4-FFF2-40B4-BE49-F238E27FC236}">
                  <a16:creationId xmlns:a16="http://schemas.microsoft.com/office/drawing/2014/main" id="{5705C734-6C66-3A7E-8FF3-CA061273D7D2}"/>
                </a:ext>
              </a:extLst>
            </p:cNvPr>
            <p:cNvCxnSpPr>
              <a:cxnSpLocks/>
            </p:cNvCxnSpPr>
            <p:nvPr/>
          </p:nvCxnSpPr>
          <p:spPr>
            <a:xfrm>
              <a:off x="1241252" y="6469867"/>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AC4D46A8-5644-8A88-DFBF-E468F83AA1B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85251" y="6465600"/>
              <a:ext cx="738000" cy="216000"/>
            </a:xfrm>
            <a:prstGeom prst="rect">
              <a:avLst/>
            </a:prstGeom>
          </p:spPr>
        </p:pic>
      </p:grpSp>
      <p:grpSp>
        <p:nvGrpSpPr>
          <p:cNvPr id="7" name="Group 6">
            <a:extLst>
              <a:ext uri="{FF2B5EF4-FFF2-40B4-BE49-F238E27FC236}">
                <a16:creationId xmlns:a16="http://schemas.microsoft.com/office/drawing/2014/main" id="{64008053-A2B5-D4CF-CDA6-670272BB7DF7}"/>
              </a:ext>
            </a:extLst>
          </p:cNvPr>
          <p:cNvGrpSpPr/>
          <p:nvPr/>
        </p:nvGrpSpPr>
        <p:grpSpPr>
          <a:xfrm>
            <a:off x="1080000" y="5832000"/>
            <a:ext cx="2012965" cy="554258"/>
            <a:chOff x="2723823" y="4569431"/>
            <a:chExt cx="2012965" cy="554258"/>
          </a:xfrm>
        </p:grpSpPr>
        <p:sp>
          <p:nvSpPr>
            <p:cNvPr id="15" name="Rounded Rectangle 14">
              <a:extLst>
                <a:ext uri="{FF2B5EF4-FFF2-40B4-BE49-F238E27FC236}">
                  <a16:creationId xmlns:a16="http://schemas.microsoft.com/office/drawing/2014/main" id="{5F16BBF1-83AB-D45E-DA0A-72235ACF202A}"/>
                </a:ext>
              </a:extLst>
            </p:cNvPr>
            <p:cNvSpPr/>
            <p:nvPr/>
          </p:nvSpPr>
          <p:spPr>
            <a:xfrm>
              <a:off x="2723823" y="4569431"/>
              <a:ext cx="2012965" cy="470828"/>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White Premium Banking Logo</a:t>
              </a:r>
              <a:endParaRPr lang="en-GB" sz="800">
                <a:latin typeface="Aptos" panose="020B0004020202020204" pitchFamily="34" charset="0"/>
              </a:endParaRPr>
            </a:p>
          </p:txBody>
        </p:sp>
        <p:sp>
          <p:nvSpPr>
            <p:cNvPr id="16" name="Triangle 15">
              <a:extLst>
                <a:ext uri="{FF2B5EF4-FFF2-40B4-BE49-F238E27FC236}">
                  <a16:creationId xmlns:a16="http://schemas.microsoft.com/office/drawing/2014/main" id="{273E10DC-BEB1-0095-2FA7-E9A26D66065C}"/>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892014692"/>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22B8D-B953-4DBB-4DB8-58D17E616863}"/>
            </a:ext>
          </a:extLst>
        </p:cNvPr>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D5BBD71A-6E11-378A-FC16-64AA512573CB}"/>
              </a:ext>
            </a:extLst>
          </p:cNvPr>
          <p:cNvSpPr>
            <a:spLocks noGrp="1"/>
          </p:cNvSpPr>
          <p:nvPr>
            <p:ph type="pic" sz="quarter" idx="21"/>
          </p:nvPr>
        </p:nvSpPr>
        <p:spPr/>
        <p:txBody>
          <a:bodyPr/>
          <a:lstStyle/>
          <a:p>
            <a:endParaRPr lang="en-GR"/>
          </a:p>
        </p:txBody>
      </p:sp>
      <p:sp>
        <p:nvSpPr>
          <p:cNvPr id="10" name="Title 9">
            <a:extLst>
              <a:ext uri="{FF2B5EF4-FFF2-40B4-BE49-F238E27FC236}">
                <a16:creationId xmlns:a16="http://schemas.microsoft.com/office/drawing/2014/main" id="{047AEA42-9B00-3F26-8456-DE4521F5679E}"/>
              </a:ext>
            </a:extLst>
          </p:cNvPr>
          <p:cNvSpPr>
            <a:spLocks noGrp="1"/>
          </p:cNvSpPr>
          <p:nvPr>
            <p:ph type="ctrTitle"/>
          </p:nvPr>
        </p:nvSpPr>
        <p:spPr>
          <a:xfrm>
            <a:off x="332316" y="409284"/>
            <a:ext cx="5037767" cy="139397"/>
          </a:xfrm>
        </p:spPr>
        <p:txBody>
          <a:bodyPr/>
          <a:lstStyle/>
          <a:p>
            <a:r>
              <a:rPr lang="en-GR"/>
              <a:t>Page Layouts</a:t>
            </a:r>
          </a:p>
        </p:txBody>
      </p:sp>
      <p:sp>
        <p:nvSpPr>
          <p:cNvPr id="13" name="Text Placeholder 12">
            <a:extLst>
              <a:ext uri="{FF2B5EF4-FFF2-40B4-BE49-F238E27FC236}">
                <a16:creationId xmlns:a16="http://schemas.microsoft.com/office/drawing/2014/main" id="{3545611E-7DA5-6CDB-3884-09670BD22141}"/>
              </a:ext>
            </a:extLst>
          </p:cNvPr>
          <p:cNvSpPr>
            <a:spLocks noGrp="1"/>
          </p:cNvSpPr>
          <p:nvPr>
            <p:ph type="body" sz="quarter" idx="14"/>
          </p:nvPr>
        </p:nvSpPr>
        <p:spPr>
          <a:xfrm>
            <a:off x="332316" y="1268822"/>
            <a:ext cx="5036400"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sector.</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4" name="Text Placeholder 13">
            <a:extLst>
              <a:ext uri="{FF2B5EF4-FFF2-40B4-BE49-F238E27FC236}">
                <a16:creationId xmlns:a16="http://schemas.microsoft.com/office/drawing/2014/main" id="{0530F2DB-5C9F-269F-D2E1-3DC21ACA6DCC}"/>
              </a:ext>
            </a:extLst>
          </p:cNvPr>
          <p:cNvSpPr>
            <a:spLocks noGrp="1"/>
          </p:cNvSpPr>
          <p:nvPr>
            <p:ph type="body" sz="quarter" idx="16"/>
          </p:nvPr>
        </p:nvSpPr>
        <p:spPr>
          <a:xfrm>
            <a:off x="332316" y="741494"/>
            <a:ext cx="5036400" cy="334515"/>
          </a:xfrm>
        </p:spPr>
        <p:txBody>
          <a:bodyPr/>
          <a:lstStyle/>
          <a:p>
            <a:r>
              <a:rPr lang="en-GR"/>
              <a:t>Title Aptos 18-24pt lines spacing 0,9</a:t>
            </a:r>
          </a:p>
        </p:txBody>
      </p:sp>
      <p:sp>
        <p:nvSpPr>
          <p:cNvPr id="4" name="Slide Number Placeholder 3">
            <a:extLst>
              <a:ext uri="{FF2B5EF4-FFF2-40B4-BE49-F238E27FC236}">
                <a16:creationId xmlns:a16="http://schemas.microsoft.com/office/drawing/2014/main" id="{5D8C77F8-75E1-29F2-0E64-66EA80203FD8}"/>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203</a:t>
            </a:fld>
            <a:endParaRPr lang="en-GR"/>
          </a:p>
        </p:txBody>
      </p:sp>
      <p:sp>
        <p:nvSpPr>
          <p:cNvPr id="32" name="Freeform 31">
            <a:extLst>
              <a:ext uri="{FF2B5EF4-FFF2-40B4-BE49-F238E27FC236}">
                <a16:creationId xmlns:a16="http://schemas.microsoft.com/office/drawing/2014/main" id="{47B1E877-2A35-D6C8-EC6C-E620A4CDA7AC}"/>
              </a:ext>
            </a:extLst>
          </p:cNvPr>
          <p:cNvSpPr/>
          <p:nvPr/>
        </p:nvSpPr>
        <p:spPr>
          <a:xfrm>
            <a:off x="6737932" y="1266060"/>
            <a:ext cx="5454071" cy="4320434"/>
          </a:xfrm>
          <a:custGeom>
            <a:avLst/>
            <a:gdLst>
              <a:gd name="connsiteX0" fmla="*/ 0 w 5454071"/>
              <a:gd name="connsiteY0" fmla="*/ 0 h 4320434"/>
              <a:gd name="connsiteX1" fmla="*/ 5454071 w 5454071"/>
              <a:gd name="connsiteY1" fmla="*/ 0 h 4320434"/>
              <a:gd name="connsiteX2" fmla="*/ 5454071 w 5454071"/>
              <a:gd name="connsiteY2" fmla="*/ 724930 h 4320434"/>
              <a:gd name="connsiteX3" fmla="*/ 5452321 w 5454071"/>
              <a:gd name="connsiteY3" fmla="*/ 723677 h 4320434"/>
              <a:gd name="connsiteX4" fmla="*/ 3244468 w 5454071"/>
              <a:gd name="connsiteY4" fmla="*/ 128580 h 4320434"/>
              <a:gd name="connsiteX5" fmla="*/ 122094 w 5454071"/>
              <a:gd name="connsiteY5" fmla="*/ 2160223 h 4320434"/>
              <a:gd name="connsiteX6" fmla="*/ 3244468 w 5454071"/>
              <a:gd name="connsiteY6" fmla="*/ 4191867 h 4320434"/>
              <a:gd name="connsiteX7" fmla="*/ 5452321 w 5454071"/>
              <a:gd name="connsiteY7" fmla="*/ 3596770 h 4320434"/>
              <a:gd name="connsiteX8" fmla="*/ 5454071 w 5454071"/>
              <a:gd name="connsiteY8" fmla="*/ 3595517 h 4320434"/>
              <a:gd name="connsiteX9" fmla="*/ 5454071 w 5454071"/>
              <a:gd name="connsiteY9" fmla="*/ 4320434 h 4320434"/>
              <a:gd name="connsiteX10" fmla="*/ 0 w 5454071"/>
              <a:gd name="connsiteY10" fmla="*/ 4320434 h 4320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54071" h="4320434">
                <a:moveTo>
                  <a:pt x="0" y="0"/>
                </a:moveTo>
                <a:lnTo>
                  <a:pt x="5454071" y="0"/>
                </a:lnTo>
                <a:lnTo>
                  <a:pt x="5454071" y="724930"/>
                </a:lnTo>
                <a:lnTo>
                  <a:pt x="5452321" y="723677"/>
                </a:lnTo>
                <a:cubicBezTo>
                  <a:pt x="4887246" y="356008"/>
                  <a:pt x="4106631" y="128580"/>
                  <a:pt x="3244468" y="128580"/>
                </a:cubicBezTo>
                <a:cubicBezTo>
                  <a:pt x="1520143" y="128580"/>
                  <a:pt x="122094" y="1038291"/>
                  <a:pt x="122094" y="2160223"/>
                </a:cubicBezTo>
                <a:cubicBezTo>
                  <a:pt x="122094" y="3282156"/>
                  <a:pt x="1520143" y="4191867"/>
                  <a:pt x="3244468" y="4191867"/>
                </a:cubicBezTo>
                <a:cubicBezTo>
                  <a:pt x="4106631" y="4191867"/>
                  <a:pt x="4887246" y="3964439"/>
                  <a:pt x="5452321" y="3596770"/>
                </a:cubicBezTo>
                <a:lnTo>
                  <a:pt x="5454071" y="3595517"/>
                </a:lnTo>
                <a:lnTo>
                  <a:pt x="5454071" y="4320434"/>
                </a:lnTo>
                <a:lnTo>
                  <a:pt x="0" y="4320434"/>
                </a:lnTo>
                <a:close/>
              </a:path>
            </a:pathLst>
          </a:custGeom>
          <a:solidFill>
            <a:srgbClr val="D9A757"/>
          </a:solidFill>
          <a:ln w="690" cap="flat">
            <a:noFill/>
            <a:prstDash val="solid"/>
            <a:miter/>
          </a:ln>
        </p:spPr>
        <p:txBody>
          <a:bodyPr wrap="square" rtlCol="0" anchor="ctr">
            <a:noAutofit/>
          </a:bodyPr>
          <a:lstStyle/>
          <a:p>
            <a:pPr>
              <a:defRPr/>
            </a:pPr>
            <a:endParaRPr lang="en-GR">
              <a:solidFill>
                <a:prstClr val="black"/>
              </a:solidFill>
              <a:latin typeface="Calibri" panose="020F0502020204030204"/>
            </a:endParaRPr>
          </a:p>
        </p:txBody>
      </p:sp>
      <p:grpSp>
        <p:nvGrpSpPr>
          <p:cNvPr id="7" name="Group 6">
            <a:extLst>
              <a:ext uri="{FF2B5EF4-FFF2-40B4-BE49-F238E27FC236}">
                <a16:creationId xmlns:a16="http://schemas.microsoft.com/office/drawing/2014/main" id="{C780EC66-0A51-C862-68E8-4F265B355DCA}"/>
              </a:ext>
            </a:extLst>
          </p:cNvPr>
          <p:cNvGrpSpPr/>
          <p:nvPr/>
        </p:nvGrpSpPr>
        <p:grpSpPr>
          <a:xfrm>
            <a:off x="1080000" y="5832000"/>
            <a:ext cx="1640975" cy="554258"/>
            <a:chOff x="2723823" y="4569431"/>
            <a:chExt cx="1640975" cy="554258"/>
          </a:xfrm>
        </p:grpSpPr>
        <p:sp>
          <p:nvSpPr>
            <p:cNvPr id="8" name="Rounded Rectangle 7">
              <a:extLst>
                <a:ext uri="{FF2B5EF4-FFF2-40B4-BE49-F238E27FC236}">
                  <a16:creationId xmlns:a16="http://schemas.microsoft.com/office/drawing/2014/main" id="{A6FB2B0D-43AA-6632-39F8-EA240EE98BE7}"/>
                </a:ext>
              </a:extLst>
            </p:cNvPr>
            <p:cNvSpPr/>
            <p:nvPr/>
          </p:nvSpPr>
          <p:spPr>
            <a:xfrm>
              <a:off x="2723823" y="4569431"/>
              <a:ext cx="1640975" cy="470828"/>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Premium Banking Logo</a:t>
              </a:r>
              <a:endParaRPr lang="en-GB" sz="800">
                <a:latin typeface="Aptos" panose="020B0004020202020204" pitchFamily="34" charset="0"/>
              </a:endParaRPr>
            </a:p>
          </p:txBody>
        </p:sp>
        <p:sp>
          <p:nvSpPr>
            <p:cNvPr id="9" name="Triangle 8">
              <a:extLst>
                <a:ext uri="{FF2B5EF4-FFF2-40B4-BE49-F238E27FC236}">
                  <a16:creationId xmlns:a16="http://schemas.microsoft.com/office/drawing/2014/main" id="{4525AE68-E5D0-0EEE-C073-4AE225BAF041}"/>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21" name="Group 20">
            <a:extLst>
              <a:ext uri="{FF2B5EF4-FFF2-40B4-BE49-F238E27FC236}">
                <a16:creationId xmlns:a16="http://schemas.microsoft.com/office/drawing/2014/main" id="{CE7393AB-06D0-AE01-0D0F-5D23D272DD8F}"/>
              </a:ext>
            </a:extLst>
          </p:cNvPr>
          <p:cNvGrpSpPr/>
          <p:nvPr/>
        </p:nvGrpSpPr>
        <p:grpSpPr>
          <a:xfrm>
            <a:off x="7524776" y="1847948"/>
            <a:ext cx="2930954" cy="1092726"/>
            <a:chOff x="2723823" y="4208069"/>
            <a:chExt cx="2930954" cy="1092726"/>
          </a:xfrm>
        </p:grpSpPr>
        <p:sp>
          <p:nvSpPr>
            <p:cNvPr id="22" name="Rounded Rectangle 21">
              <a:extLst>
                <a:ext uri="{FF2B5EF4-FFF2-40B4-BE49-F238E27FC236}">
                  <a16:creationId xmlns:a16="http://schemas.microsoft.com/office/drawing/2014/main" id="{FF6DB1D1-6EF3-F0DB-6CAC-6B9F1B67C231}"/>
                </a:ext>
              </a:extLst>
            </p:cNvPr>
            <p:cNvSpPr/>
            <p:nvPr/>
          </p:nvSpPr>
          <p:spPr>
            <a:xfrm>
              <a:off x="2723823" y="4307484"/>
              <a:ext cx="2930954" cy="99331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Premium Banking Color </a:t>
              </a:r>
              <a:endParaRPr lang="en-US" sz="800">
                <a:latin typeface="Aptos" panose="020B0004020202020204" pitchFamily="34" charset="0"/>
                <a:ea typeface="Tahoma" panose="020B0604030504040204" pitchFamily="34" charset="0"/>
                <a:cs typeface="Tahoma" panose="020B0604030504040204" pitchFamily="34" charset="0"/>
              </a:endParaRPr>
            </a:p>
            <a:p>
              <a:pPr>
                <a:lnSpc>
                  <a:spcPct val="110000"/>
                </a:lnSpc>
                <a:spcBef>
                  <a:spcPts val="900"/>
                </a:spcBef>
              </a:pPr>
              <a:r>
                <a:rPr lang="en-US" sz="800">
                  <a:latin typeface="Aptos" panose="020B0004020202020204" pitchFamily="34" charset="0"/>
                  <a:ea typeface="Tahoma" panose="020B0604030504040204" pitchFamily="34" charset="0"/>
                  <a:cs typeface="Tahoma" panose="020B0604030504040204" pitchFamily="34" charset="0"/>
                </a:rPr>
                <a:t>#D9A757</a:t>
              </a:r>
            </a:p>
            <a:p>
              <a:pPr>
                <a:lnSpc>
                  <a:spcPct val="110000"/>
                </a:lnSpc>
                <a:spcBef>
                  <a:spcPts val="900"/>
                </a:spcBef>
              </a:pPr>
              <a:r>
                <a:rPr lang="en-US" sz="800">
                  <a:latin typeface="Aptos" panose="020B0004020202020204" pitchFamily="34" charset="0"/>
                  <a:ea typeface="Tahoma" panose="020B0604030504040204" pitchFamily="34" charset="0"/>
                  <a:cs typeface="Tahoma" panose="020B0604030504040204" pitchFamily="34" charset="0"/>
                </a:rPr>
                <a:t>You can also find segment colors in slide 7</a:t>
              </a:r>
              <a:endParaRPr lang="en-GR" sz="800">
                <a:latin typeface="Aptos" panose="020B0004020202020204" pitchFamily="34" charset="0"/>
                <a:ea typeface="Tahoma" panose="020B0604030504040204" pitchFamily="34" charset="0"/>
                <a:cs typeface="Tahoma" panose="020B0604030504040204" pitchFamily="34" charset="0"/>
              </a:endParaRPr>
            </a:p>
          </p:txBody>
        </p:sp>
        <p:sp>
          <p:nvSpPr>
            <p:cNvPr id="23" name="Triangle 22">
              <a:extLst>
                <a:ext uri="{FF2B5EF4-FFF2-40B4-BE49-F238E27FC236}">
                  <a16:creationId xmlns:a16="http://schemas.microsoft.com/office/drawing/2014/main" id="{454B8644-3982-8CB0-53D2-FBDC387C8512}"/>
                </a:ext>
              </a:extLst>
            </p:cNvPr>
            <p:cNvSpPr/>
            <p:nvPr/>
          </p:nvSpPr>
          <p:spPr>
            <a:xfrm>
              <a:off x="3047295" y="4208069"/>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2" name="Group 1">
            <a:extLst>
              <a:ext uri="{FF2B5EF4-FFF2-40B4-BE49-F238E27FC236}">
                <a16:creationId xmlns:a16="http://schemas.microsoft.com/office/drawing/2014/main" id="{4C764141-116E-F812-4440-1B39013E175B}"/>
              </a:ext>
            </a:extLst>
          </p:cNvPr>
          <p:cNvGrpSpPr/>
          <p:nvPr/>
        </p:nvGrpSpPr>
        <p:grpSpPr>
          <a:xfrm>
            <a:off x="1494000" y="6463618"/>
            <a:ext cx="881999" cy="217327"/>
            <a:chOff x="1241252" y="6463618"/>
            <a:chExt cx="881999" cy="217327"/>
          </a:xfrm>
        </p:grpSpPr>
        <p:cxnSp>
          <p:nvCxnSpPr>
            <p:cNvPr id="24" name="Straight Connector 23">
              <a:extLst>
                <a:ext uri="{FF2B5EF4-FFF2-40B4-BE49-F238E27FC236}">
                  <a16:creationId xmlns:a16="http://schemas.microsoft.com/office/drawing/2014/main" id="{797DC7CB-9F18-5273-27EE-3277F52307B7}"/>
                </a:ext>
              </a:extLst>
            </p:cNvPr>
            <p:cNvCxnSpPr>
              <a:cxnSpLocks/>
            </p:cNvCxnSpPr>
            <p:nvPr/>
          </p:nvCxnSpPr>
          <p:spPr>
            <a:xfrm>
              <a:off x="1241252" y="6464945"/>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63BC33A5-CC87-057E-259B-82B1F488EA3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385251" y="6463618"/>
              <a:ext cx="738000" cy="216000"/>
            </a:xfrm>
            <a:prstGeom prst="rect">
              <a:avLst/>
            </a:prstGeom>
          </p:spPr>
        </p:pic>
      </p:grpSp>
    </p:spTree>
    <p:extLst>
      <p:ext uri="{BB962C8B-B14F-4D97-AF65-F5344CB8AC3E}">
        <p14:creationId xmlns:p14="http://schemas.microsoft.com/office/powerpoint/2010/main" val="3867697759"/>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35D92-39B4-EDEE-A345-415238BB36DA}"/>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6E53B089-17AE-70C7-475E-202A7ACE5655}"/>
              </a:ext>
            </a:extLst>
          </p:cNvPr>
          <p:cNvSpPr>
            <a:spLocks noGrp="1"/>
          </p:cNvSpPr>
          <p:nvPr>
            <p:ph type="body" sz="quarter" idx="16"/>
          </p:nvPr>
        </p:nvSpPr>
        <p:spPr/>
        <p:txBody>
          <a:bodyPr/>
          <a:lstStyle/>
          <a:p>
            <a:r>
              <a:rPr lang="en-GR"/>
              <a:t>Divider</a:t>
            </a:r>
          </a:p>
        </p:txBody>
      </p:sp>
      <p:sp>
        <p:nvSpPr>
          <p:cNvPr id="11" name="Text Placeholder 10">
            <a:extLst>
              <a:ext uri="{FF2B5EF4-FFF2-40B4-BE49-F238E27FC236}">
                <a16:creationId xmlns:a16="http://schemas.microsoft.com/office/drawing/2014/main" id="{32255E1A-859A-DA2A-2A4E-259E5065463C}"/>
              </a:ext>
            </a:extLst>
          </p:cNvPr>
          <p:cNvSpPr>
            <a:spLocks noGrp="1"/>
          </p:cNvSpPr>
          <p:nvPr>
            <p:ph type="body" sz="quarter" idx="14"/>
          </p:nvPr>
        </p:nvSpPr>
        <p:spPr/>
        <p:txBody>
          <a:bodyPr/>
          <a:lstStyle/>
          <a:p>
            <a:r>
              <a:rPr lang="en-GR"/>
              <a:t>Placeholder text</a:t>
            </a:r>
          </a:p>
          <a:p>
            <a:endParaRPr lang="en-GR"/>
          </a:p>
        </p:txBody>
      </p:sp>
      <p:sp>
        <p:nvSpPr>
          <p:cNvPr id="6" name="Slide Number Placeholder 5">
            <a:extLst>
              <a:ext uri="{FF2B5EF4-FFF2-40B4-BE49-F238E27FC236}">
                <a16:creationId xmlns:a16="http://schemas.microsoft.com/office/drawing/2014/main" id="{EC434C50-104F-9D14-BA4A-05940C557CF8}"/>
              </a:ext>
            </a:extLst>
          </p:cNvPr>
          <p:cNvSpPr>
            <a:spLocks noGrp="1"/>
          </p:cNvSpPr>
          <p:nvPr>
            <p:ph type="sldNum" sz="quarter" idx="4"/>
          </p:nvPr>
        </p:nvSpPr>
        <p:spPr>
          <a:xfrm>
            <a:off x="11179867" y="6542940"/>
            <a:ext cx="684000" cy="138499"/>
          </a:xfrm>
          <a:prstGeom prst="rect">
            <a:avLst/>
          </a:prstGeom>
        </p:spPr>
        <p:txBody>
          <a:bodyPr/>
          <a:lstStyle/>
          <a:p>
            <a:fld id="{233F7D93-8529-0F4E-AF24-E7C8656CB0BF}" type="slidenum">
              <a:rPr lang="en-GR" smtClean="0"/>
              <a:pPr/>
              <a:t>204</a:t>
            </a:fld>
            <a:endParaRPr lang="en-GR"/>
          </a:p>
        </p:txBody>
      </p:sp>
      <p:sp>
        <p:nvSpPr>
          <p:cNvPr id="10" name="Title 9">
            <a:extLst>
              <a:ext uri="{FF2B5EF4-FFF2-40B4-BE49-F238E27FC236}">
                <a16:creationId xmlns:a16="http://schemas.microsoft.com/office/drawing/2014/main" id="{F964CC07-7778-2771-D99F-2FA6AB179DDC}"/>
              </a:ext>
            </a:extLst>
          </p:cNvPr>
          <p:cNvSpPr>
            <a:spLocks noGrp="1"/>
          </p:cNvSpPr>
          <p:nvPr>
            <p:ph type="ctrTitle"/>
          </p:nvPr>
        </p:nvSpPr>
        <p:spPr/>
        <p:txBody>
          <a:bodyPr/>
          <a:lstStyle/>
          <a:p>
            <a:r>
              <a:rPr lang="en-GR"/>
              <a:t>00</a:t>
            </a:r>
          </a:p>
        </p:txBody>
      </p:sp>
      <p:pic>
        <p:nvPicPr>
          <p:cNvPr id="8" name="Graphic 7">
            <a:extLst>
              <a:ext uri="{FF2B5EF4-FFF2-40B4-BE49-F238E27FC236}">
                <a16:creationId xmlns:a16="http://schemas.microsoft.com/office/drawing/2014/main" id="{F37DE10A-4517-BD38-2B44-0F493D12FB3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r="23071"/>
          <a:stretch>
            <a:fillRect/>
          </a:stretch>
        </p:blipFill>
        <p:spPr>
          <a:xfrm>
            <a:off x="6865314" y="1244600"/>
            <a:ext cx="5326686" cy="4368800"/>
          </a:xfrm>
          <a:custGeom>
            <a:avLst/>
            <a:gdLst>
              <a:gd name="connsiteX0" fmla="*/ 0 w 5326686"/>
              <a:gd name="connsiteY0" fmla="*/ 0 h 4368800"/>
              <a:gd name="connsiteX1" fmla="*/ 5326686 w 5326686"/>
              <a:gd name="connsiteY1" fmla="*/ 0 h 4368800"/>
              <a:gd name="connsiteX2" fmla="*/ 5326686 w 5326686"/>
              <a:gd name="connsiteY2" fmla="*/ 4368800 h 4368800"/>
              <a:gd name="connsiteX3" fmla="*/ 0 w 5326686"/>
              <a:gd name="connsiteY3" fmla="*/ 4368800 h 4368800"/>
            </a:gdLst>
            <a:ahLst/>
            <a:cxnLst>
              <a:cxn ang="0">
                <a:pos x="connsiteX0" y="connsiteY0"/>
              </a:cxn>
              <a:cxn ang="0">
                <a:pos x="connsiteX1" y="connsiteY1"/>
              </a:cxn>
              <a:cxn ang="0">
                <a:pos x="connsiteX2" y="connsiteY2"/>
              </a:cxn>
              <a:cxn ang="0">
                <a:pos x="connsiteX3" y="connsiteY3"/>
              </a:cxn>
            </a:cxnLst>
            <a:rect l="l" t="t" r="r" b="b"/>
            <a:pathLst>
              <a:path w="5326686" h="4368800">
                <a:moveTo>
                  <a:pt x="0" y="0"/>
                </a:moveTo>
                <a:lnTo>
                  <a:pt x="5326686" y="0"/>
                </a:lnTo>
                <a:lnTo>
                  <a:pt x="5326686" y="4368800"/>
                </a:lnTo>
                <a:lnTo>
                  <a:pt x="0" y="4368800"/>
                </a:lnTo>
                <a:close/>
              </a:path>
            </a:pathLst>
          </a:custGeom>
        </p:spPr>
      </p:pic>
      <p:grpSp>
        <p:nvGrpSpPr>
          <p:cNvPr id="2" name="Group 1">
            <a:extLst>
              <a:ext uri="{FF2B5EF4-FFF2-40B4-BE49-F238E27FC236}">
                <a16:creationId xmlns:a16="http://schemas.microsoft.com/office/drawing/2014/main" id="{428867C5-F260-6E80-5311-55A038126B8C}"/>
              </a:ext>
            </a:extLst>
          </p:cNvPr>
          <p:cNvGrpSpPr/>
          <p:nvPr/>
        </p:nvGrpSpPr>
        <p:grpSpPr>
          <a:xfrm>
            <a:off x="1494000" y="6465602"/>
            <a:ext cx="1828799" cy="216135"/>
            <a:chOff x="1241252" y="6465602"/>
            <a:chExt cx="1828799" cy="216135"/>
          </a:xfrm>
        </p:grpSpPr>
        <p:cxnSp>
          <p:nvCxnSpPr>
            <p:cNvPr id="3" name="Straight Connector 2">
              <a:extLst>
                <a:ext uri="{FF2B5EF4-FFF2-40B4-BE49-F238E27FC236}">
                  <a16:creationId xmlns:a16="http://schemas.microsoft.com/office/drawing/2014/main" id="{5D077982-9B2D-21A1-E5A1-33B69FD48208}"/>
                </a:ext>
              </a:extLst>
            </p:cNvPr>
            <p:cNvCxnSpPr>
              <a:cxnSpLocks/>
            </p:cNvCxnSpPr>
            <p:nvPr/>
          </p:nvCxnSpPr>
          <p:spPr>
            <a:xfrm>
              <a:off x="1241252" y="6465667"/>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EDD80CC6-0D4B-62A8-1EF0-286947DDE27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385251" y="6465602"/>
              <a:ext cx="1684800" cy="216135"/>
            </a:xfrm>
            <a:prstGeom prst="rect">
              <a:avLst/>
            </a:prstGeom>
          </p:spPr>
        </p:pic>
      </p:grpSp>
      <p:grpSp>
        <p:nvGrpSpPr>
          <p:cNvPr id="15" name="Group 14">
            <a:extLst>
              <a:ext uri="{FF2B5EF4-FFF2-40B4-BE49-F238E27FC236}">
                <a16:creationId xmlns:a16="http://schemas.microsoft.com/office/drawing/2014/main" id="{664A85EF-5226-5AEA-DA78-957996DB75FE}"/>
              </a:ext>
            </a:extLst>
          </p:cNvPr>
          <p:cNvGrpSpPr/>
          <p:nvPr/>
        </p:nvGrpSpPr>
        <p:grpSpPr>
          <a:xfrm>
            <a:off x="1080000" y="5832000"/>
            <a:ext cx="2930954" cy="554258"/>
            <a:chOff x="2723823" y="4569431"/>
            <a:chExt cx="2930954" cy="554258"/>
          </a:xfrm>
        </p:grpSpPr>
        <p:sp>
          <p:nvSpPr>
            <p:cNvPr id="17" name="Rounded Rectangle 16">
              <a:extLst>
                <a:ext uri="{FF2B5EF4-FFF2-40B4-BE49-F238E27FC236}">
                  <a16:creationId xmlns:a16="http://schemas.microsoft.com/office/drawing/2014/main" id="{C383B9A2-B5ED-240F-7308-989DD223C89E}"/>
                </a:ext>
              </a:extLst>
            </p:cNvPr>
            <p:cNvSpPr/>
            <p:nvPr/>
          </p:nvSpPr>
          <p:spPr>
            <a:xfrm>
              <a:off x="2723823" y="4569431"/>
              <a:ext cx="2930954" cy="470828"/>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White Corporate &amp; Investment  Banking Logo</a:t>
              </a:r>
              <a:endParaRPr lang="en-US" sz="800">
                <a:solidFill>
                  <a:schemeClr val="bg1">
                    <a:lumMod val="95000"/>
                  </a:schemeClr>
                </a:solidFill>
                <a:latin typeface="Aptos" panose="020B0004020202020204" pitchFamily="34" charset="0"/>
              </a:endParaRPr>
            </a:p>
          </p:txBody>
        </p:sp>
        <p:sp>
          <p:nvSpPr>
            <p:cNvPr id="18" name="Triangle 17">
              <a:extLst>
                <a:ext uri="{FF2B5EF4-FFF2-40B4-BE49-F238E27FC236}">
                  <a16:creationId xmlns:a16="http://schemas.microsoft.com/office/drawing/2014/main" id="{6B8C8C9E-FC5C-D3EF-6FDA-4F4E17990B8C}"/>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spTree>
    <p:extLst>
      <p:ext uri="{BB962C8B-B14F-4D97-AF65-F5344CB8AC3E}">
        <p14:creationId xmlns:p14="http://schemas.microsoft.com/office/powerpoint/2010/main" val="4166915835"/>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3A34C-CDBC-5C46-E55A-6BD09DD2346F}"/>
            </a:ext>
          </a:extLst>
        </p:cNvPr>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DC83D0B2-951C-4691-3AA8-BD530413D1AF}"/>
              </a:ext>
            </a:extLst>
          </p:cNvPr>
          <p:cNvSpPr>
            <a:spLocks noGrp="1"/>
          </p:cNvSpPr>
          <p:nvPr>
            <p:ph type="pic" sz="quarter" idx="21"/>
          </p:nvPr>
        </p:nvSpPr>
        <p:spPr/>
        <p:txBody>
          <a:bodyPr/>
          <a:lstStyle/>
          <a:p>
            <a:endParaRPr lang="en-GR"/>
          </a:p>
        </p:txBody>
      </p:sp>
      <p:sp>
        <p:nvSpPr>
          <p:cNvPr id="10" name="Title 9">
            <a:extLst>
              <a:ext uri="{FF2B5EF4-FFF2-40B4-BE49-F238E27FC236}">
                <a16:creationId xmlns:a16="http://schemas.microsoft.com/office/drawing/2014/main" id="{F8483F9F-6F05-ABF7-6449-17F84F9F9D7F}"/>
              </a:ext>
            </a:extLst>
          </p:cNvPr>
          <p:cNvSpPr>
            <a:spLocks noGrp="1"/>
          </p:cNvSpPr>
          <p:nvPr>
            <p:ph type="ctrTitle"/>
          </p:nvPr>
        </p:nvSpPr>
        <p:spPr>
          <a:xfrm>
            <a:off x="332316" y="409284"/>
            <a:ext cx="5037767" cy="139397"/>
          </a:xfrm>
        </p:spPr>
        <p:txBody>
          <a:bodyPr/>
          <a:lstStyle/>
          <a:p>
            <a:r>
              <a:rPr lang="en-GR"/>
              <a:t>Page Layouts</a:t>
            </a:r>
          </a:p>
        </p:txBody>
      </p:sp>
      <p:sp>
        <p:nvSpPr>
          <p:cNvPr id="14" name="Text Placeholder 13">
            <a:extLst>
              <a:ext uri="{FF2B5EF4-FFF2-40B4-BE49-F238E27FC236}">
                <a16:creationId xmlns:a16="http://schemas.microsoft.com/office/drawing/2014/main" id="{53728398-2D3E-B7F8-7F04-201A3773F4C5}"/>
              </a:ext>
            </a:extLst>
          </p:cNvPr>
          <p:cNvSpPr>
            <a:spLocks noGrp="1"/>
          </p:cNvSpPr>
          <p:nvPr>
            <p:ph type="body" sz="quarter" idx="14"/>
          </p:nvPr>
        </p:nvSpPr>
        <p:spPr>
          <a:xfrm>
            <a:off x="332316" y="1268822"/>
            <a:ext cx="5036400" cy="5040497"/>
          </a:xfrm>
        </p:spPr>
        <p:txBody>
          <a:bodyPr/>
          <a:lstStyle/>
          <a:p>
            <a:r>
              <a:rPr lang="en-GB"/>
              <a:t>Aptos 11pt / Line spacing 1,1 / Paragraph space before 9pt. Lorem ipsum </a:t>
            </a:r>
            <a:r>
              <a:rPr lang="en-GB" err="1"/>
              <a:t>dolor</a:t>
            </a:r>
            <a:r>
              <a:rPr lang="en-GB"/>
              <a:t> sit </a:t>
            </a:r>
            <a:r>
              <a:rPr lang="en-GB" err="1"/>
              <a:t>amet</a:t>
            </a:r>
            <a:r>
              <a:rPr lang="en-GB"/>
              <a:t> </a:t>
            </a:r>
            <a:r>
              <a:rPr lang="en-GB" err="1"/>
              <a:t>consectetur</a:t>
            </a:r>
            <a:r>
              <a:rPr lang="en-GB"/>
              <a:t>. Vitae </a:t>
            </a:r>
            <a:r>
              <a:rPr lang="en-GB" err="1"/>
              <a:t>nec</a:t>
            </a:r>
            <a:r>
              <a:rPr lang="en-GB"/>
              <a:t> gravida </a:t>
            </a:r>
            <a:r>
              <a:rPr lang="en-GB" err="1"/>
              <a:t>volutpat</a:t>
            </a:r>
            <a:r>
              <a:rPr lang="en-GB"/>
              <a:t> </a:t>
            </a:r>
            <a:r>
              <a:rPr lang="en-GB" err="1"/>
              <a:t>urna</a:t>
            </a:r>
            <a:r>
              <a:rPr lang="en-GB"/>
              <a:t> </a:t>
            </a:r>
            <a:r>
              <a:rPr lang="en-GB" err="1"/>
              <a:t>risus</a:t>
            </a:r>
            <a:r>
              <a:rPr lang="en-GB"/>
              <a:t> sit </a:t>
            </a:r>
            <a:r>
              <a:rPr lang="en-GB" err="1"/>
              <a:t>feugiat</a:t>
            </a:r>
            <a:r>
              <a:rPr lang="en-GB"/>
              <a:t> </a:t>
            </a:r>
            <a:r>
              <a:rPr lang="en-GB" err="1"/>
              <a:t>nisl</a:t>
            </a:r>
            <a:r>
              <a:rPr lang="en-GB"/>
              <a:t> </a:t>
            </a:r>
            <a:r>
              <a:rPr lang="en-GB" err="1"/>
              <a:t>volutpat</a:t>
            </a:r>
            <a:r>
              <a:rPr lang="en-GB"/>
              <a:t>. Id </a:t>
            </a:r>
            <a:r>
              <a:rPr lang="en-GB" err="1"/>
              <a:t>faucibus</a:t>
            </a:r>
            <a:r>
              <a:rPr lang="en-GB"/>
              <a:t> non et lorem </a:t>
            </a:r>
            <a:r>
              <a:rPr lang="en-GB" err="1"/>
              <a:t>pellentesque</a:t>
            </a:r>
            <a:r>
              <a:rPr lang="en-GB"/>
              <a:t> integer ante. </a:t>
            </a:r>
            <a:r>
              <a:rPr lang="en-GB" err="1"/>
              <a:t>Aliquam</a:t>
            </a:r>
            <a:r>
              <a:rPr lang="en-GB"/>
              <a:t> </a:t>
            </a:r>
            <a:r>
              <a:rPr lang="en-GB" err="1"/>
              <a:t>arcu</a:t>
            </a:r>
            <a:r>
              <a:rPr lang="en-GB"/>
              <a:t> </a:t>
            </a:r>
            <a:r>
              <a:rPr lang="en-GB" err="1"/>
              <a:t>volutpat</a:t>
            </a:r>
            <a:r>
              <a:rPr lang="en-GB"/>
              <a:t> sit magna </a:t>
            </a:r>
            <a:r>
              <a:rPr lang="en-GB" err="1"/>
              <a:t>quis</a:t>
            </a:r>
            <a:r>
              <a:rPr lang="en-GB"/>
              <a:t>. </a:t>
            </a:r>
            <a:r>
              <a:rPr lang="en-GB" err="1"/>
              <a:t>Consectetur</a:t>
            </a:r>
            <a:r>
              <a:rPr lang="en-GB"/>
              <a:t> </a:t>
            </a:r>
            <a:r>
              <a:rPr lang="en-GB" err="1"/>
              <a:t>amet</a:t>
            </a:r>
            <a:r>
              <a:rPr lang="en-GB"/>
              <a:t> </a:t>
            </a:r>
            <a:r>
              <a:rPr lang="en-GB" err="1"/>
              <a:t>aliquam</a:t>
            </a:r>
            <a:r>
              <a:rPr lang="en-GB"/>
              <a:t> </a:t>
            </a:r>
            <a:r>
              <a:rPr lang="en-GB" err="1"/>
              <a:t>sed</a:t>
            </a:r>
            <a:r>
              <a:rPr lang="en-GB"/>
              <a:t> </a:t>
            </a:r>
            <a:r>
              <a:rPr lang="en-GB" err="1"/>
              <a:t>lobortis</a:t>
            </a:r>
            <a:r>
              <a:rPr lang="en-GB"/>
              <a:t> </a:t>
            </a:r>
            <a:r>
              <a:rPr lang="en-GB" err="1"/>
              <a:t>diam</a:t>
            </a:r>
            <a:r>
              <a:rPr lang="en-GB"/>
              <a:t> </a:t>
            </a:r>
            <a:r>
              <a:rPr lang="en-GB" err="1"/>
              <a:t>vulputate</a:t>
            </a:r>
            <a:r>
              <a:rPr lang="en-GB"/>
              <a:t> </a:t>
            </a:r>
            <a:r>
              <a:rPr lang="en-GB" err="1"/>
              <a:t>amet</a:t>
            </a:r>
            <a:r>
              <a:rPr lang="en-GB"/>
              <a:t> </a:t>
            </a:r>
            <a:r>
              <a:rPr lang="en-GB" err="1"/>
              <a:t>laoreet</a:t>
            </a:r>
            <a:r>
              <a:rPr lang="en-GB"/>
              <a:t>. Sit </a:t>
            </a:r>
            <a:r>
              <a:rPr lang="en-GB" err="1"/>
              <a:t>placerat</a:t>
            </a:r>
            <a:r>
              <a:rPr lang="en-GB"/>
              <a:t> </a:t>
            </a:r>
            <a:r>
              <a:rPr lang="en-GB" err="1"/>
              <a:t>nunc</a:t>
            </a:r>
            <a:r>
              <a:rPr lang="en-GB"/>
              <a:t> sit </a:t>
            </a:r>
            <a:r>
              <a:rPr lang="en-GB" err="1"/>
              <a:t>interdum</a:t>
            </a:r>
            <a:r>
              <a:rPr lang="en-GB"/>
              <a:t> </a:t>
            </a:r>
            <a:r>
              <a:rPr lang="en-GB" err="1"/>
              <a:t>aliquam</a:t>
            </a:r>
            <a:r>
              <a:rPr lang="en-GB"/>
              <a:t> </a:t>
            </a:r>
            <a:r>
              <a:rPr lang="en-GB" err="1"/>
              <a:t>adipiscing</a:t>
            </a:r>
            <a:r>
              <a:rPr lang="en-GB"/>
              <a:t>. A </a:t>
            </a:r>
            <a:r>
              <a:rPr lang="en-GB" err="1"/>
              <a:t>turpis</a:t>
            </a:r>
            <a:r>
              <a:rPr lang="en-GB"/>
              <a:t> </a:t>
            </a:r>
            <a:r>
              <a:rPr lang="en-GB" err="1"/>
              <a:t>odio</a:t>
            </a:r>
            <a:r>
              <a:rPr lang="en-GB"/>
              <a:t> </a:t>
            </a:r>
            <a:r>
              <a:rPr lang="en-GB" err="1"/>
              <a:t>ridiculus</a:t>
            </a:r>
            <a:r>
              <a:rPr lang="en-GB"/>
              <a:t> </a:t>
            </a:r>
            <a:r>
              <a:rPr lang="en-GB" err="1"/>
              <a:t>nullam</a:t>
            </a:r>
            <a:r>
              <a:rPr lang="en-GB"/>
              <a:t> </a:t>
            </a:r>
            <a:r>
              <a:rPr lang="en-GB" err="1"/>
              <a:t>feugiat</a:t>
            </a:r>
            <a:r>
              <a:rPr lang="en-GB"/>
              <a:t> </a:t>
            </a:r>
            <a:r>
              <a:rPr lang="en-GB" err="1"/>
              <a:t>facilisis</a:t>
            </a:r>
            <a:r>
              <a:rPr lang="en-GB"/>
              <a:t> sector.</a:t>
            </a:r>
          </a:p>
          <a:p>
            <a:r>
              <a:rPr lang="en-GB" err="1"/>
              <a:t>Orci</a:t>
            </a:r>
            <a:r>
              <a:rPr lang="en-GB"/>
              <a:t> habitant et </a:t>
            </a:r>
            <a:r>
              <a:rPr lang="en-GB" err="1"/>
              <a:t>lectus</a:t>
            </a:r>
            <a:r>
              <a:rPr lang="en-GB"/>
              <a:t> </a:t>
            </a:r>
            <a:r>
              <a:rPr lang="en-GB" err="1"/>
              <a:t>nunc</a:t>
            </a:r>
            <a:r>
              <a:rPr lang="en-GB"/>
              <a:t> </a:t>
            </a:r>
            <a:r>
              <a:rPr lang="en-GB" err="1"/>
              <a:t>metus</a:t>
            </a:r>
            <a:r>
              <a:rPr lang="en-GB"/>
              <a:t>. </a:t>
            </a:r>
            <a:r>
              <a:rPr lang="en-GB" err="1"/>
              <a:t>Accumsan</a:t>
            </a:r>
            <a:r>
              <a:rPr lang="en-GB"/>
              <a:t> </a:t>
            </a:r>
            <a:r>
              <a:rPr lang="en-GB" err="1"/>
              <a:t>congue</a:t>
            </a:r>
            <a:r>
              <a:rPr lang="en-GB"/>
              <a:t> </a:t>
            </a:r>
            <a:r>
              <a:rPr lang="en-GB" err="1"/>
              <a:t>feugiat</a:t>
            </a:r>
            <a:r>
              <a:rPr lang="en-GB"/>
              <a:t> </a:t>
            </a:r>
            <a:r>
              <a:rPr lang="en-GB" err="1"/>
              <a:t>proin</a:t>
            </a:r>
            <a:r>
              <a:rPr lang="en-GB"/>
              <a:t> pulvinar </a:t>
            </a:r>
            <a:r>
              <a:rPr lang="en-GB" err="1"/>
              <a:t>bibendum</a:t>
            </a:r>
            <a:r>
              <a:rPr lang="en-GB"/>
              <a:t> </a:t>
            </a:r>
            <a:r>
              <a:rPr lang="en-GB" err="1"/>
              <a:t>maecenas</a:t>
            </a:r>
            <a:r>
              <a:rPr lang="en-GB"/>
              <a:t>. </a:t>
            </a:r>
            <a:r>
              <a:rPr lang="en-GB" err="1"/>
              <a:t>Varius</a:t>
            </a:r>
            <a:r>
              <a:rPr lang="en-GB"/>
              <a:t> </a:t>
            </a:r>
            <a:r>
              <a:rPr lang="en-GB" err="1"/>
              <a:t>ut</a:t>
            </a:r>
            <a:r>
              <a:rPr lang="en-GB"/>
              <a:t> </a:t>
            </a:r>
            <a:r>
              <a:rPr lang="en-GB" err="1"/>
              <a:t>ut</a:t>
            </a:r>
            <a:r>
              <a:rPr lang="en-GB"/>
              <a:t> </a:t>
            </a:r>
            <a:r>
              <a:rPr lang="en-GB" err="1"/>
              <a:t>tellus</a:t>
            </a:r>
            <a:r>
              <a:rPr lang="en-GB"/>
              <a:t> fames. Nunc at </a:t>
            </a:r>
            <a:r>
              <a:rPr lang="en-GB" err="1"/>
              <a:t>augue</a:t>
            </a:r>
            <a:r>
              <a:rPr lang="en-GB"/>
              <a:t> </a:t>
            </a:r>
            <a:r>
              <a:rPr lang="en-GB" err="1"/>
              <a:t>ultrices</a:t>
            </a:r>
            <a:r>
              <a:rPr lang="en-GB"/>
              <a:t> ac </a:t>
            </a:r>
            <a:r>
              <a:rPr lang="en-GB" err="1"/>
              <a:t>risus</a:t>
            </a:r>
            <a:r>
              <a:rPr lang="en-GB"/>
              <a:t> </a:t>
            </a:r>
            <a:r>
              <a:rPr lang="en-GB" err="1"/>
              <a:t>dapibus</a:t>
            </a:r>
            <a:r>
              <a:rPr lang="en-GB"/>
              <a:t> </a:t>
            </a:r>
            <a:r>
              <a:rPr lang="en-GB" err="1"/>
              <a:t>amet</a:t>
            </a:r>
            <a:r>
              <a:rPr lang="en-GB"/>
              <a:t>. </a:t>
            </a:r>
            <a:r>
              <a:rPr lang="en-GB" err="1"/>
              <a:t>Quam</a:t>
            </a:r>
            <a:r>
              <a:rPr lang="en-GB"/>
              <a:t> </a:t>
            </a:r>
            <a:r>
              <a:rPr lang="en-GB" err="1"/>
              <a:t>velit</a:t>
            </a:r>
            <a:r>
              <a:rPr lang="en-GB"/>
              <a:t> sit </a:t>
            </a:r>
            <a:r>
              <a:rPr lang="en-GB" err="1"/>
              <a:t>commodo</a:t>
            </a:r>
            <a:r>
              <a:rPr lang="en-GB"/>
              <a:t> </a:t>
            </a:r>
            <a:r>
              <a:rPr lang="en-GB" err="1"/>
              <a:t>pellentesque</a:t>
            </a:r>
            <a:r>
              <a:rPr lang="en-GB"/>
              <a:t> </a:t>
            </a:r>
            <a:r>
              <a:rPr lang="en-GB" err="1"/>
              <a:t>aliquet</a:t>
            </a:r>
            <a:r>
              <a:rPr lang="en-GB"/>
              <a:t> </a:t>
            </a:r>
            <a:r>
              <a:rPr lang="en-GB" err="1"/>
              <a:t>est</a:t>
            </a:r>
            <a:r>
              <a:rPr lang="en-GB"/>
              <a:t> in </a:t>
            </a:r>
            <a:r>
              <a:rPr lang="en-GB" err="1"/>
              <a:t>turpis</a:t>
            </a:r>
            <a:r>
              <a:rPr lang="en-GB"/>
              <a:t>. </a:t>
            </a:r>
            <a:r>
              <a:rPr lang="en-GB" err="1"/>
              <a:t>Commodo</a:t>
            </a:r>
            <a:r>
              <a:rPr lang="en-GB"/>
              <a:t> fermentum id </a:t>
            </a:r>
            <a:r>
              <a:rPr lang="en-GB" err="1"/>
              <a:t>risus</a:t>
            </a:r>
            <a:r>
              <a:rPr lang="en-GB"/>
              <a:t> cursus at </a:t>
            </a:r>
            <a:r>
              <a:rPr lang="en-GB" err="1"/>
              <a:t>sem</a:t>
            </a:r>
            <a:r>
              <a:rPr lang="en-GB"/>
              <a:t> </a:t>
            </a:r>
            <a:r>
              <a:rPr lang="en-GB" err="1"/>
              <a:t>augue</a:t>
            </a:r>
            <a:r>
              <a:rPr lang="en-GB"/>
              <a:t> id ac.</a:t>
            </a:r>
          </a:p>
          <a:p>
            <a:pPr marL="171450" indent="-171450">
              <a:buFont typeface="Arial" panose="020B0604020202020204" pitchFamily="34" charset="0"/>
              <a:buChar char="•"/>
            </a:pPr>
            <a:r>
              <a:rPr lang="en-GB"/>
              <a:t>Lorem </a:t>
            </a:r>
            <a:r>
              <a:rPr lang="en-GB" err="1"/>
              <a:t>condimentum</a:t>
            </a:r>
            <a:r>
              <a:rPr lang="en-GB"/>
              <a:t> </a:t>
            </a:r>
            <a:r>
              <a:rPr lang="en-GB" err="1"/>
              <a:t>fusce</a:t>
            </a:r>
            <a:r>
              <a:rPr lang="en-GB"/>
              <a:t> </a:t>
            </a:r>
            <a:r>
              <a:rPr lang="en-GB" err="1"/>
              <a:t>lobortis</a:t>
            </a:r>
            <a:r>
              <a:rPr lang="en-GB"/>
              <a:t> </a:t>
            </a:r>
            <a:r>
              <a:rPr lang="en-GB" err="1"/>
              <a:t>suspendisse</a:t>
            </a:r>
            <a:r>
              <a:rPr lang="en-GB"/>
              <a:t>. </a:t>
            </a:r>
            <a:r>
              <a:rPr lang="en-GB" err="1"/>
              <a:t>Ultrices</a:t>
            </a:r>
            <a:r>
              <a:rPr lang="en-GB"/>
              <a:t> </a:t>
            </a:r>
            <a:r>
              <a:rPr lang="en-GB" err="1"/>
              <a:t>est</a:t>
            </a:r>
            <a:r>
              <a:rPr lang="en-GB"/>
              <a:t> </a:t>
            </a:r>
            <a:r>
              <a:rPr lang="en-GB" err="1"/>
              <a:t>lectus</a:t>
            </a:r>
            <a:r>
              <a:rPr lang="en-GB"/>
              <a:t> </a:t>
            </a:r>
            <a:r>
              <a:rPr lang="en-GB" err="1"/>
              <a:t>tincidunt</a:t>
            </a:r>
            <a:r>
              <a:rPr lang="en-GB"/>
              <a:t> </a:t>
            </a:r>
            <a:r>
              <a:rPr lang="en-GB" err="1"/>
              <a:t>luctus</a:t>
            </a:r>
            <a:r>
              <a:rPr lang="en-GB"/>
              <a:t> id </a:t>
            </a:r>
            <a:r>
              <a:rPr lang="en-GB" err="1"/>
              <a:t>eget</a:t>
            </a:r>
            <a:r>
              <a:rPr lang="en-GB"/>
              <a:t> sed.</a:t>
            </a:r>
          </a:p>
          <a:p>
            <a:pPr marL="171450" indent="-171450">
              <a:buFont typeface="Arial" panose="020B0604020202020204" pitchFamily="34" charset="0"/>
              <a:buChar char="•"/>
            </a:pPr>
            <a:r>
              <a:rPr lang="en-GB" err="1"/>
              <a:t>Tempor</a:t>
            </a:r>
            <a:r>
              <a:rPr lang="en-GB"/>
              <a:t> in </a:t>
            </a:r>
            <a:r>
              <a:rPr lang="en-GB" err="1"/>
              <a:t>orci</a:t>
            </a:r>
            <a:r>
              <a:rPr lang="en-GB"/>
              <a:t> </a:t>
            </a:r>
            <a:r>
              <a:rPr lang="en-GB" err="1"/>
              <a:t>dignissim</a:t>
            </a:r>
            <a:r>
              <a:rPr lang="en-GB"/>
              <a:t> </a:t>
            </a:r>
            <a:r>
              <a:rPr lang="en-GB" err="1"/>
              <a:t>pellentesque</a:t>
            </a:r>
            <a:r>
              <a:rPr lang="en-GB"/>
              <a:t> vitae </a:t>
            </a:r>
            <a:r>
              <a:rPr lang="en-GB" err="1"/>
              <a:t>sed</a:t>
            </a:r>
            <a:r>
              <a:rPr lang="en-GB"/>
              <a:t> </a:t>
            </a:r>
            <a:r>
              <a:rPr lang="en-GB" err="1"/>
              <a:t>rutrum</a:t>
            </a:r>
            <a:r>
              <a:rPr lang="en-GB"/>
              <a:t> </a:t>
            </a:r>
            <a:r>
              <a:rPr lang="en-GB" err="1"/>
              <a:t>nulla</a:t>
            </a:r>
            <a:r>
              <a:rPr lang="en-GB"/>
              <a:t>. Est </a:t>
            </a:r>
            <a:r>
              <a:rPr lang="en-GB" err="1"/>
              <a:t>cras</a:t>
            </a:r>
            <a:r>
              <a:rPr lang="en-GB"/>
              <a:t> lorem </a:t>
            </a:r>
            <a:r>
              <a:rPr lang="en-GB" err="1"/>
              <a:t>phasellus</a:t>
            </a:r>
            <a:r>
              <a:rPr lang="en-GB"/>
              <a:t> convallis </a:t>
            </a:r>
            <a:r>
              <a:rPr lang="en-GB" err="1"/>
              <a:t>blandit</a:t>
            </a:r>
            <a:r>
              <a:rPr lang="en-GB"/>
              <a:t> lorem et.</a:t>
            </a:r>
          </a:p>
          <a:p>
            <a:pPr marL="171450" indent="-171450">
              <a:buFont typeface="Arial" panose="020B0604020202020204" pitchFamily="34" charset="0"/>
              <a:buChar char="•"/>
            </a:pPr>
            <a:r>
              <a:rPr lang="en-GB" err="1"/>
              <a:t>Ultrices</a:t>
            </a:r>
            <a:r>
              <a:rPr lang="en-GB"/>
              <a:t> </a:t>
            </a:r>
            <a:r>
              <a:rPr lang="en-GB" err="1"/>
              <a:t>aliquam</a:t>
            </a:r>
            <a:r>
              <a:rPr lang="en-GB"/>
              <a:t> </a:t>
            </a:r>
            <a:r>
              <a:rPr lang="en-GB" err="1"/>
              <a:t>egestas</a:t>
            </a:r>
            <a:r>
              <a:rPr lang="en-GB"/>
              <a:t> </a:t>
            </a:r>
            <a:r>
              <a:rPr lang="en-GB" err="1"/>
              <a:t>consequat</a:t>
            </a:r>
            <a:r>
              <a:rPr lang="en-GB"/>
              <a:t> parturient at </a:t>
            </a:r>
            <a:r>
              <a:rPr lang="en-GB" err="1"/>
              <a:t>aliquam</a:t>
            </a:r>
            <a:r>
              <a:rPr lang="en-GB"/>
              <a:t> </a:t>
            </a:r>
            <a:r>
              <a:rPr lang="en-GB" err="1"/>
              <a:t>scelerisque</a:t>
            </a:r>
            <a:r>
              <a:rPr lang="en-GB"/>
              <a:t>. </a:t>
            </a:r>
            <a:r>
              <a:rPr lang="en-GB" err="1"/>
              <a:t>Lectus</a:t>
            </a:r>
            <a:r>
              <a:rPr lang="en-GB"/>
              <a:t> </a:t>
            </a:r>
            <a:r>
              <a:rPr lang="en-GB" err="1"/>
              <a:t>sodales</a:t>
            </a:r>
            <a:r>
              <a:rPr lang="en-GB"/>
              <a:t> </a:t>
            </a:r>
            <a:r>
              <a:rPr lang="en-GB" err="1"/>
              <a:t>netus</a:t>
            </a:r>
            <a:r>
              <a:rPr lang="en-GB"/>
              <a:t> </a:t>
            </a:r>
            <a:r>
              <a:rPr lang="en-GB" err="1"/>
              <a:t>mattis</a:t>
            </a:r>
            <a:r>
              <a:rPr lang="en-GB"/>
              <a:t> et.</a:t>
            </a:r>
          </a:p>
          <a:p>
            <a:r>
              <a:rPr lang="en-GB"/>
              <a:t>A </a:t>
            </a:r>
            <a:r>
              <a:rPr lang="en-GB" err="1"/>
              <a:t>tristique</a:t>
            </a:r>
            <a:r>
              <a:rPr lang="en-GB"/>
              <a:t> </a:t>
            </a:r>
            <a:r>
              <a:rPr lang="en-GB" err="1"/>
              <a:t>tincidunt</a:t>
            </a:r>
            <a:r>
              <a:rPr lang="en-GB"/>
              <a:t> </a:t>
            </a:r>
            <a:r>
              <a:rPr lang="en-GB" err="1"/>
              <a:t>enim</a:t>
            </a:r>
            <a:r>
              <a:rPr lang="en-GB"/>
              <a:t> </a:t>
            </a:r>
            <a:r>
              <a:rPr lang="en-GB" err="1"/>
              <a:t>euismod</a:t>
            </a:r>
            <a:r>
              <a:rPr lang="en-GB"/>
              <a:t> magna </a:t>
            </a:r>
            <a:r>
              <a:rPr lang="en-GB" err="1"/>
              <a:t>suspendisse</a:t>
            </a:r>
            <a:r>
              <a:rPr lang="en-GB"/>
              <a:t> </a:t>
            </a:r>
            <a:r>
              <a:rPr lang="en-GB" err="1"/>
              <a:t>feugiat</a:t>
            </a:r>
            <a:r>
              <a:rPr lang="en-GB"/>
              <a:t> </a:t>
            </a:r>
            <a:r>
              <a:rPr lang="en-GB" err="1"/>
              <a:t>velit</a:t>
            </a:r>
            <a:r>
              <a:rPr lang="en-GB"/>
              <a:t> </a:t>
            </a:r>
            <a:r>
              <a:rPr lang="en-GB" err="1"/>
              <a:t>nibh</a:t>
            </a:r>
            <a:r>
              <a:rPr lang="en-GB"/>
              <a:t>. Semper </a:t>
            </a:r>
            <a:r>
              <a:rPr lang="en-GB" err="1"/>
              <a:t>adipiscing</a:t>
            </a:r>
            <a:r>
              <a:rPr lang="en-GB"/>
              <a:t> ac ipsum </a:t>
            </a:r>
            <a:r>
              <a:rPr lang="en-GB" err="1"/>
              <a:t>elit</a:t>
            </a:r>
            <a:r>
              <a:rPr lang="en-GB"/>
              <a:t> et nisi </a:t>
            </a:r>
            <a:r>
              <a:rPr lang="en-GB" err="1"/>
              <a:t>purus</a:t>
            </a:r>
            <a:r>
              <a:rPr lang="en-GB"/>
              <a:t> </a:t>
            </a:r>
            <a:r>
              <a:rPr lang="en-GB" err="1"/>
              <a:t>viverra</a:t>
            </a:r>
            <a:r>
              <a:rPr lang="en-GB"/>
              <a:t>. </a:t>
            </a:r>
            <a:r>
              <a:rPr lang="en-GB" err="1"/>
              <a:t>Odio</a:t>
            </a:r>
            <a:r>
              <a:rPr lang="en-GB"/>
              <a:t> </a:t>
            </a:r>
            <a:r>
              <a:rPr lang="en-GB" err="1"/>
              <a:t>euismod</a:t>
            </a:r>
            <a:r>
              <a:rPr lang="en-GB"/>
              <a:t> </a:t>
            </a:r>
            <a:r>
              <a:rPr lang="en-GB" err="1"/>
              <a:t>tempor</a:t>
            </a:r>
            <a:r>
              <a:rPr lang="en-GB"/>
              <a:t> </a:t>
            </a:r>
            <a:r>
              <a:rPr lang="en-GB" err="1"/>
              <a:t>odio</a:t>
            </a:r>
            <a:r>
              <a:rPr lang="en-GB"/>
              <a:t> </a:t>
            </a:r>
            <a:r>
              <a:rPr lang="en-GB" err="1"/>
              <a:t>vel</a:t>
            </a:r>
            <a:r>
              <a:rPr lang="en-GB"/>
              <a:t> </a:t>
            </a:r>
            <a:r>
              <a:rPr lang="en-GB" err="1"/>
              <a:t>nisl</a:t>
            </a:r>
            <a:r>
              <a:rPr lang="en-GB"/>
              <a:t> </a:t>
            </a:r>
            <a:r>
              <a:rPr lang="en-GB" err="1"/>
              <a:t>orci</a:t>
            </a:r>
            <a:r>
              <a:rPr lang="en-GB"/>
              <a:t> pulvinar </a:t>
            </a:r>
            <a:r>
              <a:rPr lang="en-GB" err="1"/>
              <a:t>enim</a:t>
            </a:r>
            <a:r>
              <a:rPr lang="en-GB"/>
              <a:t>. Eu vitae </a:t>
            </a:r>
            <a:r>
              <a:rPr lang="en-GB" err="1"/>
              <a:t>sed</a:t>
            </a:r>
            <a:r>
              <a:rPr lang="en-GB"/>
              <a:t> dictum id </a:t>
            </a:r>
            <a:r>
              <a:rPr lang="en-GB" err="1"/>
              <a:t>vehicula</a:t>
            </a:r>
            <a:r>
              <a:rPr lang="en-GB"/>
              <a:t> </a:t>
            </a:r>
            <a:r>
              <a:rPr lang="en-GB" err="1"/>
              <a:t>nulla</a:t>
            </a:r>
            <a:r>
              <a:rPr lang="en-GB"/>
              <a:t> </a:t>
            </a:r>
            <a:r>
              <a:rPr lang="en-GB" err="1"/>
              <a:t>augue</a:t>
            </a:r>
            <a:r>
              <a:rPr lang="en-GB"/>
              <a:t>. </a:t>
            </a:r>
            <a:r>
              <a:rPr lang="en-GB" err="1"/>
              <a:t>Nulla</a:t>
            </a:r>
            <a:r>
              <a:rPr lang="en-GB"/>
              <a:t> </a:t>
            </a:r>
            <a:r>
              <a:rPr lang="en-GB" err="1"/>
              <a:t>ut</a:t>
            </a:r>
            <a:r>
              <a:rPr lang="en-GB"/>
              <a:t> </a:t>
            </a:r>
            <a:r>
              <a:rPr lang="en-GB" err="1"/>
              <a:t>vulputate</a:t>
            </a:r>
            <a:r>
              <a:rPr lang="en-GB"/>
              <a:t> mi vitae </a:t>
            </a:r>
            <a:r>
              <a:rPr lang="en-GB" err="1"/>
              <a:t>eu</a:t>
            </a:r>
            <a:r>
              <a:rPr lang="en-GB"/>
              <a:t> et diam. Ac dui </a:t>
            </a:r>
            <a:r>
              <a:rPr lang="en-GB" err="1"/>
              <a:t>eu</a:t>
            </a:r>
            <a:r>
              <a:rPr lang="en-GB"/>
              <a:t> </a:t>
            </a:r>
            <a:r>
              <a:rPr lang="en-GB" err="1"/>
              <a:t>urna</a:t>
            </a:r>
            <a:r>
              <a:rPr lang="en-GB"/>
              <a:t> </a:t>
            </a:r>
            <a:r>
              <a:rPr lang="en-GB" err="1"/>
              <a:t>adipiscing</a:t>
            </a:r>
            <a:r>
              <a:rPr lang="en-GB"/>
              <a:t> </a:t>
            </a:r>
            <a:r>
              <a:rPr lang="en-GB" err="1"/>
              <a:t>proin</a:t>
            </a:r>
            <a:r>
              <a:rPr lang="en-GB"/>
              <a:t> </a:t>
            </a:r>
            <a:r>
              <a:rPr lang="en-GB" err="1"/>
              <a:t>augue</a:t>
            </a:r>
            <a:r>
              <a:rPr lang="en-GB"/>
              <a:t> tempus et. Eu integer cursus in et </a:t>
            </a:r>
            <a:r>
              <a:rPr lang="en-GB" err="1"/>
              <a:t>ultrices</a:t>
            </a:r>
            <a:r>
              <a:rPr lang="en-GB"/>
              <a:t> </a:t>
            </a:r>
            <a:r>
              <a:rPr lang="en-GB" err="1"/>
              <a:t>venenatis</a:t>
            </a:r>
            <a:r>
              <a:rPr lang="en-GB"/>
              <a:t>.</a:t>
            </a:r>
            <a:endParaRPr lang="en-GR"/>
          </a:p>
          <a:p>
            <a:endParaRPr lang="en-GR"/>
          </a:p>
        </p:txBody>
      </p:sp>
      <p:sp>
        <p:nvSpPr>
          <p:cNvPr id="15" name="Text Placeholder 14">
            <a:extLst>
              <a:ext uri="{FF2B5EF4-FFF2-40B4-BE49-F238E27FC236}">
                <a16:creationId xmlns:a16="http://schemas.microsoft.com/office/drawing/2014/main" id="{4C963F66-8C7E-0E4B-068F-587FA40F50EE}"/>
              </a:ext>
            </a:extLst>
          </p:cNvPr>
          <p:cNvSpPr>
            <a:spLocks noGrp="1"/>
          </p:cNvSpPr>
          <p:nvPr>
            <p:ph type="body" sz="quarter" idx="16"/>
          </p:nvPr>
        </p:nvSpPr>
        <p:spPr>
          <a:xfrm>
            <a:off x="332316" y="741494"/>
            <a:ext cx="5036400" cy="334515"/>
          </a:xfrm>
        </p:spPr>
        <p:txBody>
          <a:bodyPr/>
          <a:lstStyle/>
          <a:p>
            <a:r>
              <a:rPr lang="en-GR"/>
              <a:t>Title Aptos 18-24pt lines spacing 0,9</a:t>
            </a:r>
          </a:p>
        </p:txBody>
      </p:sp>
      <p:sp>
        <p:nvSpPr>
          <p:cNvPr id="4" name="Slide Number Placeholder 3">
            <a:extLst>
              <a:ext uri="{FF2B5EF4-FFF2-40B4-BE49-F238E27FC236}">
                <a16:creationId xmlns:a16="http://schemas.microsoft.com/office/drawing/2014/main" id="{F97C1A9D-6BD6-C7C1-735B-E6D338884A2F}"/>
              </a:ext>
            </a:extLst>
          </p:cNvPr>
          <p:cNvSpPr>
            <a:spLocks noGrp="1"/>
          </p:cNvSpPr>
          <p:nvPr>
            <p:ph type="sldNum" sz="quarter" idx="24"/>
          </p:nvPr>
        </p:nvSpPr>
        <p:spPr>
          <a:xfrm>
            <a:off x="11179867" y="6542940"/>
            <a:ext cx="684000" cy="138499"/>
          </a:xfrm>
        </p:spPr>
        <p:txBody>
          <a:bodyPr/>
          <a:lstStyle/>
          <a:p>
            <a:fld id="{233F7D93-8529-0F4E-AF24-E7C8656CB0BF}" type="slidenum">
              <a:rPr lang="en-GR" smtClean="0"/>
              <a:pPr/>
              <a:t>205</a:t>
            </a:fld>
            <a:endParaRPr lang="en-GR"/>
          </a:p>
        </p:txBody>
      </p:sp>
      <p:pic>
        <p:nvPicPr>
          <p:cNvPr id="8" name="Graphic 7">
            <a:extLst>
              <a:ext uri="{FF2B5EF4-FFF2-40B4-BE49-F238E27FC236}">
                <a16:creationId xmlns:a16="http://schemas.microsoft.com/office/drawing/2014/main" id="{6702D3F5-1248-1850-6D4D-118236807121}"/>
              </a:ext>
            </a:extLst>
          </p:cNvPr>
          <p:cNvPicPr>
            <a:picLocks noChangeAspect="1"/>
          </p:cNvPicPr>
          <p:nvPr/>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r="8975"/>
          <a:stretch/>
        </p:blipFill>
        <p:spPr>
          <a:xfrm>
            <a:off x="5720231" y="1158942"/>
            <a:ext cx="6471770" cy="4512082"/>
          </a:xfrm>
          <a:prstGeom prst="rect">
            <a:avLst/>
          </a:prstGeom>
        </p:spPr>
      </p:pic>
      <p:grpSp>
        <p:nvGrpSpPr>
          <p:cNvPr id="7" name="Group 6">
            <a:extLst>
              <a:ext uri="{FF2B5EF4-FFF2-40B4-BE49-F238E27FC236}">
                <a16:creationId xmlns:a16="http://schemas.microsoft.com/office/drawing/2014/main" id="{F9031A0A-BBB9-4BD1-63F7-2AA7502AA13D}"/>
              </a:ext>
            </a:extLst>
          </p:cNvPr>
          <p:cNvGrpSpPr/>
          <p:nvPr/>
        </p:nvGrpSpPr>
        <p:grpSpPr>
          <a:xfrm>
            <a:off x="1080000" y="5832000"/>
            <a:ext cx="2542623" cy="554258"/>
            <a:chOff x="2723823" y="4569431"/>
            <a:chExt cx="2542623" cy="554258"/>
          </a:xfrm>
        </p:grpSpPr>
        <p:sp>
          <p:nvSpPr>
            <p:cNvPr id="9" name="Rounded Rectangle 8">
              <a:extLst>
                <a:ext uri="{FF2B5EF4-FFF2-40B4-BE49-F238E27FC236}">
                  <a16:creationId xmlns:a16="http://schemas.microsoft.com/office/drawing/2014/main" id="{30246C43-75AC-DB00-34A4-88CD1EFF90C2}"/>
                </a:ext>
              </a:extLst>
            </p:cNvPr>
            <p:cNvSpPr/>
            <p:nvPr/>
          </p:nvSpPr>
          <p:spPr>
            <a:xfrm>
              <a:off x="2723823" y="4569431"/>
              <a:ext cx="2542623" cy="470828"/>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Corporate &amp; Investment  Banking Logo</a:t>
              </a:r>
              <a:endParaRPr lang="en-US" sz="800">
                <a:solidFill>
                  <a:schemeClr val="bg1">
                    <a:lumMod val="95000"/>
                  </a:schemeClr>
                </a:solidFill>
                <a:latin typeface="Aptos" panose="020B0004020202020204" pitchFamily="34" charset="0"/>
              </a:endParaRPr>
            </a:p>
          </p:txBody>
        </p:sp>
        <p:sp>
          <p:nvSpPr>
            <p:cNvPr id="11" name="Triangle 10">
              <a:extLst>
                <a:ext uri="{FF2B5EF4-FFF2-40B4-BE49-F238E27FC236}">
                  <a16:creationId xmlns:a16="http://schemas.microsoft.com/office/drawing/2014/main" id="{EF49C156-3F81-6EC7-7A2A-788E29E28F94}"/>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12" name="Group 11">
            <a:extLst>
              <a:ext uri="{FF2B5EF4-FFF2-40B4-BE49-F238E27FC236}">
                <a16:creationId xmlns:a16="http://schemas.microsoft.com/office/drawing/2014/main" id="{CEEA644F-430F-3D9B-6CF6-26BE9A80A466}"/>
              </a:ext>
            </a:extLst>
          </p:cNvPr>
          <p:cNvGrpSpPr/>
          <p:nvPr/>
        </p:nvGrpSpPr>
        <p:grpSpPr>
          <a:xfrm>
            <a:off x="8590913" y="444351"/>
            <a:ext cx="2930954" cy="1076741"/>
            <a:chOff x="2723823" y="4046948"/>
            <a:chExt cx="2930954" cy="1076741"/>
          </a:xfrm>
        </p:grpSpPr>
        <p:sp>
          <p:nvSpPr>
            <p:cNvPr id="16" name="Rounded Rectangle 15">
              <a:extLst>
                <a:ext uri="{FF2B5EF4-FFF2-40B4-BE49-F238E27FC236}">
                  <a16:creationId xmlns:a16="http://schemas.microsoft.com/office/drawing/2014/main" id="{3AA689BD-19D1-51B9-FB2E-11EA3BA080C8}"/>
                </a:ext>
              </a:extLst>
            </p:cNvPr>
            <p:cNvSpPr/>
            <p:nvPr/>
          </p:nvSpPr>
          <p:spPr>
            <a:xfrm>
              <a:off x="2723823" y="4046948"/>
              <a:ext cx="2930954" cy="993311"/>
            </a:xfrm>
            <a:prstGeom prst="roundRect">
              <a:avLst>
                <a:gd name="adj" fmla="val 7801"/>
              </a:avLst>
            </a:prstGeom>
            <a:solidFill>
              <a:schemeClr val="tx1"/>
            </a:solidFill>
            <a:ln w="6350">
              <a:noFill/>
            </a:ln>
            <a:effectLst>
              <a:outerShdw blurRad="204386" dist="89823" dir="5400000" sx="99993" sy="99993" algn="t" rotWithShape="0">
                <a:prstClr val="black">
                  <a:alpha val="2978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44000" rIns="144000" bIns="144000" rtlCol="0" anchor="b" anchorCtr="0">
              <a:spAutoFit/>
            </a:bodyPr>
            <a:lstStyle/>
            <a:p>
              <a:pPr>
                <a:lnSpc>
                  <a:spcPct val="110000"/>
                </a:lnSpc>
                <a:spcBef>
                  <a:spcPts val="900"/>
                </a:spcBef>
              </a:pPr>
              <a:r>
                <a:rPr lang="en-US" sz="1000" b="1">
                  <a:solidFill>
                    <a:schemeClr val="bg1">
                      <a:lumMod val="95000"/>
                    </a:schemeClr>
                  </a:solidFill>
                  <a:latin typeface="Aptos" panose="020B0004020202020204" pitchFamily="34" charset="0"/>
                </a:rPr>
                <a:t>Corporate &amp; Investment  Color </a:t>
              </a:r>
              <a:endParaRPr lang="en-US" sz="800">
                <a:latin typeface="Aptos" panose="020B0004020202020204" pitchFamily="34" charset="0"/>
                <a:ea typeface="Tahoma" panose="020B0604030504040204" pitchFamily="34" charset="0"/>
                <a:cs typeface="Tahoma" panose="020B0604030504040204" pitchFamily="34" charset="0"/>
              </a:endParaRPr>
            </a:p>
            <a:p>
              <a:pPr>
                <a:lnSpc>
                  <a:spcPct val="110000"/>
                </a:lnSpc>
                <a:spcBef>
                  <a:spcPts val="900"/>
                </a:spcBef>
              </a:pPr>
              <a:r>
                <a:rPr lang="en-US" sz="800">
                  <a:latin typeface="Aptos" panose="020B0004020202020204" pitchFamily="34" charset="0"/>
                  <a:ea typeface="Tahoma" panose="020B0604030504040204" pitchFamily="34" charset="0"/>
                  <a:cs typeface="Tahoma" panose="020B0604030504040204" pitchFamily="34" charset="0"/>
                </a:rPr>
                <a:t>#73AF3C</a:t>
              </a:r>
            </a:p>
            <a:p>
              <a:pPr>
                <a:lnSpc>
                  <a:spcPct val="110000"/>
                </a:lnSpc>
                <a:spcBef>
                  <a:spcPts val="900"/>
                </a:spcBef>
              </a:pPr>
              <a:r>
                <a:rPr lang="en-US" sz="800">
                  <a:latin typeface="Aptos" panose="020B0004020202020204" pitchFamily="34" charset="0"/>
                  <a:ea typeface="Tahoma" panose="020B0604030504040204" pitchFamily="34" charset="0"/>
                  <a:cs typeface="Tahoma" panose="020B0604030504040204" pitchFamily="34" charset="0"/>
                </a:rPr>
                <a:t>You can also find segment colors in slide 7</a:t>
              </a:r>
              <a:endParaRPr lang="en-GR" sz="800">
                <a:latin typeface="Aptos" panose="020B0004020202020204" pitchFamily="34" charset="0"/>
                <a:ea typeface="Tahoma" panose="020B0604030504040204" pitchFamily="34" charset="0"/>
                <a:cs typeface="Tahoma" panose="020B0604030504040204" pitchFamily="34" charset="0"/>
              </a:endParaRPr>
            </a:p>
          </p:txBody>
        </p:sp>
        <p:sp>
          <p:nvSpPr>
            <p:cNvPr id="17" name="Triangle 16">
              <a:extLst>
                <a:ext uri="{FF2B5EF4-FFF2-40B4-BE49-F238E27FC236}">
                  <a16:creationId xmlns:a16="http://schemas.microsoft.com/office/drawing/2014/main" id="{A4A3DE4D-E474-35E6-46FF-FD0C74E239FB}"/>
                </a:ext>
              </a:extLst>
            </p:cNvPr>
            <p:cNvSpPr/>
            <p:nvPr/>
          </p:nvSpPr>
          <p:spPr>
            <a:xfrm rot="10800000">
              <a:off x="3047295" y="5024274"/>
              <a:ext cx="146643" cy="99415"/>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R">
                <a:solidFill>
                  <a:schemeClr val="bg1">
                    <a:lumMod val="95000"/>
                  </a:schemeClr>
                </a:solidFill>
              </a:endParaRPr>
            </a:p>
          </p:txBody>
        </p:sp>
      </p:grpSp>
      <p:grpSp>
        <p:nvGrpSpPr>
          <p:cNvPr id="2" name="Group 1">
            <a:extLst>
              <a:ext uri="{FF2B5EF4-FFF2-40B4-BE49-F238E27FC236}">
                <a16:creationId xmlns:a16="http://schemas.microsoft.com/office/drawing/2014/main" id="{F2954E96-DB9F-7717-65A1-65230C34B6CB}"/>
              </a:ext>
            </a:extLst>
          </p:cNvPr>
          <p:cNvGrpSpPr/>
          <p:nvPr/>
        </p:nvGrpSpPr>
        <p:grpSpPr>
          <a:xfrm>
            <a:off x="1494000" y="6465439"/>
            <a:ext cx="1827748" cy="216000"/>
            <a:chOff x="1241252" y="6465439"/>
            <a:chExt cx="1827748" cy="216000"/>
          </a:xfrm>
        </p:grpSpPr>
        <p:pic>
          <p:nvPicPr>
            <p:cNvPr id="22" name="Picture 21">
              <a:extLst>
                <a:ext uri="{FF2B5EF4-FFF2-40B4-BE49-F238E27FC236}">
                  <a16:creationId xmlns:a16="http://schemas.microsoft.com/office/drawing/2014/main" id="{EA417311-FAC1-B701-F52C-257A71BA10E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385253" y="6465439"/>
              <a:ext cx="1683747" cy="216000"/>
            </a:xfrm>
            <a:prstGeom prst="rect">
              <a:avLst/>
            </a:prstGeom>
          </p:spPr>
        </p:pic>
        <p:cxnSp>
          <p:nvCxnSpPr>
            <p:cNvPr id="23" name="Straight Connector 22">
              <a:extLst>
                <a:ext uri="{FF2B5EF4-FFF2-40B4-BE49-F238E27FC236}">
                  <a16:creationId xmlns:a16="http://schemas.microsoft.com/office/drawing/2014/main" id="{B5CC795F-7E21-86C3-8228-1408FEB16A0E}"/>
                </a:ext>
              </a:extLst>
            </p:cNvPr>
            <p:cNvCxnSpPr>
              <a:cxnSpLocks/>
            </p:cNvCxnSpPr>
            <p:nvPr/>
          </p:nvCxnSpPr>
          <p:spPr>
            <a:xfrm>
              <a:off x="1241252" y="6465439"/>
              <a:ext cx="0" cy="21600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32969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HASEMBEDDEDCELLS" val="table637826035544500073"/>
</p:tagLst>
</file>

<file path=ppt/tags/tag7.xml><?xml version="1.0" encoding="utf-8"?>
<p:tagLst xmlns:a="http://schemas.openxmlformats.org/drawingml/2006/main" xmlns:r="http://schemas.openxmlformats.org/officeDocument/2006/relationships" xmlns:p="http://schemas.openxmlformats.org/presentationml/2006/main">
  <p:tag name="ANGLE" val="5"/>
</p:tagLst>
</file>

<file path=ppt/tags/tag8.xml><?xml version="1.0" encoding="utf-8"?>
<p:tagLst xmlns:a="http://schemas.openxmlformats.org/drawingml/2006/main" xmlns:r="http://schemas.openxmlformats.org/officeDocument/2006/relationships" xmlns:p="http://schemas.openxmlformats.org/presentationml/2006/main">
  <p:tag name="ANGLE" val="5"/>
</p:tagLst>
</file>

<file path=ppt/tags/tag9.xml><?xml version="1.0" encoding="utf-8"?>
<p:tagLst xmlns:a="http://schemas.openxmlformats.org/drawingml/2006/main" xmlns:r="http://schemas.openxmlformats.org/officeDocument/2006/relationships" xmlns:p="http://schemas.openxmlformats.org/presentationml/2006/main">
  <p:tag name="ANGLE" val="5"/>
</p:tagLst>
</file>

<file path=ppt/tags/tag10.xml><?xml version="1.0" encoding="utf-8"?>
<p:tagLst xmlns:a="http://schemas.openxmlformats.org/drawingml/2006/main" xmlns:r="http://schemas.openxmlformats.org/officeDocument/2006/relationships" xmlns:p="http://schemas.openxmlformats.org/presentationml/2006/main">
  <p:tag name="ANGLE" val="5"/>
</p:tagLst>
</file>

<file path=ppt/tags/tag11.xml><?xml version="1.0" encoding="utf-8"?>
<p:tagLst xmlns:a="http://schemas.openxmlformats.org/drawingml/2006/main" xmlns:r="http://schemas.openxmlformats.org/officeDocument/2006/relationships" xmlns:p="http://schemas.openxmlformats.org/presentationml/2006/main">
  <p:tag name="ANGLE" val="5"/>
</p:tagLst>
</file>

<file path=ppt/tags/tag12.xml><?xml version="1.0" encoding="utf-8"?>
<p:tagLst xmlns:a="http://schemas.openxmlformats.org/drawingml/2006/main" xmlns:r="http://schemas.openxmlformats.org/officeDocument/2006/relationships" xmlns:p="http://schemas.openxmlformats.org/presentationml/2006/main">
  <p:tag name="ANGLE" val="5"/>
</p:tagLst>
</file>

<file path=ppt/tags/tag13.xml><?xml version="1.0" encoding="utf-8"?>
<p:tagLst xmlns:a="http://schemas.openxmlformats.org/drawingml/2006/main" xmlns:r="http://schemas.openxmlformats.org/officeDocument/2006/relationships" xmlns:p="http://schemas.openxmlformats.org/presentationml/2006/main">
  <p:tag name="ANGLE" val="5"/>
</p:tagLst>
</file>

<file path=ppt/tags/tag14.xml><?xml version="1.0" encoding="utf-8"?>
<p:tagLst xmlns:a="http://schemas.openxmlformats.org/drawingml/2006/main" xmlns:r="http://schemas.openxmlformats.org/officeDocument/2006/relationships" xmlns:p="http://schemas.openxmlformats.org/presentationml/2006/main">
  <p:tag name="ANGLE" val="5"/>
</p:tagLst>
</file>

<file path=ppt/tags/tag15.xml><?xml version="1.0" encoding="utf-8"?>
<p:tagLst xmlns:a="http://schemas.openxmlformats.org/drawingml/2006/main" xmlns:r="http://schemas.openxmlformats.org/officeDocument/2006/relationships" xmlns:p="http://schemas.openxmlformats.org/presentationml/2006/main">
  <p:tag name="ANGLE" val="5"/>
</p:tagLst>
</file>

<file path=ppt/tags/tag16.xml><?xml version="1.0" encoding="utf-8"?>
<p:tagLst xmlns:a="http://schemas.openxmlformats.org/drawingml/2006/main" xmlns:r="http://schemas.openxmlformats.org/officeDocument/2006/relationships" xmlns:p="http://schemas.openxmlformats.org/presentationml/2006/main">
  <p:tag name="ANGLE" val="5"/>
</p:tagLst>
</file>

<file path=ppt/tags/tag17.xml><?xml version="1.0" encoding="utf-8"?>
<p:tagLst xmlns:a="http://schemas.openxmlformats.org/drawingml/2006/main" xmlns:r="http://schemas.openxmlformats.org/officeDocument/2006/relationships" xmlns:p="http://schemas.openxmlformats.org/presentationml/2006/main">
  <p:tag name="ANGLE" val="5"/>
</p:tagLst>
</file>

<file path=ppt/theme/theme1.xml><?xml version="1.0" encoding="utf-8"?>
<a:theme xmlns:a="http://schemas.openxmlformats.org/drawingml/2006/main" name="1_Custom Design">
  <a:themeElements>
    <a:clrScheme name="NBG Colors 2">
      <a:dk1>
        <a:srgbClr val="000000"/>
      </a:dk1>
      <a:lt1>
        <a:srgbClr val="FFFFFF"/>
      </a:lt1>
      <a:dk2>
        <a:srgbClr val="007B85"/>
      </a:dk2>
      <a:lt2>
        <a:srgbClr val="F5F8F6"/>
      </a:lt2>
      <a:accent1>
        <a:srgbClr val="003841"/>
      </a:accent1>
      <a:accent2>
        <a:srgbClr val="007B85"/>
      </a:accent2>
      <a:accent3>
        <a:srgbClr val="00ADBF"/>
      </a:accent3>
      <a:accent4>
        <a:srgbClr val="00CFE7"/>
      </a:accent4>
      <a:accent5>
        <a:srgbClr val="BEC1BE"/>
      </a:accent5>
      <a:accent6>
        <a:srgbClr val="939793"/>
      </a:accent6>
      <a:hlink>
        <a:srgbClr val="0D90FF"/>
      </a:hlink>
      <a:folHlink>
        <a:srgbClr val="59C3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vers">
  <a:themeElements>
    <a:clrScheme name="NBG Colors 2">
      <a:dk1>
        <a:srgbClr val="000000"/>
      </a:dk1>
      <a:lt1>
        <a:srgbClr val="FFFFFF"/>
      </a:lt1>
      <a:dk2>
        <a:srgbClr val="007B85"/>
      </a:dk2>
      <a:lt2>
        <a:srgbClr val="F5F8F6"/>
      </a:lt2>
      <a:accent1>
        <a:srgbClr val="003841"/>
      </a:accent1>
      <a:accent2>
        <a:srgbClr val="007B85"/>
      </a:accent2>
      <a:accent3>
        <a:srgbClr val="00ADBF"/>
      </a:accent3>
      <a:accent4>
        <a:srgbClr val="00DEF8"/>
      </a:accent4>
      <a:accent5>
        <a:srgbClr val="BEC1BE"/>
      </a:accent5>
      <a:accent6>
        <a:srgbClr val="939793"/>
      </a:accent6>
      <a:hlink>
        <a:srgbClr val="0D90FF"/>
      </a:hlink>
      <a:folHlink>
        <a:srgbClr val="59C3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overs">
  <a:themeElements>
    <a:clrScheme name="NBG Colors 2">
      <a:dk1>
        <a:srgbClr val="000000"/>
      </a:dk1>
      <a:lt1>
        <a:srgbClr val="FFFFFF"/>
      </a:lt1>
      <a:dk2>
        <a:srgbClr val="007B85"/>
      </a:dk2>
      <a:lt2>
        <a:srgbClr val="F5F8F6"/>
      </a:lt2>
      <a:accent1>
        <a:srgbClr val="003841"/>
      </a:accent1>
      <a:accent2>
        <a:srgbClr val="007B85"/>
      </a:accent2>
      <a:accent3>
        <a:srgbClr val="00ADBF"/>
      </a:accent3>
      <a:accent4>
        <a:srgbClr val="00DEF8"/>
      </a:accent4>
      <a:accent5>
        <a:srgbClr val="BEC1BE"/>
      </a:accent5>
      <a:accent6>
        <a:srgbClr val="939793"/>
      </a:accent6>
      <a:hlink>
        <a:srgbClr val="0D90FF"/>
      </a:hlink>
      <a:folHlink>
        <a:srgbClr val="59C3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Covers">
  <a:themeElements>
    <a:clrScheme name="NBG Colors 2">
      <a:dk1>
        <a:srgbClr val="000000"/>
      </a:dk1>
      <a:lt1>
        <a:srgbClr val="FFFFFF"/>
      </a:lt1>
      <a:dk2>
        <a:srgbClr val="007B85"/>
      </a:dk2>
      <a:lt2>
        <a:srgbClr val="F5F8F6"/>
      </a:lt2>
      <a:accent1>
        <a:srgbClr val="003841"/>
      </a:accent1>
      <a:accent2>
        <a:srgbClr val="007B85"/>
      </a:accent2>
      <a:accent3>
        <a:srgbClr val="00ADBF"/>
      </a:accent3>
      <a:accent4>
        <a:srgbClr val="00DEF8"/>
      </a:accent4>
      <a:accent5>
        <a:srgbClr val="BEC1BE"/>
      </a:accent5>
      <a:accent6>
        <a:srgbClr val="939793"/>
      </a:accent6>
      <a:hlink>
        <a:srgbClr val="0D90FF"/>
      </a:hlink>
      <a:folHlink>
        <a:srgbClr val="59C3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Covers_Brights">
  <a:themeElements>
    <a:clrScheme name="NBG Colors 2">
      <a:dk1>
        <a:srgbClr val="000000"/>
      </a:dk1>
      <a:lt1>
        <a:srgbClr val="FFFFFF"/>
      </a:lt1>
      <a:dk2>
        <a:srgbClr val="007B85"/>
      </a:dk2>
      <a:lt2>
        <a:srgbClr val="F5F8F6"/>
      </a:lt2>
      <a:accent1>
        <a:srgbClr val="003841"/>
      </a:accent1>
      <a:accent2>
        <a:srgbClr val="007B85"/>
      </a:accent2>
      <a:accent3>
        <a:srgbClr val="00ADBF"/>
      </a:accent3>
      <a:accent4>
        <a:srgbClr val="00DEF8"/>
      </a:accent4>
      <a:accent5>
        <a:srgbClr val="BEC1BE"/>
      </a:accent5>
      <a:accent6>
        <a:srgbClr val="939793"/>
      </a:accent6>
      <a:hlink>
        <a:srgbClr val="0D90FF"/>
      </a:hlink>
      <a:folHlink>
        <a:srgbClr val="59C3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Dividers_Dark">
  <a:themeElements>
    <a:clrScheme name="NBG Colors 2">
      <a:dk1>
        <a:srgbClr val="000000"/>
      </a:dk1>
      <a:lt1>
        <a:srgbClr val="FFFFFF"/>
      </a:lt1>
      <a:dk2>
        <a:srgbClr val="007B85"/>
      </a:dk2>
      <a:lt2>
        <a:srgbClr val="F5F8F6"/>
      </a:lt2>
      <a:accent1>
        <a:srgbClr val="003841"/>
      </a:accent1>
      <a:accent2>
        <a:srgbClr val="007B85"/>
      </a:accent2>
      <a:accent3>
        <a:srgbClr val="00ADBF"/>
      </a:accent3>
      <a:accent4>
        <a:srgbClr val="00DEF8"/>
      </a:accent4>
      <a:accent5>
        <a:srgbClr val="BEC1BE"/>
      </a:accent5>
      <a:accent6>
        <a:srgbClr val="939793"/>
      </a:accent6>
      <a:hlink>
        <a:srgbClr val="0D90FF"/>
      </a:hlink>
      <a:folHlink>
        <a:srgbClr val="59C3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Dividers_Dark_Brights">
  <a:themeElements>
    <a:clrScheme name="NBG Colors 2">
      <a:dk1>
        <a:srgbClr val="000000"/>
      </a:dk1>
      <a:lt1>
        <a:srgbClr val="FFFFFF"/>
      </a:lt1>
      <a:dk2>
        <a:srgbClr val="007B85"/>
      </a:dk2>
      <a:lt2>
        <a:srgbClr val="F5F8F6"/>
      </a:lt2>
      <a:accent1>
        <a:srgbClr val="003841"/>
      </a:accent1>
      <a:accent2>
        <a:srgbClr val="007B85"/>
      </a:accent2>
      <a:accent3>
        <a:srgbClr val="00ADBF"/>
      </a:accent3>
      <a:accent4>
        <a:srgbClr val="00DEF8"/>
      </a:accent4>
      <a:accent5>
        <a:srgbClr val="BEC1BE"/>
      </a:accent5>
      <a:accent6>
        <a:srgbClr val="939793"/>
      </a:accent6>
      <a:hlink>
        <a:srgbClr val="0D90FF"/>
      </a:hlink>
      <a:folHlink>
        <a:srgbClr val="59C3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Pages">
  <a:themeElements>
    <a:clrScheme name="NBG Colors 2">
      <a:dk1>
        <a:srgbClr val="000000"/>
      </a:dk1>
      <a:lt1>
        <a:srgbClr val="FFFFFF"/>
      </a:lt1>
      <a:dk2>
        <a:srgbClr val="007B85"/>
      </a:dk2>
      <a:lt2>
        <a:srgbClr val="F5F8F6"/>
      </a:lt2>
      <a:accent1>
        <a:srgbClr val="003841"/>
      </a:accent1>
      <a:accent2>
        <a:srgbClr val="007B85"/>
      </a:accent2>
      <a:accent3>
        <a:srgbClr val="00ADBF"/>
      </a:accent3>
      <a:accent4>
        <a:srgbClr val="00DEF8"/>
      </a:accent4>
      <a:accent5>
        <a:srgbClr val="BEC1BE"/>
      </a:accent5>
      <a:accent6>
        <a:srgbClr val="939793"/>
      </a:accent6>
      <a:hlink>
        <a:srgbClr val="0D90FF"/>
      </a:hlink>
      <a:folHlink>
        <a:srgbClr val="59C3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Dividers_Image">
  <a:themeElements>
    <a:clrScheme name="NBG Colors 2">
      <a:dk1>
        <a:srgbClr val="000000"/>
      </a:dk1>
      <a:lt1>
        <a:srgbClr val="FFFFFF"/>
      </a:lt1>
      <a:dk2>
        <a:srgbClr val="007B85"/>
      </a:dk2>
      <a:lt2>
        <a:srgbClr val="F5F8F6"/>
      </a:lt2>
      <a:accent1>
        <a:srgbClr val="003841"/>
      </a:accent1>
      <a:accent2>
        <a:srgbClr val="007B85"/>
      </a:accent2>
      <a:accent3>
        <a:srgbClr val="00ADBF"/>
      </a:accent3>
      <a:accent4>
        <a:srgbClr val="00DEF8"/>
      </a:accent4>
      <a:accent5>
        <a:srgbClr val="BEC1BE"/>
      </a:accent5>
      <a:accent6>
        <a:srgbClr val="939793"/>
      </a:accent6>
      <a:hlink>
        <a:srgbClr val="0D90FF"/>
      </a:hlink>
      <a:folHlink>
        <a:srgbClr val="59C3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Back Covers">
  <a:themeElements>
    <a:clrScheme name="NBG Colors 2">
      <a:dk1>
        <a:srgbClr val="000000"/>
      </a:dk1>
      <a:lt1>
        <a:srgbClr val="FFFFFF"/>
      </a:lt1>
      <a:dk2>
        <a:srgbClr val="007B85"/>
      </a:dk2>
      <a:lt2>
        <a:srgbClr val="F5F8F6"/>
      </a:lt2>
      <a:accent1>
        <a:srgbClr val="003841"/>
      </a:accent1>
      <a:accent2>
        <a:srgbClr val="007B85"/>
      </a:accent2>
      <a:accent3>
        <a:srgbClr val="00ADBF"/>
      </a:accent3>
      <a:accent4>
        <a:srgbClr val="00DEF8"/>
      </a:accent4>
      <a:accent5>
        <a:srgbClr val="BEC1BE"/>
      </a:accent5>
      <a:accent6>
        <a:srgbClr val="939793"/>
      </a:accent6>
      <a:hlink>
        <a:srgbClr val="0D90FF"/>
      </a:hlink>
      <a:folHlink>
        <a:srgbClr val="59C3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Sample Pages">
  <a:themeElements>
    <a:clrScheme name="NBG Colors 2">
      <a:dk1>
        <a:srgbClr val="000000"/>
      </a:dk1>
      <a:lt1>
        <a:srgbClr val="FFFFFF"/>
      </a:lt1>
      <a:dk2>
        <a:srgbClr val="007B85"/>
      </a:dk2>
      <a:lt2>
        <a:srgbClr val="F5F8F6"/>
      </a:lt2>
      <a:accent1>
        <a:srgbClr val="003841"/>
      </a:accent1>
      <a:accent2>
        <a:srgbClr val="007B85"/>
      </a:accent2>
      <a:accent3>
        <a:srgbClr val="00ADBF"/>
      </a:accent3>
      <a:accent4>
        <a:srgbClr val="00DEF8"/>
      </a:accent4>
      <a:accent5>
        <a:srgbClr val="BEC1BE"/>
      </a:accent5>
      <a:accent6>
        <a:srgbClr val="939793"/>
      </a:accent6>
      <a:hlink>
        <a:srgbClr val="0D90FF"/>
      </a:hlink>
      <a:folHlink>
        <a:srgbClr val="59C3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Contents">
  <a:themeElements>
    <a:clrScheme name="NBG Colors 2">
      <a:dk1>
        <a:srgbClr val="000000"/>
      </a:dk1>
      <a:lt1>
        <a:srgbClr val="FFFFFF"/>
      </a:lt1>
      <a:dk2>
        <a:srgbClr val="007B85"/>
      </a:dk2>
      <a:lt2>
        <a:srgbClr val="F5F8F6"/>
      </a:lt2>
      <a:accent1>
        <a:srgbClr val="003841"/>
      </a:accent1>
      <a:accent2>
        <a:srgbClr val="007B85"/>
      </a:accent2>
      <a:accent3>
        <a:srgbClr val="00ADBF"/>
      </a:accent3>
      <a:accent4>
        <a:srgbClr val="00DEF8"/>
      </a:accent4>
      <a:accent5>
        <a:srgbClr val="BEC1BE"/>
      </a:accent5>
      <a:accent6>
        <a:srgbClr val="939793"/>
      </a:accent6>
      <a:hlink>
        <a:srgbClr val="0D90FF"/>
      </a:hlink>
      <a:folHlink>
        <a:srgbClr val="59C3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Contact">
  <a:themeElements>
    <a:clrScheme name="NBG Colors 2">
      <a:dk1>
        <a:srgbClr val="000000"/>
      </a:dk1>
      <a:lt1>
        <a:srgbClr val="FFFFFF"/>
      </a:lt1>
      <a:dk2>
        <a:srgbClr val="007B85"/>
      </a:dk2>
      <a:lt2>
        <a:srgbClr val="F5F8F6"/>
      </a:lt2>
      <a:accent1>
        <a:srgbClr val="003841"/>
      </a:accent1>
      <a:accent2>
        <a:srgbClr val="007B85"/>
      </a:accent2>
      <a:accent3>
        <a:srgbClr val="00ADBF"/>
      </a:accent3>
      <a:accent4>
        <a:srgbClr val="00DEF8"/>
      </a:accent4>
      <a:accent5>
        <a:srgbClr val="BEC1BE"/>
      </a:accent5>
      <a:accent6>
        <a:srgbClr val="939793"/>
      </a:accent6>
      <a:hlink>
        <a:srgbClr val="0D90FF"/>
      </a:hlink>
      <a:folHlink>
        <a:srgbClr val="59C3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Thank_You_Page">
  <a:themeElements>
    <a:clrScheme name="NBG Colors 2">
      <a:dk1>
        <a:srgbClr val="000000"/>
      </a:dk1>
      <a:lt1>
        <a:srgbClr val="FFFFFF"/>
      </a:lt1>
      <a:dk2>
        <a:srgbClr val="007B85"/>
      </a:dk2>
      <a:lt2>
        <a:srgbClr val="F5F8F6"/>
      </a:lt2>
      <a:accent1>
        <a:srgbClr val="003841"/>
      </a:accent1>
      <a:accent2>
        <a:srgbClr val="007B85"/>
      </a:accent2>
      <a:accent3>
        <a:srgbClr val="00ADBF"/>
      </a:accent3>
      <a:accent4>
        <a:srgbClr val="00DEF8"/>
      </a:accent4>
      <a:accent5>
        <a:srgbClr val="BEC1BE"/>
      </a:accent5>
      <a:accent6>
        <a:srgbClr val="939793"/>
      </a:accent6>
      <a:hlink>
        <a:srgbClr val="0D90FF"/>
      </a:hlink>
      <a:folHlink>
        <a:srgbClr val="59C3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Tables">
  <a:themeElements>
    <a:clrScheme name="NBG Colors 2">
      <a:dk1>
        <a:srgbClr val="000000"/>
      </a:dk1>
      <a:lt1>
        <a:srgbClr val="FFFFFF"/>
      </a:lt1>
      <a:dk2>
        <a:srgbClr val="007B85"/>
      </a:dk2>
      <a:lt2>
        <a:srgbClr val="F5F8F6"/>
      </a:lt2>
      <a:accent1>
        <a:srgbClr val="003841"/>
      </a:accent1>
      <a:accent2>
        <a:srgbClr val="007B85"/>
      </a:accent2>
      <a:accent3>
        <a:srgbClr val="00ADBF"/>
      </a:accent3>
      <a:accent4>
        <a:srgbClr val="00DEF8"/>
      </a:accent4>
      <a:accent5>
        <a:srgbClr val="BEC1BE"/>
      </a:accent5>
      <a:accent6>
        <a:srgbClr val="939793"/>
      </a:accent6>
      <a:hlink>
        <a:srgbClr val="0D90FF"/>
      </a:hlink>
      <a:folHlink>
        <a:srgbClr val="59C3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Charts &amp; Infographics">
  <a:themeElements>
    <a:clrScheme name="NBG Colors 2">
      <a:dk1>
        <a:srgbClr val="000000"/>
      </a:dk1>
      <a:lt1>
        <a:srgbClr val="FFFFFF"/>
      </a:lt1>
      <a:dk2>
        <a:srgbClr val="007B85"/>
      </a:dk2>
      <a:lt2>
        <a:srgbClr val="F5F8F6"/>
      </a:lt2>
      <a:accent1>
        <a:srgbClr val="003841"/>
      </a:accent1>
      <a:accent2>
        <a:srgbClr val="007B85"/>
      </a:accent2>
      <a:accent3>
        <a:srgbClr val="00ADBF"/>
      </a:accent3>
      <a:accent4>
        <a:srgbClr val="00CFE7"/>
      </a:accent4>
      <a:accent5>
        <a:srgbClr val="BEC1BE"/>
      </a:accent5>
      <a:accent6>
        <a:srgbClr val="939793"/>
      </a:accent6>
      <a:hlink>
        <a:srgbClr val="0D90FF"/>
      </a:hlink>
      <a:folHlink>
        <a:srgbClr val="59C3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A7BBFA534A2094BB18743F912DB8A57" ma:contentTypeVersion="4" ma:contentTypeDescription="Create a new document." ma:contentTypeScope="" ma:versionID="e07f18726578a3f1e1c97638a7b50847">
  <xsd:schema xmlns:xsd="http://www.w3.org/2001/XMLSchema" xmlns:xs="http://www.w3.org/2001/XMLSchema" xmlns:p="http://schemas.microsoft.com/office/2006/metadata/properties" xmlns:ns2="d43140e9-ab6f-4716-9cac-161dea841abe" targetNamespace="http://schemas.microsoft.com/office/2006/metadata/properties" ma:root="true" ma:fieldsID="a35ee9db875e5e89f5768a20c85242de" ns2:_="">
    <xsd:import namespace="d43140e9-ab6f-4716-9cac-161dea841ab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140e9-ab6f-4716-9cac-161dea841a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15819F6-0828-4CFA-9403-175466989E7C}"/>
</file>

<file path=customXml/itemProps2.xml><?xml version="1.0" encoding="utf-8"?>
<ds:datastoreItem xmlns:ds="http://schemas.openxmlformats.org/officeDocument/2006/customXml" ds:itemID="{9325B3C3-26E0-4D70-B343-63509A46C5F8}">
  <ds:schemaRefs>
    <ds:schemaRef ds:uri="http://schemas.microsoft.com/sharepoint/v3/contenttype/forms"/>
  </ds:schemaRefs>
</ds:datastoreItem>
</file>

<file path=customXml/itemProps3.xml><?xml version="1.0" encoding="utf-8"?>
<ds:datastoreItem xmlns:ds="http://schemas.openxmlformats.org/officeDocument/2006/customXml" ds:itemID="{A2E4CB56-2308-4E63-BBD4-E9A9BB454EDC}">
  <ds:schemaRefs>
    <ds:schemaRef ds:uri="http://purl.org/dc/dcmitype/"/>
    <ds:schemaRef ds:uri="http://purl.org/dc/terms/"/>
    <ds:schemaRef ds:uri="http://purl.org/dc/elements/1.1/"/>
    <ds:schemaRef ds:uri="http://schemas.microsoft.com/office/2006/documentManagement/types"/>
    <ds:schemaRef ds:uri="http://schemas.microsoft.com/office/infopath/2007/PartnerControls"/>
    <ds:schemaRef ds:uri="http://www.w3.org/XML/1998/namespace"/>
    <ds:schemaRef ds:uri="http://schemas.openxmlformats.org/package/2006/metadata/core-properties"/>
    <ds:schemaRef ds:uri="aab3bd91-daeb-4e52-b5a9-09029aa7b7f8"/>
    <ds:schemaRef ds:uri="3e74041a-8e3c-454c-bba8-1550096d7d80"/>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181</TotalTime>
  <Words>25664</Words>
  <Application>Microsoft Macintosh PowerPoint</Application>
  <PresentationFormat>Widescreen</PresentationFormat>
  <Paragraphs>2194</Paragraphs>
  <Slides>205</Slides>
  <Notes>60</Notes>
  <HiddenSlides>0</HiddenSlides>
  <MMClips>0</MMClips>
  <ScaleCrop>false</ScaleCrop>
  <HeadingPairs>
    <vt:vector size="8" baseType="variant">
      <vt:variant>
        <vt:lpstr>Fonts Used</vt:lpstr>
      </vt:variant>
      <vt:variant>
        <vt:i4>13</vt:i4>
      </vt:variant>
      <vt:variant>
        <vt:lpstr>Theme</vt:lpstr>
      </vt:variant>
      <vt:variant>
        <vt:i4>16</vt:i4>
      </vt:variant>
      <vt:variant>
        <vt:lpstr>Embedded OLE Servers</vt:lpstr>
      </vt:variant>
      <vt:variant>
        <vt:i4>1</vt:i4>
      </vt:variant>
      <vt:variant>
        <vt:lpstr>Slide Titles</vt:lpstr>
      </vt:variant>
      <vt:variant>
        <vt:i4>205</vt:i4>
      </vt:variant>
    </vt:vector>
  </HeadingPairs>
  <TitlesOfParts>
    <vt:vector size="235" baseType="lpstr">
      <vt:lpstr>Aptos</vt:lpstr>
      <vt:lpstr>Aptos Black</vt:lpstr>
      <vt:lpstr>Aptos ExtraBold</vt:lpstr>
      <vt:lpstr>Aptos SemiBold</vt:lpstr>
      <vt:lpstr>Arial</vt:lpstr>
      <vt:lpstr>Calibri</vt:lpstr>
      <vt:lpstr>Helvetica Light</vt:lpstr>
      <vt:lpstr>Lato Semibold</vt:lpstr>
      <vt:lpstr>Roboto Medium</vt:lpstr>
      <vt:lpstr>SC STKaiti</vt:lpstr>
      <vt:lpstr>Segoe UI</vt:lpstr>
      <vt:lpstr>Söhne</vt:lpstr>
      <vt:lpstr>System Font Regular</vt:lpstr>
      <vt:lpstr>1_Custom Design</vt:lpstr>
      <vt:lpstr>Covers</vt:lpstr>
      <vt:lpstr>2_Covers</vt:lpstr>
      <vt:lpstr>1_Covers</vt:lpstr>
      <vt:lpstr>1_Covers_Brights</vt:lpstr>
      <vt:lpstr>Dividers_Dark</vt:lpstr>
      <vt:lpstr>1_Dividers_Dark_Brights</vt:lpstr>
      <vt:lpstr>Pages</vt:lpstr>
      <vt:lpstr>Dividers_Image</vt:lpstr>
      <vt:lpstr>Back Covers</vt:lpstr>
      <vt:lpstr>Sample Pages</vt:lpstr>
      <vt:lpstr>Contents</vt:lpstr>
      <vt:lpstr>Contact</vt:lpstr>
      <vt:lpstr>Thank_You_Page</vt:lpstr>
      <vt:lpstr>Tables</vt:lpstr>
      <vt:lpstr>Charts &amp; Infographics</vt:lpstr>
      <vt:lpstr>think-cell Slide</vt:lpstr>
      <vt:lpstr>PowerPoint Presentation</vt:lpstr>
      <vt:lpstr>Contents</vt:lpstr>
      <vt:lpstr>01</vt:lpstr>
      <vt:lpstr>Οδηγίες</vt:lpstr>
      <vt:lpstr>Οδηγίες</vt:lpstr>
      <vt:lpstr>Οδηγίες</vt:lpstr>
      <vt:lpstr>Οδηγίες</vt:lpstr>
      <vt:lpstr>Οδηγίες</vt:lpstr>
      <vt:lpstr>Οδηγίες</vt:lpstr>
      <vt:lpstr>Οδηγίες</vt:lpstr>
      <vt:lpstr>PowerPoint Presentation</vt:lpstr>
      <vt:lpstr>Οδηγίες</vt:lpstr>
      <vt:lpstr>Οδηγίες</vt:lpstr>
      <vt:lpstr>02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03</vt:lpstr>
      <vt:lpstr>Contents</vt:lpstr>
      <vt:lpstr>Contents</vt:lpstr>
      <vt:lpstr>Contents</vt:lpstr>
      <vt:lpstr>04</vt:lpstr>
      <vt:lpstr>00</vt:lpstr>
      <vt:lpstr>00</vt:lpstr>
      <vt:lpstr>00</vt:lpstr>
      <vt:lpstr>00</vt:lpstr>
      <vt:lpstr>00</vt:lpstr>
      <vt:lpstr>00</vt:lpstr>
      <vt:lpstr>00</vt:lpstr>
      <vt:lpstr>00</vt:lpstr>
      <vt:lpstr>00</vt:lpstr>
      <vt:lpstr>00</vt:lpstr>
      <vt:lpstr>00</vt:lpstr>
      <vt:lpstr>00</vt:lpstr>
      <vt:lpstr>00</vt:lpstr>
      <vt:lpstr>00</vt:lpstr>
      <vt:lpstr>00</vt:lpstr>
      <vt:lpstr>00</vt:lpstr>
      <vt:lpstr>00</vt:lpstr>
      <vt:lpstr>00</vt:lpstr>
      <vt:lpstr>00</vt:lpstr>
      <vt:lpstr>00</vt:lpstr>
      <vt:lpstr>00</vt:lpstr>
      <vt:lpstr>00</vt:lpstr>
      <vt:lpstr>00</vt:lpstr>
      <vt:lpstr>00</vt:lpstr>
      <vt:lpstr>05</vt:lpstr>
      <vt:lpstr>Page Layouts</vt:lpstr>
      <vt:lpstr>Page Layouts</vt:lpstr>
      <vt:lpstr>Page Layouts</vt:lpstr>
      <vt:lpstr>Page Layouts</vt:lpstr>
      <vt:lpstr>Page Layouts</vt:lpstr>
      <vt:lpstr>Page Layouts</vt:lpstr>
      <vt:lpstr>PowerPoint Presentation</vt:lpstr>
      <vt:lpstr>PowerPoint Presentation</vt:lpstr>
      <vt:lpstr>PowerPoint Presentation</vt:lpstr>
      <vt:lpstr>PowerPoint Presentation</vt:lpstr>
      <vt:lpstr>PowerPoint Presentation</vt:lpstr>
      <vt:lpstr>PowerPoint Presentation</vt:lpstr>
      <vt:lpstr>Page Layouts</vt:lpstr>
      <vt:lpstr>Page Layouts</vt:lpstr>
      <vt:lpstr>Page Layouts</vt:lpstr>
      <vt:lpstr>Page Layouts</vt:lpstr>
      <vt:lpstr>Page Layouts</vt:lpstr>
      <vt:lpstr>Page Layouts</vt:lpstr>
      <vt:lpstr>PowerPoint Presentation</vt:lpstr>
      <vt:lpstr>PowerPoint Presentation</vt:lpstr>
      <vt:lpstr>PowerPoint Presentation</vt:lpstr>
      <vt:lpstr>PowerPoint Presentation</vt:lpstr>
      <vt:lpstr>PowerPoint Presentation</vt:lpstr>
      <vt:lpstr>Page Layouts</vt:lpstr>
      <vt:lpstr>PowerPoint Presentation</vt:lpstr>
      <vt:lpstr>06 </vt:lpstr>
      <vt:lpstr>Page Layout Examples</vt:lpstr>
      <vt:lpstr>Page Layout Examples</vt:lpstr>
      <vt:lpstr>Page Layout Examples</vt:lpstr>
      <vt:lpstr>Page Layout Examples</vt:lpstr>
      <vt:lpstr>Page Layout Examples</vt:lpstr>
      <vt:lpstr>Page Layout Examples</vt:lpstr>
      <vt:lpstr>Page Layout Examples</vt:lpstr>
      <vt:lpstr>Page Layout Examples</vt:lpstr>
      <vt:lpstr>Page Layout Examples</vt:lpstr>
      <vt:lpstr>Page Layout Examples</vt:lpstr>
      <vt:lpstr>Page Layout Examples</vt:lpstr>
      <vt:lpstr>Page Layout Examples</vt:lpstr>
      <vt:lpstr>Page Layout Examples</vt:lpstr>
      <vt:lpstr>Page Layout Examples</vt:lpstr>
      <vt:lpstr>Page Layout Examples</vt:lpstr>
      <vt:lpstr>Page Layout Examples</vt:lpstr>
      <vt:lpstr>Page Layout Examples</vt:lpstr>
      <vt:lpstr>Page Layout Examples</vt:lpstr>
      <vt:lpstr>PowerPoint Presentation</vt:lpstr>
      <vt:lpstr>PowerPoint Presentation</vt:lpstr>
      <vt:lpstr>PowerPoint Presentation</vt:lpstr>
      <vt:lpstr>07</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08</vt:lpstr>
      <vt:lpstr>PowerPoint Presentation</vt:lpstr>
      <vt:lpstr>PowerPoint Presentation</vt:lpstr>
      <vt:lpstr>PowerPoint Presentation</vt:lpstr>
      <vt:lpstr>09</vt:lpstr>
      <vt:lpstr>PowerPoint Presentation</vt:lpstr>
      <vt:lpstr>PowerPoint Presentation</vt:lpstr>
      <vt:lpstr>10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11</vt:lpstr>
      <vt:lpstr>00</vt:lpstr>
      <vt:lpstr>Page Layouts</vt:lpstr>
      <vt:lpstr>00</vt:lpstr>
      <vt:lpstr>Page Layouts</vt:lpstr>
      <vt:lpstr>00</vt:lpstr>
      <vt:lpstr>Page Layouts</vt:lpstr>
      <vt:lpstr>00</vt:lpstr>
      <vt:lpstr>Page Layouts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Aeonik Pro ABCDEFGHIJKLMNOPQRSTUVWXYZ abcdefghijklmnopqrstuvwxyz 1234567890 ΑΒΓΔΕΖΗΘΙΚΛΜΝΞΟΠΡΣΤΥΦΧΨΩ    αβγδεζηθικλμνξοπρσςτυφχψω</dc:title>
  <dc:creator>Mark Lindop</dc:creator>
  <cp:lastModifiedBy>Mark Lindop</cp:lastModifiedBy>
  <cp:revision>2</cp:revision>
  <dcterms:created xsi:type="dcterms:W3CDTF">2023-11-21T13:20:24Z</dcterms:created>
  <dcterms:modified xsi:type="dcterms:W3CDTF">2025-04-04T11:56:18Z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0x010100FA7BBFA534A2094BB18743F912DB8A57</vt:lpwstr>
  </property>
</Properties>
</file>